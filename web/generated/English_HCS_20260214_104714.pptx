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3"/>
  </p:notesMasterIdLst>
  <p:handoutMasterIdLst>
    <p:handoutMasterId r:id="rId54"/>
  </p:handout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16"/>
    <p:sldId id="293" r:id="rId15"/>
    <p:sldId id="294" r:id="rId14"/>
    <p:sldId id="295" r:id="rId13"/>
    <p:sldId id="296" r:id="rId12"/>
    <p:sldId id="297" r:id="rId11"/>
    <p:sldId id="298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17A834-DB2C-41C1-A43F-7590597CA506}" v="80" dt="2026-02-03T15:57:58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84"/>
    <p:restoredTop sz="83922" autoAdjust="0"/>
  </p:normalViewPr>
  <p:slideViewPr>
    <p:cSldViewPr snapToGrid="0">
      <p:cViewPr varScale="1">
        <p:scale>
          <a:sx n="87" d="100"/>
          <a:sy n="87" d="100"/>
        </p:scale>
        <p:origin x="144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10" Type="http://schemas.openxmlformats.org/officeDocument/2006/relationships/slide" Target="slides/slide43.xml"/><Relationship Id="rId11" Type="http://schemas.openxmlformats.org/officeDocument/2006/relationships/slide" Target="slides/slide42.xml"/><Relationship Id="rId12" Type="http://schemas.openxmlformats.org/officeDocument/2006/relationships/slide" Target="slides/slide41.xml"/><Relationship Id="rId13" Type="http://schemas.openxmlformats.org/officeDocument/2006/relationships/slide" Target="slides/slide40.xml"/><Relationship Id="rId14" Type="http://schemas.openxmlformats.org/officeDocument/2006/relationships/slide" Target="slides/slide39.xml"/><Relationship Id="rId15" Type="http://schemas.openxmlformats.org/officeDocument/2006/relationships/slide" Target="slides/slide38.xml"/><Relationship Id="rId16" Type="http://schemas.openxmlformats.org/officeDocument/2006/relationships/slide" Target="slides/slide37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Relationship Id="rId48" Type="http://schemas.openxmlformats.org/officeDocument/2006/relationships/slide" Target="slides/slide32.xml"/><Relationship Id="rId49" Type="http://schemas.openxmlformats.org/officeDocument/2006/relationships/slide" Target="slides/slide33.xml"/><Relationship Id="rId50" Type="http://schemas.openxmlformats.org/officeDocument/2006/relationships/slide" Target="slides/slide34.xml"/><Relationship Id="rId51" Type="http://schemas.openxmlformats.org/officeDocument/2006/relationships/slide" Target="slides/slide35.xml"/><Relationship Id="rId52" Type="http://schemas.openxmlformats.org/officeDocument/2006/relationships/slide" Target="slides/slide36.xml"/><Relationship Id="rId53" Type="http://schemas.openxmlformats.org/officeDocument/2006/relationships/notesMaster" Target="notesMasters/notesMaster1.xml"/><Relationship Id="rId54" Type="http://schemas.openxmlformats.org/officeDocument/2006/relationships/handoutMaster" Target="handoutMasters/handout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microsoft.com/office/2016/11/relationships/changesInfo" Target="changesInfos/changesInfo1.xml"/><Relationship Id="rId61" Type="http://schemas.microsoft.com/office/2015/10/relationships/revisionInfo" Target="revisionInfo.xml"/><Relationship Id="rId6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LiveId" clId="{01228244-6B25-4D01-85AC-4B8EA41E8750}"/>
    <pc:docChg chg="custSel delSld modSld">
      <pc:chgData name="Sini Mathew" userId="3875fe58a975fc01" providerId="LiveId" clId="{01228244-6B25-4D01-85AC-4B8EA41E8750}" dt="2026-01-25T14:06:27.204" v="545" actId="20577"/>
      <pc:docMkLst>
        <pc:docMk/>
      </pc:docMkLst>
      <pc:sldChg chg="modSp mod">
        <pc:chgData name="Sini Mathew" userId="3875fe58a975fc01" providerId="LiveId" clId="{01228244-6B25-4D01-85AC-4B8EA41E8750}" dt="2026-01-25T14:06:12.393" v="522" actId="20577"/>
        <pc:sldMkLst>
          <pc:docMk/>
          <pc:sldMk cId="3071323988" sldId="820"/>
        </pc:sldMkLst>
        <pc:spChg chg="mod">
          <ac:chgData name="Sini Mathew" userId="3875fe58a975fc01" providerId="LiveId" clId="{01228244-6B25-4D01-85AC-4B8EA41E8750}" dt="2026-01-25T14:06:12.393" v="522" actId="20577"/>
          <ac:spMkLst>
            <pc:docMk/>
            <pc:sldMk cId="3071323988" sldId="820"/>
            <ac:spMk id="2" creationId="{DCF3B4DD-D28E-D949-A750-E7C0BC73DB23}"/>
          </ac:spMkLst>
        </pc:spChg>
      </pc:sldChg>
      <pc:sldChg chg="modSp mod">
        <pc:chgData name="Sini Mathew" userId="3875fe58a975fc01" providerId="LiveId" clId="{01228244-6B25-4D01-85AC-4B8EA41E8750}" dt="2026-01-25T14:01:24.079" v="236" actId="20577"/>
        <pc:sldMkLst>
          <pc:docMk/>
          <pc:sldMk cId="140346443" sldId="822"/>
        </pc:sldMkLst>
        <pc:spChg chg="mod">
          <ac:chgData name="Sini Mathew" userId="3875fe58a975fc01" providerId="LiveId" clId="{01228244-6B25-4D01-85AC-4B8EA41E8750}" dt="2026-01-25T14:01:16.087" v="222" actId="20577"/>
          <ac:spMkLst>
            <pc:docMk/>
            <pc:sldMk cId="140346443" sldId="822"/>
            <ac:spMk id="2" creationId="{69072751-0DFD-E04D-8DBC-6192EE4B4B2A}"/>
          </ac:spMkLst>
        </pc:spChg>
      </pc:sldChg>
      <pc:sldChg chg="modSp mod">
        <pc:chgData name="Sini Mathew" userId="3875fe58a975fc01" providerId="LiveId" clId="{01228244-6B25-4D01-85AC-4B8EA41E8750}" dt="2026-01-25T14:00:52.508" v="183" actId="20577"/>
        <pc:sldMkLst>
          <pc:docMk/>
          <pc:sldMk cId="2771250690" sldId="851"/>
        </pc:sldMkLst>
        <pc:spChg chg="mod">
          <ac:chgData name="Sini Mathew" userId="3875fe58a975fc01" providerId="LiveId" clId="{01228244-6B25-4D01-85AC-4B8EA41E8750}" dt="2026-01-25T14:00:52.508" v="183" actId="20577"/>
          <ac:spMkLst>
            <pc:docMk/>
            <pc:sldMk cId="2771250690" sldId="851"/>
            <ac:spMk id="2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25T14:06:27.204" v="545" actId="20577"/>
        <pc:sldMkLst>
          <pc:docMk/>
          <pc:sldMk cId="3441406009" sldId="858"/>
        </pc:sldMkLst>
        <pc:spChg chg="mod">
          <ac:chgData name="Sini Mathew" userId="3875fe58a975fc01" providerId="LiveId" clId="{01228244-6B25-4D01-85AC-4B8EA41E8750}" dt="2026-01-25T14:06:21.241" v="533" actId="20577"/>
          <ac:spMkLst>
            <pc:docMk/>
            <pc:sldMk cId="3441406009" sldId="858"/>
            <ac:spMk id="2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25T14:02:21.509" v="262" actId="20577"/>
        <pc:sldMkLst>
          <pc:docMk/>
          <pc:sldMk cId="4765592" sldId="1388"/>
        </pc:sldMkLst>
        <pc:spChg chg="mod">
          <ac:chgData name="Sini Mathew" userId="3875fe58a975fc01" providerId="LiveId" clId="{01228244-6B25-4D01-85AC-4B8EA41E8750}" dt="2026-01-25T14:02:21.509" v="262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Sp mod">
        <pc:chgData name="Sini Mathew" userId="3875fe58a975fc01" providerId="LiveId" clId="{01228244-6B25-4D01-85AC-4B8EA41E8750}" dt="2026-01-25T14:04:30.584" v="437" actId="20577"/>
        <pc:sldMkLst>
          <pc:docMk/>
          <pc:sldMk cId="2406581127" sldId="1826"/>
        </pc:sldMkLst>
        <pc:spChg chg="mod">
          <ac:chgData name="Sini Mathew" userId="3875fe58a975fc01" providerId="LiveId" clId="{01228244-6B25-4D01-85AC-4B8EA41E8750}" dt="2026-01-25T14:04:30.584" v="437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modSp mod">
        <pc:chgData name="Sini Mathew" userId="3875fe58a975fc01" providerId="LiveId" clId="{01228244-6B25-4D01-85AC-4B8EA41E8750}" dt="2026-01-25T14:04:46.691" v="468" actId="20577"/>
        <pc:sldMkLst>
          <pc:docMk/>
          <pc:sldMk cId="3359142403" sldId="1827"/>
        </pc:sldMkLst>
        <pc:spChg chg="mod">
          <ac:chgData name="Sini Mathew" userId="3875fe58a975fc01" providerId="LiveId" clId="{01228244-6B25-4D01-85AC-4B8EA41E8750}" dt="2026-01-25T14:04:40.295" v="455" actId="20577"/>
          <ac:spMkLst>
            <pc:docMk/>
            <pc:sldMk cId="3359142403" sldId="1827"/>
            <ac:spMk id="2" creationId="{C12247C4-7A0E-CA01-D3F5-C5DDF9F128FF}"/>
          </ac:spMkLst>
        </pc:spChg>
      </pc:sldChg>
      <pc:sldChg chg="modSp mod">
        <pc:chgData name="Sini Mathew" userId="3875fe58a975fc01" providerId="LiveId" clId="{01228244-6B25-4D01-85AC-4B8EA41E8750}" dt="2026-01-25T14:03:09.250" v="311" actId="20577"/>
        <pc:sldMkLst>
          <pc:docMk/>
          <pc:sldMk cId="2684712631" sldId="1829"/>
        </pc:sldMkLst>
        <pc:spChg chg="mod">
          <ac:chgData name="Sini Mathew" userId="3875fe58a975fc01" providerId="LiveId" clId="{01228244-6B25-4D01-85AC-4B8EA41E8750}" dt="2026-01-25T14:03:09.250" v="311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 mod">
        <pc:chgData name="Sini Mathew" userId="3875fe58a975fc01" providerId="LiveId" clId="{01228244-6B25-4D01-85AC-4B8EA41E8750}" dt="2026-01-25T13:57:41.750" v="19" actId="20577"/>
        <pc:sldMkLst>
          <pc:docMk/>
          <pc:sldMk cId="3366721836" sldId="1915"/>
        </pc:sldMkLst>
        <pc:spChg chg="mod">
          <ac:chgData name="Sini Mathew" userId="3875fe58a975fc01" providerId="LiveId" clId="{01228244-6B25-4D01-85AC-4B8EA41E8750}" dt="2026-01-25T13:57:41.750" v="19" actId="20577"/>
          <ac:spMkLst>
            <pc:docMk/>
            <pc:sldMk cId="3366721836" sldId="1915"/>
            <ac:spMk id="3" creationId="{1251086C-E49F-5C06-316C-6A1A3B00C2A5}"/>
          </ac:spMkLst>
        </pc:spChg>
      </pc:sldChg>
      <pc:sldChg chg="modSp mod">
        <pc:chgData name="Sini Mathew" userId="3875fe58a975fc01" providerId="LiveId" clId="{01228244-6B25-4D01-85AC-4B8EA41E8750}" dt="2026-01-25T14:03:49.594" v="375" actId="20577"/>
        <pc:sldMkLst>
          <pc:docMk/>
          <pc:sldMk cId="1437468126" sldId="2016"/>
        </pc:sldMkLst>
        <pc:spChg chg="mod">
          <ac:chgData name="Sini Mathew" userId="3875fe58a975fc01" providerId="LiveId" clId="{01228244-6B25-4D01-85AC-4B8EA41E8750}" dt="2026-01-25T14:03:49.594" v="375" actId="20577"/>
          <ac:spMkLst>
            <pc:docMk/>
            <pc:sldMk cId="1437468126" sldId="2016"/>
            <ac:spMk id="7" creationId="{26B70EC7-394D-7001-14F7-2950348E1D4F}"/>
          </ac:spMkLst>
        </pc:spChg>
      </pc:sldChg>
      <pc:sldChg chg="modSp mod">
        <pc:chgData name="Sini Mathew" userId="3875fe58a975fc01" providerId="LiveId" clId="{01228244-6B25-4D01-85AC-4B8EA41E8750}" dt="2026-01-25T14:01:05.207" v="204" actId="20577"/>
        <pc:sldMkLst>
          <pc:docMk/>
          <pc:sldMk cId="2858801894" sldId="2021"/>
        </pc:sldMkLst>
        <pc:spChg chg="mod">
          <ac:chgData name="Sini Mathew" userId="3875fe58a975fc01" providerId="LiveId" clId="{01228244-6B25-4D01-85AC-4B8EA41E8750}" dt="2026-01-25T14:01:05.207" v="204" actId="20577"/>
          <ac:spMkLst>
            <pc:docMk/>
            <pc:sldMk cId="2858801894" sldId="2021"/>
            <ac:spMk id="3" creationId="{A6CE1BC1-7D83-5120-9C07-D5EA74BE90F4}"/>
          </ac:spMkLst>
        </pc:spChg>
      </pc:sldChg>
      <pc:sldChg chg="modSp mod">
        <pc:chgData name="Sini Mathew" userId="3875fe58a975fc01" providerId="LiveId" clId="{01228244-6B25-4D01-85AC-4B8EA41E8750}" dt="2026-01-25T14:04:11.340" v="418" actId="20577"/>
        <pc:sldMkLst>
          <pc:docMk/>
          <pc:sldMk cId="1973655286" sldId="2030"/>
        </pc:sldMkLst>
        <pc:spChg chg="mod">
          <ac:chgData name="Sini Mathew" userId="3875fe58a975fc01" providerId="LiveId" clId="{01228244-6B25-4D01-85AC-4B8EA41E8750}" dt="2026-01-25T14:04:04.581" v="405" actId="20577"/>
          <ac:spMkLst>
            <pc:docMk/>
            <pc:sldMk cId="1973655286" sldId="2030"/>
            <ac:spMk id="2" creationId="{C3E8D805-7911-16CA-A722-063170F891E8}"/>
          </ac:spMkLst>
        </pc:spChg>
      </pc:sldChg>
      <pc:sldChg chg="modSp mod">
        <pc:chgData name="Sini Mathew" userId="3875fe58a975fc01" providerId="LiveId" clId="{01228244-6B25-4D01-85AC-4B8EA41E8750}" dt="2026-01-25T14:02:41.192" v="278" actId="20577"/>
        <pc:sldMkLst>
          <pc:docMk/>
          <pc:sldMk cId="1830807856" sldId="2045"/>
        </pc:sldMkLst>
        <pc:spChg chg="mod">
          <ac:chgData name="Sini Mathew" userId="3875fe58a975fc01" providerId="LiveId" clId="{01228244-6B25-4D01-85AC-4B8EA41E8750}" dt="2026-01-25T14:02:31.849" v="265" actId="20577"/>
          <ac:spMkLst>
            <pc:docMk/>
            <pc:sldMk cId="1830807856" sldId="2045"/>
            <ac:spMk id="2" creationId="{8F227A13-13E7-8349-7588-9EA80AF984BF}"/>
          </ac:spMkLst>
        </pc:spChg>
      </pc:sldChg>
      <pc:sldChg chg="modSp mod">
        <pc:chgData name="Sini Mathew" userId="3875fe58a975fc01" providerId="LiveId" clId="{01228244-6B25-4D01-85AC-4B8EA41E8750}" dt="2026-01-25T14:03:22.430" v="341" actId="20577"/>
        <pc:sldMkLst>
          <pc:docMk/>
          <pc:sldMk cId="1319081704" sldId="2064"/>
        </pc:sldMkLst>
        <pc:spChg chg="mod">
          <ac:chgData name="Sini Mathew" userId="3875fe58a975fc01" providerId="LiveId" clId="{01228244-6B25-4D01-85AC-4B8EA41E8750}" dt="2026-01-25T14:03:22.430" v="341" actId="20577"/>
          <ac:spMkLst>
            <pc:docMk/>
            <pc:sldMk cId="1319081704" sldId="2064"/>
            <ac:spMk id="2" creationId="{B33D5BAD-4E30-4D15-0DA1-77353CD36A04}"/>
          </ac:spMkLst>
        </pc:spChg>
      </pc:sldChg>
      <pc:sldChg chg="modSp mod">
        <pc:chgData name="Sini Mathew" userId="3875fe58a975fc01" providerId="LiveId" clId="{01228244-6B25-4D01-85AC-4B8EA41E8750}" dt="2026-01-25T14:02:04.365" v="259" actId="20577"/>
        <pc:sldMkLst>
          <pc:docMk/>
          <pc:sldMk cId="3446764061" sldId="2084"/>
        </pc:sldMkLst>
        <pc:spChg chg="mod">
          <ac:chgData name="Sini Mathew" userId="3875fe58a975fc01" providerId="LiveId" clId="{01228244-6B25-4D01-85AC-4B8EA41E8750}" dt="2026-01-25T14:01:55.342" v="245" actId="20577"/>
          <ac:spMkLst>
            <pc:docMk/>
            <pc:sldMk cId="3446764061" sldId="2084"/>
            <ac:spMk id="2" creationId="{2D83EA1B-049D-1F48-2018-4BF217E057C2}"/>
          </ac:spMkLst>
        </pc:spChg>
        <pc:spChg chg="mod">
          <ac:chgData name="Sini Mathew" userId="3875fe58a975fc01" providerId="LiveId" clId="{01228244-6B25-4D01-85AC-4B8EA41E8750}" dt="2026-01-25T14:02:04.365" v="259" actId="20577"/>
          <ac:spMkLst>
            <pc:docMk/>
            <pc:sldMk cId="3446764061" sldId="2084"/>
            <ac:spMk id="3" creationId="{0DE0EE40-AD2A-7FF7-ED3F-0E3DEC637D3A}"/>
          </ac:spMkLst>
        </pc:spChg>
      </pc:sldChg>
      <pc:sldChg chg="modSp mod">
        <pc:chgData name="Sini Mathew" userId="3875fe58a975fc01" providerId="LiveId" clId="{01228244-6B25-4D01-85AC-4B8EA41E8750}" dt="2026-01-25T14:01:43.098" v="242" actId="20577"/>
        <pc:sldMkLst>
          <pc:docMk/>
          <pc:sldMk cId="1345174336" sldId="2096"/>
        </pc:sldMkLst>
        <pc:spChg chg="mod">
          <ac:chgData name="Sini Mathew" userId="3875fe58a975fc01" providerId="LiveId" clId="{01228244-6B25-4D01-85AC-4B8EA41E8750}" dt="2026-01-25T14:01:43.098" v="242" actId="20577"/>
          <ac:spMkLst>
            <pc:docMk/>
            <pc:sldMk cId="1345174336" sldId="2096"/>
            <ac:spMk id="3" creationId="{028F5DEE-9CF3-1F50-9E6E-C7302571A20E}"/>
          </ac:spMkLst>
        </pc:spChg>
      </pc:sldChg>
      <pc:sldChg chg="modSp mod">
        <pc:chgData name="Sini Mathew" userId="3875fe58a975fc01" providerId="LiveId" clId="{01228244-6B25-4D01-85AC-4B8EA41E8750}" dt="2026-01-25T13:58:31.321" v="63" actId="20577"/>
        <pc:sldMkLst>
          <pc:docMk/>
          <pc:sldMk cId="2103431197" sldId="2098"/>
        </pc:sldMkLst>
        <pc:spChg chg="mod">
          <ac:chgData name="Sini Mathew" userId="3875fe58a975fc01" providerId="LiveId" clId="{01228244-6B25-4D01-85AC-4B8EA41E8750}" dt="2026-01-25T13:58:25.331" v="48" actId="20577"/>
          <ac:spMkLst>
            <pc:docMk/>
            <pc:sldMk cId="2103431197" sldId="2098"/>
            <ac:spMk id="2" creationId="{E3DF36CD-294D-E453-89F0-7CA954BECFCE}"/>
          </ac:spMkLst>
        </pc:spChg>
        <pc:spChg chg="mod">
          <ac:chgData name="Sini Mathew" userId="3875fe58a975fc01" providerId="LiveId" clId="{01228244-6B25-4D01-85AC-4B8EA41E8750}" dt="2026-01-25T13:58:31.321" v="63" actId="20577"/>
          <ac:spMkLst>
            <pc:docMk/>
            <pc:sldMk cId="2103431197" sldId="2098"/>
            <ac:spMk id="3" creationId="{DD46426B-3865-FE5C-8A4E-DC9F25B99DF0}"/>
          </ac:spMkLst>
        </pc:spChg>
      </pc:sldChg>
      <pc:sldChg chg="modSp mod">
        <pc:chgData name="Sini Mathew" userId="3875fe58a975fc01" providerId="LiveId" clId="{01228244-6B25-4D01-85AC-4B8EA41E8750}" dt="2026-01-25T14:05:08.267" v="472" actId="20577"/>
        <pc:sldMkLst>
          <pc:docMk/>
          <pc:sldMk cId="1197536644" sldId="2102"/>
        </pc:sldMkLst>
        <pc:spChg chg="mod">
          <ac:chgData name="Sini Mathew" userId="3875fe58a975fc01" providerId="LiveId" clId="{01228244-6B25-4D01-85AC-4B8EA41E8750}" dt="2026-01-25T14:05:08.267" v="472" actId="20577"/>
          <ac:spMkLst>
            <pc:docMk/>
            <pc:sldMk cId="1197536644" sldId="2102"/>
            <ac:spMk id="7" creationId="{5E8492F2-4447-4BBD-4C01-4350C191ED1F}"/>
          </ac:spMkLst>
        </pc:spChg>
      </pc:sldChg>
      <pc:sldChg chg="modSp mod">
        <pc:chgData name="Sini Mathew" userId="3875fe58a975fc01" providerId="LiveId" clId="{01228244-6B25-4D01-85AC-4B8EA41E8750}" dt="2026-01-25T14:05:21.888" v="487" actId="20577"/>
        <pc:sldMkLst>
          <pc:docMk/>
          <pc:sldMk cId="1692982534" sldId="2103"/>
        </pc:sldMkLst>
        <pc:spChg chg="mod">
          <ac:chgData name="Sini Mathew" userId="3875fe58a975fc01" providerId="LiveId" clId="{01228244-6B25-4D01-85AC-4B8EA41E8750}" dt="2026-01-25T14:05:14.822" v="475" actId="20577"/>
          <ac:spMkLst>
            <pc:docMk/>
            <pc:sldMk cId="1692982534" sldId="2103"/>
            <ac:spMk id="2" creationId="{B3A3F80F-B1C5-A3BB-3CF8-7F2496BE14C4}"/>
          </ac:spMkLst>
        </pc:spChg>
      </pc:sldChg>
      <pc:sldChg chg="modSp mod">
        <pc:chgData name="Sini Mathew" userId="3875fe58a975fc01" providerId="LiveId" clId="{01228244-6B25-4D01-85AC-4B8EA41E8750}" dt="2026-01-25T14:05:41.535" v="493" actId="20577"/>
        <pc:sldMkLst>
          <pc:docMk/>
          <pc:sldMk cId="2854238364" sldId="2125"/>
        </pc:sldMkLst>
        <pc:spChg chg="mod">
          <ac:chgData name="Sini Mathew" userId="3875fe58a975fc01" providerId="LiveId" clId="{01228244-6B25-4D01-85AC-4B8EA41E8750}" dt="2026-01-25T14:05:41.535" v="493" actId="20577"/>
          <ac:spMkLst>
            <pc:docMk/>
            <pc:sldMk cId="2854238364" sldId="2125"/>
            <ac:spMk id="7" creationId="{6A1E7453-2676-EF65-E622-684E1617B4C7}"/>
          </ac:spMkLst>
        </pc:spChg>
      </pc:sldChg>
      <pc:sldChg chg="modSp mod">
        <pc:chgData name="Sini Mathew" userId="3875fe58a975fc01" providerId="LiveId" clId="{01228244-6B25-4D01-85AC-4B8EA41E8750}" dt="2026-01-25T14:00:42.628" v="174" actId="20577"/>
        <pc:sldMkLst>
          <pc:docMk/>
          <pc:sldMk cId="2599211532" sldId="2127"/>
        </pc:sldMkLst>
        <pc:spChg chg="mod">
          <ac:chgData name="Sini Mathew" userId="3875fe58a975fc01" providerId="LiveId" clId="{01228244-6B25-4D01-85AC-4B8EA41E8750}" dt="2026-01-25T14:00:42.628" v="174" actId="20577"/>
          <ac:spMkLst>
            <pc:docMk/>
            <pc:sldMk cId="2599211532" sldId="2127"/>
            <ac:spMk id="3" creationId="{D9DE066A-858D-A768-8E2C-B44D9EF8936D}"/>
          </ac:spMkLst>
        </pc:spChg>
      </pc:sldChg>
      <pc:sldChg chg="modSp mod">
        <pc:chgData name="Sini Mathew" userId="3875fe58a975fc01" providerId="LiveId" clId="{01228244-6B25-4D01-85AC-4B8EA41E8750}" dt="2026-01-25T14:05:53.232" v="508" actId="20577"/>
        <pc:sldMkLst>
          <pc:docMk/>
          <pc:sldMk cId="617088346" sldId="2148"/>
        </pc:sldMkLst>
        <pc:spChg chg="mod">
          <ac:chgData name="Sini Mathew" userId="3875fe58a975fc01" providerId="LiveId" clId="{01228244-6B25-4D01-85AC-4B8EA41E8750}" dt="2026-01-25T14:05:47.250" v="496" actId="20577"/>
          <ac:spMkLst>
            <pc:docMk/>
            <pc:sldMk cId="617088346" sldId="2148"/>
            <ac:spMk id="2" creationId="{41E7E4F2-38CA-BA80-1E67-5385DDB327BE}"/>
          </ac:spMkLst>
        </pc:spChg>
      </pc:sldChg>
    </pc:docChg>
  </pc:docChgLst>
  <pc:docChgLst>
    <pc:chgData name="Rosmin Elsa" userId="8f13a6be4da41318" providerId="LiveId" clId="{7D96B8E8-53B8-4F8A-90C8-660451CFC2E3}"/>
    <pc:docChg chg="undo custSel addSld delSld modSld sldOrd modMainMaster">
      <pc:chgData name="Rosmin Elsa" userId="8f13a6be4da41318" providerId="LiveId" clId="{7D96B8E8-53B8-4F8A-90C8-660451CFC2E3}" dt="2026-02-03T16:08:58.022" v="508" actId="20577"/>
      <pc:docMkLst>
        <pc:docMk/>
      </pc:docMkLst>
      <pc:sldChg chg="modSp mod">
        <pc:chgData name="Rosmin Elsa" userId="8f13a6be4da41318" providerId="LiveId" clId="{7D96B8E8-53B8-4F8A-90C8-660451CFC2E3}" dt="2026-02-03T15:17:00.896" v="16" actId="20577"/>
        <pc:sldMkLst>
          <pc:docMk/>
          <pc:sldMk cId="717388547" sldId="813"/>
        </pc:sldMkLst>
        <pc:spChg chg="mod">
          <ac:chgData name="Rosmin Elsa" userId="8f13a6be4da41318" providerId="LiveId" clId="{7D96B8E8-53B8-4F8A-90C8-660451CFC2E3}" dt="2026-02-03T15:17:00.896" v="16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addSp delSp modSp mod">
        <pc:chgData name="Rosmin Elsa" userId="8f13a6be4da41318" providerId="LiveId" clId="{7D96B8E8-53B8-4F8A-90C8-660451CFC2E3}" dt="2026-02-03T15:59:21.642" v="386" actId="20577"/>
        <pc:sldMkLst>
          <pc:docMk/>
          <pc:sldMk cId="140346443" sldId="822"/>
        </pc:sldMkLst>
        <pc:spChg chg="add mod">
          <ac:chgData name="Rosmin Elsa" userId="8f13a6be4da41318" providerId="LiveId" clId="{7D96B8E8-53B8-4F8A-90C8-660451CFC2E3}" dt="2026-02-03T15:25:22.280" v="71" actId="20577"/>
          <ac:spMkLst>
            <pc:docMk/>
            <pc:sldMk cId="140346443" sldId="822"/>
            <ac:spMk id="3" creationId="{1C8481EC-08BB-ED03-E11C-17C8D68E8307}"/>
          </ac:spMkLst>
        </pc:spChg>
        <pc:spChg chg="mod">
          <ac:chgData name="Rosmin Elsa" userId="8f13a6be4da41318" providerId="LiveId" clId="{7D96B8E8-53B8-4F8A-90C8-660451CFC2E3}" dt="2026-02-03T15:59:21.642" v="386" actId="20577"/>
          <ac:spMkLst>
            <pc:docMk/>
            <pc:sldMk cId="140346443" sldId="822"/>
            <ac:spMk id="6" creationId="{B48AEF40-D79D-77F3-773C-095D81075E36}"/>
          </ac:spMkLst>
        </pc:spChg>
        <pc:spChg chg="del">
          <ac:chgData name="Rosmin Elsa" userId="8f13a6be4da41318" providerId="LiveId" clId="{7D96B8E8-53B8-4F8A-90C8-660451CFC2E3}" dt="2026-02-03T15:22:59.565" v="63" actId="478"/>
          <ac:spMkLst>
            <pc:docMk/>
            <pc:sldMk cId="140346443" sldId="822"/>
            <ac:spMk id="10" creationId="{60127C6D-3342-C831-3981-C5030CF3B941}"/>
          </ac:spMkLst>
        </pc:spChg>
      </pc:sldChg>
      <pc:sldChg chg="addSp delSp modSp mod">
        <pc:chgData name="Rosmin Elsa" userId="8f13a6be4da41318" providerId="LiveId" clId="{7D96B8E8-53B8-4F8A-90C8-660451CFC2E3}" dt="2026-02-03T15:22:33.036" v="60" actId="20577"/>
        <pc:sldMkLst>
          <pc:docMk/>
          <pc:sldMk cId="2771250690" sldId="851"/>
        </pc:sldMkLst>
        <pc:spChg chg="add mod">
          <ac:chgData name="Rosmin Elsa" userId="8f13a6be4da41318" providerId="LiveId" clId="{7D96B8E8-53B8-4F8A-90C8-660451CFC2E3}" dt="2026-02-03T15:22:33.036" v="60" actId="20577"/>
          <ac:spMkLst>
            <pc:docMk/>
            <pc:sldMk cId="2771250690" sldId="851"/>
            <ac:spMk id="5" creationId="{78586B5E-47A7-D3BC-1DDA-DAB752952493}"/>
          </ac:spMkLst>
        </pc:spChg>
        <pc:spChg chg="del mod">
          <ac:chgData name="Rosmin Elsa" userId="8f13a6be4da41318" providerId="LiveId" clId="{7D96B8E8-53B8-4F8A-90C8-660451CFC2E3}" dt="2026-02-03T15:21:51.601" v="45" actId="478"/>
          <ac:spMkLst>
            <pc:docMk/>
            <pc:sldMk cId="2771250690" sldId="851"/>
            <ac:spMk id="7" creationId="{13BE5861-C6FD-5096-337F-E46A5DD4339F}"/>
          </ac:spMkLst>
        </pc:spChg>
      </pc:sldChg>
      <pc:sldChg chg="addSp delSp modSp mod ord">
        <pc:chgData name="Rosmin Elsa" userId="8f13a6be4da41318" providerId="LiveId" clId="{7D96B8E8-53B8-4F8A-90C8-660451CFC2E3}" dt="2026-02-03T15:58:17.562" v="374" actId="20577"/>
        <pc:sldMkLst>
          <pc:docMk/>
          <pc:sldMk cId="3441406009" sldId="858"/>
        </pc:sldMkLst>
        <pc:spChg chg="add mod">
          <ac:chgData name="Rosmin Elsa" userId="8f13a6be4da41318" providerId="LiveId" clId="{7D96B8E8-53B8-4F8A-90C8-660451CFC2E3}" dt="2026-02-03T15:58:17.562" v="374" actId="20577"/>
          <ac:spMkLst>
            <pc:docMk/>
            <pc:sldMk cId="3441406009" sldId="858"/>
            <ac:spMk id="3" creationId="{80C71ADF-7AA4-088B-3A8B-2B6CB35C8632}"/>
          </ac:spMkLst>
        </pc:spChg>
        <pc:spChg chg="del">
          <ac:chgData name="Rosmin Elsa" userId="8f13a6be4da41318" providerId="LiveId" clId="{7D96B8E8-53B8-4F8A-90C8-660451CFC2E3}" dt="2026-02-03T15:57:12.757" v="361" actId="478"/>
          <ac:spMkLst>
            <pc:docMk/>
            <pc:sldMk cId="3441406009" sldId="858"/>
            <ac:spMk id="6" creationId="{9D3434FD-5B1E-3C7F-A00C-67FC8348CA2B}"/>
          </ac:spMkLst>
        </pc:spChg>
      </pc:sldChg>
      <pc:sldChg chg="modSp mod">
        <pc:chgData name="Rosmin Elsa" userId="8f13a6be4da41318" providerId="LiveId" clId="{7D96B8E8-53B8-4F8A-90C8-660451CFC2E3}" dt="2026-02-03T16:08:48.730" v="507" actId="20577"/>
        <pc:sldMkLst>
          <pc:docMk/>
          <pc:sldMk cId="53611107" sldId="1727"/>
        </pc:sldMkLst>
        <pc:spChg chg="mod">
          <ac:chgData name="Rosmin Elsa" userId="8f13a6be4da41318" providerId="LiveId" clId="{7D96B8E8-53B8-4F8A-90C8-660451CFC2E3}" dt="2026-02-03T16:08:48.730" v="507" actId="20577"/>
          <ac:spMkLst>
            <pc:docMk/>
            <pc:sldMk cId="53611107" sldId="1727"/>
            <ac:spMk id="2" creationId="{3BF669AB-2DF7-61FD-29DC-4F5D5708F7EF}"/>
          </ac:spMkLst>
        </pc:spChg>
      </pc:sldChg>
      <pc:sldChg chg="addSp delSp modSp mod">
        <pc:chgData name="Rosmin Elsa" userId="8f13a6be4da41318" providerId="LiveId" clId="{7D96B8E8-53B8-4F8A-90C8-660451CFC2E3}" dt="2026-02-03T16:01:26.357" v="442" actId="20577"/>
        <pc:sldMkLst>
          <pc:docMk/>
          <pc:sldMk cId="3359142403" sldId="1827"/>
        </pc:sldMkLst>
        <pc:spChg chg="del">
          <ac:chgData name="Rosmin Elsa" userId="8f13a6be4da41318" providerId="LiveId" clId="{7D96B8E8-53B8-4F8A-90C8-660451CFC2E3}" dt="2026-02-03T15:48:26.173" v="281" actId="478"/>
          <ac:spMkLst>
            <pc:docMk/>
            <pc:sldMk cId="3359142403" sldId="1827"/>
            <ac:spMk id="3" creationId="{8628133F-E1AA-309B-99CC-1F9AE6F5F7C4}"/>
          </ac:spMkLst>
        </pc:spChg>
        <pc:spChg chg="mod">
          <ac:chgData name="Rosmin Elsa" userId="8f13a6be4da41318" providerId="LiveId" clId="{7D96B8E8-53B8-4F8A-90C8-660451CFC2E3}" dt="2026-02-03T16:01:26.357" v="442" actId="20577"/>
          <ac:spMkLst>
            <pc:docMk/>
            <pc:sldMk cId="3359142403" sldId="1827"/>
            <ac:spMk id="4" creationId="{518E5F5E-AFCD-CA89-E3DF-EB5B7465010C}"/>
          </ac:spMkLst>
        </pc:spChg>
        <pc:spChg chg="add mod">
          <ac:chgData name="Rosmin Elsa" userId="8f13a6be4da41318" providerId="LiveId" clId="{7D96B8E8-53B8-4F8A-90C8-660451CFC2E3}" dt="2026-02-03T15:48:48.572" v="284" actId="20577"/>
          <ac:spMkLst>
            <pc:docMk/>
            <pc:sldMk cId="3359142403" sldId="1827"/>
            <ac:spMk id="6" creationId="{0FEEA738-8AB2-FF1E-0C34-64791933505C}"/>
          </ac:spMkLst>
        </pc:spChg>
      </pc:sldChg>
      <pc:sldChg chg="addSp delSp modSp mod">
        <pc:chgData name="Rosmin Elsa" userId="8f13a6be4da41318" providerId="LiveId" clId="{7D96B8E8-53B8-4F8A-90C8-660451CFC2E3}" dt="2026-02-03T16:01:00.591" v="430" actId="20577"/>
        <pc:sldMkLst>
          <pc:docMk/>
          <pc:sldMk cId="1973655286" sldId="2030"/>
        </pc:sldMkLst>
        <pc:spChg chg="mod">
          <ac:chgData name="Rosmin Elsa" userId="8f13a6be4da41318" providerId="LiveId" clId="{7D96B8E8-53B8-4F8A-90C8-660451CFC2E3}" dt="2026-02-03T16:01:00.591" v="430" actId="20577"/>
          <ac:spMkLst>
            <pc:docMk/>
            <pc:sldMk cId="1973655286" sldId="2030"/>
            <ac:spMk id="4" creationId="{4B2E8C10-8BFC-A8B2-9E87-AAAAEB299522}"/>
          </ac:spMkLst>
        </pc:spChg>
        <pc:spChg chg="del">
          <ac:chgData name="Rosmin Elsa" userId="8f13a6be4da41318" providerId="LiveId" clId="{7D96B8E8-53B8-4F8A-90C8-660451CFC2E3}" dt="2026-02-03T15:42:24.721" v="257" actId="478"/>
          <ac:spMkLst>
            <pc:docMk/>
            <pc:sldMk cId="1973655286" sldId="2030"/>
            <ac:spMk id="5" creationId="{926996FC-7BB5-D668-936B-F1ED24CFF455}"/>
          </ac:spMkLst>
        </pc:spChg>
        <pc:spChg chg="add mod">
          <ac:chgData name="Rosmin Elsa" userId="8f13a6be4da41318" providerId="LiveId" clId="{7D96B8E8-53B8-4F8A-90C8-660451CFC2E3}" dt="2026-02-03T15:42:44.984" v="262" actId="20577"/>
          <ac:spMkLst>
            <pc:docMk/>
            <pc:sldMk cId="1973655286" sldId="2030"/>
            <ac:spMk id="6" creationId="{EC08C98F-D77C-499D-4ACC-B689A1E1BCA2}"/>
          </ac:spMkLst>
        </pc:spChg>
      </pc:sldChg>
      <pc:sldChg chg="addSp delSp modSp mod">
        <pc:chgData name="Rosmin Elsa" userId="8f13a6be4da41318" providerId="LiveId" clId="{7D96B8E8-53B8-4F8A-90C8-660451CFC2E3}" dt="2026-02-03T15:34:33.947" v="191" actId="6549"/>
        <pc:sldMkLst>
          <pc:docMk/>
          <pc:sldMk cId="1830807856" sldId="2045"/>
        </pc:sldMkLst>
        <pc:spChg chg="del mod">
          <ac:chgData name="Rosmin Elsa" userId="8f13a6be4da41318" providerId="LiveId" clId="{7D96B8E8-53B8-4F8A-90C8-660451CFC2E3}" dt="2026-02-03T15:31:48.837" v="134" actId="478"/>
          <ac:spMkLst>
            <pc:docMk/>
            <pc:sldMk cId="1830807856" sldId="2045"/>
            <ac:spMk id="3" creationId="{93B1FD4B-6168-F9C2-BBBC-CEAFA1B1FEEC}"/>
          </ac:spMkLst>
        </pc:spChg>
        <pc:spChg chg="add mod">
          <ac:chgData name="Rosmin Elsa" userId="8f13a6be4da41318" providerId="LiveId" clId="{7D96B8E8-53B8-4F8A-90C8-660451CFC2E3}" dt="2026-02-03T15:34:33.947" v="191" actId="6549"/>
          <ac:spMkLst>
            <pc:docMk/>
            <pc:sldMk cId="1830807856" sldId="2045"/>
            <ac:spMk id="6" creationId="{B0CE2BAC-094B-550F-82E3-713CAECEB061}"/>
          </ac:spMkLst>
        </pc:spChg>
      </pc:sldChg>
      <pc:sldChg chg="modSp add del mod">
        <pc:chgData name="Rosmin Elsa" userId="8f13a6be4da41318" providerId="LiveId" clId="{7D96B8E8-53B8-4F8A-90C8-660451CFC2E3}" dt="2026-02-03T16:00:45.573" v="424" actId="20577"/>
        <pc:sldMkLst>
          <pc:docMk/>
          <pc:sldMk cId="1319081704" sldId="2064"/>
        </pc:sldMkLst>
        <pc:spChg chg="mod">
          <ac:chgData name="Rosmin Elsa" userId="8f13a6be4da41318" providerId="LiveId" clId="{7D96B8E8-53B8-4F8A-90C8-660451CFC2E3}" dt="2026-02-03T15:36:35.368" v="226" actId="20577"/>
          <ac:spMkLst>
            <pc:docMk/>
            <pc:sldMk cId="1319081704" sldId="2064"/>
            <ac:spMk id="2" creationId="{B33D5BAD-4E30-4D15-0DA1-77353CD36A04}"/>
          </ac:spMkLst>
        </pc:spChg>
        <pc:spChg chg="mod">
          <ac:chgData name="Rosmin Elsa" userId="8f13a6be4da41318" providerId="LiveId" clId="{7D96B8E8-53B8-4F8A-90C8-660451CFC2E3}" dt="2026-02-03T16:00:45.573" v="424" actId="20577"/>
          <ac:spMkLst>
            <pc:docMk/>
            <pc:sldMk cId="1319081704" sldId="2064"/>
            <ac:spMk id="4" creationId="{FAF6E6BE-F279-39E6-CFCC-E5BD578A9CFB}"/>
          </ac:spMkLst>
        </pc:spChg>
        <pc:spChg chg="mod">
          <ac:chgData name="Rosmin Elsa" userId="8f13a6be4da41318" providerId="LiveId" clId="{7D96B8E8-53B8-4F8A-90C8-660451CFC2E3}" dt="2026-02-03T15:40:28.701" v="256" actId="6549"/>
          <ac:spMkLst>
            <pc:docMk/>
            <pc:sldMk cId="1319081704" sldId="2064"/>
            <ac:spMk id="6" creationId="{02FCB3C4-ACB9-4791-CF0B-D2D340BB7563}"/>
          </ac:spMkLst>
        </pc:spChg>
      </pc:sldChg>
      <pc:sldChg chg="modSp mod">
        <pc:chgData name="Rosmin Elsa" userId="8f13a6be4da41318" providerId="LiveId" clId="{7D96B8E8-53B8-4F8A-90C8-660451CFC2E3}" dt="2026-02-03T15:30:49.139" v="130" actId="6549"/>
        <pc:sldMkLst>
          <pc:docMk/>
          <pc:sldMk cId="3446764061" sldId="2084"/>
        </pc:sldMkLst>
        <pc:spChg chg="mod">
          <ac:chgData name="Rosmin Elsa" userId="8f13a6be4da41318" providerId="LiveId" clId="{7D96B8E8-53B8-4F8A-90C8-660451CFC2E3}" dt="2026-02-03T15:30:49.139" v="130" actId="6549"/>
          <ac:spMkLst>
            <pc:docMk/>
            <pc:sldMk cId="3446764061" sldId="2084"/>
            <ac:spMk id="3" creationId="{0DE0EE40-AD2A-7FF7-ED3F-0E3DEC637D3A}"/>
          </ac:spMkLst>
        </pc:spChg>
      </pc:sldChg>
      <pc:sldChg chg="modSp mod">
        <pc:chgData name="Rosmin Elsa" userId="8f13a6be4da41318" providerId="LiveId" clId="{7D96B8E8-53B8-4F8A-90C8-660451CFC2E3}" dt="2026-02-03T15:58:46.662" v="376" actId="20577"/>
        <pc:sldMkLst>
          <pc:docMk/>
          <pc:sldMk cId="2103431197" sldId="2098"/>
        </pc:sldMkLst>
        <pc:spChg chg="mod">
          <ac:chgData name="Rosmin Elsa" userId="8f13a6be4da41318" providerId="LiveId" clId="{7D96B8E8-53B8-4F8A-90C8-660451CFC2E3}" dt="2026-02-03T15:17:53.274" v="24" actId="20577"/>
          <ac:spMkLst>
            <pc:docMk/>
            <pc:sldMk cId="2103431197" sldId="2098"/>
            <ac:spMk id="3" creationId="{DD46426B-3865-FE5C-8A4E-DC9F25B99DF0}"/>
          </ac:spMkLst>
        </pc:spChg>
        <pc:spChg chg="mod">
          <ac:chgData name="Rosmin Elsa" userId="8f13a6be4da41318" providerId="LiveId" clId="{7D96B8E8-53B8-4F8A-90C8-660451CFC2E3}" dt="2026-02-03T15:58:46.662" v="376" actId="20577"/>
          <ac:spMkLst>
            <pc:docMk/>
            <pc:sldMk cId="2103431197" sldId="2098"/>
            <ac:spMk id="5" creationId="{E741FBDA-D111-A6FB-754F-36421DC3F130}"/>
          </ac:spMkLst>
        </pc:spChg>
      </pc:sldChg>
      <pc:sldChg chg="addSp delSp modSp mod">
        <pc:chgData name="Rosmin Elsa" userId="8f13a6be4da41318" providerId="LiveId" clId="{7D96B8E8-53B8-4F8A-90C8-660451CFC2E3}" dt="2026-02-03T16:01:54.579" v="456" actId="20577"/>
        <pc:sldMkLst>
          <pc:docMk/>
          <pc:sldMk cId="1692982534" sldId="2103"/>
        </pc:sldMkLst>
        <pc:spChg chg="add mod">
          <ac:chgData name="Rosmin Elsa" userId="8f13a6be4da41318" providerId="LiveId" clId="{7D96B8E8-53B8-4F8A-90C8-660451CFC2E3}" dt="2026-02-03T15:52:08.957" v="303" actId="114"/>
          <ac:spMkLst>
            <pc:docMk/>
            <pc:sldMk cId="1692982534" sldId="2103"/>
            <ac:spMk id="3" creationId="{94950F7F-E866-E112-7ACE-B2271081E4EA}"/>
          </ac:spMkLst>
        </pc:spChg>
        <pc:spChg chg="mod">
          <ac:chgData name="Rosmin Elsa" userId="8f13a6be4da41318" providerId="LiveId" clId="{7D96B8E8-53B8-4F8A-90C8-660451CFC2E3}" dt="2026-02-03T16:01:54.579" v="456" actId="20577"/>
          <ac:spMkLst>
            <pc:docMk/>
            <pc:sldMk cId="1692982534" sldId="2103"/>
            <ac:spMk id="4" creationId="{DC14B2BA-FAEA-2DEF-E046-E5A93A12F97D}"/>
          </ac:spMkLst>
        </pc:spChg>
        <pc:spChg chg="del">
          <ac:chgData name="Rosmin Elsa" userId="8f13a6be4da41318" providerId="LiveId" clId="{7D96B8E8-53B8-4F8A-90C8-660451CFC2E3}" dt="2026-02-03T15:51:20.935" v="293" actId="478"/>
          <ac:spMkLst>
            <pc:docMk/>
            <pc:sldMk cId="1692982534" sldId="2103"/>
            <ac:spMk id="7" creationId="{A761D3A7-5E88-DCB9-FDFD-146613F62C36}"/>
          </ac:spMkLst>
        </pc:spChg>
      </pc:sldChg>
      <pc:sldChg chg="addSp delSp modSp mod">
        <pc:chgData name="Rosmin Elsa" userId="8f13a6be4da41318" providerId="LiveId" clId="{7D96B8E8-53B8-4F8A-90C8-660451CFC2E3}" dt="2026-02-03T16:02:21.560" v="470" actId="20577"/>
        <pc:sldMkLst>
          <pc:docMk/>
          <pc:sldMk cId="617088346" sldId="2148"/>
        </pc:sldMkLst>
        <pc:spChg chg="add mod">
          <ac:chgData name="Rosmin Elsa" userId="8f13a6be4da41318" providerId="LiveId" clId="{7D96B8E8-53B8-4F8A-90C8-660451CFC2E3}" dt="2026-02-03T15:54:44.848" v="337" actId="20577"/>
          <ac:spMkLst>
            <pc:docMk/>
            <pc:sldMk cId="617088346" sldId="2148"/>
            <ac:spMk id="3" creationId="{A2D96E41-527D-A07B-67A7-67A4DB67AA3B}"/>
          </ac:spMkLst>
        </pc:spChg>
        <pc:spChg chg="mod">
          <ac:chgData name="Rosmin Elsa" userId="8f13a6be4da41318" providerId="LiveId" clId="{7D96B8E8-53B8-4F8A-90C8-660451CFC2E3}" dt="2026-02-03T16:02:21.560" v="470" actId="20577"/>
          <ac:spMkLst>
            <pc:docMk/>
            <pc:sldMk cId="617088346" sldId="2148"/>
            <ac:spMk id="4" creationId="{FF4E2B3F-FD55-8DBC-FF78-5C8D8532FF74}"/>
          </ac:spMkLst>
        </pc:spChg>
        <pc:spChg chg="del">
          <ac:chgData name="Rosmin Elsa" userId="8f13a6be4da41318" providerId="LiveId" clId="{7D96B8E8-53B8-4F8A-90C8-660451CFC2E3}" dt="2026-02-03T15:53:45.700" v="319" actId="478"/>
          <ac:spMkLst>
            <pc:docMk/>
            <pc:sldMk cId="617088346" sldId="2148"/>
            <ac:spMk id="7" creationId="{C19A64CD-C530-9220-FEE1-40676BC62F53}"/>
          </ac:spMkLst>
        </pc:spChg>
      </pc:sldChg>
      <pc:sldChg chg="modSp add mod">
        <pc:chgData name="Rosmin Elsa" userId="8f13a6be4da41318" providerId="LiveId" clId="{7D96B8E8-53B8-4F8A-90C8-660451CFC2E3}" dt="2026-02-03T15:58:54.708" v="380" actId="20577"/>
        <pc:sldMkLst>
          <pc:docMk/>
          <pc:sldMk cId="694292952" sldId="2149"/>
        </pc:sldMkLst>
        <pc:spChg chg="mod">
          <ac:chgData name="Rosmin Elsa" userId="8f13a6be4da41318" providerId="LiveId" clId="{7D96B8E8-53B8-4F8A-90C8-660451CFC2E3}" dt="2026-02-03T15:18:38.645" v="33" actId="20577"/>
          <ac:spMkLst>
            <pc:docMk/>
            <pc:sldMk cId="694292952" sldId="2149"/>
            <ac:spMk id="3" creationId="{2FF03C1D-11C8-A1BB-3450-D5E8CFBB03CF}"/>
          </ac:spMkLst>
        </pc:spChg>
        <pc:spChg chg="mod">
          <ac:chgData name="Rosmin Elsa" userId="8f13a6be4da41318" providerId="LiveId" clId="{7D96B8E8-53B8-4F8A-90C8-660451CFC2E3}" dt="2026-02-03T15:58:54.708" v="380" actId="20577"/>
          <ac:spMkLst>
            <pc:docMk/>
            <pc:sldMk cId="694292952" sldId="2149"/>
            <ac:spMk id="5" creationId="{182EC284-9818-906B-4C94-A45106AF4F7F}"/>
          </ac:spMkLst>
        </pc:spChg>
      </pc:sldChg>
      <pc:sldChg chg="modSp add mod">
        <pc:chgData name="Rosmin Elsa" userId="8f13a6be4da41318" providerId="LiveId" clId="{7D96B8E8-53B8-4F8A-90C8-660451CFC2E3}" dt="2026-02-03T15:59:01.249" v="384" actId="20577"/>
        <pc:sldMkLst>
          <pc:docMk/>
          <pc:sldMk cId="2508735054" sldId="2150"/>
        </pc:sldMkLst>
        <pc:spChg chg="mod">
          <ac:chgData name="Rosmin Elsa" userId="8f13a6be4da41318" providerId="LiveId" clId="{7D96B8E8-53B8-4F8A-90C8-660451CFC2E3}" dt="2026-02-03T15:19:24.655" v="41" actId="20577"/>
          <ac:spMkLst>
            <pc:docMk/>
            <pc:sldMk cId="2508735054" sldId="2150"/>
            <ac:spMk id="3" creationId="{6566DA73-E5C4-26BA-CFC3-80C15176E154}"/>
          </ac:spMkLst>
        </pc:spChg>
        <pc:spChg chg="mod">
          <ac:chgData name="Rosmin Elsa" userId="8f13a6be4da41318" providerId="LiveId" clId="{7D96B8E8-53B8-4F8A-90C8-660451CFC2E3}" dt="2026-02-03T15:59:01.249" v="384" actId="20577"/>
          <ac:spMkLst>
            <pc:docMk/>
            <pc:sldMk cId="2508735054" sldId="2150"/>
            <ac:spMk id="5" creationId="{70353A3B-F06B-4555-D50F-EC8DCF50EA6D}"/>
          </ac:spMkLst>
        </pc:spChg>
      </pc:sldChg>
      <pc:sldChg chg="modSp add mod">
        <pc:chgData name="Rosmin Elsa" userId="8f13a6be4da41318" providerId="LiveId" clId="{7D96B8E8-53B8-4F8A-90C8-660451CFC2E3}" dt="2026-02-03T15:59:30.054" v="390" actId="20577"/>
        <pc:sldMkLst>
          <pc:docMk/>
          <pc:sldMk cId="2760082081" sldId="2151"/>
        </pc:sldMkLst>
        <pc:spChg chg="mod">
          <ac:chgData name="Rosmin Elsa" userId="8f13a6be4da41318" providerId="LiveId" clId="{7D96B8E8-53B8-4F8A-90C8-660451CFC2E3}" dt="2026-02-03T15:26:07.772" v="82" actId="20577"/>
          <ac:spMkLst>
            <pc:docMk/>
            <pc:sldMk cId="2760082081" sldId="2151"/>
            <ac:spMk id="3" creationId="{4BBD1EC1-EB2F-A389-AC80-518E99B04FDE}"/>
          </ac:spMkLst>
        </pc:spChg>
        <pc:spChg chg="mod">
          <ac:chgData name="Rosmin Elsa" userId="8f13a6be4da41318" providerId="LiveId" clId="{7D96B8E8-53B8-4F8A-90C8-660451CFC2E3}" dt="2026-02-03T15:59:30.054" v="390" actId="20577"/>
          <ac:spMkLst>
            <pc:docMk/>
            <pc:sldMk cId="2760082081" sldId="2151"/>
            <ac:spMk id="6" creationId="{73BA6660-C844-1A3E-528E-926A738A529B}"/>
          </ac:spMkLst>
        </pc:spChg>
      </pc:sldChg>
      <pc:sldChg chg="add del">
        <pc:chgData name="Rosmin Elsa" userId="8f13a6be4da41318" providerId="LiveId" clId="{7D96B8E8-53B8-4F8A-90C8-660451CFC2E3}" dt="2026-02-03T15:22:49.142" v="62" actId="2696"/>
        <pc:sldMkLst>
          <pc:docMk/>
          <pc:sldMk cId="3545616860" sldId="2151"/>
        </pc:sldMkLst>
      </pc:sldChg>
      <pc:sldChg chg="modSp add mod ord">
        <pc:chgData name="Rosmin Elsa" userId="8f13a6be4da41318" providerId="LiveId" clId="{7D96B8E8-53B8-4F8A-90C8-660451CFC2E3}" dt="2026-02-03T15:59:37.647" v="394" actId="20577"/>
        <pc:sldMkLst>
          <pc:docMk/>
          <pc:sldMk cId="877173588" sldId="2152"/>
        </pc:sldMkLst>
        <pc:spChg chg="mod">
          <ac:chgData name="Rosmin Elsa" userId="8f13a6be4da41318" providerId="LiveId" clId="{7D96B8E8-53B8-4F8A-90C8-660451CFC2E3}" dt="2026-02-03T15:26:49.117" v="92" actId="20577"/>
          <ac:spMkLst>
            <pc:docMk/>
            <pc:sldMk cId="877173588" sldId="2152"/>
            <ac:spMk id="3" creationId="{E4F0FA34-88D7-1A43-F3E3-6B95D4B2E20A}"/>
          </ac:spMkLst>
        </pc:spChg>
        <pc:spChg chg="mod">
          <ac:chgData name="Rosmin Elsa" userId="8f13a6be4da41318" providerId="LiveId" clId="{7D96B8E8-53B8-4F8A-90C8-660451CFC2E3}" dt="2026-02-03T15:59:37.647" v="394" actId="20577"/>
          <ac:spMkLst>
            <pc:docMk/>
            <pc:sldMk cId="877173588" sldId="2152"/>
            <ac:spMk id="6" creationId="{FC76AF84-C5B6-8130-CA9F-9A5949C7283A}"/>
          </ac:spMkLst>
        </pc:spChg>
      </pc:sldChg>
      <pc:sldChg chg="modSp add mod">
        <pc:chgData name="Rosmin Elsa" userId="8f13a6be4da41318" providerId="LiveId" clId="{7D96B8E8-53B8-4F8A-90C8-660451CFC2E3}" dt="2026-02-03T15:59:43.620" v="398" actId="20577"/>
        <pc:sldMkLst>
          <pc:docMk/>
          <pc:sldMk cId="1704178391" sldId="2153"/>
        </pc:sldMkLst>
        <pc:spChg chg="mod">
          <ac:chgData name="Rosmin Elsa" userId="8f13a6be4da41318" providerId="LiveId" clId="{7D96B8E8-53B8-4F8A-90C8-660451CFC2E3}" dt="2026-02-03T15:59:43.620" v="398" actId="20577"/>
          <ac:spMkLst>
            <pc:docMk/>
            <pc:sldMk cId="1704178391" sldId="2153"/>
            <ac:spMk id="6" creationId="{5DD6C7CF-3BE8-8AF6-A233-B691853D8D29}"/>
          </ac:spMkLst>
        </pc:spChg>
      </pc:sldChg>
      <pc:sldChg chg="modSp add mod">
        <pc:chgData name="Rosmin Elsa" userId="8f13a6be4da41318" providerId="LiveId" clId="{7D96B8E8-53B8-4F8A-90C8-660451CFC2E3}" dt="2026-02-03T15:59:50.973" v="402" actId="20577"/>
        <pc:sldMkLst>
          <pc:docMk/>
          <pc:sldMk cId="4239431105" sldId="2154"/>
        </pc:sldMkLst>
        <pc:spChg chg="mod">
          <ac:chgData name="Rosmin Elsa" userId="8f13a6be4da41318" providerId="LiveId" clId="{7D96B8E8-53B8-4F8A-90C8-660451CFC2E3}" dt="2026-02-03T15:28:23.349" v="103" actId="20577"/>
          <ac:spMkLst>
            <pc:docMk/>
            <pc:sldMk cId="4239431105" sldId="2154"/>
            <ac:spMk id="3" creationId="{76FF0D42-66BC-52EF-E3F4-6D35C87F9893}"/>
          </ac:spMkLst>
        </pc:spChg>
        <pc:spChg chg="mod">
          <ac:chgData name="Rosmin Elsa" userId="8f13a6be4da41318" providerId="LiveId" clId="{7D96B8E8-53B8-4F8A-90C8-660451CFC2E3}" dt="2026-02-03T15:59:50.973" v="402" actId="20577"/>
          <ac:spMkLst>
            <pc:docMk/>
            <pc:sldMk cId="4239431105" sldId="2154"/>
            <ac:spMk id="6" creationId="{988C0A50-C9A8-FF5F-A82C-A98E854872AC}"/>
          </ac:spMkLst>
        </pc:spChg>
      </pc:sldChg>
      <pc:sldChg chg="add del">
        <pc:chgData name="Rosmin Elsa" userId="8f13a6be4da41318" providerId="LiveId" clId="{7D96B8E8-53B8-4F8A-90C8-660451CFC2E3}" dt="2026-02-03T15:27:22.249" v="96"/>
        <pc:sldMkLst>
          <pc:docMk/>
          <pc:sldMk cId="2200323086" sldId="2155"/>
        </pc:sldMkLst>
      </pc:sldChg>
      <pc:sldChg chg="modSp add mod">
        <pc:chgData name="Rosmin Elsa" userId="8f13a6be4da41318" providerId="LiveId" clId="{7D96B8E8-53B8-4F8A-90C8-660451CFC2E3}" dt="2026-02-03T15:59:57.977" v="406" actId="20577"/>
        <pc:sldMkLst>
          <pc:docMk/>
          <pc:sldMk cId="3303004829" sldId="2155"/>
        </pc:sldMkLst>
        <pc:spChg chg="mod">
          <ac:chgData name="Rosmin Elsa" userId="8f13a6be4da41318" providerId="LiveId" clId="{7D96B8E8-53B8-4F8A-90C8-660451CFC2E3}" dt="2026-02-03T15:59:57.977" v="406" actId="20577"/>
          <ac:spMkLst>
            <pc:docMk/>
            <pc:sldMk cId="3303004829" sldId="2155"/>
            <ac:spMk id="6" creationId="{EE7F3438-271C-E882-47DD-997218531624}"/>
          </ac:spMkLst>
        </pc:spChg>
      </pc:sldChg>
      <pc:sldChg chg="add del">
        <pc:chgData name="Rosmin Elsa" userId="8f13a6be4da41318" providerId="LiveId" clId="{7D96B8E8-53B8-4F8A-90C8-660451CFC2E3}" dt="2026-02-03T15:27:31.104" v="98"/>
        <pc:sldMkLst>
          <pc:docMk/>
          <pc:sldMk cId="3763934780" sldId="2155"/>
        </pc:sldMkLst>
      </pc:sldChg>
      <pc:sldChg chg="modSp add mod">
        <pc:chgData name="Rosmin Elsa" userId="8f13a6be4da41318" providerId="LiveId" clId="{7D96B8E8-53B8-4F8A-90C8-660451CFC2E3}" dt="2026-02-03T16:00:04.872" v="410" actId="20577"/>
        <pc:sldMkLst>
          <pc:docMk/>
          <pc:sldMk cId="508500165" sldId="2156"/>
        </pc:sldMkLst>
        <pc:spChg chg="mod">
          <ac:chgData name="Rosmin Elsa" userId="8f13a6be4da41318" providerId="LiveId" clId="{7D96B8E8-53B8-4F8A-90C8-660451CFC2E3}" dt="2026-02-03T15:29:07.926" v="110" actId="20577"/>
          <ac:spMkLst>
            <pc:docMk/>
            <pc:sldMk cId="508500165" sldId="2156"/>
            <ac:spMk id="3" creationId="{7B4FAE16-E74C-1C86-ABEC-95568221D936}"/>
          </ac:spMkLst>
        </pc:spChg>
        <pc:spChg chg="mod">
          <ac:chgData name="Rosmin Elsa" userId="8f13a6be4da41318" providerId="LiveId" clId="{7D96B8E8-53B8-4F8A-90C8-660451CFC2E3}" dt="2026-02-03T16:00:04.872" v="410" actId="20577"/>
          <ac:spMkLst>
            <pc:docMk/>
            <pc:sldMk cId="508500165" sldId="2156"/>
            <ac:spMk id="6" creationId="{DF9083A5-C044-22B5-1B32-EB10BC1A656A}"/>
          </ac:spMkLst>
        </pc:spChg>
      </pc:sldChg>
      <pc:sldChg chg="modSp add mod">
        <pc:chgData name="Rosmin Elsa" userId="8f13a6be4da41318" providerId="LiveId" clId="{7D96B8E8-53B8-4F8A-90C8-660451CFC2E3}" dt="2026-02-03T16:00:11.026" v="414" actId="20577"/>
        <pc:sldMkLst>
          <pc:docMk/>
          <pc:sldMk cId="1654907699" sldId="2157"/>
        </pc:sldMkLst>
        <pc:spChg chg="mod">
          <ac:chgData name="Rosmin Elsa" userId="8f13a6be4da41318" providerId="LiveId" clId="{7D96B8E8-53B8-4F8A-90C8-660451CFC2E3}" dt="2026-02-03T16:00:11.026" v="414" actId="20577"/>
          <ac:spMkLst>
            <pc:docMk/>
            <pc:sldMk cId="1654907699" sldId="2157"/>
            <ac:spMk id="6" creationId="{728562AC-4A14-FFE9-4C57-DBB8A19C7B88}"/>
          </ac:spMkLst>
        </pc:spChg>
      </pc:sldChg>
      <pc:sldChg chg="modSp add mod">
        <pc:chgData name="Rosmin Elsa" userId="8f13a6be4da41318" providerId="LiveId" clId="{7D96B8E8-53B8-4F8A-90C8-660451CFC2E3}" dt="2026-02-03T16:00:26.763" v="418" actId="20577"/>
        <pc:sldMkLst>
          <pc:docMk/>
          <pc:sldMk cId="1722334610" sldId="2158"/>
        </pc:sldMkLst>
        <pc:spChg chg="mod">
          <ac:chgData name="Rosmin Elsa" userId="8f13a6be4da41318" providerId="LiveId" clId="{7D96B8E8-53B8-4F8A-90C8-660451CFC2E3}" dt="2026-02-03T16:00:26.763" v="418" actId="20577"/>
          <ac:spMkLst>
            <pc:docMk/>
            <pc:sldMk cId="1722334610" sldId="2158"/>
            <ac:spMk id="4" creationId="{77F2A855-0302-4AC5-459E-F365224D86AE}"/>
          </ac:spMkLst>
        </pc:spChg>
        <pc:spChg chg="mod">
          <ac:chgData name="Rosmin Elsa" userId="8f13a6be4da41318" providerId="LiveId" clId="{7D96B8E8-53B8-4F8A-90C8-660451CFC2E3}" dt="2026-02-03T15:34:11.791" v="183" actId="20577"/>
          <ac:spMkLst>
            <pc:docMk/>
            <pc:sldMk cId="1722334610" sldId="2158"/>
            <ac:spMk id="6" creationId="{B674099A-E2DC-2B1B-BF0E-027DACB5DDDF}"/>
          </ac:spMkLst>
        </pc:spChg>
      </pc:sldChg>
      <pc:sldChg chg="modSp add mod">
        <pc:chgData name="Rosmin Elsa" userId="8f13a6be4da41318" providerId="LiveId" clId="{7D96B8E8-53B8-4F8A-90C8-660451CFC2E3}" dt="2026-02-03T16:00:31.861" v="420" actId="20577"/>
        <pc:sldMkLst>
          <pc:docMk/>
          <pc:sldMk cId="1469605136" sldId="2159"/>
        </pc:sldMkLst>
        <pc:spChg chg="mod">
          <ac:chgData name="Rosmin Elsa" userId="8f13a6be4da41318" providerId="LiveId" clId="{7D96B8E8-53B8-4F8A-90C8-660451CFC2E3}" dt="2026-02-03T16:00:31.861" v="420" actId="20577"/>
          <ac:spMkLst>
            <pc:docMk/>
            <pc:sldMk cId="1469605136" sldId="2159"/>
            <ac:spMk id="4" creationId="{E5FA03A1-6076-FB3E-A2BE-48B38F03D8AF}"/>
          </ac:spMkLst>
        </pc:spChg>
        <pc:spChg chg="mod">
          <ac:chgData name="Rosmin Elsa" userId="8f13a6be4da41318" providerId="LiveId" clId="{7D96B8E8-53B8-4F8A-90C8-660451CFC2E3}" dt="2026-02-03T15:35:17.822" v="212" actId="20577"/>
          <ac:spMkLst>
            <pc:docMk/>
            <pc:sldMk cId="1469605136" sldId="2159"/>
            <ac:spMk id="6" creationId="{B08D0DD9-3557-5233-1AEA-6C49D102E206}"/>
          </ac:spMkLst>
        </pc:spChg>
      </pc:sldChg>
      <pc:sldChg chg="modSp add mod">
        <pc:chgData name="Rosmin Elsa" userId="8f13a6be4da41318" providerId="LiveId" clId="{7D96B8E8-53B8-4F8A-90C8-660451CFC2E3}" dt="2026-02-03T16:00:37.002" v="422" actId="20577"/>
        <pc:sldMkLst>
          <pc:docMk/>
          <pc:sldMk cId="1865976452" sldId="2160"/>
        </pc:sldMkLst>
        <pc:spChg chg="mod">
          <ac:chgData name="Rosmin Elsa" userId="8f13a6be4da41318" providerId="LiveId" clId="{7D96B8E8-53B8-4F8A-90C8-660451CFC2E3}" dt="2026-02-03T16:00:37.002" v="422" actId="20577"/>
          <ac:spMkLst>
            <pc:docMk/>
            <pc:sldMk cId="1865976452" sldId="2160"/>
            <ac:spMk id="4" creationId="{16E6E47D-190E-1837-5057-5E8C17252714}"/>
          </ac:spMkLst>
        </pc:spChg>
        <pc:spChg chg="mod">
          <ac:chgData name="Rosmin Elsa" userId="8f13a6be4da41318" providerId="LiveId" clId="{7D96B8E8-53B8-4F8A-90C8-660451CFC2E3}" dt="2026-02-03T15:35:57.223" v="220" actId="20577"/>
          <ac:spMkLst>
            <pc:docMk/>
            <pc:sldMk cId="1865976452" sldId="2160"/>
            <ac:spMk id="6" creationId="{D89C41B5-E7B3-4710-0587-6E23F476E1FD}"/>
          </ac:spMkLst>
        </pc:spChg>
      </pc:sldChg>
      <pc:sldChg chg="delSp add del mod">
        <pc:chgData name="Rosmin Elsa" userId="8f13a6be4da41318" providerId="LiveId" clId="{7D96B8E8-53B8-4F8A-90C8-660451CFC2E3}" dt="2026-02-03T15:39:48.266" v="249" actId="47"/>
        <pc:sldMkLst>
          <pc:docMk/>
          <pc:sldMk cId="1429197240" sldId="2161"/>
        </pc:sldMkLst>
        <pc:spChg chg="del">
          <ac:chgData name="Rosmin Elsa" userId="8f13a6be4da41318" providerId="LiveId" clId="{7D96B8E8-53B8-4F8A-90C8-660451CFC2E3}" dt="2026-02-03T15:39:45.803" v="248" actId="478"/>
          <ac:spMkLst>
            <pc:docMk/>
            <pc:sldMk cId="1429197240" sldId="2161"/>
            <ac:spMk id="6" creationId="{756C4656-E5F5-82CC-DCF4-C3877EC85861}"/>
          </ac:spMkLst>
        </pc:spChg>
      </pc:sldChg>
      <pc:sldChg chg="modSp add mod">
        <pc:chgData name="Rosmin Elsa" userId="8f13a6be4da41318" providerId="LiveId" clId="{7D96B8E8-53B8-4F8A-90C8-660451CFC2E3}" dt="2026-02-03T16:00:52.201" v="428" actId="20577"/>
        <pc:sldMkLst>
          <pc:docMk/>
          <pc:sldMk cId="3372077455" sldId="2161"/>
        </pc:sldMkLst>
        <pc:spChg chg="mod">
          <ac:chgData name="Rosmin Elsa" userId="8f13a6be4da41318" providerId="LiveId" clId="{7D96B8E8-53B8-4F8A-90C8-660451CFC2E3}" dt="2026-02-03T16:00:52.201" v="428" actId="20577"/>
          <ac:spMkLst>
            <pc:docMk/>
            <pc:sldMk cId="3372077455" sldId="2161"/>
            <ac:spMk id="4" creationId="{254EB515-557B-6D39-66F5-1EA90F18AF88}"/>
          </ac:spMkLst>
        </pc:spChg>
        <pc:spChg chg="mod">
          <ac:chgData name="Rosmin Elsa" userId="8f13a6be4da41318" providerId="LiveId" clId="{7D96B8E8-53B8-4F8A-90C8-660451CFC2E3}" dt="2026-02-03T15:40:21.449" v="254"/>
          <ac:spMkLst>
            <pc:docMk/>
            <pc:sldMk cId="3372077455" sldId="2161"/>
            <ac:spMk id="6" creationId="{EE967B37-3F63-54F0-AA0A-1C6CD194CBC7}"/>
          </ac:spMkLst>
        </pc:spChg>
      </pc:sldChg>
      <pc:sldChg chg="modSp add mod">
        <pc:chgData name="Rosmin Elsa" userId="8f13a6be4da41318" providerId="LiveId" clId="{7D96B8E8-53B8-4F8A-90C8-660451CFC2E3}" dt="2026-02-03T16:01:09.586" v="436" actId="20577"/>
        <pc:sldMkLst>
          <pc:docMk/>
          <pc:sldMk cId="3876029743" sldId="2162"/>
        </pc:sldMkLst>
        <pc:spChg chg="mod">
          <ac:chgData name="Rosmin Elsa" userId="8f13a6be4da41318" providerId="LiveId" clId="{7D96B8E8-53B8-4F8A-90C8-660451CFC2E3}" dt="2026-02-03T16:01:09.586" v="436" actId="20577"/>
          <ac:spMkLst>
            <pc:docMk/>
            <pc:sldMk cId="3876029743" sldId="2162"/>
            <ac:spMk id="4" creationId="{6293C1CD-09F6-3BCA-B364-17046F1DA650}"/>
          </ac:spMkLst>
        </pc:spChg>
        <pc:spChg chg="mod">
          <ac:chgData name="Rosmin Elsa" userId="8f13a6be4da41318" providerId="LiveId" clId="{7D96B8E8-53B8-4F8A-90C8-660451CFC2E3}" dt="2026-02-03T15:43:03.295" v="266"/>
          <ac:spMkLst>
            <pc:docMk/>
            <pc:sldMk cId="3876029743" sldId="2162"/>
            <ac:spMk id="6" creationId="{95C02B70-C956-73C0-0F5E-C883613B502B}"/>
          </ac:spMkLst>
        </pc:spChg>
      </pc:sldChg>
      <pc:sldChg chg="modSp add mod">
        <pc:chgData name="Rosmin Elsa" userId="8f13a6be4da41318" providerId="LiveId" clId="{7D96B8E8-53B8-4F8A-90C8-660451CFC2E3}" dt="2026-02-03T16:01:16.761" v="440" actId="20577"/>
        <pc:sldMkLst>
          <pc:docMk/>
          <pc:sldMk cId="1462445182" sldId="2163"/>
        </pc:sldMkLst>
        <pc:spChg chg="mod">
          <ac:chgData name="Rosmin Elsa" userId="8f13a6be4da41318" providerId="LiveId" clId="{7D96B8E8-53B8-4F8A-90C8-660451CFC2E3}" dt="2026-02-03T16:01:16.761" v="440" actId="20577"/>
          <ac:spMkLst>
            <pc:docMk/>
            <pc:sldMk cId="1462445182" sldId="2163"/>
            <ac:spMk id="4" creationId="{9AC80E69-7A5A-017B-A005-2700C0C41101}"/>
          </ac:spMkLst>
        </pc:spChg>
        <pc:spChg chg="mod">
          <ac:chgData name="Rosmin Elsa" userId="8f13a6be4da41318" providerId="LiveId" clId="{7D96B8E8-53B8-4F8A-90C8-660451CFC2E3}" dt="2026-02-03T15:44:12.134" v="280" actId="14100"/>
          <ac:spMkLst>
            <pc:docMk/>
            <pc:sldMk cId="1462445182" sldId="2163"/>
            <ac:spMk id="6" creationId="{7F945797-0A9D-8398-CC9D-A60EFEC76843}"/>
          </ac:spMkLst>
        </pc:spChg>
      </pc:sldChg>
      <pc:sldChg chg="modSp add mod">
        <pc:chgData name="Rosmin Elsa" userId="8f13a6be4da41318" providerId="LiveId" clId="{7D96B8E8-53B8-4F8A-90C8-660451CFC2E3}" dt="2026-02-03T16:01:33.006" v="446" actId="20577"/>
        <pc:sldMkLst>
          <pc:docMk/>
          <pc:sldMk cId="1679161552" sldId="2164"/>
        </pc:sldMkLst>
        <pc:spChg chg="mod">
          <ac:chgData name="Rosmin Elsa" userId="8f13a6be4da41318" providerId="LiveId" clId="{7D96B8E8-53B8-4F8A-90C8-660451CFC2E3}" dt="2026-02-03T16:01:33.006" v="446" actId="20577"/>
          <ac:spMkLst>
            <pc:docMk/>
            <pc:sldMk cId="1679161552" sldId="2164"/>
            <ac:spMk id="4" creationId="{1B7FE1F5-0307-294B-BB03-206D75B7B5C6}"/>
          </ac:spMkLst>
        </pc:spChg>
        <pc:spChg chg="mod">
          <ac:chgData name="Rosmin Elsa" userId="8f13a6be4da41318" providerId="LiveId" clId="{7D96B8E8-53B8-4F8A-90C8-660451CFC2E3}" dt="2026-02-03T15:49:12.759" v="286"/>
          <ac:spMkLst>
            <pc:docMk/>
            <pc:sldMk cId="1679161552" sldId="2164"/>
            <ac:spMk id="6" creationId="{06187851-4AE6-106A-3494-0F6049A2952E}"/>
          </ac:spMkLst>
        </pc:spChg>
      </pc:sldChg>
      <pc:sldChg chg="modSp add mod">
        <pc:chgData name="Rosmin Elsa" userId="8f13a6be4da41318" providerId="LiveId" clId="{7D96B8E8-53B8-4F8A-90C8-660451CFC2E3}" dt="2026-02-03T16:01:40.719" v="450" actId="20577"/>
        <pc:sldMkLst>
          <pc:docMk/>
          <pc:sldMk cId="3972848631" sldId="2165"/>
        </pc:sldMkLst>
        <pc:spChg chg="mod">
          <ac:chgData name="Rosmin Elsa" userId="8f13a6be4da41318" providerId="LiveId" clId="{7D96B8E8-53B8-4F8A-90C8-660451CFC2E3}" dt="2026-02-03T16:01:40.719" v="450" actId="20577"/>
          <ac:spMkLst>
            <pc:docMk/>
            <pc:sldMk cId="3972848631" sldId="2165"/>
            <ac:spMk id="4" creationId="{7D37664E-106B-3E78-5F4D-C6C967DCB840}"/>
          </ac:spMkLst>
        </pc:spChg>
        <pc:spChg chg="mod">
          <ac:chgData name="Rosmin Elsa" userId="8f13a6be4da41318" providerId="LiveId" clId="{7D96B8E8-53B8-4F8A-90C8-660451CFC2E3}" dt="2026-02-03T15:49:49.247" v="290"/>
          <ac:spMkLst>
            <pc:docMk/>
            <pc:sldMk cId="3972848631" sldId="2165"/>
            <ac:spMk id="6" creationId="{FE288BE0-34B4-B8B5-5FA1-355EF0E257EE}"/>
          </ac:spMkLst>
        </pc:spChg>
      </pc:sldChg>
      <pc:sldChg chg="modSp add mod">
        <pc:chgData name="Rosmin Elsa" userId="8f13a6be4da41318" providerId="LiveId" clId="{7D96B8E8-53B8-4F8A-90C8-660451CFC2E3}" dt="2026-02-03T16:01:47.218" v="454" actId="20577"/>
        <pc:sldMkLst>
          <pc:docMk/>
          <pc:sldMk cId="2997623042" sldId="2166"/>
        </pc:sldMkLst>
        <pc:spChg chg="mod">
          <ac:chgData name="Rosmin Elsa" userId="8f13a6be4da41318" providerId="LiveId" clId="{7D96B8E8-53B8-4F8A-90C8-660451CFC2E3}" dt="2026-02-03T16:01:47.218" v="454" actId="20577"/>
          <ac:spMkLst>
            <pc:docMk/>
            <pc:sldMk cId="2997623042" sldId="2166"/>
            <ac:spMk id="4" creationId="{CD03B229-07B0-F619-4575-9F089BFF2F61}"/>
          </ac:spMkLst>
        </pc:spChg>
        <pc:spChg chg="mod">
          <ac:chgData name="Rosmin Elsa" userId="8f13a6be4da41318" providerId="LiveId" clId="{7D96B8E8-53B8-4F8A-90C8-660451CFC2E3}" dt="2026-02-03T15:50:07.975" v="292"/>
          <ac:spMkLst>
            <pc:docMk/>
            <pc:sldMk cId="2997623042" sldId="2166"/>
            <ac:spMk id="6" creationId="{7E228BD8-DE8A-1995-407C-75BE45AA4720}"/>
          </ac:spMkLst>
        </pc:spChg>
      </pc:sldChg>
      <pc:sldChg chg="modSp add mod">
        <pc:chgData name="Rosmin Elsa" userId="8f13a6be4da41318" providerId="LiveId" clId="{7D96B8E8-53B8-4F8A-90C8-660451CFC2E3}" dt="2026-02-03T16:02:02.263" v="460" actId="20577"/>
        <pc:sldMkLst>
          <pc:docMk/>
          <pc:sldMk cId="2610154750" sldId="2167"/>
        </pc:sldMkLst>
        <pc:spChg chg="mod">
          <ac:chgData name="Rosmin Elsa" userId="8f13a6be4da41318" providerId="LiveId" clId="{7D96B8E8-53B8-4F8A-90C8-660451CFC2E3}" dt="2026-02-03T15:52:41.166" v="311" actId="20577"/>
          <ac:spMkLst>
            <pc:docMk/>
            <pc:sldMk cId="2610154750" sldId="2167"/>
            <ac:spMk id="3" creationId="{5619C280-DC4F-8418-2111-8AC9FD87A48B}"/>
          </ac:spMkLst>
        </pc:spChg>
        <pc:spChg chg="mod">
          <ac:chgData name="Rosmin Elsa" userId="8f13a6be4da41318" providerId="LiveId" clId="{7D96B8E8-53B8-4F8A-90C8-660451CFC2E3}" dt="2026-02-03T16:02:02.263" v="460" actId="20577"/>
          <ac:spMkLst>
            <pc:docMk/>
            <pc:sldMk cId="2610154750" sldId="2167"/>
            <ac:spMk id="4" creationId="{9F00314B-87CD-AA56-054C-04DE55209EBF}"/>
          </ac:spMkLst>
        </pc:spChg>
      </pc:sldChg>
      <pc:sldChg chg="modSp add mod">
        <pc:chgData name="Rosmin Elsa" userId="8f13a6be4da41318" providerId="LiveId" clId="{7D96B8E8-53B8-4F8A-90C8-660451CFC2E3}" dt="2026-02-03T16:02:12.414" v="468" actId="20577"/>
        <pc:sldMkLst>
          <pc:docMk/>
          <pc:sldMk cId="1617825166" sldId="2168"/>
        </pc:sldMkLst>
        <pc:spChg chg="mod">
          <ac:chgData name="Rosmin Elsa" userId="8f13a6be4da41318" providerId="LiveId" clId="{7D96B8E8-53B8-4F8A-90C8-660451CFC2E3}" dt="2026-02-03T15:53:07.050" v="318" actId="20577"/>
          <ac:spMkLst>
            <pc:docMk/>
            <pc:sldMk cId="1617825166" sldId="2168"/>
            <ac:spMk id="3" creationId="{50120C8C-BFBF-229D-8092-518D212083BD}"/>
          </ac:spMkLst>
        </pc:spChg>
        <pc:spChg chg="mod">
          <ac:chgData name="Rosmin Elsa" userId="8f13a6be4da41318" providerId="LiveId" clId="{7D96B8E8-53B8-4F8A-90C8-660451CFC2E3}" dt="2026-02-03T16:02:12.414" v="468" actId="20577"/>
          <ac:spMkLst>
            <pc:docMk/>
            <pc:sldMk cId="1617825166" sldId="2168"/>
            <ac:spMk id="4" creationId="{8B2DBA77-689A-DE90-081A-8CD7D3B384C9}"/>
          </ac:spMkLst>
        </pc:spChg>
      </pc:sldChg>
      <pc:sldChg chg="modSp add mod">
        <pc:chgData name="Rosmin Elsa" userId="8f13a6be4da41318" providerId="LiveId" clId="{7D96B8E8-53B8-4F8A-90C8-660451CFC2E3}" dt="2026-02-03T16:02:28.679" v="474" actId="20577"/>
        <pc:sldMkLst>
          <pc:docMk/>
          <pc:sldMk cId="3008961789" sldId="2169"/>
        </pc:sldMkLst>
        <pc:spChg chg="mod">
          <ac:chgData name="Rosmin Elsa" userId="8f13a6be4da41318" providerId="LiveId" clId="{7D96B8E8-53B8-4F8A-90C8-660451CFC2E3}" dt="2026-02-03T15:55:27.249" v="348" actId="6549"/>
          <ac:spMkLst>
            <pc:docMk/>
            <pc:sldMk cId="3008961789" sldId="2169"/>
            <ac:spMk id="3" creationId="{48810FA1-A9C9-5C53-0DBA-E3478AB4905A}"/>
          </ac:spMkLst>
        </pc:spChg>
        <pc:spChg chg="mod">
          <ac:chgData name="Rosmin Elsa" userId="8f13a6be4da41318" providerId="LiveId" clId="{7D96B8E8-53B8-4F8A-90C8-660451CFC2E3}" dt="2026-02-03T16:02:28.679" v="474" actId="20577"/>
          <ac:spMkLst>
            <pc:docMk/>
            <pc:sldMk cId="3008961789" sldId="2169"/>
            <ac:spMk id="4" creationId="{6CD46169-2B09-290A-166C-A3882A574874}"/>
          </ac:spMkLst>
        </pc:spChg>
      </pc:sldChg>
      <pc:sldChg chg="addSp delSp modSp add mod">
        <pc:chgData name="Rosmin Elsa" userId="8f13a6be4da41318" providerId="LiveId" clId="{7D96B8E8-53B8-4F8A-90C8-660451CFC2E3}" dt="2026-02-03T16:02:35.609" v="478" actId="20577"/>
        <pc:sldMkLst>
          <pc:docMk/>
          <pc:sldMk cId="3507018629" sldId="2170"/>
        </pc:sldMkLst>
        <pc:spChg chg="mod">
          <ac:chgData name="Rosmin Elsa" userId="8f13a6be4da41318" providerId="LiveId" clId="{7D96B8E8-53B8-4F8A-90C8-660451CFC2E3}" dt="2026-02-03T15:55:51.408" v="355" actId="20577"/>
          <ac:spMkLst>
            <pc:docMk/>
            <pc:sldMk cId="3507018629" sldId="2170"/>
            <ac:spMk id="3" creationId="{8194B14C-3B50-21E8-6DB9-3A15B0437ECB}"/>
          </ac:spMkLst>
        </pc:spChg>
        <pc:spChg chg="del mod">
          <ac:chgData name="Rosmin Elsa" userId="8f13a6be4da41318" providerId="LiveId" clId="{7D96B8E8-53B8-4F8A-90C8-660451CFC2E3}" dt="2026-02-03T15:56:50.696" v="358" actId="478"/>
          <ac:spMkLst>
            <pc:docMk/>
            <pc:sldMk cId="3507018629" sldId="2170"/>
            <ac:spMk id="4" creationId="{1455D5B9-03E2-FED9-1D25-53737B9ACD67}"/>
          </ac:spMkLst>
        </pc:spChg>
        <pc:spChg chg="add mod">
          <ac:chgData name="Rosmin Elsa" userId="8f13a6be4da41318" providerId="LiveId" clId="{7D96B8E8-53B8-4F8A-90C8-660451CFC2E3}" dt="2026-02-03T16:02:35.609" v="478" actId="20577"/>
          <ac:spMkLst>
            <pc:docMk/>
            <pc:sldMk cId="3507018629" sldId="2170"/>
            <ac:spMk id="6" creationId="{F8C7EB3D-3579-16C5-63BF-B6057B52DBCD}"/>
          </ac:spMkLst>
        </pc:spChg>
      </pc:sldChg>
      <pc:sldMasterChg chg="modSldLayout">
        <pc:chgData name="Rosmin Elsa" userId="8f13a6be4da41318" providerId="LiveId" clId="{7D96B8E8-53B8-4F8A-90C8-660451CFC2E3}" dt="2026-02-03T16:08:58.022" v="508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7D96B8E8-53B8-4F8A-90C8-660451CFC2E3}" dt="2026-02-03T16:08:58.022" v="508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7D96B8E8-53B8-4F8A-90C8-660451CFC2E3}" dt="2026-02-03T16:08:58.022" v="508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8 Feb 2026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8.xml"/><Relationship Id="rId1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9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0.xml"/><Relationship Id="rId1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9.xml"/><Relationship Id="rId8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4.xml"/><Relationship Id="rId1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4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ill Sans MT"/>
              </a:rPr>
              <a:t>Song list</a:t>
            </a:r>
          </a:p>
        </p:txBody>
      </p:sp>
      <p:sp>
        <p:nvSpPr>
          <p:cNvPr id="4" name="SummaryContent"/>
          <p:cNvSpPr txBox="1"/>
          <p:nvPr/>
        </p:nvSpPr>
        <p:spPr>
          <a:xfrm>
            <a:off x="1371600" y="7315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400" b="1">
                <a:latin typeface="Segoe UI (Body)"/>
              </a:rPr>
              <a:t>Opening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>
                <a:latin typeface="Segoe UI (Body)"/>
              </a:rPr>
              <a:t>Love divine, all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400" b="1">
                <a:latin typeface="Segoe UI (Body)"/>
              </a:rPr>
              <a:t>B/A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>
                <a:latin typeface="Segoe UI (Body)"/>
              </a:rPr>
              <a:t>872</a:t>
            </a:r>
            <a:r>
              <a:rPr sz="1400">
                <a:latin typeface="Segoe UI (Body)"/>
              </a:rPr>
              <a:t> </a:t>
            </a:r>
            <a:r>
              <a:rPr sz="1400" b="0">
                <a:latin typeface="Segoe UI (Body)"/>
              </a:rPr>
              <a:t>There is sunshine in my soul to-day,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400" b="1">
                <a:latin typeface="Segoe UI (Body)"/>
              </a:rPr>
              <a:t>Offertory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>
                <a:latin typeface="Segoe UI (Body)"/>
              </a:rPr>
              <a:t>Here I am Lord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400" b="1">
                <a:latin typeface="Segoe UI (Body)"/>
              </a:rPr>
              <a:t>Message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400" b="1">
                <a:latin typeface="Segoe UI (Body)"/>
              </a:rPr>
              <a:t>Confession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>
                <a:latin typeface="Segoe UI (Body)"/>
              </a:rPr>
              <a:t>659</a:t>
            </a:r>
            <a:r>
              <a:rPr sz="1400">
                <a:latin typeface="Segoe UI (Body)"/>
              </a:rPr>
              <a:t> </a:t>
            </a:r>
            <a:r>
              <a:rPr sz="1400" b="0">
                <a:latin typeface="Segoe UI (Body)"/>
              </a:rPr>
              <a:t>My Jesus, I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400" b="1">
                <a:latin typeface="Segoe UI (Body)"/>
              </a:rPr>
              <a:t>Communion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>
                <a:latin typeface="Segoe UI (Body)"/>
              </a:rPr>
              <a:t>633</a:t>
            </a:r>
            <a:r>
              <a:rPr sz="1400">
                <a:latin typeface="Segoe UI (Body)"/>
              </a:rPr>
              <a:t> </a:t>
            </a:r>
            <a:r>
              <a:rPr sz="1400" b="0">
                <a:latin typeface="Segoe UI (Body)"/>
              </a:rPr>
              <a:t>O Love that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>
                <a:latin typeface="Segoe UI (Body)"/>
              </a:rPr>
              <a:t>659</a:t>
            </a:r>
            <a:r>
              <a:rPr sz="1400">
                <a:latin typeface="Segoe UI (Body)"/>
              </a:rPr>
              <a:t> </a:t>
            </a:r>
            <a:r>
              <a:rPr sz="1400" b="0">
                <a:latin typeface="Segoe UI (Body)"/>
              </a:rPr>
              <a:t>My Jesus, 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>
                <a:latin typeface="Segoe UI (Body)"/>
              </a:rPr>
              <a:t>712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>
                <a:latin typeface="Segoe UI (Body)"/>
              </a:rPr>
              <a:t>634</a:t>
            </a:r>
            <a:r>
              <a:rPr sz="1400">
                <a:latin typeface="Segoe UI (Body)"/>
              </a:rPr>
              <a:t> </a:t>
            </a:r>
            <a:r>
              <a:rPr sz="1400" b="0">
                <a:latin typeface="Segoe UI (Body)"/>
              </a:rPr>
              <a:t>Saviour ! Thy dying love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400" b="1">
                <a:latin typeface="Segoe UI (Body)"/>
              </a:rPr>
              <a:t>Closing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>
                <a:latin typeface="Segoe UI (Body)"/>
              </a:rPr>
              <a:t>537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glish_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5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Mar Thoma Syrian Church,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0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English Holy Communion Service – 22 February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7800" y="1238150"/>
            <a:ext cx="6892935" cy="2257244"/>
          </a:xfrm>
          <a:prstGeom prst="roundRect">
            <a:avLst/>
          </a:prstGeom>
          <a:solidFill>
            <a:srgbClr val="824C58">
              <a:alpha val="7098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9143" y="1338150"/>
            <a:ext cx="6661177" cy="2157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enorite"/>
                <a:effectLst>
                  <a:outerShdw blurRad="38100" dist="38100" dir="2700000" algn="ctr">
                    <a:srgbClr val="000000">
                      <a:alpha val="40000"/>
                    </a:srgbClr>
                  </a:outerShdw>
                </a:effectLst>
              </a:rPr>
              <a:t>Opening</a:t>
            </a:r>
          </a:p>
          <a:p>
            <a:pPr algn="ctr"/>
            <a:r>
              <a:rPr sz="3600" b="0">
                <a:solidFill>
                  <a:srgbClr val="FFFFFF"/>
                </a:solidFill>
                <a:latin typeface="Tenorite"/>
              </a:rPr>
              <a:t>Love divine, 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Opening: Love divine, all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1349484" y="61369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Love divine, all loves excelling,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joy of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heav'n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to earth come down,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fix in us Thy humble dwelling;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all Thy faithful mercies crown!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Jesus, Thou art all compassion,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pure, unbounded love Thou art;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visit us with Thy salvation;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enter every trembling heart.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Opening: Love divine, all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13A730-4098-AC85-0EE2-0C067B8AD882}"/>
              </a:ext>
            </a:extLst>
          </p:cNvPr>
          <p:cNvSpPr/>
          <p:nvPr/>
        </p:nvSpPr>
        <p:spPr>
          <a:xfrm>
            <a:off x="1349484" y="61369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Breathe, O breathe Thy loving Spirit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into every troubled breast!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 us all in Thee inherit,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 us find the promised rest.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Take away our bent to sinning;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Alpha and Omega be;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End of faith, as its beginning,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set our hearts at liberty.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Opening: Love divine, all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13A730-4098-AC85-0EE2-0C067B8AD882}"/>
              </a:ext>
            </a:extLst>
          </p:cNvPr>
          <p:cNvSpPr/>
          <p:nvPr/>
        </p:nvSpPr>
        <p:spPr>
          <a:xfrm>
            <a:off x="1349484" y="61369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Come, Almighty to deliver;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 us all Thy life receive;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suddenly return and never,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nevermore Thy temples leave.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Thee we would be always blessing,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serve Thee as Thy hosts above;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pray, and praise Thee without ceasing,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glory in Thy perfect love.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Opening: Love divine, all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13A730-4098-AC85-0EE2-0C067B8AD882}"/>
              </a:ext>
            </a:extLst>
          </p:cNvPr>
          <p:cNvSpPr/>
          <p:nvPr/>
        </p:nvSpPr>
        <p:spPr>
          <a:xfrm>
            <a:off x="1349484" y="61369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Finish then, Thy new creation;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pure and spotless let us be;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 us see Thy great salvation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perfectly restored in Thee.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Changed from glory into glory,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till in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heav'n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we take our place,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till we cast our crowns before Thee,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lost in wonder, love, and praise.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glish_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5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Mar Thoma Syrian Church,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0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English Holy Communion Service – 22 February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7800" y="1238150"/>
            <a:ext cx="6892935" cy="2257244"/>
          </a:xfrm>
          <a:prstGeom prst="roundRect">
            <a:avLst/>
          </a:prstGeom>
          <a:solidFill>
            <a:srgbClr val="824C58">
              <a:alpha val="7098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9143" y="1338150"/>
            <a:ext cx="6661177" cy="2157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enorite"/>
                <a:effectLst>
                  <a:outerShdw blurRad="38100" dist="38100" dir="2700000" algn="ctr">
                    <a:srgbClr val="000000">
                      <a:alpha val="40000"/>
                    </a:srgbClr>
                  </a:outerShdw>
                </a:effectLst>
              </a:rPr>
              <a:t>ThanksGiving Prayers</a:t>
            </a:r>
          </a:p>
          <a:p>
            <a:pPr algn="ctr"/>
            <a:r>
              <a:rPr sz="3600" b="0">
                <a:solidFill>
                  <a:srgbClr val="FFFFFF"/>
                </a:solidFill>
                <a:latin typeface="Tenorite"/>
              </a:rPr>
              <a:t>Hymn No 872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 is sunshine in my soul to-day,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More glorious and bright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Than glows in any earthly sky;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Jesus is my light.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ThanksGiving: Hymn No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there's sunshine, blessed sunshine,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the peaceful, happy moments roll 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Jesus shows His smiling face,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sunshine in my soul.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ThanksGiving: Hymn No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 is music in my soul to-day,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 carol to my King;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Jesus, listening, can hear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songs I cannot sing.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ThanksGiving: Hymn No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there's sunshine, blessed sunshine,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the peaceful, happy moments roll 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Jesus shows His smiling face,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sunshine in my soul.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ThanksGiving: Hymn No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 is springtime in my soul to-day;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For, when the Lord is near,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dove of peace sings in my heart,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flowers of grace appear.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ThanksGiving: Hymn No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there's sunshine, blessed sunshine,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the peaceful, happy moments roll 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Jesus shows His smiling face,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sunshine in my soul.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ThanksGiving: Hymn No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717452" y="914886"/>
            <a:ext cx="8117059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 is gladness in my soul to-day,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hope, and praise, and love;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blessings which He gives me now,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joys laid up above.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ThanksGiving: Hymn No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there's sunshine, blessed sunshine,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the peaceful, happy moments roll 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Jesus shows His smiling face,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sunshine in my soul.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ThanksGiving: Hymn No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glish_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5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Mar Thoma Syrian Church,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0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English Holy Communion Service – 22 February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7800" y="1238150"/>
            <a:ext cx="6892935" cy="2257244"/>
          </a:xfrm>
          <a:prstGeom prst="roundRect">
            <a:avLst/>
          </a:prstGeom>
          <a:solidFill>
            <a:srgbClr val="824C58">
              <a:alpha val="7098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9143" y="1338150"/>
            <a:ext cx="6661177" cy="2157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enorite"/>
                <a:effectLst>
                  <a:outerShdw blurRad="38100" dist="38100" dir="2700000" algn="ctr">
                    <a:srgbClr val="000000">
                      <a:alpha val="40000"/>
                    </a:srgbClr>
                  </a:outerShdw>
                </a:effectLst>
              </a:rPr>
              <a:t>Offertory</a:t>
            </a:r>
          </a:p>
          <a:p>
            <a:pPr algn="ctr"/>
            <a:r>
              <a:rPr sz="3600" b="0">
                <a:solidFill>
                  <a:srgbClr val="FFFFFF"/>
                </a:solidFill>
                <a:latin typeface="Tenorite"/>
              </a:rPr>
              <a:t>Here I am Lord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4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Offertory</a:t>
            </a:r>
          </a:p>
        </p:txBody>
      </p:sp>
      <p:pic>
        <p:nvPicPr>
          <p:cNvPr id="4" name="Picture 3" descr="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987552"/>
            <a:ext cx="2779776" cy="2862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73368" y="3941064"/>
            <a:ext cx="27797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latin typeface="Arial"/>
              </a:rPr>
              <a:t>UEN - S86CC0315K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glish_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5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Mar Thoma Syrian Church,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0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English Holy Communion Service – 22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enorite"/>
                <a:effectLst>
                  <a:outerShdw blurRad="38100" dist="38100" dir="2700000" algn="ctr">
                    <a:srgbClr val="000000">
                      <a:alpha val="40000"/>
                    </a:srgbClr>
                  </a:outerShdw>
                </a:effectLst>
              </a:rPr>
              <a:t>Message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glish_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5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Mar Thoma Syrian Church,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0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English Holy Communion Service – 22 February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7800" y="1238150"/>
            <a:ext cx="6892935" cy="2257244"/>
          </a:xfrm>
          <a:prstGeom prst="roundRect">
            <a:avLst/>
          </a:prstGeom>
          <a:solidFill>
            <a:srgbClr val="824C58">
              <a:alpha val="7098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9143" y="1338150"/>
            <a:ext cx="6661177" cy="2157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enorite"/>
                <a:effectLst>
                  <a:outerShdw blurRad="38100" dist="38100" dir="2700000" algn="ctr">
                    <a:srgbClr val="000000">
                      <a:alpha val="40000"/>
                    </a:srgbClr>
                  </a:outerShdw>
                </a:effectLst>
              </a:rPr>
              <a:t>Confession</a:t>
            </a:r>
          </a:p>
          <a:p>
            <a:pPr algn="ctr"/>
            <a:r>
              <a:rPr sz="3600" b="0">
                <a:solidFill>
                  <a:srgbClr val="FFFFFF"/>
                </a:solidFill>
                <a:latin typeface="Tenorite"/>
              </a:rPr>
              <a:t>Hymn No 659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Confession: Hymn No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42026" y="605813"/>
            <a:ext cx="73019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Jesus, I love Thee, I know Thou art mine!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Thee, all the pleasures of sin I resign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gracious Redeemer, my Saviour art Thou!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If ever I loved Thee, my Jesus, ‘tis now 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Confession: Hymn No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942026" y="605813"/>
            <a:ext cx="73019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Jesus, I love Thee, I know Thou art mine!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Thee, all the pleasures of sin I resign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gracious Redeemer, my Saviour art Thou!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 !"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Confession: Hymn No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3CE137-BEA4-4F1C-7CEE-48302F62FEC6}"/>
              </a:ext>
            </a:extLst>
          </p:cNvPr>
          <p:cNvSpPr/>
          <p:nvPr/>
        </p:nvSpPr>
        <p:spPr>
          <a:xfrm>
            <a:off x="942026" y="605813"/>
            <a:ext cx="78347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love Thee, because Thou hast first loved me;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purchased my pardon on Calvary's tree;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love Thee for wearing the thorns on Thy brow;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now!"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Confession: Hymn No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0E50F6-F471-B630-8272-A4CD6AFFBEF6}"/>
              </a:ext>
            </a:extLst>
          </p:cNvPr>
          <p:cNvSpPr/>
          <p:nvPr/>
        </p:nvSpPr>
        <p:spPr>
          <a:xfrm>
            <a:off x="540000" y="605813"/>
            <a:ext cx="8431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will love Thee in life, I will love Thee in death,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praise Thee as long as Thou lendest me breath;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say when the death-dew lies cold on my brow,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 !"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Confession: Hymn No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79ACF0-CF4C-C127-36FE-63A5E14E787B}"/>
              </a:ext>
            </a:extLst>
          </p:cNvPr>
          <p:cNvSpPr/>
          <p:nvPr/>
        </p:nvSpPr>
        <p:spPr>
          <a:xfrm>
            <a:off x="540000" y="605813"/>
            <a:ext cx="8431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mansions of glory and endless delight,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I'll ever adore Thee in heaven so bright 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I'll sing with the glittering crown on my brow,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now!"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4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Holy Communion - Hymn No 633</a:t>
            </a:r>
          </a:p>
        </p:txBody>
      </p:sp>
      <p:pic>
        <p:nvPicPr>
          <p:cNvPr id="4" name="Picture 3" descr="holy_commun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791" y="705916"/>
            <a:ext cx="6084417" cy="40571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633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963157"/>
            <a:ext cx="62394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O Love that will not let me go,</a:t>
            </a:r>
          </a:p>
          <a:p>
            <a:pPr algn="ctr"/>
            <a:r>
              <a:rPr lang="en-US" sz="2800" dirty="0"/>
              <a:t>I rest my weary soul in Thee;</a:t>
            </a:r>
          </a:p>
          <a:p>
            <a:pPr algn="ctr"/>
            <a:r>
              <a:rPr lang="en-US" sz="2800" dirty="0"/>
              <a:t>I give Thee back the life I owe,</a:t>
            </a:r>
          </a:p>
          <a:p>
            <a:pPr algn="ctr"/>
            <a:r>
              <a:rPr lang="en-US" sz="2800" dirty="0"/>
              <a:t>That in Thine ocean depths its flow</a:t>
            </a:r>
          </a:p>
          <a:p>
            <a:pPr algn="ctr"/>
            <a:r>
              <a:rPr lang="en-US" sz="2800" dirty="0"/>
              <a:t>May richer, fuller be.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633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1104681"/>
            <a:ext cx="62394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t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 Love, that wilt not let me go,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rest my weary soul in Thee;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give Thee back the life I owe,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in Thine ocean depths its flow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May richer, fuller be.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8097B55-A9D6-6D1F-58A1-7BDCF7E8F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633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9F233-14D6-551A-4D37-37A7C1977B2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BD8A36-5F3F-F0FF-7A59-09246042A17B}"/>
              </a:ext>
            </a:extLst>
          </p:cNvPr>
          <p:cNvSpPr/>
          <p:nvPr/>
        </p:nvSpPr>
        <p:spPr>
          <a:xfrm>
            <a:off x="1452282" y="1104681"/>
            <a:ext cx="62394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t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 Light, that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followest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all my way,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yield my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flick’ring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torch to Thee;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My heart restores its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borrow’d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ray,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in Thy sunshine’s blaze its day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May brighter, fairer be.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8B4D5E4-CC3C-5374-0938-2D43800AD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633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DD250-7599-AFA6-BDD4-1C0D62A0C1E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76D64E-370C-7E3E-676F-483B3AE54AE8}"/>
              </a:ext>
            </a:extLst>
          </p:cNvPr>
          <p:cNvSpPr/>
          <p:nvPr/>
        </p:nvSpPr>
        <p:spPr>
          <a:xfrm>
            <a:off x="1452282" y="1104681"/>
            <a:ext cx="62394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t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 Joy, that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seekest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me through pain,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cannot close my heart to Thee;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trace the rainbow through the rain,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feel the promise is not vain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morn shall tearless be.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5C8593E3-9838-3D91-5A0D-9C6067C6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633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2E4D6-3022-B78C-583F-8BCA3714859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F80652-AF06-66E6-D092-5456705C0CAE}"/>
              </a:ext>
            </a:extLst>
          </p:cNvPr>
          <p:cNvSpPr/>
          <p:nvPr/>
        </p:nvSpPr>
        <p:spPr>
          <a:xfrm>
            <a:off x="1452282" y="1104681"/>
            <a:ext cx="623943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t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 Cross, that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liftest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up my head,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dare not ask to fly from Thee;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lay in dust life’s glory dead,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from the ground there blossoms red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Life that shall endless be.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4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Holy Communion - Hymn No 659</a:t>
            </a:r>
          </a:p>
        </p:txBody>
      </p:sp>
      <p:pic>
        <p:nvPicPr>
          <p:cNvPr id="4" name="Picture 3" descr="holy_commun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791" y="705916"/>
            <a:ext cx="6084417" cy="405719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42026" y="605813"/>
            <a:ext cx="73019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Jesus, I love Thee, I know Thou art mine!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Thee, all the pleasures of sin I resign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gracious Redeemer, my Saviour art Thou!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If ever I loved Thee, my Jesus, ‘tis now 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942026" y="605813"/>
            <a:ext cx="73019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Jesus, I love Thee, I know Thou art mine!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Thee, all the pleasures of sin I resign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gracious Redeemer, my Saviour art Thou!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 !"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3CE137-BEA4-4F1C-7CEE-48302F62FEC6}"/>
              </a:ext>
            </a:extLst>
          </p:cNvPr>
          <p:cNvSpPr/>
          <p:nvPr/>
        </p:nvSpPr>
        <p:spPr>
          <a:xfrm>
            <a:off x="942026" y="605813"/>
            <a:ext cx="78347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love Thee, because Thou hast first loved me;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purchased my pardon on Calvary's tree;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love Thee for wearing the thorns on Thy brow;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now!"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0E50F6-F471-B630-8272-A4CD6AFFBEF6}"/>
              </a:ext>
            </a:extLst>
          </p:cNvPr>
          <p:cNvSpPr/>
          <p:nvPr/>
        </p:nvSpPr>
        <p:spPr>
          <a:xfrm>
            <a:off x="540000" y="605813"/>
            <a:ext cx="8431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will love Thee in life, I will love Thee in death,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praise Thee as long as Thou lendest me breath;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say when the death-dew lies cold on my brow,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 !"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79ACF0-CF4C-C127-36FE-63A5E14E787B}"/>
              </a:ext>
            </a:extLst>
          </p:cNvPr>
          <p:cNvSpPr/>
          <p:nvPr/>
        </p:nvSpPr>
        <p:spPr>
          <a:xfrm>
            <a:off x="540000" y="605813"/>
            <a:ext cx="8431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mansions of glory and endless delight,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I'll ever adore Thee in heaven so bright 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I'll sing with the glittering crown on my brow,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now!"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4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Holy Communion - Hymn No 712</a:t>
            </a:r>
          </a:p>
        </p:txBody>
      </p:sp>
      <p:pic>
        <p:nvPicPr>
          <p:cNvPr id="4" name="Picture 3" descr="holy_commun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791" y="705916"/>
            <a:ext cx="6084417" cy="405719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4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Holy Communion - Hymn No 634</a:t>
            </a:r>
          </a:p>
        </p:txBody>
      </p:sp>
      <p:pic>
        <p:nvPicPr>
          <p:cNvPr id="4" name="Picture 3" descr="holy_commun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791" y="705916"/>
            <a:ext cx="6084417" cy="405719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Saviour ! Thy dying love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gavest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Nor should I aught withhold,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Lord, from Thee;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love my soul would bow,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heart fulfil its vow,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offering bring Thee now,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At the blest mercy-seat,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Pleading for 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feeble faith looks up,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Jesus, to Thee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Help me the cross to bear,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Thy wondrous love declare,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song to raise, or prayer,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Give me a faithful heart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Likeness to Thee,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each departing day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Henceforth may see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work of love begun,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deed of kindness done,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wanderer sought and won,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All that I am and have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Thy gifts so free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joy, in grief, through life,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 Lord, for Thee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when Thy face I see,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ransomed soul shall be,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Through all eternity,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Communion: Hymn No 634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glish_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5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Mar Thoma Syrian Church,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0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Gill Sans MT"/>
              </a:rPr>
              <a:t>English Holy Communion Service – 22 February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7800" y="1238150"/>
            <a:ext cx="6892935" cy="2257244"/>
          </a:xfrm>
          <a:prstGeom prst="roundRect">
            <a:avLst/>
          </a:prstGeom>
          <a:solidFill>
            <a:srgbClr val="824C58">
              <a:alpha val="7098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9143" y="1338150"/>
            <a:ext cx="6661177" cy="2157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enorite"/>
                <a:effectLst>
                  <a:outerShdw blurRad="38100" dist="38100" dir="2700000" algn="ctr">
                    <a:srgbClr val="000000">
                      <a:alpha val="40000"/>
                    </a:srgbClr>
                  </a:outerShdw>
                </a:effectLst>
              </a:rPr>
              <a:t>Closing</a:t>
            </a:r>
          </a:p>
          <a:p>
            <a:pPr algn="ctr"/>
            <a:r>
              <a:rPr sz="3600" b="0">
                <a:solidFill>
                  <a:srgbClr val="FFFFFF"/>
                </a:solidFill>
                <a:latin typeface="Tenorite"/>
              </a:rPr>
              <a:t>Hymn No 537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1650</TotalTime>
  <Words>2249</Words>
  <Application>Microsoft Office PowerPoint</Application>
  <PresentationFormat>On-screen Show (16:9)</PresentationFormat>
  <Paragraphs>309</Paragraphs>
  <Slides>46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46</vt:i4>
      </vt:variant>
    </vt:vector>
  </HeadingPairs>
  <TitlesOfParts>
    <vt:vector size="61" baseType="lpstr">
      <vt:lpstr>Aptos</vt:lpstr>
      <vt:lpstr>Arial</vt:lpstr>
      <vt:lpstr>Bahnschrift</vt:lpstr>
      <vt:lpstr>Calibri</vt:lpstr>
      <vt:lpstr>Calibri Light</vt:lpstr>
      <vt:lpstr>Footlight MT Light</vt:lpstr>
      <vt:lpstr>Gill Sans MT</vt:lpstr>
      <vt:lpstr>Segoe UI</vt:lpstr>
      <vt:lpstr>Tenorite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Song list  </vt:lpstr>
      <vt:lpstr>PowerPoint Presentation</vt:lpstr>
      <vt:lpstr>Opening Hymn: O Day of rest and gladness</vt:lpstr>
      <vt:lpstr>Opening Hymn: O Day of rest and gladness</vt:lpstr>
      <vt:lpstr>Opening Hymn: O Day of rest and gladness</vt:lpstr>
      <vt:lpstr>PowerPoint Presentation</vt:lpstr>
      <vt:lpstr>Thanksgiving Hymn No 306</vt:lpstr>
      <vt:lpstr>PowerPoint Presentation</vt:lpstr>
      <vt:lpstr>Offertory –”How Great Thou Art</vt:lpstr>
      <vt:lpstr>Offertory –”How Great Thou Art</vt:lpstr>
      <vt:lpstr>Offertory –”How Great Thou Art</vt:lpstr>
      <vt:lpstr>Offertory –”How Great Thou Art</vt:lpstr>
      <vt:lpstr>Offertory –”How Great Thou Art</vt:lpstr>
      <vt:lpstr>Offertory –”How Great Thou Art</vt:lpstr>
      <vt:lpstr>Offertory –”How Great Thou Art</vt:lpstr>
      <vt:lpstr>Offertory –”How Great Thou Art</vt:lpstr>
      <vt:lpstr>PowerPoint Presentation</vt:lpstr>
      <vt:lpstr>Confession :Hymn No 473</vt:lpstr>
      <vt:lpstr>Holy Communion – Hymn No 473</vt:lpstr>
      <vt:lpstr>Holy Communion – Hymn No 473</vt:lpstr>
      <vt:lpstr>Holy Communion – Hymn No 473</vt:lpstr>
      <vt:lpstr>Holy Communion – Hymn No 473</vt:lpstr>
      <vt:lpstr>Holy Communion – Hymn No 473</vt:lpstr>
      <vt:lpstr>Holy Communion –My God And Is Thy Table Spread</vt:lpstr>
      <vt:lpstr>Holy Communion –My God And Is Thy Table Spread</vt:lpstr>
      <vt:lpstr>Holy Communion –My God And Is Thy Table Spread</vt:lpstr>
      <vt:lpstr>Holy Communion – This is my Father’s World</vt:lpstr>
      <vt:lpstr>Holy Communion – This is my Father’s World</vt:lpstr>
      <vt:lpstr>Holy Communion – This is my Father’s World</vt:lpstr>
      <vt:lpstr>Holy Communion – This is my Father’s World</vt:lpstr>
      <vt:lpstr>Holy Communion – Fairest Lord Jesus</vt:lpstr>
      <vt:lpstr>Holy Communion – Fairest Lord Jesus</vt:lpstr>
      <vt:lpstr>Holy Communion – Fairest Lord Jesus</vt:lpstr>
      <vt:lpstr>Holy Communion – Fairest Lord Jesus</vt:lpstr>
      <vt:lpstr>Holy Communion – Fairest Lord Jesus</vt:lpstr>
      <vt:lpstr>Holy Communion – Hymn No 805</vt:lpstr>
      <vt:lpstr>Holy Communion – Hymn No 805</vt:lpstr>
      <vt:lpstr>Holy Communion – Hymn No 805</vt:lpstr>
      <vt:lpstr>Holy Communion – Hymn No 805</vt:lpstr>
      <vt:lpstr>Holy Communion – Hymn No 562</vt:lpstr>
      <vt:lpstr>Holy Communion – Hymn No 562</vt:lpstr>
      <vt:lpstr>Holy Communion – Hymn No 562</vt:lpstr>
      <vt:lpstr>Holy Communion – Hymn No 562</vt:lpstr>
      <vt:lpstr>PowerPoint Presentation</vt:lpstr>
      <vt:lpstr>Closing Hymn – Hymn No 522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English_HCS_20260214_104714</dc:title>
  <dc:creator>Mar Thoma Syrian Church, Singapore</dc:creator>
  <cp:lastModifiedBy>Rosmin Elsa Mohan</cp:lastModifiedBy>
  <cp:revision>753</cp:revision>
  <dcterms:created xsi:type="dcterms:W3CDTF">2020-09-02T02:55:07Z</dcterms:created>
  <dcterms:modified xsi:type="dcterms:W3CDTF">2026-02-03T16:09:05Z</dcterms:modified>
  <dc:subject>English Holy Communion Service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