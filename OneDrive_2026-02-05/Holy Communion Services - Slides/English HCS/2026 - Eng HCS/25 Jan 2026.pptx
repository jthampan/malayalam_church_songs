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9"/>
  </p:notesMasterIdLst>
  <p:handoutMasterIdLst>
    <p:handoutMasterId r:id="rId60"/>
  </p:handoutMasterIdLst>
  <p:sldIdLst>
    <p:sldId id="1727" r:id="rId7"/>
    <p:sldId id="1915" r:id="rId8"/>
    <p:sldId id="813" r:id="rId9"/>
    <p:sldId id="2098" r:id="rId10"/>
    <p:sldId id="2129" r:id="rId11"/>
    <p:sldId id="2130" r:id="rId12"/>
    <p:sldId id="2131" r:id="rId13"/>
    <p:sldId id="821" r:id="rId14"/>
    <p:sldId id="2128" r:id="rId15"/>
    <p:sldId id="2152" r:id="rId16"/>
    <p:sldId id="2127" r:id="rId17"/>
    <p:sldId id="851" r:id="rId18"/>
    <p:sldId id="2021" r:id="rId19"/>
    <p:sldId id="822" r:id="rId20"/>
    <p:sldId id="2156" r:id="rId21"/>
    <p:sldId id="2133" r:id="rId22"/>
    <p:sldId id="2134" r:id="rId23"/>
    <p:sldId id="2096" r:id="rId24"/>
    <p:sldId id="2084" r:id="rId25"/>
    <p:sldId id="1388" r:id="rId26"/>
    <p:sldId id="2045" r:id="rId27"/>
    <p:sldId id="2135" r:id="rId28"/>
    <p:sldId id="2136" r:id="rId29"/>
    <p:sldId id="2137" r:id="rId30"/>
    <p:sldId id="1829" r:id="rId31"/>
    <p:sldId id="2064" r:id="rId32"/>
    <p:sldId id="2153" r:id="rId33"/>
    <p:sldId id="2138" r:id="rId34"/>
    <p:sldId id="2139" r:id="rId35"/>
    <p:sldId id="2140" r:id="rId36"/>
    <p:sldId id="2141" r:id="rId37"/>
    <p:sldId id="2142" r:id="rId38"/>
    <p:sldId id="2154" r:id="rId39"/>
    <p:sldId id="2155" r:id="rId40"/>
    <p:sldId id="2016" r:id="rId41"/>
    <p:sldId id="2030" r:id="rId42"/>
    <p:sldId id="2143" r:id="rId43"/>
    <p:sldId id="1826" r:id="rId44"/>
    <p:sldId id="1827" r:id="rId45"/>
    <p:sldId id="2144" r:id="rId46"/>
    <p:sldId id="2102" r:id="rId47"/>
    <p:sldId id="2103" r:id="rId48"/>
    <p:sldId id="2145" r:id="rId49"/>
    <p:sldId id="2146" r:id="rId50"/>
    <p:sldId id="2147" r:id="rId51"/>
    <p:sldId id="2125" r:id="rId52"/>
    <p:sldId id="2148" r:id="rId53"/>
    <p:sldId id="2149" r:id="rId54"/>
    <p:sldId id="2150" r:id="rId55"/>
    <p:sldId id="2151" r:id="rId56"/>
    <p:sldId id="820" r:id="rId57"/>
    <p:sldId id="858" r:id="rId5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1475F-8966-40ED-BD8F-C99D4ED93EAC}" v="207" dt="2026-01-23T09:31:36.988"/>
    <p1510:client id="{F62114E1-1E7D-46F1-AD9D-E82B5D2E2A49}" v="2" dt="2026-01-24T02:03:18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4"/>
    <p:restoredTop sz="94679"/>
  </p:normalViewPr>
  <p:slideViewPr>
    <p:cSldViewPr snapToGrid="0">
      <p:cViewPr varScale="1">
        <p:scale>
          <a:sx n="49" d="100"/>
          <a:sy n="49" d="100"/>
        </p:scale>
        <p:origin x="1443" y="26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viewProps" Target="viewProps.xml"/><Relationship Id="rId68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commentAuthors" Target="commentAuthor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67" Type="http://schemas.microsoft.com/office/2015/10/relationships/revisionInfo" Target="revisionInfo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Windows Live" clId="Web-{D403B6EA-35F1-4C5B-A79E-0FEF5F3883B2}"/>
    <pc:docChg chg="addSld delSld modSld sldOrd">
      <pc:chgData name="Sini Mathew" userId="3875fe58a975fc01" providerId="Windows Live" clId="Web-{D403B6EA-35F1-4C5B-A79E-0FEF5F3883B2}" dt="2026-01-08T15:09:11.519" v="398" actId="1076"/>
      <pc:docMkLst>
        <pc:docMk/>
      </pc:docMkLst>
      <pc:sldChg chg="modSp">
        <pc:chgData name="Sini Mathew" userId="3875fe58a975fc01" providerId="Windows Live" clId="Web-{D403B6EA-35F1-4C5B-A79E-0FEF5F3883B2}" dt="2026-01-08T15:09:11.519" v="398" actId="1076"/>
        <pc:sldMkLst>
          <pc:docMk/>
          <pc:sldMk cId="3441406009" sldId="858"/>
        </pc:sldMkLst>
        <pc:spChg chg="mod">
          <ac:chgData name="Sini Mathew" userId="3875fe58a975fc01" providerId="Windows Live" clId="Web-{D403B6EA-35F1-4C5B-A79E-0FEF5F3883B2}" dt="2026-01-08T15:09:11.519" v="398" actId="1076"/>
          <ac:spMkLst>
            <pc:docMk/>
            <pc:sldMk cId="3441406009" sldId="858"/>
            <ac:spMk id="6" creationId="{9D3434FD-5B1E-3C7F-A00C-67FC8348CA2B}"/>
          </ac:spMkLst>
        </pc:spChg>
      </pc:sldChg>
      <pc:sldChg chg="modSp">
        <pc:chgData name="Sini Mathew" userId="3875fe58a975fc01" providerId="Windows Live" clId="Web-{D403B6EA-35F1-4C5B-A79E-0FEF5F3883B2}" dt="2026-01-08T14:43:30.816" v="206" actId="20577"/>
        <pc:sldMkLst>
          <pc:docMk/>
          <pc:sldMk cId="3359142403" sldId="1827"/>
        </pc:sldMkLst>
        <pc:spChg chg="mod">
          <ac:chgData name="Sini Mathew" userId="3875fe58a975fc01" providerId="Windows Live" clId="Web-{D403B6EA-35F1-4C5B-A79E-0FEF5F3883B2}" dt="2026-01-08T14:43:30.816" v="206" actId="20577"/>
          <ac:spMkLst>
            <pc:docMk/>
            <pc:sldMk cId="3359142403" sldId="1827"/>
            <ac:spMk id="3" creationId="{8628133F-E1AA-309B-99CC-1F9AE6F5F7C4}"/>
          </ac:spMkLst>
        </pc:spChg>
        <pc:spChg chg="mod">
          <ac:chgData name="Sini Mathew" userId="3875fe58a975fc01" providerId="Windows Live" clId="Web-{D403B6EA-35F1-4C5B-A79E-0FEF5F3883B2}" dt="2026-01-08T14:42:43.378" v="190" actId="20577"/>
          <ac:spMkLst>
            <pc:docMk/>
            <pc:sldMk cId="3359142403" sldId="1827"/>
            <ac:spMk id="4" creationId="{518E5F5E-AFCD-CA89-E3DF-EB5B7465010C}"/>
          </ac:spMkLst>
        </pc:spChg>
      </pc:sldChg>
      <pc:sldChg chg="modSp">
        <pc:chgData name="Sini Mathew" userId="3875fe58a975fc01" providerId="Windows Live" clId="Web-{D403B6EA-35F1-4C5B-A79E-0FEF5F3883B2}" dt="2026-01-08T14:38:26.778" v="145" actId="20577"/>
        <pc:sldMkLst>
          <pc:docMk/>
          <pc:sldMk cId="1973655286" sldId="2030"/>
        </pc:sldMkLst>
        <pc:spChg chg="mod">
          <ac:chgData name="Sini Mathew" userId="3875fe58a975fc01" providerId="Windows Live" clId="Web-{D403B6EA-35F1-4C5B-A79E-0FEF5F3883B2}" dt="2026-01-08T14:38:26.778" v="145" actId="20577"/>
          <ac:spMkLst>
            <pc:docMk/>
            <pc:sldMk cId="1973655286" sldId="2030"/>
            <ac:spMk id="4" creationId="{4B2E8C10-8BFC-A8B2-9E87-AAAAEB299522}"/>
          </ac:spMkLst>
        </pc:spChg>
        <pc:spChg chg="mod">
          <ac:chgData name="Sini Mathew" userId="3875fe58a975fc01" providerId="Windows Live" clId="Web-{D403B6EA-35F1-4C5B-A79E-0FEF5F3883B2}" dt="2026-01-08T14:38:19.013" v="144" actId="1076"/>
          <ac:spMkLst>
            <pc:docMk/>
            <pc:sldMk cId="1973655286" sldId="2030"/>
            <ac:spMk id="5" creationId="{926996FC-7BB5-D668-936B-F1ED24CFF455}"/>
          </ac:spMkLst>
        </pc:spChg>
      </pc:sldChg>
      <pc:sldChg chg="modSp">
        <pc:chgData name="Sini Mathew" userId="3875fe58a975fc01" providerId="Windows Live" clId="Web-{D403B6EA-35F1-4C5B-A79E-0FEF5F3883B2}" dt="2026-01-08T14:22:21.999" v="16" actId="20577"/>
        <pc:sldMkLst>
          <pc:docMk/>
          <pc:sldMk cId="1830807856" sldId="2045"/>
        </pc:sldMkLst>
        <pc:spChg chg="mod">
          <ac:chgData name="Sini Mathew" userId="3875fe58a975fc01" providerId="Windows Live" clId="Web-{D403B6EA-35F1-4C5B-A79E-0FEF5F3883B2}" dt="2026-01-08T14:22:21.999" v="16" actId="20577"/>
          <ac:spMkLst>
            <pc:docMk/>
            <pc:sldMk cId="1830807856" sldId="2045"/>
            <ac:spMk id="3" creationId="{93B1FD4B-6168-F9C2-BBBC-CEAFA1B1FEEC}"/>
          </ac:spMkLst>
        </pc:spChg>
      </pc:sldChg>
      <pc:sldChg chg="modSp">
        <pc:chgData name="Sini Mathew" userId="3875fe58a975fc01" providerId="Windows Live" clId="Web-{D403B6EA-35F1-4C5B-A79E-0FEF5F3883B2}" dt="2026-01-08T14:34:48.957" v="101" actId="20577"/>
        <pc:sldMkLst>
          <pc:docMk/>
          <pc:sldMk cId="1319081704" sldId="2064"/>
        </pc:sldMkLst>
        <pc:spChg chg="mod">
          <ac:chgData name="Sini Mathew" userId="3875fe58a975fc01" providerId="Windows Live" clId="Web-{D403B6EA-35F1-4C5B-A79E-0FEF5F3883B2}" dt="2026-01-08T14:34:37.347" v="100" actId="20577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Sini Mathew" userId="3875fe58a975fc01" providerId="Windows Live" clId="Web-{D403B6EA-35F1-4C5B-A79E-0FEF5F3883B2}" dt="2026-01-08T14:34:48.957" v="101" actId="20577"/>
          <ac:spMkLst>
            <pc:docMk/>
            <pc:sldMk cId="1319081704" sldId="2064"/>
            <ac:spMk id="4" creationId="{FAF6E6BE-F279-39E6-CFCC-E5BD578A9CFB}"/>
          </ac:spMkLst>
        </pc:spChg>
        <pc:spChg chg="mod">
          <ac:chgData name="Sini Mathew" userId="3875fe58a975fc01" providerId="Windows Live" clId="Web-{D403B6EA-35F1-4C5B-A79E-0FEF5F3883B2}" dt="2026-01-08T14:30:35.926" v="71" actId="20577"/>
          <ac:spMkLst>
            <pc:docMk/>
            <pc:sldMk cId="1319081704" sldId="2064"/>
            <ac:spMk id="6" creationId="{02FCB3C4-ACB9-4791-CF0B-D2D340BB7563}"/>
          </ac:spMkLst>
        </pc:spChg>
      </pc:sldChg>
      <pc:sldChg chg="modSp">
        <pc:chgData name="Sini Mathew" userId="3875fe58a975fc01" providerId="Windows Live" clId="Web-{D403B6EA-35F1-4C5B-A79E-0FEF5F3883B2}" dt="2026-01-08T14:22:01.374" v="13" actId="20577"/>
        <pc:sldMkLst>
          <pc:docMk/>
          <pc:sldMk cId="3446764061" sldId="2084"/>
        </pc:sldMkLst>
        <pc:spChg chg="mod">
          <ac:chgData name="Sini Mathew" userId="3875fe58a975fc01" providerId="Windows Live" clId="Web-{D403B6EA-35F1-4C5B-A79E-0FEF5F3883B2}" dt="2026-01-08T14:22:01.374" v="13" actId="20577"/>
          <ac:spMkLst>
            <pc:docMk/>
            <pc:sldMk cId="3446764061" sldId="2084"/>
            <ac:spMk id="3" creationId="{0DE0EE40-AD2A-7FF7-ED3F-0E3DEC637D3A}"/>
          </ac:spMkLst>
        </pc:spChg>
      </pc:sldChg>
      <pc:sldChg chg="addSp delSp modSp">
        <pc:chgData name="Sini Mathew" userId="3875fe58a975fc01" providerId="Windows Live" clId="Web-{D403B6EA-35F1-4C5B-A79E-0FEF5F3883B2}" dt="2026-01-08T14:53:44.436" v="285" actId="20577"/>
        <pc:sldMkLst>
          <pc:docMk/>
          <pc:sldMk cId="1692982534" sldId="2103"/>
        </pc:sldMkLst>
        <pc:spChg chg="mod">
          <ac:chgData name="Sini Mathew" userId="3875fe58a975fc01" providerId="Windows Live" clId="Web-{D403B6EA-35F1-4C5B-A79E-0FEF5F3883B2}" dt="2026-01-08T14:53:44.436" v="285" actId="20577"/>
          <ac:spMkLst>
            <pc:docMk/>
            <pc:sldMk cId="1692982534" sldId="2103"/>
            <ac:spMk id="4" creationId="{DC14B2BA-FAEA-2DEF-E046-E5A93A12F97D}"/>
          </ac:spMkLst>
        </pc:spChg>
        <pc:spChg chg="add">
          <ac:chgData name="Sini Mathew" userId="3875fe58a975fc01" providerId="Windows Live" clId="Web-{D403B6EA-35F1-4C5B-A79E-0FEF5F3883B2}" dt="2026-01-08T14:49:12.414" v="241"/>
          <ac:spMkLst>
            <pc:docMk/>
            <pc:sldMk cId="1692982534" sldId="2103"/>
            <ac:spMk id="7" creationId="{A761D3A7-5E88-DCB9-FDFD-146613F62C36}"/>
          </ac:spMkLst>
        </pc:spChg>
      </pc:sldChg>
      <pc:sldChg chg="modSp add replId">
        <pc:chgData name="Sini Mathew" userId="3875fe58a975fc01" providerId="Windows Live" clId="Web-{D403B6EA-35F1-4C5B-A79E-0FEF5F3883B2}" dt="2026-01-08T14:25:21.422" v="42" actId="20577"/>
        <pc:sldMkLst>
          <pc:docMk/>
          <pc:sldMk cId="3455739755" sldId="2135"/>
        </pc:sldMkLst>
        <pc:spChg chg="mod">
          <ac:chgData name="Sini Mathew" userId="3875fe58a975fc01" providerId="Windows Live" clId="Web-{D403B6EA-35F1-4C5B-A79E-0FEF5F3883B2}" dt="2026-01-08T14:23:12.031" v="23" actId="20577"/>
          <ac:spMkLst>
            <pc:docMk/>
            <pc:sldMk cId="3455739755" sldId="2135"/>
            <ac:spMk id="3" creationId="{45095E01-F81B-820C-BF0A-A30557834915}"/>
          </ac:spMkLst>
        </pc:spChg>
        <pc:spChg chg="mod">
          <ac:chgData name="Sini Mathew" userId="3875fe58a975fc01" providerId="Windows Live" clId="Web-{D403B6EA-35F1-4C5B-A79E-0FEF5F3883B2}" dt="2026-01-08T14:25:21.422" v="42" actId="20577"/>
          <ac:spMkLst>
            <pc:docMk/>
            <pc:sldMk cId="3455739755" sldId="2135"/>
            <ac:spMk id="4" creationId="{CA2C35DF-0471-0F06-6751-CA3002CBD768}"/>
          </ac:spMkLst>
        </pc:spChg>
      </pc:sldChg>
      <pc:sldChg chg="modSp add replId">
        <pc:chgData name="Sini Mathew" userId="3875fe58a975fc01" providerId="Windows Live" clId="Web-{D403B6EA-35F1-4C5B-A79E-0FEF5F3883B2}" dt="2026-01-08T14:25:15.469" v="41" actId="20577"/>
        <pc:sldMkLst>
          <pc:docMk/>
          <pc:sldMk cId="3809792475" sldId="2136"/>
        </pc:sldMkLst>
        <pc:spChg chg="mod">
          <ac:chgData name="Sini Mathew" userId="3875fe58a975fc01" providerId="Windows Live" clId="Web-{D403B6EA-35F1-4C5B-A79E-0FEF5F3883B2}" dt="2026-01-08T14:24:01.219" v="30" actId="20577"/>
          <ac:spMkLst>
            <pc:docMk/>
            <pc:sldMk cId="3809792475" sldId="2136"/>
            <ac:spMk id="3" creationId="{6A5F91D3-B77F-4B50-882C-AE0049A615EC}"/>
          </ac:spMkLst>
        </pc:spChg>
        <pc:spChg chg="mod">
          <ac:chgData name="Sini Mathew" userId="3875fe58a975fc01" providerId="Windows Live" clId="Web-{D403B6EA-35F1-4C5B-A79E-0FEF5F3883B2}" dt="2026-01-08T14:25:15.469" v="41" actId="20577"/>
          <ac:spMkLst>
            <pc:docMk/>
            <pc:sldMk cId="3809792475" sldId="2136"/>
            <ac:spMk id="4" creationId="{335C4507-4D1B-0B9A-5389-B7A6F2229B62}"/>
          </ac:spMkLst>
        </pc:spChg>
      </pc:sldChg>
      <pc:sldChg chg="modSp add replId">
        <pc:chgData name="Sini Mathew" userId="3875fe58a975fc01" providerId="Windows Live" clId="Web-{D403B6EA-35F1-4C5B-A79E-0FEF5F3883B2}" dt="2026-01-08T14:25:08.109" v="39" actId="20577"/>
        <pc:sldMkLst>
          <pc:docMk/>
          <pc:sldMk cId="3791090576" sldId="2137"/>
        </pc:sldMkLst>
        <pc:spChg chg="mod">
          <ac:chgData name="Sini Mathew" userId="3875fe58a975fc01" providerId="Windows Live" clId="Web-{D403B6EA-35F1-4C5B-A79E-0FEF5F3883B2}" dt="2026-01-08T14:24:59.547" v="37" actId="20577"/>
          <ac:spMkLst>
            <pc:docMk/>
            <pc:sldMk cId="3791090576" sldId="2137"/>
            <ac:spMk id="3" creationId="{F0C6BD0A-7A50-2FCE-420E-9BD87E5060F2}"/>
          </ac:spMkLst>
        </pc:spChg>
        <pc:spChg chg="mod">
          <ac:chgData name="Sini Mathew" userId="3875fe58a975fc01" providerId="Windows Live" clId="Web-{D403B6EA-35F1-4C5B-A79E-0FEF5F3883B2}" dt="2026-01-08T14:25:08.109" v="39" actId="20577"/>
          <ac:spMkLst>
            <pc:docMk/>
            <pc:sldMk cId="3791090576" sldId="2137"/>
            <ac:spMk id="4" creationId="{B185A9F5-5E7E-D00A-6388-5AFC0B7A7ABE}"/>
          </ac:spMkLst>
        </pc:spChg>
      </pc:sldChg>
      <pc:sldChg chg="modSp add replId">
        <pc:chgData name="Sini Mathew" userId="3875fe58a975fc01" providerId="Windows Live" clId="Web-{D403B6EA-35F1-4C5B-A79E-0FEF5F3883B2}" dt="2026-01-08T14:35:01.317" v="105" actId="20577"/>
        <pc:sldMkLst>
          <pc:docMk/>
          <pc:sldMk cId="805387819" sldId="2138"/>
        </pc:sldMkLst>
        <pc:spChg chg="mod">
          <ac:chgData name="Sini Mathew" userId="3875fe58a975fc01" providerId="Windows Live" clId="Web-{D403B6EA-35F1-4C5B-A79E-0FEF5F3883B2}" dt="2026-01-08T14:34:32.737" v="99" actId="20577"/>
          <ac:spMkLst>
            <pc:docMk/>
            <pc:sldMk cId="805387819" sldId="2138"/>
            <ac:spMk id="2" creationId="{FF79E13A-7AF4-2D42-DB89-D5836EEB3794}"/>
          </ac:spMkLst>
        </pc:spChg>
        <pc:spChg chg="mod">
          <ac:chgData name="Sini Mathew" userId="3875fe58a975fc01" providerId="Windows Live" clId="Web-{D403B6EA-35F1-4C5B-A79E-0FEF5F3883B2}" dt="2026-01-08T14:35:01.317" v="105" actId="20577"/>
          <ac:spMkLst>
            <pc:docMk/>
            <pc:sldMk cId="805387819" sldId="2138"/>
            <ac:spMk id="4" creationId="{12650B86-F991-4B79-0092-91F0836D6408}"/>
          </ac:spMkLst>
        </pc:spChg>
        <pc:spChg chg="mod">
          <ac:chgData name="Sini Mathew" userId="3875fe58a975fc01" providerId="Windows Live" clId="Web-{D403B6EA-35F1-4C5B-A79E-0FEF5F3883B2}" dt="2026-01-08T14:29:50.145" v="70" actId="1076"/>
          <ac:spMkLst>
            <pc:docMk/>
            <pc:sldMk cId="805387819" sldId="2138"/>
            <ac:spMk id="6" creationId="{97EA4B4A-551A-0CE1-5D4B-E960A6950308}"/>
          </ac:spMkLst>
        </pc:spChg>
      </pc:sldChg>
      <pc:sldChg chg="modSp add ord replId">
        <pc:chgData name="Sini Mathew" userId="3875fe58a975fc01" providerId="Windows Live" clId="Web-{D403B6EA-35F1-4C5B-A79E-0FEF5F3883B2}" dt="2026-01-08T14:35:10.817" v="107" actId="20577"/>
        <pc:sldMkLst>
          <pc:docMk/>
          <pc:sldMk cId="2102673140" sldId="2139"/>
        </pc:sldMkLst>
        <pc:spChg chg="mod">
          <ac:chgData name="Sini Mathew" userId="3875fe58a975fc01" providerId="Windows Live" clId="Web-{D403B6EA-35F1-4C5B-A79E-0FEF5F3883B2}" dt="2026-01-08T14:34:28.050" v="98" actId="20577"/>
          <ac:spMkLst>
            <pc:docMk/>
            <pc:sldMk cId="2102673140" sldId="2139"/>
            <ac:spMk id="2" creationId="{9B1BF82C-0CD3-31D1-471C-F2BA1BC83AB7}"/>
          </ac:spMkLst>
        </pc:spChg>
        <pc:spChg chg="mod">
          <ac:chgData name="Sini Mathew" userId="3875fe58a975fc01" providerId="Windows Live" clId="Web-{D403B6EA-35F1-4C5B-A79E-0FEF5F3883B2}" dt="2026-01-08T14:35:10.817" v="107" actId="20577"/>
          <ac:spMkLst>
            <pc:docMk/>
            <pc:sldMk cId="2102673140" sldId="2139"/>
            <ac:spMk id="4" creationId="{118FE031-446F-C29C-4AD1-FF2DA27C763F}"/>
          </ac:spMkLst>
        </pc:spChg>
        <pc:spChg chg="mod">
          <ac:chgData name="Sini Mathew" userId="3875fe58a975fc01" providerId="Windows Live" clId="Web-{D403B6EA-35F1-4C5B-A79E-0FEF5F3883B2}" dt="2026-01-08T14:32:20.380" v="81" actId="1076"/>
          <ac:spMkLst>
            <pc:docMk/>
            <pc:sldMk cId="2102673140" sldId="2139"/>
            <ac:spMk id="6" creationId="{23A2E14E-92EA-07E4-2C81-A7E74083B941}"/>
          </ac:spMkLst>
        </pc:spChg>
      </pc:sldChg>
      <pc:sldChg chg="modSp add ord replId">
        <pc:chgData name="Sini Mathew" userId="3875fe58a975fc01" providerId="Windows Live" clId="Web-{D403B6EA-35F1-4C5B-A79E-0FEF5F3883B2}" dt="2026-01-08T14:35:21.162" v="110" actId="20577"/>
        <pc:sldMkLst>
          <pc:docMk/>
          <pc:sldMk cId="1805109061" sldId="2140"/>
        </pc:sldMkLst>
        <pc:spChg chg="mod">
          <ac:chgData name="Sini Mathew" userId="3875fe58a975fc01" providerId="Windows Live" clId="Web-{D403B6EA-35F1-4C5B-A79E-0FEF5F3883B2}" dt="2026-01-08T14:34:23.831" v="97" actId="20577"/>
          <ac:spMkLst>
            <pc:docMk/>
            <pc:sldMk cId="1805109061" sldId="2140"/>
            <ac:spMk id="2" creationId="{174E7333-1863-5CCF-373A-C6C9DB344CE8}"/>
          </ac:spMkLst>
        </pc:spChg>
        <pc:spChg chg="mod">
          <ac:chgData name="Sini Mathew" userId="3875fe58a975fc01" providerId="Windows Live" clId="Web-{D403B6EA-35F1-4C5B-A79E-0FEF5F3883B2}" dt="2026-01-08T14:35:21.162" v="110" actId="20577"/>
          <ac:spMkLst>
            <pc:docMk/>
            <pc:sldMk cId="1805109061" sldId="2140"/>
            <ac:spMk id="4" creationId="{DF711DF1-DB90-B685-C247-AD154F402A2B}"/>
          </ac:spMkLst>
        </pc:spChg>
      </pc:sldChg>
      <pc:sldChg chg="modSp add ord replId">
        <pc:chgData name="Sini Mathew" userId="3875fe58a975fc01" providerId="Windows Live" clId="Web-{D403B6EA-35F1-4C5B-A79E-0FEF5F3883B2}" dt="2026-01-08T14:35:28.506" v="112" actId="20577"/>
        <pc:sldMkLst>
          <pc:docMk/>
          <pc:sldMk cId="2256332401" sldId="2141"/>
        </pc:sldMkLst>
        <pc:spChg chg="mod">
          <ac:chgData name="Sini Mathew" userId="3875fe58a975fc01" providerId="Windows Live" clId="Web-{D403B6EA-35F1-4C5B-A79E-0FEF5F3883B2}" dt="2026-01-08T14:34:04.735" v="93" actId="20577"/>
          <ac:spMkLst>
            <pc:docMk/>
            <pc:sldMk cId="2256332401" sldId="2141"/>
            <ac:spMk id="2" creationId="{6F3A9613-FA22-C1A2-02E1-B17B6E102E20}"/>
          </ac:spMkLst>
        </pc:spChg>
        <pc:spChg chg="mod">
          <ac:chgData name="Sini Mathew" userId="3875fe58a975fc01" providerId="Windows Live" clId="Web-{D403B6EA-35F1-4C5B-A79E-0FEF5F3883B2}" dt="2026-01-08T14:35:28.506" v="112" actId="20577"/>
          <ac:spMkLst>
            <pc:docMk/>
            <pc:sldMk cId="2256332401" sldId="2141"/>
            <ac:spMk id="4" creationId="{A6B45D6C-3550-5BFA-4B61-D044D56CF630}"/>
          </ac:spMkLst>
        </pc:spChg>
        <pc:spChg chg="mod">
          <ac:chgData name="Sini Mathew" userId="3875fe58a975fc01" providerId="Windows Live" clId="Web-{D403B6EA-35F1-4C5B-A79E-0FEF5F3883B2}" dt="2026-01-08T14:34:00.391" v="92" actId="20577"/>
          <ac:spMkLst>
            <pc:docMk/>
            <pc:sldMk cId="2256332401" sldId="2141"/>
            <ac:spMk id="6" creationId="{41972D02-7E5D-C094-8F4C-BA61B164E37C}"/>
          </ac:spMkLst>
        </pc:spChg>
      </pc:sldChg>
      <pc:sldChg chg="modSp add ord replId">
        <pc:chgData name="Sini Mathew" userId="3875fe58a975fc01" providerId="Windows Live" clId="Web-{D403B6EA-35F1-4C5B-A79E-0FEF5F3883B2}" dt="2026-01-08T14:35:36.366" v="115" actId="20577"/>
        <pc:sldMkLst>
          <pc:docMk/>
          <pc:sldMk cId="3143524151" sldId="2142"/>
        </pc:sldMkLst>
        <pc:spChg chg="mod">
          <ac:chgData name="Sini Mathew" userId="3875fe58a975fc01" providerId="Windows Live" clId="Web-{D403B6EA-35F1-4C5B-A79E-0FEF5F3883B2}" dt="2026-01-08T14:34:19.487" v="96" actId="20577"/>
          <ac:spMkLst>
            <pc:docMk/>
            <pc:sldMk cId="3143524151" sldId="2142"/>
            <ac:spMk id="2" creationId="{2AFE53FB-CF12-A7A4-3062-5FBFE978EA4F}"/>
          </ac:spMkLst>
        </pc:spChg>
        <pc:spChg chg="mod">
          <ac:chgData name="Sini Mathew" userId="3875fe58a975fc01" providerId="Windows Live" clId="Web-{D403B6EA-35F1-4C5B-A79E-0FEF5F3883B2}" dt="2026-01-08T14:35:36.366" v="115" actId="20577"/>
          <ac:spMkLst>
            <pc:docMk/>
            <pc:sldMk cId="3143524151" sldId="2142"/>
            <ac:spMk id="4" creationId="{4BE10F80-DB6B-178D-81CD-486283EE0E79}"/>
          </ac:spMkLst>
        </pc:spChg>
      </pc:sldChg>
      <pc:sldChg chg="modSp add replId">
        <pc:chgData name="Sini Mathew" userId="3875fe58a975fc01" providerId="Windows Live" clId="Web-{D403B6EA-35F1-4C5B-A79E-0FEF5F3883B2}" dt="2026-01-08T14:39:52.483" v="168" actId="20577"/>
        <pc:sldMkLst>
          <pc:docMk/>
          <pc:sldMk cId="1897108795" sldId="2143"/>
        </pc:sldMkLst>
        <pc:spChg chg="mod">
          <ac:chgData name="Sini Mathew" userId="3875fe58a975fc01" providerId="Windows Live" clId="Web-{D403B6EA-35F1-4C5B-A79E-0FEF5F3883B2}" dt="2026-01-08T14:39:52.483" v="168" actId="20577"/>
          <ac:spMkLst>
            <pc:docMk/>
            <pc:sldMk cId="1897108795" sldId="2143"/>
            <ac:spMk id="4" creationId="{86C84316-3630-508E-6AB4-5048FBEBFEEA}"/>
          </ac:spMkLst>
        </pc:spChg>
        <pc:spChg chg="mod">
          <ac:chgData name="Sini Mathew" userId="3875fe58a975fc01" providerId="Windows Live" clId="Web-{D403B6EA-35F1-4C5B-A79E-0FEF5F3883B2}" dt="2026-01-08T14:39:46.280" v="167" actId="20577"/>
          <ac:spMkLst>
            <pc:docMk/>
            <pc:sldMk cId="1897108795" sldId="2143"/>
            <ac:spMk id="5" creationId="{23FFBFE2-8500-03A1-67A2-DB69E3B48279}"/>
          </ac:spMkLst>
        </pc:spChg>
      </pc:sldChg>
      <pc:sldChg chg="modSp add replId">
        <pc:chgData name="Sini Mathew" userId="3875fe58a975fc01" providerId="Windows Live" clId="Web-{D403B6EA-35F1-4C5B-A79E-0FEF5F3883B2}" dt="2026-01-08T14:46:35.100" v="229" actId="20577"/>
        <pc:sldMkLst>
          <pc:docMk/>
          <pc:sldMk cId="2064225778" sldId="2144"/>
        </pc:sldMkLst>
        <pc:spChg chg="mod">
          <ac:chgData name="Sini Mathew" userId="3875fe58a975fc01" providerId="Windows Live" clId="Web-{D403B6EA-35F1-4C5B-A79E-0FEF5F3883B2}" dt="2026-01-08T14:46:27.663" v="228" actId="20577"/>
          <ac:spMkLst>
            <pc:docMk/>
            <pc:sldMk cId="2064225778" sldId="2144"/>
            <ac:spMk id="3" creationId="{E8052A46-8B80-A7B2-C7E5-EF2A50115092}"/>
          </ac:spMkLst>
        </pc:spChg>
        <pc:spChg chg="mod">
          <ac:chgData name="Sini Mathew" userId="3875fe58a975fc01" providerId="Windows Live" clId="Web-{D403B6EA-35F1-4C5B-A79E-0FEF5F3883B2}" dt="2026-01-08T14:46:35.100" v="229" actId="20577"/>
          <ac:spMkLst>
            <pc:docMk/>
            <pc:sldMk cId="2064225778" sldId="2144"/>
            <ac:spMk id="4" creationId="{5A6F2FEF-895F-BB72-33F4-FAAC4DA7C8A1}"/>
          </ac:spMkLst>
        </pc:spChg>
      </pc:sldChg>
      <pc:sldChg chg="modSp add replId">
        <pc:chgData name="Sini Mathew" userId="3875fe58a975fc01" providerId="Windows Live" clId="Web-{D403B6EA-35F1-4C5B-A79E-0FEF5F3883B2}" dt="2026-01-08T14:53:52.406" v="288" actId="20577"/>
        <pc:sldMkLst>
          <pc:docMk/>
          <pc:sldMk cId="3711548750" sldId="2145"/>
        </pc:sldMkLst>
        <pc:spChg chg="mod">
          <ac:chgData name="Sini Mathew" userId="3875fe58a975fc01" providerId="Windows Live" clId="Web-{D403B6EA-35F1-4C5B-A79E-0FEF5F3883B2}" dt="2026-01-08T14:53:52.406" v="288" actId="20577"/>
          <ac:spMkLst>
            <pc:docMk/>
            <pc:sldMk cId="3711548750" sldId="2145"/>
            <ac:spMk id="4" creationId="{5E7B999A-82CC-5A85-F6E6-658CFDF7A3B7}"/>
          </ac:spMkLst>
        </pc:spChg>
        <pc:spChg chg="mod">
          <ac:chgData name="Sini Mathew" userId="3875fe58a975fc01" providerId="Windows Live" clId="Web-{D403B6EA-35F1-4C5B-A79E-0FEF5F3883B2}" dt="2026-01-08T14:50:38.258" v="252" actId="20577"/>
          <ac:spMkLst>
            <pc:docMk/>
            <pc:sldMk cId="3711548750" sldId="2145"/>
            <ac:spMk id="7" creationId="{06D80E11-921A-25D3-9DCB-B2901DEBFDB5}"/>
          </ac:spMkLst>
        </pc:spChg>
      </pc:sldChg>
      <pc:sldChg chg="modSp add replId">
        <pc:chgData name="Sini Mathew" userId="3875fe58a975fc01" providerId="Windows Live" clId="Web-{D403B6EA-35F1-4C5B-A79E-0FEF5F3883B2}" dt="2026-01-08T14:54:01.297" v="290" actId="20577"/>
        <pc:sldMkLst>
          <pc:docMk/>
          <pc:sldMk cId="4207643102" sldId="2146"/>
        </pc:sldMkLst>
        <pc:spChg chg="mod">
          <ac:chgData name="Sini Mathew" userId="3875fe58a975fc01" providerId="Windows Live" clId="Web-{D403B6EA-35F1-4C5B-A79E-0FEF5F3883B2}" dt="2026-01-08T14:54:01.297" v="290" actId="20577"/>
          <ac:spMkLst>
            <pc:docMk/>
            <pc:sldMk cId="4207643102" sldId="2146"/>
            <ac:spMk id="4" creationId="{7D0F8FAF-6C1B-26E8-5D86-FD163228E14A}"/>
          </ac:spMkLst>
        </pc:spChg>
        <pc:spChg chg="mod">
          <ac:chgData name="Sini Mathew" userId="3875fe58a975fc01" providerId="Windows Live" clId="Web-{D403B6EA-35F1-4C5B-A79E-0FEF5F3883B2}" dt="2026-01-08T14:51:52.696" v="262" actId="20577"/>
          <ac:spMkLst>
            <pc:docMk/>
            <pc:sldMk cId="4207643102" sldId="2146"/>
            <ac:spMk id="7" creationId="{AE4646A7-1834-7475-A22D-B31807C6F8DC}"/>
          </ac:spMkLst>
        </pc:spChg>
      </pc:sldChg>
      <pc:sldChg chg="modSp add replId">
        <pc:chgData name="Sini Mathew" userId="3875fe58a975fc01" providerId="Windows Live" clId="Web-{D403B6EA-35F1-4C5B-A79E-0FEF5F3883B2}" dt="2026-01-08T14:59:25.756" v="341" actId="1076"/>
        <pc:sldMkLst>
          <pc:docMk/>
          <pc:sldMk cId="1746283583" sldId="2147"/>
        </pc:sldMkLst>
        <pc:spChg chg="mod">
          <ac:chgData name="Sini Mathew" userId="3875fe58a975fc01" providerId="Windows Live" clId="Web-{D403B6EA-35F1-4C5B-A79E-0FEF5F3883B2}" dt="2026-01-08T14:54:09.609" v="293" actId="20577"/>
          <ac:spMkLst>
            <pc:docMk/>
            <pc:sldMk cId="1746283583" sldId="2147"/>
            <ac:spMk id="4" creationId="{C09B08D2-92A7-68E7-79A1-88A796510EB9}"/>
          </ac:spMkLst>
        </pc:spChg>
        <pc:spChg chg="mod">
          <ac:chgData name="Sini Mathew" userId="3875fe58a975fc01" providerId="Windows Live" clId="Web-{D403B6EA-35F1-4C5B-A79E-0FEF5F3883B2}" dt="2026-01-08T14:59:25.756" v="341" actId="1076"/>
          <ac:spMkLst>
            <pc:docMk/>
            <pc:sldMk cId="1746283583" sldId="2147"/>
            <ac:spMk id="7" creationId="{2415C22C-1605-50AE-0706-715346A5116E}"/>
          </ac:spMkLst>
        </pc:spChg>
      </pc:sldChg>
      <pc:sldChg chg="modSp add ord replId">
        <pc:chgData name="Sini Mathew" userId="3875fe58a975fc01" providerId="Windows Live" clId="Web-{D403B6EA-35F1-4C5B-A79E-0FEF5F3883B2}" dt="2026-01-08T15:05:12.843" v="381" actId="20577"/>
        <pc:sldMkLst>
          <pc:docMk/>
          <pc:sldMk cId="617088346" sldId="2148"/>
        </pc:sldMkLst>
        <pc:spChg chg="mod">
          <ac:chgData name="Sini Mathew" userId="3875fe58a975fc01" providerId="Windows Live" clId="Web-{D403B6EA-35F1-4C5B-A79E-0FEF5F3883B2}" dt="2026-01-08T15:05:12.843" v="381" actId="20577"/>
          <ac:spMkLst>
            <pc:docMk/>
            <pc:sldMk cId="617088346" sldId="2148"/>
            <ac:spMk id="4" creationId="{FF4E2B3F-FD55-8DBC-FF78-5C8D8532FF74}"/>
          </ac:spMkLst>
        </pc:spChg>
      </pc:sldChg>
      <pc:sldChg chg="modSp add replId">
        <pc:chgData name="Sini Mathew" userId="3875fe58a975fc01" providerId="Windows Live" clId="Web-{D403B6EA-35F1-4C5B-A79E-0FEF5F3883B2}" dt="2026-01-08T15:05:21.031" v="384" actId="20577"/>
        <pc:sldMkLst>
          <pc:docMk/>
          <pc:sldMk cId="2293550156" sldId="2149"/>
        </pc:sldMkLst>
        <pc:spChg chg="mod">
          <ac:chgData name="Sini Mathew" userId="3875fe58a975fc01" providerId="Windows Live" clId="Web-{D403B6EA-35F1-4C5B-A79E-0FEF5F3883B2}" dt="2026-01-08T15:05:21.031" v="384" actId="20577"/>
          <ac:spMkLst>
            <pc:docMk/>
            <pc:sldMk cId="2293550156" sldId="2149"/>
            <ac:spMk id="4" creationId="{52196820-F3EB-A04F-E4DD-CFCFEF150620}"/>
          </ac:spMkLst>
        </pc:spChg>
        <pc:spChg chg="mod">
          <ac:chgData name="Sini Mathew" userId="3875fe58a975fc01" providerId="Windows Live" clId="Web-{D403B6EA-35F1-4C5B-A79E-0FEF5F3883B2}" dt="2026-01-08T15:02:35.803" v="361" actId="20577"/>
          <ac:spMkLst>
            <pc:docMk/>
            <pc:sldMk cId="2293550156" sldId="2149"/>
            <ac:spMk id="7" creationId="{6347778E-045B-AE8B-91A1-B8DABB3AE6A9}"/>
          </ac:spMkLst>
        </pc:spChg>
      </pc:sldChg>
      <pc:sldChg chg="modSp add replId">
        <pc:chgData name="Sini Mathew" userId="3875fe58a975fc01" providerId="Windows Live" clId="Web-{D403B6EA-35F1-4C5B-A79E-0FEF5F3883B2}" dt="2026-01-08T15:05:30.312" v="387" actId="20577"/>
        <pc:sldMkLst>
          <pc:docMk/>
          <pc:sldMk cId="2853734393" sldId="2150"/>
        </pc:sldMkLst>
        <pc:spChg chg="mod">
          <ac:chgData name="Sini Mathew" userId="3875fe58a975fc01" providerId="Windows Live" clId="Web-{D403B6EA-35F1-4C5B-A79E-0FEF5F3883B2}" dt="2026-01-08T15:05:30.312" v="387" actId="20577"/>
          <ac:spMkLst>
            <pc:docMk/>
            <pc:sldMk cId="2853734393" sldId="2150"/>
            <ac:spMk id="4" creationId="{51B56AEE-6B58-E51D-B58D-04CAA57351A4}"/>
          </ac:spMkLst>
        </pc:spChg>
        <pc:spChg chg="mod">
          <ac:chgData name="Sini Mathew" userId="3875fe58a975fc01" providerId="Windows Live" clId="Web-{D403B6EA-35F1-4C5B-A79E-0FEF5F3883B2}" dt="2026-01-08T15:04:04.215" v="372" actId="20577"/>
          <ac:spMkLst>
            <pc:docMk/>
            <pc:sldMk cId="2853734393" sldId="2150"/>
            <ac:spMk id="7" creationId="{2797FB44-B5B3-5BB6-DCDE-D6D313905A07}"/>
          </ac:spMkLst>
        </pc:spChg>
      </pc:sldChg>
      <pc:sldChg chg="modSp add replId">
        <pc:chgData name="Sini Mathew" userId="3875fe58a975fc01" providerId="Windows Live" clId="Web-{D403B6EA-35F1-4C5B-A79E-0FEF5F3883B2}" dt="2026-01-08T15:05:37.453" v="389" actId="20577"/>
        <pc:sldMkLst>
          <pc:docMk/>
          <pc:sldMk cId="1868066379" sldId="2151"/>
        </pc:sldMkLst>
        <pc:spChg chg="mod">
          <ac:chgData name="Sini Mathew" userId="3875fe58a975fc01" providerId="Windows Live" clId="Web-{D403B6EA-35F1-4C5B-A79E-0FEF5F3883B2}" dt="2026-01-08T15:05:37.453" v="389" actId="20577"/>
          <ac:spMkLst>
            <pc:docMk/>
            <pc:sldMk cId="1868066379" sldId="2151"/>
            <ac:spMk id="4" creationId="{10D0ED9E-90E1-D686-2884-F998056CFA2D}"/>
          </ac:spMkLst>
        </pc:spChg>
        <pc:spChg chg="mod">
          <ac:chgData name="Sini Mathew" userId="3875fe58a975fc01" providerId="Windows Live" clId="Web-{D403B6EA-35F1-4C5B-A79E-0FEF5F3883B2}" dt="2026-01-08T15:04:56.967" v="379" actId="20577"/>
          <ac:spMkLst>
            <pc:docMk/>
            <pc:sldMk cId="1868066379" sldId="2151"/>
            <ac:spMk id="7" creationId="{023D51B0-CDE9-71A4-E41E-73550383D18B}"/>
          </ac:spMkLst>
        </pc:spChg>
      </pc:sldChg>
    </pc:docChg>
  </pc:docChgLst>
  <pc:docChgLst>
    <pc:chgData name="Sini Mathew" userId="3875fe58a975fc01" providerId="LiveId" clId="{01228244-6B25-4D01-85AC-4B8EA41E8750}"/>
    <pc:docChg chg="undo custSel addSld delSld modSld sldOrd">
      <pc:chgData name="Sini Mathew" userId="3875fe58a975fc01" providerId="LiveId" clId="{01228244-6B25-4D01-85AC-4B8EA41E8750}" dt="2026-01-24T02:05:36.319" v="1267" actId="20577"/>
      <pc:docMkLst>
        <pc:docMk/>
      </pc:docMkLst>
      <pc:sldChg chg="modSp mod">
        <pc:chgData name="Sini Mathew" userId="3875fe58a975fc01" providerId="LiveId" clId="{01228244-6B25-4D01-85AC-4B8EA41E8750}" dt="2026-01-06T12:22:14.482" v="26" actId="20577"/>
        <pc:sldMkLst>
          <pc:docMk/>
          <pc:sldMk cId="717388547" sldId="813"/>
        </pc:sldMkLst>
        <pc:spChg chg="mod">
          <ac:chgData name="Sini Mathew" userId="3875fe58a975fc01" providerId="LiveId" clId="{01228244-6B25-4D01-85AC-4B8EA41E8750}" dt="2026-01-06T12:22:14.482" v="26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01228244-6B25-4D01-85AC-4B8EA41E8750}" dt="2026-01-06T12:31:43.936" v="455" actId="1076"/>
        <pc:sldMkLst>
          <pc:docMk/>
          <pc:sldMk cId="3071323988" sldId="820"/>
        </pc:sldMkLst>
        <pc:spChg chg="mod">
          <ac:chgData name="Sini Mathew" userId="3875fe58a975fc01" providerId="LiveId" clId="{01228244-6B25-4D01-85AC-4B8EA41E8750}" dt="2026-01-06T12:31:43.936" v="455" actId="1076"/>
          <ac:spMkLst>
            <pc:docMk/>
            <pc:sldMk cId="3071323988" sldId="820"/>
            <ac:spMk id="2" creationId="{DCF3B4DD-D28E-D949-A750-E7C0BC73DB23}"/>
          </ac:spMkLst>
        </pc:spChg>
      </pc:sldChg>
      <pc:sldChg chg="modSp mod">
        <pc:chgData name="Sini Mathew" userId="3875fe58a975fc01" providerId="LiveId" clId="{01228244-6B25-4D01-85AC-4B8EA41E8750}" dt="2026-01-06T12:24:00.515" v="103" actId="20577"/>
        <pc:sldMkLst>
          <pc:docMk/>
          <pc:sldMk cId="3717493800" sldId="821"/>
        </pc:sldMkLst>
        <pc:spChg chg="mod">
          <ac:chgData name="Sini Mathew" userId="3875fe58a975fc01" providerId="LiveId" clId="{01228244-6B25-4D01-85AC-4B8EA41E8750}" dt="2026-01-06T12:24:00.515" v="103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01228244-6B25-4D01-85AC-4B8EA41E8750}" dt="2026-01-24T02:04:03.951" v="1221" actId="20577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6-01-06T12:25:12.818" v="159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01228244-6B25-4D01-85AC-4B8EA41E8750}" dt="2026-01-24T02:04:03.951" v="1221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Sini Mathew" userId="3875fe58a975fc01" providerId="LiveId" clId="{01228244-6B25-4D01-85AC-4B8EA41E8750}" dt="2026-01-06T12:23:31.697" v="80" actId="2711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6-01-06T12:23:31.697" v="80" actId="2711"/>
          <ac:spMkLst>
            <pc:docMk/>
            <pc:sldMk cId="2771250690" sldId="851"/>
            <ac:spMk id="7" creationId="{13BE5861-C6FD-5096-337F-E46A5DD4339F}"/>
          </ac:spMkLst>
        </pc:spChg>
      </pc:sldChg>
      <pc:sldChg chg="addSp delSp modSp mod">
        <pc:chgData name="Sini Mathew" userId="3875fe58a975fc01" providerId="LiveId" clId="{01228244-6B25-4D01-85AC-4B8EA41E8750}" dt="2026-01-06T12:31:58.008" v="475"/>
        <pc:sldMkLst>
          <pc:docMk/>
          <pc:sldMk cId="3441406009" sldId="858"/>
        </pc:sldMkLst>
        <pc:spChg chg="mod">
          <ac:chgData name="Sini Mathew" userId="3875fe58a975fc01" providerId="LiveId" clId="{01228244-6B25-4D01-85AC-4B8EA41E8750}" dt="2026-01-06T12:31:53.929" v="473" actId="20577"/>
          <ac:spMkLst>
            <pc:docMk/>
            <pc:sldMk cId="3441406009" sldId="858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6-01-06T12:31:58.008" v="475"/>
          <ac:spMkLst>
            <pc:docMk/>
            <pc:sldMk cId="3441406009" sldId="858"/>
            <ac:spMk id="6" creationId="{9D3434FD-5B1E-3C7F-A00C-67FC8348CA2B}"/>
          </ac:spMkLst>
        </pc:spChg>
      </pc:sldChg>
      <pc:sldChg chg="modSp mod">
        <pc:chgData name="Sini Mathew" userId="3875fe58a975fc01" providerId="LiveId" clId="{01228244-6B25-4D01-85AC-4B8EA41E8750}" dt="2026-01-06T12:26:31.081" v="212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6-01-06T12:26:31.081" v="212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01228244-6B25-4D01-85AC-4B8EA41E8750}" dt="2026-01-06T12:28:54.176" v="382" actId="20577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6-01-06T12:28:54.176" v="382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delSp modSp mod">
        <pc:chgData name="Sini Mathew" userId="3875fe58a975fc01" providerId="LiveId" clId="{01228244-6B25-4D01-85AC-4B8EA41E8750}" dt="2026-01-06T12:29:23.114" v="391" actId="20577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6-01-06T12:29:23.114" v="391" actId="20577"/>
          <ac:spMkLst>
            <pc:docMk/>
            <pc:sldMk cId="3359142403" sldId="1827"/>
            <ac:spMk id="2" creationId="{C12247C4-7A0E-CA01-D3F5-C5DDF9F128FF}"/>
          </ac:spMkLst>
        </pc:spChg>
        <pc:spChg chg="add mod">
          <ac:chgData name="Sini Mathew" userId="3875fe58a975fc01" providerId="LiveId" clId="{01228244-6B25-4D01-85AC-4B8EA41E8750}" dt="2026-01-06T12:28:59.357" v="384"/>
          <ac:spMkLst>
            <pc:docMk/>
            <pc:sldMk cId="3359142403" sldId="1827"/>
            <ac:spMk id="3" creationId="{8628133F-E1AA-309B-99CC-1F9AE6F5F7C4}"/>
          </ac:spMkLst>
        </pc:spChg>
      </pc:sldChg>
      <pc:sldChg chg="modSp mod">
        <pc:chgData name="Sini Mathew" userId="3875fe58a975fc01" providerId="LiveId" clId="{01228244-6B25-4D01-85AC-4B8EA41E8750}" dt="2026-01-06T12:27:16.739" v="242" actId="20577"/>
        <pc:sldMkLst>
          <pc:docMk/>
          <pc:sldMk cId="2684712631" sldId="1829"/>
        </pc:sldMkLst>
        <pc:spChg chg="mod">
          <ac:chgData name="Sini Mathew" userId="3875fe58a975fc01" providerId="LiveId" clId="{01228244-6B25-4D01-85AC-4B8EA41E8750}" dt="2026-01-06T12:27:16.739" v="242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01228244-6B25-4D01-85AC-4B8EA41E8750}" dt="2026-01-06T12:21:53.447" v="23" actId="20577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6-01-06T12:21:53.447" v="23" actId="20577"/>
          <ac:spMkLst>
            <pc:docMk/>
            <pc:sldMk cId="3366721836" sldId="1915"/>
            <ac:spMk id="3" creationId="{1251086C-E49F-5C06-316C-6A1A3B00C2A5}"/>
          </ac:spMkLst>
        </pc:spChg>
      </pc:sldChg>
      <pc:sldChg chg="modSp mod">
        <pc:chgData name="Sini Mathew" userId="3875fe58a975fc01" providerId="LiveId" clId="{01228244-6B25-4D01-85AC-4B8EA41E8750}" dt="2026-01-06T12:27:52.054" v="315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6-01-06T12:27:52.054" v="315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mod">
        <pc:chgData name="Sini Mathew" userId="3875fe58a975fc01" providerId="LiveId" clId="{01228244-6B25-4D01-85AC-4B8EA41E8750}" dt="2026-01-06T12:25:01.548" v="134" actId="20577"/>
        <pc:sldMkLst>
          <pc:docMk/>
          <pc:sldMk cId="2858801894" sldId="2021"/>
        </pc:sldMkLst>
        <pc:spChg chg="mod">
          <ac:chgData name="Sini Mathew" userId="3875fe58a975fc01" providerId="LiveId" clId="{01228244-6B25-4D01-85AC-4B8EA41E8750}" dt="2026-01-06T12:25:01.548" v="134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addSp delSp modSp mod">
        <pc:chgData name="Sini Mathew" userId="3875fe58a975fc01" providerId="LiveId" clId="{01228244-6B25-4D01-85AC-4B8EA41E8750}" dt="2026-01-06T12:28:22.918" v="376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6-01-06T12:28:13.281" v="374" actId="20577"/>
          <ac:spMkLst>
            <pc:docMk/>
            <pc:sldMk cId="1973655286" sldId="2030"/>
            <ac:spMk id="2" creationId="{C3E8D805-7911-16CA-A722-063170F891E8}"/>
          </ac:spMkLst>
        </pc:spChg>
        <pc:spChg chg="add mod">
          <ac:chgData name="Sini Mathew" userId="3875fe58a975fc01" providerId="LiveId" clId="{01228244-6B25-4D01-85AC-4B8EA41E8750}" dt="2026-01-06T12:28:22.918" v="376"/>
          <ac:spMkLst>
            <pc:docMk/>
            <pc:sldMk cId="1973655286" sldId="2030"/>
            <ac:spMk id="5" creationId="{926996FC-7BB5-D668-936B-F1ED24CFF455}"/>
          </ac:spMkLst>
        </pc:spChg>
      </pc:sldChg>
      <pc:sldChg chg="addSp delSp modSp mod">
        <pc:chgData name="Sini Mathew" userId="3875fe58a975fc01" providerId="LiveId" clId="{01228244-6B25-4D01-85AC-4B8EA41E8750}" dt="2026-01-06T12:27:00.694" v="222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6-01-06T12:26:39.602" v="215" actId="20577"/>
          <ac:spMkLst>
            <pc:docMk/>
            <pc:sldMk cId="1830807856" sldId="2045"/>
            <ac:spMk id="2" creationId="{8F227A13-13E7-8349-7588-9EA80AF984BF}"/>
          </ac:spMkLst>
        </pc:spChg>
        <pc:spChg chg="add mod">
          <ac:chgData name="Sini Mathew" userId="3875fe58a975fc01" providerId="LiveId" clId="{01228244-6B25-4D01-85AC-4B8EA41E8750}" dt="2026-01-06T12:27:00.694" v="222"/>
          <ac:spMkLst>
            <pc:docMk/>
            <pc:sldMk cId="1830807856" sldId="2045"/>
            <ac:spMk id="3" creationId="{93B1FD4B-6168-F9C2-BBBC-CEAFA1B1FEEC}"/>
          </ac:spMkLst>
        </pc:spChg>
      </pc:sldChg>
      <pc:sldChg chg="modSp mod">
        <pc:chgData name="Sini Mathew" userId="3875fe58a975fc01" providerId="LiveId" clId="{01228244-6B25-4D01-85AC-4B8EA41E8750}" dt="2026-01-24T01:59:48.783" v="1153" actId="20577"/>
        <pc:sldMkLst>
          <pc:docMk/>
          <pc:sldMk cId="1319081704" sldId="2064"/>
        </pc:sldMkLst>
        <pc:spChg chg="mod">
          <ac:chgData name="Sini Mathew" userId="3875fe58a975fc01" providerId="LiveId" clId="{01228244-6B25-4D01-85AC-4B8EA41E8750}" dt="2026-01-06T12:27:26.669" v="262" actId="20577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Sini Mathew" userId="3875fe58a975fc01" providerId="LiveId" clId="{01228244-6B25-4D01-85AC-4B8EA41E8750}" dt="2026-01-24T01:59:48.783" v="1153" actId="20577"/>
          <ac:spMkLst>
            <pc:docMk/>
            <pc:sldMk cId="1319081704" sldId="2064"/>
            <ac:spMk id="4" creationId="{FAF6E6BE-F279-39E6-CFCC-E5BD578A9CFB}"/>
          </ac:spMkLst>
        </pc:spChg>
      </pc:sldChg>
      <pc:sldChg chg="modSp mod">
        <pc:chgData name="Sini Mathew" userId="3875fe58a975fc01" providerId="LiveId" clId="{01228244-6B25-4D01-85AC-4B8EA41E8750}" dt="2026-01-06T12:26:12.012" v="209" actId="6549"/>
        <pc:sldMkLst>
          <pc:docMk/>
          <pc:sldMk cId="3446764061" sldId="2084"/>
        </pc:sldMkLst>
        <pc:spChg chg="mod">
          <ac:chgData name="Sini Mathew" userId="3875fe58a975fc01" providerId="LiveId" clId="{01228244-6B25-4D01-85AC-4B8EA41E8750}" dt="2026-01-06T12:26:01.699" v="193" actId="20577"/>
          <ac:spMkLst>
            <pc:docMk/>
            <pc:sldMk cId="3446764061" sldId="2084"/>
            <ac:spMk id="2" creationId="{2D83EA1B-049D-1F48-2018-4BF217E057C2}"/>
          </ac:spMkLst>
        </pc:spChg>
        <pc:spChg chg="mod">
          <ac:chgData name="Sini Mathew" userId="3875fe58a975fc01" providerId="LiveId" clId="{01228244-6B25-4D01-85AC-4B8EA41E8750}" dt="2026-01-06T12:26:12.012" v="209" actId="6549"/>
          <ac:spMkLst>
            <pc:docMk/>
            <pc:sldMk cId="3446764061" sldId="2084"/>
            <ac:spMk id="3" creationId="{0DE0EE40-AD2A-7FF7-ED3F-0E3DEC637D3A}"/>
          </ac:spMkLst>
        </pc:spChg>
      </pc:sldChg>
      <pc:sldChg chg="modSp mod">
        <pc:chgData name="Sini Mathew" userId="3875fe58a975fc01" providerId="LiveId" clId="{01228244-6B25-4D01-85AC-4B8EA41E8750}" dt="2026-01-06T12:25:55.260" v="190" actId="20577"/>
        <pc:sldMkLst>
          <pc:docMk/>
          <pc:sldMk cId="1345174336" sldId="2096"/>
        </pc:sldMkLst>
        <pc:spChg chg="mod">
          <ac:chgData name="Sini Mathew" userId="3875fe58a975fc01" providerId="LiveId" clId="{01228244-6B25-4D01-85AC-4B8EA41E8750}" dt="2026-01-06T12:25:55.260" v="190" actId="20577"/>
          <ac:spMkLst>
            <pc:docMk/>
            <pc:sldMk cId="1345174336" sldId="2096"/>
            <ac:spMk id="3" creationId="{028F5DEE-9CF3-1F50-9E6E-C7302571A20E}"/>
          </ac:spMkLst>
        </pc:spChg>
      </pc:sldChg>
      <pc:sldChg chg="modSp mod">
        <pc:chgData name="Sini Mathew" userId="3875fe58a975fc01" providerId="LiveId" clId="{01228244-6B25-4D01-85AC-4B8EA41E8750}" dt="2026-01-06T12:22:31.525" v="47" actId="20577"/>
        <pc:sldMkLst>
          <pc:docMk/>
          <pc:sldMk cId="2103431197" sldId="2098"/>
        </pc:sldMkLst>
        <pc:spChg chg="mod">
          <ac:chgData name="Sini Mathew" userId="3875fe58a975fc01" providerId="LiveId" clId="{01228244-6B25-4D01-85AC-4B8EA41E8750}" dt="2026-01-06T12:22:22.983" v="32" actId="20577"/>
          <ac:spMkLst>
            <pc:docMk/>
            <pc:sldMk cId="2103431197" sldId="2098"/>
            <ac:spMk id="2" creationId="{E3DF36CD-294D-E453-89F0-7CA954BECFCE}"/>
          </ac:spMkLst>
        </pc:spChg>
        <pc:spChg chg="mod">
          <ac:chgData name="Sini Mathew" userId="3875fe58a975fc01" providerId="LiveId" clId="{01228244-6B25-4D01-85AC-4B8EA41E8750}" dt="2026-01-06T12:22:31.525" v="47" actId="20577"/>
          <ac:spMkLst>
            <pc:docMk/>
            <pc:sldMk cId="2103431197" sldId="2098"/>
            <ac:spMk id="3" creationId="{DD46426B-3865-FE5C-8A4E-DC9F25B99DF0}"/>
          </ac:spMkLst>
        </pc:spChg>
      </pc:sldChg>
      <pc:sldChg chg="modSp mod">
        <pc:chgData name="Sini Mathew" userId="3875fe58a975fc01" providerId="LiveId" clId="{01228244-6B25-4D01-85AC-4B8EA41E8750}" dt="2026-01-06T12:29:59.771" v="394" actId="20577"/>
        <pc:sldMkLst>
          <pc:docMk/>
          <pc:sldMk cId="1197536644" sldId="2102"/>
        </pc:sldMkLst>
        <pc:spChg chg="mod">
          <ac:chgData name="Sini Mathew" userId="3875fe58a975fc01" providerId="LiveId" clId="{01228244-6B25-4D01-85AC-4B8EA41E8750}" dt="2026-01-06T12:29:59.771" v="394" actId="20577"/>
          <ac:spMkLst>
            <pc:docMk/>
            <pc:sldMk cId="1197536644" sldId="2102"/>
            <ac:spMk id="7" creationId="{5E8492F2-4447-4BBD-4C01-4350C191ED1F}"/>
          </ac:spMkLst>
        </pc:spChg>
      </pc:sldChg>
      <pc:sldChg chg="addSp delSp modSp mod">
        <pc:chgData name="Sini Mathew" userId="3875fe58a975fc01" providerId="LiveId" clId="{01228244-6B25-4D01-85AC-4B8EA41E8750}" dt="2026-01-06T12:30:12.243" v="399"/>
        <pc:sldMkLst>
          <pc:docMk/>
          <pc:sldMk cId="1692982534" sldId="2103"/>
        </pc:sldMkLst>
        <pc:spChg chg="mod">
          <ac:chgData name="Sini Mathew" userId="3875fe58a975fc01" providerId="LiveId" clId="{01228244-6B25-4D01-85AC-4B8EA41E8750}" dt="2026-01-06T12:30:06.235" v="397" actId="20577"/>
          <ac:spMkLst>
            <pc:docMk/>
            <pc:sldMk cId="1692982534" sldId="2103"/>
            <ac:spMk id="2" creationId="{B3A3F80F-B1C5-A3BB-3CF8-7F2496BE14C4}"/>
          </ac:spMkLst>
        </pc:spChg>
      </pc:sldChg>
      <pc:sldChg chg="modSp mod">
        <pc:chgData name="Sini Mathew" userId="3875fe58a975fc01" providerId="LiveId" clId="{01228244-6B25-4D01-85AC-4B8EA41E8750}" dt="2026-01-06T12:30:56.738" v="419" actId="20577"/>
        <pc:sldMkLst>
          <pc:docMk/>
          <pc:sldMk cId="2854238364" sldId="2125"/>
        </pc:sldMkLst>
        <pc:spChg chg="mod">
          <ac:chgData name="Sini Mathew" userId="3875fe58a975fc01" providerId="LiveId" clId="{01228244-6B25-4D01-85AC-4B8EA41E8750}" dt="2026-01-06T12:30:56.738" v="419" actId="20577"/>
          <ac:spMkLst>
            <pc:docMk/>
            <pc:sldMk cId="2854238364" sldId="2125"/>
            <ac:spMk id="7" creationId="{6A1E7453-2676-EF65-E622-684E1617B4C7}"/>
          </ac:spMkLst>
        </pc:spChg>
      </pc:sldChg>
      <pc:sldChg chg="add">
        <pc:chgData name="Sini Mathew" userId="3875fe58a975fc01" providerId="LiveId" clId="{01228244-6B25-4D01-85AC-4B8EA41E8750}" dt="2026-01-06T12:23:43.372" v="81" actId="2890"/>
        <pc:sldMkLst>
          <pc:docMk/>
          <pc:sldMk cId="2599211532" sldId="2127"/>
        </pc:sldMkLst>
      </pc:sldChg>
      <pc:sldChg chg="modSp add mod ord">
        <pc:chgData name="Sini Mathew" userId="3875fe58a975fc01" providerId="LiveId" clId="{01228244-6B25-4D01-85AC-4B8EA41E8750}" dt="2026-01-06T12:24:13.470" v="109" actId="20577"/>
        <pc:sldMkLst>
          <pc:docMk/>
          <pc:sldMk cId="2236073392" sldId="2128"/>
        </pc:sldMkLst>
        <pc:spChg chg="mod">
          <ac:chgData name="Sini Mathew" userId="3875fe58a975fc01" providerId="LiveId" clId="{01228244-6B25-4D01-85AC-4B8EA41E8750}" dt="2026-01-06T12:24:13.470" v="109" actId="20577"/>
          <ac:spMkLst>
            <pc:docMk/>
            <pc:sldMk cId="2236073392" sldId="2128"/>
            <ac:spMk id="2" creationId="{D1EE1DF0-74AB-9ADC-2661-1C3EDA801DB9}"/>
          </ac:spMkLst>
        </pc:spChg>
      </pc:sldChg>
      <pc:sldChg chg="delSp modSp del mod ord">
        <pc:chgData name="Sini Mathew" userId="3875fe58a975fc01" providerId="LiveId" clId="{01228244-6B25-4D01-85AC-4B8EA41E8750}" dt="2026-01-24T02:03:04.035" v="1213" actId="47"/>
        <pc:sldMkLst>
          <pc:docMk/>
          <pc:sldMk cId="543846909" sldId="2132"/>
        </pc:sldMkLst>
        <pc:spChg chg="mod">
          <ac:chgData name="Sini Mathew" userId="3875fe58a975fc01" providerId="LiveId" clId="{01228244-6B25-4D01-85AC-4B8EA41E8750}" dt="2026-01-24T01:47:45.424" v="727" actId="20577"/>
          <ac:spMkLst>
            <pc:docMk/>
            <pc:sldMk cId="543846909" sldId="2132"/>
            <ac:spMk id="6" creationId="{1E33875B-A8DB-F9F2-4E1D-1EC1D3DF7E93}"/>
          </ac:spMkLst>
        </pc:spChg>
        <pc:spChg chg="del mod">
          <ac:chgData name="Sini Mathew" userId="3875fe58a975fc01" providerId="LiveId" clId="{01228244-6B25-4D01-85AC-4B8EA41E8750}" dt="2026-01-24T02:02:51.291" v="1209"/>
          <ac:spMkLst>
            <pc:docMk/>
            <pc:sldMk cId="543846909" sldId="2132"/>
            <ac:spMk id="10" creationId="{C355C18A-93E7-5484-8040-561841125D50}"/>
          </ac:spMkLst>
        </pc:spChg>
      </pc:sldChg>
      <pc:sldChg chg="modSp mod">
        <pc:chgData name="Sini Mathew" userId="3875fe58a975fc01" providerId="LiveId" clId="{01228244-6B25-4D01-85AC-4B8EA41E8750}" dt="2026-01-24T02:04:59.573" v="1229" actId="20577"/>
        <pc:sldMkLst>
          <pc:docMk/>
          <pc:sldMk cId="1322110085" sldId="2133"/>
        </pc:sldMkLst>
        <pc:spChg chg="mod">
          <ac:chgData name="Sini Mathew" userId="3875fe58a975fc01" providerId="LiveId" clId="{01228244-6B25-4D01-85AC-4B8EA41E8750}" dt="2026-01-24T01:47:52.396" v="729" actId="20577"/>
          <ac:spMkLst>
            <pc:docMk/>
            <pc:sldMk cId="1322110085" sldId="2133"/>
            <ac:spMk id="6" creationId="{321D26BC-2377-F11F-DD2F-1D3D1B9B5428}"/>
          </ac:spMkLst>
        </pc:spChg>
        <pc:spChg chg="mod">
          <ac:chgData name="Sini Mathew" userId="3875fe58a975fc01" providerId="LiveId" clId="{01228244-6B25-4D01-85AC-4B8EA41E8750}" dt="2026-01-24T02:04:59.573" v="1229" actId="20577"/>
          <ac:spMkLst>
            <pc:docMk/>
            <pc:sldMk cId="1322110085" sldId="2133"/>
            <ac:spMk id="10" creationId="{A05FD931-3625-FD9E-D90D-9A64483CD83D}"/>
          </ac:spMkLst>
        </pc:spChg>
      </pc:sldChg>
      <pc:sldChg chg="modSp mod">
        <pc:chgData name="Sini Mathew" userId="3875fe58a975fc01" providerId="LiveId" clId="{01228244-6B25-4D01-85AC-4B8EA41E8750}" dt="2026-01-24T02:05:36.319" v="1267" actId="20577"/>
        <pc:sldMkLst>
          <pc:docMk/>
          <pc:sldMk cId="2776780687" sldId="2134"/>
        </pc:sldMkLst>
        <pc:spChg chg="mod">
          <ac:chgData name="Sini Mathew" userId="3875fe58a975fc01" providerId="LiveId" clId="{01228244-6B25-4D01-85AC-4B8EA41E8750}" dt="2026-01-24T01:47:59.334" v="731" actId="20577"/>
          <ac:spMkLst>
            <pc:docMk/>
            <pc:sldMk cId="2776780687" sldId="2134"/>
            <ac:spMk id="6" creationId="{8C192951-F515-7E60-A6B2-29F799DF1398}"/>
          </ac:spMkLst>
        </pc:spChg>
        <pc:spChg chg="mod">
          <ac:chgData name="Sini Mathew" userId="3875fe58a975fc01" providerId="LiveId" clId="{01228244-6B25-4D01-85AC-4B8EA41E8750}" dt="2026-01-24T02:05:36.319" v="1267" actId="20577"/>
          <ac:spMkLst>
            <pc:docMk/>
            <pc:sldMk cId="2776780687" sldId="2134"/>
            <ac:spMk id="10" creationId="{11200894-45C1-1812-B812-20D9D43B7AAC}"/>
          </ac:spMkLst>
        </pc:spChg>
      </pc:sldChg>
      <pc:sldChg chg="modSp mod ord">
        <pc:chgData name="Sini Mathew" userId="3875fe58a975fc01" providerId="LiveId" clId="{01228244-6B25-4D01-85AC-4B8EA41E8750}" dt="2026-01-24T02:00:38.798" v="1173" actId="20577"/>
        <pc:sldMkLst>
          <pc:docMk/>
          <pc:sldMk cId="805387819" sldId="2138"/>
        </pc:sldMkLst>
        <pc:spChg chg="mod">
          <ac:chgData name="Sini Mathew" userId="3875fe58a975fc01" providerId="LiveId" clId="{01228244-6B25-4D01-85AC-4B8EA41E8750}" dt="2026-01-24T02:00:38.798" v="1173" actId="20577"/>
          <ac:spMkLst>
            <pc:docMk/>
            <pc:sldMk cId="805387819" sldId="2138"/>
            <ac:spMk id="4" creationId="{12650B86-F991-4B79-0092-91F0836D6408}"/>
          </ac:spMkLst>
        </pc:spChg>
      </pc:sldChg>
      <pc:sldChg chg="modSp mod ord">
        <pc:chgData name="Sini Mathew" userId="3875fe58a975fc01" providerId="LiveId" clId="{01228244-6B25-4D01-85AC-4B8EA41E8750}" dt="2026-01-24T02:00:48.950" v="1177" actId="20577"/>
        <pc:sldMkLst>
          <pc:docMk/>
          <pc:sldMk cId="2102673140" sldId="2139"/>
        </pc:sldMkLst>
        <pc:spChg chg="mod">
          <ac:chgData name="Sini Mathew" userId="3875fe58a975fc01" providerId="LiveId" clId="{01228244-6B25-4D01-85AC-4B8EA41E8750}" dt="2026-01-24T02:00:48.950" v="1177" actId="20577"/>
          <ac:spMkLst>
            <pc:docMk/>
            <pc:sldMk cId="2102673140" sldId="2139"/>
            <ac:spMk id="4" creationId="{118FE031-446F-C29C-4AD1-FF2DA27C763F}"/>
          </ac:spMkLst>
        </pc:spChg>
      </pc:sldChg>
      <pc:sldChg chg="modSp mod ord">
        <pc:chgData name="Sini Mathew" userId="3875fe58a975fc01" providerId="LiveId" clId="{01228244-6B25-4D01-85AC-4B8EA41E8750}" dt="2026-01-24T02:00:59.021" v="1181" actId="20577"/>
        <pc:sldMkLst>
          <pc:docMk/>
          <pc:sldMk cId="1805109061" sldId="2140"/>
        </pc:sldMkLst>
        <pc:spChg chg="mod">
          <ac:chgData name="Sini Mathew" userId="3875fe58a975fc01" providerId="LiveId" clId="{01228244-6B25-4D01-85AC-4B8EA41E8750}" dt="2026-01-24T02:00:59.021" v="1181" actId="20577"/>
          <ac:spMkLst>
            <pc:docMk/>
            <pc:sldMk cId="1805109061" sldId="2140"/>
            <ac:spMk id="4" creationId="{DF711DF1-DB90-B685-C247-AD154F402A2B}"/>
          </ac:spMkLst>
        </pc:spChg>
      </pc:sldChg>
      <pc:sldChg chg="modSp mod ord">
        <pc:chgData name="Sini Mathew" userId="3875fe58a975fc01" providerId="LiveId" clId="{01228244-6B25-4D01-85AC-4B8EA41E8750}" dt="2026-01-24T02:01:08.198" v="1185" actId="20577"/>
        <pc:sldMkLst>
          <pc:docMk/>
          <pc:sldMk cId="2256332401" sldId="2141"/>
        </pc:sldMkLst>
        <pc:spChg chg="mod">
          <ac:chgData name="Sini Mathew" userId="3875fe58a975fc01" providerId="LiveId" clId="{01228244-6B25-4D01-85AC-4B8EA41E8750}" dt="2026-01-24T02:01:08.198" v="1185" actId="20577"/>
          <ac:spMkLst>
            <pc:docMk/>
            <pc:sldMk cId="2256332401" sldId="2141"/>
            <ac:spMk id="4" creationId="{A6B45D6C-3550-5BFA-4B61-D044D56CF630}"/>
          </ac:spMkLst>
        </pc:spChg>
        <pc:spChg chg="mod">
          <ac:chgData name="Sini Mathew" userId="3875fe58a975fc01" providerId="LiveId" clId="{01228244-6B25-4D01-85AC-4B8EA41E8750}" dt="2026-01-24T01:57:55.219" v="1148" actId="20577"/>
          <ac:spMkLst>
            <pc:docMk/>
            <pc:sldMk cId="2256332401" sldId="2141"/>
            <ac:spMk id="6" creationId="{41972D02-7E5D-C094-8F4C-BA61B164E37C}"/>
          </ac:spMkLst>
        </pc:spChg>
      </pc:sldChg>
      <pc:sldChg chg="modSp mod ord">
        <pc:chgData name="Sini Mathew" userId="3875fe58a975fc01" providerId="LiveId" clId="{01228244-6B25-4D01-85AC-4B8EA41E8750}" dt="2026-01-24T02:01:19.090" v="1189" actId="20577"/>
        <pc:sldMkLst>
          <pc:docMk/>
          <pc:sldMk cId="3143524151" sldId="2142"/>
        </pc:sldMkLst>
        <pc:spChg chg="mod">
          <ac:chgData name="Sini Mathew" userId="3875fe58a975fc01" providerId="LiveId" clId="{01228244-6B25-4D01-85AC-4B8EA41E8750}" dt="2026-01-24T02:01:19.090" v="1189" actId="20577"/>
          <ac:spMkLst>
            <pc:docMk/>
            <pc:sldMk cId="3143524151" sldId="2142"/>
            <ac:spMk id="4" creationId="{4BE10F80-DB6B-178D-81CD-486283EE0E79}"/>
          </ac:spMkLst>
        </pc:spChg>
      </pc:sldChg>
      <pc:sldChg chg="modSp add mod">
        <pc:chgData name="Sini Mathew" userId="3875fe58a975fc01" providerId="LiveId" clId="{01228244-6B25-4D01-85AC-4B8EA41E8750}" dt="2026-01-24T01:47:12.501" v="725" actId="20577"/>
        <pc:sldMkLst>
          <pc:docMk/>
          <pc:sldMk cId="3402854252" sldId="2152"/>
        </pc:sldMkLst>
        <pc:spChg chg="mod">
          <ac:chgData name="Sini Mathew" userId="3875fe58a975fc01" providerId="LiveId" clId="{01228244-6B25-4D01-85AC-4B8EA41E8750}" dt="2026-01-24T01:47:12.501" v="725" actId="20577"/>
          <ac:spMkLst>
            <pc:docMk/>
            <pc:sldMk cId="3402854252" sldId="2152"/>
            <ac:spMk id="3" creationId="{9536D476-8132-CE40-6C04-8F63915E8FD3}"/>
          </ac:spMkLst>
        </pc:spChg>
      </pc:sldChg>
      <pc:sldChg chg="modSp add mod">
        <pc:chgData name="Sini Mathew" userId="3875fe58a975fc01" providerId="LiveId" clId="{01228244-6B25-4D01-85AC-4B8EA41E8750}" dt="2026-01-24T01:59:58.486" v="1157" actId="20577"/>
        <pc:sldMkLst>
          <pc:docMk/>
          <pc:sldMk cId="408737301" sldId="2153"/>
        </pc:sldMkLst>
        <pc:spChg chg="mod">
          <ac:chgData name="Sini Mathew" userId="3875fe58a975fc01" providerId="LiveId" clId="{01228244-6B25-4D01-85AC-4B8EA41E8750}" dt="2026-01-24T01:59:58.486" v="1157" actId="20577"/>
          <ac:spMkLst>
            <pc:docMk/>
            <pc:sldMk cId="408737301" sldId="2153"/>
            <ac:spMk id="4" creationId="{1835838D-7510-E4C2-6812-3C30505D3D7D}"/>
          </ac:spMkLst>
        </pc:spChg>
        <pc:spChg chg="mod">
          <ac:chgData name="Sini Mathew" userId="3875fe58a975fc01" providerId="LiveId" clId="{01228244-6B25-4D01-85AC-4B8EA41E8750}" dt="2026-01-24T01:56:07.941" v="931" actId="20577"/>
          <ac:spMkLst>
            <pc:docMk/>
            <pc:sldMk cId="408737301" sldId="2153"/>
            <ac:spMk id="6" creationId="{2F403D00-8328-3C8A-C44B-B3C9C301E412}"/>
          </ac:spMkLst>
        </pc:spChg>
      </pc:sldChg>
      <pc:sldChg chg="modSp add mod">
        <pc:chgData name="Sini Mathew" userId="3875fe58a975fc01" providerId="LiveId" clId="{01228244-6B25-4D01-85AC-4B8EA41E8750}" dt="2026-01-24T02:01:27.729" v="1193" actId="20577"/>
        <pc:sldMkLst>
          <pc:docMk/>
          <pc:sldMk cId="1986703548" sldId="2154"/>
        </pc:sldMkLst>
        <pc:spChg chg="mod">
          <ac:chgData name="Sini Mathew" userId="3875fe58a975fc01" providerId="LiveId" clId="{01228244-6B25-4D01-85AC-4B8EA41E8750}" dt="2026-01-24T02:01:27.729" v="1193" actId="20577"/>
          <ac:spMkLst>
            <pc:docMk/>
            <pc:sldMk cId="1986703548" sldId="2154"/>
            <ac:spMk id="4" creationId="{8F390AD5-796E-9711-3930-52DDE24A6444}"/>
          </ac:spMkLst>
        </pc:spChg>
      </pc:sldChg>
      <pc:sldChg chg="modSp add mod">
        <pc:chgData name="Sini Mathew" userId="3875fe58a975fc01" providerId="LiveId" clId="{01228244-6B25-4D01-85AC-4B8EA41E8750}" dt="2026-01-24T02:01:36.248" v="1197" actId="20577"/>
        <pc:sldMkLst>
          <pc:docMk/>
          <pc:sldMk cId="4247365667" sldId="2155"/>
        </pc:sldMkLst>
        <pc:spChg chg="mod">
          <ac:chgData name="Sini Mathew" userId="3875fe58a975fc01" providerId="LiveId" clId="{01228244-6B25-4D01-85AC-4B8EA41E8750}" dt="2026-01-24T02:01:36.248" v="1197" actId="20577"/>
          <ac:spMkLst>
            <pc:docMk/>
            <pc:sldMk cId="4247365667" sldId="2155"/>
            <ac:spMk id="4" creationId="{8EE97B81-5ADC-B493-52FF-502E7A92ED4C}"/>
          </ac:spMkLst>
        </pc:spChg>
      </pc:sldChg>
      <pc:sldChg chg="modSp add mod">
        <pc:chgData name="Sini Mathew" userId="3875fe58a975fc01" providerId="LiveId" clId="{01228244-6B25-4D01-85AC-4B8EA41E8750}" dt="2026-01-24T02:04:27.685" v="1227" actId="20577"/>
        <pc:sldMkLst>
          <pc:docMk/>
          <pc:sldMk cId="2028386033" sldId="2156"/>
        </pc:sldMkLst>
        <pc:spChg chg="mod">
          <ac:chgData name="Sini Mathew" userId="3875fe58a975fc01" providerId="LiveId" clId="{01228244-6B25-4D01-85AC-4B8EA41E8750}" dt="2026-01-24T02:04:27.685" v="1227" actId="20577"/>
          <ac:spMkLst>
            <pc:docMk/>
            <pc:sldMk cId="2028386033" sldId="2156"/>
            <ac:spMk id="10" creationId="{6BB89A7A-B895-A1C0-5B14-D76A32911B4C}"/>
          </ac:spMkLst>
        </pc:spChg>
      </pc:sldChg>
    </pc:docChg>
  </pc:docChgLst>
  <pc:docChgLst>
    <pc:chgData name="Guest User" providerId="Windows Live" clId="Web-{BDF1475F-8966-40ED-BD8F-C99D4ED93EAC}"/>
    <pc:docChg chg="modSld">
      <pc:chgData name="Guest User" userId="" providerId="Windows Live" clId="Web-{BDF1475F-8966-40ED-BD8F-C99D4ED93EAC}" dt="2026-01-23T09:31:36.988" v="96" actId="20577"/>
      <pc:docMkLst>
        <pc:docMk/>
      </pc:docMkLst>
      <pc:sldChg chg="modSp">
        <pc:chgData name="Guest User" userId="" providerId="Windows Live" clId="Web-{BDF1475F-8966-40ED-BD8F-C99D4ED93EAC}" dt="2026-01-23T09:22:11.458" v="44" actId="20577"/>
        <pc:sldMkLst>
          <pc:docMk/>
          <pc:sldMk cId="1973655286" sldId="2030"/>
        </pc:sldMkLst>
        <pc:spChg chg="mod">
          <ac:chgData name="Guest User" userId="" providerId="Windows Live" clId="Web-{BDF1475F-8966-40ED-BD8F-C99D4ED93EAC}" dt="2026-01-23T09:22:11.458" v="44" actId="20577"/>
          <ac:spMkLst>
            <pc:docMk/>
            <pc:sldMk cId="1973655286" sldId="2030"/>
            <ac:spMk id="5" creationId="{926996FC-7BB5-D668-936B-F1ED24CFF455}"/>
          </ac:spMkLst>
        </pc:spChg>
      </pc:sldChg>
      <pc:sldChg chg="modSp">
        <pc:chgData name="Guest User" userId="" providerId="Windows Live" clId="Web-{BDF1475F-8966-40ED-BD8F-C99D4ED93EAC}" dt="2026-01-23T09:18:32.456" v="26" actId="20577"/>
        <pc:sldMkLst>
          <pc:docMk/>
          <pc:sldMk cId="1319081704" sldId="2064"/>
        </pc:sldMkLst>
        <pc:spChg chg="mod">
          <ac:chgData name="Guest User" userId="" providerId="Windows Live" clId="Web-{BDF1475F-8966-40ED-BD8F-C99D4ED93EAC}" dt="2026-01-23T09:18:32.456" v="26" actId="20577"/>
          <ac:spMkLst>
            <pc:docMk/>
            <pc:sldMk cId="1319081704" sldId="2064"/>
            <ac:spMk id="6" creationId="{02FCB3C4-ACB9-4791-CF0B-D2D340BB7563}"/>
          </ac:spMkLst>
        </pc:spChg>
      </pc:sldChg>
      <pc:sldChg chg="modSp">
        <pc:chgData name="Guest User" userId="" providerId="Windows Live" clId="Web-{BDF1475F-8966-40ED-BD8F-C99D4ED93EAC}" dt="2026-01-23T09:25:57.195" v="71" actId="20577"/>
        <pc:sldMkLst>
          <pc:docMk/>
          <pc:sldMk cId="1692982534" sldId="2103"/>
        </pc:sldMkLst>
        <pc:spChg chg="mod">
          <ac:chgData name="Guest User" userId="" providerId="Windows Live" clId="Web-{BDF1475F-8966-40ED-BD8F-C99D4ED93EAC}" dt="2026-01-23T09:25:57.195" v="71" actId="20577"/>
          <ac:spMkLst>
            <pc:docMk/>
            <pc:sldMk cId="1692982534" sldId="2103"/>
            <ac:spMk id="7" creationId="{A761D3A7-5E88-DCB9-FDFD-146613F62C36}"/>
          </ac:spMkLst>
        </pc:spChg>
      </pc:sldChg>
      <pc:sldChg chg="modSp">
        <pc:chgData name="Guest User" userId="" providerId="Windows Live" clId="Web-{BDF1475F-8966-40ED-BD8F-C99D4ED93EAC}" dt="2026-01-23T09:04:13.094" v="16" actId="20577"/>
        <pc:sldMkLst>
          <pc:docMk/>
          <pc:sldMk cId="354440941" sldId="2129"/>
        </pc:sldMkLst>
        <pc:spChg chg="mod">
          <ac:chgData name="Guest User" userId="" providerId="Windows Live" clId="Web-{BDF1475F-8966-40ED-BD8F-C99D4ED93EAC}" dt="2026-01-23T09:04:13.094" v="16" actId="20577"/>
          <ac:spMkLst>
            <pc:docMk/>
            <pc:sldMk cId="354440941" sldId="2129"/>
            <ac:spMk id="3" creationId="{70DEA31C-E41A-5693-E33B-CDB1BF3DDF5B}"/>
          </ac:spMkLst>
        </pc:spChg>
      </pc:sldChg>
      <pc:sldChg chg="modSp">
        <pc:chgData name="Guest User" userId="" providerId="Windows Live" clId="Web-{BDF1475F-8966-40ED-BD8F-C99D4ED93EAC}" dt="2026-01-23T09:03:29.937" v="10" actId="20577"/>
        <pc:sldMkLst>
          <pc:docMk/>
          <pc:sldMk cId="1059363763" sldId="2131"/>
        </pc:sldMkLst>
        <pc:spChg chg="mod">
          <ac:chgData name="Guest User" userId="" providerId="Windows Live" clId="Web-{BDF1475F-8966-40ED-BD8F-C99D4ED93EAC}" dt="2026-01-23T09:03:29.937" v="10" actId="20577"/>
          <ac:spMkLst>
            <pc:docMk/>
            <pc:sldMk cId="1059363763" sldId="2131"/>
            <ac:spMk id="3" creationId="{B2EB9386-04FE-FA18-9AE5-FBDF151DF601}"/>
          </ac:spMkLst>
        </pc:spChg>
      </pc:sldChg>
      <pc:sldChg chg="modSp">
        <pc:chgData name="Guest User" userId="" providerId="Windows Live" clId="Web-{BDF1475F-8966-40ED-BD8F-C99D4ED93EAC}" dt="2026-01-23T09:14:27.718" v="18" actId="20577"/>
        <pc:sldMkLst>
          <pc:docMk/>
          <pc:sldMk cId="2776780687" sldId="2134"/>
        </pc:sldMkLst>
        <pc:spChg chg="mod">
          <ac:chgData name="Guest User" userId="" providerId="Windows Live" clId="Web-{BDF1475F-8966-40ED-BD8F-C99D4ED93EAC}" dt="2026-01-23T09:14:27.718" v="18" actId="20577"/>
          <ac:spMkLst>
            <pc:docMk/>
            <pc:sldMk cId="2776780687" sldId="2134"/>
            <ac:spMk id="10" creationId="{11200894-45C1-1812-B812-20D9D43B7AAC}"/>
          </ac:spMkLst>
        </pc:spChg>
      </pc:sldChg>
      <pc:sldChg chg="modSp">
        <pc:chgData name="Guest User" userId="" providerId="Windows Live" clId="Web-{BDF1475F-8966-40ED-BD8F-C99D4ED93EAC}" dt="2026-01-23T09:16:18.298" v="21" actId="20577"/>
        <pc:sldMkLst>
          <pc:docMk/>
          <pc:sldMk cId="3455739755" sldId="2135"/>
        </pc:sldMkLst>
        <pc:spChg chg="mod">
          <ac:chgData name="Guest User" userId="" providerId="Windows Live" clId="Web-{BDF1475F-8966-40ED-BD8F-C99D4ED93EAC}" dt="2026-01-23T09:16:18.298" v="21" actId="20577"/>
          <ac:spMkLst>
            <pc:docMk/>
            <pc:sldMk cId="3455739755" sldId="2135"/>
            <ac:spMk id="3" creationId="{45095E01-F81B-820C-BF0A-A30557834915}"/>
          </ac:spMkLst>
        </pc:spChg>
      </pc:sldChg>
      <pc:sldChg chg="modSp">
        <pc:chgData name="Guest User" userId="" providerId="Windows Live" clId="Web-{BDF1475F-8966-40ED-BD8F-C99D4ED93EAC}" dt="2026-01-23T09:20:04.957" v="28" actId="20577"/>
        <pc:sldMkLst>
          <pc:docMk/>
          <pc:sldMk cId="2102673140" sldId="2139"/>
        </pc:sldMkLst>
        <pc:spChg chg="mod">
          <ac:chgData name="Guest User" userId="" providerId="Windows Live" clId="Web-{BDF1475F-8966-40ED-BD8F-C99D4ED93EAC}" dt="2026-01-23T09:20:04.957" v="28" actId="20577"/>
          <ac:spMkLst>
            <pc:docMk/>
            <pc:sldMk cId="2102673140" sldId="2139"/>
            <ac:spMk id="6" creationId="{23A2E14E-92EA-07E4-2C81-A7E74083B941}"/>
          </ac:spMkLst>
        </pc:spChg>
      </pc:sldChg>
      <pc:sldChg chg="modSp">
        <pc:chgData name="Guest User" userId="" providerId="Windows Live" clId="Web-{BDF1475F-8966-40ED-BD8F-C99D4ED93EAC}" dt="2026-01-23T09:21:12.379" v="40" actId="20577"/>
        <pc:sldMkLst>
          <pc:docMk/>
          <pc:sldMk cId="2256332401" sldId="2141"/>
        </pc:sldMkLst>
        <pc:spChg chg="mod">
          <ac:chgData name="Guest User" userId="" providerId="Windows Live" clId="Web-{BDF1475F-8966-40ED-BD8F-C99D4ED93EAC}" dt="2026-01-23T09:21:12.379" v="40" actId="20577"/>
          <ac:spMkLst>
            <pc:docMk/>
            <pc:sldMk cId="2256332401" sldId="2141"/>
            <ac:spMk id="6" creationId="{41972D02-7E5D-C094-8F4C-BA61B164E37C}"/>
          </ac:spMkLst>
        </pc:spChg>
      </pc:sldChg>
      <pc:sldChg chg="modSp">
        <pc:chgData name="Guest User" userId="" providerId="Windows Live" clId="Web-{BDF1475F-8966-40ED-BD8F-C99D4ED93EAC}" dt="2026-01-23T09:23:37.373" v="66" actId="20577"/>
        <pc:sldMkLst>
          <pc:docMk/>
          <pc:sldMk cId="1897108795" sldId="2143"/>
        </pc:sldMkLst>
        <pc:spChg chg="mod">
          <ac:chgData name="Guest User" userId="" providerId="Windows Live" clId="Web-{BDF1475F-8966-40ED-BD8F-C99D4ED93EAC}" dt="2026-01-23T09:23:37.373" v="66" actId="20577"/>
          <ac:spMkLst>
            <pc:docMk/>
            <pc:sldMk cId="1897108795" sldId="2143"/>
            <ac:spMk id="5" creationId="{23FFBFE2-8500-03A1-67A2-DB69E3B48279}"/>
          </ac:spMkLst>
        </pc:spChg>
      </pc:sldChg>
      <pc:sldChg chg="modSp">
        <pc:chgData name="Guest User" userId="" providerId="Windows Live" clId="Web-{BDF1475F-8966-40ED-BD8F-C99D4ED93EAC}" dt="2026-01-23T09:25:02.910" v="69" actId="20577"/>
        <pc:sldMkLst>
          <pc:docMk/>
          <pc:sldMk cId="2064225778" sldId="2144"/>
        </pc:sldMkLst>
        <pc:spChg chg="mod">
          <ac:chgData name="Guest User" userId="" providerId="Windows Live" clId="Web-{BDF1475F-8966-40ED-BD8F-C99D4ED93EAC}" dt="2026-01-23T09:25:02.910" v="69" actId="20577"/>
          <ac:spMkLst>
            <pc:docMk/>
            <pc:sldMk cId="2064225778" sldId="2144"/>
            <ac:spMk id="3" creationId="{E8052A46-8B80-A7B2-C7E5-EF2A50115092}"/>
          </ac:spMkLst>
        </pc:spChg>
      </pc:sldChg>
      <pc:sldChg chg="modSp">
        <pc:chgData name="Guest User" userId="" providerId="Windows Live" clId="Web-{BDF1475F-8966-40ED-BD8F-C99D4ED93EAC}" dt="2026-01-23T09:27:21.746" v="81" actId="20577"/>
        <pc:sldMkLst>
          <pc:docMk/>
          <pc:sldMk cId="1746283583" sldId="2147"/>
        </pc:sldMkLst>
        <pc:spChg chg="mod">
          <ac:chgData name="Guest User" userId="" providerId="Windows Live" clId="Web-{BDF1475F-8966-40ED-BD8F-C99D4ED93EAC}" dt="2026-01-23T09:27:21.746" v="81" actId="20577"/>
          <ac:spMkLst>
            <pc:docMk/>
            <pc:sldMk cId="1746283583" sldId="2147"/>
            <ac:spMk id="7" creationId="{2415C22C-1605-50AE-0706-715346A5116E}"/>
          </ac:spMkLst>
        </pc:spChg>
      </pc:sldChg>
      <pc:sldChg chg="modSp">
        <pc:chgData name="Guest User" userId="" providerId="Windows Live" clId="Web-{BDF1475F-8966-40ED-BD8F-C99D4ED93EAC}" dt="2026-01-23T09:28:43.218" v="87" actId="20577"/>
        <pc:sldMkLst>
          <pc:docMk/>
          <pc:sldMk cId="617088346" sldId="2148"/>
        </pc:sldMkLst>
        <pc:spChg chg="mod">
          <ac:chgData name="Guest User" userId="" providerId="Windows Live" clId="Web-{BDF1475F-8966-40ED-BD8F-C99D4ED93EAC}" dt="2026-01-23T09:28:30.655" v="84" actId="20577"/>
          <ac:spMkLst>
            <pc:docMk/>
            <pc:sldMk cId="617088346" sldId="2148"/>
            <ac:spMk id="2" creationId="{41E7E4F2-38CA-BA80-1E67-5385DDB327BE}"/>
          </ac:spMkLst>
        </pc:spChg>
        <pc:spChg chg="mod">
          <ac:chgData name="Guest User" userId="" providerId="Windows Live" clId="Web-{BDF1475F-8966-40ED-BD8F-C99D4ED93EAC}" dt="2026-01-23T09:28:43.218" v="87" actId="20577"/>
          <ac:spMkLst>
            <pc:docMk/>
            <pc:sldMk cId="617088346" sldId="2148"/>
            <ac:spMk id="7" creationId="{C19A64CD-C530-9220-FEE1-40676BC62F53}"/>
          </ac:spMkLst>
        </pc:spChg>
      </pc:sldChg>
      <pc:sldChg chg="modSp">
        <pc:chgData name="Guest User" userId="" providerId="Windows Live" clId="Web-{BDF1475F-8966-40ED-BD8F-C99D4ED93EAC}" dt="2026-01-23T09:29:23.219" v="90" actId="20577"/>
        <pc:sldMkLst>
          <pc:docMk/>
          <pc:sldMk cId="2293550156" sldId="2149"/>
        </pc:sldMkLst>
        <pc:spChg chg="mod">
          <ac:chgData name="Guest User" userId="" providerId="Windows Live" clId="Web-{BDF1475F-8966-40ED-BD8F-C99D4ED93EAC}" dt="2026-01-23T09:28:48.968" v="88" actId="20577"/>
          <ac:spMkLst>
            <pc:docMk/>
            <pc:sldMk cId="2293550156" sldId="2149"/>
            <ac:spMk id="2" creationId="{017BB1E2-7E16-9C94-91F7-63C2089E0D40}"/>
          </ac:spMkLst>
        </pc:spChg>
        <pc:spChg chg="mod">
          <ac:chgData name="Guest User" userId="" providerId="Windows Live" clId="Web-{BDF1475F-8966-40ED-BD8F-C99D4ED93EAC}" dt="2026-01-23T09:29:23.219" v="90" actId="20577"/>
          <ac:spMkLst>
            <pc:docMk/>
            <pc:sldMk cId="2293550156" sldId="2149"/>
            <ac:spMk id="7" creationId="{6347778E-045B-AE8B-91A1-B8DABB3AE6A9}"/>
          </ac:spMkLst>
        </pc:spChg>
      </pc:sldChg>
      <pc:sldChg chg="modSp">
        <pc:chgData name="Guest User" userId="" providerId="Windows Live" clId="Web-{BDF1475F-8966-40ED-BD8F-C99D4ED93EAC}" dt="2026-01-23T09:30:00.970" v="93" actId="20577"/>
        <pc:sldMkLst>
          <pc:docMk/>
          <pc:sldMk cId="2853734393" sldId="2150"/>
        </pc:sldMkLst>
        <pc:spChg chg="mod">
          <ac:chgData name="Guest User" userId="" providerId="Windows Live" clId="Web-{BDF1475F-8966-40ED-BD8F-C99D4ED93EAC}" dt="2026-01-23T09:29:29.672" v="91" actId="20577"/>
          <ac:spMkLst>
            <pc:docMk/>
            <pc:sldMk cId="2853734393" sldId="2150"/>
            <ac:spMk id="2" creationId="{DADF67F2-61B0-2812-4B5C-C410393AEB98}"/>
          </ac:spMkLst>
        </pc:spChg>
        <pc:spChg chg="mod">
          <ac:chgData name="Guest User" userId="" providerId="Windows Live" clId="Web-{BDF1475F-8966-40ED-BD8F-C99D4ED93EAC}" dt="2026-01-23T09:30:00.970" v="93" actId="20577"/>
          <ac:spMkLst>
            <pc:docMk/>
            <pc:sldMk cId="2853734393" sldId="2150"/>
            <ac:spMk id="7" creationId="{2797FB44-B5B3-5BB6-DCDE-D6D313905A07}"/>
          </ac:spMkLst>
        </pc:spChg>
      </pc:sldChg>
      <pc:sldChg chg="modSp">
        <pc:chgData name="Guest User" userId="" providerId="Windows Live" clId="Web-{BDF1475F-8966-40ED-BD8F-C99D4ED93EAC}" dt="2026-01-23T09:31:36.988" v="96" actId="20577"/>
        <pc:sldMkLst>
          <pc:docMk/>
          <pc:sldMk cId="1868066379" sldId="2151"/>
        </pc:sldMkLst>
        <pc:spChg chg="mod">
          <ac:chgData name="Guest User" userId="" providerId="Windows Live" clId="Web-{BDF1475F-8966-40ED-BD8F-C99D4ED93EAC}" dt="2026-01-23T09:30:08.923" v="94" actId="20577"/>
          <ac:spMkLst>
            <pc:docMk/>
            <pc:sldMk cId="1868066379" sldId="2151"/>
            <ac:spMk id="2" creationId="{0BA62D9D-EFCD-B253-FDE2-25C1F80CCD24}"/>
          </ac:spMkLst>
        </pc:spChg>
        <pc:spChg chg="mod">
          <ac:chgData name="Guest User" userId="" providerId="Windows Live" clId="Web-{BDF1475F-8966-40ED-BD8F-C99D4ED93EAC}" dt="2026-01-23T09:31:36.988" v="96" actId="20577"/>
          <ac:spMkLst>
            <pc:docMk/>
            <pc:sldMk cId="1868066379" sldId="2151"/>
            <ac:spMk id="7" creationId="{023D51B0-CDE9-71A4-E41E-73550383D18B}"/>
          </ac:spMkLst>
        </pc:spChg>
      </pc:sldChg>
    </pc:docChg>
  </pc:docChgLst>
  <pc:docChgLst>
    <pc:chgData name="Guest User" providerId="Windows Live" clId="Web-{52E6771A-08E3-4E88-B228-2AC287050F88}"/>
    <pc:docChg chg="addSld modSld sldOrd">
      <pc:chgData name="Guest User" userId="" providerId="Windows Live" clId="Web-{52E6771A-08E3-4E88-B228-2AC287050F88}" dt="2026-01-08T14:15:24.273" v="289" actId="20577"/>
      <pc:docMkLst>
        <pc:docMk/>
      </pc:docMkLst>
      <pc:sldChg chg="modSp">
        <pc:chgData name="Guest User" userId="" providerId="Windows Live" clId="Web-{52E6771A-08E3-4E88-B228-2AC287050F88}" dt="2026-01-08T14:15:24.273" v="289" actId="20577"/>
        <pc:sldMkLst>
          <pc:docMk/>
          <pc:sldMk cId="140346443" sldId="822"/>
        </pc:sldMkLst>
        <pc:spChg chg="mod">
          <ac:chgData name="Guest User" userId="" providerId="Windows Live" clId="Web-{52E6771A-08E3-4E88-B228-2AC287050F88}" dt="2026-01-08T14:15:24.273" v="289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52E6771A-08E3-4E88-B228-2AC287050F88}" dt="2026-01-08T12:11:59.697" v="213" actId="1076"/>
        <pc:sldMkLst>
          <pc:docMk/>
          <pc:sldMk cId="2771250690" sldId="851"/>
        </pc:sldMkLst>
        <pc:spChg chg="mod">
          <ac:chgData name="Guest User" userId="" providerId="Windows Live" clId="Web-{52E6771A-08E3-4E88-B228-2AC287050F88}" dt="2026-01-08T12:10:46.133" v="195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uest User" userId="" providerId="Windows Live" clId="Web-{52E6771A-08E3-4E88-B228-2AC287050F88}" dt="2026-01-08T12:11:59.697" v="213" actId="1076"/>
          <ac:spMkLst>
            <pc:docMk/>
            <pc:sldMk cId="2771250690" sldId="851"/>
            <ac:spMk id="7" creationId="{13BE5861-C6FD-5096-337F-E46A5DD4339F}"/>
          </ac:spMkLst>
        </pc:spChg>
      </pc:sldChg>
      <pc:sldChg chg="modSp">
        <pc:chgData name="Guest User" userId="" providerId="Windows Live" clId="Web-{52E6771A-08E3-4E88-B228-2AC287050F88}" dt="2026-01-08T11:59:35.647" v="10" actId="1076"/>
        <pc:sldMkLst>
          <pc:docMk/>
          <pc:sldMk cId="2103431197" sldId="2098"/>
        </pc:sldMkLst>
        <pc:spChg chg="mod">
          <ac:chgData name="Guest User" userId="" providerId="Windows Live" clId="Web-{52E6771A-08E3-4E88-B228-2AC287050F88}" dt="2026-01-08T11:59:35.647" v="10" actId="1076"/>
          <ac:spMkLst>
            <pc:docMk/>
            <pc:sldMk cId="2103431197" sldId="2098"/>
            <ac:spMk id="3" creationId="{DD46426B-3865-FE5C-8A4E-DC9F25B99DF0}"/>
          </ac:spMkLst>
        </pc:spChg>
      </pc:sldChg>
      <pc:sldChg chg="modSp">
        <pc:chgData name="Guest User" userId="" providerId="Windows Live" clId="Web-{52E6771A-08E3-4E88-B228-2AC287050F88}" dt="2026-01-08T12:08:51.052" v="188" actId="20577"/>
        <pc:sldMkLst>
          <pc:docMk/>
          <pc:sldMk cId="2236073392" sldId="2128"/>
        </pc:sldMkLst>
        <pc:spChg chg="mod">
          <ac:chgData name="Guest User" userId="" providerId="Windows Live" clId="Web-{52E6771A-08E3-4E88-B228-2AC287050F88}" dt="2026-01-08T12:08:31.099" v="181" actId="20577"/>
          <ac:spMkLst>
            <pc:docMk/>
            <pc:sldMk cId="2236073392" sldId="2128"/>
            <ac:spMk id="2" creationId="{D1EE1DF0-74AB-9ADC-2661-1C3EDA801DB9}"/>
          </ac:spMkLst>
        </pc:spChg>
        <pc:spChg chg="mod">
          <ac:chgData name="Guest User" userId="" providerId="Windows Live" clId="Web-{52E6771A-08E3-4E88-B228-2AC287050F88}" dt="2026-01-08T12:08:04.504" v="173" actId="1076"/>
          <ac:spMkLst>
            <pc:docMk/>
            <pc:sldMk cId="2236073392" sldId="2128"/>
            <ac:spMk id="3" creationId="{A5861E99-5C88-DDDD-4437-5DCB3D50B658}"/>
          </ac:spMkLst>
        </pc:spChg>
        <pc:spChg chg="mod">
          <ac:chgData name="Guest User" userId="" providerId="Windows Live" clId="Web-{52E6771A-08E3-4E88-B228-2AC287050F88}" dt="2026-01-08T12:08:51.052" v="188" actId="20577"/>
          <ac:spMkLst>
            <pc:docMk/>
            <pc:sldMk cId="2236073392" sldId="2128"/>
            <ac:spMk id="5" creationId="{993AB4B5-962D-65A7-EDE4-595A3346E107}"/>
          </ac:spMkLst>
        </pc:spChg>
      </pc:sldChg>
      <pc:sldChg chg="modSp add replId">
        <pc:chgData name="Guest User" userId="" providerId="Windows Live" clId="Web-{52E6771A-08E3-4E88-B228-2AC287050F88}" dt="2026-01-08T12:06:39.018" v="165" actId="20577"/>
        <pc:sldMkLst>
          <pc:docMk/>
          <pc:sldMk cId="354440941" sldId="2129"/>
        </pc:sldMkLst>
        <pc:spChg chg="mod">
          <ac:chgData name="Guest User" userId="" providerId="Windows Live" clId="Web-{52E6771A-08E3-4E88-B228-2AC287050F88}" dt="2026-01-08T12:01:43.456" v="40" actId="20577"/>
          <ac:spMkLst>
            <pc:docMk/>
            <pc:sldMk cId="354440941" sldId="2129"/>
            <ac:spMk id="3" creationId="{70DEA31C-E41A-5693-E33B-CDB1BF3DDF5B}"/>
          </ac:spMkLst>
        </pc:spChg>
        <pc:spChg chg="mod">
          <ac:chgData name="Guest User" userId="" providerId="Windows Live" clId="Web-{52E6771A-08E3-4E88-B228-2AC287050F88}" dt="2026-01-08T12:06:39.018" v="165" actId="20577"/>
          <ac:spMkLst>
            <pc:docMk/>
            <pc:sldMk cId="354440941" sldId="2129"/>
            <ac:spMk id="5" creationId="{4A8D6C7E-C29F-6A37-1547-24E86FDB7304}"/>
          </ac:spMkLst>
        </pc:spChg>
      </pc:sldChg>
      <pc:sldChg chg="modSp add replId">
        <pc:chgData name="Guest User" userId="" providerId="Windows Live" clId="Web-{52E6771A-08E3-4E88-B228-2AC287050F88}" dt="2026-01-08T12:06:29.252" v="163" actId="20577"/>
        <pc:sldMkLst>
          <pc:docMk/>
          <pc:sldMk cId="1339789609" sldId="2130"/>
        </pc:sldMkLst>
        <pc:spChg chg="mod">
          <ac:chgData name="Guest User" userId="" providerId="Windows Live" clId="Web-{52E6771A-08E3-4E88-B228-2AC287050F88}" dt="2026-01-08T12:04:33.403" v="140" actId="20577"/>
          <ac:spMkLst>
            <pc:docMk/>
            <pc:sldMk cId="1339789609" sldId="2130"/>
            <ac:spMk id="3" creationId="{A21E7BE7-0255-FD53-5F61-ECFFA8F0ADDF}"/>
          </ac:spMkLst>
        </pc:spChg>
        <pc:spChg chg="mod">
          <ac:chgData name="Guest User" userId="" providerId="Windows Live" clId="Web-{52E6771A-08E3-4E88-B228-2AC287050F88}" dt="2026-01-08T12:06:29.252" v="163" actId="20577"/>
          <ac:spMkLst>
            <pc:docMk/>
            <pc:sldMk cId="1339789609" sldId="2130"/>
            <ac:spMk id="5" creationId="{FB595C7F-988E-0DAF-8A78-D3F2D314CEC7}"/>
          </ac:spMkLst>
        </pc:spChg>
      </pc:sldChg>
      <pc:sldChg chg="modSp add replId">
        <pc:chgData name="Guest User" userId="" providerId="Windows Live" clId="Web-{52E6771A-08E3-4E88-B228-2AC287050F88}" dt="2026-01-08T12:06:22.204" v="162" actId="20577"/>
        <pc:sldMkLst>
          <pc:docMk/>
          <pc:sldMk cId="1059363763" sldId="2131"/>
        </pc:sldMkLst>
        <pc:spChg chg="mod">
          <ac:chgData name="Guest User" userId="" providerId="Windows Live" clId="Web-{52E6771A-08E3-4E88-B228-2AC287050F88}" dt="2026-01-08T12:06:12.407" v="161" actId="20577"/>
          <ac:spMkLst>
            <pc:docMk/>
            <pc:sldMk cId="1059363763" sldId="2131"/>
            <ac:spMk id="3" creationId="{B2EB9386-04FE-FA18-9AE5-FBDF151DF601}"/>
          </ac:spMkLst>
        </pc:spChg>
        <pc:spChg chg="mod">
          <ac:chgData name="Guest User" userId="" providerId="Windows Live" clId="Web-{52E6771A-08E3-4E88-B228-2AC287050F88}" dt="2026-01-08T12:06:22.204" v="162" actId="20577"/>
          <ac:spMkLst>
            <pc:docMk/>
            <pc:sldMk cId="1059363763" sldId="2131"/>
            <ac:spMk id="5" creationId="{A36D7861-8867-A442-64D4-318EAA99AA7B}"/>
          </ac:spMkLst>
        </pc:spChg>
      </pc:sldChg>
      <pc:sldChg chg="modSp add replId">
        <pc:chgData name="Guest User" userId="" providerId="Windows Live" clId="Web-{52E6771A-08E3-4E88-B228-2AC287050F88}" dt="2026-01-08T14:10:46.153" v="265" actId="20577"/>
        <pc:sldMkLst>
          <pc:docMk/>
          <pc:sldMk cId="543846909" sldId="2132"/>
        </pc:sldMkLst>
        <pc:spChg chg="mod">
          <ac:chgData name="Guest User" userId="" providerId="Windows Live" clId="Web-{52E6771A-08E3-4E88-B228-2AC287050F88}" dt="2026-01-08T14:10:46.153" v="265" actId="20577"/>
          <ac:spMkLst>
            <pc:docMk/>
            <pc:sldMk cId="543846909" sldId="2132"/>
            <ac:spMk id="10" creationId="{C355C18A-93E7-5484-8040-561841125D50}"/>
          </ac:spMkLst>
        </pc:spChg>
      </pc:sldChg>
      <pc:sldChg chg="modSp add ord replId">
        <pc:chgData name="Guest User" userId="" providerId="Windows Live" clId="Web-{52E6771A-08E3-4E88-B228-2AC287050F88}" dt="2026-01-08T14:10:38.887" v="263" actId="20577"/>
        <pc:sldMkLst>
          <pc:docMk/>
          <pc:sldMk cId="1322110085" sldId="2133"/>
        </pc:sldMkLst>
        <pc:spChg chg="mod">
          <ac:chgData name="Guest User" userId="" providerId="Windows Live" clId="Web-{52E6771A-08E3-4E88-B228-2AC287050F88}" dt="2026-01-08T14:10:38.887" v="263" actId="20577"/>
          <ac:spMkLst>
            <pc:docMk/>
            <pc:sldMk cId="1322110085" sldId="2133"/>
            <ac:spMk id="10" creationId="{A05FD931-3625-FD9E-D90D-9A64483CD83D}"/>
          </ac:spMkLst>
        </pc:spChg>
      </pc:sldChg>
      <pc:sldChg chg="modSp add replId">
        <pc:chgData name="Guest User" userId="" providerId="Windows Live" clId="Web-{52E6771A-08E3-4E88-B228-2AC287050F88}" dt="2026-01-08T14:13:09.925" v="288" actId="1076"/>
        <pc:sldMkLst>
          <pc:docMk/>
          <pc:sldMk cId="2776780687" sldId="2134"/>
        </pc:sldMkLst>
        <pc:spChg chg="mod">
          <ac:chgData name="Guest User" userId="" providerId="Windows Live" clId="Web-{52E6771A-08E3-4E88-B228-2AC287050F88}" dt="2026-01-08T14:13:09.925" v="288" actId="1076"/>
          <ac:spMkLst>
            <pc:docMk/>
            <pc:sldMk cId="2776780687" sldId="2134"/>
            <ac:spMk id="10" creationId="{11200894-45C1-1812-B812-20D9D43B7A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3256-A4A5-B7CD-1EA4-3BF7B641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CC3E3-8393-1E9C-F8AA-CDAE8226C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999E9-808C-F11B-803F-73CDA1B22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F2C17-566C-DA69-4931-434BAAA97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870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639E-B91D-FF0E-8FD9-43BADC81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EFD5C-B251-F415-D7AA-D01BC3F2D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31367-6F56-04C2-5EA5-06E92E994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521E3-CD45-B637-919C-00BEA2F44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271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84AF-A44F-8B2C-4456-F9E6DCC3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445B7-E2BC-DE59-9E29-6F6148A7D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C5A16-7D5F-4402-D4A9-AD1F129F3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0820C-A5DC-0347-C49B-A7F7308B6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190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F60C-1CB0-023D-4E74-8B74BC9B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AE0D7-9CEB-4AC4-BF2E-B8A39EFFF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7A8C7-6312-A3E4-9A15-02782B761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4DA9-4C87-83C4-4A1A-CBB7C1556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129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FF32-873E-4E05-47BC-56128EB34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9FC1A-9754-46C9-63B2-893C51C0C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A539E-6A0C-52E7-9000-2EC5E6734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F97A8-A3E8-29C3-0760-BA081C55C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024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2FE8-D005-16F6-611C-4C277141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338C7-23CE-B1C8-7BAD-6A40C598B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28C9E-1DEF-A569-97C4-246E06CED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1E79-0375-A518-A40E-39FD73FC1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707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C42B-A284-4D02-B9A3-C964AB19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209D7-87DB-B6A5-B6B0-576B6781D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7E315-1B5F-D066-1B60-1C1CC28D7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A483B-9195-7F70-6641-5833F8954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992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CC94-13E6-D1ED-5926-773B0E39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D157F-67CF-393C-B67A-5B00F58A3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9F24B-B12C-91CF-A329-CD7B3177E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E3797-60BD-A297-32AC-383BBBEE0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814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93DF-EF56-83E9-D33A-177A5C02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A0BD5-1DE8-4833-D6F0-4D3DF23D4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A31C6-9BBD-8BD2-DE40-E1E9F14D0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2407-2E87-49F0-F692-003D5B9C4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784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6ADD1-DF38-DA45-EBE9-7B8D7833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DF36E-2EDB-D4ED-DBD0-49761DAAF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7F427-897D-C34E-651C-C51F15167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7C513-CB8C-9A12-A0FC-E3E52F0E2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575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80AC-4B9B-2317-BE4C-990CA975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E6103-D097-BDE8-F83D-EE0850897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4FA1B-43CE-F9A5-1B77-4A87230E2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D18AD-9F5E-CCBA-15A2-912B6F503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617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BF2C-147B-EBC6-6B0C-0210DB06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C5A39-682D-525E-A3E2-FD0CFD682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2DDC5-C6B2-0F1C-1F3E-46AF0B497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CF1CC-644E-24AE-0477-603A6B6FC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374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5A84-D99A-54F6-CB1F-FFBD6B03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EA208-57D9-9FBD-98D2-431105224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8FD71-BAD4-4942-32D4-4FC8EB00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5E5C2-A501-D065-642A-596A2AF4A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794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250A-5B87-7F5A-83A6-13A6D048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A623D-A2E4-0B0C-35A8-E97E7E7E4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A256C-2267-22D9-DA81-DFC33232E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BE906-26D5-E2FA-4FE4-77447498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88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B343E-63C1-5F66-2DF1-1D5A34C7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DAC3C-2565-B114-5511-8151C676A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3E125-253E-B7BF-56ED-00B65E7D4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3D9C0-D3BF-7E15-8707-16B187E82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35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63BE-F367-4178-723C-F098922D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52660-FE3A-2FB1-5FC3-B8071E5B4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CBC7C-FD79-F744-BE68-6EAC779AF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BC175-77B2-DEAB-7314-CD35E6083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669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91DE-513A-C8E3-0218-413BF180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932A3-A483-CBDC-F855-8C471AB8E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5C38B-4107-FDFA-BF92-42B27E221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16BF7-D151-9A77-7EB5-5712501AB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239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5D2D-1747-4764-A491-99403746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D9BCB-19B1-0ECD-777E-94E3A95EB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7760B-BA56-B8B1-AD94-162A3DDC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32ECE-5AFE-B0EA-CB64-7ED426D99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0263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8D2B-1618-1C83-D7EE-3E71C512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38832-3A85-BD62-F353-9612D4771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AD5F8-9C3B-74F6-AFCF-919A5699B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7B911-A5C5-63EF-F80A-AA57E9FA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4289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1308-BF77-792A-440E-A3A64D7D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266A6-3FC5-0364-2890-E3AB0A2DE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BCF85-280A-5ED6-98E1-1FBD02FAA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E63BB-AFE9-F6CD-BC0D-30174A345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481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66A6-AC9C-37EC-A13A-38729BE4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86C77-B7A4-23A8-1F41-807BB21D1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6C643-DBE2-4393-04CB-78D67E867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3E4FC-EB48-5566-EE0A-A1531AE4A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1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31 Dec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mEYeZB8dDI?si=pMrEqgPFzeLBObiF" TargetMode="External"/><Relationship Id="rId2" Type="http://schemas.openxmlformats.org/officeDocument/2006/relationships/hyperlink" Target="https://youtu.be/UuWn5zpheFE?si=KE9wDjonTbB7bVeO" TargetMode="Externa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youtu.be/_JskePIiBBE?si=kjch1E-HR1IORtzZ" TargetMode="External"/><Relationship Id="rId5" Type="http://schemas.openxmlformats.org/officeDocument/2006/relationships/hyperlink" Target="https://youtu.be/5yaYRwU1z_E?si=TvNr8hnKSztETsfa" TargetMode="External"/><Relationship Id="rId4" Type="http://schemas.openxmlformats.org/officeDocument/2006/relationships/hyperlink" Target="https://youtu.be/F8nhS4Hyyo4?si=rzfRBnKfpX0QYmbJ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Jan 18, 2026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Song list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3</a:t>
            </a:r>
            <a:endParaRPr lang="en-SG" sz="14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1086C-E49F-5C06-316C-6A1A3B00C2A5}"/>
              </a:ext>
            </a:extLst>
          </p:cNvPr>
          <p:cNvSpPr txBox="1"/>
          <p:nvPr/>
        </p:nvSpPr>
        <p:spPr>
          <a:xfrm>
            <a:off x="166606" y="692580"/>
            <a:ext cx="8463775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1400" dirty="0">
                <a:ea typeface="Segoe UI"/>
                <a:cs typeface="Segoe UI"/>
              </a:rPr>
              <a:t>Opening: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203 All hail the power  </a:t>
            </a:r>
            <a:r>
              <a:rPr lang="en-SG" sz="1400" dirty="0">
                <a:ea typeface="Segoe UI"/>
                <a:cs typeface="Segoe UI"/>
                <a:hlinkClick r:id="rId2"/>
              </a:rPr>
              <a:t>https://youtu.be/UuWn5zpheFE?si=KE9wDjonTbB7bVeO</a:t>
            </a:r>
            <a:endParaRPr lang="en-SG" sz="1400" dirty="0">
              <a:ea typeface="Segoe UI"/>
              <a:cs typeface="Segoe UI"/>
            </a:endParaRPr>
          </a:p>
          <a:p>
            <a:pPr algn="ctr"/>
            <a:r>
              <a:rPr lang="en-SG" sz="1400" dirty="0">
                <a:ea typeface="Segoe UI"/>
                <a:cs typeface="Segoe UI"/>
              </a:rPr>
              <a:t>B/A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661 My times are in Thy hand v1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Students dedication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319 What a friend we have in Jesus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Confession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488 Pass me not O gentle Saviour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Offertory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Our God will go before us </a:t>
            </a:r>
            <a:r>
              <a:rPr lang="en-SG" sz="1400" dirty="0">
                <a:ea typeface="Segoe UI"/>
                <a:cs typeface="Segoe UI"/>
                <a:hlinkClick r:id="rId3"/>
              </a:rPr>
              <a:t>https://youtu.be/TmEYeZB8dDI?si=pMrEqgPFzeLBObiF</a:t>
            </a:r>
            <a:endParaRPr lang="en-SG" sz="1400" dirty="0">
              <a:ea typeface="Segoe UI"/>
              <a:cs typeface="Segoe UI"/>
            </a:endParaRPr>
          </a:p>
          <a:p>
            <a:pPr algn="ctr"/>
            <a:r>
              <a:rPr lang="en-SG" sz="1400" dirty="0">
                <a:ea typeface="Segoe UI"/>
                <a:cs typeface="Segoe UI"/>
              </a:rPr>
              <a:t>Communion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488 Pass me not 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Beauty for brokenness </a:t>
            </a:r>
            <a:r>
              <a:rPr lang="en-SG" sz="1400" dirty="0">
                <a:ea typeface="Segoe UI"/>
                <a:cs typeface="Segoe UI"/>
                <a:hlinkClick r:id="rId4"/>
              </a:rPr>
              <a:t>https://youtu.be/F8nhS4Hyyo4?si=rzfRBnKfpX0QYmbJ</a:t>
            </a:r>
            <a:endParaRPr lang="en-SG" sz="1400" dirty="0">
              <a:ea typeface="Segoe UI"/>
              <a:cs typeface="Segoe UI"/>
            </a:endParaRPr>
          </a:p>
          <a:p>
            <a:pPr algn="ctr"/>
            <a:r>
              <a:rPr lang="en-SG" sz="1400" dirty="0">
                <a:ea typeface="Segoe UI"/>
                <a:cs typeface="Segoe UI"/>
              </a:rPr>
              <a:t>In Christ there is no </a:t>
            </a:r>
            <a:r>
              <a:rPr lang="en-SG" sz="1400" dirty="0" err="1">
                <a:ea typeface="Segoe UI"/>
                <a:cs typeface="Segoe UI"/>
              </a:rPr>
              <a:t>eastorwest</a:t>
            </a:r>
            <a:r>
              <a:rPr lang="en-SG" sz="1400" dirty="0">
                <a:ea typeface="Segoe UI"/>
                <a:cs typeface="Segoe UI"/>
              </a:rPr>
              <a:t> </a:t>
            </a:r>
            <a:r>
              <a:rPr lang="en-SG" sz="1400" dirty="0">
                <a:ea typeface="Segoe UI"/>
                <a:cs typeface="Segoe UI"/>
                <a:hlinkClick r:id="rId5"/>
              </a:rPr>
              <a:t>https://youtu.be/5yaYRwU1z_E?si=TvNr8hnKSztETsfa</a:t>
            </a:r>
            <a:endParaRPr lang="en-SG" sz="1400" dirty="0">
              <a:ea typeface="Segoe UI"/>
              <a:cs typeface="Segoe UI"/>
            </a:endParaRPr>
          </a:p>
          <a:p>
            <a:pPr algn="ctr"/>
            <a:r>
              <a:rPr lang="en-SG" sz="1400" dirty="0">
                <a:ea typeface="Segoe UI"/>
                <a:cs typeface="Segoe UI"/>
              </a:rPr>
              <a:t>661 My times are in Thy hand 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237 Rock of ages cleft for me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798 Only remembered 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Closing</a:t>
            </a:r>
          </a:p>
          <a:p>
            <a:pPr algn="ctr"/>
            <a:r>
              <a:rPr lang="en-SG" sz="1400" dirty="0">
                <a:ea typeface="Segoe UI"/>
                <a:cs typeface="Segoe UI"/>
              </a:rPr>
              <a:t>Father make us one </a:t>
            </a:r>
            <a:r>
              <a:rPr lang="en-SG" sz="1400" dirty="0">
                <a:ea typeface="Segoe UI"/>
                <a:cs typeface="Segoe UI"/>
                <a:hlinkClick r:id="rId6"/>
              </a:rPr>
              <a:t>https://youtu.be/_JskePIiBBE?si=kjch1E-HR1IORtzZ</a:t>
            </a:r>
            <a:endParaRPr lang="en-SG" sz="1400" dirty="0">
              <a:ea typeface="Segoe UI"/>
              <a:cs typeface="Segoe UI"/>
            </a:endParaRPr>
          </a:p>
          <a:p>
            <a:pPr algn="ctr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Hymn No 203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5898-864C-D4E8-FB28-393CCE18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36CD-294D-E453-89F0-7CA954BE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No 203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302F3C3-1775-7847-0D0E-741AA055B8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1FBDA-D111-A6FB-754F-36421DC3F13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6426B-3865-FE5C-8A4E-DC9F25B99DF0}"/>
              </a:ext>
            </a:extLst>
          </p:cNvPr>
          <p:cNvSpPr txBox="1"/>
          <p:nvPr/>
        </p:nvSpPr>
        <p:spPr>
          <a:xfrm>
            <a:off x="337133" y="1091980"/>
            <a:ext cx="846377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All hail the power of Jesus' name!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Let angels prostrate fall.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Bring forth the royal diadem,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and crown him Lord of all.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Bring forth the royal diadem,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and crown him Lord of all!</a:t>
            </a:r>
            <a:endParaRPr lang="en-US" sz="2800" dirty="0">
              <a:cs typeface="Segoe UI"/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43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90FB-A271-6257-9342-C1886DFE6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D544-1580-0FE1-D287-3A34426C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No 203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105179B-D0B4-4940-B047-9B547B11A18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D6C7E-C29F-6A37-1547-24E86FDB73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EA31C-E41A-5693-E33B-CDB1BF3DDF5B}"/>
              </a:ext>
            </a:extLst>
          </p:cNvPr>
          <p:cNvSpPr txBox="1"/>
          <p:nvPr/>
        </p:nvSpPr>
        <p:spPr>
          <a:xfrm>
            <a:off x="337133" y="1091980"/>
            <a:ext cx="846377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Ye chosen seed of Israel's race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A remnant weak and small,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Hail him who saves you by his grace,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and crown him Lord of all.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Hail him who saves you by his grace,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and crown him Lord of all!</a:t>
            </a:r>
            <a:endParaRPr lang="en-US" sz="2800">
              <a:ea typeface="+mn-lt"/>
              <a:cs typeface="+mn-lt"/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44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DE98-BDB2-C88C-7935-035A26E4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19DE-8FFD-8A4B-7468-F9050B6F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No 203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7E28431-01A4-AE48-0148-A9D71F6B139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95C7F-988E-0DAF-8A78-D3F2D314CE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1E7BE7-0255-FD53-5F61-ECFFA8F0ADDF}"/>
              </a:ext>
            </a:extLst>
          </p:cNvPr>
          <p:cNvSpPr txBox="1"/>
          <p:nvPr/>
        </p:nvSpPr>
        <p:spPr>
          <a:xfrm>
            <a:off x="337133" y="1091980"/>
            <a:ext cx="846377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Let every kindred, every tribe</a:t>
            </a:r>
          </a:p>
          <a:p>
            <a:pPr algn="ctr"/>
            <a:r>
              <a:rPr lang="en-SG" sz="2800" dirty="0">
                <a:cs typeface="Segoe UI"/>
              </a:rPr>
              <a:t>On this terrestrial ball,</a:t>
            </a:r>
          </a:p>
          <a:p>
            <a:pPr algn="ctr"/>
            <a:r>
              <a:rPr lang="en-SG" sz="2800" dirty="0">
                <a:cs typeface="Segoe UI"/>
              </a:rPr>
              <a:t>To Him all Majesty ascribe;</a:t>
            </a:r>
          </a:p>
          <a:p>
            <a:pPr algn="ctr"/>
            <a:r>
              <a:rPr lang="en-SG" sz="2800" dirty="0">
                <a:cs typeface="Segoe UI"/>
              </a:rPr>
              <a:t>And crown Him Lord of All!</a:t>
            </a:r>
          </a:p>
          <a:p>
            <a:pPr algn="ctr"/>
            <a:r>
              <a:rPr lang="en-SG" sz="2800" dirty="0">
                <a:cs typeface="Segoe UI"/>
              </a:rPr>
              <a:t>To Him all Majesty ascribe;</a:t>
            </a:r>
          </a:p>
          <a:p>
            <a:pPr algn="ctr"/>
            <a:r>
              <a:rPr lang="en-SG" sz="2800" dirty="0">
                <a:cs typeface="Segoe UI"/>
              </a:rPr>
              <a:t>And crown Him Lord of All!</a:t>
            </a:r>
            <a:endParaRPr lang="en-SG" dirty="0"/>
          </a:p>
          <a:p>
            <a:pPr algn="ctr"/>
            <a:endParaRPr lang="en-GB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978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FF8C-E71D-25F3-EFAC-E23DA176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FC9B-3ABB-D83A-6738-30C9E7AF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No 203 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68ADAF5-A45A-E450-3EA4-3E7082BFA7E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D7861-8867-A442-64D4-318EAA99AA7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B9386-04FE-FA18-9AE5-FBDF151DF601}"/>
              </a:ext>
            </a:extLst>
          </p:cNvPr>
          <p:cNvSpPr txBox="1"/>
          <p:nvPr/>
        </p:nvSpPr>
        <p:spPr>
          <a:xfrm>
            <a:off x="337133" y="1091980"/>
            <a:ext cx="846377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Oh, that with yonder sacred throng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We at His feet may fall!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We'll join the everlasting song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 And crown Him Lord of all.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Join in the everlasting song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And crown Him Lord of all!</a:t>
            </a:r>
            <a:endParaRPr lang="en-US" sz="2800" dirty="0"/>
          </a:p>
          <a:p>
            <a:pPr algn="ctr"/>
            <a:endParaRPr lang="en-GB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5936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6"/>
            <a:ext cx="7021790" cy="252659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Students Dedication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Hymn No 319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AE58-645D-59CD-1FC7-6157FDE2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1DF0-74AB-9ADC-2661-1C3EDA80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Hymn No 319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73239C4-EB51-70D8-60BD-8476C82A178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AB4B5-962D-65A7-EDE4-595A3346E10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Hymn: 1 of 1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61E99-5C88-DDDD-4437-5DCB3D50B658}"/>
              </a:ext>
            </a:extLst>
          </p:cNvPr>
          <p:cNvSpPr txBox="1"/>
          <p:nvPr/>
        </p:nvSpPr>
        <p:spPr>
          <a:xfrm>
            <a:off x="337133" y="966720"/>
            <a:ext cx="8463775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What a Friend we have in Jesus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All our sins and griefs to bear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What a privilege to carry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Everything to God in prayer!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O what peace we often forfeit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O what needless pain we bear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All because we do not carry</a:t>
            </a:r>
            <a:b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</a:br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Everything to God in prayer!</a:t>
            </a:r>
            <a:endParaRPr lang="en-US" sz="2800" dirty="0">
              <a:latin typeface="Segoe UI"/>
              <a:cs typeface="Segoe UI"/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07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A197-C362-7B68-6C02-4E44EB7C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ABF8-BB2B-18D2-1384-9E7C445C4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Hymn No 319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94FF26B-1308-74C9-46DC-77CBDB8ACEC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D6A93-00D4-1723-B1EA-68F5AF3D9F6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Hymn: 1 of 1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6D476-8132-CE40-6C04-8F63915E8FD3}"/>
              </a:ext>
            </a:extLst>
          </p:cNvPr>
          <p:cNvSpPr txBox="1"/>
          <p:nvPr/>
        </p:nvSpPr>
        <p:spPr>
          <a:xfrm>
            <a:off x="337133" y="966720"/>
            <a:ext cx="8463775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Have we trials and temptations?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Is there trouble anywhere?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We should never be discouraged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Take it to the Lord in prayer 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Can we find a friend so faithful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Who will all our sorrows share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Jesus knows our every weakness</a:t>
            </a:r>
          </a:p>
          <a:p>
            <a:pPr algn="ctr"/>
            <a:r>
              <a:rPr lang="en-SG" sz="2800" dirty="0">
                <a:highlight>
                  <a:srgbClr val="F8F4F1"/>
                </a:highlight>
                <a:latin typeface="Segoe UI"/>
                <a:ea typeface="Roboto"/>
                <a:cs typeface="Roboto"/>
              </a:rPr>
              <a:t>Take it to the Lord in prayer</a:t>
            </a:r>
            <a:endParaRPr lang="en-US" sz="2800" dirty="0">
              <a:latin typeface="Segoe UI"/>
              <a:cs typeface="Segoe UI"/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2854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0C61-D36D-C185-E8F4-E727539C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74778F-3D52-ACFF-8617-1D72E473DB35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066A-858D-A768-8E2C-B44D9EF8936D}"/>
              </a:ext>
            </a:extLst>
          </p:cNvPr>
          <p:cNvSpPr txBox="1">
            <a:spLocks/>
          </p:cNvSpPr>
          <p:nvPr/>
        </p:nvSpPr>
        <p:spPr>
          <a:xfrm>
            <a:off x="1127800" y="1378756"/>
            <a:ext cx="7021790" cy="252659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Hymn No 661</a:t>
            </a:r>
          </a:p>
        </p:txBody>
      </p:sp>
    </p:spTree>
    <p:extLst>
      <p:ext uri="{BB962C8B-B14F-4D97-AF65-F5344CB8AC3E}">
        <p14:creationId xmlns:p14="http://schemas.microsoft.com/office/powerpoint/2010/main" val="259921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 </a:t>
            </a:r>
            <a:r>
              <a:rPr lang="en-SG" sz="2800">
                <a:solidFill>
                  <a:srgbClr val="FFFFFF"/>
                </a:solidFill>
                <a:latin typeface="Segoe UI"/>
                <a:cs typeface="Segoe UI"/>
              </a:rPr>
              <a:t>Hymn No 661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E5861-C6FD-5096-337F-E46A5DD4339F}"/>
              </a:ext>
            </a:extLst>
          </p:cNvPr>
          <p:cNvSpPr txBox="1"/>
          <p:nvPr/>
        </p:nvSpPr>
        <p:spPr>
          <a:xfrm>
            <a:off x="1324983" y="1665193"/>
            <a:ext cx="61671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US" sz="2800" dirty="0">
                <a:ea typeface="+mn-lt"/>
                <a:cs typeface="+mn-lt"/>
              </a:rPr>
              <a:t>My times are in Your hand;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My God, I wish them there!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My life, my friends, my soul, I leave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Entirely to Your care.</a:t>
            </a:r>
            <a:endParaRPr lang="en-US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3265" y="1238150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“Our God will go before us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–”Our God will go before 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8" y="799379"/>
            <a:ext cx="6028467" cy="47397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latin typeface="Segoe UI"/>
                <a:ea typeface="Roboto"/>
                <a:cs typeface="Segoe UI"/>
              </a:rPr>
              <a:t>Our God will go before us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Segoe UI"/>
              </a:rPr>
              <a:t>And guide us by His presence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Segoe UI"/>
              </a:rPr>
              <a:t>What confidence this promise is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Segoe UI"/>
              </a:rPr>
              <a:t>We will never walk alone!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endParaRPr lang="en-SG" sz="2800" dirty="0">
              <a:latin typeface="Segoe UI"/>
              <a:ea typeface="Roboto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Our God will go before us </a:t>
            </a: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The Lord of Hosts is with us </a:t>
            </a:r>
            <a:endParaRPr lang="en-SG" sz="1100" i="1" dirty="0">
              <a:solidFill>
                <a:srgbClr val="FF000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O praise the one who leads us on </a:t>
            </a:r>
            <a:endParaRPr lang="en-SG" sz="1100" i="1" dirty="0">
              <a:solidFill>
                <a:srgbClr val="FF000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For His grace will bring us home!</a:t>
            </a:r>
            <a:br>
              <a:rPr lang="en-SG" sz="2800" dirty="0">
                <a:ea typeface="Roboto"/>
                <a:cs typeface="Roboto"/>
              </a:rPr>
            </a:b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  <a:p>
            <a:br>
              <a:rPr lang="en-SG" sz="2800" dirty="0">
                <a:latin typeface="Segoe UI"/>
                <a:ea typeface="Roboto"/>
                <a:cs typeface="Roboto"/>
              </a:rPr>
            </a:b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C8DF292C-1F2A-8EF2-074D-1DA8AFA1C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5011B-4B43-74C5-8C59-8F53865F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8BD5-482E-ABF7-53B3-7D0D6FBB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–”Our God will go before 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8188F8-0681-AABF-1D41-8228B4832FC0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72466-70DE-CA48-2FF4-961FF1616C2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89A7A-B895-A1C0-5B14-D76A32911B4C}"/>
              </a:ext>
            </a:extLst>
          </p:cNvPr>
          <p:cNvSpPr txBox="1"/>
          <p:nvPr/>
        </p:nvSpPr>
        <p:spPr>
          <a:xfrm>
            <a:off x="127130" y="187777"/>
            <a:ext cx="6028467" cy="56015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Through unknown paths, through shadows </a:t>
            </a: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Our hearts fear not tomorrow </a:t>
            </a: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For every step His faithfulness </a:t>
            </a: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Is the truth that lights our way </a:t>
            </a:r>
          </a:p>
          <a:p>
            <a:endParaRPr lang="en-SG" sz="2800" dirty="0">
              <a:latin typeface="Segoe UI"/>
              <a:ea typeface="Roboto"/>
              <a:cs typeface="Roboto"/>
            </a:endParaRP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Our God will go before us </a:t>
            </a: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The Lord of Hosts is with us </a:t>
            </a:r>
            <a:endParaRPr lang="en-SG" sz="1100" i="1" dirty="0">
              <a:solidFill>
                <a:srgbClr val="FF000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O praise the one who leads us on </a:t>
            </a:r>
            <a:endParaRPr lang="en-SG" sz="1100" i="1" dirty="0">
              <a:solidFill>
                <a:srgbClr val="FF0000"/>
              </a:solidFill>
              <a:latin typeface="Roboto"/>
              <a:ea typeface="Roboto"/>
              <a:cs typeface="Roboto"/>
            </a:endParaRPr>
          </a:p>
          <a:p>
            <a:r>
              <a:rPr lang="en-SG" sz="2800" i="1" dirty="0">
                <a:solidFill>
                  <a:srgbClr val="FF0000"/>
                </a:solidFill>
                <a:ea typeface="Roboto"/>
                <a:cs typeface="Roboto"/>
              </a:rPr>
              <a:t>For His grace will bring us home!</a:t>
            </a:r>
            <a:br>
              <a:rPr lang="en-SG" sz="2800" dirty="0">
                <a:ea typeface="Roboto"/>
                <a:cs typeface="Roboto"/>
              </a:rPr>
            </a:b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  <a:p>
            <a:br>
              <a:rPr lang="en-SG" sz="2800" dirty="0">
                <a:latin typeface="Segoe UI"/>
                <a:ea typeface="Roboto"/>
                <a:cs typeface="Roboto"/>
              </a:rPr>
            </a:b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2AD6EAF-32AE-96FF-2E1C-92CCDB3B9EF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642EBE26-0A4D-D3C1-FDEF-14087268B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86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ED2CF-A167-2491-B096-23F03651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A776-AF0A-4E50-53C3-38F2B28F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–”Our God will go before 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B286A1-722A-1760-BB28-F790040BA231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D26BC-2377-F11F-DD2F-1D3D1B9B542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FD931-3625-FD9E-D90D-9A64483CD83D}"/>
              </a:ext>
            </a:extLst>
          </p:cNvPr>
          <p:cNvSpPr txBox="1"/>
          <p:nvPr/>
        </p:nvSpPr>
        <p:spPr>
          <a:xfrm>
            <a:off x="210180" y="680596"/>
            <a:ext cx="6028467" cy="41395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latin typeface="Segoe UI"/>
                <a:ea typeface="Roboto"/>
                <a:cs typeface="Roboto"/>
              </a:rPr>
              <a:t>Though evil forms against us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All heaven will defend us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The gates of hell shall not prevail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For the battle is the Lord’s</a:t>
            </a:r>
            <a:endParaRPr lang="en-US" sz="2800" dirty="0">
              <a:latin typeface="Segoe UI"/>
              <a:cs typeface="Segoe UI"/>
            </a:endParaRPr>
          </a:p>
          <a:p>
            <a:endParaRPr lang="en-SG" sz="2800" dirty="0">
              <a:latin typeface="Segoe UI"/>
              <a:ea typeface="Roboto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Our God will go before us </a:t>
            </a:r>
            <a:endParaRPr lang="en-US" sz="2800" dirty="0">
              <a:latin typeface="Segoe UI"/>
              <a:ea typeface="Roboto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The Lord of Hosts is with us </a:t>
            </a:r>
            <a:endParaRPr lang="en-SG" sz="2800" dirty="0">
              <a:latin typeface="Segoe UI"/>
              <a:ea typeface="Roboto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O praise the one who leads us on </a:t>
            </a:r>
            <a:endParaRPr lang="en-SG" sz="2800" dirty="0">
              <a:solidFill>
                <a:srgbClr val="000000"/>
              </a:solidFill>
              <a:latin typeface="Segoe UI"/>
              <a:ea typeface="Roboto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For His grace will bring us home!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E305C04-585C-812A-E6FE-5BF95F76A31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C79CBDFD-94F7-290C-9CEF-6824CE5D0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10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4F7D-0C42-B7AB-C937-FA5593A0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DE1C-B64D-A438-FDDB-40426035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–”Our God will go before 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B2014B-8B22-269C-0BD5-0B14E1CE2502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92951-F515-7E60-A6B2-29F799DF139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200894-45C1-1812-B812-20D9D43B7AAC}"/>
              </a:ext>
            </a:extLst>
          </p:cNvPr>
          <p:cNvSpPr txBox="1"/>
          <p:nvPr/>
        </p:nvSpPr>
        <p:spPr>
          <a:xfrm>
            <a:off x="186694" y="649282"/>
            <a:ext cx="6028467" cy="38933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latin typeface="Segoe UI"/>
                <a:ea typeface="Roboto"/>
                <a:cs typeface="Roboto"/>
              </a:rPr>
              <a:t>Now send us with your presence, </a:t>
            </a:r>
            <a:endParaRPr lang="en-US" sz="2600" dirty="0">
              <a:latin typeface="Segoe UI"/>
              <a:ea typeface="Roboto"/>
              <a:cs typeface="Segoe UI"/>
            </a:endParaRPr>
          </a:p>
          <a:p>
            <a:r>
              <a:rPr lang="en-SG" sz="2600" dirty="0">
                <a:latin typeface="Segoe UI"/>
                <a:ea typeface="Roboto"/>
                <a:cs typeface="Roboto"/>
              </a:rPr>
              <a:t>And lead us on to heaven, </a:t>
            </a:r>
            <a:endParaRPr lang="en-US" sz="2600" dirty="0">
              <a:latin typeface="Segoe UI"/>
              <a:ea typeface="Roboto"/>
              <a:cs typeface="Segoe UI"/>
            </a:endParaRPr>
          </a:p>
          <a:p>
            <a:r>
              <a:rPr lang="en-SG" sz="2600" dirty="0">
                <a:latin typeface="Segoe UI"/>
                <a:ea typeface="Roboto"/>
                <a:cs typeface="Roboto"/>
              </a:rPr>
              <a:t>Where songs of sorrow strain no more </a:t>
            </a:r>
            <a:endParaRPr lang="en-US" sz="2600" dirty="0">
              <a:latin typeface="Segoe UI"/>
              <a:ea typeface="Roboto"/>
              <a:cs typeface="Segoe UI"/>
            </a:endParaRPr>
          </a:p>
          <a:p>
            <a:r>
              <a:rPr lang="en-SG" sz="2600" dirty="0">
                <a:latin typeface="Segoe UI"/>
                <a:ea typeface="Roboto"/>
                <a:cs typeface="Roboto"/>
              </a:rPr>
              <a:t>And our every breath is praise</a:t>
            </a:r>
            <a:endParaRPr lang="en-US" sz="2600" dirty="0">
              <a:latin typeface="Segoe UI"/>
              <a:cs typeface="Segoe UI"/>
            </a:endParaRPr>
          </a:p>
          <a:p>
            <a:endParaRPr lang="en-SG" sz="2800" dirty="0">
              <a:latin typeface="Segoe UI"/>
              <a:ea typeface="Roboto"/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Our God will go before us </a:t>
            </a:r>
            <a:endParaRPr lang="en-US" sz="2600" dirty="0">
              <a:latin typeface="Segoe UI"/>
              <a:ea typeface="Roboto"/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The Lord of Hosts is with us </a:t>
            </a:r>
            <a:endParaRPr lang="en-SG" sz="2600" dirty="0">
              <a:latin typeface="Segoe UI"/>
              <a:ea typeface="Roboto"/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O praise the one who leads us on </a:t>
            </a:r>
            <a:endParaRPr lang="en-SG" sz="2600" dirty="0">
              <a:solidFill>
                <a:srgbClr val="000000"/>
              </a:solidFill>
              <a:latin typeface="Segoe UI"/>
              <a:ea typeface="Roboto"/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latin typeface="Segoe UI"/>
                <a:ea typeface="Roboto"/>
                <a:cs typeface="Segoe UI"/>
              </a:rPr>
              <a:t>For His grace will bring us home!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endParaRPr lang="en-SG" sz="1100" dirty="0">
              <a:solidFill>
                <a:srgbClr val="F2FAE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FE6A343-417E-7365-AC87-5E1A8F82470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F58CB5CC-98DC-6EB5-C795-0E725277F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780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8354-3F09-B87E-2813-F0881990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AA799B-1792-FB47-777E-239B57F1D791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5DEE-9CF3-1F50-9E6E-C7302571A20E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Confession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Hymn No 488</a:t>
            </a:r>
          </a:p>
        </p:txBody>
      </p:sp>
    </p:spTree>
    <p:extLst>
      <p:ext uri="{BB962C8B-B14F-4D97-AF65-F5344CB8AC3E}">
        <p14:creationId xmlns:p14="http://schemas.microsoft.com/office/powerpoint/2010/main" val="1345174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CDA9-7369-4F5B-1CDE-3D3F3B2C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EA1B-049D-1F48-2018-4BF217E0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577"/>
            <a:ext cx="9144000" cy="612000"/>
          </a:xfrm>
        </p:spPr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Confession :Hymn No 488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D1D43-1F19-B0D4-5529-532492189842}"/>
              </a:ext>
            </a:extLst>
          </p:cNvPr>
          <p:cNvSpPr txBox="1"/>
          <p:nvPr/>
        </p:nvSpPr>
        <p:spPr>
          <a:xfrm>
            <a:off x="6858000" y="4737895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Confession Song :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 of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endParaRPr lang="en-GB" sz="1400" dirty="0">
              <a:latin typeface="Segoe UI"/>
              <a:cs typeface="Segoe UI"/>
            </a:endParaRPr>
          </a:p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0EE40-AD2A-7FF7-ED3F-0E3DEC637D3A}"/>
              </a:ext>
            </a:extLst>
          </p:cNvPr>
          <p:cNvSpPr/>
          <p:nvPr/>
        </p:nvSpPr>
        <p:spPr>
          <a:xfrm>
            <a:off x="882395" y="829132"/>
            <a:ext cx="7379210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Pass me not, O gentle Savior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Hear my humble cry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While on others Thou art calling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Do not pass me by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endParaRPr lang="en-SG" sz="2800" dirty="0">
              <a:latin typeface="Segoe UI"/>
              <a:ea typeface="Roboto"/>
              <a:cs typeface="Roboto"/>
            </a:endParaRPr>
          </a:p>
          <a:p>
            <a:pPr algn="ctr"/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Roboto"/>
              </a:rPr>
              <a:t>Savior, Savior</a:t>
            </a:r>
            <a:br>
              <a:rPr lang="en-SG" sz="2800" i="1" dirty="0">
                <a:latin typeface="Segoe UI"/>
                <a:ea typeface="Roboto"/>
                <a:cs typeface="Roboto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Roboto"/>
              </a:rPr>
              <a:t>Hear my humble cry</a:t>
            </a:r>
            <a:br>
              <a:rPr lang="en-SG" sz="2800" i="1" dirty="0">
                <a:latin typeface="Segoe UI"/>
                <a:ea typeface="Roboto"/>
                <a:cs typeface="Roboto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Roboto"/>
              </a:rPr>
              <a:t>While on others Thou art calling</a:t>
            </a:r>
            <a:br>
              <a:rPr lang="en-SG" sz="2800" i="1" dirty="0">
                <a:latin typeface="Segoe UI"/>
                <a:ea typeface="Roboto"/>
                <a:cs typeface="Roboto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ea typeface="Roboto"/>
                <a:cs typeface="Roboto"/>
              </a:rPr>
              <a:t>Do not pass me by!</a:t>
            </a:r>
            <a:endParaRPr lang="en-SG" sz="28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676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488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488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F8FA4-919C-52F2-18AE-C8523AFD94A9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1FD4B-6168-F9C2-BBBC-CEAFA1B1FEEC}"/>
              </a:ext>
            </a:extLst>
          </p:cNvPr>
          <p:cNvSpPr/>
          <p:nvPr/>
        </p:nvSpPr>
        <p:spPr>
          <a:xfrm>
            <a:off x="882395" y="829132"/>
            <a:ext cx="7379210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cs typeface="Segoe UI"/>
              </a:rPr>
              <a:t>Pass me not, O gentle Savior</a:t>
            </a:r>
            <a:br>
              <a:rPr lang="en-SG" sz="2800" dirty="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Hear my humble cry</a:t>
            </a:r>
            <a:br>
              <a:rPr lang="en-SG" sz="2800" dirty="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While on others Thou art calling</a:t>
            </a:r>
            <a:br>
              <a:rPr lang="en-SG" sz="2800" dirty="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Do not pass me by</a:t>
            </a:r>
            <a:br>
              <a:rPr lang="en-SG" sz="2800" dirty="0">
                <a:latin typeface="Segoe UI"/>
                <a:cs typeface="Segoe UI"/>
              </a:rPr>
            </a:br>
            <a:endParaRPr lang="en-SG" sz="2800" dirty="0">
              <a:latin typeface="Segoe UI"/>
              <a:cs typeface="Segoe UI"/>
            </a:endParaRPr>
          </a:p>
          <a:p>
            <a:pPr algn="ctr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Savior, Savior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Hear my humble cry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While on others Thou art calling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Do not pass me by!</a:t>
            </a:r>
            <a:endParaRPr lang="en-SG" dirty="0"/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6153-4F68-EB33-9DDF-30B05C94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DDB4-4B49-BF40-06D5-8AB53EA8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488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CA068E1-8356-13C2-22B4-93E4684FB95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C35DF-0471-0F06-6751-CA3002CBD768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95E01-F81B-820C-BF0A-A30557834915}"/>
              </a:ext>
            </a:extLst>
          </p:cNvPr>
          <p:cNvSpPr/>
          <p:nvPr/>
        </p:nvSpPr>
        <p:spPr>
          <a:xfrm>
            <a:off x="882395" y="829132"/>
            <a:ext cx="7379210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Let me at Thy throne of mercy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Find a sweet relief: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Kneeling there in deep contrition,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Help my unbelief.</a:t>
            </a:r>
            <a:br>
              <a:rPr lang="en-SG" sz="2800" dirty="0">
                <a:latin typeface="Segoe UI"/>
                <a:cs typeface="Segoe UI"/>
              </a:rPr>
            </a:br>
            <a:endParaRPr lang="en-SG" sz="2800">
              <a:latin typeface="Segoe UI"/>
              <a:cs typeface="Segoe UI"/>
            </a:endParaRPr>
          </a:p>
          <a:p>
            <a:pPr algn="ctr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Savior, Savior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Hear my humble cry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While on others Thou art calling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Do not pass me by!</a:t>
            </a:r>
            <a:endParaRPr lang="en-SG" dirty="0"/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739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10E7-7BAE-F7AC-B948-E47BDDC5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FDC8-0205-DF6C-D44D-7F130B96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488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0879D87-100E-FD0D-113E-BEA539D54C6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C4507-4D1B-0B9A-5389-B7A6F2229B62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F91D3-B77F-4B50-882C-AE0049A615EC}"/>
              </a:ext>
            </a:extLst>
          </p:cNvPr>
          <p:cNvSpPr/>
          <p:nvPr/>
        </p:nvSpPr>
        <p:spPr>
          <a:xfrm>
            <a:off x="882395" y="829132"/>
            <a:ext cx="7379210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Trusting only in Thy merit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Would I seek Thy face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Heal my wounded, broken spirit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Save me by Thy grace</a:t>
            </a:r>
            <a:br>
              <a:rPr lang="en-SG" sz="2800" dirty="0">
                <a:latin typeface="Segoe UI"/>
                <a:cs typeface="Segoe UI"/>
              </a:rPr>
            </a:br>
            <a:endParaRPr lang="en-SG" sz="2800">
              <a:latin typeface="Segoe UI"/>
              <a:cs typeface="Segoe UI"/>
            </a:endParaRPr>
          </a:p>
          <a:p>
            <a:pPr algn="ctr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Savior, Savior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Hear my humble cry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While on others Thou art calling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Do not pass me by!</a:t>
            </a:r>
            <a:endParaRPr lang="en-SG" dirty="0"/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792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492C-4384-CDE8-8BEB-DA893B1A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BA031-DA44-2A04-0D37-69F3AC28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488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3ED77A-B531-593D-3706-38475D642D6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5A9F5-5E7E-D00A-6388-5AFC0B7A7ABE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6BD0A-7A50-2FCE-420E-9BD87E5060F2}"/>
              </a:ext>
            </a:extLst>
          </p:cNvPr>
          <p:cNvSpPr/>
          <p:nvPr/>
        </p:nvSpPr>
        <p:spPr>
          <a:xfrm>
            <a:off x="882395" y="829132"/>
            <a:ext cx="7379210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Thou the spring of all my comfort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More than life to me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Whom have I on earth beside Thee?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Whom in Heav'n but Thee?</a:t>
            </a:r>
            <a:br>
              <a:rPr lang="en-SG" sz="2800" dirty="0">
                <a:latin typeface="Segoe UI"/>
                <a:cs typeface="Segoe UI"/>
              </a:rPr>
            </a:br>
            <a:endParaRPr lang="en-SG" sz="2800">
              <a:latin typeface="Segoe UI"/>
              <a:cs typeface="Segoe UI"/>
            </a:endParaRPr>
          </a:p>
          <a:p>
            <a:pPr algn="ctr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Savior, Savior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Hear my humble cry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While on others Thou art calling</a:t>
            </a:r>
            <a:b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</a:b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Do not pass me by!</a:t>
            </a:r>
            <a:endParaRPr lang="en-SG" dirty="0"/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090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–Beauty for </a:t>
            </a:r>
            <a:r>
              <a:rPr lang="en-US" sz="2800" dirty="0" err="1">
                <a:latin typeface="Segoe UI"/>
                <a:cs typeface="Segoe UI"/>
              </a:rPr>
              <a:t>brokeness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1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1426812" y="801368"/>
            <a:ext cx="628319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Beauty for brokenness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Hope for despair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Lord, in your suffering world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This is our prayer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Bread for the children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Justice, joy, peace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Sunrise to sunset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Your kingdom increase!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B873-9728-3912-360A-EC307E7C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CC63-678B-7146-D5AE-9406127B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598E921-8690-A95E-1453-A811F8701E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5838D-7510-E4C2-6812-3C30505D3D7D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2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03D00-8328-3C8A-C44B-B3C9C301E412}"/>
              </a:ext>
            </a:extLst>
          </p:cNvPr>
          <p:cNvSpPr txBox="1"/>
          <p:nvPr/>
        </p:nvSpPr>
        <p:spPr>
          <a:xfrm>
            <a:off x="1426812" y="801368"/>
            <a:ext cx="628319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Shelter for fragile lives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Cures for the ill</a:t>
            </a:r>
            <a:r>
              <a:rPr lang="en-US" sz="2800" dirty="0">
                <a:latin typeface="Segoe UI"/>
                <a:ea typeface="+mn-lt"/>
                <a:cs typeface="Segoe UI"/>
              </a:rPr>
              <a:t>s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Work for the craftsmen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Trade for their skills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Land for the dispossessed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Rights for the weak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Voices to plead the cause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Of those who cant speak</a:t>
            </a:r>
            <a:endParaRPr lang="en-US" sz="2800" dirty="0"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8737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7918-66FC-1DA4-7F7D-AB529EA5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E13A-7AF4-2D42-DB89-D5836EEB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0731A4-F66B-2E25-F44B-75BB7D09BF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50B86-F991-4B79-0092-91F0836D6408}"/>
              </a:ext>
            </a:extLst>
          </p:cNvPr>
          <p:cNvSpPr txBox="1"/>
          <p:nvPr/>
        </p:nvSpPr>
        <p:spPr>
          <a:xfrm>
            <a:off x="5326566" y="4822117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3 of 9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A4B4A-551A-0CE1-5D4B-E960A6950308}"/>
              </a:ext>
            </a:extLst>
          </p:cNvPr>
          <p:cNvSpPr txBox="1"/>
          <p:nvPr/>
        </p:nvSpPr>
        <p:spPr>
          <a:xfrm>
            <a:off x="1426812" y="1020574"/>
            <a:ext cx="628319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God of the poor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Friend of the weak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Give us compassion we pray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Melt our cold hearts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Let tears fall like rain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Come, change our love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From a spark to a flame</a:t>
            </a:r>
            <a:endParaRPr lang="en-GB" sz="2800">
              <a:solidFill>
                <a:srgbClr val="FF0000"/>
              </a:solidFill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5387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88CF-78EE-E069-5596-48C78794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F82C-0CD3-31D1-471C-F2BA1BC8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B0A84AE-FE7E-A7E2-F990-BF5D78A6C0E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FE031-446F-C29C-4AD1-FF2DA27C763F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4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2E14E-92EA-07E4-2C81-A7E74083B941}"/>
              </a:ext>
            </a:extLst>
          </p:cNvPr>
          <p:cNvSpPr txBox="1"/>
          <p:nvPr/>
        </p:nvSpPr>
        <p:spPr>
          <a:xfrm>
            <a:off x="1434535" y="801368"/>
            <a:ext cx="628319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Refuge from cruel wars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Havens from fear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Cities for sanctuary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Freedoms to share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Peace to the killing-fields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Scorched earth to green,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Christ for the bitterness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His cross for the pain.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02673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0428-DE3F-1A7C-D029-26C764A79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7333-1863-5CCF-373A-C6C9DB34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C6596B8-EA02-8BC3-6580-9DA372A402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11DF1-DB90-B685-C247-AD154F402A2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5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75C19-3747-4BAD-D370-6BA14C4A3ADB}"/>
              </a:ext>
            </a:extLst>
          </p:cNvPr>
          <p:cNvSpPr txBox="1"/>
          <p:nvPr/>
        </p:nvSpPr>
        <p:spPr>
          <a:xfrm>
            <a:off x="1426812" y="1020574"/>
            <a:ext cx="628319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God of the poor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Friend of the weak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Give us compassion we pray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Melt our cold hearts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Let tears fall like rain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Come, change our love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From a spark to a flame</a:t>
            </a:r>
            <a:endParaRPr lang="en-GB" sz="2800">
              <a:solidFill>
                <a:srgbClr val="FF0000"/>
              </a:solidFill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5109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6D36-0748-4925-9FD9-72A4A180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9613-FA22-C1A2-02E1-B17B6E10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99D1068-6F03-D011-F3CD-EDB94B9133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45D6C-3550-5BFA-4B61-D044D56CF630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6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72D02-7E5D-C094-8F4C-BA61B164E37C}"/>
              </a:ext>
            </a:extLst>
          </p:cNvPr>
          <p:cNvSpPr txBox="1"/>
          <p:nvPr/>
        </p:nvSpPr>
        <p:spPr>
          <a:xfrm>
            <a:off x="1434535" y="801368"/>
            <a:ext cx="628319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Rest for the ravaged earth 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Oceans and streams, 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Plundered and poisoned, 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Our future our dreams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Lord end our madness 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Carelessness ,  greed 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Make us content with the </a:t>
            </a:r>
          </a:p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Things that we need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56332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C54B-0EC8-207A-31F5-77906810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53FB-CF12-A7A4-3062-5FBFE978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E6C943D-895D-EAB5-60FD-85A29AFCE74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10F80-DB6B-178D-81CD-486283EE0E79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7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19AE0-5636-5B50-E664-490775CA4CFD}"/>
              </a:ext>
            </a:extLst>
          </p:cNvPr>
          <p:cNvSpPr txBox="1"/>
          <p:nvPr/>
        </p:nvSpPr>
        <p:spPr>
          <a:xfrm>
            <a:off x="1426812" y="1020574"/>
            <a:ext cx="628319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God of the poor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Friend of the weak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Give us compassion we pray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Melt our cold hearts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Let tears fall like rain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Come, change our love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From a spark to a flame</a:t>
            </a:r>
            <a:endParaRPr lang="en-GB" sz="2800">
              <a:solidFill>
                <a:srgbClr val="FF0000"/>
              </a:solidFill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3524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2F29-7170-C302-12EC-A86944CD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BA6F-EC34-50A0-1462-93E39551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3B7D7D-14E2-DD61-28A6-727EAABB5F0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90AD5-796E-9711-3930-52DDE24A6444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8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E3016-E684-63D4-50CD-C5AAF97E37F6}"/>
              </a:ext>
            </a:extLst>
          </p:cNvPr>
          <p:cNvSpPr txBox="1"/>
          <p:nvPr/>
        </p:nvSpPr>
        <p:spPr>
          <a:xfrm>
            <a:off x="1434535" y="801368"/>
            <a:ext cx="628319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+mn-lt"/>
                <a:cs typeface="+mn-lt"/>
              </a:rPr>
              <a:t>Lighten our darkness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Breathe on this flame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Until Your justice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Burns brightly again;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Until the nations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Learn of Your ways,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Seek Your salvation</a:t>
            </a:r>
            <a:br>
              <a:rPr lang="en-GB" sz="2800" dirty="0">
                <a:latin typeface="Segoe UI"/>
                <a:ea typeface="+mn-lt"/>
                <a:cs typeface="+mn-lt"/>
              </a:rPr>
            </a:br>
            <a:r>
              <a:rPr lang="en-GB" sz="2800" dirty="0">
                <a:latin typeface="Segoe UI"/>
                <a:ea typeface="+mn-lt"/>
                <a:cs typeface="+mn-lt"/>
              </a:rPr>
              <a:t>And bring You their praise.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86703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ADB3-0D60-836C-DA5C-26B559D8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E43B-1DC8-59CC-B303-98D0A7B5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Beauty for Brokenness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514F2AA-5EC6-42AB-6606-5B6A4EE4D9E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97B81-5ADC-B493-52FF-502E7A92ED4C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9 of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E7DD4-18E1-22F3-D76B-A9CBD28F41C3}"/>
              </a:ext>
            </a:extLst>
          </p:cNvPr>
          <p:cNvSpPr txBox="1"/>
          <p:nvPr/>
        </p:nvSpPr>
        <p:spPr>
          <a:xfrm>
            <a:off x="1426812" y="1020574"/>
            <a:ext cx="628319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God of the poor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Friend of the weak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Give us compassion we pray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Melt our cold hearts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Let tears fall like rain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Come, change our love</a:t>
            </a:r>
            <a:br>
              <a:rPr lang="en-GB" sz="2800" i="1" dirty="0">
                <a:latin typeface="Segoe UI"/>
                <a:ea typeface="+mn-lt"/>
                <a:cs typeface="+mn-lt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+mn-lt"/>
                <a:cs typeface="+mn-lt"/>
              </a:rPr>
              <a:t>From a spark to a flame</a:t>
            </a:r>
            <a:endParaRPr lang="en-GB" sz="2800">
              <a:solidFill>
                <a:srgbClr val="FF0000"/>
              </a:solidFill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7365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In Christ there is no east or west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In Christ there is no east or west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996FC-7BB5-D668-936B-F1ED24CFF455}"/>
              </a:ext>
            </a:extLst>
          </p:cNvPr>
          <p:cNvSpPr txBox="1"/>
          <p:nvPr/>
        </p:nvSpPr>
        <p:spPr>
          <a:xfrm>
            <a:off x="293758" y="817237"/>
            <a:ext cx="854570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In Christ there is no East or West,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In Him no South or North; 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But one great fellowship of love 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Throughout the whole wide earth. 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endParaRPr lang="en-GB" sz="2800" dirty="0"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In Him shall true hearts everywhere 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Their high communion find; 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His service is the golden cord, </a:t>
            </a:r>
            <a:endParaRPr lang="en-GB" sz="2800">
              <a:solidFill>
                <a:srgbClr val="F6FAE0"/>
              </a:solidFill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Close binding all mankind. </a:t>
            </a: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009A-38A4-67D3-B94F-31721FB1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E7A3-6244-A90B-2252-D277DFE3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In Christ there is no east or west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84316-3630-508E-6AB4-5048FBEBFEE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3D3F4-791D-2331-66E9-71D943BBADEB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8915431-C259-70D6-6A57-EBC64AFD1F7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FBFE2-8500-03A1-67A2-DB69E3B48279}"/>
              </a:ext>
            </a:extLst>
          </p:cNvPr>
          <p:cNvSpPr txBox="1"/>
          <p:nvPr/>
        </p:nvSpPr>
        <p:spPr>
          <a:xfrm>
            <a:off x="293758" y="817237"/>
            <a:ext cx="854570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Join hands, then, all ye of the faith, </a:t>
            </a:r>
            <a:endParaRPr lang="en-US" sz="2800" dirty="0"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Whatever your race may be! </a:t>
            </a: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Who serves the Father and the Son  </a:t>
            </a: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Is surely kin to me. </a:t>
            </a:r>
          </a:p>
          <a:p>
            <a:pPr lvl="1" algn="ctr"/>
            <a:endParaRPr lang="en-GB" sz="2800" dirty="0"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In Christ now meet both East and West, </a:t>
            </a:r>
            <a:endParaRPr lang="en-US" sz="2800"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In Him meet South and North; </a:t>
            </a: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All Christly souls are one in Him </a:t>
            </a:r>
          </a:p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Throughout the whole wide earth.</a:t>
            </a:r>
            <a:endParaRPr lang="en-US" sz="2800">
              <a:latin typeface="Segoe UI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97108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661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661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1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8133F-E1AA-309B-99CC-1F9AE6F5F7C4}"/>
              </a:ext>
            </a:extLst>
          </p:cNvPr>
          <p:cNvSpPr txBox="1"/>
          <p:nvPr/>
        </p:nvSpPr>
        <p:spPr>
          <a:xfrm>
            <a:off x="293758" y="832683"/>
            <a:ext cx="8545707" cy="41088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ea typeface="+mn-lt"/>
                <a:cs typeface="+mn-lt"/>
              </a:rPr>
              <a:t>My times are in Your hand;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My God, I wish them there!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My life, my friends, my soul, I leave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entirely to Your care.</a:t>
            </a:r>
            <a:br>
              <a:rPr lang="en-GB" sz="2800" dirty="0">
                <a:ea typeface="+mn-lt"/>
                <a:cs typeface="+mn-lt"/>
              </a:rPr>
            </a:br>
            <a:endParaRPr lang="en-GB" sz="2800" dirty="0">
              <a:ea typeface="+mn-lt"/>
              <a:cs typeface="+mn-lt"/>
            </a:endParaRPr>
          </a:p>
          <a:p>
            <a:pPr lvl="1" algn="ctr"/>
            <a:r>
              <a:rPr lang="en-GB" sz="2800" dirty="0">
                <a:ea typeface="+mn-lt"/>
                <a:cs typeface="+mn-lt"/>
              </a:rPr>
              <a:t>My times are in Your hand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Whatever they may be,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Pleasing or painful, dark or bright,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As best may seem to Thee.</a:t>
            </a:r>
            <a:br>
              <a:rPr lang="en-GB" sz="900" dirty="0">
                <a:solidFill>
                  <a:srgbClr val="0A3F64"/>
                </a:solidFill>
                <a:highlight>
                  <a:srgbClr val="F0EDD3"/>
                </a:highlight>
                <a:ea typeface="+mn-lt"/>
                <a:cs typeface="+mn-lt"/>
              </a:rPr>
            </a:br>
            <a:endParaRPr lang="en-GB" sz="900" dirty="0">
              <a:solidFill>
                <a:srgbClr val="0A3F64"/>
              </a:solidFill>
              <a:highlight>
                <a:srgbClr val="F0EDD3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2A03-F003-6974-3078-E619CFD6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C82F-E4BE-88D9-9C92-7B273B3D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661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CC4A7F0-3FE5-6296-54F5-F3FC44C1D55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F2FEF-895F-BB72-33F4-FAAC4DA7C8A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52A46-8B80-A7B2-C7E5-EF2A50115092}"/>
              </a:ext>
            </a:extLst>
          </p:cNvPr>
          <p:cNvSpPr txBox="1"/>
          <p:nvPr/>
        </p:nvSpPr>
        <p:spPr>
          <a:xfrm>
            <a:off x="293758" y="832683"/>
            <a:ext cx="8545707" cy="41088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ea typeface="+mn-lt"/>
                <a:cs typeface="+mn-lt"/>
              </a:rPr>
              <a:t>My times are in Your hand;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Why should I doubt or fear?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My Father's hand will never cause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His child a needless tear.</a:t>
            </a:r>
            <a:br>
              <a:rPr lang="en-GB" sz="2800" dirty="0">
                <a:ea typeface="+mn-lt"/>
                <a:cs typeface="+mn-lt"/>
              </a:rPr>
            </a:br>
            <a:endParaRPr lang="en-GB" sz="2800">
              <a:ea typeface="+mn-lt"/>
              <a:cs typeface="+mn-lt"/>
            </a:endParaRPr>
          </a:p>
          <a:p>
            <a:pPr lvl="1" algn="ctr"/>
            <a:r>
              <a:rPr lang="en-GB" sz="2800" dirty="0">
                <a:ea typeface="+mn-lt"/>
                <a:cs typeface="+mn-lt"/>
              </a:rPr>
              <a:t>My times are in Your hand: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Jesus, the Crucified;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The hand my cruel sins had pierced,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Is now my guard and guide.</a:t>
            </a:r>
            <a:br>
              <a:rPr lang="en-GB" sz="2800" dirty="0">
                <a:highlight>
                  <a:srgbClr val="F0EDD3"/>
                </a:highlight>
                <a:ea typeface="+mn-lt"/>
                <a:cs typeface="+mn-lt"/>
              </a:rPr>
            </a:br>
            <a:endParaRPr lang="en-GB" sz="900">
              <a:solidFill>
                <a:srgbClr val="0A3F64"/>
              </a:solidFill>
              <a:highlight>
                <a:srgbClr val="F0EDD3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4225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F3F7-985D-B46A-5269-3D298431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4DD62-5858-0C6D-1C92-03C631146A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0678B7C2-0D23-374D-8BE8-28001E828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E8492F2-4447-4BBD-4C01-4350C191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237</a:t>
            </a:r>
          </a:p>
        </p:txBody>
      </p:sp>
    </p:spTree>
    <p:extLst>
      <p:ext uri="{BB962C8B-B14F-4D97-AF65-F5344CB8AC3E}">
        <p14:creationId xmlns:p14="http://schemas.microsoft.com/office/powerpoint/2010/main" val="11975366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1E5C-283C-07D9-7C0B-BADC78E9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F80F-B1C5-A3BB-3CF8-7F2496BE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237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14DED65-DC3B-81D2-0B99-EF8D792E669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4B2BA-FAEA-2DEF-E046-E5A93A12F97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1D3A7-5E88-DCB9-FDFD-146613F62C36}"/>
              </a:ext>
            </a:extLst>
          </p:cNvPr>
          <p:cNvSpPr txBox="1"/>
          <p:nvPr/>
        </p:nvSpPr>
        <p:spPr>
          <a:xfrm>
            <a:off x="293758" y="1234278"/>
            <a:ext cx="854570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Rock of Ages, cleft for me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Let me hide myself in Thee!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Let the water and the blood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From Thy riven side which flowed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Be of sin the double cure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Cleanse me from its guilt and power</a:t>
            </a:r>
            <a:r>
              <a:rPr lang="en-US" sz="2800" dirty="0">
                <a:latin typeface="Segoe UI"/>
                <a:ea typeface="Roboto"/>
                <a:cs typeface="Segoe UI"/>
              </a:rPr>
              <a:t>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92982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799F-110F-D9E5-92A7-C2AD06E6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EC1E-C3AD-AFFA-2EFC-6139BE1F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237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4857B0E-E6BC-544F-79A5-B386090015A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B999A-82CC-5A85-F6E6-658CFDF7A3B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2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80E11-921A-25D3-9DCB-B2901DEBFDB5}"/>
              </a:ext>
            </a:extLst>
          </p:cNvPr>
          <p:cNvSpPr txBox="1"/>
          <p:nvPr/>
        </p:nvSpPr>
        <p:spPr>
          <a:xfrm>
            <a:off x="293758" y="1234278"/>
            <a:ext cx="854570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Not the labours of my hands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Can fulfil the Law's demands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Could my zeal no respite know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Could my tears forever flow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All for sin could not atone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Thou must save, and Thou alone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11548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3080-17FB-B2FE-635A-35A0F37E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C55E-DF9C-B77F-0CA7-980F31F8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237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6D2CA4E-5BF8-114A-5B2E-2BF60099B77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F8FAF-6C1B-26E8-5D86-FD163228E14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3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646A7-1834-7475-A22D-B31807C6F8DC}"/>
              </a:ext>
            </a:extLst>
          </p:cNvPr>
          <p:cNvSpPr txBox="1"/>
          <p:nvPr/>
        </p:nvSpPr>
        <p:spPr>
          <a:xfrm>
            <a:off x="293758" y="1234278"/>
            <a:ext cx="854570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Nothing in my hand I bring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Simply to Thy cross I cling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Naked, come to Thee for dress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Helpless, look to Thee for grace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Foul, I to the fountain fly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latin typeface="Segoe UI"/>
                <a:ea typeface="Roboto"/>
                <a:cs typeface="Roboto"/>
              </a:rPr>
              <a:t>Wash me, Savior, or I die!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076431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01EB-36D0-FE92-EC52-BD5376C9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C8A6-5393-8CA8-62B5-9900FD48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237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DA708C6-FBEF-A9A0-E030-3DA8560E3B3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B08D2-92A7-68E7-79A1-88A796510EB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4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5C22C-1605-50AE-0706-715346A5116E}"/>
              </a:ext>
            </a:extLst>
          </p:cNvPr>
          <p:cNvSpPr txBox="1"/>
          <p:nvPr/>
        </p:nvSpPr>
        <p:spPr>
          <a:xfrm>
            <a:off x="293758" y="1234279"/>
            <a:ext cx="854570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Roboto"/>
                <a:cs typeface="Roboto"/>
              </a:rPr>
              <a:t>While I draw this fleeting 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breath</a:t>
            </a:r>
            <a:endParaRPr lang="en-GB" sz="2800" dirty="0">
              <a:latin typeface="Segoe UI"/>
              <a:ea typeface="Roboto"/>
              <a:cs typeface="Roboto"/>
            </a:endParaRPr>
          </a:p>
          <a:p>
            <a:pPr lvl="1" algn="ctr"/>
            <a:r>
              <a:rPr lang="en-GB" sz="280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When my eyes shall close </a:t>
            </a:r>
            <a:r>
              <a:rPr lang="en-GB" sz="2800" dirty="0">
                <a:latin typeface="Segoe UI"/>
                <a:ea typeface="Roboto"/>
                <a:cs typeface="Roboto"/>
              </a:rPr>
              <a:t>in death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When I soar to worlds unknown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See Thee on Thy judgment throne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Rock of Ages, cleft for me</a:t>
            </a:r>
            <a:br>
              <a:rPr lang="en-GB" sz="2800" dirty="0">
                <a:latin typeface="Segoe UI"/>
                <a:ea typeface="Roboto"/>
                <a:cs typeface="Roboto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Let me hide myself in Thee.</a:t>
            </a:r>
          </a:p>
        </p:txBody>
      </p:sp>
    </p:spTree>
    <p:extLst>
      <p:ext uri="{BB962C8B-B14F-4D97-AF65-F5344CB8AC3E}">
        <p14:creationId xmlns:p14="http://schemas.microsoft.com/office/powerpoint/2010/main" val="17462835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E5ED-310F-FA17-D25B-FFC029FF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7156-8044-8D0A-4D0F-A9D178B6DCF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04071A8-1C85-B728-829E-D9E64525C8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1E7453-2676-EF65-E622-684E1617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798</a:t>
            </a:r>
          </a:p>
        </p:txBody>
      </p:sp>
    </p:spTree>
    <p:extLst>
      <p:ext uri="{BB962C8B-B14F-4D97-AF65-F5344CB8AC3E}">
        <p14:creationId xmlns:p14="http://schemas.microsoft.com/office/powerpoint/2010/main" val="2854238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4EF4F-AC83-489F-B93E-6112E429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E4F2-38CA-BA80-1E67-5385DDB3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798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97C2EC-4A56-F60D-A73B-79FBAC35050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E2B3F-FD55-8DBC-FF78-5C8D8532FF7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9A64CD-C530-9220-FEE1-40676BC62F53}"/>
              </a:ext>
            </a:extLst>
          </p:cNvPr>
          <p:cNvSpPr txBox="1"/>
          <p:nvPr/>
        </p:nvSpPr>
        <p:spPr>
          <a:xfrm>
            <a:off x="293758" y="817238"/>
            <a:ext cx="854570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Tahoma"/>
                <a:cs typeface="Tahoma"/>
              </a:rPr>
              <a:t>Faded away like the stars of the morning,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dirty="0">
                <a:latin typeface="Segoe UI"/>
                <a:ea typeface="Tahoma"/>
                <a:cs typeface="Tahoma"/>
              </a:rPr>
              <a:t>Losing their light in the glorious sun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dirty="0">
                <a:latin typeface="Segoe UI"/>
                <a:ea typeface="Tahoma"/>
                <a:cs typeface="Tahoma"/>
              </a:rPr>
              <a:t>Thus would we pass from this earth and its toiling,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dirty="0">
                <a:latin typeface="Segoe UI"/>
                <a:ea typeface="Tahoma"/>
                <a:cs typeface="Tahoma"/>
              </a:rPr>
              <a:t>Only remembered by what we have done.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remembered, only remembered,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 what we have done;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Thus would we pass from this earth and its toiling,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 what we have done.</a:t>
            </a:r>
            <a:endParaRPr lang="en-US" sz="28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17088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43C3-0C7A-936C-DF57-DA484BDE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B1E2-7E16-9C94-91F7-63C2089E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798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2462EB-31F3-82E9-BD46-5B339B2F2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96820-F3EB-A04F-E4DD-CFCFEF15062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7778E-045B-AE8B-91A1-B8DABB3AE6A9}"/>
              </a:ext>
            </a:extLst>
          </p:cNvPr>
          <p:cNvSpPr txBox="1"/>
          <p:nvPr/>
        </p:nvSpPr>
        <p:spPr>
          <a:xfrm>
            <a:off x="293758" y="817238"/>
            <a:ext cx="854570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ea typeface="+mn-lt"/>
                <a:cs typeface="+mn-lt"/>
              </a:rPr>
              <a:t>Shall we be missed though by others succeeded,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Reaping the fields we in springtime have sown?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Yes, but the </a:t>
            </a:r>
            <a:r>
              <a:rPr lang="en-GB" sz="2800" dirty="0" err="1">
                <a:ea typeface="+mn-lt"/>
                <a:cs typeface="+mn-lt"/>
              </a:rPr>
              <a:t>sowers</a:t>
            </a:r>
            <a:r>
              <a:rPr lang="en-GB" sz="2800" dirty="0">
                <a:ea typeface="+mn-lt"/>
                <a:cs typeface="+mn-lt"/>
              </a:rPr>
              <a:t> must pass from their labours,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Ever remembered by what they have done.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remembered, only remembered,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 what we have done;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Thus would we pass from this earth and its toiling,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 what we have done.</a:t>
            </a:r>
            <a:endParaRPr lang="en-US" sz="280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93550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F6B50-F4C6-0286-6E23-E3F4A243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67F2-61B0-2812-4B5C-C410393A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798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F169895-EAFE-09F9-F387-2B499F43BA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56AEE-6B58-E51D-B58D-04CAA57351A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3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7FB44-B5B3-5BB6-DCDE-D6D313905A07}"/>
              </a:ext>
            </a:extLst>
          </p:cNvPr>
          <p:cNvSpPr txBox="1"/>
          <p:nvPr/>
        </p:nvSpPr>
        <p:spPr>
          <a:xfrm>
            <a:off x="293758" y="817238"/>
            <a:ext cx="854570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ea typeface="+mn-lt"/>
                <a:cs typeface="+mn-lt"/>
              </a:rPr>
              <a:t>Only the truth that in life we have spoken,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Only the seed that on earth we have sown;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These shall pass onward when we are forgotten,</a:t>
            </a:r>
            <a:endParaRPr lang="en-US" sz="2800" dirty="0">
              <a:ea typeface="+mn-lt"/>
              <a:cs typeface="+mn-lt"/>
            </a:endParaRPr>
          </a:p>
          <a:p>
            <a:pPr lvl="1" algn="ctr"/>
            <a:r>
              <a:rPr lang="en-GB" sz="2800" dirty="0">
                <a:ea typeface="+mn-lt"/>
                <a:cs typeface="+mn-lt"/>
              </a:rPr>
              <a:t>Fruits of the harvest and what we have done.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remembered, only remembered,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 what we have done;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Thus would we pass from this earth and its toiling,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 what we have done.</a:t>
            </a:r>
            <a:endParaRPr lang="en-US" sz="280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537343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DE84-0373-E618-56C2-0323E9D3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2D9D-EFCD-B253-FDE2-25C1F80C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798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0FC095E-B1E1-1424-5069-CCAAEBEBF1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ED9E-90E1-D686-2884-F998056CFA2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4 of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D51B0-CDE9-71A4-E41E-73550383D18B}"/>
              </a:ext>
            </a:extLst>
          </p:cNvPr>
          <p:cNvSpPr txBox="1"/>
          <p:nvPr/>
        </p:nvSpPr>
        <p:spPr>
          <a:xfrm>
            <a:off x="293758" y="817238"/>
            <a:ext cx="854570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ea typeface="+mn-lt"/>
                <a:cs typeface="+mn-lt"/>
              </a:rPr>
              <a:t>Oh, when the Saviour shall make up His jewels,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When the bright crowns of rejoicing are won,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Then shall His weary and faithful disciples,</a:t>
            </a:r>
            <a:br>
              <a:rPr lang="en-GB" sz="2800" dirty="0">
                <a:ea typeface="+mn-lt"/>
                <a:cs typeface="+mn-lt"/>
              </a:rPr>
            </a:br>
            <a:r>
              <a:rPr lang="en-GB" sz="2800" dirty="0">
                <a:ea typeface="+mn-lt"/>
                <a:cs typeface="+mn-lt"/>
              </a:rPr>
              <a:t>All be remembered by what they have done.</a:t>
            </a:r>
            <a:br>
              <a:rPr lang="en-GB" sz="2800" dirty="0">
                <a:latin typeface="Segoe UI"/>
                <a:ea typeface="Tahoma"/>
                <a:cs typeface="Tahoma"/>
              </a:rPr>
            </a:br>
            <a:br>
              <a:rPr lang="en-GB" sz="2800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remembered, only remembered,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 what we have done;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Thus would we pass from this earth and its toiling,</a:t>
            </a:r>
            <a:br>
              <a:rPr lang="en-GB" sz="2800" i="1" dirty="0">
                <a:latin typeface="Segoe UI"/>
                <a:ea typeface="Tahoma"/>
                <a:cs typeface="Tahoma"/>
              </a:rPr>
            </a:br>
            <a:r>
              <a:rPr lang="en-GB" sz="2800" i="1" dirty="0">
                <a:solidFill>
                  <a:srgbClr val="FF0000"/>
                </a:solidFill>
                <a:latin typeface="Segoe UI"/>
                <a:ea typeface="Tahoma"/>
                <a:cs typeface="Tahoma"/>
              </a:rPr>
              <a:t>Only remembered by what we have done.</a:t>
            </a:r>
            <a:endParaRPr lang="en-US" sz="280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680663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596590" y="1760638"/>
            <a:ext cx="7950820" cy="226495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Closing Hymn 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Father make us One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Father make us One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434FD-5B1E-3C7F-A00C-67FC8348CA2B}"/>
              </a:ext>
            </a:extLst>
          </p:cNvPr>
          <p:cNvSpPr txBox="1"/>
          <p:nvPr/>
        </p:nvSpPr>
        <p:spPr>
          <a:xfrm>
            <a:off x="293758" y="1450521"/>
            <a:ext cx="8545707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GB" sz="2800" dirty="0">
                <a:latin typeface="Segoe UI"/>
                <a:ea typeface="Open Sans"/>
                <a:cs typeface="Open Sans"/>
              </a:rPr>
              <a:t>Father, Make Us One,</a:t>
            </a:r>
            <a:br>
              <a:rPr lang="en-GB" sz="2800" dirty="0">
                <a:latin typeface="Segoe UI"/>
                <a:ea typeface="Open Sans"/>
                <a:cs typeface="Open Sans"/>
              </a:rPr>
            </a:br>
            <a:r>
              <a:rPr lang="en-GB" sz="2800" dirty="0">
                <a:latin typeface="Segoe UI"/>
                <a:ea typeface="Open Sans"/>
                <a:cs typeface="Open Sans"/>
              </a:rPr>
              <a:t>Father, Make Us One,</a:t>
            </a:r>
            <a:br>
              <a:rPr lang="en-GB" sz="2800" dirty="0">
                <a:latin typeface="Segoe UI"/>
                <a:ea typeface="Open Sans"/>
                <a:cs typeface="Open Sans"/>
              </a:rPr>
            </a:br>
            <a:r>
              <a:rPr lang="en-GB" sz="2800" dirty="0">
                <a:latin typeface="Segoe UI"/>
                <a:ea typeface="Open Sans"/>
                <a:cs typeface="Open Sans"/>
              </a:rPr>
              <a:t>That The World May Know</a:t>
            </a:r>
            <a:br>
              <a:rPr lang="en-GB" sz="2800" dirty="0">
                <a:latin typeface="Segoe UI"/>
                <a:ea typeface="Open Sans"/>
                <a:cs typeface="Open Sans"/>
              </a:rPr>
            </a:br>
            <a:r>
              <a:rPr lang="en-GB" sz="2800" dirty="0">
                <a:latin typeface="Segoe UI"/>
                <a:ea typeface="Open Sans"/>
                <a:cs typeface="Open Sans"/>
              </a:rPr>
              <a:t>Thou Has Sent Thy Son</a:t>
            </a:r>
            <a:br>
              <a:rPr lang="en-GB" sz="2800" dirty="0">
                <a:latin typeface="Segoe UI"/>
                <a:ea typeface="Open Sans"/>
                <a:cs typeface="Open Sans"/>
              </a:rPr>
            </a:br>
            <a:r>
              <a:rPr lang="en-GB" sz="2800" dirty="0">
                <a:latin typeface="Segoe UI"/>
                <a:ea typeface="Open Sans"/>
                <a:cs typeface="Open Sans"/>
              </a:rPr>
              <a:t>Father, Make Us One.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1588</TotalTime>
  <Words>2627</Words>
  <Application>Microsoft Office PowerPoint</Application>
  <PresentationFormat>On-screen Show (16:9)</PresentationFormat>
  <Paragraphs>314</Paragraphs>
  <Slides>52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Aptos</vt:lpstr>
      <vt:lpstr>Arial</vt:lpstr>
      <vt:lpstr>Bahnschrift</vt:lpstr>
      <vt:lpstr>Calibri</vt:lpstr>
      <vt:lpstr>Calibri Light</vt:lpstr>
      <vt:lpstr>Footlight MT Light</vt:lpstr>
      <vt:lpstr>Gill Sans MT</vt:lpstr>
      <vt:lpstr>Roboto</vt:lpstr>
      <vt:lpstr>Segoe UI</vt:lpstr>
      <vt:lpstr>Tenorite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Song list  </vt:lpstr>
      <vt:lpstr>PowerPoint Presentation</vt:lpstr>
      <vt:lpstr>Opening Hymn No 203 </vt:lpstr>
      <vt:lpstr>Opening Hymn No 203 </vt:lpstr>
      <vt:lpstr>Opening Hymn No 203 </vt:lpstr>
      <vt:lpstr>Opening Hymn No 203 </vt:lpstr>
      <vt:lpstr>PowerPoint Presentation</vt:lpstr>
      <vt:lpstr>Hymn No 319</vt:lpstr>
      <vt:lpstr>Hymn No 319</vt:lpstr>
      <vt:lpstr>PowerPoint Presentation</vt:lpstr>
      <vt:lpstr>Thanksgiving Hymn No 661</vt:lpstr>
      <vt:lpstr>PowerPoint Presentation</vt:lpstr>
      <vt:lpstr>Offertory –”Our God will go before us</vt:lpstr>
      <vt:lpstr>Offertory –”Our God will go before us</vt:lpstr>
      <vt:lpstr>Offertory –”Our God will go before us</vt:lpstr>
      <vt:lpstr>Offertory –”Our God will go before us</vt:lpstr>
      <vt:lpstr>PowerPoint Presentation</vt:lpstr>
      <vt:lpstr>Confession :Hymn No 488</vt:lpstr>
      <vt:lpstr>Holy Communion – Hymn No 488</vt:lpstr>
      <vt:lpstr>Holy Communion – Hymn No 488</vt:lpstr>
      <vt:lpstr>Holy Communion – Hymn No 488</vt:lpstr>
      <vt:lpstr>Holy Communion – Hymn No 488</vt:lpstr>
      <vt:lpstr>Holy Communion – Hymn No 488</vt:lpstr>
      <vt:lpstr>Holy Communion –Beauty for brokeness</vt:lpstr>
      <vt:lpstr>Holy Communion –Beauty for Brokenness</vt:lpstr>
      <vt:lpstr>Holy Communion –Beauty for Brokenness</vt:lpstr>
      <vt:lpstr>Holy Communion –Beauty for Brokenness</vt:lpstr>
      <vt:lpstr>Holy Communion –Beauty for Brokenness</vt:lpstr>
      <vt:lpstr>Holy Communion –Beauty for Brokenness</vt:lpstr>
      <vt:lpstr>Holy Communion –Beauty for Brokenness</vt:lpstr>
      <vt:lpstr>Holy Communion –Beauty for Brokenness</vt:lpstr>
      <vt:lpstr>Holy Communion –Beauty for Brokenness</vt:lpstr>
      <vt:lpstr>Holy Communion –Beauty for Brokenness</vt:lpstr>
      <vt:lpstr>Holy Communion – In Christ there is no east or west</vt:lpstr>
      <vt:lpstr>Holy Communion – In Christ there is no east or west</vt:lpstr>
      <vt:lpstr>Holy Communion – In Christ there is no east or west</vt:lpstr>
      <vt:lpstr>Holy Communion – Hymn No 661</vt:lpstr>
      <vt:lpstr>Holy Communion – Hymn No 661</vt:lpstr>
      <vt:lpstr>Holy Communion – Hymn No 661</vt:lpstr>
      <vt:lpstr>Holy Communion – Hymn No 237</vt:lpstr>
      <vt:lpstr>Holy Communion – Hymn No 237</vt:lpstr>
      <vt:lpstr>Holy Communion – Hymn No 237</vt:lpstr>
      <vt:lpstr>Holy Communion – Hymn No 237</vt:lpstr>
      <vt:lpstr>Holy Communion – Hymn No 237</vt:lpstr>
      <vt:lpstr>Holy Communion – Hymn No 798</vt:lpstr>
      <vt:lpstr>Holy Communion – Hymn No 798</vt:lpstr>
      <vt:lpstr>Holy Communion – Hymn No 798</vt:lpstr>
      <vt:lpstr>Holy Communion – Hymn No 798</vt:lpstr>
      <vt:lpstr>Holy Communion – Hymn No 798</vt:lpstr>
      <vt:lpstr>PowerPoint Presentation</vt:lpstr>
      <vt:lpstr>Closing Hymn – Father make us One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752</cp:revision>
  <dcterms:created xsi:type="dcterms:W3CDTF">2020-09-02T02:55:07Z</dcterms:created>
  <dcterms:modified xsi:type="dcterms:W3CDTF">2026-01-24T02:05:39Z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