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2"/>
  </p:notesMasterIdLst>
  <p:handoutMasterIdLst>
    <p:handoutMasterId r:id="rId63"/>
  </p:handoutMasterIdLst>
  <p:sldIdLst>
    <p:sldId id="1727" r:id="rId7"/>
    <p:sldId id="1915" r:id="rId8"/>
    <p:sldId id="813" r:id="rId9"/>
    <p:sldId id="2098" r:id="rId10"/>
    <p:sldId id="2099" r:id="rId11"/>
    <p:sldId id="2100" r:id="rId12"/>
    <p:sldId id="2101" r:id="rId13"/>
    <p:sldId id="821" r:id="rId14"/>
    <p:sldId id="851" r:id="rId15"/>
    <p:sldId id="2021" r:id="rId16"/>
    <p:sldId id="822" r:id="rId17"/>
    <p:sldId id="2122" r:id="rId18"/>
    <p:sldId id="2123" r:id="rId19"/>
    <p:sldId id="2124" r:id="rId20"/>
    <p:sldId id="2096" r:id="rId21"/>
    <p:sldId id="2084" r:id="rId22"/>
    <p:sldId id="1388" r:id="rId23"/>
    <p:sldId id="2045" r:id="rId24"/>
    <p:sldId id="2119" r:id="rId25"/>
    <p:sldId id="2120" r:id="rId26"/>
    <p:sldId id="2121" r:id="rId27"/>
    <p:sldId id="1829" r:id="rId28"/>
    <p:sldId id="2064" r:id="rId29"/>
    <p:sldId id="2127" r:id="rId30"/>
    <p:sldId id="2128" r:id="rId31"/>
    <p:sldId id="2129" r:id="rId32"/>
    <p:sldId id="2132" r:id="rId33"/>
    <p:sldId id="2016" r:id="rId34"/>
    <p:sldId id="2030" r:id="rId35"/>
    <p:sldId id="2113" r:id="rId36"/>
    <p:sldId id="2115" r:id="rId37"/>
    <p:sldId id="2114" r:id="rId38"/>
    <p:sldId id="2133" r:id="rId39"/>
    <p:sldId id="1826" r:id="rId40"/>
    <p:sldId id="1827" r:id="rId41"/>
    <p:sldId id="2116" r:id="rId42"/>
    <p:sldId id="2117" r:id="rId43"/>
    <p:sldId id="2118" r:id="rId44"/>
    <p:sldId id="2102" r:id="rId45"/>
    <p:sldId id="2103" r:id="rId46"/>
    <p:sldId id="2104" r:id="rId47"/>
    <p:sldId id="2106" r:id="rId48"/>
    <p:sldId id="2105" r:id="rId49"/>
    <p:sldId id="2107" r:id="rId50"/>
    <p:sldId id="2108" r:id="rId51"/>
    <p:sldId id="2109" r:id="rId52"/>
    <p:sldId id="2110" r:id="rId53"/>
    <p:sldId id="2111" r:id="rId54"/>
    <p:sldId id="2112" r:id="rId55"/>
    <p:sldId id="2125" r:id="rId56"/>
    <p:sldId id="2126" r:id="rId57"/>
    <p:sldId id="2130" r:id="rId58"/>
    <p:sldId id="2131" r:id="rId59"/>
    <p:sldId id="820" r:id="rId60"/>
    <p:sldId id="858" r:id="rId6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2EE396-2D33-41B6-BDC4-72E6741AED2F}" v="54" dt="2026-01-13T16:02:04.381"/>
    <p1510:client id="{7302F9C7-770E-003B-C524-12DE1EC9E339}" v="70" dt="2026-01-14T01:52:14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84"/>
    <p:restoredTop sz="94679"/>
  </p:normalViewPr>
  <p:slideViewPr>
    <p:cSldViewPr snapToGrid="0">
      <p:cViewPr varScale="1">
        <p:scale>
          <a:sx n="86" d="100"/>
          <a:sy n="86" d="100"/>
        </p:scale>
        <p:origin x="1080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1.xml"/><Relationship Id="rId71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commentAuthors" Target="commentAuthors.xml"/><Relationship Id="rId69" Type="http://schemas.microsoft.com/office/2016/11/relationships/changesInfo" Target="changesInfos/changesInfo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notesMaster" Target="notesMasters/notesMaster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Windows Live" clId="Web-{7302F9C7-770E-003B-C524-12DE1EC9E339}"/>
    <pc:docChg chg="addSld modSld sldOrd">
      <pc:chgData name="Rosmin Elsa" userId="8f13a6be4da41318" providerId="Windows Live" clId="Web-{7302F9C7-770E-003B-C524-12DE1EC9E339}" dt="2026-01-14T01:52:12.781" v="44" actId="20577"/>
      <pc:docMkLst>
        <pc:docMk/>
      </pc:docMkLst>
      <pc:sldChg chg="modSp">
        <pc:chgData name="Rosmin Elsa" userId="8f13a6be4da41318" providerId="Windows Live" clId="Web-{7302F9C7-770E-003B-C524-12DE1EC9E339}" dt="2026-01-14T01:52:12.781" v="44" actId="20577"/>
        <pc:sldMkLst>
          <pc:docMk/>
          <pc:sldMk cId="1973655286" sldId="2030"/>
        </pc:sldMkLst>
        <pc:spChg chg="mod">
          <ac:chgData name="Rosmin Elsa" userId="8f13a6be4da41318" providerId="Windows Live" clId="Web-{7302F9C7-770E-003B-C524-12DE1EC9E339}" dt="2026-01-14T01:52:12.781" v="44" actId="20577"/>
          <ac:spMkLst>
            <pc:docMk/>
            <pc:sldMk cId="1973655286" sldId="2030"/>
            <ac:spMk id="4" creationId="{4B2E8C10-8BFC-A8B2-9E87-AAAAEB299522}"/>
          </ac:spMkLst>
        </pc:spChg>
      </pc:sldChg>
      <pc:sldChg chg="modSp">
        <pc:chgData name="Rosmin Elsa" userId="8f13a6be4da41318" providerId="Windows Live" clId="Web-{7302F9C7-770E-003B-C524-12DE1EC9E339}" dt="2026-01-14T01:52:09.343" v="43" actId="20577"/>
        <pc:sldMkLst>
          <pc:docMk/>
          <pc:sldMk cId="1781082110" sldId="2113"/>
        </pc:sldMkLst>
        <pc:spChg chg="mod">
          <ac:chgData name="Rosmin Elsa" userId="8f13a6be4da41318" providerId="Windows Live" clId="Web-{7302F9C7-770E-003B-C524-12DE1EC9E339}" dt="2026-01-14T01:52:09.343" v="43" actId="20577"/>
          <ac:spMkLst>
            <pc:docMk/>
            <pc:sldMk cId="1781082110" sldId="2113"/>
            <ac:spMk id="4" creationId="{ED67FB4A-7CA7-BB21-D3CE-95318426F169}"/>
          </ac:spMkLst>
        </pc:spChg>
      </pc:sldChg>
      <pc:sldChg chg="modSp">
        <pc:chgData name="Rosmin Elsa" userId="8f13a6be4da41318" providerId="Windows Live" clId="Web-{7302F9C7-770E-003B-C524-12DE1EC9E339}" dt="2026-01-14T01:51:58.968" v="40" actId="20577"/>
        <pc:sldMkLst>
          <pc:docMk/>
          <pc:sldMk cId="1069392920" sldId="2114"/>
        </pc:sldMkLst>
        <pc:spChg chg="mod">
          <ac:chgData name="Rosmin Elsa" userId="8f13a6be4da41318" providerId="Windows Live" clId="Web-{7302F9C7-770E-003B-C524-12DE1EC9E339}" dt="2026-01-14T01:51:58.968" v="40" actId="20577"/>
          <ac:spMkLst>
            <pc:docMk/>
            <pc:sldMk cId="1069392920" sldId="2114"/>
            <ac:spMk id="4" creationId="{6CFE1619-F9F5-EFAA-ED33-06D2865EE89C}"/>
          </ac:spMkLst>
        </pc:spChg>
      </pc:sldChg>
      <pc:sldChg chg="modSp ord">
        <pc:chgData name="Rosmin Elsa" userId="8f13a6be4da41318" providerId="Windows Live" clId="Web-{7302F9C7-770E-003B-C524-12DE1EC9E339}" dt="2026-01-14T01:52:04.656" v="42" actId="20577"/>
        <pc:sldMkLst>
          <pc:docMk/>
          <pc:sldMk cId="2273467029" sldId="2115"/>
        </pc:sldMkLst>
        <pc:spChg chg="mod">
          <ac:chgData name="Rosmin Elsa" userId="8f13a6be4da41318" providerId="Windows Live" clId="Web-{7302F9C7-770E-003B-C524-12DE1EC9E339}" dt="2026-01-14T01:52:04.656" v="42" actId="20577"/>
          <ac:spMkLst>
            <pc:docMk/>
            <pc:sldMk cId="2273467029" sldId="2115"/>
            <ac:spMk id="4" creationId="{F5ECA5E6-BDD7-A569-4907-AF7A74639712}"/>
          </ac:spMkLst>
        </pc:spChg>
      </pc:sldChg>
      <pc:sldChg chg="modSp add replId">
        <pc:chgData name="Rosmin Elsa" userId="8f13a6be4da41318" providerId="Windows Live" clId="Web-{7302F9C7-770E-003B-C524-12DE1EC9E339}" dt="2026-01-14T01:51:53.468" v="39" actId="20577"/>
        <pc:sldMkLst>
          <pc:docMk/>
          <pc:sldMk cId="1062880879" sldId="2133"/>
        </pc:sldMkLst>
        <pc:spChg chg="mod">
          <ac:chgData name="Rosmin Elsa" userId="8f13a6be4da41318" providerId="Windows Live" clId="Web-{7302F9C7-770E-003B-C524-12DE1EC9E339}" dt="2026-01-14T01:51:53.468" v="39" actId="20577"/>
          <ac:spMkLst>
            <pc:docMk/>
            <pc:sldMk cId="1062880879" sldId="2133"/>
            <ac:spMk id="4" creationId="{3692306B-FE5C-1BD6-0B6B-7C63CC929655}"/>
          </ac:spMkLst>
        </pc:spChg>
        <pc:spChg chg="mod">
          <ac:chgData name="Rosmin Elsa" userId="8f13a6be4da41318" providerId="Windows Live" clId="Web-{7302F9C7-770E-003B-C524-12DE1EC9E339}" dt="2026-01-14T01:51:09.467" v="36" actId="20577"/>
          <ac:spMkLst>
            <pc:docMk/>
            <pc:sldMk cId="1062880879" sldId="2133"/>
            <ac:spMk id="7" creationId="{6A8B71CB-A0A5-7389-C80A-CFFA21A54B4D}"/>
          </ac:spMkLst>
        </pc:spChg>
      </pc:sldChg>
    </pc:docChg>
  </pc:docChgLst>
  <pc:docChgLst>
    <pc:chgData name="Sini Mathew" userId="3875fe58a975fc01" providerId="LiveId" clId="{01228244-6B25-4D01-85AC-4B8EA41E8750}"/>
    <pc:docChg chg="custSel addSld delSld modSld sldOrd">
      <pc:chgData name="Sini Mathew" userId="3875fe58a975fc01" providerId="LiveId" clId="{01228244-6B25-4D01-85AC-4B8EA41E8750}" dt="2026-01-09T02:12:48.710" v="2767" actId="1076"/>
      <pc:docMkLst>
        <pc:docMk/>
      </pc:docMkLst>
      <pc:sldChg chg="modSp mod">
        <pc:chgData name="Sini Mathew" userId="3875fe58a975fc01" providerId="LiveId" clId="{01228244-6B25-4D01-85AC-4B8EA41E8750}" dt="2026-01-05T00:32:30.213" v="247" actId="20577"/>
        <pc:sldMkLst>
          <pc:docMk/>
          <pc:sldMk cId="717388547" sldId="813"/>
        </pc:sldMkLst>
        <pc:spChg chg="mod">
          <ac:chgData name="Sini Mathew" userId="3875fe58a975fc01" providerId="LiveId" clId="{01228244-6B25-4D01-85AC-4B8EA41E8750}" dt="2026-01-05T00:32:30.213" v="247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01228244-6B25-4D01-85AC-4B8EA41E8750}" dt="2026-01-05T02:35:34.075" v="1297" actId="20577"/>
        <pc:sldMkLst>
          <pc:docMk/>
          <pc:sldMk cId="3071323988" sldId="820"/>
        </pc:sldMkLst>
        <pc:spChg chg="mod">
          <ac:chgData name="Sini Mathew" userId="3875fe58a975fc01" providerId="LiveId" clId="{01228244-6B25-4D01-85AC-4B8EA41E8750}" dt="2026-01-05T02:35:34.075" v="1297" actId="20577"/>
          <ac:spMkLst>
            <pc:docMk/>
            <pc:sldMk cId="3071323988" sldId="820"/>
            <ac:spMk id="2" creationId="{DCF3B4DD-D28E-D949-A750-E7C0BC73DB23}"/>
          </ac:spMkLst>
        </pc:spChg>
      </pc:sldChg>
      <pc:sldChg chg="modSp mod">
        <pc:chgData name="Sini Mathew" userId="3875fe58a975fc01" providerId="LiveId" clId="{01228244-6B25-4D01-85AC-4B8EA41E8750}" dt="2026-01-05T00:52:19.626" v="1025" actId="14100"/>
        <pc:sldMkLst>
          <pc:docMk/>
          <pc:sldMk cId="3717493800" sldId="821"/>
        </pc:sldMkLst>
        <pc:spChg chg="mod">
          <ac:chgData name="Sini Mathew" userId="3875fe58a975fc01" providerId="LiveId" clId="{01228244-6B25-4D01-85AC-4B8EA41E8750}" dt="2026-01-05T00:52:19.626" v="1025" actId="14100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Sini Mathew" userId="3875fe58a975fc01" providerId="LiveId" clId="{01228244-6B25-4D01-85AC-4B8EA41E8750}" dt="2026-01-09T02:09:06.845" v="2711" actId="1076"/>
        <pc:sldMkLst>
          <pc:docMk/>
          <pc:sldMk cId="140346443" sldId="822"/>
        </pc:sldMkLst>
        <pc:spChg chg="mod">
          <ac:chgData name="Sini Mathew" userId="3875fe58a975fc01" providerId="LiveId" clId="{01228244-6B25-4D01-85AC-4B8EA41E8750}" dt="2026-01-05T00:53:35.710" v="1145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01228244-6B25-4D01-85AC-4B8EA41E8750}" dt="2026-01-06T10:33:45.893" v="1670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Sini Mathew" userId="3875fe58a975fc01" providerId="LiveId" clId="{01228244-6B25-4D01-85AC-4B8EA41E8750}" dt="2026-01-09T02:09:06.845" v="2711" actId="1076"/>
          <ac:spMkLst>
            <pc:docMk/>
            <pc:sldMk cId="140346443" sldId="822"/>
            <ac:spMk id="10" creationId="{60127C6D-3342-C831-3981-C5030CF3B941}"/>
          </ac:spMkLst>
        </pc:spChg>
      </pc:sldChg>
      <pc:sldChg chg="addSp delSp modSp mod">
        <pc:chgData name="Sini Mathew" userId="3875fe58a975fc01" providerId="LiveId" clId="{01228244-6B25-4D01-85AC-4B8EA41E8750}" dt="2026-01-09T02:08:35.903" v="2710" actId="1076"/>
        <pc:sldMkLst>
          <pc:docMk/>
          <pc:sldMk cId="2771250690" sldId="851"/>
        </pc:sldMkLst>
        <pc:spChg chg="mod">
          <ac:chgData name="Sini Mathew" userId="3875fe58a975fc01" providerId="LiveId" clId="{01228244-6B25-4D01-85AC-4B8EA41E8750}" dt="2026-01-09T02:07:42.110" v="2709" actId="255"/>
          <ac:spMkLst>
            <pc:docMk/>
            <pc:sldMk cId="2771250690" sldId="851"/>
            <ac:spMk id="2" creationId="{00000000-0000-0000-0000-000000000000}"/>
          </ac:spMkLst>
        </pc:spChg>
        <pc:spChg chg="add mod">
          <ac:chgData name="Sini Mathew" userId="3875fe58a975fc01" providerId="LiveId" clId="{01228244-6B25-4D01-85AC-4B8EA41E8750}" dt="2026-01-09T02:08:35.903" v="2710" actId="1076"/>
          <ac:spMkLst>
            <pc:docMk/>
            <pc:sldMk cId="2771250690" sldId="851"/>
            <ac:spMk id="7" creationId="{13BE5861-C6FD-5096-337F-E46A5DD4339F}"/>
          </ac:spMkLst>
        </pc:spChg>
      </pc:sldChg>
      <pc:sldChg chg="addSp delSp modSp mod">
        <pc:chgData name="Sini Mathew" userId="3875fe58a975fc01" providerId="LiveId" clId="{01228244-6B25-4D01-85AC-4B8EA41E8750}" dt="2026-01-05T02:36:16.364" v="1305" actId="255"/>
        <pc:sldMkLst>
          <pc:docMk/>
          <pc:sldMk cId="3441406009" sldId="858"/>
        </pc:sldMkLst>
        <pc:spChg chg="mod">
          <ac:chgData name="Sini Mathew" userId="3875fe58a975fc01" providerId="LiveId" clId="{01228244-6B25-4D01-85AC-4B8EA41E8750}" dt="2026-01-05T02:35:39.692" v="1300" actId="20577"/>
          <ac:spMkLst>
            <pc:docMk/>
            <pc:sldMk cId="3441406009" sldId="858"/>
            <ac:spMk id="2" creationId="{00000000-0000-0000-0000-000000000000}"/>
          </ac:spMkLst>
        </pc:spChg>
        <pc:spChg chg="add mod">
          <ac:chgData name="Sini Mathew" userId="3875fe58a975fc01" providerId="LiveId" clId="{01228244-6B25-4D01-85AC-4B8EA41E8750}" dt="2026-01-05T02:36:16.364" v="1305" actId="255"/>
          <ac:spMkLst>
            <pc:docMk/>
            <pc:sldMk cId="3441406009" sldId="858"/>
            <ac:spMk id="3" creationId="{E2B79DB5-8DDF-E40E-9A0A-D17D96F520FE}"/>
          </ac:spMkLst>
        </pc:spChg>
      </pc:sldChg>
      <pc:sldChg chg="modSp mod">
        <pc:chgData name="Sini Mathew" userId="3875fe58a975fc01" providerId="LiveId" clId="{01228244-6B25-4D01-85AC-4B8EA41E8750}" dt="2026-01-05T02:38:36.917" v="1328" actId="20577"/>
        <pc:sldMkLst>
          <pc:docMk/>
          <pc:sldMk cId="4765592" sldId="1388"/>
        </pc:sldMkLst>
        <pc:spChg chg="mod">
          <ac:chgData name="Sini Mathew" userId="3875fe58a975fc01" providerId="LiveId" clId="{01228244-6B25-4D01-85AC-4B8EA41E8750}" dt="2026-01-05T02:38:36.917" v="1328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 mod">
        <pc:chgData name="Sini Mathew" userId="3875fe58a975fc01" providerId="LiveId" clId="{01228244-6B25-4D01-85AC-4B8EA41E8750}" dt="2026-01-02T02:32:42.030" v="11" actId="20577"/>
        <pc:sldMkLst>
          <pc:docMk/>
          <pc:sldMk cId="53611107" sldId="1727"/>
        </pc:sldMkLst>
        <pc:spChg chg="mod">
          <ac:chgData name="Sini Mathew" userId="3875fe58a975fc01" providerId="LiveId" clId="{01228244-6B25-4D01-85AC-4B8EA41E8750}" dt="2026-01-02T02:32:42.030" v="11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modSp mod">
        <pc:chgData name="Sini Mathew" userId="3875fe58a975fc01" providerId="LiveId" clId="{01228244-6B25-4D01-85AC-4B8EA41E8750}" dt="2026-01-05T02:32:11.170" v="1264" actId="20577"/>
        <pc:sldMkLst>
          <pc:docMk/>
          <pc:sldMk cId="2406581127" sldId="1826"/>
        </pc:sldMkLst>
        <pc:spChg chg="mod">
          <ac:chgData name="Sini Mathew" userId="3875fe58a975fc01" providerId="LiveId" clId="{01228244-6B25-4D01-85AC-4B8EA41E8750}" dt="2026-01-05T02:32:11.170" v="1264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addSp delSp modSp mod ord">
        <pc:chgData name="Sini Mathew" userId="3875fe58a975fc01" providerId="LiveId" clId="{01228244-6B25-4D01-85AC-4B8EA41E8750}" dt="2026-01-05T02:32:54.056" v="1272" actId="1076"/>
        <pc:sldMkLst>
          <pc:docMk/>
          <pc:sldMk cId="3359142403" sldId="1827"/>
        </pc:sldMkLst>
        <pc:spChg chg="mod">
          <ac:chgData name="Sini Mathew" userId="3875fe58a975fc01" providerId="LiveId" clId="{01228244-6B25-4D01-85AC-4B8EA41E8750}" dt="2026-01-05T02:32:29.074" v="1266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Sini Mathew" userId="3875fe58a975fc01" providerId="LiveId" clId="{01228244-6B25-4D01-85AC-4B8EA41E8750}" dt="2026-01-05T02:32:32.069" v="1268" actId="20577"/>
          <ac:spMkLst>
            <pc:docMk/>
            <pc:sldMk cId="3359142403" sldId="1827"/>
            <ac:spMk id="4" creationId="{518E5F5E-AFCD-CA89-E3DF-EB5B7465010C}"/>
          </ac:spMkLst>
        </pc:spChg>
        <pc:spChg chg="add mod">
          <ac:chgData name="Sini Mathew" userId="3875fe58a975fc01" providerId="LiveId" clId="{01228244-6B25-4D01-85AC-4B8EA41E8750}" dt="2026-01-05T02:32:54.056" v="1272" actId="1076"/>
          <ac:spMkLst>
            <pc:docMk/>
            <pc:sldMk cId="3359142403" sldId="1827"/>
            <ac:spMk id="6" creationId="{867C9560-97FA-739E-6849-6C41CE402834}"/>
          </ac:spMkLst>
        </pc:spChg>
      </pc:sldChg>
      <pc:sldChg chg="modSp mod ord">
        <pc:chgData name="Sini Mathew" userId="3875fe58a975fc01" providerId="LiveId" clId="{01228244-6B25-4D01-85AC-4B8EA41E8750}" dt="2026-01-05T00:32:06.192" v="236" actId="122"/>
        <pc:sldMkLst>
          <pc:docMk/>
          <pc:sldMk cId="3366721836" sldId="1915"/>
        </pc:sldMkLst>
        <pc:spChg chg="mod">
          <ac:chgData name="Sini Mathew" userId="3875fe58a975fc01" providerId="LiveId" clId="{01228244-6B25-4D01-85AC-4B8EA41E8750}" dt="2026-01-05T00:30:37.203" v="215" actId="20577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Sini Mathew" userId="3875fe58a975fc01" providerId="LiveId" clId="{01228244-6B25-4D01-85AC-4B8EA41E8750}" dt="2026-01-05T00:32:06.192" v="236" actId="122"/>
          <ac:spMkLst>
            <pc:docMk/>
            <pc:sldMk cId="3366721836" sldId="1915"/>
            <ac:spMk id="3" creationId="{1251086C-E49F-5C06-316C-6A1A3B00C2A5}"/>
          </ac:spMkLst>
        </pc:spChg>
      </pc:sldChg>
      <pc:sldChg chg="modSp mod">
        <pc:chgData name="Sini Mathew" userId="3875fe58a975fc01" providerId="LiveId" clId="{01228244-6B25-4D01-85AC-4B8EA41E8750}" dt="2026-01-05T02:28:08.158" v="1229" actId="20577"/>
        <pc:sldMkLst>
          <pc:docMk/>
          <pc:sldMk cId="1437468126" sldId="2016"/>
        </pc:sldMkLst>
        <pc:spChg chg="mod">
          <ac:chgData name="Sini Mathew" userId="3875fe58a975fc01" providerId="LiveId" clId="{01228244-6B25-4D01-85AC-4B8EA41E8750}" dt="2026-01-05T02:28:08.158" v="1229" actId="20577"/>
          <ac:spMkLst>
            <pc:docMk/>
            <pc:sldMk cId="1437468126" sldId="2016"/>
            <ac:spMk id="7" creationId="{26B70EC7-394D-7001-14F7-2950348E1D4F}"/>
          </ac:spMkLst>
        </pc:spChg>
      </pc:sldChg>
      <pc:sldChg chg="modSp mod">
        <pc:chgData name="Sini Mathew" userId="3875fe58a975fc01" providerId="LiveId" clId="{01228244-6B25-4D01-85AC-4B8EA41E8750}" dt="2026-01-05T00:53:22.753" v="1110" actId="1076"/>
        <pc:sldMkLst>
          <pc:docMk/>
          <pc:sldMk cId="2858801894" sldId="2021"/>
        </pc:sldMkLst>
        <pc:spChg chg="mod">
          <ac:chgData name="Sini Mathew" userId="3875fe58a975fc01" providerId="LiveId" clId="{01228244-6B25-4D01-85AC-4B8EA41E8750}" dt="2026-01-05T00:53:22.753" v="1110" actId="1076"/>
          <ac:spMkLst>
            <pc:docMk/>
            <pc:sldMk cId="2858801894" sldId="2021"/>
            <ac:spMk id="3" creationId="{A6CE1BC1-7D83-5120-9C07-D5EA74BE90F4}"/>
          </ac:spMkLst>
        </pc:spChg>
      </pc:sldChg>
      <pc:sldChg chg="addSp delSp modSp mod">
        <pc:chgData name="Sini Mathew" userId="3875fe58a975fc01" providerId="LiveId" clId="{01228244-6B25-4D01-85AC-4B8EA41E8750}" dt="2026-01-09T02:11:17.924" v="2752" actId="1076"/>
        <pc:sldMkLst>
          <pc:docMk/>
          <pc:sldMk cId="1973655286" sldId="2030"/>
        </pc:sldMkLst>
        <pc:spChg chg="mod">
          <ac:chgData name="Sini Mathew" userId="3875fe58a975fc01" providerId="LiveId" clId="{01228244-6B25-4D01-85AC-4B8EA41E8750}" dt="2026-01-05T02:28:15.111" v="1233" actId="20577"/>
          <ac:spMkLst>
            <pc:docMk/>
            <pc:sldMk cId="1973655286" sldId="2030"/>
            <ac:spMk id="2" creationId="{C3E8D805-7911-16CA-A722-063170F891E8}"/>
          </ac:spMkLst>
        </pc:spChg>
        <pc:spChg chg="mod">
          <ac:chgData name="Sini Mathew" userId="3875fe58a975fc01" providerId="LiveId" clId="{01228244-6B25-4D01-85AC-4B8EA41E8750}" dt="2026-01-05T02:28:25.664" v="1235" actId="20577"/>
          <ac:spMkLst>
            <pc:docMk/>
            <pc:sldMk cId="1973655286" sldId="2030"/>
            <ac:spMk id="4" creationId="{4B2E8C10-8BFC-A8B2-9E87-AAAAEB299522}"/>
          </ac:spMkLst>
        </pc:spChg>
        <pc:spChg chg="add mod">
          <ac:chgData name="Sini Mathew" userId="3875fe58a975fc01" providerId="LiveId" clId="{01228244-6B25-4D01-85AC-4B8EA41E8750}" dt="2026-01-09T02:11:17.924" v="2752" actId="1076"/>
          <ac:spMkLst>
            <pc:docMk/>
            <pc:sldMk cId="1973655286" sldId="2030"/>
            <ac:spMk id="6" creationId="{64111B97-9F26-3E5E-4D47-9D1F38935E7C}"/>
          </ac:spMkLst>
        </pc:spChg>
      </pc:sldChg>
      <pc:sldChg chg="addSp delSp modSp mod">
        <pc:chgData name="Sini Mathew" userId="3875fe58a975fc01" providerId="LiveId" clId="{01228244-6B25-4D01-85AC-4B8EA41E8750}" dt="2026-01-05T02:40:02.006" v="1341" actId="1076"/>
        <pc:sldMkLst>
          <pc:docMk/>
          <pc:sldMk cId="1830807856" sldId="2045"/>
        </pc:sldMkLst>
        <pc:spChg chg="mod">
          <ac:chgData name="Sini Mathew" userId="3875fe58a975fc01" providerId="LiveId" clId="{01228244-6B25-4D01-85AC-4B8EA41E8750}" dt="2026-01-05T02:39:55.233" v="1339" actId="20577"/>
          <ac:spMkLst>
            <pc:docMk/>
            <pc:sldMk cId="1830807856" sldId="2045"/>
            <ac:spMk id="2" creationId="{8F227A13-13E7-8349-7588-9EA80AF984BF}"/>
          </ac:spMkLst>
        </pc:spChg>
        <pc:spChg chg="add mod">
          <ac:chgData name="Sini Mathew" userId="3875fe58a975fc01" providerId="LiveId" clId="{01228244-6B25-4D01-85AC-4B8EA41E8750}" dt="2026-01-05T02:39:45.226" v="1336" actId="20577"/>
          <ac:spMkLst>
            <pc:docMk/>
            <pc:sldMk cId="1830807856" sldId="2045"/>
            <ac:spMk id="4" creationId="{1CEF8FA4-919C-52F2-18AE-C8523AFD94A9}"/>
          </ac:spMkLst>
        </pc:spChg>
        <pc:spChg chg="add mod">
          <ac:chgData name="Sini Mathew" userId="3875fe58a975fc01" providerId="LiveId" clId="{01228244-6B25-4D01-85AC-4B8EA41E8750}" dt="2026-01-05T02:40:02.006" v="1341" actId="1076"/>
          <ac:spMkLst>
            <pc:docMk/>
            <pc:sldMk cId="1830807856" sldId="2045"/>
            <ac:spMk id="6" creationId="{18E3DD5D-205E-3C85-D6FE-1BCFBB0987A7}"/>
          </ac:spMkLst>
        </pc:spChg>
      </pc:sldChg>
      <pc:sldChg chg="modSp mod">
        <pc:chgData name="Sini Mathew" userId="3875fe58a975fc01" providerId="LiveId" clId="{01228244-6B25-4D01-85AC-4B8EA41E8750}" dt="2026-01-09T02:11:04.237" v="2751" actId="1076"/>
        <pc:sldMkLst>
          <pc:docMk/>
          <pc:sldMk cId="1319081704" sldId="2064"/>
        </pc:sldMkLst>
        <pc:spChg chg="mod">
          <ac:chgData name="Sini Mathew" userId="3875fe58a975fc01" providerId="LiveId" clId="{01228244-6B25-4D01-85AC-4B8EA41E8750}" dt="2026-01-05T02:36:55.241" v="1322" actId="20577"/>
          <ac:spMkLst>
            <pc:docMk/>
            <pc:sldMk cId="1319081704" sldId="2064"/>
            <ac:spMk id="2" creationId="{B33D5BAD-4E30-4D15-0DA1-77353CD36A04}"/>
          </ac:spMkLst>
        </pc:spChg>
        <pc:spChg chg="mod">
          <ac:chgData name="Sini Mathew" userId="3875fe58a975fc01" providerId="LiveId" clId="{01228244-6B25-4D01-85AC-4B8EA41E8750}" dt="2026-01-09T02:11:04.237" v="2751" actId="1076"/>
          <ac:spMkLst>
            <pc:docMk/>
            <pc:sldMk cId="1319081704" sldId="2064"/>
            <ac:spMk id="6" creationId="{02FCB3C4-ACB9-4791-CF0B-D2D340BB7563}"/>
          </ac:spMkLst>
        </pc:spChg>
      </pc:sldChg>
      <pc:sldChg chg="addSp delSp modSp mod">
        <pc:chgData name="Sini Mathew" userId="3875fe58a975fc01" providerId="LiveId" clId="{01228244-6B25-4D01-85AC-4B8EA41E8750}" dt="2026-01-05T02:39:07.880" v="1331" actId="1076"/>
        <pc:sldMkLst>
          <pc:docMk/>
          <pc:sldMk cId="3446764061" sldId="2084"/>
        </pc:sldMkLst>
        <pc:spChg chg="mod">
          <ac:chgData name="Sini Mathew" userId="3875fe58a975fc01" providerId="LiveId" clId="{01228244-6B25-4D01-85AC-4B8EA41E8750}" dt="2026-01-05T02:38:30.637" v="1325" actId="20577"/>
          <ac:spMkLst>
            <pc:docMk/>
            <pc:sldMk cId="3446764061" sldId="2084"/>
            <ac:spMk id="2" creationId="{2D83EA1B-049D-1F48-2018-4BF217E057C2}"/>
          </ac:spMkLst>
        </pc:spChg>
        <pc:spChg chg="add mod">
          <ac:chgData name="Sini Mathew" userId="3875fe58a975fc01" providerId="LiveId" clId="{01228244-6B25-4D01-85AC-4B8EA41E8750}" dt="2026-01-05T02:39:07.880" v="1331" actId="1076"/>
          <ac:spMkLst>
            <pc:docMk/>
            <pc:sldMk cId="3446764061" sldId="2084"/>
            <ac:spMk id="3" creationId="{0DE0EE40-AD2A-7FF7-ED3F-0E3DEC637D3A}"/>
          </ac:spMkLst>
        </pc:spChg>
      </pc:sldChg>
      <pc:sldChg chg="modSp mod">
        <pc:chgData name="Sini Mathew" userId="3875fe58a975fc01" providerId="LiveId" clId="{01228244-6B25-4D01-85AC-4B8EA41E8750}" dt="2026-01-02T02:33:55.037" v="80" actId="6549"/>
        <pc:sldMkLst>
          <pc:docMk/>
          <pc:sldMk cId="1345174336" sldId="2096"/>
        </pc:sldMkLst>
        <pc:spChg chg="mod">
          <ac:chgData name="Sini Mathew" userId="3875fe58a975fc01" providerId="LiveId" clId="{01228244-6B25-4D01-85AC-4B8EA41E8750}" dt="2026-01-02T02:33:55.037" v="80" actId="6549"/>
          <ac:spMkLst>
            <pc:docMk/>
            <pc:sldMk cId="1345174336" sldId="2096"/>
            <ac:spMk id="3" creationId="{028F5DEE-9CF3-1F50-9E6E-C7302571A20E}"/>
          </ac:spMkLst>
        </pc:spChg>
      </pc:sldChg>
      <pc:sldChg chg="modSp add mod">
        <pc:chgData name="Sini Mathew" userId="3875fe58a975fc01" providerId="LiveId" clId="{01228244-6B25-4D01-85AC-4B8EA41E8750}" dt="2026-01-09T02:06:09.920" v="2684" actId="1076"/>
        <pc:sldMkLst>
          <pc:docMk/>
          <pc:sldMk cId="2103431197" sldId="2098"/>
        </pc:sldMkLst>
        <pc:spChg chg="mod">
          <ac:chgData name="Sini Mathew" userId="3875fe58a975fc01" providerId="LiveId" clId="{01228244-6B25-4D01-85AC-4B8EA41E8750}" dt="2026-01-09T02:06:09.920" v="2684" actId="1076"/>
          <ac:spMkLst>
            <pc:docMk/>
            <pc:sldMk cId="2103431197" sldId="2098"/>
            <ac:spMk id="3" creationId="{DD46426B-3865-FE5C-8A4E-DC9F25B99DF0}"/>
          </ac:spMkLst>
        </pc:spChg>
        <pc:spChg chg="mod">
          <ac:chgData name="Sini Mathew" userId="3875fe58a975fc01" providerId="LiveId" clId="{01228244-6B25-4D01-85AC-4B8EA41E8750}" dt="2026-01-05T00:46:59.359" v="961" actId="20577"/>
          <ac:spMkLst>
            <pc:docMk/>
            <pc:sldMk cId="2103431197" sldId="2098"/>
            <ac:spMk id="5" creationId="{E741FBDA-D111-A6FB-754F-36421DC3F130}"/>
          </ac:spMkLst>
        </pc:spChg>
      </pc:sldChg>
      <pc:sldChg chg="modSp add mod">
        <pc:chgData name="Sini Mathew" userId="3875fe58a975fc01" providerId="LiveId" clId="{01228244-6B25-4D01-85AC-4B8EA41E8750}" dt="2026-01-09T02:06:31.089" v="2693" actId="1076"/>
        <pc:sldMkLst>
          <pc:docMk/>
          <pc:sldMk cId="550562431" sldId="2099"/>
        </pc:sldMkLst>
        <pc:spChg chg="mod">
          <ac:chgData name="Sini Mathew" userId="3875fe58a975fc01" providerId="LiveId" clId="{01228244-6B25-4D01-85AC-4B8EA41E8750}" dt="2026-01-09T02:06:31.089" v="2693" actId="1076"/>
          <ac:spMkLst>
            <pc:docMk/>
            <pc:sldMk cId="550562431" sldId="2099"/>
            <ac:spMk id="3" creationId="{F96BEF35-2CB0-5FAD-1EB2-26614777F13A}"/>
          </ac:spMkLst>
        </pc:spChg>
        <pc:spChg chg="mod">
          <ac:chgData name="Sini Mathew" userId="3875fe58a975fc01" providerId="LiveId" clId="{01228244-6B25-4D01-85AC-4B8EA41E8750}" dt="2026-01-05T00:46:52.356" v="959" actId="20577"/>
          <ac:spMkLst>
            <pc:docMk/>
            <pc:sldMk cId="550562431" sldId="2099"/>
            <ac:spMk id="5" creationId="{A728287F-F06F-495B-B50C-E3A26222768D}"/>
          </ac:spMkLst>
        </pc:spChg>
      </pc:sldChg>
      <pc:sldChg chg="modSp add mod">
        <pc:chgData name="Sini Mathew" userId="3875fe58a975fc01" providerId="LiveId" clId="{01228244-6B25-4D01-85AC-4B8EA41E8750}" dt="2026-01-09T02:07:08.624" v="2701" actId="1076"/>
        <pc:sldMkLst>
          <pc:docMk/>
          <pc:sldMk cId="1272332746" sldId="2100"/>
        </pc:sldMkLst>
        <pc:spChg chg="mod">
          <ac:chgData name="Sini Mathew" userId="3875fe58a975fc01" providerId="LiveId" clId="{01228244-6B25-4D01-85AC-4B8EA41E8750}" dt="2026-01-09T02:07:08.624" v="2701" actId="1076"/>
          <ac:spMkLst>
            <pc:docMk/>
            <pc:sldMk cId="1272332746" sldId="2100"/>
            <ac:spMk id="3" creationId="{ACCCD622-B45B-F185-04E4-AD38E14A60EF}"/>
          </ac:spMkLst>
        </pc:spChg>
        <pc:spChg chg="mod">
          <ac:chgData name="Sini Mathew" userId="3875fe58a975fc01" providerId="LiveId" clId="{01228244-6B25-4D01-85AC-4B8EA41E8750}" dt="2026-01-05T00:46:42.266" v="955" actId="20577"/>
          <ac:spMkLst>
            <pc:docMk/>
            <pc:sldMk cId="1272332746" sldId="2100"/>
            <ac:spMk id="5" creationId="{A52D55FC-E355-2E17-A882-669818B15E59}"/>
          </ac:spMkLst>
        </pc:spChg>
      </pc:sldChg>
      <pc:sldChg chg="modSp add mod">
        <pc:chgData name="Sini Mathew" userId="3875fe58a975fc01" providerId="LiveId" clId="{01228244-6B25-4D01-85AC-4B8EA41E8750}" dt="2026-01-09T02:07:26.028" v="2708" actId="1076"/>
        <pc:sldMkLst>
          <pc:docMk/>
          <pc:sldMk cId="1397596594" sldId="2101"/>
        </pc:sldMkLst>
        <pc:spChg chg="mod">
          <ac:chgData name="Sini Mathew" userId="3875fe58a975fc01" providerId="LiveId" clId="{01228244-6B25-4D01-85AC-4B8EA41E8750}" dt="2026-01-09T02:07:26.028" v="2708" actId="1076"/>
          <ac:spMkLst>
            <pc:docMk/>
            <pc:sldMk cId="1397596594" sldId="2101"/>
            <ac:spMk id="3" creationId="{E0B242D7-8655-ABBF-D15F-3ED3D9306FBC}"/>
          </ac:spMkLst>
        </pc:spChg>
        <pc:spChg chg="mod">
          <ac:chgData name="Sini Mathew" userId="3875fe58a975fc01" providerId="LiveId" clId="{01228244-6B25-4D01-85AC-4B8EA41E8750}" dt="2026-01-05T00:46:33.712" v="951" actId="20577"/>
          <ac:spMkLst>
            <pc:docMk/>
            <pc:sldMk cId="1397596594" sldId="2101"/>
            <ac:spMk id="5" creationId="{CF7A4B30-2C00-45EC-38F7-BDB42E18BE84}"/>
          </ac:spMkLst>
        </pc:spChg>
      </pc:sldChg>
      <pc:sldChg chg="modSp add mod ord">
        <pc:chgData name="Sini Mathew" userId="3875fe58a975fc01" providerId="LiveId" clId="{01228244-6B25-4D01-85AC-4B8EA41E8750}" dt="2026-01-05T00:59:27.430" v="1156"/>
        <pc:sldMkLst>
          <pc:docMk/>
          <pc:sldMk cId="1197536644" sldId="2102"/>
        </pc:sldMkLst>
        <pc:spChg chg="mod">
          <ac:chgData name="Sini Mathew" userId="3875fe58a975fc01" providerId="LiveId" clId="{01228244-6B25-4D01-85AC-4B8EA41E8750}" dt="2026-01-05T00:59:20.975" v="1153" actId="20577"/>
          <ac:spMkLst>
            <pc:docMk/>
            <pc:sldMk cId="1197536644" sldId="2102"/>
            <ac:spMk id="7" creationId="{5E8492F2-4447-4BBD-4C01-4350C191ED1F}"/>
          </ac:spMkLst>
        </pc:spChg>
      </pc:sldChg>
      <pc:sldChg chg="addSp delSp modSp add mod">
        <pc:chgData name="Sini Mathew" userId="3875fe58a975fc01" providerId="LiveId" clId="{01228244-6B25-4D01-85AC-4B8EA41E8750}" dt="2026-01-05T00:59:54.427" v="1168" actId="1076"/>
        <pc:sldMkLst>
          <pc:docMk/>
          <pc:sldMk cId="1692982534" sldId="2103"/>
        </pc:sldMkLst>
        <pc:spChg chg="mod">
          <ac:chgData name="Sini Mathew" userId="3875fe58a975fc01" providerId="LiveId" clId="{01228244-6B25-4D01-85AC-4B8EA41E8750}" dt="2026-01-05T00:59:32.207" v="1160" actId="20577"/>
          <ac:spMkLst>
            <pc:docMk/>
            <pc:sldMk cId="1692982534" sldId="2103"/>
            <ac:spMk id="2" creationId="{B3A3F80F-B1C5-A3BB-3CF8-7F2496BE14C4}"/>
          </ac:spMkLst>
        </pc:spChg>
        <pc:spChg chg="mod">
          <ac:chgData name="Sini Mathew" userId="3875fe58a975fc01" providerId="LiveId" clId="{01228244-6B25-4D01-85AC-4B8EA41E8750}" dt="2026-01-05T00:59:38.478" v="1165" actId="20577"/>
          <ac:spMkLst>
            <pc:docMk/>
            <pc:sldMk cId="1692982534" sldId="2103"/>
            <ac:spMk id="4" creationId="{DC14B2BA-FAEA-2DEF-E046-E5A93A12F97D}"/>
          </ac:spMkLst>
        </pc:spChg>
        <pc:spChg chg="add mod">
          <ac:chgData name="Sini Mathew" userId="3875fe58a975fc01" providerId="LiveId" clId="{01228244-6B25-4D01-85AC-4B8EA41E8750}" dt="2026-01-05T00:59:54.427" v="1168" actId="1076"/>
          <ac:spMkLst>
            <pc:docMk/>
            <pc:sldMk cId="1692982534" sldId="2103"/>
            <ac:spMk id="6" creationId="{8FF4CB96-E9A5-631D-AA49-25A6FE009CFC}"/>
          </ac:spMkLst>
        </pc:spChg>
      </pc:sldChg>
      <pc:sldChg chg="addSp delSp modSp add mod ord">
        <pc:chgData name="Sini Mathew" userId="3875fe58a975fc01" providerId="LiveId" clId="{01228244-6B25-4D01-85AC-4B8EA41E8750}" dt="2026-01-09T02:12:07.342" v="2758" actId="1076"/>
        <pc:sldMkLst>
          <pc:docMk/>
          <pc:sldMk cId="3229923902" sldId="2104"/>
        </pc:sldMkLst>
        <pc:spChg chg="add mod">
          <ac:chgData name="Sini Mathew" userId="3875fe58a975fc01" providerId="LiveId" clId="{01228244-6B25-4D01-85AC-4B8EA41E8750}" dt="2026-01-09T02:12:07.342" v="2758" actId="1076"/>
          <ac:spMkLst>
            <pc:docMk/>
            <pc:sldMk cId="3229923902" sldId="2104"/>
            <ac:spMk id="3" creationId="{82D5CD39-E36E-86B9-EF8E-7EC4A091F4A6}"/>
          </ac:spMkLst>
        </pc:spChg>
        <pc:spChg chg="mod">
          <ac:chgData name="Sini Mathew" userId="3875fe58a975fc01" providerId="LiveId" clId="{01228244-6B25-4D01-85AC-4B8EA41E8750}" dt="2026-01-05T01:00:05.491" v="1171" actId="20577"/>
          <ac:spMkLst>
            <pc:docMk/>
            <pc:sldMk cId="3229923902" sldId="2104"/>
            <ac:spMk id="4" creationId="{69F87D5C-F3F9-0B07-75E1-892249BC1629}"/>
          </ac:spMkLst>
        </pc:spChg>
      </pc:sldChg>
      <pc:sldChg chg="modSp add mod ord">
        <pc:chgData name="Sini Mathew" userId="3875fe58a975fc01" providerId="LiveId" clId="{01228244-6B25-4D01-85AC-4B8EA41E8750}" dt="2026-01-09T02:12:11.969" v="2759" actId="1076"/>
        <pc:sldMkLst>
          <pc:docMk/>
          <pc:sldMk cId="2930221644" sldId="2105"/>
        </pc:sldMkLst>
        <pc:spChg chg="mod">
          <ac:chgData name="Sini Mathew" userId="3875fe58a975fc01" providerId="LiveId" clId="{01228244-6B25-4D01-85AC-4B8EA41E8750}" dt="2026-01-09T02:12:11.969" v="2759" actId="1076"/>
          <ac:spMkLst>
            <pc:docMk/>
            <pc:sldMk cId="2930221644" sldId="2105"/>
            <ac:spMk id="3" creationId="{C94FEB4A-C8CA-63D3-9CFC-43189060A8E7}"/>
          </ac:spMkLst>
        </pc:spChg>
        <pc:spChg chg="mod">
          <ac:chgData name="Sini Mathew" userId="3875fe58a975fc01" providerId="LiveId" clId="{01228244-6B25-4D01-85AC-4B8EA41E8750}" dt="2026-01-05T01:00:47.152" v="1183" actId="20577"/>
          <ac:spMkLst>
            <pc:docMk/>
            <pc:sldMk cId="2930221644" sldId="2105"/>
            <ac:spMk id="4" creationId="{ED8B9710-A6CF-0BB7-7A64-171AF0C7C6A4}"/>
          </ac:spMkLst>
        </pc:spChg>
      </pc:sldChg>
      <pc:sldChg chg="addSp delSp modSp add mod">
        <pc:chgData name="Sini Mathew" userId="3875fe58a975fc01" providerId="LiveId" clId="{01228244-6B25-4D01-85AC-4B8EA41E8750}" dt="2026-01-09T02:11:55.740" v="2756" actId="1076"/>
        <pc:sldMkLst>
          <pc:docMk/>
          <pc:sldMk cId="108848087" sldId="2106"/>
        </pc:sldMkLst>
        <pc:spChg chg="add mod">
          <ac:chgData name="Sini Mathew" userId="3875fe58a975fc01" providerId="LiveId" clId="{01228244-6B25-4D01-85AC-4B8EA41E8750}" dt="2026-01-09T02:11:55.740" v="2756" actId="1076"/>
          <ac:spMkLst>
            <pc:docMk/>
            <pc:sldMk cId="108848087" sldId="2106"/>
            <ac:spMk id="3" creationId="{92656B7D-64F6-2236-3B11-85299E28E4E1}"/>
          </ac:spMkLst>
        </pc:spChg>
        <pc:spChg chg="mod">
          <ac:chgData name="Sini Mathew" userId="3875fe58a975fc01" providerId="LiveId" clId="{01228244-6B25-4D01-85AC-4B8EA41E8750}" dt="2026-01-05T01:00:30.055" v="1179" actId="20577"/>
          <ac:spMkLst>
            <pc:docMk/>
            <pc:sldMk cId="108848087" sldId="2106"/>
            <ac:spMk id="4" creationId="{DF04465D-915B-16C6-F002-E0F017FB5697}"/>
          </ac:spMkLst>
        </pc:spChg>
      </pc:sldChg>
      <pc:sldChg chg="addSp delSp modSp add mod ord">
        <pc:chgData name="Sini Mathew" userId="3875fe58a975fc01" providerId="LiveId" clId="{01228244-6B25-4D01-85AC-4B8EA41E8750}" dt="2026-01-09T02:12:02.478" v="2757" actId="1076"/>
        <pc:sldMkLst>
          <pc:docMk/>
          <pc:sldMk cId="3259519104" sldId="2107"/>
        </pc:sldMkLst>
        <pc:spChg chg="mod">
          <ac:chgData name="Sini Mathew" userId="3875fe58a975fc01" providerId="LiveId" clId="{01228244-6B25-4D01-85AC-4B8EA41E8750}" dt="2026-01-05T01:01:05.477" v="1191" actId="20577"/>
          <ac:spMkLst>
            <pc:docMk/>
            <pc:sldMk cId="3259519104" sldId="2107"/>
            <ac:spMk id="4" creationId="{85F986A6-B532-4A8D-D291-C8D0ED1C7379}"/>
          </ac:spMkLst>
        </pc:spChg>
        <pc:spChg chg="add mod">
          <ac:chgData name="Sini Mathew" userId="3875fe58a975fc01" providerId="LiveId" clId="{01228244-6B25-4D01-85AC-4B8EA41E8750}" dt="2026-01-09T02:12:02.478" v="2757" actId="1076"/>
          <ac:spMkLst>
            <pc:docMk/>
            <pc:sldMk cId="3259519104" sldId="2107"/>
            <ac:spMk id="6" creationId="{F69A0502-19D8-3AAF-FDB7-2382ED6F5245}"/>
          </ac:spMkLst>
        </pc:spChg>
      </pc:sldChg>
      <pc:sldChg chg="modSp add mod ord">
        <pc:chgData name="Sini Mathew" userId="3875fe58a975fc01" providerId="LiveId" clId="{01228244-6B25-4D01-85AC-4B8EA41E8750}" dt="2026-01-09T02:12:15.866" v="2760" actId="1076"/>
        <pc:sldMkLst>
          <pc:docMk/>
          <pc:sldMk cId="2590983682" sldId="2108"/>
        </pc:sldMkLst>
        <pc:spChg chg="mod">
          <ac:chgData name="Sini Mathew" userId="3875fe58a975fc01" providerId="LiveId" clId="{01228244-6B25-4D01-85AC-4B8EA41E8750}" dt="2026-01-09T02:12:15.866" v="2760" actId="1076"/>
          <ac:spMkLst>
            <pc:docMk/>
            <pc:sldMk cId="2590983682" sldId="2108"/>
            <ac:spMk id="3" creationId="{FF9D0A7D-1344-0357-06DD-719E583B7C6C}"/>
          </ac:spMkLst>
        </pc:spChg>
        <pc:spChg chg="mod">
          <ac:chgData name="Sini Mathew" userId="3875fe58a975fc01" providerId="LiveId" clId="{01228244-6B25-4D01-85AC-4B8EA41E8750}" dt="2026-01-05T01:01:27.292" v="1196" actId="20577"/>
          <ac:spMkLst>
            <pc:docMk/>
            <pc:sldMk cId="2590983682" sldId="2108"/>
            <ac:spMk id="4" creationId="{967A54B6-31EA-448B-0CB3-D992FAC28CA4}"/>
          </ac:spMkLst>
        </pc:spChg>
      </pc:sldChg>
      <pc:sldChg chg="addSp delSp modSp add mod ord">
        <pc:chgData name="Sini Mathew" userId="3875fe58a975fc01" providerId="LiveId" clId="{01228244-6B25-4D01-85AC-4B8EA41E8750}" dt="2026-01-09T02:12:19.723" v="2761" actId="1076"/>
        <pc:sldMkLst>
          <pc:docMk/>
          <pc:sldMk cId="1660185524" sldId="2109"/>
        </pc:sldMkLst>
        <pc:spChg chg="add mod">
          <ac:chgData name="Sini Mathew" userId="3875fe58a975fc01" providerId="LiveId" clId="{01228244-6B25-4D01-85AC-4B8EA41E8750}" dt="2026-01-09T02:12:19.723" v="2761" actId="1076"/>
          <ac:spMkLst>
            <pc:docMk/>
            <pc:sldMk cId="1660185524" sldId="2109"/>
            <ac:spMk id="3" creationId="{E46C45E4-ADAA-959A-A130-D346A592B6F9}"/>
          </ac:spMkLst>
        </pc:spChg>
        <pc:spChg chg="mod">
          <ac:chgData name="Sini Mathew" userId="3875fe58a975fc01" providerId="LiveId" clId="{01228244-6B25-4D01-85AC-4B8EA41E8750}" dt="2026-01-05T02:22:26.396" v="1201" actId="20577"/>
          <ac:spMkLst>
            <pc:docMk/>
            <pc:sldMk cId="1660185524" sldId="2109"/>
            <ac:spMk id="4" creationId="{F098130E-8A8E-E658-83E1-62CE213B5ED5}"/>
          </ac:spMkLst>
        </pc:spChg>
      </pc:sldChg>
      <pc:sldChg chg="modSp add mod ord">
        <pc:chgData name="Sini Mathew" userId="3875fe58a975fc01" providerId="LiveId" clId="{01228244-6B25-4D01-85AC-4B8EA41E8750}" dt="2026-01-09T02:12:24.520" v="2762" actId="1076"/>
        <pc:sldMkLst>
          <pc:docMk/>
          <pc:sldMk cId="1426334781" sldId="2110"/>
        </pc:sldMkLst>
        <pc:spChg chg="mod">
          <ac:chgData name="Sini Mathew" userId="3875fe58a975fc01" providerId="LiveId" clId="{01228244-6B25-4D01-85AC-4B8EA41E8750}" dt="2026-01-09T02:12:24.520" v="2762" actId="1076"/>
          <ac:spMkLst>
            <pc:docMk/>
            <pc:sldMk cId="1426334781" sldId="2110"/>
            <ac:spMk id="3" creationId="{F0E21D07-027E-103B-2BB5-3BE66FBB47BE}"/>
          </ac:spMkLst>
        </pc:spChg>
        <pc:spChg chg="mod">
          <ac:chgData name="Sini Mathew" userId="3875fe58a975fc01" providerId="LiveId" clId="{01228244-6B25-4D01-85AC-4B8EA41E8750}" dt="2026-01-05T02:22:52.707" v="1212" actId="20577"/>
          <ac:spMkLst>
            <pc:docMk/>
            <pc:sldMk cId="1426334781" sldId="2110"/>
            <ac:spMk id="4" creationId="{690E9DDA-E091-49A3-BCAA-6BEEAB258B98}"/>
          </ac:spMkLst>
        </pc:spChg>
      </pc:sldChg>
      <pc:sldChg chg="addSp delSp modSp add mod ord">
        <pc:chgData name="Sini Mathew" userId="3875fe58a975fc01" providerId="LiveId" clId="{01228244-6B25-4D01-85AC-4B8EA41E8750}" dt="2026-01-09T02:12:29.581" v="2763" actId="1076"/>
        <pc:sldMkLst>
          <pc:docMk/>
          <pc:sldMk cId="3532372579" sldId="2111"/>
        </pc:sldMkLst>
        <pc:spChg chg="mod">
          <ac:chgData name="Sini Mathew" userId="3875fe58a975fc01" providerId="LiveId" clId="{01228244-6B25-4D01-85AC-4B8EA41E8750}" dt="2026-01-05T02:23:16.536" v="1218" actId="20577"/>
          <ac:spMkLst>
            <pc:docMk/>
            <pc:sldMk cId="3532372579" sldId="2111"/>
            <ac:spMk id="4" creationId="{FD8F1E50-9A22-37BD-ADF6-0591DD0B7049}"/>
          </ac:spMkLst>
        </pc:spChg>
        <pc:spChg chg="add mod">
          <ac:chgData name="Sini Mathew" userId="3875fe58a975fc01" providerId="LiveId" clId="{01228244-6B25-4D01-85AC-4B8EA41E8750}" dt="2026-01-09T02:12:29.581" v="2763" actId="1076"/>
          <ac:spMkLst>
            <pc:docMk/>
            <pc:sldMk cId="3532372579" sldId="2111"/>
            <ac:spMk id="6" creationId="{C8958FC2-CB13-2317-DD3E-8DEE2B6BE23A}"/>
          </ac:spMkLst>
        </pc:spChg>
      </pc:sldChg>
      <pc:sldChg chg="modSp add mod">
        <pc:chgData name="Sini Mathew" userId="3875fe58a975fc01" providerId="LiveId" clId="{01228244-6B25-4D01-85AC-4B8EA41E8750}" dt="2026-01-09T02:12:34.334" v="2764" actId="1076"/>
        <pc:sldMkLst>
          <pc:docMk/>
          <pc:sldMk cId="1512988571" sldId="2112"/>
        </pc:sldMkLst>
        <pc:spChg chg="mod">
          <ac:chgData name="Sini Mathew" userId="3875fe58a975fc01" providerId="LiveId" clId="{01228244-6B25-4D01-85AC-4B8EA41E8750}" dt="2026-01-09T02:12:34.334" v="2764" actId="1076"/>
          <ac:spMkLst>
            <pc:docMk/>
            <pc:sldMk cId="1512988571" sldId="2112"/>
            <ac:spMk id="3" creationId="{45E7220C-8E93-7C07-E8AA-33907EEF851D}"/>
          </ac:spMkLst>
        </pc:spChg>
        <pc:spChg chg="mod">
          <ac:chgData name="Sini Mathew" userId="3875fe58a975fc01" providerId="LiveId" clId="{01228244-6B25-4D01-85AC-4B8EA41E8750}" dt="2026-01-05T02:23:33.835" v="1225" actId="20577"/>
          <ac:spMkLst>
            <pc:docMk/>
            <pc:sldMk cId="1512988571" sldId="2112"/>
            <ac:spMk id="4" creationId="{58D5584C-E327-ED22-CCF2-6B84B8E261E2}"/>
          </ac:spMkLst>
        </pc:spChg>
      </pc:sldChg>
      <pc:sldChg chg="addSp delSp modSp add mod">
        <pc:chgData name="Sini Mathew" userId="3875fe58a975fc01" providerId="LiveId" clId="{01228244-6B25-4D01-85AC-4B8EA41E8750}" dt="2026-01-09T02:11:23.696" v="2753" actId="1076"/>
        <pc:sldMkLst>
          <pc:docMk/>
          <pc:sldMk cId="1781082110" sldId="2113"/>
        </pc:sldMkLst>
        <pc:spChg chg="mod">
          <ac:chgData name="Sini Mathew" userId="3875fe58a975fc01" providerId="LiveId" clId="{01228244-6B25-4D01-85AC-4B8EA41E8750}" dt="2026-01-05T02:28:45.723" v="1241" actId="20577"/>
          <ac:spMkLst>
            <pc:docMk/>
            <pc:sldMk cId="1781082110" sldId="2113"/>
            <ac:spMk id="4" creationId="{ED67FB4A-7CA7-BB21-D3CE-95318426F169}"/>
          </ac:spMkLst>
        </pc:spChg>
        <pc:spChg chg="add mod">
          <ac:chgData name="Sini Mathew" userId="3875fe58a975fc01" providerId="LiveId" clId="{01228244-6B25-4D01-85AC-4B8EA41E8750}" dt="2026-01-09T02:11:23.696" v="2753" actId="1076"/>
          <ac:spMkLst>
            <pc:docMk/>
            <pc:sldMk cId="1781082110" sldId="2113"/>
            <ac:spMk id="5" creationId="{58D22252-002E-6425-CCB4-101624D6F3B7}"/>
          </ac:spMkLst>
        </pc:spChg>
      </pc:sldChg>
      <pc:sldChg chg="addSp delSp modSp add mod">
        <pc:chgData name="Sini Mathew" userId="3875fe58a975fc01" providerId="LiveId" clId="{01228244-6B25-4D01-85AC-4B8EA41E8750}" dt="2026-01-09T02:11:28.584" v="2754" actId="1076"/>
        <pc:sldMkLst>
          <pc:docMk/>
          <pc:sldMk cId="1069392920" sldId="2114"/>
        </pc:sldMkLst>
        <pc:spChg chg="mod">
          <ac:chgData name="Sini Mathew" userId="3875fe58a975fc01" providerId="LiveId" clId="{01228244-6B25-4D01-85AC-4B8EA41E8750}" dt="2026-01-05T02:31:32.982" v="1260" actId="20577"/>
          <ac:spMkLst>
            <pc:docMk/>
            <pc:sldMk cId="1069392920" sldId="2114"/>
            <ac:spMk id="4" creationId="{6CFE1619-F9F5-EFAA-ED33-06D2865EE89C}"/>
          </ac:spMkLst>
        </pc:spChg>
        <pc:spChg chg="add mod">
          <ac:chgData name="Sini Mathew" userId="3875fe58a975fc01" providerId="LiveId" clId="{01228244-6B25-4D01-85AC-4B8EA41E8750}" dt="2026-01-09T02:11:28.584" v="2754" actId="1076"/>
          <ac:spMkLst>
            <pc:docMk/>
            <pc:sldMk cId="1069392920" sldId="2114"/>
            <ac:spMk id="7" creationId="{F5BD1E71-BC6C-09BA-A0DF-60DC041861E7}"/>
          </ac:spMkLst>
        </pc:spChg>
      </pc:sldChg>
      <pc:sldChg chg="modSp add mod">
        <pc:chgData name="Sini Mathew" userId="3875fe58a975fc01" providerId="LiveId" clId="{01228244-6B25-4D01-85AC-4B8EA41E8750}" dt="2026-01-09T02:11:32.432" v="2755" actId="1076"/>
        <pc:sldMkLst>
          <pc:docMk/>
          <pc:sldMk cId="2273467029" sldId="2115"/>
        </pc:sldMkLst>
        <pc:spChg chg="mod">
          <ac:chgData name="Sini Mathew" userId="3875fe58a975fc01" providerId="LiveId" clId="{01228244-6B25-4D01-85AC-4B8EA41E8750}" dt="2026-01-05T02:31:38.341" v="1262" actId="20577"/>
          <ac:spMkLst>
            <pc:docMk/>
            <pc:sldMk cId="2273467029" sldId="2115"/>
            <ac:spMk id="4" creationId="{F5ECA5E6-BDD7-A569-4907-AF7A74639712}"/>
          </ac:spMkLst>
        </pc:spChg>
        <pc:spChg chg="mod">
          <ac:chgData name="Sini Mathew" userId="3875fe58a975fc01" providerId="LiveId" clId="{01228244-6B25-4D01-85AC-4B8EA41E8750}" dt="2026-01-09T02:11:32.432" v="2755" actId="1076"/>
          <ac:spMkLst>
            <pc:docMk/>
            <pc:sldMk cId="2273467029" sldId="2115"/>
            <ac:spMk id="6" creationId="{65176EFD-63E7-A1D3-DBD1-57BDAA91B554}"/>
          </ac:spMkLst>
        </pc:spChg>
      </pc:sldChg>
      <pc:sldChg chg="addSp delSp modSp add mod">
        <pc:chgData name="Sini Mathew" userId="3875fe58a975fc01" providerId="LiveId" clId="{01228244-6B25-4D01-85AC-4B8EA41E8750}" dt="2026-01-05T02:33:18.607" v="1279" actId="1076"/>
        <pc:sldMkLst>
          <pc:docMk/>
          <pc:sldMk cId="397986676" sldId="2116"/>
        </pc:sldMkLst>
        <pc:spChg chg="add mod">
          <ac:chgData name="Sini Mathew" userId="3875fe58a975fc01" providerId="LiveId" clId="{01228244-6B25-4D01-85AC-4B8EA41E8750}" dt="2026-01-05T02:33:18.607" v="1279" actId="1076"/>
          <ac:spMkLst>
            <pc:docMk/>
            <pc:sldMk cId="397986676" sldId="2116"/>
            <ac:spMk id="3" creationId="{436401FB-9A1C-2B6D-B65B-00F98C7DA7FA}"/>
          </ac:spMkLst>
        </pc:spChg>
        <pc:spChg chg="mod">
          <ac:chgData name="Sini Mathew" userId="3875fe58a975fc01" providerId="LiveId" clId="{01228244-6B25-4D01-85AC-4B8EA41E8750}" dt="2026-01-05T02:33:00.939" v="1275" actId="20577"/>
          <ac:spMkLst>
            <pc:docMk/>
            <pc:sldMk cId="397986676" sldId="2116"/>
            <ac:spMk id="4" creationId="{2910A677-A9EA-3438-F74E-F3F5833E90D4}"/>
          </ac:spMkLst>
        </pc:spChg>
      </pc:sldChg>
      <pc:sldChg chg="addSp delSp modSp add mod">
        <pc:chgData name="Sini Mathew" userId="3875fe58a975fc01" providerId="LiveId" clId="{01228244-6B25-4D01-85AC-4B8EA41E8750}" dt="2026-01-05T02:33:45.903" v="1287" actId="1076"/>
        <pc:sldMkLst>
          <pc:docMk/>
          <pc:sldMk cId="4112402537" sldId="2117"/>
        </pc:sldMkLst>
        <pc:spChg chg="mod">
          <ac:chgData name="Sini Mathew" userId="3875fe58a975fc01" providerId="LiveId" clId="{01228244-6B25-4D01-85AC-4B8EA41E8750}" dt="2026-01-05T02:33:27.402" v="1282" actId="20577"/>
          <ac:spMkLst>
            <pc:docMk/>
            <pc:sldMk cId="4112402537" sldId="2117"/>
            <ac:spMk id="4" creationId="{5D881D5F-0352-6EE4-064B-87B49196F5F6}"/>
          </ac:spMkLst>
        </pc:spChg>
        <pc:spChg chg="add mod">
          <ac:chgData name="Sini Mathew" userId="3875fe58a975fc01" providerId="LiveId" clId="{01228244-6B25-4D01-85AC-4B8EA41E8750}" dt="2026-01-05T02:33:45.903" v="1287" actId="1076"/>
          <ac:spMkLst>
            <pc:docMk/>
            <pc:sldMk cId="4112402537" sldId="2117"/>
            <ac:spMk id="6" creationId="{13305555-8BC3-3BD5-8F0F-A81A959C9899}"/>
          </ac:spMkLst>
        </pc:spChg>
      </pc:sldChg>
      <pc:sldChg chg="addSp delSp modSp add mod">
        <pc:chgData name="Sini Mathew" userId="3875fe58a975fc01" providerId="LiveId" clId="{01228244-6B25-4D01-85AC-4B8EA41E8750}" dt="2026-01-05T02:34:11.498" v="1294" actId="1076"/>
        <pc:sldMkLst>
          <pc:docMk/>
          <pc:sldMk cId="3659861614" sldId="2118"/>
        </pc:sldMkLst>
        <pc:spChg chg="add mod">
          <ac:chgData name="Sini Mathew" userId="3875fe58a975fc01" providerId="LiveId" clId="{01228244-6B25-4D01-85AC-4B8EA41E8750}" dt="2026-01-05T02:34:11.498" v="1294" actId="1076"/>
          <ac:spMkLst>
            <pc:docMk/>
            <pc:sldMk cId="3659861614" sldId="2118"/>
            <ac:spMk id="3" creationId="{EEBCB8A5-5EAE-5A27-232D-D8F2E8E1034F}"/>
          </ac:spMkLst>
        </pc:spChg>
        <pc:spChg chg="mod">
          <ac:chgData name="Sini Mathew" userId="3875fe58a975fc01" providerId="LiveId" clId="{01228244-6B25-4D01-85AC-4B8EA41E8750}" dt="2026-01-05T02:33:55.610" v="1290" actId="20577"/>
          <ac:spMkLst>
            <pc:docMk/>
            <pc:sldMk cId="3659861614" sldId="2118"/>
            <ac:spMk id="4" creationId="{100BF5E8-2146-3AD6-398F-41EDA07A71EE}"/>
          </ac:spMkLst>
        </pc:spChg>
      </pc:sldChg>
      <pc:sldChg chg="addSp delSp modSp add mod">
        <pc:chgData name="Sini Mathew" userId="3875fe58a975fc01" providerId="LiveId" clId="{01228244-6B25-4D01-85AC-4B8EA41E8750}" dt="2026-01-05T02:40:25.695" v="1347" actId="1076"/>
        <pc:sldMkLst>
          <pc:docMk/>
          <pc:sldMk cId="2587494471" sldId="2119"/>
        </pc:sldMkLst>
        <pc:spChg chg="add mod">
          <ac:chgData name="Sini Mathew" userId="3875fe58a975fc01" providerId="LiveId" clId="{01228244-6B25-4D01-85AC-4B8EA41E8750}" dt="2026-01-05T02:40:25.695" v="1347" actId="1076"/>
          <ac:spMkLst>
            <pc:docMk/>
            <pc:sldMk cId="2587494471" sldId="2119"/>
            <ac:spMk id="3" creationId="{9D68CF10-17BB-AADE-2106-2BFAE3E27BBD}"/>
          </ac:spMkLst>
        </pc:spChg>
        <pc:spChg chg="mod">
          <ac:chgData name="Sini Mathew" userId="3875fe58a975fc01" providerId="LiveId" clId="{01228244-6B25-4D01-85AC-4B8EA41E8750}" dt="2026-01-05T02:40:16.962" v="1345" actId="20577"/>
          <ac:spMkLst>
            <pc:docMk/>
            <pc:sldMk cId="2587494471" sldId="2119"/>
            <ac:spMk id="4" creationId="{05C98FEF-3B7D-4DA0-38ED-51B5B0C2D437}"/>
          </ac:spMkLst>
        </pc:spChg>
      </pc:sldChg>
      <pc:sldChg chg="addSp delSp modSp add mod">
        <pc:chgData name="Sini Mathew" userId="3875fe58a975fc01" providerId="LiveId" clId="{01228244-6B25-4D01-85AC-4B8EA41E8750}" dt="2026-01-05T02:40:46.241" v="1353" actId="1076"/>
        <pc:sldMkLst>
          <pc:docMk/>
          <pc:sldMk cId="238156575" sldId="2120"/>
        </pc:sldMkLst>
        <pc:spChg chg="mod">
          <ac:chgData name="Sini Mathew" userId="3875fe58a975fc01" providerId="LiveId" clId="{01228244-6B25-4D01-85AC-4B8EA41E8750}" dt="2026-01-05T02:40:34.024" v="1350" actId="20577"/>
          <ac:spMkLst>
            <pc:docMk/>
            <pc:sldMk cId="238156575" sldId="2120"/>
            <ac:spMk id="4" creationId="{B6D8D27F-08C6-611A-3CEA-F2340FEBD739}"/>
          </ac:spMkLst>
        </pc:spChg>
        <pc:spChg chg="add mod">
          <ac:chgData name="Sini Mathew" userId="3875fe58a975fc01" providerId="LiveId" clId="{01228244-6B25-4D01-85AC-4B8EA41E8750}" dt="2026-01-05T02:40:46.241" v="1353" actId="1076"/>
          <ac:spMkLst>
            <pc:docMk/>
            <pc:sldMk cId="238156575" sldId="2120"/>
            <ac:spMk id="6" creationId="{13EC2980-6FC8-31AB-E53B-ADDD242FB57A}"/>
          </ac:spMkLst>
        </pc:spChg>
      </pc:sldChg>
      <pc:sldChg chg="addSp delSp modSp add mod">
        <pc:chgData name="Sini Mathew" userId="3875fe58a975fc01" providerId="LiveId" clId="{01228244-6B25-4D01-85AC-4B8EA41E8750}" dt="2026-01-05T02:41:06.155" v="1359" actId="1076"/>
        <pc:sldMkLst>
          <pc:docMk/>
          <pc:sldMk cId="189516122" sldId="2121"/>
        </pc:sldMkLst>
        <pc:spChg chg="add mod">
          <ac:chgData name="Sini Mathew" userId="3875fe58a975fc01" providerId="LiveId" clId="{01228244-6B25-4D01-85AC-4B8EA41E8750}" dt="2026-01-05T02:41:06.155" v="1359" actId="1076"/>
          <ac:spMkLst>
            <pc:docMk/>
            <pc:sldMk cId="189516122" sldId="2121"/>
            <ac:spMk id="3" creationId="{AC059498-2E1D-09D7-D1E6-664C691391FE}"/>
          </ac:spMkLst>
        </pc:spChg>
        <pc:spChg chg="mod">
          <ac:chgData name="Sini Mathew" userId="3875fe58a975fc01" providerId="LiveId" clId="{01228244-6B25-4D01-85AC-4B8EA41E8750}" dt="2026-01-05T02:40:54.605" v="1356" actId="20577"/>
          <ac:spMkLst>
            <pc:docMk/>
            <pc:sldMk cId="189516122" sldId="2121"/>
            <ac:spMk id="4" creationId="{AF34FED7-4BA4-7F92-85E9-ED330A9EC555}"/>
          </ac:spMkLst>
        </pc:spChg>
      </pc:sldChg>
      <pc:sldChg chg="modSp add mod">
        <pc:chgData name="Sini Mathew" userId="3875fe58a975fc01" providerId="LiveId" clId="{01228244-6B25-4D01-85AC-4B8EA41E8750}" dt="2026-01-06T11:44:16.098" v="1820" actId="20577"/>
        <pc:sldMkLst>
          <pc:docMk/>
          <pc:sldMk cId="124828319" sldId="2122"/>
        </pc:sldMkLst>
        <pc:spChg chg="mod">
          <ac:chgData name="Sini Mathew" userId="3875fe58a975fc01" providerId="LiveId" clId="{01228244-6B25-4D01-85AC-4B8EA41E8750}" dt="2026-01-06T11:44:16.098" v="1820" actId="20577"/>
          <ac:spMkLst>
            <pc:docMk/>
            <pc:sldMk cId="124828319" sldId="2122"/>
            <ac:spMk id="6" creationId="{ABFA9D58-65DB-9B33-2000-8A44A50C9FA8}"/>
          </ac:spMkLst>
        </pc:spChg>
        <pc:spChg chg="mod">
          <ac:chgData name="Sini Mathew" userId="3875fe58a975fc01" providerId="LiveId" clId="{01228244-6B25-4D01-85AC-4B8EA41E8750}" dt="2026-01-06T11:44:10.819" v="1818" actId="114"/>
          <ac:spMkLst>
            <pc:docMk/>
            <pc:sldMk cId="124828319" sldId="2122"/>
            <ac:spMk id="10" creationId="{6327F16A-A2F5-3E45-1E99-5798735FF5A3}"/>
          </ac:spMkLst>
        </pc:spChg>
      </pc:sldChg>
      <pc:sldChg chg="modSp add mod">
        <pc:chgData name="Sini Mathew" userId="3875fe58a975fc01" providerId="LiveId" clId="{01228244-6B25-4D01-85AC-4B8EA41E8750}" dt="2026-01-06T11:52:14.691" v="2007" actId="20577"/>
        <pc:sldMkLst>
          <pc:docMk/>
          <pc:sldMk cId="160151368" sldId="2123"/>
        </pc:sldMkLst>
        <pc:spChg chg="mod">
          <ac:chgData name="Sini Mathew" userId="3875fe58a975fc01" providerId="LiveId" clId="{01228244-6B25-4D01-85AC-4B8EA41E8750}" dt="2026-01-06T11:52:14.691" v="2007" actId="20577"/>
          <ac:spMkLst>
            <pc:docMk/>
            <pc:sldMk cId="160151368" sldId="2123"/>
            <ac:spMk id="6" creationId="{2296B1F3-58A8-116F-E604-70FF820135AC}"/>
          </ac:spMkLst>
        </pc:spChg>
        <pc:spChg chg="mod">
          <ac:chgData name="Sini Mathew" userId="3875fe58a975fc01" providerId="LiveId" clId="{01228244-6B25-4D01-85AC-4B8EA41E8750}" dt="2026-01-06T11:52:10.572" v="2005" actId="114"/>
          <ac:spMkLst>
            <pc:docMk/>
            <pc:sldMk cId="160151368" sldId="2123"/>
            <ac:spMk id="10" creationId="{90799402-ECD6-3794-E2CC-ED1C193F2175}"/>
          </ac:spMkLst>
        </pc:spChg>
      </pc:sldChg>
      <pc:sldChg chg="modSp add mod">
        <pc:chgData name="Sini Mathew" userId="3875fe58a975fc01" providerId="LiveId" clId="{01228244-6B25-4D01-85AC-4B8EA41E8750}" dt="2026-01-06T11:54:14.837" v="2264" actId="20577"/>
        <pc:sldMkLst>
          <pc:docMk/>
          <pc:sldMk cId="2304946016" sldId="2124"/>
        </pc:sldMkLst>
        <pc:spChg chg="mod">
          <ac:chgData name="Sini Mathew" userId="3875fe58a975fc01" providerId="LiveId" clId="{01228244-6B25-4D01-85AC-4B8EA41E8750}" dt="2026-01-06T11:52:29.989" v="2010" actId="20577"/>
          <ac:spMkLst>
            <pc:docMk/>
            <pc:sldMk cId="2304946016" sldId="2124"/>
            <ac:spMk id="6" creationId="{51DCE605-5145-8B3C-53CB-FD100A097DDB}"/>
          </ac:spMkLst>
        </pc:spChg>
        <pc:spChg chg="mod">
          <ac:chgData name="Sini Mathew" userId="3875fe58a975fc01" providerId="LiveId" clId="{01228244-6B25-4D01-85AC-4B8EA41E8750}" dt="2026-01-06T11:54:14.837" v="2264" actId="20577"/>
          <ac:spMkLst>
            <pc:docMk/>
            <pc:sldMk cId="2304946016" sldId="2124"/>
            <ac:spMk id="10" creationId="{C605B469-A91C-4EAE-3704-833F0D8B6A4B}"/>
          </ac:spMkLst>
        </pc:spChg>
      </pc:sldChg>
      <pc:sldChg chg="modSp add mod ord">
        <pc:chgData name="Sini Mathew" userId="3875fe58a975fc01" providerId="LiveId" clId="{01228244-6B25-4D01-85AC-4B8EA41E8750}" dt="2026-01-06T11:57:24.012" v="2298" actId="20577"/>
        <pc:sldMkLst>
          <pc:docMk/>
          <pc:sldMk cId="2854238364" sldId="2125"/>
        </pc:sldMkLst>
        <pc:spChg chg="mod">
          <ac:chgData name="Sini Mathew" userId="3875fe58a975fc01" providerId="LiveId" clId="{01228244-6B25-4D01-85AC-4B8EA41E8750}" dt="2026-01-06T11:57:24.012" v="2298" actId="20577"/>
          <ac:spMkLst>
            <pc:docMk/>
            <pc:sldMk cId="2854238364" sldId="2125"/>
            <ac:spMk id="7" creationId="{6A1E7453-2676-EF65-E622-684E1617B4C7}"/>
          </ac:spMkLst>
        </pc:spChg>
      </pc:sldChg>
      <pc:sldChg chg="modSp add mod ord">
        <pc:chgData name="Sini Mathew" userId="3875fe58a975fc01" providerId="LiveId" clId="{01228244-6B25-4D01-85AC-4B8EA41E8750}" dt="2026-01-09T02:12:40.132" v="2765" actId="1076"/>
        <pc:sldMkLst>
          <pc:docMk/>
          <pc:sldMk cId="1673225583" sldId="2126"/>
        </pc:sldMkLst>
        <pc:spChg chg="mod">
          <ac:chgData name="Sini Mathew" userId="3875fe58a975fc01" providerId="LiveId" clId="{01228244-6B25-4D01-85AC-4B8EA41E8750}" dt="2026-01-06T11:57:50.948" v="2340" actId="20577"/>
          <ac:spMkLst>
            <pc:docMk/>
            <pc:sldMk cId="1673225583" sldId="2126"/>
            <ac:spMk id="2" creationId="{1BC2CE6F-65A1-4302-F839-007752A08CC6}"/>
          </ac:spMkLst>
        </pc:spChg>
        <pc:spChg chg="mod">
          <ac:chgData name="Sini Mathew" userId="3875fe58a975fc01" providerId="LiveId" clId="{01228244-6B25-4D01-85AC-4B8EA41E8750}" dt="2026-01-06T11:58:23.232" v="2360" actId="20577"/>
          <ac:spMkLst>
            <pc:docMk/>
            <pc:sldMk cId="1673225583" sldId="2126"/>
            <ac:spMk id="4" creationId="{3EDB3646-CDE1-BC31-A058-007219F9306D}"/>
          </ac:spMkLst>
        </pc:spChg>
        <pc:spChg chg="mod">
          <ac:chgData name="Sini Mathew" userId="3875fe58a975fc01" providerId="LiveId" clId="{01228244-6B25-4D01-85AC-4B8EA41E8750}" dt="2026-01-09T02:12:40.132" v="2765" actId="1076"/>
          <ac:spMkLst>
            <pc:docMk/>
            <pc:sldMk cId="1673225583" sldId="2126"/>
            <ac:spMk id="6" creationId="{310D6DB5-77E5-A91C-33CC-74A71245D4F8}"/>
          </ac:spMkLst>
        </pc:spChg>
      </pc:sldChg>
      <pc:sldChg chg="modSp mod">
        <pc:chgData name="Sini Mathew" userId="3875fe58a975fc01" providerId="LiveId" clId="{01228244-6B25-4D01-85AC-4B8EA41E8750}" dt="2026-01-09T02:09:34.723" v="2713" actId="1076"/>
        <pc:sldMkLst>
          <pc:docMk/>
          <pc:sldMk cId="558484314" sldId="2127"/>
        </pc:sldMkLst>
        <pc:spChg chg="mod">
          <ac:chgData name="Sini Mathew" userId="3875fe58a975fc01" providerId="LiveId" clId="{01228244-6B25-4D01-85AC-4B8EA41E8750}" dt="2026-01-09T02:09:34.723" v="2713" actId="1076"/>
          <ac:spMkLst>
            <pc:docMk/>
            <pc:sldMk cId="558484314" sldId="2127"/>
            <ac:spMk id="6" creationId="{CD99AD71-9623-2B04-C7A9-498811D3BD32}"/>
          </ac:spMkLst>
        </pc:spChg>
      </pc:sldChg>
      <pc:sldChg chg="modSp mod">
        <pc:chgData name="Sini Mathew" userId="3875fe58a975fc01" providerId="LiveId" clId="{01228244-6B25-4D01-85AC-4B8EA41E8750}" dt="2026-01-09T02:12:44.475" v="2766" actId="1076"/>
        <pc:sldMkLst>
          <pc:docMk/>
          <pc:sldMk cId="851620491" sldId="2130"/>
        </pc:sldMkLst>
        <pc:spChg chg="mod">
          <ac:chgData name="Sini Mathew" userId="3875fe58a975fc01" providerId="LiveId" clId="{01228244-6B25-4D01-85AC-4B8EA41E8750}" dt="2026-01-09T02:12:44.475" v="2766" actId="1076"/>
          <ac:spMkLst>
            <pc:docMk/>
            <pc:sldMk cId="851620491" sldId="2130"/>
            <ac:spMk id="6" creationId="{D395713F-2943-51A1-1D63-81FDF475560C}"/>
          </ac:spMkLst>
        </pc:spChg>
      </pc:sldChg>
      <pc:sldChg chg="modSp mod">
        <pc:chgData name="Sini Mathew" userId="3875fe58a975fc01" providerId="LiveId" clId="{01228244-6B25-4D01-85AC-4B8EA41E8750}" dt="2026-01-09T02:12:48.710" v="2767" actId="1076"/>
        <pc:sldMkLst>
          <pc:docMk/>
          <pc:sldMk cId="794763967" sldId="2131"/>
        </pc:sldMkLst>
        <pc:spChg chg="mod">
          <ac:chgData name="Sini Mathew" userId="3875fe58a975fc01" providerId="LiveId" clId="{01228244-6B25-4D01-85AC-4B8EA41E8750}" dt="2026-01-09T02:12:48.710" v="2767" actId="1076"/>
          <ac:spMkLst>
            <pc:docMk/>
            <pc:sldMk cId="794763967" sldId="2131"/>
            <ac:spMk id="6" creationId="{C83BC407-8E86-EF87-C49B-FEC8C947BABC}"/>
          </ac:spMkLst>
        </pc:spChg>
      </pc:sldChg>
    </pc:docChg>
  </pc:docChgLst>
  <pc:docChgLst>
    <pc:chgData name="Guest User" providerId="Windows Live" clId="Web-{67E96E1F-0A84-486E-9710-7A3939A6A670}"/>
    <pc:docChg chg="addSld modSld">
      <pc:chgData name="Guest User" userId="" providerId="Windows Live" clId="Web-{67E96E1F-0A84-486E-9710-7A3939A6A670}" dt="2026-01-11T07:09:13.351" v="177" actId="20577"/>
      <pc:docMkLst>
        <pc:docMk/>
      </pc:docMkLst>
      <pc:sldChg chg="modSp add replId">
        <pc:chgData name="Guest User" userId="" providerId="Windows Live" clId="Web-{67E96E1F-0A84-486E-9710-7A3939A6A670}" dt="2026-01-11T07:09:13.351" v="177" actId="20577"/>
        <pc:sldMkLst>
          <pc:docMk/>
          <pc:sldMk cId="2422820523" sldId="2132"/>
        </pc:sldMkLst>
        <pc:spChg chg="mod">
          <ac:chgData name="Guest User" userId="" providerId="Windows Live" clId="Web-{67E96E1F-0A84-486E-9710-7A3939A6A670}" dt="2026-01-11T07:09:13.351" v="177" actId="20577"/>
          <ac:spMkLst>
            <pc:docMk/>
            <pc:sldMk cId="2422820523" sldId="2132"/>
            <ac:spMk id="6" creationId="{863AEC58-A86C-345F-902C-2FAA3CCFB14F}"/>
          </ac:spMkLst>
        </pc:spChg>
      </pc:sldChg>
    </pc:docChg>
  </pc:docChgLst>
  <pc:docChgLst>
    <pc:chgData name="Guest User" providerId="Windows Live" clId="Web-{8BCCE87C-BE3E-4561-AC8B-3FF0D2823778}"/>
    <pc:docChg chg="addSld delSld modSld">
      <pc:chgData name="Guest User" userId="" providerId="Windows Live" clId="Web-{8BCCE87C-BE3E-4561-AC8B-3FF0D2823778}" dt="2026-01-06T14:19:46.959" v="154" actId="20577"/>
      <pc:docMkLst>
        <pc:docMk/>
      </pc:docMkLst>
      <pc:sldChg chg="modSp">
        <pc:chgData name="Guest User" userId="" providerId="Windows Live" clId="Web-{8BCCE87C-BE3E-4561-AC8B-3FF0D2823778}" dt="2026-01-06T12:30:44.857" v="62" actId="20577"/>
        <pc:sldMkLst>
          <pc:docMk/>
          <pc:sldMk cId="2684712631" sldId="1829"/>
        </pc:sldMkLst>
        <pc:spChg chg="mod">
          <ac:chgData name="Guest User" userId="" providerId="Windows Live" clId="Web-{8BCCE87C-BE3E-4561-AC8B-3FF0D2823778}" dt="2026-01-06T12:30:44.857" v="62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">
        <pc:chgData name="Guest User" userId="" providerId="Windows Live" clId="Web-{8BCCE87C-BE3E-4561-AC8B-3FF0D2823778}" dt="2026-01-06T12:31:01.858" v="64" actId="20577"/>
        <pc:sldMkLst>
          <pc:docMk/>
          <pc:sldMk cId="1319081704" sldId="2064"/>
        </pc:sldMkLst>
        <pc:spChg chg="mod">
          <ac:chgData name="Guest User" userId="" providerId="Windows Live" clId="Web-{8BCCE87C-BE3E-4561-AC8B-3FF0D2823778}" dt="2026-01-06T12:31:01.858" v="64" actId="20577"/>
          <ac:spMkLst>
            <pc:docMk/>
            <pc:sldMk cId="1319081704" sldId="2064"/>
            <ac:spMk id="2" creationId="{B33D5BAD-4E30-4D15-0DA1-77353CD36A04}"/>
          </ac:spMkLst>
        </pc:spChg>
      </pc:sldChg>
      <pc:sldChg chg="modSp">
        <pc:chgData name="Guest User" userId="" providerId="Windows Live" clId="Web-{8BCCE87C-BE3E-4561-AC8B-3FF0D2823778}" dt="2026-01-06T14:19:07.177" v="145" actId="1076"/>
        <pc:sldMkLst>
          <pc:docMk/>
          <pc:sldMk cId="1673225583" sldId="2126"/>
        </pc:sldMkLst>
        <pc:spChg chg="mod">
          <ac:chgData name="Guest User" userId="" providerId="Windows Live" clId="Web-{8BCCE87C-BE3E-4561-AC8B-3FF0D2823778}" dt="2026-01-06T14:19:07.177" v="145" actId="1076"/>
          <ac:spMkLst>
            <pc:docMk/>
            <pc:sldMk cId="1673225583" sldId="2126"/>
            <ac:spMk id="6" creationId="{310D6DB5-77E5-A91C-33CC-74A71245D4F8}"/>
          </ac:spMkLst>
        </pc:spChg>
      </pc:sldChg>
      <pc:sldChg chg="modSp add replId">
        <pc:chgData name="Guest User" userId="" providerId="Windows Live" clId="Web-{8BCCE87C-BE3E-4561-AC8B-3FF0D2823778}" dt="2026-01-06T12:31:16.718" v="66" actId="20577"/>
        <pc:sldMkLst>
          <pc:docMk/>
          <pc:sldMk cId="558484314" sldId="2127"/>
        </pc:sldMkLst>
        <pc:spChg chg="mod">
          <ac:chgData name="Guest User" userId="" providerId="Windows Live" clId="Web-{8BCCE87C-BE3E-4561-AC8B-3FF0D2823778}" dt="2026-01-06T12:31:16.718" v="66" actId="20577"/>
          <ac:spMkLst>
            <pc:docMk/>
            <pc:sldMk cId="558484314" sldId="2127"/>
            <ac:spMk id="2" creationId="{A6872069-D8C1-BB20-109C-687BB3B68714}"/>
          </ac:spMkLst>
        </pc:spChg>
        <pc:spChg chg="mod">
          <ac:chgData name="Guest User" userId="" providerId="Windows Live" clId="Web-{8BCCE87C-BE3E-4561-AC8B-3FF0D2823778}" dt="2026-01-06T12:27:58.235" v="22" actId="20577"/>
          <ac:spMkLst>
            <pc:docMk/>
            <pc:sldMk cId="558484314" sldId="2127"/>
            <ac:spMk id="6" creationId="{CD99AD71-9623-2B04-C7A9-498811D3BD32}"/>
          </ac:spMkLst>
        </pc:spChg>
      </pc:sldChg>
      <pc:sldChg chg="addSp delSp modSp add replId">
        <pc:chgData name="Guest User" userId="" providerId="Windows Live" clId="Web-{8BCCE87C-BE3E-4561-AC8B-3FF0D2823778}" dt="2026-01-06T12:31:21.249" v="68" actId="20577"/>
        <pc:sldMkLst>
          <pc:docMk/>
          <pc:sldMk cId="1131024574" sldId="2128"/>
        </pc:sldMkLst>
        <pc:spChg chg="mod">
          <ac:chgData name="Guest User" userId="" providerId="Windows Live" clId="Web-{8BCCE87C-BE3E-4561-AC8B-3FF0D2823778}" dt="2026-01-06T12:31:21.249" v="68" actId="20577"/>
          <ac:spMkLst>
            <pc:docMk/>
            <pc:sldMk cId="1131024574" sldId="2128"/>
            <ac:spMk id="2" creationId="{82808FF5-F265-CE4D-DBEB-B430EF062309}"/>
          </ac:spMkLst>
        </pc:spChg>
        <pc:spChg chg="add del mod">
          <ac:chgData name="Guest User" userId="" providerId="Windows Live" clId="Web-{8BCCE87C-BE3E-4561-AC8B-3FF0D2823778}" dt="2026-01-06T12:29:13.038" v="38" actId="1076"/>
          <ac:spMkLst>
            <pc:docMk/>
            <pc:sldMk cId="1131024574" sldId="2128"/>
            <ac:spMk id="6" creationId="{3C7F0F65-F7D9-FB84-09E3-096FBBA198BC}"/>
          </ac:spMkLst>
        </pc:spChg>
      </pc:sldChg>
      <pc:sldChg chg="modSp add replId">
        <pc:chgData name="Guest User" userId="" providerId="Windows Live" clId="Web-{8BCCE87C-BE3E-4561-AC8B-3FF0D2823778}" dt="2026-01-06T12:30:01.260" v="52" actId="20577"/>
        <pc:sldMkLst>
          <pc:docMk/>
          <pc:sldMk cId="2387160471" sldId="2129"/>
        </pc:sldMkLst>
        <pc:spChg chg="mod">
          <ac:chgData name="Guest User" userId="" providerId="Windows Live" clId="Web-{8BCCE87C-BE3E-4561-AC8B-3FF0D2823778}" dt="2026-01-06T12:30:01.260" v="52" actId="20577"/>
          <ac:spMkLst>
            <pc:docMk/>
            <pc:sldMk cId="2387160471" sldId="2129"/>
            <ac:spMk id="2" creationId="{D8294D31-59C2-09FE-B5C7-8C3200C37F87}"/>
          </ac:spMkLst>
        </pc:spChg>
        <pc:spChg chg="mod">
          <ac:chgData name="Guest User" userId="" providerId="Windows Live" clId="Web-{8BCCE87C-BE3E-4561-AC8B-3FF0D2823778}" dt="2026-01-06T12:29:35.571" v="48" actId="1076"/>
          <ac:spMkLst>
            <pc:docMk/>
            <pc:sldMk cId="2387160471" sldId="2129"/>
            <ac:spMk id="6" creationId="{4199218D-3A2D-26E6-D1FB-2D4485923577}"/>
          </ac:spMkLst>
        </pc:spChg>
      </pc:sldChg>
      <pc:sldChg chg="modSp add replId">
        <pc:chgData name="Guest User" userId="" providerId="Windows Live" clId="Web-{8BCCE87C-BE3E-4561-AC8B-3FF0D2823778}" dt="2026-01-06T14:19:02.349" v="144" actId="1076"/>
        <pc:sldMkLst>
          <pc:docMk/>
          <pc:sldMk cId="851620491" sldId="2130"/>
        </pc:sldMkLst>
        <pc:spChg chg="mod">
          <ac:chgData name="Guest User" userId="" providerId="Windows Live" clId="Web-{8BCCE87C-BE3E-4561-AC8B-3FF0D2823778}" dt="2026-01-06T14:19:02.349" v="144" actId="1076"/>
          <ac:spMkLst>
            <pc:docMk/>
            <pc:sldMk cId="851620491" sldId="2130"/>
            <ac:spMk id="6" creationId="{D395713F-2943-51A1-1D63-81FDF475560C}"/>
          </ac:spMkLst>
        </pc:spChg>
      </pc:sldChg>
      <pc:sldChg chg="modSp add replId">
        <pc:chgData name="Guest User" userId="" providerId="Windows Live" clId="Web-{8BCCE87C-BE3E-4561-AC8B-3FF0D2823778}" dt="2026-01-06T14:19:46.959" v="154" actId="20577"/>
        <pc:sldMkLst>
          <pc:docMk/>
          <pc:sldMk cId="794763967" sldId="2131"/>
        </pc:sldMkLst>
        <pc:spChg chg="mod">
          <ac:chgData name="Guest User" userId="" providerId="Windows Live" clId="Web-{8BCCE87C-BE3E-4561-AC8B-3FF0D2823778}" dt="2026-01-06T14:19:46.959" v="154" actId="20577"/>
          <ac:spMkLst>
            <pc:docMk/>
            <pc:sldMk cId="794763967" sldId="2131"/>
            <ac:spMk id="6" creationId="{C83BC407-8E86-EF87-C49B-FEC8C947BABC}"/>
          </ac:spMkLst>
        </pc:spChg>
      </pc:sldChg>
    </pc:docChg>
  </pc:docChgLst>
  <pc:docChgLst>
    <pc:chgData name="Guest User" providerId="Windows Live" clId="Web-{2E2EE396-2D33-41B6-BDC4-72E6741AED2F}"/>
    <pc:docChg chg="modSld">
      <pc:chgData name="Guest User" userId="" providerId="Windows Live" clId="Web-{2E2EE396-2D33-41B6-BDC4-72E6741AED2F}" dt="2026-01-13T16:02:04.178" v="20" actId="20577"/>
      <pc:docMkLst>
        <pc:docMk/>
      </pc:docMkLst>
      <pc:sldChg chg="modSp">
        <pc:chgData name="Guest User" userId="" providerId="Windows Live" clId="Web-{2E2EE396-2D33-41B6-BDC4-72E6741AED2F}" dt="2026-01-13T16:00:16.801" v="0" actId="20577"/>
        <pc:sldMkLst>
          <pc:docMk/>
          <pc:sldMk cId="3366721836" sldId="1915"/>
        </pc:sldMkLst>
        <pc:spChg chg="mod">
          <ac:chgData name="Guest User" userId="" providerId="Windows Live" clId="Web-{2E2EE396-2D33-41B6-BDC4-72E6741AED2F}" dt="2026-01-13T16:00:16.801" v="0" actId="20577"/>
          <ac:spMkLst>
            <pc:docMk/>
            <pc:sldMk cId="3366721836" sldId="1915"/>
            <ac:spMk id="3" creationId="{1251086C-E49F-5C06-316C-6A1A3B00C2A5}"/>
          </ac:spMkLst>
        </pc:spChg>
      </pc:sldChg>
      <pc:sldChg chg="modSp">
        <pc:chgData name="Guest User" userId="" providerId="Windows Live" clId="Web-{2E2EE396-2D33-41B6-BDC4-72E6741AED2F}" dt="2026-01-13T16:01:43.896" v="17" actId="20577"/>
        <pc:sldMkLst>
          <pc:docMk/>
          <pc:sldMk cId="1437468126" sldId="2016"/>
        </pc:sldMkLst>
        <pc:spChg chg="mod">
          <ac:chgData name="Guest User" userId="" providerId="Windows Live" clId="Web-{2E2EE396-2D33-41B6-BDC4-72E6741AED2F}" dt="2026-01-13T16:01:43.896" v="17" actId="20577"/>
          <ac:spMkLst>
            <pc:docMk/>
            <pc:sldMk cId="1437468126" sldId="2016"/>
            <ac:spMk id="7" creationId="{26B70EC7-394D-7001-14F7-2950348E1D4F}"/>
          </ac:spMkLst>
        </pc:spChg>
      </pc:sldChg>
      <pc:sldChg chg="modSp">
        <pc:chgData name="Guest User" userId="" providerId="Windows Live" clId="Web-{2E2EE396-2D33-41B6-BDC4-72E6741AED2F}" dt="2026-01-13T16:00:25.004" v="1" actId="20577"/>
        <pc:sldMkLst>
          <pc:docMk/>
          <pc:sldMk cId="1973655286" sldId="2030"/>
        </pc:sldMkLst>
        <pc:spChg chg="mod">
          <ac:chgData name="Guest User" userId="" providerId="Windows Live" clId="Web-{2E2EE396-2D33-41B6-BDC4-72E6741AED2F}" dt="2026-01-13T16:00:25.004" v="1" actId="20577"/>
          <ac:spMkLst>
            <pc:docMk/>
            <pc:sldMk cId="1973655286" sldId="2030"/>
            <ac:spMk id="2" creationId="{C3E8D805-7911-16CA-A722-063170F891E8}"/>
          </ac:spMkLst>
        </pc:spChg>
      </pc:sldChg>
      <pc:sldChg chg="modSp">
        <pc:chgData name="Guest User" userId="" providerId="Windows Live" clId="Web-{2E2EE396-2D33-41B6-BDC4-72E6741AED2F}" dt="2026-01-13T16:01:02.177" v="7" actId="20577"/>
        <pc:sldMkLst>
          <pc:docMk/>
          <pc:sldMk cId="1319081704" sldId="2064"/>
        </pc:sldMkLst>
        <pc:spChg chg="mod">
          <ac:chgData name="Guest User" userId="" providerId="Windows Live" clId="Web-{2E2EE396-2D33-41B6-BDC4-72E6741AED2F}" dt="2026-01-13T16:01:02.177" v="7" actId="20577"/>
          <ac:spMkLst>
            <pc:docMk/>
            <pc:sldMk cId="1319081704" sldId="2064"/>
            <ac:spMk id="4" creationId="{FAF6E6BE-F279-39E6-CFCC-E5BD578A9CFB}"/>
          </ac:spMkLst>
        </pc:spChg>
      </pc:sldChg>
      <pc:sldChg chg="modSp">
        <pc:chgData name="Guest User" userId="" providerId="Windows Live" clId="Web-{2E2EE396-2D33-41B6-BDC4-72E6741AED2F}" dt="2026-01-13T16:00:28.754" v="2" actId="20577"/>
        <pc:sldMkLst>
          <pc:docMk/>
          <pc:sldMk cId="1781082110" sldId="2113"/>
        </pc:sldMkLst>
        <pc:spChg chg="mod">
          <ac:chgData name="Guest User" userId="" providerId="Windows Live" clId="Web-{2E2EE396-2D33-41B6-BDC4-72E6741AED2F}" dt="2026-01-13T16:00:28.754" v="2" actId="20577"/>
          <ac:spMkLst>
            <pc:docMk/>
            <pc:sldMk cId="1781082110" sldId="2113"/>
            <ac:spMk id="2" creationId="{0105B0DC-59C0-BA07-5CF4-985EF24C77E0}"/>
          </ac:spMkLst>
        </pc:spChg>
      </pc:sldChg>
      <pc:sldChg chg="modSp">
        <pc:chgData name="Guest User" userId="" providerId="Windows Live" clId="Web-{2E2EE396-2D33-41B6-BDC4-72E6741AED2F}" dt="2026-01-13T16:00:32.020" v="3" actId="20577"/>
        <pc:sldMkLst>
          <pc:docMk/>
          <pc:sldMk cId="1069392920" sldId="2114"/>
        </pc:sldMkLst>
        <pc:spChg chg="mod">
          <ac:chgData name="Guest User" userId="" providerId="Windows Live" clId="Web-{2E2EE396-2D33-41B6-BDC4-72E6741AED2F}" dt="2026-01-13T16:00:32.020" v="3" actId="20577"/>
          <ac:spMkLst>
            <pc:docMk/>
            <pc:sldMk cId="1069392920" sldId="2114"/>
            <ac:spMk id="2" creationId="{7EAFBE22-095C-CA7C-FE10-44A791FA59DA}"/>
          </ac:spMkLst>
        </pc:spChg>
      </pc:sldChg>
      <pc:sldChg chg="modSp">
        <pc:chgData name="Guest User" userId="" providerId="Windows Live" clId="Web-{2E2EE396-2D33-41B6-BDC4-72E6741AED2F}" dt="2026-01-13T16:00:45.551" v="5" actId="20577"/>
        <pc:sldMkLst>
          <pc:docMk/>
          <pc:sldMk cId="2273467029" sldId="2115"/>
        </pc:sldMkLst>
        <pc:spChg chg="mod">
          <ac:chgData name="Guest User" userId="" providerId="Windows Live" clId="Web-{2E2EE396-2D33-41B6-BDC4-72E6741AED2F}" dt="2026-01-13T16:00:45.551" v="5" actId="20577"/>
          <ac:spMkLst>
            <pc:docMk/>
            <pc:sldMk cId="2273467029" sldId="2115"/>
            <ac:spMk id="2" creationId="{09BA4FF2-74C2-587E-AE46-3C0BB9AD2CEC}"/>
          </ac:spMkLst>
        </pc:spChg>
      </pc:sldChg>
      <pc:sldChg chg="modSp">
        <pc:chgData name="Guest User" userId="" providerId="Windows Live" clId="Web-{2E2EE396-2D33-41B6-BDC4-72E6741AED2F}" dt="2026-01-13T16:01:15.942" v="9" actId="20577"/>
        <pc:sldMkLst>
          <pc:docMk/>
          <pc:sldMk cId="558484314" sldId="2127"/>
        </pc:sldMkLst>
        <pc:spChg chg="mod">
          <ac:chgData name="Guest User" userId="" providerId="Windows Live" clId="Web-{2E2EE396-2D33-41B6-BDC4-72E6741AED2F}" dt="2026-01-13T16:01:15.942" v="9" actId="20577"/>
          <ac:spMkLst>
            <pc:docMk/>
            <pc:sldMk cId="558484314" sldId="2127"/>
            <ac:spMk id="4" creationId="{9D8D92D9-FB88-4718-F810-E11DB3914AA0}"/>
          </ac:spMkLst>
        </pc:spChg>
      </pc:sldChg>
      <pc:sldChg chg="modSp">
        <pc:chgData name="Guest User" userId="" providerId="Windows Live" clId="Web-{2E2EE396-2D33-41B6-BDC4-72E6741AED2F}" dt="2026-01-13T16:01:22.427" v="11" actId="20577"/>
        <pc:sldMkLst>
          <pc:docMk/>
          <pc:sldMk cId="1131024574" sldId="2128"/>
        </pc:sldMkLst>
        <pc:spChg chg="mod">
          <ac:chgData name="Guest User" userId="" providerId="Windows Live" clId="Web-{2E2EE396-2D33-41B6-BDC4-72E6741AED2F}" dt="2026-01-13T16:01:22.427" v="11" actId="20577"/>
          <ac:spMkLst>
            <pc:docMk/>
            <pc:sldMk cId="1131024574" sldId="2128"/>
            <ac:spMk id="4" creationId="{096019F4-12CD-97AD-5EA2-FC824F1E0D1A}"/>
          </ac:spMkLst>
        </pc:spChg>
      </pc:sldChg>
      <pc:sldChg chg="modSp">
        <pc:chgData name="Guest User" userId="" providerId="Windows Live" clId="Web-{2E2EE396-2D33-41B6-BDC4-72E6741AED2F}" dt="2026-01-13T16:01:27.443" v="13" actId="20577"/>
        <pc:sldMkLst>
          <pc:docMk/>
          <pc:sldMk cId="2387160471" sldId="2129"/>
        </pc:sldMkLst>
        <pc:spChg chg="mod">
          <ac:chgData name="Guest User" userId="" providerId="Windows Live" clId="Web-{2E2EE396-2D33-41B6-BDC4-72E6741AED2F}" dt="2026-01-13T16:01:27.443" v="13" actId="20577"/>
          <ac:spMkLst>
            <pc:docMk/>
            <pc:sldMk cId="2387160471" sldId="2129"/>
            <ac:spMk id="4" creationId="{0C15183F-3F8F-C970-6054-2A4CA36C0A01}"/>
          </ac:spMkLst>
        </pc:spChg>
      </pc:sldChg>
      <pc:sldChg chg="modSp">
        <pc:chgData name="Guest User" userId="" providerId="Windows Live" clId="Web-{2E2EE396-2D33-41B6-BDC4-72E6741AED2F}" dt="2026-01-13T16:01:59.552" v="18" actId="20577"/>
        <pc:sldMkLst>
          <pc:docMk/>
          <pc:sldMk cId="851620491" sldId="2130"/>
        </pc:sldMkLst>
        <pc:spChg chg="mod">
          <ac:chgData name="Guest User" userId="" providerId="Windows Live" clId="Web-{2E2EE396-2D33-41B6-BDC4-72E6741AED2F}" dt="2026-01-13T16:01:59.552" v="18" actId="20577"/>
          <ac:spMkLst>
            <pc:docMk/>
            <pc:sldMk cId="851620491" sldId="2130"/>
            <ac:spMk id="4" creationId="{08DA845A-61CC-83DB-4C27-3D59C1783FB9}"/>
          </ac:spMkLst>
        </pc:spChg>
      </pc:sldChg>
      <pc:sldChg chg="modSp">
        <pc:chgData name="Guest User" userId="" providerId="Windows Live" clId="Web-{2E2EE396-2D33-41B6-BDC4-72E6741AED2F}" dt="2026-01-13T16:02:04.178" v="20" actId="20577"/>
        <pc:sldMkLst>
          <pc:docMk/>
          <pc:sldMk cId="794763967" sldId="2131"/>
        </pc:sldMkLst>
        <pc:spChg chg="mod">
          <ac:chgData name="Guest User" userId="" providerId="Windows Live" clId="Web-{2E2EE396-2D33-41B6-BDC4-72E6741AED2F}" dt="2026-01-13T16:02:04.178" v="20" actId="20577"/>
          <ac:spMkLst>
            <pc:docMk/>
            <pc:sldMk cId="794763967" sldId="2131"/>
            <ac:spMk id="4" creationId="{4EC23147-4D35-EA84-5CC4-048144CA7BAC}"/>
          </ac:spMkLst>
        </pc:spChg>
      </pc:sldChg>
      <pc:sldChg chg="modSp">
        <pc:chgData name="Guest User" userId="" providerId="Windows Live" clId="Web-{2E2EE396-2D33-41B6-BDC4-72E6741AED2F}" dt="2026-01-13T16:01:37.490" v="16" actId="20577"/>
        <pc:sldMkLst>
          <pc:docMk/>
          <pc:sldMk cId="2422820523" sldId="2132"/>
        </pc:sldMkLst>
        <pc:spChg chg="mod">
          <ac:chgData name="Guest User" userId="" providerId="Windows Live" clId="Web-{2E2EE396-2D33-41B6-BDC4-72E6741AED2F}" dt="2026-01-13T16:01:37.490" v="16" actId="20577"/>
          <ac:spMkLst>
            <pc:docMk/>
            <pc:sldMk cId="2422820523" sldId="2132"/>
            <ac:spMk id="4" creationId="{6BC7963F-BE41-78EB-AAAF-E760BFA772F2}"/>
          </ac:spMkLst>
        </pc:spChg>
      </pc:sldChg>
    </pc:docChg>
  </pc:docChgLst>
  <pc:docChgLst>
    <pc:chgData name="Guest User" providerId="Windows Live" clId="Web-{117A8E2F-8AD6-4EA0-8131-8A9991DABB24}"/>
    <pc:docChg chg="modSld">
      <pc:chgData name="Guest User" userId="" providerId="Windows Live" clId="Web-{117A8E2F-8AD6-4EA0-8131-8A9991DABB24}" dt="2026-01-06T12:23:16.946" v="28" actId="20577"/>
      <pc:docMkLst>
        <pc:docMk/>
      </pc:docMkLst>
      <pc:sldChg chg="modSp">
        <pc:chgData name="Guest User" userId="" providerId="Windows Live" clId="Web-{117A8E2F-8AD6-4EA0-8131-8A9991DABB24}" dt="2026-01-06T12:23:16.946" v="28" actId="20577"/>
        <pc:sldMkLst>
          <pc:docMk/>
          <pc:sldMk cId="1319081704" sldId="2064"/>
        </pc:sldMkLst>
        <pc:spChg chg="mod">
          <ac:chgData name="Guest User" userId="" providerId="Windows Live" clId="Web-{117A8E2F-8AD6-4EA0-8131-8A9991DABB24}" dt="2026-01-06T12:23:16.946" v="28" actId="20577"/>
          <ac:spMkLst>
            <pc:docMk/>
            <pc:sldMk cId="1319081704" sldId="2064"/>
            <ac:spMk id="6" creationId="{02FCB3C4-ACB9-4791-CF0B-D2D340BB756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6-F4EA-8C30-952C-F7B6BF0F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5A81-AB66-BF58-3EB7-EA34DC8EE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754C-BF09-1763-2515-13BAD79F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3106-BC29-5E7A-A319-F5AE06F4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4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32AA-3BE9-55A5-EBB0-B70BEF23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5E98E-D3ED-0649-8FA6-6A35E8117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388CE-55CA-0D37-D5B2-7679D70D2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7D51-548F-63B2-DF9F-B561C504D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429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B9EC6-3C40-0225-9FA4-7D3A0B99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67DF9-D13C-2933-1A7A-345B47AB9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E2CD9-ECC8-84CA-1ECB-E4A209FD6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4F8BA-08C4-B580-36B3-FB4746AF9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079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D2EAF-A1C5-90D9-098A-9DC70A96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440D7-81A5-8F27-CF05-0768AA2F4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4EA29-7473-5F8A-0E37-D2086B8D7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E9272-8E61-E9B3-7EC1-944642E0B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66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B072-6F75-34A3-405C-2F44D946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341F-F9B4-25B2-AEBF-06258F6F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87A6D-B830-C531-9B10-E30DE1E3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7DB07-0AF7-494F-4455-1C6FA1431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429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B56CC-0149-35E1-FA17-589428C3D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508FB-620A-9971-0BF4-6881C6D82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454CC-21BA-DE2C-19A0-246C586DA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92EB9-5733-E8F3-9F7E-656D82860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279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7529-F7F2-C47E-D5AE-502713E4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7CE90-61AD-FE4A-F608-EA1608655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FC88A-6EFF-58A3-50C4-71ED900E0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C890D-41D3-6938-114A-A7D26B174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208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9BADC-5F6E-8041-CD44-AD82E44E1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74D85-6733-9EA9-5900-B1B245C4E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69951-4ABD-3088-AE68-C61138FD4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8729F-D522-E7E2-F2FE-EAAA28373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024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E66A6-4FD3-0DCE-0E5E-DE867CDE1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4A22D-5333-8783-0AAB-4A2B81203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20266-FF3C-F115-29E2-46176FBB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B76E9-F8A4-0E89-567C-51FB7573A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876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EE3A-0A8B-9CC7-FEE9-A7CA2AA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0C32-0638-DB85-0B4F-B00B0ED2F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D165E-298C-A1C5-D58C-3E09255E5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1A635-266C-6CFF-3AAB-94D04E552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79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6B4C8-31C4-3F78-377E-67C3127F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81CFA-2B2A-E57A-3E45-BC8CE7DAC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C6510-0710-CB59-67E1-33F91DD7F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2CD1E-8C8F-8F41-5200-EBF6290D6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088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8DB7-C374-CDD4-55CF-EF99EF6E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AF0EA-1878-3C14-2B31-685BEECFF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4468D-E1D9-0C54-0789-E46A407D5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36A0E-8F96-960A-9D19-7965BEA83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01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77080-4B90-80C0-7D00-6164B51C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A5BDC-7696-B576-7333-3374D0BD7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3CA1A-22B9-0E15-7494-CC8886D79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2D922-6F27-CFE4-3369-70A194536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497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7AD6-6B48-5A00-48F1-427AB9F5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CD4CC-1935-F8B5-6969-D1DD3776A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9C9EC-2EB5-D3B0-7525-02E78E086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C783E-162F-9DAD-5D92-26140D72C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425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84A6C-6CCD-347D-24CE-65962797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4A6CC-8B22-E6DC-1D80-0E7D135D6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3AA33-AD76-BDFD-82BE-590405ED5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BA8C-07D2-26E1-F58A-0105D944E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300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1215E-1F71-117E-64E1-E05FC617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B1C16-80A9-A618-7849-8191DAEF9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2E0F0-9B70-C8D3-8C6F-C841EEC52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D08E3-7D50-6B88-1159-3D40E1990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6348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2DE9D-0C00-532C-A8AD-C2BF1A62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3DDCF-27AF-3C67-7F4A-9D77D85BB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FFAB1-2DF9-5F22-0EEE-E75659BA7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34C33-327E-25F0-8DA1-0C6CBECF2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074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250A-5B87-7F5A-83A6-13A6D048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A623D-A2E4-0B0C-35A8-E97E7E7E4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A256C-2267-22D9-DA81-DFC33232E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BE906-26D5-E2FA-4FE4-77447498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988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4B781-7B28-F151-BEFF-A37AB062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8A8EE-7E6F-0B5E-440C-688074270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5672C-360C-3491-90CC-006799A85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7FF68-A477-B6BE-977D-F260ADD88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616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4EAB9-C393-F11C-CA46-0619F9B1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F272A-F332-958B-8840-88EC0BFC8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08A6F-D54A-9363-4C8B-8C4ECC8EB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77B06-F672-01BB-5D9C-95A141976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8787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B2B3-1E03-B010-9D6C-D9968093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BBBD92-8CB2-A654-F8C5-A598C610F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6222F-AF05-99E1-E47D-066089777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FD265-6E3F-0803-030F-955884017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1594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076F-F0A0-FAAE-B00D-73019267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D2C5A-ACE9-A8DE-980E-2116DFE99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C5DDD-66BE-DEB4-95C9-824D7FDCF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CAAC3-BFEF-A021-1E55-4E9CBC15F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8247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B333C-A882-7C5F-24EE-AD509909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EA380-5042-5921-EF89-3DAE15BAD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24A95-352C-B733-7ACC-13EA73C71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BC6F5-7A0C-38AF-5F89-3B7722235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425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230F-AB40-3D1C-89E8-F697006E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6F6D6-17E6-8503-950D-DA5BDB79C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B8E2B-8D45-CB14-3BA2-0F00FE3DB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59557-BD62-8400-F36B-A9B5E5147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251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D8948-CF70-6394-A8E6-F7856E3D6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CC061-8635-A7E0-B4D3-01FA8623E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C81A9-A138-3F1F-EDF6-6AE537CFA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CD79C-C71A-E22C-4074-0172A2E81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509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C74B-416E-4C16-402C-80EF6463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D1B8E-7DB7-3812-64B5-499FCA07A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BC21F-B0F5-5C93-1C81-34DC687B2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34F40-39ED-DCE0-FABD-F12BDF514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3394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67CB7-115A-50B0-C6B6-09805D6B7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4BBFF-2EC5-FDCE-1F8A-561F2F971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DEE59-DDD9-2734-229D-41E83242D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C9AF4-DE89-9446-6179-FAE5DB88F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6141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0D0B-19FC-3D1B-A421-C8AA7563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30EB6-5D7D-06EA-7F3D-38D0C3723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00A96-8A6E-295A-F761-211E7B071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09781-87F1-1782-1046-0AA2E4B0B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0446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85DC-FD7A-8473-0C16-F9E4D2C16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094CF-3237-E57B-C30B-B166D43D5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05D4A-8302-8EA0-84E3-5A91F809B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78627-ADF3-938C-43A8-37386F451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7854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077A-0CFE-CD92-9687-509CC539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00742-CFED-1D38-3D35-FE8031484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8B62B-7652-0DDB-60FD-31FCFF602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F77D2-F086-CAE8-8537-E1DC77111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760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31 Dec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QYbX9wmQTlI?si=FsvbG14LOKmWHTsE1" TargetMode="Externa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Jan 18, 2026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Song list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3</a:t>
            </a:r>
            <a:endParaRPr lang="en-SG" sz="140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1086C-E49F-5C06-316C-6A1A3B00C2A5}"/>
              </a:ext>
            </a:extLst>
          </p:cNvPr>
          <p:cNvSpPr txBox="1"/>
          <p:nvPr/>
        </p:nvSpPr>
        <p:spPr>
          <a:xfrm>
            <a:off x="166606" y="692580"/>
            <a:ext cx="8463775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1200" dirty="0">
                <a:ea typeface="Segoe UI"/>
                <a:cs typeface="Segoe UI"/>
              </a:rPr>
              <a:t>8th Jan HQ( Eng)</a:t>
            </a:r>
            <a:r>
              <a:rPr lang="en-SG" sz="1200" dirty="0" err="1">
                <a:ea typeface="Segoe UI"/>
                <a:cs typeface="Segoe UI"/>
              </a:rPr>
              <a:t>ThemeTrusting</a:t>
            </a:r>
            <a:r>
              <a:rPr lang="en-SG" sz="1200" dirty="0">
                <a:ea typeface="Segoe UI"/>
                <a:cs typeface="Segoe UI"/>
              </a:rPr>
              <a:t> in a caring God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Opening22 Holy </a:t>
            </a:r>
            <a:r>
              <a:rPr lang="en-SG" sz="1200" dirty="0" err="1">
                <a:ea typeface="Segoe UI"/>
                <a:cs typeface="Segoe UI"/>
              </a:rPr>
              <a:t>holy</a:t>
            </a:r>
            <a:r>
              <a:rPr lang="en-SG" sz="1200" dirty="0">
                <a:ea typeface="Segoe UI"/>
                <a:cs typeface="Segoe UI"/>
              </a:rPr>
              <a:t> </a:t>
            </a:r>
            <a:r>
              <a:rPr lang="en-SG" sz="1200" dirty="0" err="1">
                <a:ea typeface="Segoe UI"/>
                <a:cs typeface="Segoe UI"/>
              </a:rPr>
              <a:t>holy</a:t>
            </a:r>
            <a:endParaRPr lang="en-SG" sz="1200" dirty="0">
              <a:ea typeface="Segoe UI"/>
              <a:cs typeface="Segoe UI"/>
            </a:endParaRPr>
          </a:p>
          <a:p>
            <a:pPr algn="ctr"/>
            <a:r>
              <a:rPr lang="en-SG" sz="1200" dirty="0">
                <a:ea typeface="Segoe UI"/>
                <a:cs typeface="Segoe UI"/>
              </a:rPr>
              <a:t>B/A(2)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Come thou fount of every blessing v1 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Offertory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Tis so sweet to trust in Jesus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Confession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134 Jesus keep me near the cross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 Communion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134 Jesus keep me near the cross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Be still my soul </a:t>
            </a:r>
            <a:r>
              <a:rPr lang="en-SG" sz="1200" dirty="0">
                <a:ea typeface="Segoe UI"/>
                <a:cs typeface="Segoe UI"/>
                <a:hlinkClick r:id="rId2"/>
              </a:rPr>
              <a:t>https://youtu.be/QYbX9wmQTlI?si=FsvbG14LOKmWHTsE1</a:t>
            </a:r>
            <a:endParaRPr lang="en-SG" sz="1200" dirty="0">
              <a:ea typeface="Segoe UI"/>
              <a:cs typeface="Segoe UI"/>
            </a:endParaRPr>
          </a:p>
          <a:p>
            <a:pPr algn="ctr"/>
            <a:r>
              <a:rPr lang="en-SG" sz="1200" dirty="0">
                <a:ea typeface="Segoe UI"/>
                <a:cs typeface="Segoe UI"/>
              </a:rPr>
              <a:t>901It is well 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608 Take time to be holy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642 Trust &amp; Obey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Leaning on the everlasting arms 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Closing</a:t>
            </a:r>
          </a:p>
          <a:p>
            <a:pPr algn="ctr"/>
            <a:r>
              <a:rPr lang="en-SG" sz="1200" dirty="0">
                <a:ea typeface="Segoe UI"/>
                <a:cs typeface="Segoe UI"/>
              </a:rPr>
              <a:t>541 Under His wings v1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Hymn No 21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45898-864C-D4E8-FB28-393CCE18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36CD-294D-E453-89F0-7CA954BE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302F3C3-1775-7847-0D0E-741AA055B88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1FBDA-D111-A6FB-754F-36421DC3F13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4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46426B-3865-FE5C-8A4E-DC9F25B99DF0}"/>
              </a:ext>
            </a:extLst>
          </p:cNvPr>
          <p:cNvSpPr txBox="1"/>
          <p:nvPr/>
        </p:nvSpPr>
        <p:spPr>
          <a:xfrm>
            <a:off x="156117" y="692579"/>
            <a:ext cx="846377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 </a:t>
            </a:r>
            <a:r>
              <a:rPr lang="en-SG" sz="2800" kern="120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</a:t>
            </a:r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SG" sz="2800" kern="120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</a:t>
            </a:r>
            <a:r>
              <a:rPr lang="en-SG" sz="2800" dirty="0">
                <a:latin typeface="Segoe UI"/>
                <a:ea typeface="Segoe UI"/>
                <a:cs typeface="Segoe UI"/>
              </a:rPr>
              <a:t>!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Lord God Almighty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Early in the morning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Our song shall rise to Thee;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Holy </a:t>
            </a:r>
            <a:r>
              <a:rPr lang="en-SG" sz="2800" dirty="0" err="1">
                <a:latin typeface="Segoe UI"/>
                <a:ea typeface="Segoe UI"/>
                <a:cs typeface="Segoe UI"/>
              </a:rPr>
              <a:t>Holy</a:t>
            </a:r>
            <a:r>
              <a:rPr lang="en-SG" sz="2800" dirty="0">
                <a:latin typeface="Segoe UI"/>
                <a:ea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ea typeface="Segoe UI"/>
                <a:cs typeface="Segoe UI"/>
              </a:rPr>
              <a:t>Holy</a:t>
            </a:r>
            <a:r>
              <a:rPr lang="en-SG" sz="2800" dirty="0">
                <a:latin typeface="Segoe UI"/>
                <a:ea typeface="Segoe UI"/>
                <a:cs typeface="Segoe UI"/>
              </a:rPr>
              <a:t>!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Merciful and mighty,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God in Three persons,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blessed Trinity!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343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A572B-41AD-C008-CB3D-40B2AF7D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725F-58C7-67DC-ECD5-C601F3A4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08C1E6A-7A0E-3CB0-583A-2F6F625BC2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8287F-F06F-495B-B50C-E3A26222768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4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BEF35-2CB0-5FAD-1EB2-26614777F13A}"/>
              </a:ext>
            </a:extLst>
          </p:cNvPr>
          <p:cNvSpPr txBox="1"/>
          <p:nvPr/>
        </p:nvSpPr>
        <p:spPr>
          <a:xfrm>
            <a:off x="340112" y="692579"/>
            <a:ext cx="846377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 </a:t>
            </a:r>
            <a:r>
              <a:rPr lang="en-SG" sz="2800" kern="120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</a:t>
            </a:r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SG" sz="2800" kern="120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</a:t>
            </a:r>
            <a:r>
              <a:rPr lang="en-SG" sz="2800" dirty="0">
                <a:latin typeface="Segoe UI"/>
                <a:ea typeface="Segoe UI"/>
                <a:cs typeface="Segoe UI"/>
              </a:rPr>
              <a:t>!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All the saints adore Thee,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Casting down their golden crown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A</a:t>
            </a:r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round the glassy sea;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Cherubim and Seraphim,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Falling down before Thee,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Which wert and art,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A</a:t>
            </a:r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nd evermore shalt be. 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056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BD46F-EB8B-34A4-1759-707C25421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CBA6-3E1B-F9D8-FFD5-F55161B83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E1909DE-8261-3B59-F35C-2700D9D6B28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D55FC-E355-2E17-A882-669818B15E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4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CD622-B45B-F185-04E4-AD38E14A60EF}"/>
              </a:ext>
            </a:extLst>
          </p:cNvPr>
          <p:cNvSpPr txBox="1"/>
          <p:nvPr/>
        </p:nvSpPr>
        <p:spPr>
          <a:xfrm>
            <a:off x="156117" y="846468"/>
            <a:ext cx="846377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 </a:t>
            </a:r>
            <a:r>
              <a:rPr lang="en-SG" sz="2800" kern="120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</a:t>
            </a:r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SG" sz="2800" kern="120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</a:t>
            </a:r>
            <a:r>
              <a:rPr lang="en-SG" sz="2800" dirty="0">
                <a:latin typeface="Segoe UI"/>
                <a:ea typeface="Segoe UI"/>
                <a:cs typeface="Segoe UI"/>
              </a:rPr>
              <a:t>!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Tho’ the darkness hide Thee,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Tho’ the eye of sinful man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Thy glory may not see;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Only Thou art Holy,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there is none beside Thee,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Perfect in power,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I</a:t>
            </a:r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n love and purity. 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332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E7CAE-2445-6A5F-30C6-04A4043B8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CCA70-D0AF-0C22-04B8-5A97B8D3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66EEEC6-8C31-D79A-85F6-C033F1EB87A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A4B30-2C00-45EC-38F7-BDB42E18BE8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4 of 4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242D7-8655-ABBF-D15F-3ED3D9306FBC}"/>
              </a:ext>
            </a:extLst>
          </p:cNvPr>
          <p:cNvSpPr txBox="1"/>
          <p:nvPr/>
        </p:nvSpPr>
        <p:spPr>
          <a:xfrm>
            <a:off x="189570" y="692579"/>
            <a:ext cx="846377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 </a:t>
            </a:r>
            <a:r>
              <a:rPr lang="en-SG" sz="2800" kern="120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</a:t>
            </a:r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SG" sz="2800" kern="120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Holy</a:t>
            </a:r>
            <a:r>
              <a:rPr lang="en-SG" sz="2800" dirty="0">
                <a:latin typeface="Segoe UI"/>
                <a:ea typeface="Segoe UI"/>
                <a:cs typeface="Segoe UI"/>
              </a:rPr>
              <a:t>!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Lord God Almighty!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All Thy works shall praise Thy name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I</a:t>
            </a:r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n earth, and sky and sea; 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Holy, Holy, Holy!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Merciful and Mighty!</a:t>
            </a:r>
          </a:p>
          <a:p>
            <a:pPr marL="0" algn="l" rtl="0"/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God in Thr</a:t>
            </a:r>
            <a:r>
              <a:rPr lang="en-SG" sz="2800" dirty="0">
                <a:latin typeface="Segoe UI"/>
                <a:ea typeface="Segoe UI"/>
                <a:cs typeface="Segoe UI"/>
              </a:rPr>
              <a:t>ee persons, </a:t>
            </a:r>
          </a:p>
          <a:p>
            <a:pPr marL="0" algn="l" rtl="0"/>
            <a:r>
              <a:rPr lang="en-SG" sz="2800" dirty="0">
                <a:latin typeface="Segoe UI"/>
                <a:ea typeface="Segoe UI"/>
                <a:cs typeface="Segoe UI"/>
              </a:rPr>
              <a:t>Blessed Trinity!</a:t>
            </a:r>
            <a:r>
              <a:rPr lang="en-SG" sz="2800" kern="120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7596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6"/>
            <a:ext cx="7021790" cy="252659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Come Thou Fount of Every blessing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400" dirty="0">
                <a:latin typeface="Segoe UI"/>
                <a:cs typeface="Segoe UI"/>
              </a:rPr>
              <a:t>Thanksgiving </a:t>
            </a:r>
            <a:r>
              <a:rPr lang="en-SG" sz="2400" dirty="0">
                <a:solidFill>
                  <a:srgbClr val="FFFFFF"/>
                </a:solidFill>
                <a:latin typeface="Segoe UI"/>
                <a:cs typeface="Segoe UI"/>
              </a:rPr>
              <a:t>Hymn- Come Thou Fount of Every Blessing</a:t>
            </a:r>
            <a:endParaRPr lang="en-SG" sz="2400" dirty="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E5861-C6FD-5096-337F-E46A5DD4339F}"/>
              </a:ext>
            </a:extLst>
          </p:cNvPr>
          <p:cNvSpPr txBox="1"/>
          <p:nvPr/>
        </p:nvSpPr>
        <p:spPr>
          <a:xfrm>
            <a:off x="51848" y="802035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Come, Thou Fount of every blessing,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Tune my heart to sing Thy grace;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Streams of mercy, never ceasing, 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Call for songs of loudest praise. 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Teach me some melodious sonnet, 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Sung by flaming tongues above;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Praise His name – I’m fixed upon it-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Name of God’s redeeming love.</a:t>
            </a:r>
            <a:endParaRPr lang="en-US" sz="2400" i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3265" y="1238150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“Tis is so sweet to trust in Jesus</a:t>
            </a: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–”Tis is so sweet to trust in Jesus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27130" y="613695"/>
            <a:ext cx="6028467" cy="4278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‘Tis so sweet to trust in Jesus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Just to take Him at His word; 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Just to rest upon on His promise, 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Just to know, “Thus saith the Lord</a:t>
            </a:r>
            <a:r>
              <a:rPr lang="en-SG" sz="2400" i="1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”</a:t>
            </a:r>
          </a:p>
          <a:p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Je-sus, Je-sus how I trust Him!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How I’ve proved Him o’er and o’er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Je-sus, Je-sus , Precious Jesus!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Oh, for grace to trust Him more. </a:t>
            </a:r>
            <a:endParaRPr lang="en-SG" sz="2800" i="1" dirty="0">
              <a:solidFill>
                <a:srgbClr val="FF0000"/>
              </a:solidFill>
              <a:highlight>
                <a:srgbClr val="FFFFFF"/>
              </a:highlight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C8DF292C-1F2A-8EF2-074D-1DA8AFA1C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3B425-7C64-49F7-FD19-A0A9D0A8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F87A-5D88-2BCA-7CE8-2C88BBFF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–”Tis is so sweet to trust in Jesus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F33755-1E3D-C6EA-E669-955EF7515F98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A9D58-65DB-9B33-2000-8A44A50C9FA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2 of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27F16A-A2F5-3E45-1E99-5798735FF5A3}"/>
              </a:ext>
            </a:extLst>
          </p:cNvPr>
          <p:cNvSpPr txBox="1"/>
          <p:nvPr/>
        </p:nvSpPr>
        <p:spPr>
          <a:xfrm>
            <a:off x="210180" y="680596"/>
            <a:ext cx="6028467" cy="4278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Oh, how sweet to trust in Jesus!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Just to trust His cleansing blood; 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And in simple faith to plunge me 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Beneath the healing cleansing flood</a:t>
            </a:r>
            <a:r>
              <a:rPr lang="en-SG" sz="2800" i="1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; </a:t>
            </a:r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Je-sus, Je-sus how I trust Him!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How I’ve proved Him o’er and o’er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Je-sus, Je-sus , Precious Jesus!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Oh, for grace to trust Him more. </a:t>
            </a:r>
            <a:endParaRPr lang="en-SG" sz="2800" i="1" dirty="0">
              <a:solidFill>
                <a:srgbClr val="FF0000"/>
              </a:solidFill>
              <a:highlight>
                <a:srgbClr val="FFFFFF"/>
              </a:highlight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0539155-1338-603F-7173-DF23985E6C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8BC9893B-4CCD-E22C-A1E4-4F28B7EC7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8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51EA-4B2D-F541-C6CD-4A6FCFAA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BE4F-DB28-EFE7-9FEC-ECB2F987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–”Tis is so sweet to trust in Jesus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4A6B90-D2F6-422B-F0CB-5D3C41059990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6B1F3-58A8-116F-E604-70FF820135A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99402-ECD6-3794-E2CC-ED1C193F2175}"/>
              </a:ext>
            </a:extLst>
          </p:cNvPr>
          <p:cNvSpPr txBox="1"/>
          <p:nvPr/>
        </p:nvSpPr>
        <p:spPr>
          <a:xfrm>
            <a:off x="210180" y="661802"/>
            <a:ext cx="6028467" cy="4278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Yes ‘Tis sweet to trust in Jesus!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Just from sin and self to cease;; 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Just from Jesus simply talking, 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Life and rest and joy and peace.</a:t>
            </a:r>
            <a:r>
              <a:rPr lang="en-SG" sz="2800" i="1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Je-sus, Je-sus how I trust Him!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How I’ve proved Him o’er and o’er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Je-sus, Je-sus , Precious Jesus!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Oh, for grace to trust Him more. </a:t>
            </a:r>
            <a:endParaRPr lang="en-SG" sz="2800" i="1" dirty="0">
              <a:solidFill>
                <a:srgbClr val="FF0000"/>
              </a:solidFill>
              <a:highlight>
                <a:srgbClr val="FFFFFF"/>
              </a:highlight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D8B8653-47B8-E1C1-60A5-9699E8A7403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397236CE-2419-BA40-E564-47294E077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1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9DF6-7C85-ADC0-33D9-6212874D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5CD0-43A3-86ED-6B47-0D064B62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–”Tis is so sweet to trust in Jesus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044201-CD0B-F4A5-51C6-DE857701C65F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CE605-5145-8B3C-53CB-FD100A097DD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4 of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5B469-A91C-4EAE-3704-833F0D8B6A4B}"/>
              </a:ext>
            </a:extLst>
          </p:cNvPr>
          <p:cNvSpPr txBox="1"/>
          <p:nvPr/>
        </p:nvSpPr>
        <p:spPr>
          <a:xfrm>
            <a:off x="210180" y="661802"/>
            <a:ext cx="6028467" cy="4278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I’m so glad to learned to trust Thee!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Precious Jesus Saviour Friend; 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And I know that Thou art with me, </a:t>
            </a:r>
          </a:p>
          <a:p>
            <a:r>
              <a:rPr lang="en-SG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Wilt be with me to the end.</a:t>
            </a:r>
            <a:r>
              <a:rPr lang="en-SG" sz="2800" i="1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SG" sz="2400" i="1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Je-sus, Je-sus how I trust Him!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How I’ve proved Him o’er and o’er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Je-sus, Je-sus , Precious Jesus!</a:t>
            </a:r>
          </a:p>
          <a:p>
            <a:r>
              <a:rPr lang="en-SG" sz="2800" i="1" dirty="0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Oh, for grace to trust Him more. </a:t>
            </a:r>
            <a:endParaRPr lang="en-SG" sz="2800" i="1" dirty="0">
              <a:solidFill>
                <a:srgbClr val="FF0000"/>
              </a:solidFill>
              <a:highlight>
                <a:srgbClr val="FFFFFF"/>
              </a:highlight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BD0E35D-E917-13FA-8FF7-F61C0C48BE9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789A5FB9-52BD-560F-C82A-D5D35C9CF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46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8354-3F09-B87E-2813-F0881990A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AA799B-1792-FB47-777E-239B57F1D791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5DEE-9CF3-1F50-9E6E-C7302571A20E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Confession</a:t>
            </a:r>
          </a:p>
        </p:txBody>
      </p:sp>
    </p:spTree>
    <p:extLst>
      <p:ext uri="{BB962C8B-B14F-4D97-AF65-F5344CB8AC3E}">
        <p14:creationId xmlns:p14="http://schemas.microsoft.com/office/powerpoint/2010/main" val="1345174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CDA9-7369-4F5B-1CDE-3D3F3B2C9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EA1B-049D-1F48-2018-4BF217E0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577"/>
            <a:ext cx="9144000" cy="612000"/>
          </a:xfrm>
        </p:spPr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Confession :Hymn No 134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D1D43-1F19-B0D4-5529-532492189842}"/>
              </a:ext>
            </a:extLst>
          </p:cNvPr>
          <p:cNvSpPr txBox="1"/>
          <p:nvPr/>
        </p:nvSpPr>
        <p:spPr>
          <a:xfrm>
            <a:off x="6858000" y="4737895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dirty="0">
                <a:highlight>
                  <a:srgbClr val="FFFFFF"/>
                </a:highlight>
                <a:latin typeface="Segoe UI"/>
              </a:rPr>
              <a:t>Confession Song : </a:t>
            </a:r>
            <a:r>
              <a:rPr lang="en-US" sz="1400" dirty="0">
                <a:highlight>
                  <a:srgbClr val="FFFFFF"/>
                </a:highlight>
                <a:latin typeface="Segoe UI"/>
              </a:rPr>
              <a:t>1</a:t>
            </a:r>
            <a:r>
              <a:rPr lang="en-US" sz="1400" baseline="0" dirty="0">
                <a:highlight>
                  <a:srgbClr val="FFFFFF"/>
                </a:highlight>
                <a:latin typeface="Segoe UI"/>
              </a:rPr>
              <a:t> of </a:t>
            </a:r>
            <a:r>
              <a:rPr lang="en-US" sz="1400" dirty="0">
                <a:highlight>
                  <a:srgbClr val="FFFFFF"/>
                </a:highlight>
                <a:latin typeface="Segoe UI"/>
              </a:rPr>
              <a:t>1</a:t>
            </a:r>
            <a:endParaRPr lang="en-GB" sz="1400" dirty="0">
              <a:latin typeface="Segoe UI"/>
              <a:cs typeface="Segoe UI"/>
            </a:endParaRPr>
          </a:p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0EE40-AD2A-7FF7-ED3F-0E3DEC637D3A}"/>
              </a:ext>
            </a:extLst>
          </p:cNvPr>
          <p:cNvSpPr/>
          <p:nvPr/>
        </p:nvSpPr>
        <p:spPr>
          <a:xfrm>
            <a:off x="882395" y="829132"/>
            <a:ext cx="737921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Jesus, keep me near the Cross: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a precious fountain,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Free to all a healing stream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Flows from Calvary's mountain.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764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134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2F2D-2848-4FB3-B6D4-0BB5B0F6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7A13-13E7-8349-7588-9EA80AF9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134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442D94-FAEA-7015-DF42-EEEE78CE31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F8FA4-919C-52F2-18AE-C8523AFD94A9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3DD5D-205E-3C85-D6FE-1BCFBB0987A7}"/>
              </a:ext>
            </a:extLst>
          </p:cNvPr>
          <p:cNvSpPr/>
          <p:nvPr/>
        </p:nvSpPr>
        <p:spPr>
          <a:xfrm>
            <a:off x="1027399" y="790361"/>
            <a:ext cx="750700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Jesus, keep me near the Cross: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a precious fountain,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Free to all—a healing stream—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Flows from Calvary's mountain.</a:t>
            </a: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 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807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1A4C8-0652-02BF-7D38-CED93B1B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F8F6-BBFE-999F-EA85-184ADB56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134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194CE4E-007F-99CF-1AFE-C05042561AA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98FEF-3B7D-4DA0-38ED-51B5B0C2D437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68CF10-17BB-AADE-2106-2BFAE3E27BBD}"/>
              </a:ext>
            </a:extLst>
          </p:cNvPr>
          <p:cNvSpPr/>
          <p:nvPr/>
        </p:nvSpPr>
        <p:spPr>
          <a:xfrm>
            <a:off x="1027399" y="816009"/>
            <a:ext cx="7507001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Near the Cross, a trembling soul,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Love and mercy found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the Bright and Morning Star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Shed its beams around me.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 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494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0ED9-579D-D5D9-68F3-275C9A51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5BA8-AAC9-786D-BCED-C0D5B1C7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134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97CF21E-55B9-22F5-6201-BCE25D7B611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8D27F-08C6-611A-3CEA-F2340FEBD739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EC2980-6FC8-31AB-E53B-ADDD242FB57A}"/>
              </a:ext>
            </a:extLst>
          </p:cNvPr>
          <p:cNvSpPr/>
          <p:nvPr/>
        </p:nvSpPr>
        <p:spPr>
          <a:xfrm>
            <a:off x="1027399" y="782342"/>
            <a:ext cx="7507001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Near the Cross ! O Lamb of God,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Bring its scenes before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Help me walk from day to day,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its shadow o'er me.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 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56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DC221-EE67-B433-125F-CDEE167B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D06D5-CD9F-387B-5129-EC20F63E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134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846B515-7D3C-1A3B-5A33-B7150CA4BA5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34FED7-4BA4-7F92-85E9-ED330A9EC555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059498-2E1D-09D7-D1E6-664C691391FE}"/>
              </a:ext>
            </a:extLst>
          </p:cNvPr>
          <p:cNvSpPr/>
          <p:nvPr/>
        </p:nvSpPr>
        <p:spPr>
          <a:xfrm>
            <a:off x="1027399" y="816009"/>
            <a:ext cx="7507001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Near the Cross, I'll watch and wait.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Hoping, trusting ever,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Till I reach the golden strand,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Just beyond the river.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 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16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Be Still, My Soul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FC5D9-5094-4620-A837-75B72389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5BAD-4E30-4D15-0DA1-77353CD3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Be Still, My Soul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A552082-0627-800D-8737-168E90E1EB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6E6BE-F279-39E6-CFCC-E5BD578A9CFB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1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CB3C4-ACB9-4791-CF0B-D2D340BB7563}"/>
              </a:ext>
            </a:extLst>
          </p:cNvPr>
          <p:cNvSpPr txBox="1"/>
          <p:nvPr/>
        </p:nvSpPr>
        <p:spPr>
          <a:xfrm>
            <a:off x="767945" y="1105109"/>
            <a:ext cx="8071255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Be still, my soul! The Lord is on your side;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Bear patiently the cross ; Of grief or pain;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Leave to your God ; To order and provide;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In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ev'ry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change , He faithful will remain.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Be still, my soul! Your best, your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heav’nly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friend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Thru' thorny ways , Leads to a joyful end.</a:t>
            </a:r>
            <a:endParaRPr lang="en-US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19081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E5A6-7312-9E07-DCBB-EB4D53BB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72069-D8C1-BB20-109C-687BB3B6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Be Still, My Soul</a:t>
            </a:r>
            <a:endParaRPr lang="en-GB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00E955C-F501-819C-A00B-7FD0CF6765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D92D9-FB88-4718-F810-E11DB3914AA0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2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9AD71-9623-2B04-C7A9-498811D3BD32}"/>
              </a:ext>
            </a:extLst>
          </p:cNvPr>
          <p:cNvSpPr txBox="1"/>
          <p:nvPr/>
        </p:nvSpPr>
        <p:spPr>
          <a:xfrm>
            <a:off x="536372" y="1051394"/>
            <a:ext cx="8071255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ea typeface="+mn-lt"/>
                <a:cs typeface="+mn-lt"/>
              </a:rPr>
              <a:t>Be still, my soul! your God does undertake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To guide the future as he has the past;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Your hope, your confidence, let nothing shake;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all now mysterious shall be bright at last.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Be still, my soul! the waves and winds still know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His voice who ruled them while he lived below.</a:t>
            </a:r>
            <a:endParaRPr lang="en-US" sz="2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8484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FCEC-848D-2BC9-3A29-4E8F56462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8FF5-F265-CE4D-DBEB-B430EF06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Be Still, My Soul</a:t>
            </a:r>
            <a:endParaRPr lang="en-GB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81C047F-FEF3-4F3E-019B-3F2BE2F80F8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019F4-12CD-97AD-5EA2-FC824F1E0D1A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3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7F0F65-F7D9-FB84-09E3-096FBBA198BC}"/>
              </a:ext>
            </a:extLst>
          </p:cNvPr>
          <p:cNvSpPr txBox="1"/>
          <p:nvPr/>
        </p:nvSpPr>
        <p:spPr>
          <a:xfrm>
            <a:off x="176433" y="1285570"/>
            <a:ext cx="8794237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Be still, my soul! when dearest friends depart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And all is darkened in the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vale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of tears,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Then shall you better know his love, his heart,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Who comes to soothe your sorrow and your fears.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Be still, my soul! your Jesus can repay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From his own fullness all he takes away.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endParaRPr lang="en-GB" sz="2800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1024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9F9D-86D8-4C93-FE68-710FE21E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94D31-59C2-09FE-B5C7-8C3200C37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Be Still, My Soul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F248187-909D-4EAC-6CA6-AD147406367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5183F-3F8F-C970-6054-2A4CA36C0A01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4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9218D-3A2D-26E6-D1FB-2D4485923577}"/>
              </a:ext>
            </a:extLst>
          </p:cNvPr>
          <p:cNvSpPr txBox="1"/>
          <p:nvPr/>
        </p:nvSpPr>
        <p:spPr>
          <a:xfrm>
            <a:off x="121349" y="1285570"/>
            <a:ext cx="8897520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Be still, my soul! the hour is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hast'ning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on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When we shall be forever with the Lord,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When disappointment, grief, and fear are gone,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Sorrow forgot, love's purest joys restored.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Be still my soul! when change and tears are past,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All safe and blessed we shall meet at last.</a:t>
            </a:r>
            <a:b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</a:br>
            <a:endParaRPr lang="en-GB" sz="2800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7160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74F6-9C85-FD18-8A23-887DC11FE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27B8-70DB-47DB-113A-ABF79A10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Be Still, My Soul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B821B66-AA0D-6CE0-4138-FCAEF33C59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7963F-BE41-78EB-AAAF-E760BFA772F2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5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AEC58-A86C-345F-902C-2FAA3CCFB14F}"/>
              </a:ext>
            </a:extLst>
          </p:cNvPr>
          <p:cNvSpPr txBox="1"/>
          <p:nvPr/>
        </p:nvSpPr>
        <p:spPr>
          <a:xfrm>
            <a:off x="-40651" y="1231570"/>
            <a:ext cx="9226020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Be still, my soul; begin the song of praise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en-GB" sz="2800" dirty="0">
                <a:cs typeface="Segoe UI"/>
              </a:rPr>
              <a:t>On earth, believing, to Thy Lord on high; </a:t>
            </a:r>
          </a:p>
          <a:p>
            <a:pPr lvl="1"/>
            <a:r>
              <a:rPr lang="en-GB" sz="2800" dirty="0">
                <a:cs typeface="Segoe UI"/>
              </a:rPr>
              <a:t>Acknowledge Him in all thy words and ways, </a:t>
            </a:r>
          </a:p>
          <a:p>
            <a:pPr lvl="1"/>
            <a:r>
              <a:rPr lang="en-GB" sz="2800" dirty="0">
                <a:cs typeface="Segoe UI"/>
              </a:rPr>
              <a:t>So shall He view thee with a well-pleased eye.</a:t>
            </a:r>
          </a:p>
          <a:p>
            <a:pPr lvl="1"/>
            <a:r>
              <a:rPr lang="en-GB" sz="2800" dirty="0">
                <a:cs typeface="Segoe UI"/>
              </a:rPr>
              <a:t>Be still, my soul! The Sun of life divine</a:t>
            </a:r>
          </a:p>
          <a:p>
            <a:pPr lvl="1"/>
            <a:r>
              <a:rPr lang="en-GB" sz="2800" dirty="0">
                <a:cs typeface="Segoe UI"/>
              </a:rPr>
              <a:t>Through passing clouds shall but more brightly shine.</a:t>
            </a:r>
          </a:p>
        </p:txBody>
      </p:sp>
    </p:spTree>
    <p:extLst>
      <p:ext uri="{BB962C8B-B14F-4D97-AF65-F5344CB8AC3E}">
        <p14:creationId xmlns:p14="http://schemas.microsoft.com/office/powerpoint/2010/main" val="2422820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B70EC7-394D-7001-14F7-2950348E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901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7057-A939-16EA-181C-60BBCD43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D805-7911-16CA-A722-063170F8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901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E8C10-8BFC-A8B2-9E87-AAAAEB29952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1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D59EC-CD8C-F999-74F8-B79769C11A43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49121C-FC62-B7F5-94A7-53CFEFC02D1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111B97-9F26-3E5E-4D47-9D1F38935E7C}"/>
              </a:ext>
            </a:extLst>
          </p:cNvPr>
          <p:cNvSpPr/>
          <p:nvPr/>
        </p:nvSpPr>
        <p:spPr>
          <a:xfrm>
            <a:off x="711307" y="798360"/>
            <a:ext cx="772138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peace, like a river,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attendeth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my way,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sorrows, like sea-billows roll;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Whatever my lot, Thou hast taught me to know,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" It is well, it is well with my soul.“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 . . . with my soul, . . .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655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0B53-915A-3643-EDB9-8DB1AA45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B0DC-59C0-BA07-5CF4-985EF24C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901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7FB4A-7CA7-BB21-D3CE-95318426F16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2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1F35E-0C92-2998-C03E-B1642E2FAF75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F0C1B24-2730-4467-58E2-A0F6B2F8F6A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D22252-002E-6425-CCB4-101624D6F3B7}"/>
              </a:ext>
            </a:extLst>
          </p:cNvPr>
          <p:cNvSpPr/>
          <p:nvPr/>
        </p:nvSpPr>
        <p:spPr>
          <a:xfrm>
            <a:off x="103696" y="625606"/>
            <a:ext cx="893660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Though Satan should buffet, though trials should come,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this blest assurance control,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Christ hath regarded my helpless estate,.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hath shed His own blood for my soul.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It is well . . . with my soul, . . .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082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CABD-96EF-AD37-7E69-C63B2B59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4FF2-74C2-587E-AE46-3C0BB9AD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901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CA5E6-BDD7-A569-4907-AF7A746397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3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8D57C-856A-493E-6914-EA53175D6F83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87A3C85-25CE-5B37-FCFD-0040CE7E2BD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176EFD-63E7-A1D3-DBD1-57BDAA91B554}"/>
              </a:ext>
            </a:extLst>
          </p:cNvPr>
          <p:cNvSpPr/>
          <p:nvPr/>
        </p:nvSpPr>
        <p:spPr>
          <a:xfrm>
            <a:off x="1003200" y="613695"/>
            <a:ext cx="753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sin—oh, the bliss of this glorious thought !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sin—not in part, but the whole,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Is nailed to His cross; and I bear it no more: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Praise the Lord, praise the Lord, O my soul !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It is well . . . with my soul, . . .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467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3EE51-250B-8B00-643D-3EBB3199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BE22-095C-CA7C-FE10-44A791FA5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901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E1619-F9F5-EFAA-ED33-06D2865EE89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4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D5951-29F2-43C9-314C-C0AA0D55EA85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CDE967D-51A7-1EB3-6D2A-F84358B26BE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BD1E71-BC6C-09BA-A0DF-60DC041861E7}"/>
              </a:ext>
            </a:extLst>
          </p:cNvPr>
          <p:cNvSpPr/>
          <p:nvPr/>
        </p:nvSpPr>
        <p:spPr>
          <a:xfrm>
            <a:off x="910712" y="534491"/>
            <a:ext cx="754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me, be it Christ, be it Christ hence to live !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If Jordan above me shall roll,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 pang shall be mine, for in death as in life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wilt whisper Thy peace to my soul.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It is well . . . with my soul, . . .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392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71947-7427-0DB1-E75E-2D8DA6D62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D654-0D0C-9437-195E-9C86F8AF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901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2306B-FE5C-1BD6-0B6B-7C63CC92965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5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D0EE4-E2C2-EDD4-C8D2-DFCB7D0F57A7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B15ED56-1015-33F4-16F8-C1C0E3DC5A6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B71CB-A0A5-7389-C80A-CFFA21A54B4D}"/>
              </a:ext>
            </a:extLst>
          </p:cNvPr>
          <p:cNvSpPr/>
          <p:nvPr/>
        </p:nvSpPr>
        <p:spPr>
          <a:xfrm>
            <a:off x="910712" y="534491"/>
            <a:ext cx="7668768" cy="34163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ea typeface="+mn-lt"/>
                <a:cs typeface="+mn-lt"/>
              </a:rPr>
              <a:t>But, Lord, 'tis for Thee, for Thy coming, we wait;</a:t>
            </a:r>
            <a:endParaRPr lang="en-SG" dirty="0"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ea typeface="+mn-lt"/>
                <a:cs typeface="+mn-lt"/>
              </a:rPr>
              <a:t>The sky, not the grave, is our goal:</a:t>
            </a:r>
            <a:endParaRPr lang="en-SG" dirty="0"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ea typeface="+mn-lt"/>
                <a:cs typeface="+mn-lt"/>
              </a:rPr>
              <a:t>Oh, trump of the Angel ! oh, voice of the Lord ! </a:t>
            </a:r>
            <a:endParaRPr lang="en-SG" sz="2800" dirty="0"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ea typeface="+mn-lt"/>
                <a:cs typeface="+mn-lt"/>
              </a:rPr>
              <a:t>Blessed hope ! blessed rest of my soul !</a:t>
            </a:r>
            <a:endParaRPr lang="en-SG" dirty="0"/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It is well . . . with my soul, . . .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880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608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608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1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7C9560-97FA-739E-6849-6C41CE402834}"/>
              </a:ext>
            </a:extLst>
          </p:cNvPr>
          <p:cNvSpPr txBox="1"/>
          <p:nvPr/>
        </p:nvSpPr>
        <p:spPr>
          <a:xfrm>
            <a:off x="1585535" y="925145"/>
            <a:ext cx="5964555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600" dirty="0"/>
              <a:t>Take time to be </a:t>
            </a:r>
            <a:r>
              <a:rPr lang="en-SG" sz="2600" dirty="0" err="1"/>
              <a:t>ho-ly</a:t>
            </a:r>
            <a:r>
              <a:rPr lang="en-SG" sz="2600" dirty="0"/>
              <a:t>; </a:t>
            </a:r>
          </a:p>
          <a:p>
            <a:pPr algn="ctr"/>
            <a:r>
              <a:rPr lang="en-SG" sz="2600" dirty="0"/>
              <a:t>Speak oft with Thy Lo-</a:t>
            </a:r>
            <a:r>
              <a:rPr lang="en-SG" sz="2600" dirty="0" err="1"/>
              <a:t>rd</a:t>
            </a:r>
            <a:r>
              <a:rPr lang="en-SG" sz="2600" dirty="0"/>
              <a:t>; </a:t>
            </a:r>
            <a:endParaRPr lang="en-SG" sz="2600" dirty="0">
              <a:cs typeface="Segoe UI"/>
            </a:endParaRPr>
          </a:p>
          <a:p>
            <a:pPr algn="ctr"/>
            <a:r>
              <a:rPr lang="en-SG" sz="2600" dirty="0"/>
              <a:t>A-bide in Him always, </a:t>
            </a:r>
            <a:endParaRPr lang="en-SG" sz="2600" dirty="0">
              <a:cs typeface="Segoe UI"/>
            </a:endParaRPr>
          </a:p>
          <a:p>
            <a:pPr algn="ctr"/>
            <a:r>
              <a:rPr lang="en-SG" sz="2600" dirty="0"/>
              <a:t>And </a:t>
            </a:r>
            <a:r>
              <a:rPr lang="en-SG" sz="2600" dirty="0" err="1"/>
              <a:t>fe</a:t>
            </a:r>
            <a:r>
              <a:rPr lang="en-SG" sz="2600" dirty="0"/>
              <a:t>-ed on His Word. </a:t>
            </a:r>
            <a:endParaRPr lang="en-SG" sz="2600" dirty="0">
              <a:cs typeface="Segoe UI"/>
            </a:endParaRPr>
          </a:p>
          <a:p>
            <a:pPr algn="ctr"/>
            <a:r>
              <a:rPr lang="en-SG" sz="2600" dirty="0"/>
              <a:t>Make </a:t>
            </a:r>
            <a:r>
              <a:rPr lang="en-SG" sz="2600" dirty="0" err="1"/>
              <a:t>frie-nds</a:t>
            </a:r>
            <a:r>
              <a:rPr lang="en-SG" sz="2600" dirty="0"/>
              <a:t> of God’s </a:t>
            </a:r>
            <a:r>
              <a:rPr lang="en-SG" sz="2600" dirty="0" err="1"/>
              <a:t>chil-dren</a:t>
            </a:r>
            <a:r>
              <a:rPr lang="en-SG" sz="2600" dirty="0"/>
              <a:t> </a:t>
            </a:r>
            <a:br>
              <a:rPr lang="en-SG" sz="2600" dirty="0"/>
            </a:br>
            <a:r>
              <a:rPr lang="en-SG" sz="2600" dirty="0"/>
              <a:t>Help those who are weak; </a:t>
            </a:r>
          </a:p>
          <a:p>
            <a:pPr algn="ctr"/>
            <a:r>
              <a:rPr lang="en-SG" sz="2600" dirty="0" err="1"/>
              <a:t>Forgett-ing</a:t>
            </a:r>
            <a:r>
              <a:rPr lang="en-SG" sz="2600" dirty="0"/>
              <a:t> in no-thing </a:t>
            </a:r>
            <a:endParaRPr lang="en-SG" sz="2600" dirty="0">
              <a:cs typeface="Segoe UI"/>
            </a:endParaRPr>
          </a:p>
          <a:p>
            <a:pPr algn="ctr"/>
            <a:r>
              <a:rPr lang="en-SG" sz="2600" dirty="0"/>
              <a:t>His </a:t>
            </a:r>
            <a:r>
              <a:rPr lang="en-SG" sz="2600" dirty="0" err="1"/>
              <a:t>ble-ssing</a:t>
            </a:r>
            <a:r>
              <a:rPr lang="en-SG" sz="2600" dirty="0"/>
              <a:t> to </a:t>
            </a:r>
            <a:r>
              <a:rPr lang="en-SG" sz="2600" dirty="0" err="1"/>
              <a:t>se</a:t>
            </a:r>
            <a:r>
              <a:rPr lang="en-SG" sz="2600" dirty="0"/>
              <a:t>-ek. </a:t>
            </a:r>
            <a:endParaRPr lang="en-SG" sz="26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E7D2-E078-9754-D051-CE5D6BBF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AB3B-6B0C-0F96-2AA2-4B592C20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608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4AA3EE3-5CDD-88FD-5E8A-36F6F0E9BD6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0A677-A9EA-3438-F74E-F3F5833E90D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401FB-9A1C-2B6D-B65B-00F98C7DA7FA}"/>
              </a:ext>
            </a:extLst>
          </p:cNvPr>
          <p:cNvSpPr txBox="1"/>
          <p:nvPr/>
        </p:nvSpPr>
        <p:spPr>
          <a:xfrm>
            <a:off x="1845800" y="925145"/>
            <a:ext cx="5964555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600" dirty="0"/>
              <a:t>Take time to be </a:t>
            </a:r>
            <a:r>
              <a:rPr lang="en-SG" sz="2600" dirty="0" err="1"/>
              <a:t>ho-ly</a:t>
            </a:r>
            <a:r>
              <a:rPr lang="en-SG" sz="2600" dirty="0"/>
              <a:t>; </a:t>
            </a:r>
          </a:p>
          <a:p>
            <a:pPr algn="ctr"/>
            <a:r>
              <a:rPr lang="en-SG" sz="2600" dirty="0"/>
              <a:t>The world rush-es on; </a:t>
            </a:r>
          </a:p>
          <a:p>
            <a:pPr algn="ctr"/>
            <a:r>
              <a:rPr lang="en-SG" sz="2600" dirty="0"/>
              <a:t>Spend much time in se-</a:t>
            </a:r>
            <a:r>
              <a:rPr lang="en-SG" sz="2600" dirty="0" err="1"/>
              <a:t>cret</a:t>
            </a:r>
            <a:r>
              <a:rPr lang="en-SG" sz="2600" dirty="0"/>
              <a:t>, </a:t>
            </a:r>
          </a:p>
          <a:p>
            <a:pPr algn="ctr"/>
            <a:r>
              <a:rPr lang="en-SG" sz="2600" dirty="0"/>
              <a:t>With Jesus alone-</a:t>
            </a:r>
          </a:p>
          <a:p>
            <a:pPr algn="ctr"/>
            <a:r>
              <a:rPr lang="en-SG" sz="2600" dirty="0"/>
              <a:t>By look-</a:t>
            </a:r>
            <a:r>
              <a:rPr lang="en-SG" sz="2600" dirty="0" err="1"/>
              <a:t>ing</a:t>
            </a:r>
            <a:r>
              <a:rPr lang="en-SG" sz="2600" dirty="0"/>
              <a:t> to Je-sus, </a:t>
            </a:r>
          </a:p>
          <a:p>
            <a:pPr algn="ctr"/>
            <a:r>
              <a:rPr lang="en-SG" sz="2600" dirty="0"/>
              <a:t>Like Him Thou shalt be; </a:t>
            </a:r>
          </a:p>
          <a:p>
            <a:pPr algn="ctr"/>
            <a:r>
              <a:rPr lang="en-SG" sz="2600" dirty="0"/>
              <a:t>Thy friends in Thy con-duct </a:t>
            </a:r>
          </a:p>
          <a:p>
            <a:pPr algn="ctr"/>
            <a:r>
              <a:rPr lang="en-SG" sz="2600" dirty="0"/>
              <a:t>His like-ness shall see.  </a:t>
            </a:r>
          </a:p>
        </p:txBody>
      </p:sp>
    </p:spTree>
    <p:extLst>
      <p:ext uri="{BB962C8B-B14F-4D97-AF65-F5344CB8AC3E}">
        <p14:creationId xmlns:p14="http://schemas.microsoft.com/office/powerpoint/2010/main" val="397986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EB4D1-823F-3935-8A71-DEA31575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F504-DA6C-64BE-1761-AA3B7D1C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608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7C7FAEE-889D-966E-2BCB-BD81094F50F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81D5F-0352-6EE4-064B-87B49196F5F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3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05555-8BC3-3BD5-8F0F-A81A959C9899}"/>
              </a:ext>
            </a:extLst>
          </p:cNvPr>
          <p:cNvSpPr txBox="1"/>
          <p:nvPr/>
        </p:nvSpPr>
        <p:spPr>
          <a:xfrm>
            <a:off x="1585535" y="1049306"/>
            <a:ext cx="5964555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600" dirty="0"/>
              <a:t>Take time to be </a:t>
            </a:r>
            <a:r>
              <a:rPr lang="en-SG" sz="2600" dirty="0" err="1"/>
              <a:t>ho-ly</a:t>
            </a:r>
            <a:r>
              <a:rPr lang="en-SG" sz="2600" dirty="0"/>
              <a:t>; </a:t>
            </a:r>
          </a:p>
          <a:p>
            <a:pPr algn="ctr"/>
            <a:r>
              <a:rPr lang="en-SG" sz="2600" dirty="0"/>
              <a:t>Let Him be Thy Guide; </a:t>
            </a:r>
          </a:p>
          <a:p>
            <a:pPr algn="ctr"/>
            <a:r>
              <a:rPr lang="en-SG" sz="2600" dirty="0"/>
              <a:t>And run not be-fore Him, </a:t>
            </a:r>
          </a:p>
          <a:p>
            <a:pPr algn="ctr"/>
            <a:r>
              <a:rPr lang="en-SG" sz="2600" dirty="0"/>
              <a:t>What-</a:t>
            </a:r>
            <a:r>
              <a:rPr lang="en-SG" sz="2600" dirty="0" err="1"/>
              <a:t>ev</a:t>
            </a:r>
            <a:r>
              <a:rPr lang="en-SG" sz="2600" dirty="0"/>
              <a:t>-er be-tide; </a:t>
            </a:r>
          </a:p>
          <a:p>
            <a:pPr algn="ctr"/>
            <a:r>
              <a:rPr lang="en-SG" sz="2600" dirty="0"/>
              <a:t>In joy or in </a:t>
            </a:r>
            <a:r>
              <a:rPr lang="en-SG" sz="2600" dirty="0" err="1"/>
              <a:t>sor</a:t>
            </a:r>
            <a:r>
              <a:rPr lang="en-SG" sz="2600" dirty="0"/>
              <a:t>-row</a:t>
            </a:r>
          </a:p>
          <a:p>
            <a:pPr algn="ctr"/>
            <a:r>
              <a:rPr lang="en-SG" sz="2600" dirty="0"/>
              <a:t>Still </a:t>
            </a:r>
            <a:r>
              <a:rPr lang="en-SG" sz="2600" dirty="0" err="1"/>
              <a:t>fol</a:t>
            </a:r>
            <a:r>
              <a:rPr lang="en-SG" sz="2600" dirty="0"/>
              <a:t>-low Thy Lord.</a:t>
            </a:r>
          </a:p>
          <a:p>
            <a:pPr algn="ctr"/>
            <a:r>
              <a:rPr lang="en-SG" sz="2600" dirty="0"/>
              <a:t>And, look-</a:t>
            </a:r>
            <a:r>
              <a:rPr lang="en-SG" sz="2600" dirty="0" err="1"/>
              <a:t>ing</a:t>
            </a:r>
            <a:r>
              <a:rPr lang="en-SG" sz="2600" dirty="0"/>
              <a:t> to Jes-us, </a:t>
            </a:r>
          </a:p>
          <a:p>
            <a:pPr algn="ctr"/>
            <a:r>
              <a:rPr lang="en-SG" sz="2600" dirty="0"/>
              <a:t>Still trust in His Word.   </a:t>
            </a:r>
          </a:p>
        </p:txBody>
      </p:sp>
    </p:spTree>
    <p:extLst>
      <p:ext uri="{BB962C8B-B14F-4D97-AF65-F5344CB8AC3E}">
        <p14:creationId xmlns:p14="http://schemas.microsoft.com/office/powerpoint/2010/main" val="4112402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F3F53-D515-890E-5012-4C836F26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DFB-8562-CC25-51E8-757EB7F35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608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3226101-0486-A6B9-4A15-6994809DAAB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BF5E8-2146-3AD6-398F-41EDA07A71E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CB8A5-5EAE-5A27-232D-D8F2E8E1034F}"/>
              </a:ext>
            </a:extLst>
          </p:cNvPr>
          <p:cNvSpPr txBox="1"/>
          <p:nvPr/>
        </p:nvSpPr>
        <p:spPr>
          <a:xfrm>
            <a:off x="1708640" y="960056"/>
            <a:ext cx="5964555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600" dirty="0"/>
              <a:t>Take time to be </a:t>
            </a:r>
            <a:r>
              <a:rPr lang="en-SG" sz="2600" dirty="0" err="1"/>
              <a:t>ho-ly</a:t>
            </a:r>
            <a:r>
              <a:rPr lang="en-SG" sz="2600" dirty="0"/>
              <a:t>, </a:t>
            </a:r>
          </a:p>
          <a:p>
            <a:pPr algn="ctr"/>
            <a:r>
              <a:rPr lang="en-SG" sz="2600" dirty="0"/>
              <a:t>Be calm in Thy soul; </a:t>
            </a:r>
          </a:p>
          <a:p>
            <a:pPr algn="ctr"/>
            <a:r>
              <a:rPr lang="en-SG" sz="2600" dirty="0"/>
              <a:t>Each thought and each </a:t>
            </a:r>
            <a:r>
              <a:rPr lang="en-SG" sz="2600" dirty="0" err="1"/>
              <a:t>tem</a:t>
            </a:r>
            <a:r>
              <a:rPr lang="en-SG" sz="2600" dirty="0"/>
              <a:t>-per, </a:t>
            </a:r>
          </a:p>
          <a:p>
            <a:pPr algn="ctr"/>
            <a:r>
              <a:rPr lang="en-SG" sz="2600" dirty="0"/>
              <a:t>Be-neath His con-troll; </a:t>
            </a:r>
          </a:p>
          <a:p>
            <a:pPr algn="ctr"/>
            <a:r>
              <a:rPr lang="en-SG" sz="2600" dirty="0"/>
              <a:t>Thus led by His </a:t>
            </a:r>
            <a:r>
              <a:rPr lang="en-SG" sz="2600" dirty="0" err="1"/>
              <a:t>Spi-rit</a:t>
            </a:r>
            <a:endParaRPr lang="en-SG" sz="2600" dirty="0"/>
          </a:p>
          <a:p>
            <a:pPr algn="ctr"/>
            <a:r>
              <a:rPr lang="en-SG" sz="2600" dirty="0"/>
              <a:t>To </a:t>
            </a:r>
            <a:r>
              <a:rPr lang="en-SG" sz="2600" dirty="0" err="1"/>
              <a:t>foun-tains</a:t>
            </a:r>
            <a:r>
              <a:rPr lang="en-SG" sz="2600" dirty="0"/>
              <a:t> of love. </a:t>
            </a:r>
          </a:p>
          <a:p>
            <a:pPr algn="ctr"/>
            <a:r>
              <a:rPr lang="en-SG" sz="2600" dirty="0"/>
              <a:t>Thou soon shalt be fit-ted</a:t>
            </a:r>
          </a:p>
          <a:p>
            <a:pPr algn="ctr"/>
            <a:r>
              <a:rPr lang="en-SG" sz="2600" dirty="0"/>
              <a:t>For ser-vice a—</a:t>
            </a:r>
            <a:r>
              <a:rPr lang="en-SG" sz="2600" dirty="0" err="1"/>
              <a:t>bove</a:t>
            </a:r>
            <a:r>
              <a:rPr lang="en-SG" sz="2600" dirty="0"/>
              <a:t>. </a:t>
            </a:r>
          </a:p>
          <a:p>
            <a:pPr algn="ctr"/>
            <a:endParaRPr lang="en-SG" sz="2600" dirty="0"/>
          </a:p>
        </p:txBody>
      </p:sp>
    </p:spTree>
    <p:extLst>
      <p:ext uri="{BB962C8B-B14F-4D97-AF65-F5344CB8AC3E}">
        <p14:creationId xmlns:p14="http://schemas.microsoft.com/office/powerpoint/2010/main" val="3659861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F3F7-985D-B46A-5269-3D298431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4DD62-5858-0C6D-1C92-03C631146A0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0678B7C2-0D23-374D-8BE8-28001E828A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E8492F2-4447-4BBD-4C01-4350C191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642</a:t>
            </a:r>
          </a:p>
        </p:txBody>
      </p:sp>
    </p:spTree>
    <p:extLst>
      <p:ext uri="{BB962C8B-B14F-4D97-AF65-F5344CB8AC3E}">
        <p14:creationId xmlns:p14="http://schemas.microsoft.com/office/powerpoint/2010/main" val="11975366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1E5C-283C-07D9-7C0B-BADC78E9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F80F-B1C5-A3BB-3CF8-7F2496BE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14DED65-DC3B-81D2-0B99-EF8D792E669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4B2BA-FAEA-2DEF-E046-E5A93A12F97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1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F4CB96-E9A5-631D-AA49-25A6FE009CFC}"/>
              </a:ext>
            </a:extLst>
          </p:cNvPr>
          <p:cNvSpPr/>
          <p:nvPr/>
        </p:nvSpPr>
        <p:spPr>
          <a:xfrm>
            <a:off x="814312" y="704625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we walk with the Lord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light of His Word,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a glory He sheds on our way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we do His good will.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abides with us still,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with all who will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9825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3A145-EDBE-0565-D10B-FE074A3C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4504-6998-42D6-C3F5-F1514F04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A2F090A-9318-7198-5E71-063F68B604B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87D5C-F3F9-0B07-75E1-892249BC162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2 of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5CD39-E36E-86B9-EF8E-7EC4A091F4A6}"/>
              </a:ext>
            </a:extLst>
          </p:cNvPr>
          <p:cNvSpPr/>
          <p:nvPr/>
        </p:nvSpPr>
        <p:spPr>
          <a:xfrm>
            <a:off x="1124043" y="625606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923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53CF6-794E-A0EB-866E-183B0966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91B3-E4B7-FF11-902B-8C382CE1E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BCBA2FF-97E0-3AAD-F3F6-4C3E5898113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4465D-915B-16C6-F002-E0F017FB569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3 of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656B7D-64F6-2236-3B11-85299E28E4E1}"/>
              </a:ext>
            </a:extLst>
          </p:cNvPr>
          <p:cNvSpPr/>
          <p:nvPr/>
        </p:nvSpPr>
        <p:spPr>
          <a:xfrm>
            <a:off x="1157497" y="605813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shadow can rise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cloud in the skies,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His smile quickly drives it away;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doubt nor a fear,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sigh nor a tear,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Can abide while we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480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11904-F070-76E0-F50F-2A7C5D88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D8A6-B68E-E02D-660A-AB9C5AD3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5FDF69-E4B0-0A22-2029-0E3E9EF71A1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B9710-A6CF-0BB7-7A64-171AF0C7C6A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4 of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FEB4A-C8CA-63D3-9CFC-43189060A8E7}"/>
              </a:ext>
            </a:extLst>
          </p:cNvPr>
          <p:cNvSpPr/>
          <p:nvPr/>
        </p:nvSpPr>
        <p:spPr>
          <a:xfrm>
            <a:off x="1168648" y="519777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2216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C43A9-5201-2276-6705-87BB901B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8881-330B-5A0C-5D7C-ACA6AB67E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F6006CA-7334-0974-309D-484FDA231F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986A6-B532-4A8D-D291-C8D0ED1C737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5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A0502-19D8-3AAF-FDB7-2382ED6F5245}"/>
              </a:ext>
            </a:extLst>
          </p:cNvPr>
          <p:cNvSpPr/>
          <p:nvPr/>
        </p:nvSpPr>
        <p:spPr>
          <a:xfrm>
            <a:off x="1027399" y="605813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burden we bear,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sorrow we share,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our toil He doth richly repay;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grief nor a loss,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frown nor a cross,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is blest if we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5191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203E-589A-8A5F-ABF7-50E310EF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BF83B-6441-D9A2-6FC8-21F39600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144815-E637-86D4-81D2-56EF89D5CF3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A54B6-31EA-448B-0CB3-D992FAC28CA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6 of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9D0A7D-1344-0357-06DD-719E583B7C6C}"/>
              </a:ext>
            </a:extLst>
          </p:cNvPr>
          <p:cNvSpPr/>
          <p:nvPr/>
        </p:nvSpPr>
        <p:spPr>
          <a:xfrm>
            <a:off x="1168648" y="519777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983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E51B7-94A0-91D3-9BF3-8A75ADAF0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4A00-CD20-D624-9AB1-492C2612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713C2AD-EFEB-0027-3ED0-76DC3F54298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8130E-8A8E-E658-83E1-62CE213B5ED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7 of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6C45E4-ADAA-959A-A130-D346A592B6F9}"/>
              </a:ext>
            </a:extLst>
          </p:cNvPr>
          <p:cNvSpPr/>
          <p:nvPr/>
        </p:nvSpPr>
        <p:spPr>
          <a:xfrm>
            <a:off x="1157497" y="381742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we never can prove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delights of His love,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Until all on the altar we lay;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the favour He shows,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the joy He bestows,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Are for them who will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1855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42CCF-468B-BCC2-B53C-D20453BA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C3C0-B690-5BAA-3068-4466A9F4E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14C5C56-8020-1778-782D-5D2852B6C4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E9DDA-E091-49A3-BCAA-6BEEAB258B9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8 of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E21D07-027E-103B-2BB5-3BE66FBB47BE}"/>
              </a:ext>
            </a:extLst>
          </p:cNvPr>
          <p:cNvSpPr/>
          <p:nvPr/>
        </p:nvSpPr>
        <p:spPr>
          <a:xfrm>
            <a:off x="1157496" y="519777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3347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9E004-CA64-3273-5C8F-9EB76C8B9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EC18-1569-0455-1DCC-5E33157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095BD9F-6BA3-9247-F6B0-6CD6AA9B78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F1E50-9A22-37BD-ADF6-0591DD0B704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9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58FC2-CB13-2317-DD3E-8DEE2B6BE23A}"/>
              </a:ext>
            </a:extLst>
          </p:cNvPr>
          <p:cNvSpPr/>
          <p:nvPr/>
        </p:nvSpPr>
        <p:spPr>
          <a:xfrm>
            <a:off x="1027399" y="605813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Then in fellowship sweet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 will sit at His feet,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Or we'll walk by His side in the way;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He says we will do,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He sends we will go,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Never fear, only trust and obey.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372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E1834-829B-B46F-C5BF-E1F96D59E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C0D1-64B4-BFBA-8DF8-A6AFEE36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0D3F6F5-DF11-AF53-331A-C817188CDAB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5584C-E327-ED22-CCF2-6B84B8E261E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10 of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E7220C-8E93-7C07-E8AA-33907EEF851D}"/>
              </a:ext>
            </a:extLst>
          </p:cNvPr>
          <p:cNvSpPr/>
          <p:nvPr/>
        </p:nvSpPr>
        <p:spPr>
          <a:xfrm>
            <a:off x="1157497" y="625606"/>
            <a:ext cx="7507001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9885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E5ED-310F-FA17-D25B-FFC029FF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87156-8044-8D0A-4D0F-A9D178B6DCF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04071A8-1C85-B728-829E-D9E64525C8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A1E7453-2676-EF65-E622-684E1617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Leaning on the everlasting arms</a:t>
            </a:r>
          </a:p>
        </p:txBody>
      </p:sp>
    </p:spTree>
    <p:extLst>
      <p:ext uri="{BB962C8B-B14F-4D97-AF65-F5344CB8AC3E}">
        <p14:creationId xmlns:p14="http://schemas.microsoft.com/office/powerpoint/2010/main" val="28542383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1943E-696D-DCD4-4CB1-8C3A9A196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CE6F-65A1-4302-F839-007752A08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Leaning on the everlasting arms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D93E528-8F46-9F25-4974-8B3B4492EB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B3646-CDE1-BC31-A058-007219F9306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D6DB5-77E5-A91C-33CC-74A71245D4F8}"/>
              </a:ext>
            </a:extLst>
          </p:cNvPr>
          <p:cNvSpPr/>
          <p:nvPr/>
        </p:nvSpPr>
        <p:spPr>
          <a:xfrm>
            <a:off x="4188" y="576006"/>
            <a:ext cx="9139812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a fellowship what a joy divine!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a blessedness, what a peace is mine;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arms!</a:t>
            </a:r>
          </a:p>
          <a:p>
            <a:pPr algn="ctr">
              <a:spcAft>
                <a:spcPts val="400"/>
              </a:spcAft>
            </a:pPr>
            <a:endParaRPr lang="en-SG" sz="28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Leaning! Leaning! Safe and secure from all alarms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Leaning! Leaning! Leaning on the ever lasting arms!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255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7E6A-C91F-88AC-89C5-5FAB950E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D616-6DCA-8836-04F8-DA2D0127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Leaning on the everlasting arms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2710C1D-B7F3-4D79-AC7C-42D7F309F0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A845A-61CC-83DB-4C27-3D59C1783FB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95713F-2943-51A1-1D63-81FDF475560C}"/>
              </a:ext>
            </a:extLst>
          </p:cNvPr>
          <p:cNvSpPr/>
          <p:nvPr/>
        </p:nvSpPr>
        <p:spPr>
          <a:xfrm>
            <a:off x="4188" y="381742"/>
            <a:ext cx="9139812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ea typeface="+mn-lt"/>
                <a:cs typeface="+mn-lt"/>
              </a:rPr>
              <a:t>O how sweet to walk in this pilgrim way,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leaning on the everlasting arms;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O how bright the path grows from day to day,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leaning on the everlasting arms. </a:t>
            </a:r>
            <a:endParaRPr lang="en-US" sz="2800" dirty="0"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Leaning! Leaning! Safe and secure from all alarms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Leaning! Leaning! Leaning on the ever lasting arms!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6204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FDCF-D4CC-B821-2CF4-C15BA24D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F2B4-715C-99A2-569F-BB35392B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Leaning on the everlasting arms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B74D317-DE6E-D9BA-9917-FA93DF0B8A3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23147-4D35-EA84-5CC4-048144CA7BA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3BC407-8E86-EF87-C49B-FEC8C947BABC}"/>
              </a:ext>
            </a:extLst>
          </p:cNvPr>
          <p:cNvSpPr/>
          <p:nvPr/>
        </p:nvSpPr>
        <p:spPr>
          <a:xfrm>
            <a:off x="-8374" y="467939"/>
            <a:ext cx="9139812" cy="38472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/>
                <a:cs typeface="Segoe UI"/>
              </a:rPr>
              <a:t>What have I to dread, what have I to fear, </a:t>
            </a:r>
            <a:endParaRPr lang="en-US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cs typeface="Segoe UI"/>
              </a:rPr>
              <a:t>leaning on the everlasting arms?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I have blessed peace with my Lord so near,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leaning on the everlasting arms.</a:t>
            </a:r>
          </a:p>
          <a:p>
            <a:pPr algn="ctr"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Leaning! Leaning! Safe and secure from all alarms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Leaning! Leaning! Leaning on the ever lasting arms!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7639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Closing Hymn 541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SG" dirty="0">
                <a:latin typeface="Segoe UI"/>
                <a:ea typeface="Calibri"/>
                <a:cs typeface="Segoe UI"/>
              </a:rPr>
              <a:t>541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B79DB5-8DDF-E40E-9A0A-D17D96F520FE}"/>
              </a:ext>
            </a:extLst>
          </p:cNvPr>
          <p:cNvSpPr/>
          <p:nvPr/>
        </p:nvSpPr>
        <p:spPr>
          <a:xfrm>
            <a:off x="727484" y="749223"/>
            <a:ext cx="8416516" cy="404726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Under His wings, I am safely abiding;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Tho’ the night deepens and tempests are wild,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Still I can trust Him, I know He will keep me;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has redeemed me, and I am His child.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spcAft>
                <a:spcPts val="6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Under His wings, under His wings,</a:t>
            </a:r>
            <a:br>
              <a:rPr lang="en-SG" sz="2800" i="1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 from His love can sever?</a:t>
            </a:r>
            <a:br>
              <a:rPr lang="en-SG" sz="2800" i="1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Under His wings my soul shall abide,</a:t>
            </a:r>
            <a:br>
              <a:rPr lang="en-SG" sz="2800" i="1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Safely abide forever.</a:t>
            </a:r>
            <a:endParaRPr lang="en-GB" sz="2800" i="1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1543</TotalTime>
  <Words>2755</Words>
  <Application>Microsoft Office PowerPoint</Application>
  <PresentationFormat>On-screen Show (16:9)</PresentationFormat>
  <Paragraphs>434</Paragraphs>
  <Slides>55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Song list  </vt:lpstr>
      <vt:lpstr>PowerPoint Presentation</vt:lpstr>
      <vt:lpstr>Opening Hymn  </vt:lpstr>
      <vt:lpstr>Opening Hymn  </vt:lpstr>
      <vt:lpstr>Opening Hymn  </vt:lpstr>
      <vt:lpstr>Opening Hymn  </vt:lpstr>
      <vt:lpstr>PowerPoint Presentation</vt:lpstr>
      <vt:lpstr>Thanksgiving Hymn- Come Thou Fount of Every Blessing</vt:lpstr>
      <vt:lpstr>PowerPoint Presentation</vt:lpstr>
      <vt:lpstr>Offertory –”Tis is so sweet to trust in Jesus</vt:lpstr>
      <vt:lpstr>Offertory –”Tis is so sweet to trust in Jesus</vt:lpstr>
      <vt:lpstr>Offertory –”Tis is so sweet to trust in Jesus</vt:lpstr>
      <vt:lpstr>Offertory –”Tis is so sweet to trust in Jesus</vt:lpstr>
      <vt:lpstr>PowerPoint Presentation</vt:lpstr>
      <vt:lpstr>Confession :Hymn No 134</vt:lpstr>
      <vt:lpstr>Holy Communion – Hymn No 134</vt:lpstr>
      <vt:lpstr>Holy Communion – Hymn No 134</vt:lpstr>
      <vt:lpstr>Holy Communion – Hymn No 134</vt:lpstr>
      <vt:lpstr>Holy Communion – Hymn No 134</vt:lpstr>
      <vt:lpstr>Holy Communion – Hymn No 134</vt:lpstr>
      <vt:lpstr>Holy Communion – Be Still, My Soul</vt:lpstr>
      <vt:lpstr>Holy Communion – Be Still, My Soul</vt:lpstr>
      <vt:lpstr>Holy Communion – Be Still, My Soul</vt:lpstr>
      <vt:lpstr>Holy Communion – Be Still, My Soul</vt:lpstr>
      <vt:lpstr>Holy Communion – Be Still, My Soul</vt:lpstr>
      <vt:lpstr>Holy Communion – Be Still, My Soul</vt:lpstr>
      <vt:lpstr>Holy Communion – Hymn No 901</vt:lpstr>
      <vt:lpstr>Holy Communion – Hymn No 901</vt:lpstr>
      <vt:lpstr>Holy Communion – Hymn No 901</vt:lpstr>
      <vt:lpstr>Holy Communion – Hymn No 901</vt:lpstr>
      <vt:lpstr>Holy Communion – Hymn No 901</vt:lpstr>
      <vt:lpstr>Holy Communion – Hymn No 901</vt:lpstr>
      <vt:lpstr>Holy Communion – Hymn No 608</vt:lpstr>
      <vt:lpstr>Holy Communion – Hymn No 608</vt:lpstr>
      <vt:lpstr>Holy Communion – Hymn No 608</vt:lpstr>
      <vt:lpstr>Holy Communion – Hymn No 608</vt:lpstr>
      <vt:lpstr>Holy Communion – Hymn No 608</vt:lpstr>
      <vt:lpstr>Holy Communion – Hymn No 642</vt:lpstr>
      <vt:lpstr>Holy Communion – Hymn No 642</vt:lpstr>
      <vt:lpstr>Holy Communion – Hymn No 642</vt:lpstr>
      <vt:lpstr>Holy Communion – Hymn No 642</vt:lpstr>
      <vt:lpstr>Holy Communion – Hymn No 642</vt:lpstr>
      <vt:lpstr>Holy Communion – Hymn No 642</vt:lpstr>
      <vt:lpstr>Holy Communion – Hymn No 642</vt:lpstr>
      <vt:lpstr>Holy Communion – Hymn No 642</vt:lpstr>
      <vt:lpstr>Holy Communion – Hymn No 642</vt:lpstr>
      <vt:lpstr>Holy Communion – Hymn No 642</vt:lpstr>
      <vt:lpstr>Holy Communion – Hymn No 642</vt:lpstr>
      <vt:lpstr>Holy Communion – Leaning on the everlasting arms</vt:lpstr>
      <vt:lpstr>Holy Communion – Leaning on the everlasting arms</vt:lpstr>
      <vt:lpstr>Holy Communion – Leaning on the everlasting arms</vt:lpstr>
      <vt:lpstr>Holy Communion – Leaning on the everlasting arms</vt:lpstr>
      <vt:lpstr>PowerPoint Presentation</vt:lpstr>
      <vt:lpstr>Closing Hymn – 541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Sini Mathew (Dr)</cp:lastModifiedBy>
  <cp:revision>431</cp:revision>
  <dcterms:created xsi:type="dcterms:W3CDTF">2020-09-02T02:55:07Z</dcterms:created>
  <dcterms:modified xsi:type="dcterms:W3CDTF">2026-01-14T01:52:16Z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