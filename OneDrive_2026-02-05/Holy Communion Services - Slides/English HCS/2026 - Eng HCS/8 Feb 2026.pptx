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3"/>
  </p:notesMasterIdLst>
  <p:handoutMasterIdLst>
    <p:handoutMasterId r:id="rId54"/>
  </p:handoutMasterIdLst>
  <p:sldIdLst>
    <p:sldId id="1727" r:id="rId7"/>
    <p:sldId id="1915" r:id="rId8"/>
    <p:sldId id="813" r:id="rId9"/>
    <p:sldId id="2098" r:id="rId10"/>
    <p:sldId id="2149" r:id="rId11"/>
    <p:sldId id="2150" r:id="rId12"/>
    <p:sldId id="2127" r:id="rId13"/>
    <p:sldId id="851" r:id="rId14"/>
    <p:sldId id="2021" r:id="rId15"/>
    <p:sldId id="822" r:id="rId16"/>
    <p:sldId id="2151" r:id="rId17"/>
    <p:sldId id="2152" r:id="rId18"/>
    <p:sldId id="2153" r:id="rId19"/>
    <p:sldId id="2154" r:id="rId20"/>
    <p:sldId id="2155" r:id="rId21"/>
    <p:sldId id="2156" r:id="rId22"/>
    <p:sldId id="2157" r:id="rId23"/>
    <p:sldId id="2096" r:id="rId24"/>
    <p:sldId id="2084" r:id="rId25"/>
    <p:sldId id="1388" r:id="rId26"/>
    <p:sldId id="2045" r:id="rId27"/>
    <p:sldId id="2158" r:id="rId28"/>
    <p:sldId id="2159" r:id="rId29"/>
    <p:sldId id="2160" r:id="rId30"/>
    <p:sldId id="1829" r:id="rId31"/>
    <p:sldId id="2064" r:id="rId32"/>
    <p:sldId id="2161" r:id="rId33"/>
    <p:sldId id="2016" r:id="rId34"/>
    <p:sldId id="2030" r:id="rId35"/>
    <p:sldId id="2162" r:id="rId36"/>
    <p:sldId id="2163" r:id="rId37"/>
    <p:sldId id="1826" r:id="rId38"/>
    <p:sldId id="1827" r:id="rId39"/>
    <p:sldId id="2164" r:id="rId40"/>
    <p:sldId id="2165" r:id="rId41"/>
    <p:sldId id="2166" r:id="rId42"/>
    <p:sldId id="2102" r:id="rId43"/>
    <p:sldId id="2103" r:id="rId44"/>
    <p:sldId id="2167" r:id="rId45"/>
    <p:sldId id="2168" r:id="rId46"/>
    <p:sldId id="2125" r:id="rId47"/>
    <p:sldId id="2148" r:id="rId48"/>
    <p:sldId id="2169" r:id="rId49"/>
    <p:sldId id="2170" r:id="rId50"/>
    <p:sldId id="820" r:id="rId51"/>
    <p:sldId id="858" r:id="rId5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17A834-DB2C-41C1-A43F-7590597CA506}" v="80" dt="2026-02-03T15:57:58.0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84"/>
    <p:restoredTop sz="83922" autoAdjust="0"/>
  </p:normalViewPr>
  <p:slideViewPr>
    <p:cSldViewPr snapToGrid="0">
      <p:cViewPr varScale="1">
        <p:scale>
          <a:sx n="87" d="100"/>
          <a:sy n="87" d="100"/>
        </p:scale>
        <p:origin x="1440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commentAuthors" Target="commentAuthor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microsoft.com/office/2015/10/relationships/revisionInfo" Target="revisionInfo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handoutMaster" Target="handoutMasters/handoutMaster1.xml"/><Relationship Id="rId62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viewProps" Target="view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LiveId" clId="{01228244-6B25-4D01-85AC-4B8EA41E8750}"/>
    <pc:docChg chg="custSel delSld modSld">
      <pc:chgData name="Sini Mathew" userId="3875fe58a975fc01" providerId="LiveId" clId="{01228244-6B25-4D01-85AC-4B8EA41E8750}" dt="2026-01-25T14:06:27.204" v="545" actId="20577"/>
      <pc:docMkLst>
        <pc:docMk/>
      </pc:docMkLst>
      <pc:sldChg chg="modSp mod">
        <pc:chgData name="Sini Mathew" userId="3875fe58a975fc01" providerId="LiveId" clId="{01228244-6B25-4D01-85AC-4B8EA41E8750}" dt="2026-01-25T14:06:12.393" v="522" actId="20577"/>
        <pc:sldMkLst>
          <pc:docMk/>
          <pc:sldMk cId="3071323988" sldId="820"/>
        </pc:sldMkLst>
        <pc:spChg chg="mod">
          <ac:chgData name="Sini Mathew" userId="3875fe58a975fc01" providerId="LiveId" clId="{01228244-6B25-4D01-85AC-4B8EA41E8750}" dt="2026-01-25T14:06:12.393" v="522" actId="20577"/>
          <ac:spMkLst>
            <pc:docMk/>
            <pc:sldMk cId="3071323988" sldId="820"/>
            <ac:spMk id="2" creationId="{DCF3B4DD-D28E-D949-A750-E7C0BC73DB23}"/>
          </ac:spMkLst>
        </pc:spChg>
      </pc:sldChg>
      <pc:sldChg chg="modSp mod">
        <pc:chgData name="Sini Mathew" userId="3875fe58a975fc01" providerId="LiveId" clId="{01228244-6B25-4D01-85AC-4B8EA41E8750}" dt="2026-01-25T14:01:24.079" v="236" actId="20577"/>
        <pc:sldMkLst>
          <pc:docMk/>
          <pc:sldMk cId="140346443" sldId="822"/>
        </pc:sldMkLst>
        <pc:spChg chg="mod">
          <ac:chgData name="Sini Mathew" userId="3875fe58a975fc01" providerId="LiveId" clId="{01228244-6B25-4D01-85AC-4B8EA41E8750}" dt="2026-01-25T14:01:16.087" v="222" actId="20577"/>
          <ac:spMkLst>
            <pc:docMk/>
            <pc:sldMk cId="140346443" sldId="822"/>
            <ac:spMk id="2" creationId="{69072751-0DFD-E04D-8DBC-6192EE4B4B2A}"/>
          </ac:spMkLst>
        </pc:spChg>
      </pc:sldChg>
      <pc:sldChg chg="modSp mod">
        <pc:chgData name="Sini Mathew" userId="3875fe58a975fc01" providerId="LiveId" clId="{01228244-6B25-4D01-85AC-4B8EA41E8750}" dt="2026-01-25T14:00:52.508" v="183" actId="20577"/>
        <pc:sldMkLst>
          <pc:docMk/>
          <pc:sldMk cId="2771250690" sldId="851"/>
        </pc:sldMkLst>
        <pc:spChg chg="mod">
          <ac:chgData name="Sini Mathew" userId="3875fe58a975fc01" providerId="LiveId" clId="{01228244-6B25-4D01-85AC-4B8EA41E8750}" dt="2026-01-25T14:00:52.508" v="183" actId="20577"/>
          <ac:spMkLst>
            <pc:docMk/>
            <pc:sldMk cId="2771250690" sldId="851"/>
            <ac:spMk id="2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6-01-25T14:06:27.204" v="545" actId="20577"/>
        <pc:sldMkLst>
          <pc:docMk/>
          <pc:sldMk cId="3441406009" sldId="858"/>
        </pc:sldMkLst>
        <pc:spChg chg="mod">
          <ac:chgData name="Sini Mathew" userId="3875fe58a975fc01" providerId="LiveId" clId="{01228244-6B25-4D01-85AC-4B8EA41E8750}" dt="2026-01-25T14:06:21.241" v="533" actId="20577"/>
          <ac:spMkLst>
            <pc:docMk/>
            <pc:sldMk cId="3441406009" sldId="858"/>
            <ac:spMk id="2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6-01-25T14:02:21.509" v="262" actId="20577"/>
        <pc:sldMkLst>
          <pc:docMk/>
          <pc:sldMk cId="4765592" sldId="1388"/>
        </pc:sldMkLst>
        <pc:spChg chg="mod">
          <ac:chgData name="Sini Mathew" userId="3875fe58a975fc01" providerId="LiveId" clId="{01228244-6B25-4D01-85AC-4B8EA41E8750}" dt="2026-01-25T14:02:21.509" v="262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modSp mod">
        <pc:chgData name="Sini Mathew" userId="3875fe58a975fc01" providerId="LiveId" clId="{01228244-6B25-4D01-85AC-4B8EA41E8750}" dt="2026-01-25T14:04:30.584" v="437" actId="20577"/>
        <pc:sldMkLst>
          <pc:docMk/>
          <pc:sldMk cId="2406581127" sldId="1826"/>
        </pc:sldMkLst>
        <pc:spChg chg="mod">
          <ac:chgData name="Sini Mathew" userId="3875fe58a975fc01" providerId="LiveId" clId="{01228244-6B25-4D01-85AC-4B8EA41E8750}" dt="2026-01-25T14:04:30.584" v="437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modSp mod">
        <pc:chgData name="Sini Mathew" userId="3875fe58a975fc01" providerId="LiveId" clId="{01228244-6B25-4D01-85AC-4B8EA41E8750}" dt="2026-01-25T14:04:46.691" v="468" actId="20577"/>
        <pc:sldMkLst>
          <pc:docMk/>
          <pc:sldMk cId="3359142403" sldId="1827"/>
        </pc:sldMkLst>
        <pc:spChg chg="mod">
          <ac:chgData name="Sini Mathew" userId="3875fe58a975fc01" providerId="LiveId" clId="{01228244-6B25-4D01-85AC-4B8EA41E8750}" dt="2026-01-25T14:04:40.295" v="455" actId="20577"/>
          <ac:spMkLst>
            <pc:docMk/>
            <pc:sldMk cId="3359142403" sldId="1827"/>
            <ac:spMk id="2" creationId="{C12247C4-7A0E-CA01-D3F5-C5DDF9F128FF}"/>
          </ac:spMkLst>
        </pc:spChg>
      </pc:sldChg>
      <pc:sldChg chg="modSp mod">
        <pc:chgData name="Sini Mathew" userId="3875fe58a975fc01" providerId="LiveId" clId="{01228244-6B25-4D01-85AC-4B8EA41E8750}" dt="2026-01-25T14:03:09.250" v="311" actId="20577"/>
        <pc:sldMkLst>
          <pc:docMk/>
          <pc:sldMk cId="2684712631" sldId="1829"/>
        </pc:sldMkLst>
        <pc:spChg chg="mod">
          <ac:chgData name="Sini Mathew" userId="3875fe58a975fc01" providerId="LiveId" clId="{01228244-6B25-4D01-85AC-4B8EA41E8750}" dt="2026-01-25T14:03:09.250" v="311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 mod">
        <pc:chgData name="Sini Mathew" userId="3875fe58a975fc01" providerId="LiveId" clId="{01228244-6B25-4D01-85AC-4B8EA41E8750}" dt="2026-01-25T13:57:41.750" v="19" actId="20577"/>
        <pc:sldMkLst>
          <pc:docMk/>
          <pc:sldMk cId="3366721836" sldId="1915"/>
        </pc:sldMkLst>
        <pc:spChg chg="mod">
          <ac:chgData name="Sini Mathew" userId="3875fe58a975fc01" providerId="LiveId" clId="{01228244-6B25-4D01-85AC-4B8EA41E8750}" dt="2026-01-25T13:57:41.750" v="19" actId="20577"/>
          <ac:spMkLst>
            <pc:docMk/>
            <pc:sldMk cId="3366721836" sldId="1915"/>
            <ac:spMk id="3" creationId="{1251086C-E49F-5C06-316C-6A1A3B00C2A5}"/>
          </ac:spMkLst>
        </pc:spChg>
      </pc:sldChg>
      <pc:sldChg chg="modSp mod">
        <pc:chgData name="Sini Mathew" userId="3875fe58a975fc01" providerId="LiveId" clId="{01228244-6B25-4D01-85AC-4B8EA41E8750}" dt="2026-01-25T14:03:49.594" v="375" actId="20577"/>
        <pc:sldMkLst>
          <pc:docMk/>
          <pc:sldMk cId="1437468126" sldId="2016"/>
        </pc:sldMkLst>
        <pc:spChg chg="mod">
          <ac:chgData name="Sini Mathew" userId="3875fe58a975fc01" providerId="LiveId" clId="{01228244-6B25-4D01-85AC-4B8EA41E8750}" dt="2026-01-25T14:03:49.594" v="375" actId="20577"/>
          <ac:spMkLst>
            <pc:docMk/>
            <pc:sldMk cId="1437468126" sldId="2016"/>
            <ac:spMk id="7" creationId="{26B70EC7-394D-7001-14F7-2950348E1D4F}"/>
          </ac:spMkLst>
        </pc:spChg>
      </pc:sldChg>
      <pc:sldChg chg="modSp mod">
        <pc:chgData name="Sini Mathew" userId="3875fe58a975fc01" providerId="LiveId" clId="{01228244-6B25-4D01-85AC-4B8EA41E8750}" dt="2026-01-25T14:01:05.207" v="204" actId="20577"/>
        <pc:sldMkLst>
          <pc:docMk/>
          <pc:sldMk cId="2858801894" sldId="2021"/>
        </pc:sldMkLst>
        <pc:spChg chg="mod">
          <ac:chgData name="Sini Mathew" userId="3875fe58a975fc01" providerId="LiveId" clId="{01228244-6B25-4D01-85AC-4B8EA41E8750}" dt="2026-01-25T14:01:05.207" v="204" actId="20577"/>
          <ac:spMkLst>
            <pc:docMk/>
            <pc:sldMk cId="2858801894" sldId="2021"/>
            <ac:spMk id="3" creationId="{A6CE1BC1-7D83-5120-9C07-D5EA74BE90F4}"/>
          </ac:spMkLst>
        </pc:spChg>
      </pc:sldChg>
      <pc:sldChg chg="modSp mod">
        <pc:chgData name="Sini Mathew" userId="3875fe58a975fc01" providerId="LiveId" clId="{01228244-6B25-4D01-85AC-4B8EA41E8750}" dt="2026-01-25T14:04:11.340" v="418" actId="20577"/>
        <pc:sldMkLst>
          <pc:docMk/>
          <pc:sldMk cId="1973655286" sldId="2030"/>
        </pc:sldMkLst>
        <pc:spChg chg="mod">
          <ac:chgData name="Sini Mathew" userId="3875fe58a975fc01" providerId="LiveId" clId="{01228244-6B25-4D01-85AC-4B8EA41E8750}" dt="2026-01-25T14:04:04.581" v="405" actId="20577"/>
          <ac:spMkLst>
            <pc:docMk/>
            <pc:sldMk cId="1973655286" sldId="2030"/>
            <ac:spMk id="2" creationId="{C3E8D805-7911-16CA-A722-063170F891E8}"/>
          </ac:spMkLst>
        </pc:spChg>
      </pc:sldChg>
      <pc:sldChg chg="modSp mod">
        <pc:chgData name="Sini Mathew" userId="3875fe58a975fc01" providerId="LiveId" clId="{01228244-6B25-4D01-85AC-4B8EA41E8750}" dt="2026-01-25T14:02:41.192" v="278" actId="20577"/>
        <pc:sldMkLst>
          <pc:docMk/>
          <pc:sldMk cId="1830807856" sldId="2045"/>
        </pc:sldMkLst>
        <pc:spChg chg="mod">
          <ac:chgData name="Sini Mathew" userId="3875fe58a975fc01" providerId="LiveId" clId="{01228244-6B25-4D01-85AC-4B8EA41E8750}" dt="2026-01-25T14:02:31.849" v="265" actId="20577"/>
          <ac:spMkLst>
            <pc:docMk/>
            <pc:sldMk cId="1830807856" sldId="2045"/>
            <ac:spMk id="2" creationId="{8F227A13-13E7-8349-7588-9EA80AF984BF}"/>
          </ac:spMkLst>
        </pc:spChg>
      </pc:sldChg>
      <pc:sldChg chg="modSp mod">
        <pc:chgData name="Sini Mathew" userId="3875fe58a975fc01" providerId="LiveId" clId="{01228244-6B25-4D01-85AC-4B8EA41E8750}" dt="2026-01-25T14:03:22.430" v="341" actId="20577"/>
        <pc:sldMkLst>
          <pc:docMk/>
          <pc:sldMk cId="1319081704" sldId="2064"/>
        </pc:sldMkLst>
        <pc:spChg chg="mod">
          <ac:chgData name="Sini Mathew" userId="3875fe58a975fc01" providerId="LiveId" clId="{01228244-6B25-4D01-85AC-4B8EA41E8750}" dt="2026-01-25T14:03:22.430" v="341" actId="20577"/>
          <ac:spMkLst>
            <pc:docMk/>
            <pc:sldMk cId="1319081704" sldId="2064"/>
            <ac:spMk id="2" creationId="{B33D5BAD-4E30-4D15-0DA1-77353CD36A04}"/>
          </ac:spMkLst>
        </pc:spChg>
      </pc:sldChg>
      <pc:sldChg chg="modSp mod">
        <pc:chgData name="Sini Mathew" userId="3875fe58a975fc01" providerId="LiveId" clId="{01228244-6B25-4D01-85AC-4B8EA41E8750}" dt="2026-01-25T14:02:04.365" v="259" actId="20577"/>
        <pc:sldMkLst>
          <pc:docMk/>
          <pc:sldMk cId="3446764061" sldId="2084"/>
        </pc:sldMkLst>
        <pc:spChg chg="mod">
          <ac:chgData name="Sini Mathew" userId="3875fe58a975fc01" providerId="LiveId" clId="{01228244-6B25-4D01-85AC-4B8EA41E8750}" dt="2026-01-25T14:01:55.342" v="245" actId="20577"/>
          <ac:spMkLst>
            <pc:docMk/>
            <pc:sldMk cId="3446764061" sldId="2084"/>
            <ac:spMk id="2" creationId="{2D83EA1B-049D-1F48-2018-4BF217E057C2}"/>
          </ac:spMkLst>
        </pc:spChg>
        <pc:spChg chg="mod">
          <ac:chgData name="Sini Mathew" userId="3875fe58a975fc01" providerId="LiveId" clId="{01228244-6B25-4D01-85AC-4B8EA41E8750}" dt="2026-01-25T14:02:04.365" v="259" actId="20577"/>
          <ac:spMkLst>
            <pc:docMk/>
            <pc:sldMk cId="3446764061" sldId="2084"/>
            <ac:spMk id="3" creationId="{0DE0EE40-AD2A-7FF7-ED3F-0E3DEC637D3A}"/>
          </ac:spMkLst>
        </pc:spChg>
      </pc:sldChg>
      <pc:sldChg chg="modSp mod">
        <pc:chgData name="Sini Mathew" userId="3875fe58a975fc01" providerId="LiveId" clId="{01228244-6B25-4D01-85AC-4B8EA41E8750}" dt="2026-01-25T14:01:43.098" v="242" actId="20577"/>
        <pc:sldMkLst>
          <pc:docMk/>
          <pc:sldMk cId="1345174336" sldId="2096"/>
        </pc:sldMkLst>
        <pc:spChg chg="mod">
          <ac:chgData name="Sini Mathew" userId="3875fe58a975fc01" providerId="LiveId" clId="{01228244-6B25-4D01-85AC-4B8EA41E8750}" dt="2026-01-25T14:01:43.098" v="242" actId="20577"/>
          <ac:spMkLst>
            <pc:docMk/>
            <pc:sldMk cId="1345174336" sldId="2096"/>
            <ac:spMk id="3" creationId="{028F5DEE-9CF3-1F50-9E6E-C7302571A20E}"/>
          </ac:spMkLst>
        </pc:spChg>
      </pc:sldChg>
      <pc:sldChg chg="modSp mod">
        <pc:chgData name="Sini Mathew" userId="3875fe58a975fc01" providerId="LiveId" clId="{01228244-6B25-4D01-85AC-4B8EA41E8750}" dt="2026-01-25T13:58:31.321" v="63" actId="20577"/>
        <pc:sldMkLst>
          <pc:docMk/>
          <pc:sldMk cId="2103431197" sldId="2098"/>
        </pc:sldMkLst>
        <pc:spChg chg="mod">
          <ac:chgData name="Sini Mathew" userId="3875fe58a975fc01" providerId="LiveId" clId="{01228244-6B25-4D01-85AC-4B8EA41E8750}" dt="2026-01-25T13:58:25.331" v="48" actId="20577"/>
          <ac:spMkLst>
            <pc:docMk/>
            <pc:sldMk cId="2103431197" sldId="2098"/>
            <ac:spMk id="2" creationId="{E3DF36CD-294D-E453-89F0-7CA954BECFCE}"/>
          </ac:spMkLst>
        </pc:spChg>
        <pc:spChg chg="mod">
          <ac:chgData name="Sini Mathew" userId="3875fe58a975fc01" providerId="LiveId" clId="{01228244-6B25-4D01-85AC-4B8EA41E8750}" dt="2026-01-25T13:58:31.321" v="63" actId="20577"/>
          <ac:spMkLst>
            <pc:docMk/>
            <pc:sldMk cId="2103431197" sldId="2098"/>
            <ac:spMk id="3" creationId="{DD46426B-3865-FE5C-8A4E-DC9F25B99DF0}"/>
          </ac:spMkLst>
        </pc:spChg>
      </pc:sldChg>
      <pc:sldChg chg="modSp mod">
        <pc:chgData name="Sini Mathew" userId="3875fe58a975fc01" providerId="LiveId" clId="{01228244-6B25-4D01-85AC-4B8EA41E8750}" dt="2026-01-25T14:05:08.267" v="472" actId="20577"/>
        <pc:sldMkLst>
          <pc:docMk/>
          <pc:sldMk cId="1197536644" sldId="2102"/>
        </pc:sldMkLst>
        <pc:spChg chg="mod">
          <ac:chgData name="Sini Mathew" userId="3875fe58a975fc01" providerId="LiveId" clId="{01228244-6B25-4D01-85AC-4B8EA41E8750}" dt="2026-01-25T14:05:08.267" v="472" actId="20577"/>
          <ac:spMkLst>
            <pc:docMk/>
            <pc:sldMk cId="1197536644" sldId="2102"/>
            <ac:spMk id="7" creationId="{5E8492F2-4447-4BBD-4C01-4350C191ED1F}"/>
          </ac:spMkLst>
        </pc:spChg>
      </pc:sldChg>
      <pc:sldChg chg="modSp mod">
        <pc:chgData name="Sini Mathew" userId="3875fe58a975fc01" providerId="LiveId" clId="{01228244-6B25-4D01-85AC-4B8EA41E8750}" dt="2026-01-25T14:05:21.888" v="487" actId="20577"/>
        <pc:sldMkLst>
          <pc:docMk/>
          <pc:sldMk cId="1692982534" sldId="2103"/>
        </pc:sldMkLst>
        <pc:spChg chg="mod">
          <ac:chgData name="Sini Mathew" userId="3875fe58a975fc01" providerId="LiveId" clId="{01228244-6B25-4D01-85AC-4B8EA41E8750}" dt="2026-01-25T14:05:14.822" v="475" actId="20577"/>
          <ac:spMkLst>
            <pc:docMk/>
            <pc:sldMk cId="1692982534" sldId="2103"/>
            <ac:spMk id="2" creationId="{B3A3F80F-B1C5-A3BB-3CF8-7F2496BE14C4}"/>
          </ac:spMkLst>
        </pc:spChg>
      </pc:sldChg>
      <pc:sldChg chg="modSp mod">
        <pc:chgData name="Sini Mathew" userId="3875fe58a975fc01" providerId="LiveId" clId="{01228244-6B25-4D01-85AC-4B8EA41E8750}" dt="2026-01-25T14:05:41.535" v="493" actId="20577"/>
        <pc:sldMkLst>
          <pc:docMk/>
          <pc:sldMk cId="2854238364" sldId="2125"/>
        </pc:sldMkLst>
        <pc:spChg chg="mod">
          <ac:chgData name="Sini Mathew" userId="3875fe58a975fc01" providerId="LiveId" clId="{01228244-6B25-4D01-85AC-4B8EA41E8750}" dt="2026-01-25T14:05:41.535" v="493" actId="20577"/>
          <ac:spMkLst>
            <pc:docMk/>
            <pc:sldMk cId="2854238364" sldId="2125"/>
            <ac:spMk id="7" creationId="{6A1E7453-2676-EF65-E622-684E1617B4C7}"/>
          </ac:spMkLst>
        </pc:spChg>
      </pc:sldChg>
      <pc:sldChg chg="modSp mod">
        <pc:chgData name="Sini Mathew" userId="3875fe58a975fc01" providerId="LiveId" clId="{01228244-6B25-4D01-85AC-4B8EA41E8750}" dt="2026-01-25T14:00:42.628" v="174" actId="20577"/>
        <pc:sldMkLst>
          <pc:docMk/>
          <pc:sldMk cId="2599211532" sldId="2127"/>
        </pc:sldMkLst>
        <pc:spChg chg="mod">
          <ac:chgData name="Sini Mathew" userId="3875fe58a975fc01" providerId="LiveId" clId="{01228244-6B25-4D01-85AC-4B8EA41E8750}" dt="2026-01-25T14:00:42.628" v="174" actId="20577"/>
          <ac:spMkLst>
            <pc:docMk/>
            <pc:sldMk cId="2599211532" sldId="2127"/>
            <ac:spMk id="3" creationId="{D9DE066A-858D-A768-8E2C-B44D9EF8936D}"/>
          </ac:spMkLst>
        </pc:spChg>
      </pc:sldChg>
      <pc:sldChg chg="modSp mod">
        <pc:chgData name="Sini Mathew" userId="3875fe58a975fc01" providerId="LiveId" clId="{01228244-6B25-4D01-85AC-4B8EA41E8750}" dt="2026-01-25T14:05:53.232" v="508" actId="20577"/>
        <pc:sldMkLst>
          <pc:docMk/>
          <pc:sldMk cId="617088346" sldId="2148"/>
        </pc:sldMkLst>
        <pc:spChg chg="mod">
          <ac:chgData name="Sini Mathew" userId="3875fe58a975fc01" providerId="LiveId" clId="{01228244-6B25-4D01-85AC-4B8EA41E8750}" dt="2026-01-25T14:05:47.250" v="496" actId="20577"/>
          <ac:spMkLst>
            <pc:docMk/>
            <pc:sldMk cId="617088346" sldId="2148"/>
            <ac:spMk id="2" creationId="{41E7E4F2-38CA-BA80-1E67-5385DDB327BE}"/>
          </ac:spMkLst>
        </pc:spChg>
      </pc:sldChg>
    </pc:docChg>
  </pc:docChgLst>
  <pc:docChgLst>
    <pc:chgData name="Rosmin Elsa" userId="8f13a6be4da41318" providerId="LiveId" clId="{7D96B8E8-53B8-4F8A-90C8-660451CFC2E3}"/>
    <pc:docChg chg="undo custSel addSld delSld modSld sldOrd modMainMaster">
      <pc:chgData name="Rosmin Elsa" userId="8f13a6be4da41318" providerId="LiveId" clId="{7D96B8E8-53B8-4F8A-90C8-660451CFC2E3}" dt="2026-02-03T16:08:58.022" v="508" actId="20577"/>
      <pc:docMkLst>
        <pc:docMk/>
      </pc:docMkLst>
      <pc:sldChg chg="modSp mod">
        <pc:chgData name="Rosmin Elsa" userId="8f13a6be4da41318" providerId="LiveId" clId="{7D96B8E8-53B8-4F8A-90C8-660451CFC2E3}" dt="2026-02-03T15:17:00.896" v="16" actId="20577"/>
        <pc:sldMkLst>
          <pc:docMk/>
          <pc:sldMk cId="717388547" sldId="813"/>
        </pc:sldMkLst>
        <pc:spChg chg="mod">
          <ac:chgData name="Rosmin Elsa" userId="8f13a6be4da41318" providerId="LiveId" clId="{7D96B8E8-53B8-4F8A-90C8-660451CFC2E3}" dt="2026-02-03T15:17:00.896" v="16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addSp delSp modSp mod">
        <pc:chgData name="Rosmin Elsa" userId="8f13a6be4da41318" providerId="LiveId" clId="{7D96B8E8-53B8-4F8A-90C8-660451CFC2E3}" dt="2026-02-03T15:59:21.642" v="386" actId="20577"/>
        <pc:sldMkLst>
          <pc:docMk/>
          <pc:sldMk cId="140346443" sldId="822"/>
        </pc:sldMkLst>
        <pc:spChg chg="add mod">
          <ac:chgData name="Rosmin Elsa" userId="8f13a6be4da41318" providerId="LiveId" clId="{7D96B8E8-53B8-4F8A-90C8-660451CFC2E3}" dt="2026-02-03T15:25:22.280" v="71" actId="20577"/>
          <ac:spMkLst>
            <pc:docMk/>
            <pc:sldMk cId="140346443" sldId="822"/>
            <ac:spMk id="3" creationId="{1C8481EC-08BB-ED03-E11C-17C8D68E8307}"/>
          </ac:spMkLst>
        </pc:spChg>
        <pc:spChg chg="mod">
          <ac:chgData name="Rosmin Elsa" userId="8f13a6be4da41318" providerId="LiveId" clId="{7D96B8E8-53B8-4F8A-90C8-660451CFC2E3}" dt="2026-02-03T15:59:21.642" v="386" actId="20577"/>
          <ac:spMkLst>
            <pc:docMk/>
            <pc:sldMk cId="140346443" sldId="822"/>
            <ac:spMk id="6" creationId="{B48AEF40-D79D-77F3-773C-095D81075E36}"/>
          </ac:spMkLst>
        </pc:spChg>
        <pc:spChg chg="del">
          <ac:chgData name="Rosmin Elsa" userId="8f13a6be4da41318" providerId="LiveId" clId="{7D96B8E8-53B8-4F8A-90C8-660451CFC2E3}" dt="2026-02-03T15:22:59.565" v="63" actId="478"/>
          <ac:spMkLst>
            <pc:docMk/>
            <pc:sldMk cId="140346443" sldId="822"/>
            <ac:spMk id="10" creationId="{60127C6D-3342-C831-3981-C5030CF3B941}"/>
          </ac:spMkLst>
        </pc:spChg>
      </pc:sldChg>
      <pc:sldChg chg="addSp delSp modSp mod">
        <pc:chgData name="Rosmin Elsa" userId="8f13a6be4da41318" providerId="LiveId" clId="{7D96B8E8-53B8-4F8A-90C8-660451CFC2E3}" dt="2026-02-03T15:22:33.036" v="60" actId="20577"/>
        <pc:sldMkLst>
          <pc:docMk/>
          <pc:sldMk cId="2771250690" sldId="851"/>
        </pc:sldMkLst>
        <pc:spChg chg="add mod">
          <ac:chgData name="Rosmin Elsa" userId="8f13a6be4da41318" providerId="LiveId" clId="{7D96B8E8-53B8-4F8A-90C8-660451CFC2E3}" dt="2026-02-03T15:22:33.036" v="60" actId="20577"/>
          <ac:spMkLst>
            <pc:docMk/>
            <pc:sldMk cId="2771250690" sldId="851"/>
            <ac:spMk id="5" creationId="{78586B5E-47A7-D3BC-1DDA-DAB752952493}"/>
          </ac:spMkLst>
        </pc:spChg>
        <pc:spChg chg="del mod">
          <ac:chgData name="Rosmin Elsa" userId="8f13a6be4da41318" providerId="LiveId" clId="{7D96B8E8-53B8-4F8A-90C8-660451CFC2E3}" dt="2026-02-03T15:21:51.601" v="45" actId="478"/>
          <ac:spMkLst>
            <pc:docMk/>
            <pc:sldMk cId="2771250690" sldId="851"/>
            <ac:spMk id="7" creationId="{13BE5861-C6FD-5096-337F-E46A5DD4339F}"/>
          </ac:spMkLst>
        </pc:spChg>
      </pc:sldChg>
      <pc:sldChg chg="addSp delSp modSp mod ord">
        <pc:chgData name="Rosmin Elsa" userId="8f13a6be4da41318" providerId="LiveId" clId="{7D96B8E8-53B8-4F8A-90C8-660451CFC2E3}" dt="2026-02-03T15:58:17.562" v="374" actId="20577"/>
        <pc:sldMkLst>
          <pc:docMk/>
          <pc:sldMk cId="3441406009" sldId="858"/>
        </pc:sldMkLst>
        <pc:spChg chg="add mod">
          <ac:chgData name="Rosmin Elsa" userId="8f13a6be4da41318" providerId="LiveId" clId="{7D96B8E8-53B8-4F8A-90C8-660451CFC2E3}" dt="2026-02-03T15:58:17.562" v="374" actId="20577"/>
          <ac:spMkLst>
            <pc:docMk/>
            <pc:sldMk cId="3441406009" sldId="858"/>
            <ac:spMk id="3" creationId="{80C71ADF-7AA4-088B-3A8B-2B6CB35C8632}"/>
          </ac:spMkLst>
        </pc:spChg>
        <pc:spChg chg="del">
          <ac:chgData name="Rosmin Elsa" userId="8f13a6be4da41318" providerId="LiveId" clId="{7D96B8E8-53B8-4F8A-90C8-660451CFC2E3}" dt="2026-02-03T15:57:12.757" v="361" actId="478"/>
          <ac:spMkLst>
            <pc:docMk/>
            <pc:sldMk cId="3441406009" sldId="858"/>
            <ac:spMk id="6" creationId="{9D3434FD-5B1E-3C7F-A00C-67FC8348CA2B}"/>
          </ac:spMkLst>
        </pc:spChg>
      </pc:sldChg>
      <pc:sldChg chg="modSp mod">
        <pc:chgData name="Rosmin Elsa" userId="8f13a6be4da41318" providerId="LiveId" clId="{7D96B8E8-53B8-4F8A-90C8-660451CFC2E3}" dt="2026-02-03T16:08:48.730" v="507" actId="20577"/>
        <pc:sldMkLst>
          <pc:docMk/>
          <pc:sldMk cId="53611107" sldId="1727"/>
        </pc:sldMkLst>
        <pc:spChg chg="mod">
          <ac:chgData name="Rosmin Elsa" userId="8f13a6be4da41318" providerId="LiveId" clId="{7D96B8E8-53B8-4F8A-90C8-660451CFC2E3}" dt="2026-02-03T16:08:48.730" v="507" actId="20577"/>
          <ac:spMkLst>
            <pc:docMk/>
            <pc:sldMk cId="53611107" sldId="1727"/>
            <ac:spMk id="2" creationId="{3BF669AB-2DF7-61FD-29DC-4F5D5708F7EF}"/>
          </ac:spMkLst>
        </pc:spChg>
      </pc:sldChg>
      <pc:sldChg chg="addSp delSp modSp mod">
        <pc:chgData name="Rosmin Elsa" userId="8f13a6be4da41318" providerId="LiveId" clId="{7D96B8E8-53B8-4F8A-90C8-660451CFC2E3}" dt="2026-02-03T16:01:26.357" v="442" actId="20577"/>
        <pc:sldMkLst>
          <pc:docMk/>
          <pc:sldMk cId="3359142403" sldId="1827"/>
        </pc:sldMkLst>
        <pc:spChg chg="del">
          <ac:chgData name="Rosmin Elsa" userId="8f13a6be4da41318" providerId="LiveId" clId="{7D96B8E8-53B8-4F8A-90C8-660451CFC2E3}" dt="2026-02-03T15:48:26.173" v="281" actId="478"/>
          <ac:spMkLst>
            <pc:docMk/>
            <pc:sldMk cId="3359142403" sldId="1827"/>
            <ac:spMk id="3" creationId="{8628133F-E1AA-309B-99CC-1F9AE6F5F7C4}"/>
          </ac:spMkLst>
        </pc:spChg>
        <pc:spChg chg="mod">
          <ac:chgData name="Rosmin Elsa" userId="8f13a6be4da41318" providerId="LiveId" clId="{7D96B8E8-53B8-4F8A-90C8-660451CFC2E3}" dt="2026-02-03T16:01:26.357" v="442" actId="20577"/>
          <ac:spMkLst>
            <pc:docMk/>
            <pc:sldMk cId="3359142403" sldId="1827"/>
            <ac:spMk id="4" creationId="{518E5F5E-AFCD-CA89-E3DF-EB5B7465010C}"/>
          </ac:spMkLst>
        </pc:spChg>
        <pc:spChg chg="add mod">
          <ac:chgData name="Rosmin Elsa" userId="8f13a6be4da41318" providerId="LiveId" clId="{7D96B8E8-53B8-4F8A-90C8-660451CFC2E3}" dt="2026-02-03T15:48:48.572" v="284" actId="20577"/>
          <ac:spMkLst>
            <pc:docMk/>
            <pc:sldMk cId="3359142403" sldId="1827"/>
            <ac:spMk id="6" creationId="{0FEEA738-8AB2-FF1E-0C34-64791933505C}"/>
          </ac:spMkLst>
        </pc:spChg>
      </pc:sldChg>
      <pc:sldChg chg="addSp delSp modSp mod">
        <pc:chgData name="Rosmin Elsa" userId="8f13a6be4da41318" providerId="LiveId" clId="{7D96B8E8-53B8-4F8A-90C8-660451CFC2E3}" dt="2026-02-03T16:01:00.591" v="430" actId="20577"/>
        <pc:sldMkLst>
          <pc:docMk/>
          <pc:sldMk cId="1973655286" sldId="2030"/>
        </pc:sldMkLst>
        <pc:spChg chg="mod">
          <ac:chgData name="Rosmin Elsa" userId="8f13a6be4da41318" providerId="LiveId" clId="{7D96B8E8-53B8-4F8A-90C8-660451CFC2E3}" dt="2026-02-03T16:01:00.591" v="430" actId="20577"/>
          <ac:spMkLst>
            <pc:docMk/>
            <pc:sldMk cId="1973655286" sldId="2030"/>
            <ac:spMk id="4" creationId="{4B2E8C10-8BFC-A8B2-9E87-AAAAEB299522}"/>
          </ac:spMkLst>
        </pc:spChg>
        <pc:spChg chg="del">
          <ac:chgData name="Rosmin Elsa" userId="8f13a6be4da41318" providerId="LiveId" clId="{7D96B8E8-53B8-4F8A-90C8-660451CFC2E3}" dt="2026-02-03T15:42:24.721" v="257" actId="478"/>
          <ac:spMkLst>
            <pc:docMk/>
            <pc:sldMk cId="1973655286" sldId="2030"/>
            <ac:spMk id="5" creationId="{926996FC-7BB5-D668-936B-F1ED24CFF455}"/>
          </ac:spMkLst>
        </pc:spChg>
        <pc:spChg chg="add mod">
          <ac:chgData name="Rosmin Elsa" userId="8f13a6be4da41318" providerId="LiveId" clId="{7D96B8E8-53B8-4F8A-90C8-660451CFC2E3}" dt="2026-02-03T15:42:44.984" v="262" actId="20577"/>
          <ac:spMkLst>
            <pc:docMk/>
            <pc:sldMk cId="1973655286" sldId="2030"/>
            <ac:spMk id="6" creationId="{EC08C98F-D77C-499D-4ACC-B689A1E1BCA2}"/>
          </ac:spMkLst>
        </pc:spChg>
      </pc:sldChg>
      <pc:sldChg chg="addSp delSp modSp mod">
        <pc:chgData name="Rosmin Elsa" userId="8f13a6be4da41318" providerId="LiveId" clId="{7D96B8E8-53B8-4F8A-90C8-660451CFC2E3}" dt="2026-02-03T15:34:33.947" v="191" actId="6549"/>
        <pc:sldMkLst>
          <pc:docMk/>
          <pc:sldMk cId="1830807856" sldId="2045"/>
        </pc:sldMkLst>
        <pc:spChg chg="del mod">
          <ac:chgData name="Rosmin Elsa" userId="8f13a6be4da41318" providerId="LiveId" clId="{7D96B8E8-53B8-4F8A-90C8-660451CFC2E3}" dt="2026-02-03T15:31:48.837" v="134" actId="478"/>
          <ac:spMkLst>
            <pc:docMk/>
            <pc:sldMk cId="1830807856" sldId="2045"/>
            <ac:spMk id="3" creationId="{93B1FD4B-6168-F9C2-BBBC-CEAFA1B1FEEC}"/>
          </ac:spMkLst>
        </pc:spChg>
        <pc:spChg chg="add mod">
          <ac:chgData name="Rosmin Elsa" userId="8f13a6be4da41318" providerId="LiveId" clId="{7D96B8E8-53B8-4F8A-90C8-660451CFC2E3}" dt="2026-02-03T15:34:33.947" v="191" actId="6549"/>
          <ac:spMkLst>
            <pc:docMk/>
            <pc:sldMk cId="1830807856" sldId="2045"/>
            <ac:spMk id="6" creationId="{B0CE2BAC-094B-550F-82E3-713CAECEB061}"/>
          </ac:spMkLst>
        </pc:spChg>
      </pc:sldChg>
      <pc:sldChg chg="modSp add del mod">
        <pc:chgData name="Rosmin Elsa" userId="8f13a6be4da41318" providerId="LiveId" clId="{7D96B8E8-53B8-4F8A-90C8-660451CFC2E3}" dt="2026-02-03T16:00:45.573" v="424" actId="20577"/>
        <pc:sldMkLst>
          <pc:docMk/>
          <pc:sldMk cId="1319081704" sldId="2064"/>
        </pc:sldMkLst>
        <pc:spChg chg="mod">
          <ac:chgData name="Rosmin Elsa" userId="8f13a6be4da41318" providerId="LiveId" clId="{7D96B8E8-53B8-4F8A-90C8-660451CFC2E3}" dt="2026-02-03T15:36:35.368" v="226" actId="20577"/>
          <ac:spMkLst>
            <pc:docMk/>
            <pc:sldMk cId="1319081704" sldId="2064"/>
            <ac:spMk id="2" creationId="{B33D5BAD-4E30-4D15-0DA1-77353CD36A04}"/>
          </ac:spMkLst>
        </pc:spChg>
        <pc:spChg chg="mod">
          <ac:chgData name="Rosmin Elsa" userId="8f13a6be4da41318" providerId="LiveId" clId="{7D96B8E8-53B8-4F8A-90C8-660451CFC2E3}" dt="2026-02-03T16:00:45.573" v="424" actId="20577"/>
          <ac:spMkLst>
            <pc:docMk/>
            <pc:sldMk cId="1319081704" sldId="2064"/>
            <ac:spMk id="4" creationId="{FAF6E6BE-F279-39E6-CFCC-E5BD578A9CFB}"/>
          </ac:spMkLst>
        </pc:spChg>
        <pc:spChg chg="mod">
          <ac:chgData name="Rosmin Elsa" userId="8f13a6be4da41318" providerId="LiveId" clId="{7D96B8E8-53B8-4F8A-90C8-660451CFC2E3}" dt="2026-02-03T15:40:28.701" v="256" actId="6549"/>
          <ac:spMkLst>
            <pc:docMk/>
            <pc:sldMk cId="1319081704" sldId="2064"/>
            <ac:spMk id="6" creationId="{02FCB3C4-ACB9-4791-CF0B-D2D340BB7563}"/>
          </ac:spMkLst>
        </pc:spChg>
      </pc:sldChg>
      <pc:sldChg chg="modSp mod">
        <pc:chgData name="Rosmin Elsa" userId="8f13a6be4da41318" providerId="LiveId" clId="{7D96B8E8-53B8-4F8A-90C8-660451CFC2E3}" dt="2026-02-03T15:30:49.139" v="130" actId="6549"/>
        <pc:sldMkLst>
          <pc:docMk/>
          <pc:sldMk cId="3446764061" sldId="2084"/>
        </pc:sldMkLst>
        <pc:spChg chg="mod">
          <ac:chgData name="Rosmin Elsa" userId="8f13a6be4da41318" providerId="LiveId" clId="{7D96B8E8-53B8-4F8A-90C8-660451CFC2E3}" dt="2026-02-03T15:30:49.139" v="130" actId="6549"/>
          <ac:spMkLst>
            <pc:docMk/>
            <pc:sldMk cId="3446764061" sldId="2084"/>
            <ac:spMk id="3" creationId="{0DE0EE40-AD2A-7FF7-ED3F-0E3DEC637D3A}"/>
          </ac:spMkLst>
        </pc:spChg>
      </pc:sldChg>
      <pc:sldChg chg="modSp mod">
        <pc:chgData name="Rosmin Elsa" userId="8f13a6be4da41318" providerId="LiveId" clId="{7D96B8E8-53B8-4F8A-90C8-660451CFC2E3}" dt="2026-02-03T15:58:46.662" v="376" actId="20577"/>
        <pc:sldMkLst>
          <pc:docMk/>
          <pc:sldMk cId="2103431197" sldId="2098"/>
        </pc:sldMkLst>
        <pc:spChg chg="mod">
          <ac:chgData name="Rosmin Elsa" userId="8f13a6be4da41318" providerId="LiveId" clId="{7D96B8E8-53B8-4F8A-90C8-660451CFC2E3}" dt="2026-02-03T15:17:53.274" v="24" actId="20577"/>
          <ac:spMkLst>
            <pc:docMk/>
            <pc:sldMk cId="2103431197" sldId="2098"/>
            <ac:spMk id="3" creationId="{DD46426B-3865-FE5C-8A4E-DC9F25B99DF0}"/>
          </ac:spMkLst>
        </pc:spChg>
        <pc:spChg chg="mod">
          <ac:chgData name="Rosmin Elsa" userId="8f13a6be4da41318" providerId="LiveId" clId="{7D96B8E8-53B8-4F8A-90C8-660451CFC2E3}" dt="2026-02-03T15:58:46.662" v="376" actId="20577"/>
          <ac:spMkLst>
            <pc:docMk/>
            <pc:sldMk cId="2103431197" sldId="2098"/>
            <ac:spMk id="5" creationId="{E741FBDA-D111-A6FB-754F-36421DC3F130}"/>
          </ac:spMkLst>
        </pc:spChg>
      </pc:sldChg>
      <pc:sldChg chg="addSp delSp modSp mod">
        <pc:chgData name="Rosmin Elsa" userId="8f13a6be4da41318" providerId="LiveId" clId="{7D96B8E8-53B8-4F8A-90C8-660451CFC2E3}" dt="2026-02-03T16:01:54.579" v="456" actId="20577"/>
        <pc:sldMkLst>
          <pc:docMk/>
          <pc:sldMk cId="1692982534" sldId="2103"/>
        </pc:sldMkLst>
        <pc:spChg chg="add mod">
          <ac:chgData name="Rosmin Elsa" userId="8f13a6be4da41318" providerId="LiveId" clId="{7D96B8E8-53B8-4F8A-90C8-660451CFC2E3}" dt="2026-02-03T15:52:08.957" v="303" actId="114"/>
          <ac:spMkLst>
            <pc:docMk/>
            <pc:sldMk cId="1692982534" sldId="2103"/>
            <ac:spMk id="3" creationId="{94950F7F-E866-E112-7ACE-B2271081E4EA}"/>
          </ac:spMkLst>
        </pc:spChg>
        <pc:spChg chg="mod">
          <ac:chgData name="Rosmin Elsa" userId="8f13a6be4da41318" providerId="LiveId" clId="{7D96B8E8-53B8-4F8A-90C8-660451CFC2E3}" dt="2026-02-03T16:01:54.579" v="456" actId="20577"/>
          <ac:spMkLst>
            <pc:docMk/>
            <pc:sldMk cId="1692982534" sldId="2103"/>
            <ac:spMk id="4" creationId="{DC14B2BA-FAEA-2DEF-E046-E5A93A12F97D}"/>
          </ac:spMkLst>
        </pc:spChg>
        <pc:spChg chg="del">
          <ac:chgData name="Rosmin Elsa" userId="8f13a6be4da41318" providerId="LiveId" clId="{7D96B8E8-53B8-4F8A-90C8-660451CFC2E3}" dt="2026-02-03T15:51:20.935" v="293" actId="478"/>
          <ac:spMkLst>
            <pc:docMk/>
            <pc:sldMk cId="1692982534" sldId="2103"/>
            <ac:spMk id="7" creationId="{A761D3A7-5E88-DCB9-FDFD-146613F62C36}"/>
          </ac:spMkLst>
        </pc:spChg>
      </pc:sldChg>
      <pc:sldChg chg="addSp delSp modSp mod">
        <pc:chgData name="Rosmin Elsa" userId="8f13a6be4da41318" providerId="LiveId" clId="{7D96B8E8-53B8-4F8A-90C8-660451CFC2E3}" dt="2026-02-03T16:02:21.560" v="470" actId="20577"/>
        <pc:sldMkLst>
          <pc:docMk/>
          <pc:sldMk cId="617088346" sldId="2148"/>
        </pc:sldMkLst>
        <pc:spChg chg="add mod">
          <ac:chgData name="Rosmin Elsa" userId="8f13a6be4da41318" providerId="LiveId" clId="{7D96B8E8-53B8-4F8A-90C8-660451CFC2E3}" dt="2026-02-03T15:54:44.848" v="337" actId="20577"/>
          <ac:spMkLst>
            <pc:docMk/>
            <pc:sldMk cId="617088346" sldId="2148"/>
            <ac:spMk id="3" creationId="{A2D96E41-527D-A07B-67A7-67A4DB67AA3B}"/>
          </ac:spMkLst>
        </pc:spChg>
        <pc:spChg chg="mod">
          <ac:chgData name="Rosmin Elsa" userId="8f13a6be4da41318" providerId="LiveId" clId="{7D96B8E8-53B8-4F8A-90C8-660451CFC2E3}" dt="2026-02-03T16:02:21.560" v="470" actId="20577"/>
          <ac:spMkLst>
            <pc:docMk/>
            <pc:sldMk cId="617088346" sldId="2148"/>
            <ac:spMk id="4" creationId="{FF4E2B3F-FD55-8DBC-FF78-5C8D8532FF74}"/>
          </ac:spMkLst>
        </pc:spChg>
        <pc:spChg chg="del">
          <ac:chgData name="Rosmin Elsa" userId="8f13a6be4da41318" providerId="LiveId" clId="{7D96B8E8-53B8-4F8A-90C8-660451CFC2E3}" dt="2026-02-03T15:53:45.700" v="319" actId="478"/>
          <ac:spMkLst>
            <pc:docMk/>
            <pc:sldMk cId="617088346" sldId="2148"/>
            <ac:spMk id="7" creationId="{C19A64CD-C530-9220-FEE1-40676BC62F53}"/>
          </ac:spMkLst>
        </pc:spChg>
      </pc:sldChg>
      <pc:sldChg chg="modSp add mod">
        <pc:chgData name="Rosmin Elsa" userId="8f13a6be4da41318" providerId="LiveId" clId="{7D96B8E8-53B8-4F8A-90C8-660451CFC2E3}" dt="2026-02-03T15:58:54.708" v="380" actId="20577"/>
        <pc:sldMkLst>
          <pc:docMk/>
          <pc:sldMk cId="694292952" sldId="2149"/>
        </pc:sldMkLst>
        <pc:spChg chg="mod">
          <ac:chgData name="Rosmin Elsa" userId="8f13a6be4da41318" providerId="LiveId" clId="{7D96B8E8-53B8-4F8A-90C8-660451CFC2E3}" dt="2026-02-03T15:18:38.645" v="33" actId="20577"/>
          <ac:spMkLst>
            <pc:docMk/>
            <pc:sldMk cId="694292952" sldId="2149"/>
            <ac:spMk id="3" creationId="{2FF03C1D-11C8-A1BB-3450-D5E8CFBB03CF}"/>
          </ac:spMkLst>
        </pc:spChg>
        <pc:spChg chg="mod">
          <ac:chgData name="Rosmin Elsa" userId="8f13a6be4da41318" providerId="LiveId" clId="{7D96B8E8-53B8-4F8A-90C8-660451CFC2E3}" dt="2026-02-03T15:58:54.708" v="380" actId="20577"/>
          <ac:spMkLst>
            <pc:docMk/>
            <pc:sldMk cId="694292952" sldId="2149"/>
            <ac:spMk id="5" creationId="{182EC284-9818-906B-4C94-A45106AF4F7F}"/>
          </ac:spMkLst>
        </pc:spChg>
      </pc:sldChg>
      <pc:sldChg chg="modSp add mod">
        <pc:chgData name="Rosmin Elsa" userId="8f13a6be4da41318" providerId="LiveId" clId="{7D96B8E8-53B8-4F8A-90C8-660451CFC2E3}" dt="2026-02-03T15:59:01.249" v="384" actId="20577"/>
        <pc:sldMkLst>
          <pc:docMk/>
          <pc:sldMk cId="2508735054" sldId="2150"/>
        </pc:sldMkLst>
        <pc:spChg chg="mod">
          <ac:chgData name="Rosmin Elsa" userId="8f13a6be4da41318" providerId="LiveId" clId="{7D96B8E8-53B8-4F8A-90C8-660451CFC2E3}" dt="2026-02-03T15:19:24.655" v="41" actId="20577"/>
          <ac:spMkLst>
            <pc:docMk/>
            <pc:sldMk cId="2508735054" sldId="2150"/>
            <ac:spMk id="3" creationId="{6566DA73-E5C4-26BA-CFC3-80C15176E154}"/>
          </ac:spMkLst>
        </pc:spChg>
        <pc:spChg chg="mod">
          <ac:chgData name="Rosmin Elsa" userId="8f13a6be4da41318" providerId="LiveId" clId="{7D96B8E8-53B8-4F8A-90C8-660451CFC2E3}" dt="2026-02-03T15:59:01.249" v="384" actId="20577"/>
          <ac:spMkLst>
            <pc:docMk/>
            <pc:sldMk cId="2508735054" sldId="2150"/>
            <ac:spMk id="5" creationId="{70353A3B-F06B-4555-D50F-EC8DCF50EA6D}"/>
          </ac:spMkLst>
        </pc:spChg>
      </pc:sldChg>
      <pc:sldChg chg="modSp add mod">
        <pc:chgData name="Rosmin Elsa" userId="8f13a6be4da41318" providerId="LiveId" clId="{7D96B8E8-53B8-4F8A-90C8-660451CFC2E3}" dt="2026-02-03T15:59:30.054" v="390" actId="20577"/>
        <pc:sldMkLst>
          <pc:docMk/>
          <pc:sldMk cId="2760082081" sldId="2151"/>
        </pc:sldMkLst>
        <pc:spChg chg="mod">
          <ac:chgData name="Rosmin Elsa" userId="8f13a6be4da41318" providerId="LiveId" clId="{7D96B8E8-53B8-4F8A-90C8-660451CFC2E3}" dt="2026-02-03T15:26:07.772" v="82" actId="20577"/>
          <ac:spMkLst>
            <pc:docMk/>
            <pc:sldMk cId="2760082081" sldId="2151"/>
            <ac:spMk id="3" creationId="{4BBD1EC1-EB2F-A389-AC80-518E99B04FDE}"/>
          </ac:spMkLst>
        </pc:spChg>
        <pc:spChg chg="mod">
          <ac:chgData name="Rosmin Elsa" userId="8f13a6be4da41318" providerId="LiveId" clId="{7D96B8E8-53B8-4F8A-90C8-660451CFC2E3}" dt="2026-02-03T15:59:30.054" v="390" actId="20577"/>
          <ac:spMkLst>
            <pc:docMk/>
            <pc:sldMk cId="2760082081" sldId="2151"/>
            <ac:spMk id="6" creationId="{73BA6660-C844-1A3E-528E-926A738A529B}"/>
          </ac:spMkLst>
        </pc:spChg>
      </pc:sldChg>
      <pc:sldChg chg="add del">
        <pc:chgData name="Rosmin Elsa" userId="8f13a6be4da41318" providerId="LiveId" clId="{7D96B8E8-53B8-4F8A-90C8-660451CFC2E3}" dt="2026-02-03T15:22:49.142" v="62" actId="2696"/>
        <pc:sldMkLst>
          <pc:docMk/>
          <pc:sldMk cId="3545616860" sldId="2151"/>
        </pc:sldMkLst>
      </pc:sldChg>
      <pc:sldChg chg="modSp add mod ord">
        <pc:chgData name="Rosmin Elsa" userId="8f13a6be4da41318" providerId="LiveId" clId="{7D96B8E8-53B8-4F8A-90C8-660451CFC2E3}" dt="2026-02-03T15:59:37.647" v="394" actId="20577"/>
        <pc:sldMkLst>
          <pc:docMk/>
          <pc:sldMk cId="877173588" sldId="2152"/>
        </pc:sldMkLst>
        <pc:spChg chg="mod">
          <ac:chgData name="Rosmin Elsa" userId="8f13a6be4da41318" providerId="LiveId" clId="{7D96B8E8-53B8-4F8A-90C8-660451CFC2E3}" dt="2026-02-03T15:26:49.117" v="92" actId="20577"/>
          <ac:spMkLst>
            <pc:docMk/>
            <pc:sldMk cId="877173588" sldId="2152"/>
            <ac:spMk id="3" creationId="{E4F0FA34-88D7-1A43-F3E3-6B95D4B2E20A}"/>
          </ac:spMkLst>
        </pc:spChg>
        <pc:spChg chg="mod">
          <ac:chgData name="Rosmin Elsa" userId="8f13a6be4da41318" providerId="LiveId" clId="{7D96B8E8-53B8-4F8A-90C8-660451CFC2E3}" dt="2026-02-03T15:59:37.647" v="394" actId="20577"/>
          <ac:spMkLst>
            <pc:docMk/>
            <pc:sldMk cId="877173588" sldId="2152"/>
            <ac:spMk id="6" creationId="{FC76AF84-C5B6-8130-CA9F-9A5949C7283A}"/>
          </ac:spMkLst>
        </pc:spChg>
      </pc:sldChg>
      <pc:sldChg chg="modSp add mod">
        <pc:chgData name="Rosmin Elsa" userId="8f13a6be4da41318" providerId="LiveId" clId="{7D96B8E8-53B8-4F8A-90C8-660451CFC2E3}" dt="2026-02-03T15:59:43.620" v="398" actId="20577"/>
        <pc:sldMkLst>
          <pc:docMk/>
          <pc:sldMk cId="1704178391" sldId="2153"/>
        </pc:sldMkLst>
        <pc:spChg chg="mod">
          <ac:chgData name="Rosmin Elsa" userId="8f13a6be4da41318" providerId="LiveId" clId="{7D96B8E8-53B8-4F8A-90C8-660451CFC2E3}" dt="2026-02-03T15:59:43.620" v="398" actId="20577"/>
          <ac:spMkLst>
            <pc:docMk/>
            <pc:sldMk cId="1704178391" sldId="2153"/>
            <ac:spMk id="6" creationId="{5DD6C7CF-3BE8-8AF6-A233-B691853D8D29}"/>
          </ac:spMkLst>
        </pc:spChg>
      </pc:sldChg>
      <pc:sldChg chg="modSp add mod">
        <pc:chgData name="Rosmin Elsa" userId="8f13a6be4da41318" providerId="LiveId" clId="{7D96B8E8-53B8-4F8A-90C8-660451CFC2E3}" dt="2026-02-03T15:59:50.973" v="402" actId="20577"/>
        <pc:sldMkLst>
          <pc:docMk/>
          <pc:sldMk cId="4239431105" sldId="2154"/>
        </pc:sldMkLst>
        <pc:spChg chg="mod">
          <ac:chgData name="Rosmin Elsa" userId="8f13a6be4da41318" providerId="LiveId" clId="{7D96B8E8-53B8-4F8A-90C8-660451CFC2E3}" dt="2026-02-03T15:28:23.349" v="103" actId="20577"/>
          <ac:spMkLst>
            <pc:docMk/>
            <pc:sldMk cId="4239431105" sldId="2154"/>
            <ac:spMk id="3" creationId="{76FF0D42-66BC-52EF-E3F4-6D35C87F9893}"/>
          </ac:spMkLst>
        </pc:spChg>
        <pc:spChg chg="mod">
          <ac:chgData name="Rosmin Elsa" userId="8f13a6be4da41318" providerId="LiveId" clId="{7D96B8E8-53B8-4F8A-90C8-660451CFC2E3}" dt="2026-02-03T15:59:50.973" v="402" actId="20577"/>
          <ac:spMkLst>
            <pc:docMk/>
            <pc:sldMk cId="4239431105" sldId="2154"/>
            <ac:spMk id="6" creationId="{988C0A50-C9A8-FF5F-A82C-A98E854872AC}"/>
          </ac:spMkLst>
        </pc:spChg>
      </pc:sldChg>
      <pc:sldChg chg="add del">
        <pc:chgData name="Rosmin Elsa" userId="8f13a6be4da41318" providerId="LiveId" clId="{7D96B8E8-53B8-4F8A-90C8-660451CFC2E3}" dt="2026-02-03T15:27:22.249" v="96"/>
        <pc:sldMkLst>
          <pc:docMk/>
          <pc:sldMk cId="2200323086" sldId="2155"/>
        </pc:sldMkLst>
      </pc:sldChg>
      <pc:sldChg chg="modSp add mod">
        <pc:chgData name="Rosmin Elsa" userId="8f13a6be4da41318" providerId="LiveId" clId="{7D96B8E8-53B8-4F8A-90C8-660451CFC2E3}" dt="2026-02-03T15:59:57.977" v="406" actId="20577"/>
        <pc:sldMkLst>
          <pc:docMk/>
          <pc:sldMk cId="3303004829" sldId="2155"/>
        </pc:sldMkLst>
        <pc:spChg chg="mod">
          <ac:chgData name="Rosmin Elsa" userId="8f13a6be4da41318" providerId="LiveId" clId="{7D96B8E8-53B8-4F8A-90C8-660451CFC2E3}" dt="2026-02-03T15:59:57.977" v="406" actId="20577"/>
          <ac:spMkLst>
            <pc:docMk/>
            <pc:sldMk cId="3303004829" sldId="2155"/>
            <ac:spMk id="6" creationId="{EE7F3438-271C-E882-47DD-997218531624}"/>
          </ac:spMkLst>
        </pc:spChg>
      </pc:sldChg>
      <pc:sldChg chg="add del">
        <pc:chgData name="Rosmin Elsa" userId="8f13a6be4da41318" providerId="LiveId" clId="{7D96B8E8-53B8-4F8A-90C8-660451CFC2E3}" dt="2026-02-03T15:27:31.104" v="98"/>
        <pc:sldMkLst>
          <pc:docMk/>
          <pc:sldMk cId="3763934780" sldId="2155"/>
        </pc:sldMkLst>
      </pc:sldChg>
      <pc:sldChg chg="modSp add mod">
        <pc:chgData name="Rosmin Elsa" userId="8f13a6be4da41318" providerId="LiveId" clId="{7D96B8E8-53B8-4F8A-90C8-660451CFC2E3}" dt="2026-02-03T16:00:04.872" v="410" actId="20577"/>
        <pc:sldMkLst>
          <pc:docMk/>
          <pc:sldMk cId="508500165" sldId="2156"/>
        </pc:sldMkLst>
        <pc:spChg chg="mod">
          <ac:chgData name="Rosmin Elsa" userId="8f13a6be4da41318" providerId="LiveId" clId="{7D96B8E8-53B8-4F8A-90C8-660451CFC2E3}" dt="2026-02-03T15:29:07.926" v="110" actId="20577"/>
          <ac:spMkLst>
            <pc:docMk/>
            <pc:sldMk cId="508500165" sldId="2156"/>
            <ac:spMk id="3" creationId="{7B4FAE16-E74C-1C86-ABEC-95568221D936}"/>
          </ac:spMkLst>
        </pc:spChg>
        <pc:spChg chg="mod">
          <ac:chgData name="Rosmin Elsa" userId="8f13a6be4da41318" providerId="LiveId" clId="{7D96B8E8-53B8-4F8A-90C8-660451CFC2E3}" dt="2026-02-03T16:00:04.872" v="410" actId="20577"/>
          <ac:spMkLst>
            <pc:docMk/>
            <pc:sldMk cId="508500165" sldId="2156"/>
            <ac:spMk id="6" creationId="{DF9083A5-C044-22B5-1B32-EB10BC1A656A}"/>
          </ac:spMkLst>
        </pc:spChg>
      </pc:sldChg>
      <pc:sldChg chg="modSp add mod">
        <pc:chgData name="Rosmin Elsa" userId="8f13a6be4da41318" providerId="LiveId" clId="{7D96B8E8-53B8-4F8A-90C8-660451CFC2E3}" dt="2026-02-03T16:00:11.026" v="414" actId="20577"/>
        <pc:sldMkLst>
          <pc:docMk/>
          <pc:sldMk cId="1654907699" sldId="2157"/>
        </pc:sldMkLst>
        <pc:spChg chg="mod">
          <ac:chgData name="Rosmin Elsa" userId="8f13a6be4da41318" providerId="LiveId" clId="{7D96B8E8-53B8-4F8A-90C8-660451CFC2E3}" dt="2026-02-03T16:00:11.026" v="414" actId="20577"/>
          <ac:spMkLst>
            <pc:docMk/>
            <pc:sldMk cId="1654907699" sldId="2157"/>
            <ac:spMk id="6" creationId="{728562AC-4A14-FFE9-4C57-DBB8A19C7B88}"/>
          </ac:spMkLst>
        </pc:spChg>
      </pc:sldChg>
      <pc:sldChg chg="modSp add mod">
        <pc:chgData name="Rosmin Elsa" userId="8f13a6be4da41318" providerId="LiveId" clId="{7D96B8E8-53B8-4F8A-90C8-660451CFC2E3}" dt="2026-02-03T16:00:26.763" v="418" actId="20577"/>
        <pc:sldMkLst>
          <pc:docMk/>
          <pc:sldMk cId="1722334610" sldId="2158"/>
        </pc:sldMkLst>
        <pc:spChg chg="mod">
          <ac:chgData name="Rosmin Elsa" userId="8f13a6be4da41318" providerId="LiveId" clId="{7D96B8E8-53B8-4F8A-90C8-660451CFC2E3}" dt="2026-02-03T16:00:26.763" v="418" actId="20577"/>
          <ac:spMkLst>
            <pc:docMk/>
            <pc:sldMk cId="1722334610" sldId="2158"/>
            <ac:spMk id="4" creationId="{77F2A855-0302-4AC5-459E-F365224D86AE}"/>
          </ac:spMkLst>
        </pc:spChg>
        <pc:spChg chg="mod">
          <ac:chgData name="Rosmin Elsa" userId="8f13a6be4da41318" providerId="LiveId" clId="{7D96B8E8-53B8-4F8A-90C8-660451CFC2E3}" dt="2026-02-03T15:34:11.791" v="183" actId="20577"/>
          <ac:spMkLst>
            <pc:docMk/>
            <pc:sldMk cId="1722334610" sldId="2158"/>
            <ac:spMk id="6" creationId="{B674099A-E2DC-2B1B-BF0E-027DACB5DDDF}"/>
          </ac:spMkLst>
        </pc:spChg>
      </pc:sldChg>
      <pc:sldChg chg="modSp add mod">
        <pc:chgData name="Rosmin Elsa" userId="8f13a6be4da41318" providerId="LiveId" clId="{7D96B8E8-53B8-4F8A-90C8-660451CFC2E3}" dt="2026-02-03T16:00:31.861" v="420" actId="20577"/>
        <pc:sldMkLst>
          <pc:docMk/>
          <pc:sldMk cId="1469605136" sldId="2159"/>
        </pc:sldMkLst>
        <pc:spChg chg="mod">
          <ac:chgData name="Rosmin Elsa" userId="8f13a6be4da41318" providerId="LiveId" clId="{7D96B8E8-53B8-4F8A-90C8-660451CFC2E3}" dt="2026-02-03T16:00:31.861" v="420" actId="20577"/>
          <ac:spMkLst>
            <pc:docMk/>
            <pc:sldMk cId="1469605136" sldId="2159"/>
            <ac:spMk id="4" creationId="{E5FA03A1-6076-FB3E-A2BE-48B38F03D8AF}"/>
          </ac:spMkLst>
        </pc:spChg>
        <pc:spChg chg="mod">
          <ac:chgData name="Rosmin Elsa" userId="8f13a6be4da41318" providerId="LiveId" clId="{7D96B8E8-53B8-4F8A-90C8-660451CFC2E3}" dt="2026-02-03T15:35:17.822" v="212" actId="20577"/>
          <ac:spMkLst>
            <pc:docMk/>
            <pc:sldMk cId="1469605136" sldId="2159"/>
            <ac:spMk id="6" creationId="{B08D0DD9-3557-5233-1AEA-6C49D102E206}"/>
          </ac:spMkLst>
        </pc:spChg>
      </pc:sldChg>
      <pc:sldChg chg="modSp add mod">
        <pc:chgData name="Rosmin Elsa" userId="8f13a6be4da41318" providerId="LiveId" clId="{7D96B8E8-53B8-4F8A-90C8-660451CFC2E3}" dt="2026-02-03T16:00:37.002" v="422" actId="20577"/>
        <pc:sldMkLst>
          <pc:docMk/>
          <pc:sldMk cId="1865976452" sldId="2160"/>
        </pc:sldMkLst>
        <pc:spChg chg="mod">
          <ac:chgData name="Rosmin Elsa" userId="8f13a6be4da41318" providerId="LiveId" clId="{7D96B8E8-53B8-4F8A-90C8-660451CFC2E3}" dt="2026-02-03T16:00:37.002" v="422" actId="20577"/>
          <ac:spMkLst>
            <pc:docMk/>
            <pc:sldMk cId="1865976452" sldId="2160"/>
            <ac:spMk id="4" creationId="{16E6E47D-190E-1837-5057-5E8C17252714}"/>
          </ac:spMkLst>
        </pc:spChg>
        <pc:spChg chg="mod">
          <ac:chgData name="Rosmin Elsa" userId="8f13a6be4da41318" providerId="LiveId" clId="{7D96B8E8-53B8-4F8A-90C8-660451CFC2E3}" dt="2026-02-03T15:35:57.223" v="220" actId="20577"/>
          <ac:spMkLst>
            <pc:docMk/>
            <pc:sldMk cId="1865976452" sldId="2160"/>
            <ac:spMk id="6" creationId="{D89C41B5-E7B3-4710-0587-6E23F476E1FD}"/>
          </ac:spMkLst>
        </pc:spChg>
      </pc:sldChg>
      <pc:sldChg chg="delSp add del mod">
        <pc:chgData name="Rosmin Elsa" userId="8f13a6be4da41318" providerId="LiveId" clId="{7D96B8E8-53B8-4F8A-90C8-660451CFC2E3}" dt="2026-02-03T15:39:48.266" v="249" actId="47"/>
        <pc:sldMkLst>
          <pc:docMk/>
          <pc:sldMk cId="1429197240" sldId="2161"/>
        </pc:sldMkLst>
        <pc:spChg chg="del">
          <ac:chgData name="Rosmin Elsa" userId="8f13a6be4da41318" providerId="LiveId" clId="{7D96B8E8-53B8-4F8A-90C8-660451CFC2E3}" dt="2026-02-03T15:39:45.803" v="248" actId="478"/>
          <ac:spMkLst>
            <pc:docMk/>
            <pc:sldMk cId="1429197240" sldId="2161"/>
            <ac:spMk id="6" creationId="{756C4656-E5F5-82CC-DCF4-C3877EC85861}"/>
          </ac:spMkLst>
        </pc:spChg>
      </pc:sldChg>
      <pc:sldChg chg="modSp add mod">
        <pc:chgData name="Rosmin Elsa" userId="8f13a6be4da41318" providerId="LiveId" clId="{7D96B8E8-53B8-4F8A-90C8-660451CFC2E3}" dt="2026-02-03T16:00:52.201" v="428" actId="20577"/>
        <pc:sldMkLst>
          <pc:docMk/>
          <pc:sldMk cId="3372077455" sldId="2161"/>
        </pc:sldMkLst>
        <pc:spChg chg="mod">
          <ac:chgData name="Rosmin Elsa" userId="8f13a6be4da41318" providerId="LiveId" clId="{7D96B8E8-53B8-4F8A-90C8-660451CFC2E3}" dt="2026-02-03T16:00:52.201" v="428" actId="20577"/>
          <ac:spMkLst>
            <pc:docMk/>
            <pc:sldMk cId="3372077455" sldId="2161"/>
            <ac:spMk id="4" creationId="{254EB515-557B-6D39-66F5-1EA90F18AF88}"/>
          </ac:spMkLst>
        </pc:spChg>
        <pc:spChg chg="mod">
          <ac:chgData name="Rosmin Elsa" userId="8f13a6be4da41318" providerId="LiveId" clId="{7D96B8E8-53B8-4F8A-90C8-660451CFC2E3}" dt="2026-02-03T15:40:21.449" v="254"/>
          <ac:spMkLst>
            <pc:docMk/>
            <pc:sldMk cId="3372077455" sldId="2161"/>
            <ac:spMk id="6" creationId="{EE967B37-3F63-54F0-AA0A-1C6CD194CBC7}"/>
          </ac:spMkLst>
        </pc:spChg>
      </pc:sldChg>
      <pc:sldChg chg="modSp add mod">
        <pc:chgData name="Rosmin Elsa" userId="8f13a6be4da41318" providerId="LiveId" clId="{7D96B8E8-53B8-4F8A-90C8-660451CFC2E3}" dt="2026-02-03T16:01:09.586" v="436" actId="20577"/>
        <pc:sldMkLst>
          <pc:docMk/>
          <pc:sldMk cId="3876029743" sldId="2162"/>
        </pc:sldMkLst>
        <pc:spChg chg="mod">
          <ac:chgData name="Rosmin Elsa" userId="8f13a6be4da41318" providerId="LiveId" clId="{7D96B8E8-53B8-4F8A-90C8-660451CFC2E3}" dt="2026-02-03T16:01:09.586" v="436" actId="20577"/>
          <ac:spMkLst>
            <pc:docMk/>
            <pc:sldMk cId="3876029743" sldId="2162"/>
            <ac:spMk id="4" creationId="{6293C1CD-09F6-3BCA-B364-17046F1DA650}"/>
          </ac:spMkLst>
        </pc:spChg>
        <pc:spChg chg="mod">
          <ac:chgData name="Rosmin Elsa" userId="8f13a6be4da41318" providerId="LiveId" clId="{7D96B8E8-53B8-4F8A-90C8-660451CFC2E3}" dt="2026-02-03T15:43:03.295" v="266"/>
          <ac:spMkLst>
            <pc:docMk/>
            <pc:sldMk cId="3876029743" sldId="2162"/>
            <ac:spMk id="6" creationId="{95C02B70-C956-73C0-0F5E-C883613B502B}"/>
          </ac:spMkLst>
        </pc:spChg>
      </pc:sldChg>
      <pc:sldChg chg="modSp add mod">
        <pc:chgData name="Rosmin Elsa" userId="8f13a6be4da41318" providerId="LiveId" clId="{7D96B8E8-53B8-4F8A-90C8-660451CFC2E3}" dt="2026-02-03T16:01:16.761" v="440" actId="20577"/>
        <pc:sldMkLst>
          <pc:docMk/>
          <pc:sldMk cId="1462445182" sldId="2163"/>
        </pc:sldMkLst>
        <pc:spChg chg="mod">
          <ac:chgData name="Rosmin Elsa" userId="8f13a6be4da41318" providerId="LiveId" clId="{7D96B8E8-53B8-4F8A-90C8-660451CFC2E3}" dt="2026-02-03T16:01:16.761" v="440" actId="20577"/>
          <ac:spMkLst>
            <pc:docMk/>
            <pc:sldMk cId="1462445182" sldId="2163"/>
            <ac:spMk id="4" creationId="{9AC80E69-7A5A-017B-A005-2700C0C41101}"/>
          </ac:spMkLst>
        </pc:spChg>
        <pc:spChg chg="mod">
          <ac:chgData name="Rosmin Elsa" userId="8f13a6be4da41318" providerId="LiveId" clId="{7D96B8E8-53B8-4F8A-90C8-660451CFC2E3}" dt="2026-02-03T15:44:12.134" v="280" actId="14100"/>
          <ac:spMkLst>
            <pc:docMk/>
            <pc:sldMk cId="1462445182" sldId="2163"/>
            <ac:spMk id="6" creationId="{7F945797-0A9D-8398-CC9D-A60EFEC76843}"/>
          </ac:spMkLst>
        </pc:spChg>
      </pc:sldChg>
      <pc:sldChg chg="modSp add mod">
        <pc:chgData name="Rosmin Elsa" userId="8f13a6be4da41318" providerId="LiveId" clId="{7D96B8E8-53B8-4F8A-90C8-660451CFC2E3}" dt="2026-02-03T16:01:33.006" v="446" actId="20577"/>
        <pc:sldMkLst>
          <pc:docMk/>
          <pc:sldMk cId="1679161552" sldId="2164"/>
        </pc:sldMkLst>
        <pc:spChg chg="mod">
          <ac:chgData name="Rosmin Elsa" userId="8f13a6be4da41318" providerId="LiveId" clId="{7D96B8E8-53B8-4F8A-90C8-660451CFC2E3}" dt="2026-02-03T16:01:33.006" v="446" actId="20577"/>
          <ac:spMkLst>
            <pc:docMk/>
            <pc:sldMk cId="1679161552" sldId="2164"/>
            <ac:spMk id="4" creationId="{1B7FE1F5-0307-294B-BB03-206D75B7B5C6}"/>
          </ac:spMkLst>
        </pc:spChg>
        <pc:spChg chg="mod">
          <ac:chgData name="Rosmin Elsa" userId="8f13a6be4da41318" providerId="LiveId" clId="{7D96B8E8-53B8-4F8A-90C8-660451CFC2E3}" dt="2026-02-03T15:49:12.759" v="286"/>
          <ac:spMkLst>
            <pc:docMk/>
            <pc:sldMk cId="1679161552" sldId="2164"/>
            <ac:spMk id="6" creationId="{06187851-4AE6-106A-3494-0F6049A2952E}"/>
          </ac:spMkLst>
        </pc:spChg>
      </pc:sldChg>
      <pc:sldChg chg="modSp add mod">
        <pc:chgData name="Rosmin Elsa" userId="8f13a6be4da41318" providerId="LiveId" clId="{7D96B8E8-53B8-4F8A-90C8-660451CFC2E3}" dt="2026-02-03T16:01:40.719" v="450" actId="20577"/>
        <pc:sldMkLst>
          <pc:docMk/>
          <pc:sldMk cId="3972848631" sldId="2165"/>
        </pc:sldMkLst>
        <pc:spChg chg="mod">
          <ac:chgData name="Rosmin Elsa" userId="8f13a6be4da41318" providerId="LiveId" clId="{7D96B8E8-53B8-4F8A-90C8-660451CFC2E3}" dt="2026-02-03T16:01:40.719" v="450" actId="20577"/>
          <ac:spMkLst>
            <pc:docMk/>
            <pc:sldMk cId="3972848631" sldId="2165"/>
            <ac:spMk id="4" creationId="{7D37664E-106B-3E78-5F4D-C6C967DCB840}"/>
          </ac:spMkLst>
        </pc:spChg>
        <pc:spChg chg="mod">
          <ac:chgData name="Rosmin Elsa" userId="8f13a6be4da41318" providerId="LiveId" clId="{7D96B8E8-53B8-4F8A-90C8-660451CFC2E3}" dt="2026-02-03T15:49:49.247" v="290"/>
          <ac:spMkLst>
            <pc:docMk/>
            <pc:sldMk cId="3972848631" sldId="2165"/>
            <ac:spMk id="6" creationId="{FE288BE0-34B4-B8B5-5FA1-355EF0E257EE}"/>
          </ac:spMkLst>
        </pc:spChg>
      </pc:sldChg>
      <pc:sldChg chg="modSp add mod">
        <pc:chgData name="Rosmin Elsa" userId="8f13a6be4da41318" providerId="LiveId" clId="{7D96B8E8-53B8-4F8A-90C8-660451CFC2E3}" dt="2026-02-03T16:01:47.218" v="454" actId="20577"/>
        <pc:sldMkLst>
          <pc:docMk/>
          <pc:sldMk cId="2997623042" sldId="2166"/>
        </pc:sldMkLst>
        <pc:spChg chg="mod">
          <ac:chgData name="Rosmin Elsa" userId="8f13a6be4da41318" providerId="LiveId" clId="{7D96B8E8-53B8-4F8A-90C8-660451CFC2E3}" dt="2026-02-03T16:01:47.218" v="454" actId="20577"/>
          <ac:spMkLst>
            <pc:docMk/>
            <pc:sldMk cId="2997623042" sldId="2166"/>
            <ac:spMk id="4" creationId="{CD03B229-07B0-F619-4575-9F089BFF2F61}"/>
          </ac:spMkLst>
        </pc:spChg>
        <pc:spChg chg="mod">
          <ac:chgData name="Rosmin Elsa" userId="8f13a6be4da41318" providerId="LiveId" clId="{7D96B8E8-53B8-4F8A-90C8-660451CFC2E3}" dt="2026-02-03T15:50:07.975" v="292"/>
          <ac:spMkLst>
            <pc:docMk/>
            <pc:sldMk cId="2997623042" sldId="2166"/>
            <ac:spMk id="6" creationId="{7E228BD8-DE8A-1995-407C-75BE45AA4720}"/>
          </ac:spMkLst>
        </pc:spChg>
      </pc:sldChg>
      <pc:sldChg chg="modSp add mod">
        <pc:chgData name="Rosmin Elsa" userId="8f13a6be4da41318" providerId="LiveId" clId="{7D96B8E8-53B8-4F8A-90C8-660451CFC2E3}" dt="2026-02-03T16:02:02.263" v="460" actId="20577"/>
        <pc:sldMkLst>
          <pc:docMk/>
          <pc:sldMk cId="2610154750" sldId="2167"/>
        </pc:sldMkLst>
        <pc:spChg chg="mod">
          <ac:chgData name="Rosmin Elsa" userId="8f13a6be4da41318" providerId="LiveId" clId="{7D96B8E8-53B8-4F8A-90C8-660451CFC2E3}" dt="2026-02-03T15:52:41.166" v="311" actId="20577"/>
          <ac:spMkLst>
            <pc:docMk/>
            <pc:sldMk cId="2610154750" sldId="2167"/>
            <ac:spMk id="3" creationId="{5619C280-DC4F-8418-2111-8AC9FD87A48B}"/>
          </ac:spMkLst>
        </pc:spChg>
        <pc:spChg chg="mod">
          <ac:chgData name="Rosmin Elsa" userId="8f13a6be4da41318" providerId="LiveId" clId="{7D96B8E8-53B8-4F8A-90C8-660451CFC2E3}" dt="2026-02-03T16:02:02.263" v="460" actId="20577"/>
          <ac:spMkLst>
            <pc:docMk/>
            <pc:sldMk cId="2610154750" sldId="2167"/>
            <ac:spMk id="4" creationId="{9F00314B-87CD-AA56-054C-04DE55209EBF}"/>
          </ac:spMkLst>
        </pc:spChg>
      </pc:sldChg>
      <pc:sldChg chg="modSp add mod">
        <pc:chgData name="Rosmin Elsa" userId="8f13a6be4da41318" providerId="LiveId" clId="{7D96B8E8-53B8-4F8A-90C8-660451CFC2E3}" dt="2026-02-03T16:02:12.414" v="468" actId="20577"/>
        <pc:sldMkLst>
          <pc:docMk/>
          <pc:sldMk cId="1617825166" sldId="2168"/>
        </pc:sldMkLst>
        <pc:spChg chg="mod">
          <ac:chgData name="Rosmin Elsa" userId="8f13a6be4da41318" providerId="LiveId" clId="{7D96B8E8-53B8-4F8A-90C8-660451CFC2E3}" dt="2026-02-03T15:53:07.050" v="318" actId="20577"/>
          <ac:spMkLst>
            <pc:docMk/>
            <pc:sldMk cId="1617825166" sldId="2168"/>
            <ac:spMk id="3" creationId="{50120C8C-BFBF-229D-8092-518D212083BD}"/>
          </ac:spMkLst>
        </pc:spChg>
        <pc:spChg chg="mod">
          <ac:chgData name="Rosmin Elsa" userId="8f13a6be4da41318" providerId="LiveId" clId="{7D96B8E8-53B8-4F8A-90C8-660451CFC2E3}" dt="2026-02-03T16:02:12.414" v="468" actId="20577"/>
          <ac:spMkLst>
            <pc:docMk/>
            <pc:sldMk cId="1617825166" sldId="2168"/>
            <ac:spMk id="4" creationId="{8B2DBA77-689A-DE90-081A-8CD7D3B384C9}"/>
          </ac:spMkLst>
        </pc:spChg>
      </pc:sldChg>
      <pc:sldChg chg="modSp add mod">
        <pc:chgData name="Rosmin Elsa" userId="8f13a6be4da41318" providerId="LiveId" clId="{7D96B8E8-53B8-4F8A-90C8-660451CFC2E3}" dt="2026-02-03T16:02:28.679" v="474" actId="20577"/>
        <pc:sldMkLst>
          <pc:docMk/>
          <pc:sldMk cId="3008961789" sldId="2169"/>
        </pc:sldMkLst>
        <pc:spChg chg="mod">
          <ac:chgData name="Rosmin Elsa" userId="8f13a6be4da41318" providerId="LiveId" clId="{7D96B8E8-53B8-4F8A-90C8-660451CFC2E3}" dt="2026-02-03T15:55:27.249" v="348" actId="6549"/>
          <ac:spMkLst>
            <pc:docMk/>
            <pc:sldMk cId="3008961789" sldId="2169"/>
            <ac:spMk id="3" creationId="{48810FA1-A9C9-5C53-0DBA-E3478AB4905A}"/>
          </ac:spMkLst>
        </pc:spChg>
        <pc:spChg chg="mod">
          <ac:chgData name="Rosmin Elsa" userId="8f13a6be4da41318" providerId="LiveId" clId="{7D96B8E8-53B8-4F8A-90C8-660451CFC2E3}" dt="2026-02-03T16:02:28.679" v="474" actId="20577"/>
          <ac:spMkLst>
            <pc:docMk/>
            <pc:sldMk cId="3008961789" sldId="2169"/>
            <ac:spMk id="4" creationId="{6CD46169-2B09-290A-166C-A3882A574874}"/>
          </ac:spMkLst>
        </pc:spChg>
      </pc:sldChg>
      <pc:sldChg chg="addSp delSp modSp add mod">
        <pc:chgData name="Rosmin Elsa" userId="8f13a6be4da41318" providerId="LiveId" clId="{7D96B8E8-53B8-4F8A-90C8-660451CFC2E3}" dt="2026-02-03T16:02:35.609" v="478" actId="20577"/>
        <pc:sldMkLst>
          <pc:docMk/>
          <pc:sldMk cId="3507018629" sldId="2170"/>
        </pc:sldMkLst>
        <pc:spChg chg="mod">
          <ac:chgData name="Rosmin Elsa" userId="8f13a6be4da41318" providerId="LiveId" clId="{7D96B8E8-53B8-4F8A-90C8-660451CFC2E3}" dt="2026-02-03T15:55:51.408" v="355" actId="20577"/>
          <ac:spMkLst>
            <pc:docMk/>
            <pc:sldMk cId="3507018629" sldId="2170"/>
            <ac:spMk id="3" creationId="{8194B14C-3B50-21E8-6DB9-3A15B0437ECB}"/>
          </ac:spMkLst>
        </pc:spChg>
        <pc:spChg chg="del mod">
          <ac:chgData name="Rosmin Elsa" userId="8f13a6be4da41318" providerId="LiveId" clId="{7D96B8E8-53B8-4F8A-90C8-660451CFC2E3}" dt="2026-02-03T15:56:50.696" v="358" actId="478"/>
          <ac:spMkLst>
            <pc:docMk/>
            <pc:sldMk cId="3507018629" sldId="2170"/>
            <ac:spMk id="4" creationId="{1455D5B9-03E2-FED9-1D25-53737B9ACD67}"/>
          </ac:spMkLst>
        </pc:spChg>
        <pc:spChg chg="add mod">
          <ac:chgData name="Rosmin Elsa" userId="8f13a6be4da41318" providerId="LiveId" clId="{7D96B8E8-53B8-4F8A-90C8-660451CFC2E3}" dt="2026-02-03T16:02:35.609" v="478" actId="20577"/>
          <ac:spMkLst>
            <pc:docMk/>
            <pc:sldMk cId="3507018629" sldId="2170"/>
            <ac:spMk id="6" creationId="{F8C7EB3D-3579-16C5-63BF-B6057B52DBCD}"/>
          </ac:spMkLst>
        </pc:spChg>
      </pc:sldChg>
      <pc:sldMasterChg chg="modSldLayout">
        <pc:chgData name="Rosmin Elsa" userId="8f13a6be4da41318" providerId="LiveId" clId="{7D96B8E8-53B8-4F8A-90C8-660451CFC2E3}" dt="2026-02-03T16:08:58.022" v="508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7D96B8E8-53B8-4F8A-90C8-660451CFC2E3}" dt="2026-02-03T16:08:58.022" v="508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" userId="8f13a6be4da41318" providerId="LiveId" clId="{7D96B8E8-53B8-4F8A-90C8-660451CFC2E3}" dt="2026-02-03T16:08:58.022" v="508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6-F4EA-8C30-952C-F7B6BF0F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95A81-AB66-BF58-3EB7-EA34DC8EE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3754C-BF09-1763-2515-13BAD79FD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A3106-BC29-5E7A-A319-F5AE06F44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443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CC70-F708-268A-6994-B06B8FD5A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FD1EB-C5D1-8184-25BE-B3D46BE25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115BE-C0D3-47CE-D171-CEEC02F4B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87E15-4FA8-4997-B735-E0FE3895D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790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BF97A-7FE3-64AF-2AA3-E68CDD5B9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41041-1F8D-6B9A-8526-5AAE2E800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D353C-9528-6695-BD6B-01AB84F96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6169A-C510-E0A6-015B-18FB1446B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909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8AFED-E30F-86A2-5926-A29772AD1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7D789-9565-E0B4-0A35-E7D43B9D6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051F7-E845-99B5-D24A-C7B023938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B3EF0-A771-6F90-B782-049FE4E41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239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3B072-6F75-34A3-405C-2F44D946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B341F-F9B4-25B2-AEBF-06258F6FD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87A6D-B830-C531-9B10-E30DE1E3D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7DB07-0AF7-494F-4455-1C6FA1431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429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DE5D2-96D5-2908-CC68-7C1B1583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B5694-CB55-9555-FB10-635A71C7B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18921-62E8-A628-BB8B-92F220466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7B0FB-EDFF-CAFF-B5D1-48FAA68FA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843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EE3A-0A8B-9CC7-FEE9-A7CA2AACF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20C32-0638-DB85-0B4F-B00B0ED2F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D165E-298C-A1C5-D58C-3E09255E5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1A635-266C-6CFF-3AAB-94D04E552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279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56DC5-F41A-60FF-ABEB-2F5FCCBF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D90DC-03FA-00F0-2988-978F35AA3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9DB1B-C1FC-AB88-FD71-3ACA4996E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E84EF-20F8-60C1-DDAD-A9E54614C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016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5E59C-7F7B-C51A-33B5-822453D16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7CDA3-3DA4-D084-88F4-99609E56D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9CD9A-4614-22DC-06E5-BA8D69C7F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41279-5643-C03D-4687-F4CF5CF32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833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ED1D6-E22F-0BCF-563C-11F8862C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776F9-BED3-6A9B-578D-D6E05F238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E74FD-5A7D-6DE2-56E5-F8D9B87E3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36113-C922-643F-EBD3-54126FB95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72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DAA53-57AA-ED6B-E2B6-557707FA2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8FFC7-3E9F-8DBE-63B3-15882DE2B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20729-0856-E0F2-EAC6-E9ACDD94B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C7247-639C-69CA-C41C-0A7494EB1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799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7F2B2-FD6D-EEEB-81FF-99D228DB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B6437-93EF-20AA-7713-D01D74972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C3763-36E9-91F7-6E9D-A12DBE6A2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3C1F0-3498-5303-1E26-73100E900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032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250A-5B87-7F5A-83A6-13A6D048F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A623D-A2E4-0B0C-35A8-E97E7E7E4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A256C-2267-22D9-DA81-DFC33232E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BE906-26D5-E2FA-4FE4-774474988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9883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D358-BBBE-A745-F79F-19BF96A0B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2FF20-725C-B147-2ABD-FEF5243F9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21122-5199-DE4F-CF13-5B43D5319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B65E1-E8FF-1A65-1EEE-45C9A4367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381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7A634-2007-10D1-E11E-6A87CDB50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C634A-269F-8E9A-4EF5-B34B54E7C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573FC-1CA9-B537-ED89-4028B3306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875FE-6AB8-3242-846C-FBEC7467F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2821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15D2D-1747-4764-A491-99403746C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D9BCB-19B1-0ECD-777E-94E3A95EB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7760B-BA56-B8B1-AD94-162A3DDCF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32ECE-5AFE-B0EA-CB64-7ED426D99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0263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4DBCF-E657-A57E-6C79-159E146A6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755FE0-6DF3-643D-7F89-FABA99DB8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ADCE8-4442-986C-7103-862ACC2AA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FCF4D-487D-B344-BCCC-242951707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0752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F0192-391E-AE09-A7A8-7019D1CCE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C9CB3-317A-EBC6-80F2-23E41E842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A9289-2141-E0DD-DB2F-06E6BCB4C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CF125-1C56-3A0A-4BF2-2DE4D3E50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7677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793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8 Feb 2026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s4iEslMrBs?si=Ju_lOihc4zauYjUX" TargetMode="External"/><Relationship Id="rId2" Type="http://schemas.openxmlformats.org/officeDocument/2006/relationships/hyperlink" Target="https://youtu.be/5HwycXl-pN8?si=JwE6cEkix1dCi4Og" TargetMode="External"/><Relationship Id="rId1" Type="http://schemas.openxmlformats.org/officeDocument/2006/relationships/slideLayout" Target="../slideLayouts/slideLayout38.xml"/><Relationship Id="rId4" Type="http://schemas.openxmlformats.org/officeDocument/2006/relationships/hyperlink" Target="https://youtu.be/YF2E-gcWd5s?si=KWTM2pjAti97uAvG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8 Feb 2026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Song list 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3</a:t>
            </a:r>
            <a:endParaRPr lang="en-SG" sz="140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1086C-E49F-5C06-316C-6A1A3B00C2A5}"/>
              </a:ext>
            </a:extLst>
          </p:cNvPr>
          <p:cNvSpPr txBox="1"/>
          <p:nvPr/>
        </p:nvSpPr>
        <p:spPr>
          <a:xfrm>
            <a:off x="166606" y="692580"/>
            <a:ext cx="8463775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1400" dirty="0"/>
              <a:t>Opening</a:t>
            </a:r>
          </a:p>
          <a:p>
            <a:pPr algn="ctr"/>
            <a:r>
              <a:rPr lang="en-SG" sz="1400" dirty="0"/>
              <a:t>O Day of rest and gladness </a:t>
            </a:r>
            <a:r>
              <a:rPr lang="en-SG" sz="1400" dirty="0">
                <a:hlinkClick r:id="rId2"/>
              </a:rPr>
              <a:t>https://youtu.be/5HwycXl-pN8?si=JwE6cEkix1dCi4Og</a:t>
            </a:r>
            <a:endParaRPr lang="en-SG" sz="1400" dirty="0"/>
          </a:p>
          <a:p>
            <a:pPr algn="ctr"/>
            <a:r>
              <a:rPr lang="en-SG" sz="1400" dirty="0"/>
              <a:t>B/A</a:t>
            </a:r>
          </a:p>
          <a:p>
            <a:pPr algn="ctr"/>
            <a:r>
              <a:rPr lang="en-SG" sz="1400" dirty="0"/>
              <a:t>306 There shall be showers of blessing v1</a:t>
            </a:r>
          </a:p>
          <a:p>
            <a:pPr algn="ctr"/>
            <a:r>
              <a:rPr lang="en-SG" sz="1400" dirty="0"/>
              <a:t>Offertory</a:t>
            </a:r>
          </a:p>
          <a:p>
            <a:pPr algn="ctr"/>
            <a:r>
              <a:rPr lang="en-SG" sz="1400" dirty="0"/>
              <a:t>How Great Thou Art</a:t>
            </a:r>
          </a:p>
          <a:p>
            <a:pPr algn="ctr"/>
            <a:r>
              <a:rPr lang="en-SG" sz="1400" dirty="0"/>
              <a:t>Confession</a:t>
            </a:r>
          </a:p>
          <a:p>
            <a:pPr algn="ctr"/>
            <a:r>
              <a:rPr lang="en-SG" sz="1400" dirty="0"/>
              <a:t>473 Just as I am v 1</a:t>
            </a:r>
          </a:p>
          <a:p>
            <a:pPr algn="ctr"/>
            <a:r>
              <a:rPr lang="en-SG" sz="1400" dirty="0"/>
              <a:t>Communion</a:t>
            </a:r>
          </a:p>
          <a:p>
            <a:pPr algn="ctr"/>
            <a:r>
              <a:rPr lang="en-SG" sz="1400" dirty="0"/>
              <a:t>473 Just as I am</a:t>
            </a:r>
          </a:p>
          <a:p>
            <a:pPr algn="ctr"/>
            <a:r>
              <a:rPr lang="en-SG" sz="1400" dirty="0"/>
              <a:t> My God and is Thy table spread </a:t>
            </a:r>
            <a:r>
              <a:rPr lang="en-SG" sz="1400" dirty="0">
                <a:hlinkClick r:id="rId3"/>
              </a:rPr>
              <a:t>https://youtu.be/ss4iEslMrBs?si=Ju_lOihc4zauYjUX</a:t>
            </a:r>
            <a:endParaRPr lang="en-SG" sz="1400" dirty="0"/>
          </a:p>
          <a:p>
            <a:pPr algn="ctr"/>
            <a:r>
              <a:rPr lang="en-SG" sz="1400" dirty="0"/>
              <a:t>This is my Father’s world </a:t>
            </a:r>
            <a:r>
              <a:rPr lang="en-SG" sz="1400" dirty="0">
                <a:hlinkClick r:id="rId4"/>
              </a:rPr>
              <a:t>https://youtu.be/YF2E-gcWd5s?si=KWTM2pjAti97uAvG</a:t>
            </a:r>
            <a:endParaRPr lang="en-SG" sz="1400" dirty="0"/>
          </a:p>
          <a:p>
            <a:pPr algn="ctr"/>
            <a:r>
              <a:rPr lang="en-SG" sz="1400" dirty="0"/>
              <a:t>Fairest Lord Jesushttps://youtu.be/Q7QMVN-6oY0?si=QIylc1Ss2Ybxxy6c</a:t>
            </a:r>
          </a:p>
          <a:p>
            <a:pPr algn="ctr"/>
            <a:r>
              <a:rPr lang="en-SG" sz="1400" dirty="0"/>
              <a:t>805 </a:t>
            </a:r>
          </a:p>
          <a:p>
            <a:pPr algn="ctr"/>
            <a:r>
              <a:rPr lang="en-SG" sz="1400" dirty="0"/>
              <a:t>Brightly beams our Father’s glory</a:t>
            </a:r>
          </a:p>
          <a:p>
            <a:pPr algn="ctr"/>
            <a:r>
              <a:rPr lang="en-SG" sz="1400" dirty="0"/>
              <a:t>562 </a:t>
            </a:r>
          </a:p>
          <a:p>
            <a:pPr algn="ctr"/>
            <a:r>
              <a:rPr lang="en-SG" sz="1400" dirty="0"/>
              <a:t>The Lord’s my Shepherd </a:t>
            </a:r>
          </a:p>
          <a:p>
            <a:pPr algn="ctr"/>
            <a:r>
              <a:rPr lang="en-SG" sz="1400" dirty="0"/>
              <a:t>Closing</a:t>
            </a:r>
          </a:p>
          <a:p>
            <a:pPr algn="ctr"/>
            <a:r>
              <a:rPr lang="en-SG" sz="1400" dirty="0"/>
              <a:t>522 All the way my Saviour leads me v1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  <a:latin typeface="Tenorite"/>
              </a:rPr>
              <a:t>O Day of rest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45898-864C-D4E8-FB28-393CCE18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36CD-294D-E453-89F0-7CA954BE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Hymn: O Day of rest and gladness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302F3C3-1775-7847-0D0E-741AA055B88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1FBDA-D111-A6FB-754F-36421DC3F13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3</a:t>
            </a:r>
            <a:endParaRPr lang="en-SG" sz="14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46426B-3865-FE5C-8A4E-DC9F25B99DF0}"/>
              </a:ext>
            </a:extLst>
          </p:cNvPr>
          <p:cNvSpPr txBox="1"/>
          <p:nvPr/>
        </p:nvSpPr>
        <p:spPr>
          <a:xfrm>
            <a:off x="337133" y="1091980"/>
            <a:ext cx="8463775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O day of rest and gladness,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O day of joy and light,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O balm of care and sadness,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Most beautiful, most bright: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On Thee, the high and lowly,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Before </a:t>
            </a:r>
            <a:r>
              <a:rPr lang="en-SG" sz="2800" dirty="0" err="1">
                <a:ea typeface="+mn-lt"/>
                <a:cs typeface="+mn-lt"/>
              </a:rPr>
              <a:t>th’eternal</a:t>
            </a:r>
            <a:r>
              <a:rPr lang="en-SG" sz="2800" dirty="0">
                <a:ea typeface="+mn-lt"/>
                <a:cs typeface="+mn-lt"/>
              </a:rPr>
              <a:t> Throne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Sing holy, holy, holy,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To the great Three in One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343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9CD97-8CF1-43F7-8129-0E5B77E7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48830-0127-D834-C5FB-57E3455F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Hymn: O Day of rest and gladness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BC37D63-6147-1B87-DC28-B3956B433BE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EC284-9818-906B-4C94-A45106AF4F7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2 of 3</a:t>
            </a:r>
            <a:endParaRPr lang="en-SG" sz="14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03C1D-11C8-A1BB-3450-D5E8CFBB03CF}"/>
              </a:ext>
            </a:extLst>
          </p:cNvPr>
          <p:cNvSpPr txBox="1"/>
          <p:nvPr/>
        </p:nvSpPr>
        <p:spPr>
          <a:xfrm>
            <a:off x="337133" y="1091980"/>
            <a:ext cx="8463775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On Thee, at the creation,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The light first had its birth;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On Thee, for our salvation,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Christ rose from depths of earth;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On Thee, our Lord, victorious,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The Spirit sent from </a:t>
            </a:r>
            <a:r>
              <a:rPr lang="en-SG" sz="2800" dirty="0" err="1">
                <a:ea typeface="+mn-lt"/>
                <a:cs typeface="+mn-lt"/>
              </a:rPr>
              <a:t>heavn</a:t>
            </a:r>
            <a:r>
              <a:rPr lang="en-SG" sz="2800" dirty="0">
                <a:ea typeface="+mn-lt"/>
                <a:cs typeface="+mn-lt"/>
              </a:rPr>
              <a:t>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And thus on Thee, most glorious,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A three-fold light was </a:t>
            </a:r>
            <a:r>
              <a:rPr lang="en-SG" sz="2800" dirty="0" err="1">
                <a:ea typeface="+mn-lt"/>
                <a:cs typeface="+mn-lt"/>
              </a:rPr>
              <a:t>givn</a:t>
            </a:r>
            <a:r>
              <a:rPr lang="en-SG" sz="2800" dirty="0">
                <a:ea typeface="+mn-lt"/>
                <a:cs typeface="+mn-lt"/>
              </a:rPr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4292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5303-FA32-3D36-F48D-ADF147EFD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4C447-7454-4B96-DC84-89151112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Hymn: O Day of rest and gladness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DA2F421-B25D-8AC4-5B8E-7E0E7888757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53A3B-F06B-4555-D50F-EC8DCF50EA6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3 of 3</a:t>
            </a:r>
            <a:endParaRPr lang="en-SG" sz="14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6DA73-E5C4-26BA-CFC3-80C15176E154}"/>
              </a:ext>
            </a:extLst>
          </p:cNvPr>
          <p:cNvSpPr txBox="1"/>
          <p:nvPr/>
        </p:nvSpPr>
        <p:spPr>
          <a:xfrm>
            <a:off x="337133" y="1091980"/>
            <a:ext cx="8463775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Thou art a cooling fountain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In life’s dry dreary sand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From Thee like Nebo’s mountain,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We view our promised land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A day of sweet reflection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A day of holy love,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A day of resurrection from earth to things above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8735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0C61-D36D-C185-E8F4-E727539CE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874778F-3D52-ACFF-8617-1D72E473DB35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066A-858D-A768-8E2C-B44D9EF8936D}"/>
              </a:ext>
            </a:extLst>
          </p:cNvPr>
          <p:cNvSpPr txBox="1">
            <a:spLocks/>
          </p:cNvSpPr>
          <p:nvPr/>
        </p:nvSpPr>
        <p:spPr>
          <a:xfrm>
            <a:off x="1127800" y="1378756"/>
            <a:ext cx="7021790" cy="252659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</a:t>
            </a:r>
          </a:p>
          <a:p>
            <a:r>
              <a:rPr lang="en-GB" dirty="0">
                <a:solidFill>
                  <a:schemeClr val="bg1"/>
                </a:solidFill>
                <a:latin typeface="Tenorite"/>
              </a:rPr>
              <a:t>Hymn No 306</a:t>
            </a:r>
          </a:p>
        </p:txBody>
      </p:sp>
    </p:spTree>
    <p:extLst>
      <p:ext uri="{BB962C8B-B14F-4D97-AF65-F5344CB8AC3E}">
        <p14:creationId xmlns:p14="http://schemas.microsoft.com/office/powerpoint/2010/main" val="2599211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 dirty="0">
                <a:latin typeface="Segoe UI"/>
                <a:cs typeface="Segoe UI"/>
              </a:rPr>
              <a:t>Thanksgiving </a:t>
            </a:r>
            <a:r>
              <a:rPr lang="en-SG" sz="2800" dirty="0">
                <a:solidFill>
                  <a:srgbClr val="FFFFFF"/>
                </a:solidFill>
                <a:latin typeface="Segoe UI"/>
                <a:cs typeface="Segoe UI"/>
              </a:rPr>
              <a:t>Hymn No 306</a:t>
            </a:r>
            <a:endParaRPr lang="en-SG" sz="2800" dirty="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86B5E-47A7-D3BC-1DDA-DAB752952493}"/>
              </a:ext>
            </a:extLst>
          </p:cNvPr>
          <p:cNvSpPr txBox="1"/>
          <p:nvPr/>
        </p:nvSpPr>
        <p:spPr>
          <a:xfrm>
            <a:off x="337133" y="1091980"/>
            <a:ext cx="8463775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There shall be showers of blessing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This is the promise of love ;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There shall be seasons refreshing,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Sent from the Saviour above.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Showers of blessing,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Showers of blessing we need ;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Mercy-drops round us are falling,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But for the showers we plead.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6CA3-73E0-375F-0D7F-C70BEB77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1353E76-4E00-A87E-0E3C-673848A4DF96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1BC1-7D83-5120-9C07-D5EA74BE90F4}"/>
              </a:ext>
            </a:extLst>
          </p:cNvPr>
          <p:cNvSpPr txBox="1">
            <a:spLocks/>
          </p:cNvSpPr>
          <p:nvPr/>
        </p:nvSpPr>
        <p:spPr>
          <a:xfrm>
            <a:off x="1123265" y="1238150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</a:t>
            </a:r>
          </a:p>
          <a:p>
            <a:r>
              <a:rPr lang="en-GB" dirty="0">
                <a:solidFill>
                  <a:schemeClr val="bg1"/>
                </a:solidFill>
                <a:latin typeface="Tenorite"/>
              </a:rPr>
              <a:t>How Great Thou Art</a:t>
            </a:r>
          </a:p>
        </p:txBody>
      </p:sp>
    </p:spTree>
    <p:extLst>
      <p:ext uri="{BB962C8B-B14F-4D97-AF65-F5344CB8AC3E}">
        <p14:creationId xmlns:p14="http://schemas.microsoft.com/office/powerpoint/2010/main" val="285880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–”How Great Thou Art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1 of 8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C8DF292C-1F2A-8EF2-074D-1DA8AFA1C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8481EC-08BB-ED03-E11C-17C8D68E8307}"/>
              </a:ext>
            </a:extLst>
          </p:cNvPr>
          <p:cNvSpPr txBox="1"/>
          <p:nvPr/>
        </p:nvSpPr>
        <p:spPr>
          <a:xfrm>
            <a:off x="337134" y="1091980"/>
            <a:ext cx="5577462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 dirty="0">
                <a:ea typeface="+mn-lt"/>
                <a:cs typeface="+mn-lt"/>
              </a:rPr>
              <a:t>O Lord my God, 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when I in awesome wonder</a:t>
            </a:r>
          </a:p>
          <a:p>
            <a:r>
              <a:rPr lang="en-SG" sz="2800" dirty="0">
                <a:ea typeface="+mn-lt"/>
                <a:cs typeface="+mn-lt"/>
              </a:rPr>
              <a:t>Consider all the worlds Thy hands have made</a:t>
            </a:r>
          </a:p>
          <a:p>
            <a:r>
              <a:rPr lang="en-SG" sz="2800" dirty="0">
                <a:ea typeface="+mn-lt"/>
                <a:cs typeface="+mn-lt"/>
              </a:rPr>
              <a:t>I see the stars, 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I hear the rolling thunder</a:t>
            </a:r>
          </a:p>
          <a:p>
            <a:r>
              <a:rPr lang="en-SG" sz="2800" dirty="0">
                <a:ea typeface="+mn-lt"/>
                <a:cs typeface="+mn-lt"/>
              </a:rPr>
              <a:t>Thy power throughout the universe displayed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F537A-59FA-C96B-C336-756BD0AE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2E8F-B286-F8C3-3DBF-DB68DFDF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–”How Great Thou Art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E14FA0-E40F-C792-46E7-DED66F4DE377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A6660-C844-1A3E-528E-926A738A529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2 of 8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83EF9AA-79AD-7092-16BA-F1BAFC604B3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2C7EEE7A-3095-CA14-50D3-FBE7BA78F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BD1EC1-EB2F-A389-AC80-518E99B04FDE}"/>
              </a:ext>
            </a:extLst>
          </p:cNvPr>
          <p:cNvSpPr txBox="1"/>
          <p:nvPr/>
        </p:nvSpPr>
        <p:spPr>
          <a:xfrm>
            <a:off x="337134" y="1091980"/>
            <a:ext cx="5577462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 dirty="0"/>
              <a:t>Then sings my soul, </a:t>
            </a:r>
            <a:br>
              <a:rPr lang="en-SG" sz="2800" dirty="0"/>
            </a:br>
            <a:r>
              <a:rPr lang="en-SG" sz="2800" dirty="0"/>
              <a:t>my Saviour God, to Thee</a:t>
            </a:r>
            <a:br>
              <a:rPr lang="en-SG" sz="2800" dirty="0"/>
            </a:br>
            <a:r>
              <a:rPr lang="en-SG" sz="2800" dirty="0"/>
              <a:t>How great Thou art,</a:t>
            </a:r>
            <a:br>
              <a:rPr lang="en-SG" sz="2800" dirty="0"/>
            </a:br>
            <a:r>
              <a:rPr lang="en-SG" sz="2800" dirty="0"/>
              <a:t>how great Thou art</a:t>
            </a:r>
            <a:br>
              <a:rPr lang="en-SG" sz="2800" dirty="0"/>
            </a:br>
            <a:r>
              <a:rPr lang="en-SG" sz="2800" dirty="0"/>
              <a:t>Then sings my soul, </a:t>
            </a:r>
            <a:br>
              <a:rPr lang="en-SG" sz="2800" dirty="0"/>
            </a:br>
            <a:r>
              <a:rPr lang="en-SG" sz="2800" dirty="0"/>
              <a:t>my Saviour God, to Thee</a:t>
            </a:r>
            <a:br>
              <a:rPr lang="en-SG" sz="2800" dirty="0"/>
            </a:br>
            <a:r>
              <a:rPr lang="en-SG" sz="2800" dirty="0"/>
              <a:t>How great Thou art, </a:t>
            </a:r>
            <a:br>
              <a:rPr lang="en-SG" sz="2800" dirty="0"/>
            </a:br>
            <a:r>
              <a:rPr lang="en-SG" sz="2800" dirty="0"/>
              <a:t>how great Thou art!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0082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A2142-8D8B-4F44-417B-A5F5F44DC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F9F14-5F6A-F4BA-F4E8-56B21BFA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–”How Great Thou Art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9A0A019-0BB1-BA57-995A-AA8E2DE96C5C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76AF84-C5B6-8130-CA9F-9A5949C7283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3 of 8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8F391A1-8BC3-3984-8A2B-854385DE85C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650D1D1E-A94B-C8CC-4CFD-B4336BC3C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F0FA34-88D7-1A43-F3E3-6B95D4B2E20A}"/>
              </a:ext>
            </a:extLst>
          </p:cNvPr>
          <p:cNvSpPr txBox="1"/>
          <p:nvPr/>
        </p:nvSpPr>
        <p:spPr>
          <a:xfrm>
            <a:off x="337134" y="1091980"/>
            <a:ext cx="5577462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 dirty="0"/>
              <a:t>When through the woods, </a:t>
            </a:r>
            <a:br>
              <a:rPr lang="en-SG" sz="2800" dirty="0"/>
            </a:br>
            <a:r>
              <a:rPr lang="en-SG" sz="2800" dirty="0"/>
              <a:t>and forest glades I wander</a:t>
            </a:r>
            <a:br>
              <a:rPr lang="en-SG" sz="2800" dirty="0"/>
            </a:br>
            <a:r>
              <a:rPr lang="en-SG" sz="2800" dirty="0"/>
              <a:t>And hear the birds sing sweetly in the trees</a:t>
            </a:r>
            <a:br>
              <a:rPr lang="en-SG" sz="2800" dirty="0"/>
            </a:br>
            <a:r>
              <a:rPr lang="en-SG" sz="2800" dirty="0"/>
              <a:t>When I look down, </a:t>
            </a:r>
            <a:br>
              <a:rPr lang="en-SG" sz="2800" dirty="0"/>
            </a:br>
            <a:r>
              <a:rPr lang="en-SG" sz="2800" dirty="0"/>
              <a:t>from lofty mountain grandeur</a:t>
            </a:r>
            <a:br>
              <a:rPr lang="en-SG" sz="2800" dirty="0"/>
            </a:br>
            <a:r>
              <a:rPr lang="en-SG" sz="2800" dirty="0"/>
              <a:t>And hear the brook, and feel the gentle breeze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7173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AB098-886B-691C-5F45-B5B940801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F3567-6633-3C20-4172-DDFFAC86C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–”How Great Thou Art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9070B7-35A1-D903-F2BC-02A3C177BC65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6C7CF-3BE8-8AF6-A233-B691853D8D2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4 of 8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D02614A-AA81-9D31-FD23-17DDD774502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09F21711-8170-046B-544A-A9FFA48DC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DE4A2C-AEE0-B5BF-C8D1-DC9FB5141A44}"/>
              </a:ext>
            </a:extLst>
          </p:cNvPr>
          <p:cNvSpPr txBox="1"/>
          <p:nvPr/>
        </p:nvSpPr>
        <p:spPr>
          <a:xfrm>
            <a:off x="337134" y="1091980"/>
            <a:ext cx="5577462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 dirty="0"/>
              <a:t>Then sings my soul, </a:t>
            </a:r>
            <a:br>
              <a:rPr lang="en-SG" sz="2800" dirty="0"/>
            </a:br>
            <a:r>
              <a:rPr lang="en-SG" sz="2800" dirty="0"/>
              <a:t>my Saviour God, to Thee</a:t>
            </a:r>
            <a:br>
              <a:rPr lang="en-SG" sz="2800" dirty="0"/>
            </a:br>
            <a:r>
              <a:rPr lang="en-SG" sz="2800" dirty="0"/>
              <a:t>How great Thou art,</a:t>
            </a:r>
            <a:br>
              <a:rPr lang="en-SG" sz="2800" dirty="0"/>
            </a:br>
            <a:r>
              <a:rPr lang="en-SG" sz="2800" dirty="0"/>
              <a:t>how great Thou art</a:t>
            </a:r>
            <a:br>
              <a:rPr lang="en-SG" sz="2800" dirty="0"/>
            </a:br>
            <a:r>
              <a:rPr lang="en-SG" sz="2800" dirty="0"/>
              <a:t>Then sings my soul, </a:t>
            </a:r>
            <a:br>
              <a:rPr lang="en-SG" sz="2800" dirty="0"/>
            </a:br>
            <a:r>
              <a:rPr lang="en-SG" sz="2800" dirty="0"/>
              <a:t>my Saviour God, to Thee</a:t>
            </a:r>
            <a:br>
              <a:rPr lang="en-SG" sz="2800" dirty="0"/>
            </a:br>
            <a:r>
              <a:rPr lang="en-SG" sz="2800" dirty="0"/>
              <a:t>How great Thou art, </a:t>
            </a:r>
            <a:br>
              <a:rPr lang="en-SG" sz="2800" dirty="0"/>
            </a:br>
            <a:r>
              <a:rPr lang="en-SG" sz="2800" dirty="0"/>
              <a:t>how great Thou art!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4178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8E048-E035-4DAB-12CF-AED7046F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71E1-FAD5-362E-B747-0ECC7B4F7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–”How Great Thou Art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296968-1F74-5FFD-4D19-0F7E9FC8D795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8C0A50-C9A8-FF5F-A82C-A98E854872A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5 of 8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3F9AE49-C4C9-B422-9271-0671206FF0B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2092F2DE-9916-315C-6045-F02AD0F89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FF0D42-66BC-52EF-E3F4-6D35C87F9893}"/>
              </a:ext>
            </a:extLst>
          </p:cNvPr>
          <p:cNvSpPr txBox="1"/>
          <p:nvPr/>
        </p:nvSpPr>
        <p:spPr>
          <a:xfrm>
            <a:off x="337134" y="1091980"/>
            <a:ext cx="5577462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 dirty="0"/>
              <a:t>And when I think, that God, </a:t>
            </a:r>
            <a:br>
              <a:rPr lang="en-SG" sz="2800" dirty="0"/>
            </a:br>
            <a:r>
              <a:rPr lang="en-SG" sz="2800" dirty="0"/>
              <a:t>His Son not sparing</a:t>
            </a:r>
            <a:br>
              <a:rPr lang="en-SG" sz="2800" dirty="0"/>
            </a:br>
            <a:r>
              <a:rPr lang="en-SG" sz="2800" dirty="0"/>
              <a:t>Sent Him to die, </a:t>
            </a:r>
            <a:br>
              <a:rPr lang="en-SG" sz="2800" dirty="0"/>
            </a:br>
            <a:r>
              <a:rPr lang="en-SG" sz="2800" dirty="0"/>
              <a:t>I scarce can take it in</a:t>
            </a:r>
            <a:br>
              <a:rPr lang="en-SG" sz="2800" dirty="0"/>
            </a:br>
            <a:r>
              <a:rPr lang="en-SG" sz="2800" dirty="0"/>
              <a:t>That on the Cross, </a:t>
            </a:r>
            <a:br>
              <a:rPr lang="en-SG" sz="2800" dirty="0"/>
            </a:br>
            <a:r>
              <a:rPr lang="en-SG" sz="2800" dirty="0"/>
              <a:t>my burden gladly bearing</a:t>
            </a:r>
            <a:br>
              <a:rPr lang="en-SG" sz="2800" dirty="0"/>
            </a:br>
            <a:r>
              <a:rPr lang="en-SG" sz="2800" dirty="0"/>
              <a:t>He bled and died </a:t>
            </a:r>
            <a:br>
              <a:rPr lang="en-SG" sz="2800" dirty="0"/>
            </a:br>
            <a:r>
              <a:rPr lang="en-SG" sz="2800" dirty="0"/>
              <a:t>to take away my sin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431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F1228-4B45-3728-3C34-58AF1983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55B6-68E8-F25C-FDFA-94C9405F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–”How Great Thou Art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C7F133-5505-3E6B-418F-41833A0285B1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F3438-271C-E882-47DD-99721853162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6 of 8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DA83F69-7002-0502-371C-2A3C3721C59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07D1A309-93B5-629A-84C3-1CD9780B1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B45892-35B5-88F1-956D-4C21FB1037B2}"/>
              </a:ext>
            </a:extLst>
          </p:cNvPr>
          <p:cNvSpPr txBox="1"/>
          <p:nvPr/>
        </p:nvSpPr>
        <p:spPr>
          <a:xfrm>
            <a:off x="337134" y="1091980"/>
            <a:ext cx="5577462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 dirty="0"/>
              <a:t>Then sings my soul, </a:t>
            </a:r>
            <a:br>
              <a:rPr lang="en-SG" sz="2800" dirty="0"/>
            </a:br>
            <a:r>
              <a:rPr lang="en-SG" sz="2800" dirty="0"/>
              <a:t>my Saviour God, to Thee</a:t>
            </a:r>
            <a:br>
              <a:rPr lang="en-SG" sz="2800" dirty="0"/>
            </a:br>
            <a:r>
              <a:rPr lang="en-SG" sz="2800" dirty="0"/>
              <a:t>How great Thou art,</a:t>
            </a:r>
            <a:br>
              <a:rPr lang="en-SG" sz="2800" dirty="0"/>
            </a:br>
            <a:r>
              <a:rPr lang="en-SG" sz="2800" dirty="0"/>
              <a:t>how great Thou art</a:t>
            </a:r>
            <a:br>
              <a:rPr lang="en-SG" sz="2800" dirty="0"/>
            </a:br>
            <a:r>
              <a:rPr lang="en-SG" sz="2800" dirty="0"/>
              <a:t>Then sings my soul, </a:t>
            </a:r>
            <a:br>
              <a:rPr lang="en-SG" sz="2800" dirty="0"/>
            </a:br>
            <a:r>
              <a:rPr lang="en-SG" sz="2800" dirty="0"/>
              <a:t>my Saviour God, to Thee</a:t>
            </a:r>
            <a:br>
              <a:rPr lang="en-SG" sz="2800" dirty="0"/>
            </a:br>
            <a:r>
              <a:rPr lang="en-SG" sz="2800" dirty="0"/>
              <a:t>How great Thou art, </a:t>
            </a:r>
            <a:br>
              <a:rPr lang="en-SG" sz="2800" dirty="0"/>
            </a:br>
            <a:r>
              <a:rPr lang="en-SG" sz="2800" dirty="0"/>
              <a:t>how great Thou art!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3004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55D75-1B66-519D-37A4-DBAB70958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143B-3377-83BF-CD1F-1CE2ED3E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–”How Great Thou Art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92197B6-0102-9263-39E9-4458559301A9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083A5-C044-22B5-1B32-EB10BC1A656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7 of 8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0604EF4-0FED-C62D-E57D-7271FF91F9E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94A35E2E-3ECF-61F2-D89C-8A3633D26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4FAE16-E74C-1C86-ABEC-95568221D936}"/>
              </a:ext>
            </a:extLst>
          </p:cNvPr>
          <p:cNvSpPr txBox="1"/>
          <p:nvPr/>
        </p:nvSpPr>
        <p:spPr>
          <a:xfrm>
            <a:off x="337134" y="1091980"/>
            <a:ext cx="5577462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 dirty="0"/>
              <a:t>When Christ shall come, </a:t>
            </a:r>
            <a:br>
              <a:rPr lang="en-SG" sz="2800" dirty="0"/>
            </a:br>
            <a:r>
              <a:rPr lang="en-SG" sz="2800" dirty="0"/>
              <a:t>with shout of acclamation</a:t>
            </a:r>
            <a:br>
              <a:rPr lang="en-SG" sz="2800" dirty="0"/>
            </a:br>
            <a:r>
              <a:rPr lang="en-SG" sz="2800" dirty="0"/>
              <a:t>And take me home, </a:t>
            </a:r>
            <a:br>
              <a:rPr lang="en-SG" sz="2800" dirty="0"/>
            </a:br>
            <a:r>
              <a:rPr lang="en-SG" sz="2800" dirty="0"/>
              <a:t>what joy shall fill my heart</a:t>
            </a:r>
            <a:br>
              <a:rPr lang="en-SG" sz="2800" dirty="0"/>
            </a:br>
            <a:r>
              <a:rPr lang="en-SG" sz="2800" dirty="0"/>
              <a:t>Then I shall bow, </a:t>
            </a:r>
            <a:br>
              <a:rPr lang="en-SG" sz="2800" dirty="0"/>
            </a:br>
            <a:r>
              <a:rPr lang="en-SG" sz="2800" dirty="0"/>
              <a:t>in humble adoration</a:t>
            </a:r>
            <a:br>
              <a:rPr lang="en-SG" sz="2800" dirty="0"/>
            </a:br>
            <a:r>
              <a:rPr lang="en-SG" sz="2800" dirty="0"/>
              <a:t>And then proclaim: </a:t>
            </a:r>
            <a:br>
              <a:rPr lang="en-SG" sz="2800" dirty="0"/>
            </a:br>
            <a:r>
              <a:rPr lang="en-SG" sz="2800" dirty="0"/>
              <a:t>"My God, how great Thou art!"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8500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999A6-F2A7-25D3-4DDB-823C99B0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8BB1-2807-B534-551E-1609CE568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–”How Great Thou Art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A6892A-DFD1-7ABB-4F49-0D15DAC04B31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8562AC-4A14-FFE9-4C57-DBB8A19C7B8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8 of 8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A799015-6A4C-2401-9BDC-23FE816630F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 descr="Qr code with a pay now logo on it&#10;&#10;AI-generated content may be incorrect.">
            <a:extLst>
              <a:ext uri="{FF2B5EF4-FFF2-40B4-BE49-F238E27FC236}">
                <a16:creationId xmlns:a16="http://schemas.microsoft.com/office/drawing/2014/main" id="{E6DBE836-955E-C62F-E72A-F21A2F413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5" y="799379"/>
            <a:ext cx="2888589" cy="29603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7B1CC8-60A0-3E22-2B41-CECFB4C05064}"/>
              </a:ext>
            </a:extLst>
          </p:cNvPr>
          <p:cNvSpPr txBox="1"/>
          <p:nvPr/>
        </p:nvSpPr>
        <p:spPr>
          <a:xfrm>
            <a:off x="337134" y="1091980"/>
            <a:ext cx="5577462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 dirty="0"/>
              <a:t>Then sings my soul, </a:t>
            </a:r>
            <a:br>
              <a:rPr lang="en-SG" sz="2800" dirty="0"/>
            </a:br>
            <a:r>
              <a:rPr lang="en-SG" sz="2800" dirty="0"/>
              <a:t>my Saviour God, to Thee</a:t>
            </a:r>
            <a:br>
              <a:rPr lang="en-SG" sz="2800" dirty="0"/>
            </a:br>
            <a:r>
              <a:rPr lang="en-SG" sz="2800" dirty="0"/>
              <a:t>How great Thou art,</a:t>
            </a:r>
            <a:br>
              <a:rPr lang="en-SG" sz="2800" dirty="0"/>
            </a:br>
            <a:r>
              <a:rPr lang="en-SG" sz="2800" dirty="0"/>
              <a:t>how great Thou art</a:t>
            </a:r>
            <a:br>
              <a:rPr lang="en-SG" sz="2800" dirty="0"/>
            </a:br>
            <a:r>
              <a:rPr lang="en-SG" sz="2800" dirty="0"/>
              <a:t>Then sings my soul, </a:t>
            </a:r>
            <a:br>
              <a:rPr lang="en-SG" sz="2800" dirty="0"/>
            </a:br>
            <a:r>
              <a:rPr lang="en-SG" sz="2800" dirty="0"/>
              <a:t>my Saviour God, to Thee</a:t>
            </a:r>
            <a:br>
              <a:rPr lang="en-SG" sz="2800" dirty="0"/>
            </a:br>
            <a:r>
              <a:rPr lang="en-SG" sz="2800" dirty="0"/>
              <a:t>How great Thou art, </a:t>
            </a:r>
            <a:br>
              <a:rPr lang="en-SG" sz="2800" dirty="0"/>
            </a:br>
            <a:r>
              <a:rPr lang="en-SG" sz="2800" dirty="0"/>
              <a:t>how great Thou art!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4907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8354-3F09-B87E-2813-F0881990A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0AA799B-1792-FB47-777E-239B57F1D791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F5DEE-9CF3-1F50-9E6E-C7302571A20E}"/>
              </a:ext>
            </a:extLst>
          </p:cNvPr>
          <p:cNvSpPr txBox="1">
            <a:spLocks/>
          </p:cNvSpPr>
          <p:nvPr/>
        </p:nvSpPr>
        <p:spPr>
          <a:xfrm>
            <a:off x="1127800" y="1510642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Confession</a:t>
            </a:r>
          </a:p>
          <a:p>
            <a:r>
              <a:rPr lang="en-GB" dirty="0">
                <a:solidFill>
                  <a:schemeClr val="bg1"/>
                </a:solidFill>
                <a:latin typeface="Tenorite"/>
              </a:rPr>
              <a:t>Hymn No 473</a:t>
            </a:r>
          </a:p>
        </p:txBody>
      </p:sp>
    </p:spTree>
    <p:extLst>
      <p:ext uri="{BB962C8B-B14F-4D97-AF65-F5344CB8AC3E}">
        <p14:creationId xmlns:p14="http://schemas.microsoft.com/office/powerpoint/2010/main" val="1345174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2CDA9-7369-4F5B-1CDE-3D3F3B2C9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EA1B-049D-1F48-2018-4BF217E05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577"/>
            <a:ext cx="9144000" cy="612000"/>
          </a:xfrm>
        </p:spPr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Confession :Hymn No 473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D1D43-1F19-B0D4-5529-532492189842}"/>
              </a:ext>
            </a:extLst>
          </p:cNvPr>
          <p:cNvSpPr txBox="1"/>
          <p:nvPr/>
        </p:nvSpPr>
        <p:spPr>
          <a:xfrm>
            <a:off x="6858000" y="4737895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 dirty="0">
                <a:highlight>
                  <a:srgbClr val="FFFFFF"/>
                </a:highlight>
                <a:latin typeface="Segoe UI"/>
              </a:rPr>
              <a:t>Confession Song : </a:t>
            </a:r>
            <a:r>
              <a:rPr lang="en-US" sz="1400" dirty="0">
                <a:highlight>
                  <a:srgbClr val="FFFFFF"/>
                </a:highlight>
                <a:latin typeface="Segoe UI"/>
              </a:rPr>
              <a:t>1</a:t>
            </a:r>
            <a:r>
              <a:rPr lang="en-US" sz="1400" baseline="0" dirty="0">
                <a:highlight>
                  <a:srgbClr val="FFFFFF"/>
                </a:highlight>
                <a:latin typeface="Segoe UI"/>
              </a:rPr>
              <a:t> of </a:t>
            </a:r>
            <a:r>
              <a:rPr lang="en-US" sz="1400" dirty="0">
                <a:highlight>
                  <a:srgbClr val="FFFFFF"/>
                </a:highlight>
                <a:latin typeface="Segoe UI"/>
              </a:rPr>
              <a:t>1</a:t>
            </a:r>
            <a:endParaRPr lang="en-GB" sz="1400" dirty="0">
              <a:latin typeface="Segoe UI"/>
              <a:cs typeface="Segoe UI"/>
            </a:endParaRPr>
          </a:p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0EE40-AD2A-7FF7-ED3F-0E3DEC637D3A}"/>
              </a:ext>
            </a:extLst>
          </p:cNvPr>
          <p:cNvSpPr/>
          <p:nvPr/>
        </p:nvSpPr>
        <p:spPr>
          <a:xfrm>
            <a:off x="882395" y="829132"/>
            <a:ext cx="7379210" cy="31085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Just as I am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without one plea,</a:t>
            </a:r>
          </a:p>
          <a:p>
            <a:pPr algn="ctr"/>
            <a:r>
              <a:rPr lang="en-SG" sz="2800" dirty="0">
                <a:latin typeface="Segoe UI"/>
                <a:ea typeface="Roboto"/>
                <a:cs typeface="Roboto"/>
              </a:rPr>
              <a:t>But that Thy blood was shed for me,</a:t>
            </a:r>
          </a:p>
          <a:p>
            <a:pPr algn="ctr"/>
            <a:r>
              <a:rPr lang="en-SG" sz="2800" dirty="0">
                <a:latin typeface="Segoe UI"/>
                <a:ea typeface="Roboto"/>
                <a:cs typeface="Roboto"/>
              </a:rPr>
              <a:t>And that Thou </a:t>
            </a:r>
            <a:r>
              <a:rPr lang="en-SG" sz="2800" dirty="0" err="1">
                <a:latin typeface="Segoe UI"/>
                <a:ea typeface="Roboto"/>
                <a:cs typeface="Roboto"/>
              </a:rPr>
              <a:t>bidd'st</a:t>
            </a:r>
            <a:r>
              <a:rPr lang="en-SG" sz="2800" dirty="0">
                <a:latin typeface="Segoe UI"/>
                <a:ea typeface="Roboto"/>
                <a:cs typeface="Roboto"/>
              </a:rPr>
              <a:t> me come to Thee</a:t>
            </a:r>
          </a:p>
          <a:p>
            <a:pPr algn="ctr"/>
            <a:r>
              <a:rPr lang="en-SG" sz="2800" dirty="0">
                <a:latin typeface="Segoe UI"/>
                <a:ea typeface="Roboto"/>
                <a:cs typeface="Roboto"/>
              </a:rPr>
              <a:t>O Lamb of God, I come ! 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I come</a:t>
            </a:r>
            <a:endParaRPr lang="en-SG" sz="2800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46764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473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2F2D-2848-4FB3-B6D4-0BB5B0F6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7A13-13E7-8349-7588-9EA80AF9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473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6442D94-FAEA-7015-DF42-EEEE78CE31C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F8FA4-919C-52F2-18AE-C8523AFD94A9}"/>
              </a:ext>
            </a:extLst>
          </p:cNvPr>
          <p:cNvSpPr txBox="1"/>
          <p:nvPr/>
        </p:nvSpPr>
        <p:spPr>
          <a:xfrm>
            <a:off x="686946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CE2BAC-094B-550F-82E3-713CAECEB061}"/>
              </a:ext>
            </a:extLst>
          </p:cNvPr>
          <p:cNvSpPr/>
          <p:nvPr/>
        </p:nvSpPr>
        <p:spPr>
          <a:xfrm>
            <a:off x="882395" y="829132"/>
            <a:ext cx="7379210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Just as I am — without one plea,</a:t>
            </a: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But that Thy blood was shed for me,</a:t>
            </a: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And that Thou </a:t>
            </a:r>
            <a:r>
              <a:rPr lang="en-SG" sz="2800" dirty="0" err="1">
                <a:latin typeface="Segoe UI"/>
                <a:ea typeface="Roboto"/>
                <a:cs typeface="Roboto"/>
              </a:rPr>
              <a:t>bidd'st</a:t>
            </a:r>
            <a:r>
              <a:rPr lang="en-SG" sz="2800" dirty="0">
                <a:latin typeface="Segoe UI"/>
                <a:ea typeface="Roboto"/>
                <a:cs typeface="Roboto"/>
              </a:rPr>
              <a:t> me come to Thee</a:t>
            </a: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O Lamb of God, I come ! 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I come</a:t>
            </a:r>
            <a:endParaRPr lang="en-SG" sz="2800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30807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7F11D-9ABB-7726-D47E-301BBB8D6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D6761-4067-C05F-411B-5B279AFB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473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861C10C-7DA1-7F01-462E-DB751F35506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2A855-0302-4AC5-459E-F365224D86AE}"/>
              </a:ext>
            </a:extLst>
          </p:cNvPr>
          <p:cNvSpPr txBox="1"/>
          <p:nvPr/>
        </p:nvSpPr>
        <p:spPr>
          <a:xfrm>
            <a:off x="686946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74099A-E2DC-2B1B-BF0E-027DACB5DDDF}"/>
              </a:ext>
            </a:extLst>
          </p:cNvPr>
          <p:cNvSpPr/>
          <p:nvPr/>
        </p:nvSpPr>
        <p:spPr>
          <a:xfrm>
            <a:off x="882395" y="829132"/>
            <a:ext cx="7379210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Just as I am — poor, wretched, blind,</a:t>
            </a: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Sight, riches, healing of the mind;</a:t>
            </a: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Yea, all I need, in Thee to find,</a:t>
            </a: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O Lamb of God, I come</a:t>
            </a:r>
            <a:endParaRPr lang="en-SG" sz="2800" dirty="0">
              <a:solidFill>
                <a:srgbClr val="FF0000"/>
              </a:solidFill>
              <a:latin typeface="Segoe UI"/>
              <a:ea typeface="Roboto"/>
              <a:cs typeface="Segoe UI"/>
            </a:endParaRPr>
          </a:p>
          <a:p>
            <a:r>
              <a:rPr lang="en-SG" sz="2800" dirty="0">
                <a:latin typeface="Segoe UI"/>
                <a:ea typeface="Roboto"/>
                <a:cs typeface="Segoe UI"/>
              </a:rPr>
              <a:t>I come</a:t>
            </a:r>
            <a:endParaRPr lang="en-SG" sz="2800" dirty="0">
              <a:latin typeface="Segoe UI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722334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DD960-DFA0-58B6-2EDD-EDE5ADED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5F3FB-21A9-AD88-3F5B-E913489F3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473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72CE7F2-DF9D-E353-9935-0E9991F9B31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A03A1-6076-FB3E-A2BE-48B38F03D8AF}"/>
              </a:ext>
            </a:extLst>
          </p:cNvPr>
          <p:cNvSpPr txBox="1"/>
          <p:nvPr/>
        </p:nvSpPr>
        <p:spPr>
          <a:xfrm>
            <a:off x="686946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8D0DD9-3557-5233-1AEA-6C49D102E206}"/>
              </a:ext>
            </a:extLst>
          </p:cNvPr>
          <p:cNvSpPr/>
          <p:nvPr/>
        </p:nvSpPr>
        <p:spPr>
          <a:xfrm>
            <a:off x="882395" y="829132"/>
            <a:ext cx="7379210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Just as I am — Thou wilt receive,</a:t>
            </a: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Wilt welcome, pardon, cleanse, relieve</a:t>
            </a: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Because thy promise I believe, 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O Lamb of God, I come !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I come</a:t>
            </a:r>
          </a:p>
        </p:txBody>
      </p:sp>
    </p:spTree>
    <p:extLst>
      <p:ext uri="{BB962C8B-B14F-4D97-AF65-F5344CB8AC3E}">
        <p14:creationId xmlns:p14="http://schemas.microsoft.com/office/powerpoint/2010/main" val="1469605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FAF19-D0A0-8140-039E-8E8283496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2893-271E-E2D7-EAFA-DE33DAF73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473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48E3A3F-2590-6727-1084-8BB055E274C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E6E47D-190E-1837-5057-5E8C17252714}"/>
              </a:ext>
            </a:extLst>
          </p:cNvPr>
          <p:cNvSpPr txBox="1"/>
          <p:nvPr/>
        </p:nvSpPr>
        <p:spPr>
          <a:xfrm>
            <a:off x="686946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9C41B5-E7B3-4710-0587-6E23F476E1FD}"/>
              </a:ext>
            </a:extLst>
          </p:cNvPr>
          <p:cNvSpPr/>
          <p:nvPr/>
        </p:nvSpPr>
        <p:spPr>
          <a:xfrm>
            <a:off x="882395" y="829132"/>
            <a:ext cx="7379210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Just as I am — Thy love unknown</a:t>
            </a: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Has broken every barrier down</a:t>
            </a: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Now to be Thine, yea, Thine alone,</a:t>
            </a:r>
          </a:p>
          <a:p>
            <a:r>
              <a:rPr lang="en-SG" sz="2800" dirty="0">
                <a:latin typeface="Segoe UI"/>
                <a:ea typeface="Roboto"/>
                <a:cs typeface="Roboto"/>
              </a:rPr>
              <a:t>O Lamb of God, I come !</a:t>
            </a:r>
            <a:br>
              <a:rPr lang="en-SG" sz="2800" dirty="0">
                <a:latin typeface="Segoe UI"/>
                <a:ea typeface="Roboto"/>
                <a:cs typeface="Roboto"/>
              </a:rPr>
            </a:br>
            <a:r>
              <a:rPr lang="en-SG" sz="2800" dirty="0">
                <a:latin typeface="Segoe UI"/>
                <a:ea typeface="Roboto"/>
                <a:cs typeface="Roboto"/>
              </a:rPr>
              <a:t>I come</a:t>
            </a:r>
          </a:p>
        </p:txBody>
      </p:sp>
    </p:spTree>
    <p:extLst>
      <p:ext uri="{BB962C8B-B14F-4D97-AF65-F5344CB8AC3E}">
        <p14:creationId xmlns:p14="http://schemas.microsoft.com/office/powerpoint/2010/main" val="1865976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–My God And Is Thy Table Spread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FC5D9-5094-4620-A837-75B723895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5BAD-4E30-4D15-0DA1-77353CD3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My God And Is Thy Table Spread</a:t>
            </a:r>
            <a:endParaRPr lang="en-US" sz="2800" dirty="0" err="1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A552082-0627-800D-8737-168E90E1EBD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6E6BE-F279-39E6-CFCC-E5BD578A9CFB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1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CB3C4-ACB9-4791-CF0B-D2D340BB7563}"/>
              </a:ext>
            </a:extLst>
          </p:cNvPr>
          <p:cNvSpPr txBox="1"/>
          <p:nvPr/>
        </p:nvSpPr>
        <p:spPr>
          <a:xfrm>
            <a:off x="1088756" y="790979"/>
            <a:ext cx="6966488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ea typeface="+mn-lt"/>
                <a:cs typeface="+mn-lt"/>
              </a:rPr>
              <a:t>My God, and is thy table spread,</a:t>
            </a:r>
          </a:p>
          <a:p>
            <a:pPr lvl="1"/>
            <a:r>
              <a:rPr lang="en-SG" sz="2800" dirty="0">
                <a:latin typeface="Segoe UI"/>
                <a:ea typeface="+mn-lt"/>
                <a:cs typeface="+mn-lt"/>
              </a:rPr>
              <a:t>and doth thy cup with love </a:t>
            </a:r>
            <a:r>
              <a:rPr lang="en-SG" sz="2800" dirty="0" err="1">
                <a:latin typeface="Segoe UI"/>
                <a:ea typeface="+mn-lt"/>
                <a:cs typeface="+mn-lt"/>
              </a:rPr>
              <a:t>o'erflow</a:t>
            </a:r>
            <a:r>
              <a:rPr lang="en-SG" sz="2800" dirty="0">
                <a:latin typeface="Segoe UI"/>
                <a:ea typeface="+mn-lt"/>
                <a:cs typeface="+mn-lt"/>
              </a:rPr>
              <a:t>?</a:t>
            </a:r>
          </a:p>
          <a:p>
            <a:pPr lvl="1"/>
            <a:r>
              <a:rPr lang="en-SG" sz="2800" dirty="0">
                <a:latin typeface="Segoe UI"/>
                <a:ea typeface="+mn-lt"/>
                <a:cs typeface="+mn-lt"/>
              </a:rPr>
              <a:t>Thither be all thy children led,</a:t>
            </a:r>
          </a:p>
          <a:p>
            <a:pPr lvl="1"/>
            <a:r>
              <a:rPr lang="en-SG" sz="2800" dirty="0">
                <a:latin typeface="Segoe UI"/>
                <a:ea typeface="+mn-lt"/>
                <a:cs typeface="+mn-lt"/>
              </a:rPr>
              <a:t>and let them all thy sweetness know</a:t>
            </a:r>
            <a:br>
              <a:rPr lang="en-SG" sz="2800" dirty="0">
                <a:latin typeface="Segoe UI"/>
                <a:ea typeface="+mn-lt"/>
                <a:cs typeface="+mn-lt"/>
              </a:rPr>
            </a:br>
            <a:endParaRPr lang="en-SG" sz="2800" dirty="0">
              <a:latin typeface="Segoe UI"/>
              <a:ea typeface="+mn-lt"/>
              <a:cs typeface="+mn-lt"/>
            </a:endParaRPr>
          </a:p>
          <a:p>
            <a:pPr lvl="1"/>
            <a:r>
              <a:rPr lang="en-SG" sz="2800" dirty="0"/>
              <a:t>Hail, sacred feast which Jesus makes,</a:t>
            </a:r>
            <a:br>
              <a:rPr lang="en-SG" sz="2800" dirty="0"/>
            </a:br>
            <a:r>
              <a:rPr lang="en-SG" sz="2800" dirty="0"/>
              <a:t>rich banquet of his flesh and blood!</a:t>
            </a:r>
            <a:br>
              <a:rPr lang="en-SG" sz="2800" dirty="0"/>
            </a:br>
            <a:r>
              <a:rPr lang="en-SG" sz="2800" dirty="0"/>
              <a:t>Thrice happy he who here partakes</a:t>
            </a:r>
            <a:br>
              <a:rPr lang="en-SG" sz="2800" dirty="0"/>
            </a:br>
            <a:r>
              <a:rPr lang="en-SG" sz="2800" dirty="0"/>
              <a:t>that sacred stream, that heavenly food.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19081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25FE-099C-336C-A678-1E84E7C3A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D057-5408-D697-6120-39F92AA7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My God And Is Thy Table Spread</a:t>
            </a:r>
            <a:endParaRPr lang="en-US" sz="2800" dirty="0" err="1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C2C1960-3AD4-3519-0CCE-95F1F72429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4EB515-557B-6D39-66F5-1EA90F18AF88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2 : 2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967B37-3F63-54F0-AA0A-1C6CD194CBC7}"/>
              </a:ext>
            </a:extLst>
          </p:cNvPr>
          <p:cNvSpPr txBox="1"/>
          <p:nvPr/>
        </p:nvSpPr>
        <p:spPr>
          <a:xfrm>
            <a:off x="1088756" y="790979"/>
            <a:ext cx="6966488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/>
              <a:t>Why are its bounties all in vain</a:t>
            </a:r>
            <a:br>
              <a:rPr lang="en-SG" sz="2800" dirty="0"/>
            </a:br>
            <a:r>
              <a:rPr lang="en-SG" sz="2800" dirty="0"/>
              <a:t>before unwilling hearts displayed?</a:t>
            </a:r>
            <a:br>
              <a:rPr lang="en-SG" sz="2800" dirty="0"/>
            </a:br>
            <a:r>
              <a:rPr lang="en-SG" sz="2800" dirty="0"/>
              <a:t>Was not for them the Victim slain?</a:t>
            </a:r>
            <a:br>
              <a:rPr lang="en-SG" sz="2800" dirty="0"/>
            </a:br>
            <a:r>
              <a:rPr lang="en-SG" sz="2800" dirty="0"/>
              <a:t>Are they forbid the children's bread?</a:t>
            </a:r>
            <a:br>
              <a:rPr lang="en-SG" sz="2800" dirty="0">
                <a:latin typeface="Segoe UI"/>
                <a:ea typeface="+mn-lt"/>
                <a:cs typeface="+mn-lt"/>
              </a:rPr>
            </a:br>
            <a:endParaRPr lang="en-SG" sz="2800" dirty="0">
              <a:latin typeface="Segoe UI"/>
              <a:ea typeface="+mn-lt"/>
              <a:cs typeface="+mn-lt"/>
            </a:endParaRPr>
          </a:p>
          <a:p>
            <a:pPr lvl="1"/>
            <a:r>
              <a:rPr lang="en-SG" sz="2800" dirty="0"/>
              <a:t>O let thy table honoured be,</a:t>
            </a:r>
            <a:br>
              <a:rPr lang="en-SG" sz="2800" dirty="0"/>
            </a:br>
            <a:r>
              <a:rPr lang="en-SG" sz="2800" dirty="0"/>
              <a:t>and furnished well with joyful guests;</a:t>
            </a:r>
            <a:br>
              <a:rPr lang="en-SG" sz="2800" dirty="0"/>
            </a:br>
            <a:r>
              <a:rPr lang="en-SG" sz="2800" dirty="0"/>
              <a:t>and may each soul salvation see,</a:t>
            </a:r>
            <a:br>
              <a:rPr lang="en-SG" sz="2800" dirty="0"/>
            </a:br>
            <a:r>
              <a:rPr lang="en-SG" sz="2800" dirty="0"/>
              <a:t>that here its sacred pledges tastes.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72077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44C2-C095-B991-A67C-B2286FCC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E04C-B759-98C7-6590-FCFECE931E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C419B08-7D07-78F7-C22F-D1C9EBD4B8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B70EC7-394D-7001-14F7-2950348E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This is my Father’s World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7468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A7057-A939-16EA-181C-60BBCD43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D805-7911-16CA-A722-063170F8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This is my Father’s World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E8C10-8BFC-A8B2-9E87-AAAAEB29952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D59EC-CD8C-F999-74F8-B79769C11A43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049121C-FC62-B7F5-94A7-53CFEFC02D1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8C98F-D77C-499D-4ACC-B689A1E1BCA2}"/>
              </a:ext>
            </a:extLst>
          </p:cNvPr>
          <p:cNvSpPr txBox="1"/>
          <p:nvPr/>
        </p:nvSpPr>
        <p:spPr>
          <a:xfrm>
            <a:off x="1088756" y="790979"/>
            <a:ext cx="6966488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/>
              <a:t>This is my Father’s world,</a:t>
            </a:r>
          </a:p>
          <a:p>
            <a:pPr lvl="1"/>
            <a:r>
              <a:rPr lang="en-SG" sz="2800" dirty="0"/>
              <a:t>And to my </a:t>
            </a:r>
            <a:r>
              <a:rPr lang="en-SG" sz="2800" dirty="0" err="1"/>
              <a:t>list’ning</a:t>
            </a:r>
            <a:r>
              <a:rPr lang="en-SG" sz="2800" dirty="0"/>
              <a:t> ears,</a:t>
            </a:r>
          </a:p>
          <a:p>
            <a:pPr lvl="1"/>
            <a:r>
              <a:rPr lang="en-SG" sz="2800" dirty="0"/>
              <a:t>All nature sings, and round me rings</a:t>
            </a:r>
          </a:p>
          <a:p>
            <a:pPr lvl="1"/>
            <a:r>
              <a:rPr lang="en-SG" sz="2800" dirty="0"/>
              <a:t>The music of the spheres.</a:t>
            </a:r>
          </a:p>
          <a:p>
            <a:pPr lvl="1"/>
            <a:r>
              <a:rPr lang="en-SG" sz="2800" dirty="0"/>
              <a:t>This is my Father’s world, </a:t>
            </a:r>
            <a:br>
              <a:rPr lang="en-SG" sz="2800" dirty="0"/>
            </a:br>
            <a:r>
              <a:rPr lang="en-SG" sz="2800" dirty="0"/>
              <a:t>I rest me in the thought</a:t>
            </a:r>
          </a:p>
          <a:p>
            <a:pPr lvl="1"/>
            <a:r>
              <a:rPr lang="en-SG" sz="2800" dirty="0"/>
              <a:t>Of rocks and trees, of skies and seas; </a:t>
            </a:r>
          </a:p>
          <a:p>
            <a:pPr lvl="1"/>
            <a:r>
              <a:rPr lang="en-SG" sz="2800" dirty="0"/>
              <a:t>His hand the wonders wrought.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736552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B8901-F776-4B0E-2758-5C9DBBAE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3F69-19E1-B0B6-0C88-FD4D96AD4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This is my Father’s World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93C1CD-09F6-3BCA-B364-17046F1DA65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2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7D6E59-7D9B-A02E-626D-EC9994DC5949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9E24456-41AE-BC51-14F8-8DD136BB258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02B70-C956-73C0-0F5E-C883613B502B}"/>
              </a:ext>
            </a:extLst>
          </p:cNvPr>
          <p:cNvSpPr txBox="1"/>
          <p:nvPr/>
        </p:nvSpPr>
        <p:spPr>
          <a:xfrm>
            <a:off x="1088756" y="790979"/>
            <a:ext cx="6966488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/>
              <a:t>This is my Father’s world,</a:t>
            </a:r>
          </a:p>
          <a:p>
            <a:pPr lvl="1"/>
            <a:r>
              <a:rPr lang="en-SG" sz="2800" dirty="0"/>
              <a:t>The birds their carols raise;</a:t>
            </a:r>
          </a:p>
          <a:p>
            <a:pPr lvl="1"/>
            <a:r>
              <a:rPr lang="en-SG" sz="2800" dirty="0"/>
              <a:t>The morning light, the lily white</a:t>
            </a:r>
          </a:p>
          <a:p>
            <a:pPr lvl="1"/>
            <a:r>
              <a:rPr lang="en-SG" sz="2800" dirty="0"/>
              <a:t>Declare their Maker’s praise.</a:t>
            </a:r>
          </a:p>
          <a:p>
            <a:pPr lvl="1"/>
            <a:r>
              <a:rPr lang="en-SG" sz="2800" dirty="0"/>
              <a:t>This is my Father’s world,</a:t>
            </a:r>
          </a:p>
          <a:p>
            <a:pPr lvl="1"/>
            <a:r>
              <a:rPr lang="en-SG" sz="2800" dirty="0"/>
              <a:t>He shines in all that’s fair;</a:t>
            </a:r>
          </a:p>
          <a:p>
            <a:pPr lvl="1"/>
            <a:r>
              <a:rPr lang="en-SG" sz="2800" dirty="0"/>
              <a:t>In the rustling grass I hear Him pass,</a:t>
            </a:r>
          </a:p>
          <a:p>
            <a:pPr lvl="1"/>
            <a:r>
              <a:rPr lang="en-SG" sz="2800" dirty="0"/>
              <a:t>He speaks to me </a:t>
            </a:r>
            <a:r>
              <a:rPr lang="en-SG" sz="2800" dirty="0" err="1"/>
              <a:t>ev’rywhere</a:t>
            </a:r>
            <a:r>
              <a:rPr lang="en-SG" sz="2800" dirty="0"/>
              <a:t>.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760297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1DBF-9FDB-1073-AB32-2D8A02A17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2EF7-98D6-410F-39B6-12CAF1D5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This is my Father’s World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80E69-7A5A-017B-A005-2700C0C4110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3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62B856-0F5F-9CD5-5E1D-960CABCAEC27}"/>
              </a:ext>
            </a:extLst>
          </p:cNvPr>
          <p:cNvSpPr txBox="1"/>
          <p:nvPr/>
        </p:nvSpPr>
        <p:spPr>
          <a:xfrm>
            <a:off x="0" y="692580"/>
            <a:ext cx="9040304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0A7EA78-3D01-D3F2-8A0C-AE59DBAF69B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945797-0A9D-8398-CC9D-A60EFEC76843}"/>
              </a:ext>
            </a:extLst>
          </p:cNvPr>
          <p:cNvSpPr txBox="1"/>
          <p:nvPr/>
        </p:nvSpPr>
        <p:spPr>
          <a:xfrm>
            <a:off x="1088756" y="790979"/>
            <a:ext cx="758254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/>
              <a:t>This is my Father’s world,</a:t>
            </a:r>
          </a:p>
          <a:p>
            <a:pPr lvl="1"/>
            <a:r>
              <a:rPr lang="en-SG" sz="2800" dirty="0"/>
              <a:t>O let me ne’er forget </a:t>
            </a:r>
          </a:p>
          <a:p>
            <a:pPr lvl="1"/>
            <a:r>
              <a:rPr lang="en-SG" sz="2800" dirty="0"/>
              <a:t>That though the wrong seems oft so strong,</a:t>
            </a:r>
          </a:p>
          <a:p>
            <a:pPr lvl="1"/>
            <a:r>
              <a:rPr lang="en-SG" sz="2800" dirty="0"/>
              <a:t>God is the Ruler yet.</a:t>
            </a:r>
          </a:p>
          <a:p>
            <a:pPr lvl="1"/>
            <a:r>
              <a:rPr lang="en-SG" sz="2800" dirty="0"/>
              <a:t>This is my Father’s world,</a:t>
            </a:r>
          </a:p>
          <a:p>
            <a:pPr lvl="1"/>
            <a:r>
              <a:rPr lang="en-SG" sz="2800" dirty="0"/>
              <a:t>The battle is not done;</a:t>
            </a:r>
          </a:p>
          <a:p>
            <a:pPr lvl="1"/>
            <a:r>
              <a:rPr lang="en-SG" sz="2800" dirty="0"/>
              <a:t>Jesus who died shall be satisfied,</a:t>
            </a:r>
          </a:p>
          <a:p>
            <a:pPr lvl="1"/>
            <a:r>
              <a:rPr lang="en-SG" sz="2800" dirty="0"/>
              <a:t>And earth and </a:t>
            </a:r>
            <a:r>
              <a:rPr lang="en-SG" sz="2800" dirty="0" err="1"/>
              <a:t>heav’n</a:t>
            </a:r>
            <a:r>
              <a:rPr lang="en-SG" sz="2800" dirty="0"/>
              <a:t> be one.</a:t>
            </a:r>
          </a:p>
        </p:txBody>
      </p:sp>
    </p:spTree>
    <p:extLst>
      <p:ext uri="{BB962C8B-B14F-4D97-AF65-F5344CB8AC3E}">
        <p14:creationId xmlns:p14="http://schemas.microsoft.com/office/powerpoint/2010/main" val="14624451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 Fairest Lord Jesus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Fairest Lord Jesus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1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EA738-8AB2-FF1E-0C34-64791933505C}"/>
              </a:ext>
            </a:extLst>
          </p:cNvPr>
          <p:cNvSpPr txBox="1"/>
          <p:nvPr/>
        </p:nvSpPr>
        <p:spPr>
          <a:xfrm>
            <a:off x="1088756" y="790979"/>
            <a:ext cx="7582546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br>
              <a:rPr lang="en-SG" sz="2800" dirty="0"/>
            </a:br>
            <a:r>
              <a:rPr lang="en-SG" sz="2800" dirty="0"/>
              <a:t>Fairest Lord Jesus, </a:t>
            </a:r>
            <a:br>
              <a:rPr lang="en-SG" sz="2800" dirty="0"/>
            </a:br>
            <a:r>
              <a:rPr lang="en-SG" sz="2800" dirty="0"/>
              <a:t>ruler of all nature, </a:t>
            </a:r>
            <a:br>
              <a:rPr lang="en-SG" sz="2800" dirty="0"/>
            </a:br>
            <a:r>
              <a:rPr lang="en-SG" sz="2800" dirty="0"/>
              <a:t>O thou of God and man the Son, </a:t>
            </a:r>
            <a:br>
              <a:rPr lang="en-SG" sz="2800" dirty="0"/>
            </a:br>
            <a:r>
              <a:rPr lang="en-SG" sz="2800" dirty="0"/>
              <a:t>Thee will I cherish, </a:t>
            </a:r>
            <a:br>
              <a:rPr lang="en-SG" sz="2800" dirty="0"/>
            </a:br>
            <a:r>
              <a:rPr lang="en-SG" sz="2800" dirty="0"/>
              <a:t>Thee will I </a:t>
            </a:r>
            <a:r>
              <a:rPr lang="en-SG" sz="2800" dirty="0" err="1"/>
              <a:t>honor</a:t>
            </a:r>
            <a:r>
              <a:rPr lang="en-SG" sz="2800" dirty="0"/>
              <a:t>, </a:t>
            </a:r>
            <a:br>
              <a:rPr lang="en-SG" sz="2800" dirty="0"/>
            </a:br>
            <a:r>
              <a:rPr lang="en-SG" sz="2800" dirty="0"/>
              <a:t>thou, my soul's glory, joy, and crown</a:t>
            </a: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734AD-2A85-8E7C-F702-9E9FCC5F1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FDC7-EF11-1A43-7F4C-0FB693A4D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Fairest Lord Jesus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D677BA5-EC30-5F11-FE80-5524F909827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FE1F5-0307-294B-BB03-206D75B7B5C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2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87851-4AE6-106A-3494-0F6049A2952E}"/>
              </a:ext>
            </a:extLst>
          </p:cNvPr>
          <p:cNvSpPr txBox="1"/>
          <p:nvPr/>
        </p:nvSpPr>
        <p:spPr>
          <a:xfrm>
            <a:off x="1088756" y="790979"/>
            <a:ext cx="7582546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br>
              <a:rPr lang="en-SG" sz="2800" dirty="0"/>
            </a:br>
            <a:r>
              <a:rPr lang="en-SG" sz="2800" dirty="0"/>
              <a:t>Fair are the meadows, </a:t>
            </a:r>
            <a:br>
              <a:rPr lang="en-SG" sz="2800" dirty="0"/>
            </a:br>
            <a:r>
              <a:rPr lang="en-SG" sz="2800" dirty="0"/>
              <a:t>fairer still the woodlands, </a:t>
            </a:r>
            <a:br>
              <a:rPr lang="en-SG" sz="2800" dirty="0"/>
            </a:br>
            <a:r>
              <a:rPr lang="en-SG" sz="2800" dirty="0"/>
              <a:t>robed in the blooming garb of spring: </a:t>
            </a:r>
            <a:br>
              <a:rPr lang="en-SG" sz="2800" dirty="0"/>
            </a:br>
            <a:r>
              <a:rPr lang="en-SG" sz="2800" dirty="0"/>
              <a:t>Jesus is fairer, </a:t>
            </a:r>
            <a:br>
              <a:rPr lang="en-SG" sz="2800" dirty="0"/>
            </a:br>
            <a:r>
              <a:rPr lang="en-SG" sz="2800" dirty="0"/>
              <a:t>Jesus is purer </a:t>
            </a:r>
            <a:br>
              <a:rPr lang="en-SG" sz="2800" dirty="0"/>
            </a:br>
            <a:r>
              <a:rPr lang="en-SG" sz="2800" dirty="0"/>
              <a:t>who makes the woeful heart to sing.</a:t>
            </a:r>
          </a:p>
        </p:txBody>
      </p:sp>
    </p:spTree>
    <p:extLst>
      <p:ext uri="{BB962C8B-B14F-4D97-AF65-F5344CB8AC3E}">
        <p14:creationId xmlns:p14="http://schemas.microsoft.com/office/powerpoint/2010/main" val="1679161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051DC-3287-A628-4FA2-A454551A5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FE218-6C71-DEDE-21E3-88D12AF6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Fairest Lord Jesus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CCF7BCA-795E-10A3-BB0B-B2FED0AB330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7664E-106B-3E78-5F4D-C6C967DCB84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3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88BE0-34B4-B8B5-5FA1-355EF0E257EE}"/>
              </a:ext>
            </a:extLst>
          </p:cNvPr>
          <p:cNvSpPr txBox="1"/>
          <p:nvPr/>
        </p:nvSpPr>
        <p:spPr>
          <a:xfrm>
            <a:off x="1088756" y="790979"/>
            <a:ext cx="7582546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br>
              <a:rPr lang="en-SG" sz="2800" dirty="0"/>
            </a:br>
            <a:r>
              <a:rPr lang="en-SG" sz="2800" dirty="0"/>
              <a:t>Fair is the sunshine, </a:t>
            </a:r>
            <a:br>
              <a:rPr lang="en-SG" sz="2800" dirty="0"/>
            </a:br>
            <a:r>
              <a:rPr lang="en-SG" sz="2800" dirty="0"/>
              <a:t>fairer still the moonlight, </a:t>
            </a:r>
            <a:br>
              <a:rPr lang="en-SG" sz="2800" dirty="0"/>
            </a:br>
            <a:r>
              <a:rPr lang="en-SG" sz="2800" dirty="0"/>
              <a:t>and all the twinkling starry host: </a:t>
            </a:r>
            <a:br>
              <a:rPr lang="en-SG" sz="2800" dirty="0"/>
            </a:br>
            <a:r>
              <a:rPr lang="en-SG" sz="2800" dirty="0"/>
              <a:t>Jesus shines brighter, </a:t>
            </a:r>
            <a:br>
              <a:rPr lang="en-SG" sz="2800" dirty="0"/>
            </a:br>
            <a:r>
              <a:rPr lang="en-SG" sz="2800" dirty="0"/>
              <a:t>Jesus shines purer </a:t>
            </a:r>
            <a:br>
              <a:rPr lang="en-SG" sz="2800" dirty="0"/>
            </a:br>
            <a:r>
              <a:rPr lang="en-SG" sz="2800" dirty="0"/>
              <a:t>than all the angels heaven can boast.</a:t>
            </a:r>
          </a:p>
        </p:txBody>
      </p:sp>
    </p:spTree>
    <p:extLst>
      <p:ext uri="{BB962C8B-B14F-4D97-AF65-F5344CB8AC3E}">
        <p14:creationId xmlns:p14="http://schemas.microsoft.com/office/powerpoint/2010/main" val="3972848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C3F18-AE0F-FEAA-EB56-006CE9D13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16AD2-6148-58E7-02A7-58748076A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Fairest Lord Jesus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D7FB74A-F331-7A04-AB72-F3934416299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3B229-07B0-F619-4575-9F089BFF2F6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4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28BD8-DE8A-1995-407C-75BE45AA4720}"/>
              </a:ext>
            </a:extLst>
          </p:cNvPr>
          <p:cNvSpPr txBox="1"/>
          <p:nvPr/>
        </p:nvSpPr>
        <p:spPr>
          <a:xfrm>
            <a:off x="1088756" y="790979"/>
            <a:ext cx="7582546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br>
              <a:rPr lang="en-SG" sz="2800" dirty="0"/>
            </a:br>
            <a:r>
              <a:rPr lang="en-SG" sz="2800" dirty="0"/>
              <a:t>Beautiful Savior! </a:t>
            </a:r>
            <a:br>
              <a:rPr lang="en-SG" sz="2800" dirty="0"/>
            </a:br>
            <a:r>
              <a:rPr lang="en-SG" sz="2800" dirty="0"/>
              <a:t>Lord of all the nations! </a:t>
            </a:r>
            <a:br>
              <a:rPr lang="en-SG" sz="2800" dirty="0"/>
            </a:br>
            <a:r>
              <a:rPr lang="en-SG" sz="2800" dirty="0"/>
              <a:t>Son of God and Son of Man! </a:t>
            </a:r>
            <a:br>
              <a:rPr lang="en-SG" sz="2800" dirty="0"/>
            </a:br>
            <a:r>
              <a:rPr lang="en-SG" sz="2800" dirty="0"/>
              <a:t>Glory and </a:t>
            </a:r>
            <a:r>
              <a:rPr lang="en-SG" sz="2800" dirty="0" err="1"/>
              <a:t>honor</a:t>
            </a:r>
            <a:r>
              <a:rPr lang="en-SG" sz="2800" dirty="0"/>
              <a:t>, </a:t>
            </a:r>
            <a:br>
              <a:rPr lang="en-SG" sz="2800" dirty="0"/>
            </a:br>
            <a:r>
              <a:rPr lang="en-SG" sz="2800" dirty="0"/>
              <a:t>praise, adoration, </a:t>
            </a:r>
            <a:br>
              <a:rPr lang="en-SG" sz="2800" dirty="0"/>
            </a:br>
            <a:r>
              <a:rPr lang="en-SG" sz="2800" dirty="0"/>
              <a:t>now and forevermore be thine.</a:t>
            </a:r>
          </a:p>
        </p:txBody>
      </p:sp>
    </p:spTree>
    <p:extLst>
      <p:ext uri="{BB962C8B-B14F-4D97-AF65-F5344CB8AC3E}">
        <p14:creationId xmlns:p14="http://schemas.microsoft.com/office/powerpoint/2010/main" val="29976230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0F3F7-985D-B46A-5269-3D298431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4DD62-5858-0C6D-1C92-03C631146A0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0678B7C2-0D23-374D-8BE8-28001E828A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E8492F2-4447-4BBD-4C01-4350C191E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 Hymn No 805</a:t>
            </a:r>
          </a:p>
        </p:txBody>
      </p:sp>
    </p:spTree>
    <p:extLst>
      <p:ext uri="{BB962C8B-B14F-4D97-AF65-F5344CB8AC3E}">
        <p14:creationId xmlns:p14="http://schemas.microsoft.com/office/powerpoint/2010/main" val="11975366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1E5C-283C-07D9-7C0B-BADC78E9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F80F-B1C5-A3BB-3CF8-7F2496BE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805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14DED65-DC3B-81D2-0B99-EF8D792E669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4B2BA-FAEA-2DEF-E046-E5A93A12F97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1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50F7F-E866-E112-7ACE-B2271081E4EA}"/>
              </a:ext>
            </a:extLst>
          </p:cNvPr>
          <p:cNvSpPr txBox="1"/>
          <p:nvPr/>
        </p:nvSpPr>
        <p:spPr>
          <a:xfrm>
            <a:off x="1088756" y="790979"/>
            <a:ext cx="758254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/>
              <a:t>Brightly beams our Father's mercy</a:t>
            </a:r>
          </a:p>
          <a:p>
            <a:pPr lvl="1"/>
            <a:r>
              <a:rPr lang="en-SG" sz="2800" dirty="0"/>
              <a:t>From His lighthouse evermore;</a:t>
            </a:r>
          </a:p>
          <a:p>
            <a:pPr lvl="1"/>
            <a:r>
              <a:rPr lang="en-SG" sz="2800" dirty="0"/>
              <a:t>But to us He gives the keeping</a:t>
            </a:r>
          </a:p>
          <a:p>
            <a:pPr lvl="1"/>
            <a:r>
              <a:rPr lang="en-SG" sz="2800" dirty="0"/>
              <a:t>Of the lights along the shore.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</a:rPr>
              <a:t>Let the lower lights be burning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</a:rPr>
              <a:t>Send a gleam across the wave !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</a:rPr>
              <a:t>Some poor fainting, struggling seaman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</a:rPr>
              <a:t>You may rescue, you may save.</a:t>
            </a:r>
          </a:p>
        </p:txBody>
      </p:sp>
    </p:spTree>
    <p:extLst>
      <p:ext uri="{BB962C8B-B14F-4D97-AF65-F5344CB8AC3E}">
        <p14:creationId xmlns:p14="http://schemas.microsoft.com/office/powerpoint/2010/main" val="16929825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4DC1E-6969-67AD-7509-C0D51998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F399-8F28-DC6E-FA0C-DC91373F6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805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7CF4B41-744F-C4ED-6433-9029071D6D8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0314B-87CD-AA56-054C-04DE55209EB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19C280-DC4F-8418-2111-8AC9FD87A48B}"/>
              </a:ext>
            </a:extLst>
          </p:cNvPr>
          <p:cNvSpPr txBox="1"/>
          <p:nvPr/>
        </p:nvSpPr>
        <p:spPr>
          <a:xfrm>
            <a:off x="1088756" y="790979"/>
            <a:ext cx="758254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/>
              <a:t>Dark the night of sin has settled;</a:t>
            </a:r>
          </a:p>
          <a:p>
            <a:pPr lvl="1"/>
            <a:r>
              <a:rPr lang="en-SG" sz="2800" dirty="0"/>
              <a:t>Loud the angry billows roar;</a:t>
            </a:r>
          </a:p>
          <a:p>
            <a:pPr lvl="1"/>
            <a:r>
              <a:rPr lang="en-SG" sz="2800" dirty="0"/>
              <a:t>Eager eyes are watching, longing,</a:t>
            </a:r>
          </a:p>
          <a:p>
            <a:pPr lvl="1"/>
            <a:r>
              <a:rPr lang="en-SG" sz="2800" dirty="0"/>
              <a:t>For the lights along the shore.</a:t>
            </a:r>
            <a:br>
              <a:rPr lang="en-SG" sz="2800" dirty="0"/>
            </a:br>
            <a:r>
              <a:rPr lang="en-SG" sz="2800" dirty="0"/>
              <a:t>	</a:t>
            </a:r>
            <a:r>
              <a:rPr lang="en-SG" sz="2800" i="1" dirty="0">
                <a:solidFill>
                  <a:srgbClr val="C00000"/>
                </a:solidFill>
              </a:rPr>
              <a:t>Let the lower lights be burning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</a:rPr>
              <a:t>Send a gleam across the wave !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</a:rPr>
              <a:t>Some poor fainting, struggling seaman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</a:rPr>
              <a:t>You may rescue, you may save.</a:t>
            </a:r>
          </a:p>
        </p:txBody>
      </p:sp>
    </p:spTree>
    <p:extLst>
      <p:ext uri="{BB962C8B-B14F-4D97-AF65-F5344CB8AC3E}">
        <p14:creationId xmlns:p14="http://schemas.microsoft.com/office/powerpoint/2010/main" val="2610154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C7BAF-E0A2-4769-2CF0-85024BC9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02C2-9401-E5FB-B071-B463D350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805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7856A13-B872-C69C-3DED-DC94AB5E323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2DBA77-689A-DE90-081A-8CD7D3B384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120C8C-BFBF-229D-8092-518D212083BD}"/>
              </a:ext>
            </a:extLst>
          </p:cNvPr>
          <p:cNvSpPr txBox="1"/>
          <p:nvPr/>
        </p:nvSpPr>
        <p:spPr>
          <a:xfrm>
            <a:off x="1088756" y="790979"/>
            <a:ext cx="758254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/>
              <a:t>Trim your feeble lamp, my brother:</a:t>
            </a:r>
          </a:p>
          <a:p>
            <a:pPr lvl="1"/>
            <a:r>
              <a:rPr lang="en-SG" sz="2800" dirty="0"/>
              <a:t>Some poor seaman, tempest-</a:t>
            </a:r>
            <a:r>
              <a:rPr lang="en-SG" sz="2800" dirty="0" err="1"/>
              <a:t>tost</a:t>
            </a:r>
            <a:r>
              <a:rPr lang="en-SG" sz="2800" dirty="0"/>
              <a:t>,</a:t>
            </a:r>
          </a:p>
          <a:p>
            <a:pPr lvl="1"/>
            <a:r>
              <a:rPr lang="en-SG" sz="2800" dirty="0"/>
              <a:t>Trying now to make the harbour,</a:t>
            </a:r>
          </a:p>
          <a:p>
            <a:pPr lvl="1"/>
            <a:r>
              <a:rPr lang="en-SG" sz="2800" dirty="0"/>
              <a:t>In the darkness may be lost.	</a:t>
            </a:r>
            <a:br>
              <a:rPr lang="en-SG" sz="2800" dirty="0"/>
            </a:br>
            <a:r>
              <a:rPr lang="en-SG" sz="2800" dirty="0"/>
              <a:t>	</a:t>
            </a:r>
            <a:r>
              <a:rPr lang="en-SG" sz="2800" i="1" dirty="0">
                <a:solidFill>
                  <a:srgbClr val="C00000"/>
                </a:solidFill>
              </a:rPr>
              <a:t>Let the lower lights be burning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</a:rPr>
              <a:t>Send a gleam across the wave !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</a:rPr>
              <a:t>Some poor fainting, struggling seaman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</a:rPr>
              <a:t>You may rescue, you may save.</a:t>
            </a:r>
          </a:p>
        </p:txBody>
      </p:sp>
    </p:spTree>
    <p:extLst>
      <p:ext uri="{BB962C8B-B14F-4D97-AF65-F5344CB8AC3E}">
        <p14:creationId xmlns:p14="http://schemas.microsoft.com/office/powerpoint/2010/main" val="16178251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0E5ED-310F-FA17-D25B-FFC029FFA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87156-8044-8D0A-4D0F-A9D178B6DCF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04071A8-1C85-B728-829E-D9E64525C8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A1E7453-2676-EF65-E622-684E1617B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 Hymn No 562</a:t>
            </a:r>
          </a:p>
        </p:txBody>
      </p:sp>
    </p:spTree>
    <p:extLst>
      <p:ext uri="{BB962C8B-B14F-4D97-AF65-F5344CB8AC3E}">
        <p14:creationId xmlns:p14="http://schemas.microsoft.com/office/powerpoint/2010/main" val="28542383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4EF4F-AC83-489F-B93E-6112E4290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E4F2-38CA-BA80-1E67-5385DDB32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562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F97C2EC-4A56-F60D-A73B-79FBAC35050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E2B3F-FD55-8DBC-FF78-5C8D8532FF7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1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96E41-527D-A07B-67A7-67A4DB67AA3B}"/>
              </a:ext>
            </a:extLst>
          </p:cNvPr>
          <p:cNvSpPr txBox="1"/>
          <p:nvPr/>
        </p:nvSpPr>
        <p:spPr>
          <a:xfrm>
            <a:off x="1088756" y="790979"/>
            <a:ext cx="7582546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/>
              <a:t>The Lord's my Shepherd, I'll not want :</a:t>
            </a:r>
          </a:p>
          <a:p>
            <a:pPr lvl="1"/>
            <a:r>
              <a:rPr lang="en-SG" sz="2800" dirty="0"/>
              <a:t>He makes me down to lie</a:t>
            </a:r>
            <a:br>
              <a:rPr lang="en-SG" sz="2800" dirty="0"/>
            </a:br>
            <a:r>
              <a:rPr lang="en-SG" sz="2800" dirty="0"/>
              <a:t>In pastures green ; He leadeth me</a:t>
            </a:r>
          </a:p>
          <a:p>
            <a:pPr lvl="1"/>
            <a:r>
              <a:rPr lang="en-SG" sz="2800" dirty="0"/>
              <a:t>The quiet waters by.</a:t>
            </a:r>
          </a:p>
          <a:p>
            <a:pPr lvl="1"/>
            <a:br>
              <a:rPr lang="en-SG" sz="2800" dirty="0"/>
            </a:br>
            <a:r>
              <a:rPr lang="en-SG" sz="2800" dirty="0"/>
              <a:t>My soul He doth restore again;</a:t>
            </a:r>
          </a:p>
          <a:p>
            <a:pPr lvl="1"/>
            <a:r>
              <a:rPr lang="en-SG" sz="2800" dirty="0"/>
              <a:t>And me to walk doth make</a:t>
            </a:r>
          </a:p>
          <a:p>
            <a:pPr lvl="1"/>
            <a:r>
              <a:rPr lang="en-SG" sz="2800" dirty="0"/>
              <a:t>Within the paths of righteousness,</a:t>
            </a:r>
          </a:p>
          <a:p>
            <a:pPr lvl="1"/>
            <a:r>
              <a:rPr lang="en-SG" sz="2800" dirty="0" err="1"/>
              <a:t>Ev'n</a:t>
            </a:r>
            <a:r>
              <a:rPr lang="en-SG" sz="2800" dirty="0"/>
              <a:t> for His own name's sake.</a:t>
            </a:r>
            <a:endParaRPr lang="en-SG" sz="28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0883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8054D-DF11-522D-D9D6-5FB79D9D5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ADC9D-F3DC-31D6-B47C-19F8AFE75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562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850F9BB-69BE-04A2-5339-200A68C4C3C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46169-2B09-290A-166C-A3882A57487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10FA1-A9C9-5C53-0DBA-E3478AB4905A}"/>
              </a:ext>
            </a:extLst>
          </p:cNvPr>
          <p:cNvSpPr txBox="1"/>
          <p:nvPr/>
        </p:nvSpPr>
        <p:spPr>
          <a:xfrm>
            <a:off x="1088756" y="790979"/>
            <a:ext cx="7582546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/>
              <a:t>Yea, though I walk in death's dark vale,</a:t>
            </a:r>
          </a:p>
          <a:p>
            <a:pPr lvl="1"/>
            <a:r>
              <a:rPr lang="en-SG" sz="2800" dirty="0"/>
              <a:t>Yet will I fear none ill; </a:t>
            </a:r>
          </a:p>
          <a:p>
            <a:pPr lvl="1"/>
            <a:r>
              <a:rPr lang="en-SG" sz="2800" dirty="0"/>
              <a:t>For Thou art with me ; and Thy rod</a:t>
            </a:r>
          </a:p>
          <a:p>
            <a:pPr lvl="1"/>
            <a:r>
              <a:rPr lang="en-SG" sz="2800" dirty="0"/>
              <a:t>And staff me comfort still.</a:t>
            </a:r>
          </a:p>
          <a:p>
            <a:pPr lvl="1"/>
            <a:br>
              <a:rPr lang="en-SG" sz="2800" dirty="0"/>
            </a:br>
            <a:r>
              <a:rPr lang="en-SG" sz="2800" dirty="0"/>
              <a:t>My table Thou hast furnished</a:t>
            </a:r>
          </a:p>
          <a:p>
            <a:pPr lvl="1"/>
            <a:r>
              <a:rPr lang="en-SG" sz="2800" dirty="0"/>
              <a:t>In presence of my foes;</a:t>
            </a:r>
          </a:p>
          <a:p>
            <a:pPr lvl="1"/>
            <a:r>
              <a:rPr lang="en-SG" sz="2800" dirty="0"/>
              <a:t>My head Thou dost with oil anoint,</a:t>
            </a:r>
          </a:p>
          <a:p>
            <a:pPr lvl="1"/>
            <a:r>
              <a:rPr lang="en-SG" sz="2800" dirty="0"/>
              <a:t>And my cup overflows.</a:t>
            </a:r>
            <a:endParaRPr lang="en-SG" sz="28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9617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D684B-508F-3EBF-9C89-ECFBA8FEA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CCB9B-1789-426A-BB7A-B8363970F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562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50D78DA-6E2E-D630-9C04-2C5DE127E1E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94B14C-3B50-21E8-6DB9-3A15B0437ECB}"/>
              </a:ext>
            </a:extLst>
          </p:cNvPr>
          <p:cNvSpPr txBox="1"/>
          <p:nvPr/>
        </p:nvSpPr>
        <p:spPr>
          <a:xfrm>
            <a:off x="1088756" y="790979"/>
            <a:ext cx="7582546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SG" sz="2800" dirty="0"/>
          </a:p>
          <a:p>
            <a:pPr lvl="1"/>
            <a:endParaRPr lang="en-SG" sz="2800" dirty="0"/>
          </a:p>
          <a:p>
            <a:pPr lvl="1"/>
            <a:r>
              <a:rPr lang="en-SG" sz="2800" dirty="0"/>
              <a:t>Goodness and mercy all my life</a:t>
            </a:r>
          </a:p>
          <a:p>
            <a:pPr lvl="1"/>
            <a:r>
              <a:rPr lang="en-SG" sz="2800" dirty="0"/>
              <a:t>Shall surely follow me;</a:t>
            </a:r>
          </a:p>
          <a:p>
            <a:pPr lvl="1"/>
            <a:r>
              <a:rPr lang="en-SG" sz="2800" dirty="0"/>
              <a:t>And in God's house for evermore</a:t>
            </a:r>
          </a:p>
          <a:p>
            <a:pPr lvl="1"/>
            <a:r>
              <a:rPr lang="en-SG" sz="2800" dirty="0"/>
              <a:t>My dwelling-place shall be.</a:t>
            </a:r>
            <a:endParaRPr lang="en-SG" sz="2800" i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7EB3D-3579-16C5-63BF-B6057B52DBC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3 of 3</a:t>
            </a:r>
          </a:p>
        </p:txBody>
      </p:sp>
    </p:spTree>
    <p:extLst>
      <p:ext uri="{BB962C8B-B14F-4D97-AF65-F5344CB8AC3E}">
        <p14:creationId xmlns:p14="http://schemas.microsoft.com/office/powerpoint/2010/main" val="35070186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596590" y="1760638"/>
            <a:ext cx="7950820" cy="2264951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Closing Hymn </a:t>
            </a:r>
          </a:p>
          <a:p>
            <a:r>
              <a:rPr lang="en-GB" dirty="0">
                <a:solidFill>
                  <a:schemeClr val="bg1"/>
                </a:solidFill>
                <a:latin typeface="Tenorite"/>
              </a:rPr>
              <a:t>Hymn No 522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SG" dirty="0">
                <a:latin typeface="Segoe UI"/>
                <a:ea typeface="Calibri"/>
                <a:cs typeface="Segoe UI"/>
              </a:rPr>
              <a:t>Hymn No 522</a:t>
            </a:r>
            <a:endParaRPr lang="en-US" dirty="0">
              <a:effectLst/>
              <a:latin typeface="Segoe UI"/>
              <a:ea typeface="Calibri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: 1 of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71ADF-7AA4-088B-3A8B-2B6CB35C8632}"/>
              </a:ext>
            </a:extLst>
          </p:cNvPr>
          <p:cNvSpPr txBox="1"/>
          <p:nvPr/>
        </p:nvSpPr>
        <p:spPr>
          <a:xfrm>
            <a:off x="1071171" y="710751"/>
            <a:ext cx="758254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All the way my Saviour leads me;</a:t>
            </a:r>
          </a:p>
          <a:p>
            <a:pPr lvl="1"/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have I to ask beside ?</a:t>
            </a:r>
          </a:p>
          <a:p>
            <a:pPr lvl="1"/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Can I doubt His tender mercy,</a:t>
            </a:r>
          </a:p>
          <a:p>
            <a:pPr lvl="1"/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Who through life has been my Guide ?</a:t>
            </a:r>
          </a:p>
          <a:p>
            <a:pPr lvl="1"/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Heavenly peace, divinest comfort,</a:t>
            </a:r>
          </a:p>
          <a:p>
            <a:pPr lvl="1"/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Here by faith in Him to dwell!</a:t>
            </a:r>
          </a:p>
          <a:p>
            <a:pPr lvl="1"/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For I know, whate'er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befal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me,</a:t>
            </a:r>
          </a:p>
          <a:p>
            <a:pPr lvl="1"/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Jesus doeth all things well.</a:t>
            </a: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1650</TotalTime>
  <Words>2249</Words>
  <Application>Microsoft Office PowerPoint</Application>
  <PresentationFormat>On-screen Show (16:9)</PresentationFormat>
  <Paragraphs>309</Paragraphs>
  <Slides>46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46</vt:i4>
      </vt:variant>
    </vt:vector>
  </HeadingPairs>
  <TitlesOfParts>
    <vt:vector size="61" baseType="lpstr">
      <vt:lpstr>Aptos</vt:lpstr>
      <vt:lpstr>Arial</vt:lpstr>
      <vt:lpstr>Bahnschrift</vt:lpstr>
      <vt:lpstr>Calibri</vt:lpstr>
      <vt:lpstr>Calibri Light</vt:lpstr>
      <vt:lpstr>Footlight MT Light</vt:lpstr>
      <vt:lpstr>Gill Sans MT</vt:lpstr>
      <vt:lpstr>Segoe UI</vt:lpstr>
      <vt:lpstr>Tenorite</vt:lpstr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Song list  </vt:lpstr>
      <vt:lpstr>PowerPoint Presentation</vt:lpstr>
      <vt:lpstr>Opening Hymn: O Day of rest and gladness</vt:lpstr>
      <vt:lpstr>Opening Hymn: O Day of rest and gladness</vt:lpstr>
      <vt:lpstr>Opening Hymn: O Day of rest and gladness</vt:lpstr>
      <vt:lpstr>PowerPoint Presentation</vt:lpstr>
      <vt:lpstr>Thanksgiving Hymn No 306</vt:lpstr>
      <vt:lpstr>PowerPoint Presentation</vt:lpstr>
      <vt:lpstr>Offertory –”How Great Thou Art</vt:lpstr>
      <vt:lpstr>Offertory –”How Great Thou Art</vt:lpstr>
      <vt:lpstr>Offertory –”How Great Thou Art</vt:lpstr>
      <vt:lpstr>Offertory –”How Great Thou Art</vt:lpstr>
      <vt:lpstr>Offertory –”How Great Thou Art</vt:lpstr>
      <vt:lpstr>Offertory –”How Great Thou Art</vt:lpstr>
      <vt:lpstr>Offertory –”How Great Thou Art</vt:lpstr>
      <vt:lpstr>Offertory –”How Great Thou Art</vt:lpstr>
      <vt:lpstr>PowerPoint Presentation</vt:lpstr>
      <vt:lpstr>Confession :Hymn No 473</vt:lpstr>
      <vt:lpstr>Holy Communion – Hymn No 473</vt:lpstr>
      <vt:lpstr>Holy Communion – Hymn No 473</vt:lpstr>
      <vt:lpstr>Holy Communion – Hymn No 473</vt:lpstr>
      <vt:lpstr>Holy Communion – Hymn No 473</vt:lpstr>
      <vt:lpstr>Holy Communion – Hymn No 473</vt:lpstr>
      <vt:lpstr>Holy Communion –My God And Is Thy Table Spread</vt:lpstr>
      <vt:lpstr>Holy Communion –My God And Is Thy Table Spread</vt:lpstr>
      <vt:lpstr>Holy Communion –My God And Is Thy Table Spread</vt:lpstr>
      <vt:lpstr>Holy Communion – This is my Father’s World</vt:lpstr>
      <vt:lpstr>Holy Communion – This is my Father’s World</vt:lpstr>
      <vt:lpstr>Holy Communion – This is my Father’s World</vt:lpstr>
      <vt:lpstr>Holy Communion – This is my Father’s World</vt:lpstr>
      <vt:lpstr>Holy Communion – Fairest Lord Jesus</vt:lpstr>
      <vt:lpstr>Holy Communion – Fairest Lord Jesus</vt:lpstr>
      <vt:lpstr>Holy Communion – Fairest Lord Jesus</vt:lpstr>
      <vt:lpstr>Holy Communion – Fairest Lord Jesus</vt:lpstr>
      <vt:lpstr>Holy Communion – Fairest Lord Jesus</vt:lpstr>
      <vt:lpstr>Holy Communion – Hymn No 805</vt:lpstr>
      <vt:lpstr>Holy Communion – Hymn No 805</vt:lpstr>
      <vt:lpstr>Holy Communion – Hymn No 805</vt:lpstr>
      <vt:lpstr>Holy Communion – Hymn No 805</vt:lpstr>
      <vt:lpstr>Holy Communion – Hymn No 562</vt:lpstr>
      <vt:lpstr>Holy Communion – Hymn No 562</vt:lpstr>
      <vt:lpstr>Holy Communion – Hymn No 562</vt:lpstr>
      <vt:lpstr>Holy Communion – Hymn No 562</vt:lpstr>
      <vt:lpstr>PowerPoint Presentation</vt:lpstr>
      <vt:lpstr>Closing Hymn – Hymn No 522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 Mohan</cp:lastModifiedBy>
  <cp:revision>753</cp:revision>
  <dcterms:created xsi:type="dcterms:W3CDTF">2020-09-02T02:55:07Z</dcterms:created>
  <dcterms:modified xsi:type="dcterms:W3CDTF">2026-02-03T16:09:05Z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