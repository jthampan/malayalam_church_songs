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5.xml" ContentType="application/vnd.openxmlformats-officedocument.theme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744" r:id="rId3"/>
    <p:sldMasterId id="2147483757" r:id="rId4"/>
    <p:sldMasterId id="2147483770" r:id="rId5"/>
    <p:sldMasterId id="2147483783" r:id="rId6"/>
  </p:sldMasterIdLst>
  <p:notesMasterIdLst>
    <p:notesMasterId r:id="rId43"/>
  </p:notesMasterIdLst>
  <p:handoutMasterIdLst>
    <p:handoutMasterId r:id="rId44"/>
  </p:handoutMasterIdLst>
  <p:sldIdLst>
    <p:sldId id="1727" r:id="rId7"/>
    <p:sldId id="813" r:id="rId8"/>
    <p:sldId id="1915" r:id="rId9"/>
    <p:sldId id="2077" r:id="rId10"/>
    <p:sldId id="2078" r:id="rId11"/>
    <p:sldId id="821" r:id="rId12"/>
    <p:sldId id="851" r:id="rId13"/>
    <p:sldId id="2021" r:id="rId14"/>
    <p:sldId id="822" r:id="rId15"/>
    <p:sldId id="2094" r:id="rId16"/>
    <p:sldId id="2095" r:id="rId17"/>
    <p:sldId id="2096" r:id="rId18"/>
    <p:sldId id="2084" r:id="rId19"/>
    <p:sldId id="2097" r:id="rId20"/>
    <p:sldId id="2081" r:id="rId21"/>
    <p:sldId id="2082" r:id="rId22"/>
    <p:sldId id="2083" r:id="rId23"/>
    <p:sldId id="1388" r:id="rId24"/>
    <p:sldId id="2045" r:id="rId25"/>
    <p:sldId id="2085" r:id="rId26"/>
    <p:sldId id="2086" r:id="rId27"/>
    <p:sldId id="1829" r:id="rId28"/>
    <p:sldId id="2064" r:id="rId29"/>
    <p:sldId id="2087" r:id="rId30"/>
    <p:sldId id="2088" r:id="rId31"/>
    <p:sldId id="2016" r:id="rId32"/>
    <p:sldId id="2030" r:id="rId33"/>
    <p:sldId id="2089" r:id="rId34"/>
    <p:sldId id="1826" r:id="rId35"/>
    <p:sldId id="1827" r:id="rId36"/>
    <p:sldId id="2090" r:id="rId37"/>
    <p:sldId id="2091" r:id="rId38"/>
    <p:sldId id="2092" r:id="rId39"/>
    <p:sldId id="2093" r:id="rId40"/>
    <p:sldId id="820" r:id="rId41"/>
    <p:sldId id="858" r:id="rId4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5DCF09-FC5E-8246-38A5-7BDD29DA3586}" name="Sherin Sarah Varghese" initials="SSV" userId="dc22cf68baf02303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ti samuel" initials="as" lastIdx="1" clrIdx="0">
    <p:extLst>
      <p:ext uri="{19B8F6BF-5375-455C-9EA6-DF929625EA0E}">
        <p15:presenceInfo xmlns:p15="http://schemas.microsoft.com/office/powerpoint/2012/main" userId="810fea6f6deeb52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1A02"/>
    <a:srgbClr val="905562"/>
    <a:srgbClr val="B6807C"/>
    <a:srgbClr val="AE7C76"/>
    <a:srgbClr val="A1889D"/>
    <a:srgbClr val="432545"/>
    <a:srgbClr val="42475E"/>
    <a:srgbClr val="BDBCC4"/>
    <a:srgbClr val="FAC983"/>
    <a:srgbClr val="FF9F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A491B6-17C6-17D0-0F2A-A4C1705B977A}" v="12" dt="2025-12-31T02:57:04.356"/>
    <p1510:client id="{82965FC0-FDBA-C447-BC86-979316630736}" v="11" dt="2025-12-31T03:06:07.815"/>
    <p1510:client id="{C9A5772B-C5D1-4A1A-B368-779F06BBC9A9}" v="1" dt="2025-12-31T01:15:44.8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commentAuthors" Target="commentAuthor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handoutMaster" Target="handoutMasters/handoutMaster1.xml"/><Relationship Id="rId52" Type="http://schemas.microsoft.com/office/2018/10/relationships/authors" Target="author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notesMaster" Target="notesMasters/notesMaster1.xml"/><Relationship Id="rId48" Type="http://schemas.openxmlformats.org/officeDocument/2006/relationships/theme" Target="theme/theme1.xml"/><Relationship Id="rId8" Type="http://schemas.openxmlformats.org/officeDocument/2006/relationships/slide" Target="slides/slide2.xml"/><Relationship Id="rId51" Type="http://schemas.microsoft.com/office/2015/10/relationships/revisionInfo" Target="revisionInfo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presProps" Target="presProps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ni Mathew (Dr)" userId="8c9ba666-a7e2-42c0-a645-11c5d1cdd663" providerId="ADAL" clId="{01228244-6B25-4D01-85AC-4B8EA41E8750}"/>
    <pc:docChg chg="delSld modSld">
      <pc:chgData name="Sini Mathew (Dr)" userId="8c9ba666-a7e2-42c0-a645-11c5d1cdd663" providerId="ADAL" clId="{01228244-6B25-4D01-85AC-4B8EA41E8750}" dt="2025-12-31T01:16:06.896" v="15" actId="20577"/>
      <pc:docMkLst>
        <pc:docMk/>
      </pc:docMkLst>
      <pc:sldChg chg="modSp mod">
        <pc:chgData name="Sini Mathew (Dr)" userId="8c9ba666-a7e2-42c0-a645-11c5d1cdd663" providerId="ADAL" clId="{01228244-6B25-4D01-85AC-4B8EA41E8750}" dt="2025-12-31T01:16:06.896" v="15" actId="20577"/>
        <pc:sldMkLst>
          <pc:docMk/>
          <pc:sldMk cId="1973655286" sldId="2030"/>
        </pc:sldMkLst>
        <pc:spChg chg="mod">
          <ac:chgData name="Sini Mathew (Dr)" userId="8c9ba666-a7e2-42c0-a645-11c5d1cdd663" providerId="ADAL" clId="{01228244-6B25-4D01-85AC-4B8EA41E8750}" dt="2025-12-31T01:16:06.896" v="15" actId="20577"/>
          <ac:spMkLst>
            <pc:docMk/>
            <pc:sldMk cId="1973655286" sldId="2030"/>
            <ac:spMk id="4" creationId="{4B2E8C10-8BFC-A8B2-9E87-AAAAEB299522}"/>
          </ac:spMkLst>
        </pc:spChg>
      </pc:sldChg>
      <pc:sldChg chg="modSp mod">
        <pc:chgData name="Sini Mathew (Dr)" userId="8c9ba666-a7e2-42c0-a645-11c5d1cdd663" providerId="ADAL" clId="{01228244-6B25-4D01-85AC-4B8EA41E8750}" dt="2025-12-31T01:15:55.749" v="12" actId="20577"/>
        <pc:sldMkLst>
          <pc:docMk/>
          <pc:sldMk cId="2988957849" sldId="2089"/>
        </pc:sldMkLst>
        <pc:spChg chg="mod">
          <ac:chgData name="Sini Mathew (Dr)" userId="8c9ba666-a7e2-42c0-a645-11c5d1cdd663" providerId="ADAL" clId="{01228244-6B25-4D01-85AC-4B8EA41E8750}" dt="2025-12-31T01:15:55.749" v="12" actId="20577"/>
          <ac:spMkLst>
            <pc:docMk/>
            <pc:sldMk cId="2988957849" sldId="2089"/>
            <ac:spMk id="4" creationId="{767B95ED-8C5C-0F5D-7622-736CA7596027}"/>
          </ac:spMkLst>
        </pc:spChg>
        <pc:spChg chg="mod">
          <ac:chgData name="Sini Mathew (Dr)" userId="8c9ba666-a7e2-42c0-a645-11c5d1cdd663" providerId="ADAL" clId="{01228244-6B25-4D01-85AC-4B8EA41E8750}" dt="2025-12-31T01:15:50.172" v="10" actId="6549"/>
          <ac:spMkLst>
            <pc:docMk/>
            <pc:sldMk cId="2988957849" sldId="2089"/>
            <ac:spMk id="5" creationId="{C3BA24F3-69D4-F535-F8C4-BC0667920F2E}"/>
          </ac:spMkLst>
        </pc:spChg>
      </pc:sldChg>
      <pc:sldChg chg="delSp modSp del mod">
        <pc:chgData name="Sini Mathew (Dr)" userId="8c9ba666-a7e2-42c0-a645-11c5d1cdd663" providerId="ADAL" clId="{01228244-6B25-4D01-85AC-4B8EA41E8750}" dt="2025-12-31T01:16:01.604" v="13" actId="47"/>
        <pc:sldMkLst>
          <pc:docMk/>
          <pc:sldMk cId="3605774446" sldId="2098"/>
        </pc:sldMkLst>
        <pc:spChg chg="del mod">
          <ac:chgData name="Sini Mathew (Dr)" userId="8c9ba666-a7e2-42c0-a645-11c5d1cdd663" providerId="ADAL" clId="{01228244-6B25-4D01-85AC-4B8EA41E8750}" dt="2025-12-31T01:15:40.945" v="5"/>
          <ac:spMkLst>
            <pc:docMk/>
            <pc:sldMk cId="3605774446" sldId="2098"/>
            <ac:spMk id="5" creationId="{C8D16A88-553A-CFE1-F720-FC18FFF7EA9B}"/>
          </ac:spMkLst>
        </pc:spChg>
      </pc:sldChg>
    </pc:docChg>
  </pc:docChgLst>
  <pc:docChgLst>
    <pc:chgData name="Sini Mathew" userId="3875fe58a975fc01" providerId="LiveId" clId="{01228244-6B25-4D01-85AC-4B8EA41E8750}"/>
    <pc:docChg chg="modSld">
      <pc:chgData name="Sini Mathew" userId="3875fe58a975fc01" providerId="LiveId" clId="{01228244-6B25-4D01-85AC-4B8EA41E8750}" dt="2025-12-31T01:45:23.551" v="267" actId="20577"/>
      <pc:docMkLst>
        <pc:docMk/>
      </pc:docMkLst>
      <pc:sldChg chg="modSp mod">
        <pc:chgData name="Sini Mathew" userId="3875fe58a975fc01" providerId="LiveId" clId="{01228244-6B25-4D01-85AC-4B8EA41E8750}" dt="2025-12-31T01:44:25.985" v="141" actId="20577"/>
        <pc:sldMkLst>
          <pc:docMk/>
          <pc:sldMk cId="1973655286" sldId="2030"/>
        </pc:sldMkLst>
        <pc:spChg chg="mod">
          <ac:chgData name="Sini Mathew" userId="3875fe58a975fc01" providerId="LiveId" clId="{01228244-6B25-4D01-85AC-4B8EA41E8750}" dt="2025-12-31T01:44:25.985" v="141" actId="20577"/>
          <ac:spMkLst>
            <pc:docMk/>
            <pc:sldMk cId="1973655286" sldId="2030"/>
            <ac:spMk id="5" creationId="{A8958CB2-547F-BF5F-9F61-8EA0331A1A96}"/>
          </ac:spMkLst>
        </pc:spChg>
      </pc:sldChg>
      <pc:sldChg chg="modSp mod">
        <pc:chgData name="Sini Mathew" userId="3875fe58a975fc01" providerId="LiveId" clId="{01228244-6B25-4D01-85AC-4B8EA41E8750}" dt="2025-12-31T01:45:23.551" v="267" actId="20577"/>
        <pc:sldMkLst>
          <pc:docMk/>
          <pc:sldMk cId="2988957849" sldId="2089"/>
        </pc:sldMkLst>
        <pc:spChg chg="mod">
          <ac:chgData name="Sini Mathew" userId="3875fe58a975fc01" providerId="LiveId" clId="{01228244-6B25-4D01-85AC-4B8EA41E8750}" dt="2025-12-31T01:45:23.551" v="267" actId="20577"/>
          <ac:spMkLst>
            <pc:docMk/>
            <pc:sldMk cId="2988957849" sldId="2089"/>
            <ac:spMk id="5" creationId="{C3BA24F3-69D4-F535-F8C4-BC0667920F2E}"/>
          </ac:spMkLst>
        </pc:spChg>
      </pc:sldChg>
    </pc:docChg>
  </pc:docChgLst>
  <pc:docChgLst>
    <pc:chgData name="Guest User" providerId="Windows Live" clId="Web-{35A491B6-17C6-17D0-0F2A-A4C1705B977A}"/>
    <pc:docChg chg="modSld">
      <pc:chgData name="Guest User" userId="" providerId="Windows Live" clId="Web-{35A491B6-17C6-17D0-0F2A-A4C1705B977A}" dt="2025-12-31T02:57:04.356" v="5" actId="20577"/>
      <pc:docMkLst>
        <pc:docMk/>
      </pc:docMkLst>
      <pc:sldChg chg="modSp">
        <pc:chgData name="Guest User" userId="" providerId="Windows Live" clId="Web-{35A491B6-17C6-17D0-0F2A-A4C1705B977A}" dt="2025-12-31T02:57:04.356" v="5" actId="20577"/>
        <pc:sldMkLst>
          <pc:docMk/>
          <pc:sldMk cId="2988957849" sldId="2089"/>
        </pc:sldMkLst>
        <pc:spChg chg="mod">
          <ac:chgData name="Guest User" userId="" providerId="Windows Live" clId="Web-{35A491B6-17C6-17D0-0F2A-A4C1705B977A}" dt="2025-12-31T02:57:04.356" v="5" actId="20577"/>
          <ac:spMkLst>
            <pc:docMk/>
            <pc:sldMk cId="2988957849" sldId="2089"/>
            <ac:spMk id="5" creationId="{C3BA24F3-69D4-F535-F8C4-BC0667920F2E}"/>
          </ac:spMkLst>
        </pc:spChg>
      </pc:sldChg>
    </pc:docChg>
  </pc:docChgLst>
  <pc:docChgLst>
    <pc:chgData name="Sherin Sarah Varghese" userId="dc22cf68baf02303" providerId="LiveId" clId="{0514CDE0-91C5-5C8C-AB66-6C89810A3133}"/>
    <pc:docChg chg="custSel modSld">
      <pc:chgData name="Sherin Sarah Varghese" userId="dc22cf68baf02303" providerId="LiveId" clId="{0514CDE0-91C5-5C8C-AB66-6C89810A3133}" dt="2025-12-31T03:06:07.815" v="10"/>
      <pc:docMkLst>
        <pc:docMk/>
      </pc:docMkLst>
      <pc:sldChg chg="addSp delSp modSp mod">
        <pc:chgData name="Sherin Sarah Varghese" userId="dc22cf68baf02303" providerId="LiveId" clId="{0514CDE0-91C5-5C8C-AB66-6C89810A3133}" dt="2025-12-31T03:06:02.285" v="6" actId="1076"/>
        <pc:sldMkLst>
          <pc:docMk/>
          <pc:sldMk cId="140346443" sldId="822"/>
        </pc:sldMkLst>
        <pc:picChg chg="add mod">
          <ac:chgData name="Sherin Sarah Varghese" userId="dc22cf68baf02303" providerId="LiveId" clId="{0514CDE0-91C5-5C8C-AB66-6C89810A3133}" dt="2025-12-31T03:06:02.285" v="6" actId="1076"/>
          <ac:picMkLst>
            <pc:docMk/>
            <pc:sldMk cId="140346443" sldId="822"/>
            <ac:picMk id="4" creationId="{C8DF292C-1F2A-8EF2-074D-1DA8AFA1CCAB}"/>
          </ac:picMkLst>
        </pc:picChg>
        <pc:picChg chg="del">
          <ac:chgData name="Sherin Sarah Varghese" userId="dc22cf68baf02303" providerId="LiveId" clId="{0514CDE0-91C5-5C8C-AB66-6C89810A3133}" dt="2025-12-31T03:05:50.858" v="0" actId="478"/>
          <ac:picMkLst>
            <pc:docMk/>
            <pc:sldMk cId="140346443" sldId="822"/>
            <ac:picMk id="5" creationId="{AE977EB1-CBD2-2A19-FF44-FE6AFEF294E3}"/>
          </ac:picMkLst>
        </pc:picChg>
      </pc:sldChg>
      <pc:sldChg chg="addSp delSp modSp mod">
        <pc:chgData name="Sherin Sarah Varghese" userId="dc22cf68baf02303" providerId="LiveId" clId="{0514CDE0-91C5-5C8C-AB66-6C89810A3133}" dt="2025-12-31T03:06:05.617" v="8"/>
        <pc:sldMkLst>
          <pc:docMk/>
          <pc:sldMk cId="1117040283" sldId="2094"/>
        </pc:sldMkLst>
        <pc:picChg chg="add mod">
          <ac:chgData name="Sherin Sarah Varghese" userId="dc22cf68baf02303" providerId="LiveId" clId="{0514CDE0-91C5-5C8C-AB66-6C89810A3133}" dt="2025-12-31T03:06:05.617" v="8"/>
          <ac:picMkLst>
            <pc:docMk/>
            <pc:sldMk cId="1117040283" sldId="2094"/>
            <ac:picMk id="3" creationId="{986CA380-2083-DE8A-69F3-BB5BF036BFC8}"/>
          </ac:picMkLst>
        </pc:picChg>
        <pc:picChg chg="del">
          <ac:chgData name="Sherin Sarah Varghese" userId="dc22cf68baf02303" providerId="LiveId" clId="{0514CDE0-91C5-5C8C-AB66-6C89810A3133}" dt="2025-12-31T03:06:05.284" v="7" actId="478"/>
          <ac:picMkLst>
            <pc:docMk/>
            <pc:sldMk cId="1117040283" sldId="2094"/>
            <ac:picMk id="5" creationId="{BB5855B4-A69C-56E8-F558-A1EB178C477F}"/>
          </ac:picMkLst>
        </pc:picChg>
      </pc:sldChg>
      <pc:sldChg chg="addSp delSp modSp mod">
        <pc:chgData name="Sherin Sarah Varghese" userId="dc22cf68baf02303" providerId="LiveId" clId="{0514CDE0-91C5-5C8C-AB66-6C89810A3133}" dt="2025-12-31T03:06:07.815" v="10"/>
        <pc:sldMkLst>
          <pc:docMk/>
          <pc:sldMk cId="2787779151" sldId="2095"/>
        </pc:sldMkLst>
        <pc:picChg chg="add mod">
          <ac:chgData name="Sherin Sarah Varghese" userId="dc22cf68baf02303" providerId="LiveId" clId="{0514CDE0-91C5-5C8C-AB66-6C89810A3133}" dt="2025-12-31T03:06:07.815" v="10"/>
          <ac:picMkLst>
            <pc:docMk/>
            <pc:sldMk cId="2787779151" sldId="2095"/>
            <ac:picMk id="3" creationId="{3FC9D75B-0C1B-1D27-EEF4-CB5D1CB78859}"/>
          </ac:picMkLst>
        </pc:picChg>
        <pc:picChg chg="del">
          <ac:chgData name="Sherin Sarah Varghese" userId="dc22cf68baf02303" providerId="LiveId" clId="{0514CDE0-91C5-5C8C-AB66-6C89810A3133}" dt="2025-12-31T03:06:07.543" v="9" actId="478"/>
          <ac:picMkLst>
            <pc:docMk/>
            <pc:sldMk cId="2787779151" sldId="2095"/>
            <ac:picMk id="5" creationId="{FDD7BA63-2094-0A9C-CFA8-7BAC64DE39BB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C74DDD6-5352-F6FA-C4FC-D219C29F637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6E3A0D-33E9-CD20-52BB-56DD861D94A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850D7F-1182-45A1-A1D9-8794B3321139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C5E8C1-3A78-BCAB-B01F-2B0B177D980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FE4654-527E-CD90-6EB8-B4CB0F15726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A5A10C-3768-437C-9232-DB903BE1E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8055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63A1F-755C-0546-8932-E860F2147B1A}" type="datetimeFigureOut">
              <a:rPr lang="en-GB" smtClean="0"/>
              <a:t>30/12/2025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E53EA-ED27-5247-B6F2-F078340520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564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83980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37916-F4EA-8C30-952C-F7B6BF0F4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C95A81-AB66-BF58-3EB7-EA34DC8EE9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E3754C-BF09-1763-2515-13BAD79FD6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1A3106-BC29-5E7A-A319-F5AE06F44B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04439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ED72-C752-04AD-9C66-786C33C4F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BB9638-B59D-4AEE-F3FD-3E7D478F33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1485AB-8955-8729-BC73-F773E30E71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4DBD33-CC64-49C1-95B2-70CD1A55CF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63000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3B072-6F75-34A3-405C-2F44D9468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4B341F-F9B4-25B2-AEBF-06258F6FDE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187A6D-B830-C531-9B10-E30DE1E3DD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37DB07-0AF7-494F-4455-1C6FA1431C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34297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BEE3A-0A8B-9CC7-FEE9-A7CA2AACF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420C32-0638-DB85-0B4F-B00B0ED2FD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ED165E-298C-A1C5-D58C-3E09255E53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A1A635-266C-6CFF-3AAB-94D04E552B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42796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64226-4902-45C2-D070-81F39852D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59FE1E-5776-65C9-E29F-F5A2B46C9B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889F9A-B8EB-EF57-222D-B5AA4BFB7A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BAA2F0-D4CC-E1D6-6EAA-9F186C8E1D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83943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86F65-02A8-D66D-A819-7BCD1E419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4FB7B-5860-C233-7D33-A398FDC166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BB2C59-FD5A-40D7-0AEB-F19BC7453E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527CCE-C140-C4D0-42DC-75919E05D7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11939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4F426-0ACD-5FAB-C429-7D430CD50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74B82F-5E64-5718-481D-6A5A66FA6F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51C581-7CAA-A9C2-8578-2BE632547F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0EFF0F-004D-3902-6FB4-944DFE0639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9340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EB50D-F90D-11B6-0461-7AA5B4090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C43E18-0C6A-15EF-E17F-B7B921325A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BABA00-571A-1168-5AB7-F73F4ABDC1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7528AC-E323-5DFC-3791-340B9D620F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03626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651E3-BEDB-85E5-8161-C5AE2B789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389103-B7B4-405F-0E8F-D99FCE5529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D78CCF-ECAA-E9EF-EC92-4111E75059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1F27F4-CB01-E5EF-A87A-CAABB5E7CD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93304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2D3AE-0A1B-9249-458B-B637E7431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D15599-E655-C814-3FC6-DB1BBC73AF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0F3342-B839-8EF9-5238-7C46398515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ED64AD-FE17-F703-8774-118F31CE5A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3138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457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9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05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91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99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230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9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554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6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44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244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624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41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327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818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42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708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557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4933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01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5309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384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694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D945F63B-B55E-8E51-D68D-F0517AE979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25 May 2025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9295884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F291F304-18B5-A049-4BBD-4222E09BBE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31 Dec 2025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4908505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68218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8885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7132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61129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4492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64134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5605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19841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0588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7464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3291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17774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4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26473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82949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97405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8351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59746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50232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22249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52375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44917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59427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71628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2682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94345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7997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5143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23417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7733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44029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62293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709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4086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19239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03376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79620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21180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78077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83944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2370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05540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58600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07256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8506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3792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01174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80088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76145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229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62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0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4.xml"/><Relationship Id="rId2" Type="http://schemas.openxmlformats.org/officeDocument/2006/relationships/slideLayout" Target="../slideLayouts/slideLayout64.xml"/><Relationship Id="rId1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73.xml"/><Relationship Id="rId5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72.xml"/><Relationship Id="rId4" Type="http://schemas.openxmlformats.org/officeDocument/2006/relationships/slideLayout" Target="../slideLayouts/slideLayout66.xml"/><Relationship Id="rId9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043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40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7" r:id="rId12"/>
    <p:sldLayoutId id="2147483689" r:id="rId13"/>
    <p:sldLayoutId id="2147483796" r:id="rId1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260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347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680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22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5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7F784-FB20-9301-9A44-6A1B2133C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BF669AB-2DF7-61FD-29DC-4F5D5708F7EF}"/>
              </a:ext>
            </a:extLst>
          </p:cNvPr>
          <p:cNvSpPr txBox="1">
            <a:spLocks/>
          </p:cNvSpPr>
          <p:nvPr/>
        </p:nvSpPr>
        <p:spPr>
          <a:xfrm>
            <a:off x="404037" y="1849856"/>
            <a:ext cx="8335926" cy="294553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Dec 31st, 2025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611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7289E29-7507-3DDD-F7D2-9284AAD62DE9}"/>
              </a:ext>
            </a:extLst>
          </p:cNvPr>
          <p:cNvSpPr/>
          <p:nvPr/>
        </p:nvSpPr>
        <p:spPr>
          <a:xfrm>
            <a:off x="1089004" y="1194951"/>
            <a:ext cx="6965990" cy="3152740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E3445-7428-97CE-263A-521C050900BE}"/>
              </a:ext>
            </a:extLst>
          </p:cNvPr>
          <p:cNvSpPr txBox="1">
            <a:spLocks/>
          </p:cNvSpPr>
          <p:nvPr/>
        </p:nvSpPr>
        <p:spPr>
          <a:xfrm>
            <a:off x="1239143" y="1654612"/>
            <a:ext cx="6661177" cy="2904342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>
                <a:solidFill>
                  <a:schemeClr val="bg1"/>
                </a:solidFill>
                <a:latin typeface="Tenorite"/>
              </a:rPr>
              <a:t>Opening Hymn</a:t>
            </a:r>
          </a:p>
          <a:p>
            <a:r>
              <a:rPr lang="en-US">
                <a:solidFill>
                  <a:schemeClr val="bg1"/>
                </a:solidFill>
                <a:latin typeface="Tenorite"/>
              </a:rPr>
              <a:t>Now thank we all our God</a:t>
            </a:r>
          </a:p>
        </p:txBody>
      </p:sp>
    </p:spTree>
    <p:extLst>
      <p:ext uri="{BB962C8B-B14F-4D97-AF65-F5344CB8AC3E}">
        <p14:creationId xmlns:p14="http://schemas.microsoft.com/office/powerpoint/2010/main" val="717388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5B41F-CF1E-DB5C-5CEF-1D1BEBE69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4F5D1-79C1-4C43-8C2B-B9182DCD2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/>
              <a:t>Opening Hymn  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CC234072-C154-C156-AFF0-02B008A0F25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80248D-7344-851E-94DE-44524E9F4FC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Opening: 1 of 3</a:t>
            </a:r>
            <a:endParaRPr lang="en-SG" sz="1400"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51086C-E49F-5C06-316C-6A1A3B00C2A5}"/>
              </a:ext>
            </a:extLst>
          </p:cNvPr>
          <p:cNvSpPr txBox="1"/>
          <p:nvPr/>
        </p:nvSpPr>
        <p:spPr>
          <a:xfrm>
            <a:off x="211873" y="1029350"/>
            <a:ext cx="8463775" cy="38164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algn="l" rtl="0"/>
            <a:r>
              <a:rPr lang="en-SG" sz="2800" kern="120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Now thank we all our God</a:t>
            </a:r>
            <a:br>
              <a:rPr lang="en-SG" sz="2800" kern="1200">
                <a:solidFill>
                  <a:schemeClr val="tx1"/>
                </a:solidFill>
                <a:latin typeface="Segoe UI"/>
                <a:ea typeface="Segoe UI"/>
                <a:cs typeface="Segoe UI"/>
              </a:rPr>
            </a:br>
            <a:r>
              <a:rPr lang="en-SG" sz="2800" kern="120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With heart and hands and voices,</a:t>
            </a:r>
            <a:br>
              <a:rPr lang="en-SG" sz="2800" kern="1200">
                <a:solidFill>
                  <a:schemeClr val="tx1"/>
                </a:solidFill>
                <a:latin typeface="Segoe UI"/>
                <a:ea typeface="Segoe UI"/>
                <a:cs typeface="Segoe UI"/>
              </a:rPr>
            </a:br>
            <a:r>
              <a:rPr lang="en-SG" sz="2800" kern="120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Who wondrous things hath done,</a:t>
            </a:r>
            <a:br>
              <a:rPr lang="en-SG" sz="2800" kern="1200">
                <a:solidFill>
                  <a:schemeClr val="tx1"/>
                </a:solidFill>
                <a:latin typeface="Segoe UI"/>
                <a:ea typeface="Segoe UI"/>
                <a:cs typeface="Segoe UI"/>
              </a:rPr>
            </a:br>
            <a:r>
              <a:rPr lang="en-SG" sz="2800" kern="120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In whom his world rejoices;</a:t>
            </a:r>
            <a:br>
              <a:rPr lang="en-SG" sz="2800" kern="1200">
                <a:solidFill>
                  <a:schemeClr val="tx1"/>
                </a:solidFill>
                <a:latin typeface="Segoe UI"/>
                <a:ea typeface="Segoe UI"/>
                <a:cs typeface="Segoe UI"/>
              </a:rPr>
            </a:br>
            <a:r>
              <a:rPr lang="en-SG" sz="2800" kern="120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Who from our mothers' arms</a:t>
            </a:r>
            <a:br>
              <a:rPr lang="en-SG" sz="2800" kern="1200">
                <a:solidFill>
                  <a:schemeClr val="tx1"/>
                </a:solidFill>
                <a:latin typeface="Segoe UI"/>
                <a:ea typeface="Segoe UI"/>
                <a:cs typeface="Segoe UI"/>
              </a:rPr>
            </a:br>
            <a:r>
              <a:rPr lang="en-SG" sz="2800" kern="120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Hath blessed us on our way</a:t>
            </a:r>
            <a:br>
              <a:rPr lang="en-SG" sz="2800" kern="1200">
                <a:solidFill>
                  <a:schemeClr val="tx1"/>
                </a:solidFill>
                <a:latin typeface="Segoe UI"/>
                <a:ea typeface="Segoe UI"/>
                <a:cs typeface="Segoe UI"/>
              </a:rPr>
            </a:br>
            <a:r>
              <a:rPr lang="en-SG" sz="2800" kern="120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With countless gifts of love,</a:t>
            </a:r>
            <a:br>
              <a:rPr lang="en-SG" sz="2800" kern="1200">
                <a:solidFill>
                  <a:schemeClr val="tx1"/>
                </a:solidFill>
                <a:latin typeface="Segoe UI"/>
                <a:ea typeface="Segoe UI"/>
                <a:cs typeface="Segoe UI"/>
              </a:rPr>
            </a:br>
            <a:r>
              <a:rPr lang="en-SG" sz="2800" kern="120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And still is ours today.</a:t>
            </a:r>
          </a:p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6721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99B83-1FD9-C29B-6360-E34A2EC7A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Segoe UI"/>
              </a:rPr>
              <a:t>Opening Hymn</a:t>
            </a:r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AE434B-C128-C31F-55D2-D1CA9CF1FDA6}"/>
              </a:ext>
            </a:extLst>
          </p:cNvPr>
          <p:cNvSpPr txBox="1"/>
          <p:nvPr/>
        </p:nvSpPr>
        <p:spPr>
          <a:xfrm>
            <a:off x="245327" y="895533"/>
            <a:ext cx="8363413" cy="38164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rtl="0"/>
            <a:r>
              <a:rPr lang="en-SG" sz="2800" kern="120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O may this bounteous God</a:t>
            </a:r>
            <a:br>
              <a:rPr lang="en-SG" sz="2800" kern="1200">
                <a:solidFill>
                  <a:schemeClr val="tx1"/>
                </a:solidFill>
                <a:latin typeface="Segoe UI"/>
                <a:ea typeface="Segoe UI"/>
                <a:cs typeface="Segoe UI"/>
              </a:rPr>
            </a:br>
            <a:r>
              <a:rPr lang="en-SG" sz="2800" kern="120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Through all our life be near us,</a:t>
            </a:r>
            <a:br>
              <a:rPr lang="en-SG" sz="2800" kern="1200">
                <a:solidFill>
                  <a:schemeClr val="tx1"/>
                </a:solidFill>
                <a:latin typeface="Segoe UI"/>
                <a:ea typeface="Segoe UI"/>
                <a:cs typeface="Segoe UI"/>
              </a:rPr>
            </a:br>
            <a:r>
              <a:rPr lang="en-SG" sz="2800" kern="120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With ever joyful hearts</a:t>
            </a:r>
            <a:br>
              <a:rPr lang="en-SG" sz="2800" kern="1200">
                <a:solidFill>
                  <a:schemeClr val="tx1"/>
                </a:solidFill>
                <a:latin typeface="Segoe UI"/>
                <a:ea typeface="Segoe UI"/>
                <a:cs typeface="Segoe UI"/>
              </a:rPr>
            </a:br>
            <a:r>
              <a:rPr lang="en-SG" sz="2800" kern="120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And blessed peace to cheer us,</a:t>
            </a:r>
            <a:br>
              <a:rPr lang="en-SG" sz="2800" kern="1200">
                <a:solidFill>
                  <a:schemeClr val="tx1"/>
                </a:solidFill>
                <a:latin typeface="Segoe UI"/>
                <a:ea typeface="Segoe UI"/>
                <a:cs typeface="Segoe UI"/>
              </a:rPr>
            </a:br>
            <a:r>
              <a:rPr lang="en-SG" sz="2800" kern="120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And keep us in His grace,</a:t>
            </a:r>
            <a:br>
              <a:rPr lang="en-SG" sz="2800" kern="1200">
                <a:solidFill>
                  <a:schemeClr val="tx1"/>
                </a:solidFill>
                <a:latin typeface="Segoe UI"/>
                <a:ea typeface="Segoe UI"/>
                <a:cs typeface="Segoe UI"/>
              </a:rPr>
            </a:br>
            <a:r>
              <a:rPr lang="en-SG" sz="2800" kern="120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And guide us when perplexed,</a:t>
            </a:r>
            <a:br>
              <a:rPr lang="en-SG" sz="2800" kern="1200">
                <a:solidFill>
                  <a:schemeClr val="tx1"/>
                </a:solidFill>
                <a:latin typeface="Segoe UI"/>
                <a:ea typeface="Segoe UI"/>
                <a:cs typeface="Segoe UI"/>
              </a:rPr>
            </a:br>
            <a:r>
              <a:rPr lang="en-SG" sz="2800" kern="120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And free us from all ills</a:t>
            </a:r>
            <a:br>
              <a:rPr lang="en-SG" sz="2800" kern="1200">
                <a:solidFill>
                  <a:schemeClr val="tx1"/>
                </a:solidFill>
                <a:latin typeface="Segoe UI"/>
                <a:ea typeface="Segoe UI"/>
                <a:cs typeface="Segoe UI"/>
              </a:rPr>
            </a:br>
            <a:r>
              <a:rPr lang="en-SG" sz="2800" kern="120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In this world and the next.</a:t>
            </a:r>
          </a:p>
          <a:p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278F4E-CCEA-5D87-423A-7CC779065E25}"/>
              </a:ext>
            </a:extLst>
          </p:cNvPr>
          <p:cNvSpPr txBox="1"/>
          <p:nvPr/>
        </p:nvSpPr>
        <p:spPr>
          <a:xfrm>
            <a:off x="7666965" y="4764001"/>
            <a:ext cx="3740728" cy="6010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aseline="0">
                <a:latin typeface="Segoe UI"/>
              </a:rPr>
              <a:t>Opening: </a:t>
            </a:r>
            <a:r>
              <a:rPr lang="en-US" sz="1400">
                <a:latin typeface="Segoe UI"/>
              </a:rPr>
              <a:t>2 of</a:t>
            </a:r>
            <a:r>
              <a:rPr lang="en-US" sz="1400" baseline="0">
                <a:latin typeface="Segoe UI"/>
              </a:rPr>
              <a:t> 3</a:t>
            </a:r>
            <a:r>
              <a:rPr sz="1400">
                <a:latin typeface="Segoe UI"/>
                <a:ea typeface="Segoe UI"/>
                <a:cs typeface="Segoe UI"/>
              </a:rPr>
              <a:t>​</a:t>
            </a:r>
            <a:endParaRPr lang="en-GB"/>
          </a:p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2473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CDE37-DC0D-1FAF-B97D-BA2407D57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Segoe UI"/>
              </a:rPr>
              <a:t>Opening Hymn</a:t>
            </a:r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ABA245-3E83-D0F8-1EB3-006D906EC3BD}"/>
              </a:ext>
            </a:extLst>
          </p:cNvPr>
          <p:cNvSpPr txBox="1"/>
          <p:nvPr/>
        </p:nvSpPr>
        <p:spPr>
          <a:xfrm>
            <a:off x="267629" y="908285"/>
            <a:ext cx="8608742" cy="38164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800"/>
              <a:t>All praise and thanks to God </a:t>
            </a:r>
          </a:p>
          <a:p>
            <a:r>
              <a:rPr lang="en-GB" sz="2800"/>
              <a:t>The Father now be given</a:t>
            </a:r>
          </a:p>
          <a:p>
            <a:r>
              <a:rPr lang="en-GB" sz="2800"/>
              <a:t>The Son, and him who reigns</a:t>
            </a:r>
          </a:p>
          <a:p>
            <a:r>
              <a:rPr lang="en-GB" sz="2800"/>
              <a:t>With them in highest heaven</a:t>
            </a:r>
          </a:p>
          <a:p>
            <a:r>
              <a:rPr lang="en-GB" sz="2800"/>
              <a:t>The One Eternal God,</a:t>
            </a:r>
          </a:p>
          <a:p>
            <a:r>
              <a:rPr lang="en-GB" sz="2800"/>
              <a:t>Whom heaven and earth adore </a:t>
            </a:r>
          </a:p>
          <a:p>
            <a:r>
              <a:rPr lang="en-GB" sz="2800"/>
              <a:t>For thus it was is now</a:t>
            </a:r>
          </a:p>
          <a:p>
            <a:r>
              <a:rPr lang="en-GB" sz="2800"/>
              <a:t>And shall be evermore</a:t>
            </a:r>
          </a:p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6DF5B3-A5D4-2645-58E9-DCDD40368AF3}"/>
              </a:ext>
            </a:extLst>
          </p:cNvPr>
          <p:cNvSpPr txBox="1"/>
          <p:nvPr/>
        </p:nvSpPr>
        <p:spPr>
          <a:xfrm>
            <a:off x="7491196" y="4679156"/>
            <a:ext cx="45720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aseline="0">
                <a:latin typeface="Segoe UI"/>
              </a:rPr>
              <a:t>Opening: </a:t>
            </a:r>
            <a:r>
              <a:rPr lang="en-US" sz="1400">
                <a:latin typeface="Segoe UI"/>
              </a:rPr>
              <a:t>3 </a:t>
            </a:r>
            <a:r>
              <a:rPr lang="en-US" sz="1400" baseline="0">
                <a:latin typeface="Segoe UI"/>
              </a:rPr>
              <a:t>of 3</a:t>
            </a:r>
            <a:r>
              <a:rPr sz="1400">
                <a:latin typeface="Segoe UI"/>
                <a:ea typeface="Segoe UI"/>
                <a:cs typeface="Segoe UI"/>
              </a:rPr>
              <a:t>​</a:t>
            </a:r>
            <a:endParaRPr lang="en-GB"/>
          </a:p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5291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DDA26F8-E366-2B5B-C348-C507B3038F2B}"/>
              </a:ext>
            </a:extLst>
          </p:cNvPr>
          <p:cNvSpPr/>
          <p:nvPr/>
        </p:nvSpPr>
        <p:spPr>
          <a:xfrm>
            <a:off x="1127800" y="1238150"/>
            <a:ext cx="6892935" cy="2257244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127800" y="1378757"/>
            <a:ext cx="6888435" cy="2120444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  <a:latin typeface="Tenorite"/>
              </a:rPr>
              <a:t>Thanksgiving Prayers </a:t>
            </a:r>
          </a:p>
          <a:p>
            <a:r>
              <a:rPr lang="en-SG" sz="3600" b="0" err="1">
                <a:solidFill>
                  <a:srgbClr val="FFFFFF"/>
                </a:solidFill>
                <a:latin typeface="Tenorite"/>
                <a:cs typeface="Segoe UI"/>
              </a:rPr>
              <a:t>Ennodulla</a:t>
            </a:r>
            <a:r>
              <a:rPr lang="en-SG" sz="3600" b="0">
                <a:solidFill>
                  <a:srgbClr val="FFFFFF"/>
                </a:solidFill>
                <a:latin typeface="Tenorite"/>
                <a:cs typeface="Segoe UI"/>
              </a:rPr>
              <a:t> </a:t>
            </a:r>
            <a:r>
              <a:rPr lang="en-SG" sz="3600" b="0" err="1">
                <a:solidFill>
                  <a:srgbClr val="FFFFFF"/>
                </a:solidFill>
                <a:latin typeface="Tenorite"/>
                <a:cs typeface="Segoe UI"/>
              </a:rPr>
              <a:t>nin</a:t>
            </a:r>
            <a:r>
              <a:rPr lang="en-SG" sz="3600" b="0">
                <a:solidFill>
                  <a:srgbClr val="FFFFFF"/>
                </a:solidFill>
                <a:latin typeface="Tenorite"/>
                <a:cs typeface="Segoe UI"/>
              </a:rPr>
              <a:t> </a:t>
            </a:r>
            <a:r>
              <a:rPr lang="en-SG" sz="3600" b="0" err="1">
                <a:solidFill>
                  <a:srgbClr val="FFFFFF"/>
                </a:solidFill>
                <a:latin typeface="Tenorite"/>
                <a:cs typeface="Segoe UI"/>
              </a:rPr>
              <a:t>sarva</a:t>
            </a:r>
            <a:r>
              <a:rPr lang="en-SG" sz="3600" b="0">
                <a:solidFill>
                  <a:srgbClr val="FFFFFF"/>
                </a:solidFill>
                <a:latin typeface="Tenorite"/>
                <a:cs typeface="Segoe UI"/>
              </a:rPr>
              <a:t> </a:t>
            </a:r>
            <a:r>
              <a:rPr lang="en-SG" sz="3600" b="0" err="1">
                <a:solidFill>
                  <a:srgbClr val="FFFFFF"/>
                </a:solidFill>
                <a:latin typeface="Tenorite"/>
                <a:cs typeface="Segoe UI"/>
              </a:rPr>
              <a:t>nanmakalkkai</a:t>
            </a:r>
            <a:endParaRPr lang="en-SG" sz="3600" b="0" err="1">
              <a:solidFill>
                <a:srgbClr val="FFFFFF"/>
              </a:solidFill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717493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12000"/>
          </a:xfrm>
        </p:spPr>
        <p:txBody>
          <a:bodyPr/>
          <a:lstStyle/>
          <a:p>
            <a:r>
              <a:rPr lang="en-SG" sz="2800">
                <a:latin typeface="Segoe UI"/>
                <a:cs typeface="Segoe UI"/>
              </a:rPr>
              <a:t>Thanksgiving </a:t>
            </a:r>
            <a:r>
              <a:rPr lang="en-SG" sz="2800">
                <a:solidFill>
                  <a:srgbClr val="FFFFFF"/>
                </a:solidFill>
                <a:latin typeface="Segoe UI"/>
                <a:cs typeface="Segoe UI"/>
              </a:rPr>
              <a:t>Hymn</a:t>
            </a:r>
            <a:endParaRPr lang="en-SG" sz="2800">
              <a:latin typeface="Segoe UI"/>
              <a:cs typeface="Segoe U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D1249-D453-4D4E-BD98-BAC3CEA5DFD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38F053-0E9C-DB49-DD90-65BDBB59D62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Thanksgiving: 1 of 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4D994F-0292-E1FC-70D9-5701782CA428}"/>
              </a:ext>
            </a:extLst>
          </p:cNvPr>
          <p:cNvSpPr/>
          <p:nvPr/>
        </p:nvSpPr>
        <p:spPr>
          <a:xfrm>
            <a:off x="720436" y="2702013"/>
            <a:ext cx="781396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err="1">
                <a:latin typeface="ML-TTKarthika" panose="04000000000000000000" pitchFamily="82" charset="0"/>
              </a:rPr>
              <a:t>Ft¶mSpÅ</a:t>
            </a:r>
            <a:r>
              <a:rPr lang="en-US" sz="2800">
                <a:latin typeface="ML-TTKarthika" panose="04000000000000000000" pitchFamily="82" charset="0"/>
              </a:rPr>
              <a:t> \n³ </a:t>
            </a:r>
            <a:r>
              <a:rPr lang="en-US" sz="2800" err="1">
                <a:latin typeface="ML-TTKarthika" panose="04000000000000000000" pitchFamily="82" charset="0"/>
              </a:rPr>
              <a:t>kÀÆ</a:t>
            </a:r>
            <a:r>
              <a:rPr lang="en-US" sz="2800">
                <a:latin typeface="ML-TTKarthika" panose="04000000000000000000" pitchFamily="82" charset="0"/>
              </a:rPr>
              <a:t> \·</a:t>
            </a:r>
            <a:r>
              <a:rPr lang="en-US" sz="2800" err="1">
                <a:latin typeface="ML-TTKarthika" panose="04000000000000000000" pitchFamily="82" charset="0"/>
              </a:rPr>
              <a:t>IÄ¡mbn</a:t>
            </a:r>
            <a:r>
              <a:rPr lang="en-US" sz="2800">
                <a:latin typeface="ML-TTKarthika" panose="04000000000000000000" pitchFamily="82" charset="0"/>
              </a:rPr>
              <a:t> Rm³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F´psNt</a:t>
            </a:r>
            <a:r>
              <a:rPr lang="en-US" sz="2800">
                <a:latin typeface="ML-TTKarthika" panose="04000000000000000000" pitchFamily="82" charset="0"/>
              </a:rPr>
              <a:t>¿¬</a:t>
            </a:r>
            <a:r>
              <a:rPr lang="en-US" sz="2800" err="1">
                <a:latin typeface="ML-TTKarthika" panose="04000000000000000000" pitchFamily="82" charset="0"/>
              </a:rPr>
              <a:t>Sp</a:t>
            </a:r>
            <a:r>
              <a:rPr lang="en-US" sz="2800">
                <a:latin typeface="ML-TTKarthika" panose="04000000000000000000" pitchFamily="82" charset="0"/>
              </a:rPr>
              <a:t> \n\</a:t>
            </a:r>
            <a:r>
              <a:rPr lang="en-US" sz="2800" err="1">
                <a:latin typeface="ML-TTKarthika" panose="04000000000000000000" pitchFamily="82" charset="0"/>
              </a:rPr>
              <a:t>t¡ip</a:t>
            </a:r>
            <a:r>
              <a:rPr lang="en-US" sz="2800">
                <a:latin typeface="ML-TTKarthika" panose="04000000000000000000" pitchFamily="82" charset="0"/>
              </a:rPr>
              <a:t>]cm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Ct¸mÄ</a:t>
            </a:r>
            <a:r>
              <a:rPr lang="en-US" sz="2800">
                <a:latin typeface="ML-TTKarthika" panose="04000000000000000000" pitchFamily="82" charset="0"/>
              </a:rPr>
              <a:t> þ </a:t>
            </a:r>
            <a:r>
              <a:rPr lang="en-US" sz="2800" err="1">
                <a:latin typeface="ML-TTKarthika" panose="04000000000000000000" pitchFamily="82" charset="0"/>
              </a:rPr>
              <a:t>F´psNt</a:t>
            </a:r>
            <a:r>
              <a:rPr lang="en-US" sz="2800">
                <a:latin typeface="ML-TTKarthika" panose="04000000000000000000" pitchFamily="82" charset="0"/>
              </a:rPr>
              <a:t>¿¬</a:t>
            </a:r>
            <a:r>
              <a:rPr lang="en-US" sz="2800" err="1">
                <a:latin typeface="ML-TTKarthika" panose="04000000000000000000" pitchFamily="82" charset="0"/>
              </a:rPr>
              <a:t>Sp</a:t>
            </a:r>
            <a:r>
              <a:rPr lang="en-US" sz="2800">
                <a:latin typeface="ML-TTKarthika" panose="04000000000000000000" pitchFamily="82" charset="0"/>
              </a:rPr>
              <a:t> \n\</a:t>
            </a:r>
            <a:r>
              <a:rPr lang="en-US" sz="2800" err="1">
                <a:latin typeface="ML-TTKarthika" panose="04000000000000000000" pitchFamily="82" charset="0"/>
              </a:rPr>
              <a:t>t¡ip</a:t>
            </a:r>
            <a:r>
              <a:rPr lang="en-US" sz="2800">
                <a:latin typeface="ML-TTKarthika" panose="04000000000000000000" pitchFamily="82" charset="0"/>
              </a:rPr>
              <a:t>]cm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6A794E-3208-88EB-2CA4-3FC6B66331D9}"/>
              </a:ext>
            </a:extLst>
          </p:cNvPr>
          <p:cNvSpPr/>
          <p:nvPr/>
        </p:nvSpPr>
        <p:spPr>
          <a:xfrm>
            <a:off x="828231" y="1056492"/>
            <a:ext cx="781396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ennodulla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nin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sarva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nanmakalkkaayi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njan</a:t>
            </a:r>
            <a:b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enthu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cheyendu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ninakkeshupara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- </a:t>
            </a:r>
          </a:p>
          <a:p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ippol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-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enthu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cheyendu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ninakkeshuparaa</a:t>
            </a: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1250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66CA3-73E0-375F-0D7F-C70BEB777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1353E76-4E00-A87E-0E3C-673848A4DF96}"/>
              </a:ext>
            </a:extLst>
          </p:cNvPr>
          <p:cNvSpPr/>
          <p:nvPr/>
        </p:nvSpPr>
        <p:spPr>
          <a:xfrm>
            <a:off x="1127800" y="1238150"/>
            <a:ext cx="6892935" cy="2257244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E1BC1-7D83-5120-9C07-D5EA74BE90F4}"/>
              </a:ext>
            </a:extLst>
          </p:cNvPr>
          <p:cNvSpPr txBox="1">
            <a:spLocks/>
          </p:cNvSpPr>
          <p:nvPr/>
        </p:nvSpPr>
        <p:spPr>
          <a:xfrm>
            <a:off x="1127800" y="1510642"/>
            <a:ext cx="6888435" cy="2120444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  <a:latin typeface="Tenorite"/>
              </a:rPr>
              <a:t>Offertory</a:t>
            </a:r>
          </a:p>
          <a:p>
            <a:r>
              <a:rPr lang="en-SG" sz="3600">
                <a:solidFill>
                  <a:schemeClr val="bg1"/>
                </a:solidFill>
                <a:latin typeface="Tenorite"/>
              </a:rPr>
              <a:t>Great Is Thy Faithfulness</a:t>
            </a:r>
          </a:p>
        </p:txBody>
      </p:sp>
    </p:spTree>
    <p:extLst>
      <p:ext uri="{BB962C8B-B14F-4D97-AF65-F5344CB8AC3E}">
        <p14:creationId xmlns:p14="http://schemas.microsoft.com/office/powerpoint/2010/main" val="2858801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Offertory –Great is Thy Faithfulness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6002637" y="3759734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Offertory : 1 of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127C6D-3342-C831-3981-C5030CF3B941}"/>
              </a:ext>
            </a:extLst>
          </p:cNvPr>
          <p:cNvSpPr txBox="1"/>
          <p:nvPr/>
        </p:nvSpPr>
        <p:spPr>
          <a:xfrm>
            <a:off x="103888" y="698474"/>
            <a:ext cx="6028467" cy="415498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400">
                <a:solidFill>
                  <a:srgbClr val="0A0A0A"/>
                </a:solidFill>
                <a:highlight>
                  <a:srgbClr val="FFFFFF"/>
                </a:highlight>
                <a:ea typeface="+mn-lt"/>
                <a:cs typeface="+mn-lt"/>
              </a:rPr>
              <a:t>Great is Thy faithfulness, O God my Father</a:t>
            </a:r>
            <a:br>
              <a:rPr lang="en-SG" sz="2400">
                <a:highlight>
                  <a:srgbClr val="FFFFFF"/>
                </a:highlight>
                <a:ea typeface="+mn-lt"/>
                <a:cs typeface="+mn-lt"/>
              </a:rPr>
            </a:br>
            <a:r>
              <a:rPr lang="en-SG" sz="2400">
                <a:solidFill>
                  <a:srgbClr val="0A0A0A"/>
                </a:solidFill>
                <a:highlight>
                  <a:srgbClr val="FFFFFF"/>
                </a:highlight>
                <a:ea typeface="+mn-lt"/>
                <a:cs typeface="+mn-lt"/>
              </a:rPr>
              <a:t>There is no shadow of turning with Thee</a:t>
            </a:r>
            <a:br>
              <a:rPr lang="en-SG" sz="2400">
                <a:highlight>
                  <a:srgbClr val="FFFFFF"/>
                </a:highlight>
                <a:ea typeface="+mn-lt"/>
                <a:cs typeface="+mn-lt"/>
              </a:rPr>
            </a:br>
            <a:r>
              <a:rPr lang="en-SG" sz="2400">
                <a:solidFill>
                  <a:srgbClr val="0A0A0A"/>
                </a:solidFill>
                <a:highlight>
                  <a:srgbClr val="FFFFFF"/>
                </a:highlight>
                <a:ea typeface="+mn-lt"/>
                <a:cs typeface="+mn-lt"/>
              </a:rPr>
              <a:t>Thou </a:t>
            </a:r>
            <a:r>
              <a:rPr lang="en-SG" sz="2400" err="1">
                <a:solidFill>
                  <a:srgbClr val="0A0A0A"/>
                </a:solidFill>
                <a:highlight>
                  <a:srgbClr val="FFFFFF"/>
                </a:highlight>
                <a:ea typeface="+mn-lt"/>
                <a:cs typeface="+mn-lt"/>
              </a:rPr>
              <a:t>changest</a:t>
            </a:r>
            <a:r>
              <a:rPr lang="en-SG" sz="2400">
                <a:solidFill>
                  <a:srgbClr val="0A0A0A"/>
                </a:solidFill>
                <a:highlight>
                  <a:srgbClr val="FFFFFF"/>
                </a:highlight>
                <a:ea typeface="+mn-lt"/>
                <a:cs typeface="+mn-lt"/>
              </a:rPr>
              <a:t> not, Thy compassions, they fail not</a:t>
            </a:r>
            <a:br>
              <a:rPr lang="en-SG" sz="2400">
                <a:highlight>
                  <a:srgbClr val="FFFFFF"/>
                </a:highlight>
                <a:ea typeface="+mn-lt"/>
                <a:cs typeface="+mn-lt"/>
              </a:rPr>
            </a:br>
            <a:r>
              <a:rPr lang="en-SG" sz="2400">
                <a:solidFill>
                  <a:srgbClr val="0A0A0A"/>
                </a:solidFill>
                <a:highlight>
                  <a:srgbClr val="FFFFFF"/>
                </a:highlight>
                <a:ea typeface="+mn-lt"/>
                <a:cs typeface="+mn-lt"/>
              </a:rPr>
              <a:t>As Thou hast been, Thou forever will be</a:t>
            </a:r>
          </a:p>
          <a:p>
            <a:endParaRPr lang="en-SG" sz="2400">
              <a:solidFill>
                <a:srgbClr val="0A0A0A"/>
              </a:solidFill>
              <a:highlight>
                <a:srgbClr val="FFFFFF"/>
              </a:highlight>
              <a:ea typeface="+mn-lt"/>
              <a:cs typeface="+mn-lt"/>
            </a:endParaRPr>
          </a:p>
          <a:p>
            <a:r>
              <a:rPr lang="en-SG" sz="2400" i="1">
                <a:solidFill>
                  <a:srgbClr val="FF0000"/>
                </a:solidFill>
                <a:highlight>
                  <a:srgbClr val="FFFFFF"/>
                </a:highlight>
                <a:ea typeface="+mn-lt"/>
                <a:cs typeface="+mn-lt"/>
              </a:rPr>
              <a:t>Great is Thy faithfulness</a:t>
            </a:r>
            <a:br>
              <a:rPr lang="en-SG" sz="2400" i="1">
                <a:solidFill>
                  <a:srgbClr val="FF0000"/>
                </a:solidFill>
                <a:highlight>
                  <a:srgbClr val="FFFFFF"/>
                </a:highlight>
                <a:ea typeface="+mn-lt"/>
                <a:cs typeface="+mn-lt"/>
              </a:rPr>
            </a:br>
            <a:r>
              <a:rPr lang="en-SG" sz="2400" i="1">
                <a:solidFill>
                  <a:srgbClr val="FF0000"/>
                </a:solidFill>
                <a:highlight>
                  <a:srgbClr val="FFFFFF"/>
                </a:highlight>
                <a:ea typeface="+mn-lt"/>
                <a:cs typeface="+mn-lt"/>
              </a:rPr>
              <a:t>Great is Thy faithfulness</a:t>
            </a:r>
            <a:br>
              <a:rPr lang="en-SG" sz="2400" i="1">
                <a:solidFill>
                  <a:srgbClr val="FF0000"/>
                </a:solidFill>
                <a:highlight>
                  <a:srgbClr val="FFFFFF"/>
                </a:highlight>
                <a:ea typeface="+mn-lt"/>
                <a:cs typeface="+mn-lt"/>
              </a:rPr>
            </a:br>
            <a:r>
              <a:rPr lang="en-SG" sz="2400" i="1">
                <a:solidFill>
                  <a:srgbClr val="FF0000"/>
                </a:solidFill>
                <a:highlight>
                  <a:srgbClr val="FFFFFF"/>
                </a:highlight>
                <a:ea typeface="+mn-lt"/>
                <a:cs typeface="+mn-lt"/>
              </a:rPr>
              <a:t>Morning by morning new mercies I see</a:t>
            </a:r>
            <a:br>
              <a:rPr lang="en-SG" sz="2400" i="1">
                <a:solidFill>
                  <a:srgbClr val="FF0000"/>
                </a:solidFill>
                <a:highlight>
                  <a:srgbClr val="FFFFFF"/>
                </a:highlight>
                <a:ea typeface="+mn-lt"/>
                <a:cs typeface="+mn-lt"/>
              </a:rPr>
            </a:br>
            <a:r>
              <a:rPr lang="en-SG" sz="2400" i="1">
                <a:solidFill>
                  <a:srgbClr val="FF0000"/>
                </a:solidFill>
                <a:highlight>
                  <a:srgbClr val="FFFFFF"/>
                </a:highlight>
                <a:ea typeface="+mn-lt"/>
                <a:cs typeface="+mn-lt"/>
              </a:rPr>
              <a:t>All I have needed Thy hand hath provided</a:t>
            </a:r>
            <a:br>
              <a:rPr lang="en-SG" sz="2400" i="1">
                <a:solidFill>
                  <a:srgbClr val="FF0000"/>
                </a:solidFill>
                <a:highlight>
                  <a:srgbClr val="FFFFFF"/>
                </a:highlight>
                <a:ea typeface="+mn-lt"/>
                <a:cs typeface="+mn-lt"/>
              </a:rPr>
            </a:br>
            <a:r>
              <a:rPr lang="en-SG" sz="2400" i="1">
                <a:solidFill>
                  <a:srgbClr val="FF0000"/>
                </a:solidFill>
                <a:highlight>
                  <a:srgbClr val="FFFFFF"/>
                </a:highlight>
                <a:ea typeface="+mn-lt"/>
                <a:cs typeface="+mn-lt"/>
              </a:rPr>
              <a:t>Great is Thy faithfulness, Lord, unto me</a:t>
            </a:r>
            <a:endParaRPr lang="en-SG" sz="2400" i="1">
              <a:solidFill>
                <a:srgbClr val="FF0000"/>
              </a:solidFill>
              <a:highlight>
                <a:srgbClr val="FFFFFF"/>
              </a:highlight>
              <a:cs typeface="Segoe UI"/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ADAB77CD-C930-CED9-AA7B-501A2E721A9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4" name="Picture 3" descr="Qr code with a pay now logo on it&#10;&#10;AI-generated content may be incorrect.">
            <a:extLst>
              <a:ext uri="{FF2B5EF4-FFF2-40B4-BE49-F238E27FC236}">
                <a16:creationId xmlns:a16="http://schemas.microsoft.com/office/drawing/2014/main" id="{C8DF292C-1F2A-8EF2-074D-1DA8AFA1CC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2355" y="799379"/>
            <a:ext cx="2888589" cy="2960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464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C7848-171F-80CA-FD48-513D7E895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6722D-6AD2-422F-C61C-DBE01E336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Offertory –Great is Thy Faithfulness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748BD4C-78DD-4428-C10E-8BC0AAF88C83}"/>
              </a:ext>
            </a:extLst>
          </p:cNvPr>
          <p:cNvSpPr txBox="1">
            <a:spLocks/>
          </p:cNvSpPr>
          <p:nvPr/>
        </p:nvSpPr>
        <p:spPr>
          <a:xfrm>
            <a:off x="6002637" y="3759734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5EFF5A-6560-CC5B-2B39-B9BD1AC0F9E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Offertory : 2 of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C59630-1B65-2E80-136F-D4CCB3A1284A}"/>
              </a:ext>
            </a:extLst>
          </p:cNvPr>
          <p:cNvSpPr txBox="1"/>
          <p:nvPr/>
        </p:nvSpPr>
        <p:spPr>
          <a:xfrm>
            <a:off x="103888" y="698474"/>
            <a:ext cx="6028467" cy="415498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>
                <a:solidFill>
                  <a:srgbClr val="0A0A0A"/>
                </a:solidFill>
                <a:highlight>
                  <a:srgbClr val="FFFFFF"/>
                </a:highlight>
                <a:ea typeface="Google Sans"/>
                <a:cs typeface="Segoe UI"/>
              </a:rPr>
              <a:t>Summer and winter and springtime and harvest</a:t>
            </a:r>
            <a:br>
              <a:rPr lang="en-US" sz="2400">
                <a:highlight>
                  <a:srgbClr val="FFFFFF"/>
                </a:highlight>
                <a:ea typeface="Google Sans"/>
                <a:cs typeface="Segoe UI"/>
              </a:rPr>
            </a:br>
            <a:r>
              <a:rPr lang="en-US" sz="2400">
                <a:solidFill>
                  <a:srgbClr val="0A0A0A"/>
                </a:solidFill>
                <a:highlight>
                  <a:srgbClr val="FFFFFF"/>
                </a:highlight>
                <a:ea typeface="Google Sans"/>
                <a:cs typeface="Segoe UI"/>
              </a:rPr>
              <a:t>Sun, moon and stars in their courses above</a:t>
            </a:r>
            <a:br>
              <a:rPr lang="en-US" sz="2400">
                <a:highlight>
                  <a:srgbClr val="FFFFFF"/>
                </a:highlight>
                <a:ea typeface="Google Sans"/>
                <a:cs typeface="Segoe UI"/>
              </a:rPr>
            </a:br>
            <a:r>
              <a:rPr lang="en-US" sz="2400">
                <a:solidFill>
                  <a:srgbClr val="0A0A0A"/>
                </a:solidFill>
                <a:highlight>
                  <a:srgbClr val="FFFFFF"/>
                </a:highlight>
                <a:ea typeface="Google Sans"/>
                <a:cs typeface="Segoe UI"/>
              </a:rPr>
              <a:t>Join with all nature in manifold witness</a:t>
            </a:r>
            <a:br>
              <a:rPr lang="en-US" sz="2400">
                <a:highlight>
                  <a:srgbClr val="FFFFFF"/>
                </a:highlight>
                <a:ea typeface="Google Sans"/>
                <a:cs typeface="Segoe UI"/>
              </a:rPr>
            </a:br>
            <a:r>
              <a:rPr lang="en-US" sz="2400">
                <a:solidFill>
                  <a:srgbClr val="0A0A0A"/>
                </a:solidFill>
                <a:highlight>
                  <a:srgbClr val="FFFFFF"/>
                </a:highlight>
                <a:ea typeface="Google Sans"/>
                <a:cs typeface="Segoe UI"/>
              </a:rPr>
              <a:t>To Thy great faithfulness, mercy and love</a:t>
            </a:r>
          </a:p>
          <a:p>
            <a:endParaRPr lang="en-SG" sz="2400">
              <a:solidFill>
                <a:srgbClr val="0A0A0A"/>
              </a:solidFill>
              <a:highlight>
                <a:srgbClr val="FFFFFF"/>
              </a:highlight>
              <a:ea typeface="+mn-lt"/>
              <a:cs typeface="+mn-lt"/>
            </a:endParaRPr>
          </a:p>
          <a:p>
            <a:r>
              <a:rPr lang="en-SG" sz="2400" i="1">
                <a:solidFill>
                  <a:srgbClr val="FF0000"/>
                </a:solidFill>
                <a:highlight>
                  <a:srgbClr val="FFFFFF"/>
                </a:highlight>
                <a:ea typeface="+mn-lt"/>
                <a:cs typeface="+mn-lt"/>
              </a:rPr>
              <a:t>Great is Thy faithfulness</a:t>
            </a:r>
            <a:br>
              <a:rPr lang="en-SG" sz="2400" i="1">
                <a:solidFill>
                  <a:srgbClr val="FF0000"/>
                </a:solidFill>
                <a:highlight>
                  <a:srgbClr val="FFFFFF"/>
                </a:highlight>
                <a:ea typeface="+mn-lt"/>
                <a:cs typeface="+mn-lt"/>
              </a:rPr>
            </a:br>
            <a:r>
              <a:rPr lang="en-SG" sz="2400" i="1">
                <a:solidFill>
                  <a:srgbClr val="FF0000"/>
                </a:solidFill>
                <a:highlight>
                  <a:srgbClr val="FFFFFF"/>
                </a:highlight>
                <a:ea typeface="+mn-lt"/>
                <a:cs typeface="+mn-lt"/>
              </a:rPr>
              <a:t>Great is Thy faithfulness</a:t>
            </a:r>
            <a:br>
              <a:rPr lang="en-SG" sz="2400" i="1">
                <a:solidFill>
                  <a:srgbClr val="FF0000"/>
                </a:solidFill>
                <a:highlight>
                  <a:srgbClr val="FFFFFF"/>
                </a:highlight>
                <a:ea typeface="+mn-lt"/>
                <a:cs typeface="+mn-lt"/>
              </a:rPr>
            </a:br>
            <a:r>
              <a:rPr lang="en-SG" sz="2400" i="1">
                <a:solidFill>
                  <a:srgbClr val="FF0000"/>
                </a:solidFill>
                <a:highlight>
                  <a:srgbClr val="FFFFFF"/>
                </a:highlight>
                <a:ea typeface="+mn-lt"/>
                <a:cs typeface="+mn-lt"/>
              </a:rPr>
              <a:t>Morning by morning new mercies I see</a:t>
            </a:r>
            <a:br>
              <a:rPr lang="en-SG" sz="2400" i="1">
                <a:solidFill>
                  <a:srgbClr val="FF0000"/>
                </a:solidFill>
                <a:highlight>
                  <a:srgbClr val="FFFFFF"/>
                </a:highlight>
                <a:ea typeface="+mn-lt"/>
                <a:cs typeface="+mn-lt"/>
              </a:rPr>
            </a:br>
            <a:r>
              <a:rPr lang="en-SG" sz="2400" i="1">
                <a:solidFill>
                  <a:srgbClr val="FF0000"/>
                </a:solidFill>
                <a:highlight>
                  <a:srgbClr val="FFFFFF"/>
                </a:highlight>
                <a:ea typeface="+mn-lt"/>
                <a:cs typeface="+mn-lt"/>
              </a:rPr>
              <a:t>All I have needed Thy hand hath provided</a:t>
            </a:r>
            <a:br>
              <a:rPr lang="en-SG" sz="2400" i="1">
                <a:solidFill>
                  <a:srgbClr val="FF0000"/>
                </a:solidFill>
                <a:highlight>
                  <a:srgbClr val="FFFFFF"/>
                </a:highlight>
                <a:ea typeface="+mn-lt"/>
                <a:cs typeface="+mn-lt"/>
              </a:rPr>
            </a:br>
            <a:r>
              <a:rPr lang="en-SG" sz="2400" i="1">
                <a:solidFill>
                  <a:srgbClr val="FF0000"/>
                </a:solidFill>
                <a:highlight>
                  <a:srgbClr val="FFFFFF"/>
                </a:highlight>
                <a:ea typeface="+mn-lt"/>
                <a:cs typeface="+mn-lt"/>
              </a:rPr>
              <a:t>Great is Thy faithfulness, Lord, unto me</a:t>
            </a:r>
            <a:endParaRPr lang="en-SG" sz="2400" i="1">
              <a:solidFill>
                <a:srgbClr val="FF0000"/>
              </a:solidFill>
              <a:highlight>
                <a:srgbClr val="FFFFFF"/>
              </a:highlight>
              <a:cs typeface="Segoe UI"/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5D6622BF-C0AC-21EC-EABF-EC2AF189B4E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3" name="Picture 2" descr="Qr code with a pay now logo on it&#10;&#10;AI-generated content may be incorrect.">
            <a:extLst>
              <a:ext uri="{FF2B5EF4-FFF2-40B4-BE49-F238E27FC236}">
                <a16:creationId xmlns:a16="http://schemas.microsoft.com/office/drawing/2014/main" id="{986CA380-2083-DE8A-69F3-BB5BF036BF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2355" y="799379"/>
            <a:ext cx="2888589" cy="2960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0402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08B66-7F0E-435C-7A6C-3F1706E81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6569F-C0BE-FAF8-C639-999B3DEDE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Offertory –Great is Thy Faithfulness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C9AF5D4-B261-4AD3-8475-E1C5AFEECF66}"/>
              </a:ext>
            </a:extLst>
          </p:cNvPr>
          <p:cNvSpPr txBox="1">
            <a:spLocks/>
          </p:cNvSpPr>
          <p:nvPr/>
        </p:nvSpPr>
        <p:spPr>
          <a:xfrm>
            <a:off x="6002637" y="3759734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EC24A0-2FD5-6442-AC4F-EA53868E818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Offertory : 3 of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30AFFE-A2BC-023A-9990-14426F036B1F}"/>
              </a:ext>
            </a:extLst>
          </p:cNvPr>
          <p:cNvSpPr txBox="1"/>
          <p:nvPr/>
        </p:nvSpPr>
        <p:spPr>
          <a:xfrm>
            <a:off x="103888" y="731927"/>
            <a:ext cx="6101953" cy="452431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>
                <a:solidFill>
                  <a:srgbClr val="0A0A0A"/>
                </a:solidFill>
                <a:highlight>
                  <a:srgbClr val="FFFFFF"/>
                </a:highlight>
                <a:ea typeface="Google Sans"/>
                <a:cs typeface="Google Sans"/>
              </a:rPr>
              <a:t>Pardon for sin and a peace that </a:t>
            </a:r>
            <a:r>
              <a:rPr lang="en-US" sz="2400" err="1">
                <a:solidFill>
                  <a:srgbClr val="0A0A0A"/>
                </a:solidFill>
                <a:highlight>
                  <a:srgbClr val="FFFFFF"/>
                </a:highlight>
                <a:ea typeface="Google Sans"/>
                <a:cs typeface="Google Sans"/>
              </a:rPr>
              <a:t>endureth</a:t>
            </a:r>
            <a:br>
              <a:rPr lang="en-US" sz="2400">
                <a:highlight>
                  <a:srgbClr val="FFFFFF"/>
                </a:highlight>
                <a:ea typeface="Google Sans"/>
                <a:cs typeface="Google Sans"/>
              </a:rPr>
            </a:br>
            <a:r>
              <a:rPr lang="en-US" sz="2400">
                <a:solidFill>
                  <a:srgbClr val="0A0A0A"/>
                </a:solidFill>
                <a:highlight>
                  <a:srgbClr val="FFFFFF"/>
                </a:highlight>
                <a:ea typeface="Google Sans"/>
                <a:cs typeface="Google Sans"/>
              </a:rPr>
              <a:t>Thine own dear presence to cheer and to guide</a:t>
            </a:r>
            <a:br>
              <a:rPr lang="en-US" sz="2400">
                <a:highlight>
                  <a:srgbClr val="FFFFFF"/>
                </a:highlight>
                <a:ea typeface="Google Sans"/>
                <a:cs typeface="Google Sans"/>
              </a:rPr>
            </a:br>
            <a:r>
              <a:rPr lang="en-US" sz="2400">
                <a:solidFill>
                  <a:srgbClr val="0A0A0A"/>
                </a:solidFill>
                <a:highlight>
                  <a:srgbClr val="FFFFFF"/>
                </a:highlight>
                <a:ea typeface="Google Sans"/>
                <a:cs typeface="Google Sans"/>
              </a:rPr>
              <a:t>Strength for today and bright hope for tomorrow</a:t>
            </a:r>
            <a:br>
              <a:rPr lang="en-US" sz="2400">
                <a:highlight>
                  <a:srgbClr val="FFFFFF"/>
                </a:highlight>
                <a:ea typeface="Google Sans"/>
                <a:cs typeface="Google Sans"/>
              </a:rPr>
            </a:br>
            <a:r>
              <a:rPr lang="en-US" sz="2400">
                <a:solidFill>
                  <a:srgbClr val="0A0A0A"/>
                </a:solidFill>
                <a:highlight>
                  <a:srgbClr val="FFFFFF"/>
                </a:highlight>
                <a:ea typeface="Google Sans"/>
                <a:cs typeface="Google Sans"/>
              </a:rPr>
              <a:t>Blessings all mine with ten thousand beside</a:t>
            </a:r>
          </a:p>
          <a:p>
            <a:endParaRPr lang="en-SG" sz="2400">
              <a:solidFill>
                <a:srgbClr val="0A0A0A"/>
              </a:solidFill>
              <a:highlight>
                <a:srgbClr val="FFFFFF"/>
              </a:highlight>
              <a:ea typeface="+mn-lt"/>
              <a:cs typeface="+mn-lt"/>
            </a:endParaRPr>
          </a:p>
          <a:p>
            <a:r>
              <a:rPr lang="en-SG" sz="2400" i="1">
                <a:solidFill>
                  <a:srgbClr val="FF0000"/>
                </a:solidFill>
                <a:highlight>
                  <a:srgbClr val="FFFFFF"/>
                </a:highlight>
                <a:ea typeface="+mn-lt"/>
                <a:cs typeface="+mn-lt"/>
              </a:rPr>
              <a:t>Great is Thy faithfulness</a:t>
            </a:r>
            <a:br>
              <a:rPr lang="en-SG" sz="2400" i="1">
                <a:solidFill>
                  <a:srgbClr val="FF0000"/>
                </a:solidFill>
                <a:highlight>
                  <a:srgbClr val="FFFFFF"/>
                </a:highlight>
                <a:ea typeface="+mn-lt"/>
                <a:cs typeface="+mn-lt"/>
              </a:rPr>
            </a:br>
            <a:r>
              <a:rPr lang="en-SG" sz="2400" i="1">
                <a:solidFill>
                  <a:srgbClr val="FF0000"/>
                </a:solidFill>
                <a:highlight>
                  <a:srgbClr val="FFFFFF"/>
                </a:highlight>
                <a:ea typeface="+mn-lt"/>
                <a:cs typeface="+mn-lt"/>
              </a:rPr>
              <a:t>Great is Thy faithfulness</a:t>
            </a:r>
            <a:br>
              <a:rPr lang="en-SG" sz="2400" i="1">
                <a:solidFill>
                  <a:srgbClr val="FF0000"/>
                </a:solidFill>
                <a:highlight>
                  <a:srgbClr val="FFFFFF"/>
                </a:highlight>
                <a:ea typeface="+mn-lt"/>
                <a:cs typeface="+mn-lt"/>
              </a:rPr>
            </a:br>
            <a:r>
              <a:rPr lang="en-SG" sz="2400" i="1">
                <a:solidFill>
                  <a:srgbClr val="FF0000"/>
                </a:solidFill>
                <a:highlight>
                  <a:srgbClr val="FFFFFF"/>
                </a:highlight>
                <a:ea typeface="+mn-lt"/>
                <a:cs typeface="+mn-lt"/>
              </a:rPr>
              <a:t>Morning by morning new mercies I see</a:t>
            </a:r>
            <a:br>
              <a:rPr lang="en-SG" sz="2400" i="1">
                <a:solidFill>
                  <a:srgbClr val="FF0000"/>
                </a:solidFill>
                <a:highlight>
                  <a:srgbClr val="FFFFFF"/>
                </a:highlight>
                <a:ea typeface="+mn-lt"/>
                <a:cs typeface="+mn-lt"/>
              </a:rPr>
            </a:br>
            <a:r>
              <a:rPr lang="en-SG" sz="2400" i="1">
                <a:solidFill>
                  <a:srgbClr val="FF0000"/>
                </a:solidFill>
                <a:highlight>
                  <a:srgbClr val="FFFFFF"/>
                </a:highlight>
                <a:ea typeface="+mn-lt"/>
                <a:cs typeface="+mn-lt"/>
              </a:rPr>
              <a:t>All I have needed Thy hand hath provided</a:t>
            </a:r>
            <a:br>
              <a:rPr lang="en-SG" sz="2400" i="1">
                <a:solidFill>
                  <a:srgbClr val="FF0000"/>
                </a:solidFill>
                <a:highlight>
                  <a:srgbClr val="FFFFFF"/>
                </a:highlight>
                <a:ea typeface="+mn-lt"/>
                <a:cs typeface="+mn-lt"/>
              </a:rPr>
            </a:br>
            <a:r>
              <a:rPr lang="en-SG" sz="2400" i="1">
                <a:solidFill>
                  <a:srgbClr val="FF0000"/>
                </a:solidFill>
                <a:highlight>
                  <a:srgbClr val="FFFFFF"/>
                </a:highlight>
                <a:ea typeface="+mn-lt"/>
                <a:cs typeface="+mn-lt"/>
              </a:rPr>
              <a:t>Great is Thy faithfulness, Lord, unto me</a:t>
            </a:r>
            <a:endParaRPr lang="en-SG" sz="2400" i="1">
              <a:solidFill>
                <a:srgbClr val="FF0000"/>
              </a:solidFill>
              <a:highlight>
                <a:srgbClr val="FFFFFF"/>
              </a:highlight>
              <a:cs typeface="Segoe UI"/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021883F3-AE97-5C6B-E164-5653B2A760B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3" name="Picture 2" descr="Qr code with a pay now logo on it&#10;&#10;AI-generated content may be incorrect.">
            <a:extLst>
              <a:ext uri="{FF2B5EF4-FFF2-40B4-BE49-F238E27FC236}">
                <a16:creationId xmlns:a16="http://schemas.microsoft.com/office/drawing/2014/main" id="{3FC9D75B-0C1B-1D27-EEF4-CB5D1CB788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2355" y="799379"/>
            <a:ext cx="2888589" cy="2960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7791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D8354-3F09-B87E-2813-F0881990A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0AA799B-1792-FB47-777E-239B57F1D791}"/>
              </a:ext>
            </a:extLst>
          </p:cNvPr>
          <p:cNvSpPr/>
          <p:nvPr/>
        </p:nvSpPr>
        <p:spPr>
          <a:xfrm>
            <a:off x="1127800" y="1238150"/>
            <a:ext cx="6892935" cy="2257244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F5DEE-9CF3-1F50-9E6E-C7302571A20E}"/>
              </a:ext>
            </a:extLst>
          </p:cNvPr>
          <p:cNvSpPr txBox="1">
            <a:spLocks/>
          </p:cNvSpPr>
          <p:nvPr/>
        </p:nvSpPr>
        <p:spPr>
          <a:xfrm>
            <a:off x="1127800" y="1510642"/>
            <a:ext cx="6888435" cy="2120444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  <a:latin typeface="Tenorite"/>
              </a:rPr>
              <a:t>Confession</a:t>
            </a:r>
          </a:p>
          <a:p>
            <a:r>
              <a:rPr lang="en-SG" sz="3600">
                <a:solidFill>
                  <a:schemeClr val="bg1"/>
                </a:solidFill>
                <a:latin typeface="Tenorite"/>
              </a:rPr>
              <a:t>Hymn No 42</a:t>
            </a:r>
          </a:p>
        </p:txBody>
      </p:sp>
    </p:spTree>
    <p:extLst>
      <p:ext uri="{BB962C8B-B14F-4D97-AF65-F5344CB8AC3E}">
        <p14:creationId xmlns:p14="http://schemas.microsoft.com/office/powerpoint/2010/main" val="13451743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2CDA9-7369-4F5B-1CDE-3D3F3B2C9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3EA1B-049D-1F48-2018-4BF217E05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5577"/>
            <a:ext cx="9144000" cy="612000"/>
          </a:xfrm>
        </p:spPr>
        <p:txBody>
          <a:bodyPr/>
          <a:lstStyle/>
          <a:p>
            <a:r>
              <a:rPr lang="en-GB">
                <a:ea typeface="Calibri Light"/>
                <a:cs typeface="Calibri Light"/>
              </a:rPr>
              <a:t>Confession :Hymn No 42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0D1D43-1F19-B0D4-5529-532492189842}"/>
              </a:ext>
            </a:extLst>
          </p:cNvPr>
          <p:cNvSpPr txBox="1"/>
          <p:nvPr/>
        </p:nvSpPr>
        <p:spPr>
          <a:xfrm>
            <a:off x="6858000" y="4737895"/>
            <a:ext cx="45720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aseline="0">
                <a:highlight>
                  <a:srgbClr val="FFFFFF"/>
                </a:highlight>
                <a:latin typeface="Segoe UI"/>
              </a:rPr>
              <a:t>Confession Song : </a:t>
            </a:r>
            <a:r>
              <a:rPr lang="en-US" sz="1400">
                <a:highlight>
                  <a:srgbClr val="FFFFFF"/>
                </a:highlight>
                <a:latin typeface="Segoe UI"/>
              </a:rPr>
              <a:t>1</a:t>
            </a:r>
            <a:r>
              <a:rPr lang="en-US" sz="1400" baseline="0">
                <a:highlight>
                  <a:srgbClr val="FFFFFF"/>
                </a:highlight>
                <a:latin typeface="Segoe UI"/>
              </a:rPr>
              <a:t> of </a:t>
            </a:r>
            <a:r>
              <a:rPr lang="en-US" sz="1400">
                <a:highlight>
                  <a:srgbClr val="FFFFFF"/>
                </a:highlight>
                <a:latin typeface="Segoe UI"/>
              </a:rPr>
              <a:t>1</a:t>
            </a:r>
            <a:endParaRPr lang="en-GB" sz="1400">
              <a:latin typeface="Segoe UI"/>
              <a:cs typeface="Segoe UI"/>
            </a:endParaRPr>
          </a:p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2AA8EA-7B1E-2817-2935-33DCC57148CF}"/>
              </a:ext>
            </a:extLst>
          </p:cNvPr>
          <p:cNvSpPr txBox="1"/>
          <p:nvPr/>
        </p:nvSpPr>
        <p:spPr>
          <a:xfrm>
            <a:off x="628148" y="938562"/>
            <a:ext cx="8809538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latin typeface="Segoe UI"/>
                <a:ea typeface="NotoSansArabicOnly"/>
                <a:cs typeface="NotoSansArabicOnly"/>
              </a:rPr>
              <a:t>There is no love like the love of Jesus,</a:t>
            </a:r>
            <a:br>
              <a:rPr lang="en-US" sz="2800">
                <a:latin typeface="Segoe UI"/>
                <a:ea typeface="NotoSansArabicOnly"/>
                <a:cs typeface="NotoSansArabicOnly"/>
              </a:rPr>
            </a:br>
            <a:r>
              <a:rPr lang="en-US" sz="2800">
                <a:latin typeface="Segoe UI"/>
                <a:ea typeface="NotoSansArabicOnly"/>
                <a:cs typeface="NotoSansArabicOnly"/>
              </a:rPr>
              <a:t>Never to fade or fall,</a:t>
            </a:r>
            <a:br>
              <a:rPr lang="en-US" sz="2800">
                <a:latin typeface="Segoe UI"/>
                <a:ea typeface="NotoSansArabicOnly"/>
                <a:cs typeface="NotoSansArabicOnly"/>
              </a:rPr>
            </a:br>
            <a:r>
              <a:rPr lang="en-US" sz="2800">
                <a:latin typeface="Segoe UI"/>
                <a:ea typeface="NotoSansArabicOnly"/>
                <a:cs typeface="NotoSansArabicOnly"/>
              </a:rPr>
              <a:t>Till into the fold of the peace of God,</a:t>
            </a:r>
            <a:br>
              <a:rPr lang="en-US" sz="2800">
                <a:latin typeface="Segoe UI"/>
                <a:ea typeface="NotoSansArabicOnly"/>
                <a:cs typeface="NotoSansArabicOnly"/>
              </a:rPr>
            </a:br>
            <a:r>
              <a:rPr lang="en-US" sz="2800">
                <a:latin typeface="Segoe UI"/>
                <a:ea typeface="NotoSansArabicOnly"/>
                <a:cs typeface="NotoSansArabicOnly"/>
              </a:rPr>
              <a:t>He has gathered us all.</a:t>
            </a:r>
          </a:p>
          <a:p>
            <a:r>
              <a:rPr lang="en-US" sz="2800" i="1">
                <a:solidFill>
                  <a:srgbClr val="FF0000"/>
                </a:solidFill>
                <a:latin typeface="Segoe UI"/>
                <a:ea typeface="NotoSansArabicOnly"/>
                <a:cs typeface="NotoSansArabicOnly"/>
              </a:rPr>
              <a:t>Chorus:</a:t>
            </a:r>
            <a:br>
              <a:rPr lang="en-US" sz="2800" i="1">
                <a:solidFill>
                  <a:srgbClr val="FF0000"/>
                </a:solidFill>
                <a:latin typeface="Segoe UI"/>
                <a:ea typeface="NotoSansArabicOnly"/>
                <a:cs typeface="NotoSansArabicOnly"/>
              </a:rPr>
            </a:br>
            <a:r>
              <a:rPr lang="en-US" sz="2800" i="1">
                <a:solidFill>
                  <a:srgbClr val="FF0000"/>
                </a:solidFill>
                <a:latin typeface="Segoe UI"/>
                <a:ea typeface="NotoSansArabicOnly"/>
                <a:cs typeface="NotoSansArabicOnly"/>
              </a:rPr>
              <a:t>Jesus' love, precious love,</a:t>
            </a:r>
            <a:br>
              <a:rPr lang="en-US" sz="2800" i="1">
                <a:solidFill>
                  <a:srgbClr val="FF0000"/>
                </a:solidFill>
                <a:latin typeface="Segoe UI"/>
                <a:ea typeface="NotoSansArabicOnly"/>
                <a:cs typeface="NotoSansArabicOnly"/>
              </a:rPr>
            </a:br>
            <a:r>
              <a:rPr lang="en-US" sz="2800" i="1">
                <a:solidFill>
                  <a:srgbClr val="FF0000"/>
                </a:solidFill>
                <a:latin typeface="Segoe UI"/>
                <a:ea typeface="NotoSansArabicOnly"/>
                <a:cs typeface="NotoSansArabicOnly"/>
              </a:rPr>
              <a:t>Boundless and pure and free!</a:t>
            </a:r>
            <a:br>
              <a:rPr lang="en-US" sz="2800" i="1">
                <a:solidFill>
                  <a:srgbClr val="FF0000"/>
                </a:solidFill>
                <a:latin typeface="Segoe UI"/>
                <a:ea typeface="NotoSansArabicOnly"/>
                <a:cs typeface="NotoSansArabicOnly"/>
              </a:rPr>
            </a:br>
            <a:r>
              <a:rPr lang="en-US" sz="2800" i="1">
                <a:solidFill>
                  <a:srgbClr val="FF0000"/>
                </a:solidFill>
                <a:latin typeface="Segoe UI"/>
                <a:ea typeface="NotoSansArabicOnly"/>
                <a:cs typeface="NotoSansArabicOnly"/>
              </a:rPr>
              <a:t>Oh, turn to that love, weary, </a:t>
            </a:r>
            <a:r>
              <a:rPr lang="en-US" sz="2800" i="1" err="1">
                <a:solidFill>
                  <a:srgbClr val="FF0000"/>
                </a:solidFill>
                <a:latin typeface="Segoe UI"/>
                <a:ea typeface="NotoSansArabicOnly"/>
                <a:cs typeface="NotoSansArabicOnly"/>
              </a:rPr>
              <a:t>wand'ring</a:t>
            </a:r>
            <a:r>
              <a:rPr lang="en-US" sz="2800" i="1">
                <a:solidFill>
                  <a:srgbClr val="FF0000"/>
                </a:solidFill>
                <a:latin typeface="Segoe UI"/>
                <a:ea typeface="NotoSansArabicOnly"/>
                <a:cs typeface="NotoSansArabicOnly"/>
              </a:rPr>
              <a:t> soul,</a:t>
            </a:r>
            <a:br>
              <a:rPr lang="en-US" sz="2800" i="1">
                <a:solidFill>
                  <a:srgbClr val="FF0000"/>
                </a:solidFill>
                <a:latin typeface="Segoe UI"/>
                <a:ea typeface="NotoSansArabicOnly"/>
                <a:cs typeface="NotoSansArabicOnly"/>
              </a:rPr>
            </a:br>
            <a:r>
              <a:rPr lang="en-US" sz="2800" i="1">
                <a:solidFill>
                  <a:srgbClr val="FF0000"/>
                </a:solidFill>
                <a:latin typeface="Segoe UI"/>
                <a:ea typeface="NotoSansArabicOnly"/>
                <a:cs typeface="NotoSansArabicOnly"/>
              </a:rPr>
              <a:t>Jesus </a:t>
            </a:r>
            <a:r>
              <a:rPr lang="en-US" sz="2800" i="1" err="1">
                <a:solidFill>
                  <a:srgbClr val="FF0000"/>
                </a:solidFill>
                <a:latin typeface="Segoe UI"/>
                <a:ea typeface="NotoSansArabicOnly"/>
                <a:cs typeface="NotoSansArabicOnly"/>
              </a:rPr>
              <a:t>pleadeth</a:t>
            </a:r>
            <a:r>
              <a:rPr lang="en-US" sz="2800" i="1">
                <a:solidFill>
                  <a:srgbClr val="FF0000"/>
                </a:solidFill>
                <a:latin typeface="Segoe UI"/>
                <a:ea typeface="NotoSansArabicOnly"/>
                <a:cs typeface="NotoSansArabicOnly"/>
              </a:rPr>
              <a:t> for thee.</a:t>
            </a:r>
            <a:endParaRPr lang="en-US" sz="2800" i="1">
              <a:solidFill>
                <a:srgbClr val="FF0000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4467640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C018C-1855-712D-68D3-2DCC13839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955FD01-4EB4-CEC7-87EA-604EB61C67A1}"/>
              </a:ext>
            </a:extLst>
          </p:cNvPr>
          <p:cNvSpPr/>
          <p:nvPr/>
        </p:nvSpPr>
        <p:spPr>
          <a:xfrm>
            <a:off x="1127800" y="1238150"/>
            <a:ext cx="6892935" cy="2257244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71B62-43AD-1564-0320-594BFBB5B2EA}"/>
              </a:ext>
            </a:extLst>
          </p:cNvPr>
          <p:cNvSpPr txBox="1">
            <a:spLocks/>
          </p:cNvSpPr>
          <p:nvPr/>
        </p:nvSpPr>
        <p:spPr>
          <a:xfrm>
            <a:off x="1127800" y="1510642"/>
            <a:ext cx="6888435" cy="2120444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SG">
                <a:solidFill>
                  <a:schemeClr val="bg1"/>
                </a:solidFill>
                <a:latin typeface="Tenorite"/>
              </a:rPr>
              <a:t>Midnight Hymn</a:t>
            </a:r>
          </a:p>
          <a:p>
            <a:r>
              <a:rPr lang="en-SG" sz="3600">
                <a:solidFill>
                  <a:schemeClr val="bg1"/>
                </a:solidFill>
                <a:latin typeface="Tenorite"/>
              </a:rPr>
              <a:t>Another year is dawning</a:t>
            </a:r>
          </a:p>
        </p:txBody>
      </p:sp>
    </p:spTree>
    <p:extLst>
      <p:ext uri="{BB962C8B-B14F-4D97-AF65-F5344CB8AC3E}">
        <p14:creationId xmlns:p14="http://schemas.microsoft.com/office/powerpoint/2010/main" val="8094834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641F7-3598-3001-D304-B528B73A6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Calibri Light"/>
                <a:cs typeface="Calibri Light"/>
              </a:rPr>
              <a:t>Hymn at Midnight- Another year is dawning</a:t>
            </a:r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6BF708-DE58-BE66-AD71-17C911C3D924}"/>
              </a:ext>
            </a:extLst>
          </p:cNvPr>
          <p:cNvSpPr txBox="1"/>
          <p:nvPr/>
        </p:nvSpPr>
        <p:spPr>
          <a:xfrm>
            <a:off x="974149" y="1003373"/>
            <a:ext cx="5883851" cy="38164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ea typeface="+mn-lt"/>
                <a:cs typeface="+mn-lt"/>
              </a:rPr>
              <a:t>Another year is dawning </a:t>
            </a:r>
            <a:endParaRPr lang="en-US">
              <a:ea typeface="+mn-lt"/>
              <a:cs typeface="+mn-lt"/>
            </a:endParaRPr>
          </a:p>
          <a:p>
            <a:r>
              <a:rPr lang="en-US" sz="2800">
                <a:ea typeface="+mn-lt"/>
                <a:cs typeface="+mn-lt"/>
              </a:rPr>
              <a:t>Dear Father, let it be, </a:t>
            </a:r>
            <a:endParaRPr lang="en-US">
              <a:ea typeface="+mn-lt"/>
              <a:cs typeface="+mn-lt"/>
            </a:endParaRPr>
          </a:p>
          <a:p>
            <a:r>
              <a:rPr lang="en-US" sz="2800">
                <a:ea typeface="+mn-lt"/>
                <a:cs typeface="+mn-lt"/>
              </a:rPr>
              <a:t>In working or in waiting,</a:t>
            </a:r>
            <a:endParaRPr lang="en-US">
              <a:ea typeface="+mn-lt"/>
              <a:cs typeface="+mn-lt"/>
            </a:endParaRPr>
          </a:p>
          <a:p>
            <a:r>
              <a:rPr lang="en-US" sz="2800">
                <a:ea typeface="+mn-lt"/>
                <a:cs typeface="+mn-lt"/>
              </a:rPr>
              <a:t>Another year with Thee; </a:t>
            </a:r>
            <a:endParaRPr lang="en-US">
              <a:ea typeface="+mn-lt"/>
              <a:cs typeface="+mn-lt"/>
            </a:endParaRPr>
          </a:p>
          <a:p>
            <a:r>
              <a:rPr lang="en-US" sz="2800">
                <a:ea typeface="+mn-lt"/>
                <a:cs typeface="+mn-lt"/>
              </a:rPr>
              <a:t>Another year of progress, </a:t>
            </a:r>
            <a:endParaRPr lang="en-US">
              <a:ea typeface="+mn-lt"/>
              <a:cs typeface="+mn-lt"/>
            </a:endParaRPr>
          </a:p>
          <a:p>
            <a:r>
              <a:rPr lang="en-US" sz="2800">
                <a:ea typeface="+mn-lt"/>
                <a:cs typeface="+mn-lt"/>
              </a:rPr>
              <a:t>Another year of praise, </a:t>
            </a:r>
            <a:endParaRPr lang="en-US">
              <a:ea typeface="+mn-lt"/>
              <a:cs typeface="+mn-lt"/>
            </a:endParaRPr>
          </a:p>
          <a:p>
            <a:r>
              <a:rPr lang="en-US" sz="2800">
                <a:ea typeface="+mn-lt"/>
                <a:cs typeface="+mn-lt"/>
              </a:rPr>
              <a:t>Another year of proving </a:t>
            </a:r>
            <a:endParaRPr lang="en-US">
              <a:ea typeface="+mn-lt"/>
              <a:cs typeface="+mn-lt"/>
            </a:endParaRPr>
          </a:p>
          <a:p>
            <a:r>
              <a:rPr lang="en-US" sz="2800">
                <a:ea typeface="+mn-lt"/>
                <a:cs typeface="+mn-lt"/>
              </a:rPr>
              <a:t>Thy presence all the days.</a:t>
            </a:r>
            <a:endParaRPr lang="en-US">
              <a:ea typeface="+mn-lt"/>
              <a:cs typeface="+mn-lt"/>
            </a:endParaRPr>
          </a:p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4D52F7-A47D-29F9-42C8-B6B72382EEB9}"/>
              </a:ext>
            </a:extLst>
          </p:cNvPr>
          <p:cNvSpPr txBox="1"/>
          <p:nvPr/>
        </p:nvSpPr>
        <p:spPr>
          <a:xfrm>
            <a:off x="6799545" y="4729996"/>
            <a:ext cx="251979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highlight>
                  <a:srgbClr val="FFFFFF"/>
                </a:highlight>
                <a:latin typeface="Segoe UI"/>
              </a:rPr>
              <a:t>Midnight Song</a:t>
            </a:r>
            <a:r>
              <a:rPr lang="en-US" sz="1400" baseline="0">
                <a:highlight>
                  <a:srgbClr val="FFFFFF"/>
                </a:highlight>
                <a:latin typeface="Segoe UI"/>
              </a:rPr>
              <a:t> : </a:t>
            </a:r>
            <a:r>
              <a:rPr lang="en-US" sz="1400">
                <a:highlight>
                  <a:srgbClr val="FFFFFF"/>
                </a:highlight>
                <a:latin typeface="Segoe UI"/>
              </a:rPr>
              <a:t>1 </a:t>
            </a:r>
            <a:r>
              <a:rPr lang="en-US" sz="1400" baseline="0">
                <a:highlight>
                  <a:srgbClr val="FFFFFF"/>
                </a:highlight>
                <a:latin typeface="Segoe UI"/>
              </a:rPr>
              <a:t>of 3</a:t>
            </a:r>
            <a:r>
              <a:rPr sz="1400">
                <a:latin typeface="Segoe UI"/>
                <a:ea typeface="Segoe UI"/>
                <a:cs typeface="Segoe UI"/>
              </a:rPr>
              <a:t>​</a:t>
            </a:r>
            <a:endParaRPr lang="en-GB"/>
          </a:p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28410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DE00B-C11A-40E2-BE9A-34164C747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99DB2-FD83-12CD-6926-96BB385DE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Calibri Light"/>
                <a:cs typeface="Calibri Light"/>
              </a:rPr>
              <a:t>Hymn at Midnight- Another year is dawning</a:t>
            </a:r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097B13-A095-0D2E-7FAB-759B90F24953}"/>
              </a:ext>
            </a:extLst>
          </p:cNvPr>
          <p:cNvSpPr txBox="1"/>
          <p:nvPr/>
        </p:nvSpPr>
        <p:spPr>
          <a:xfrm>
            <a:off x="974149" y="1003373"/>
            <a:ext cx="5883851" cy="38164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ea typeface="+mn-lt"/>
                <a:cs typeface="+mn-lt"/>
              </a:rPr>
              <a:t>Another year of mercies,</a:t>
            </a:r>
            <a:endParaRPr lang="en-US">
              <a:ea typeface="+mn-lt"/>
              <a:cs typeface="+mn-lt"/>
            </a:endParaRPr>
          </a:p>
          <a:p>
            <a:r>
              <a:rPr lang="en-US" sz="2800">
                <a:ea typeface="+mn-lt"/>
                <a:cs typeface="+mn-lt"/>
              </a:rPr>
              <a:t>Of faithfulness and grace; </a:t>
            </a:r>
            <a:endParaRPr lang="en-US">
              <a:ea typeface="+mn-lt"/>
              <a:cs typeface="+mn-lt"/>
            </a:endParaRPr>
          </a:p>
          <a:p>
            <a:r>
              <a:rPr lang="en-US" sz="2800">
                <a:ea typeface="+mn-lt"/>
                <a:cs typeface="+mn-lt"/>
              </a:rPr>
              <a:t>Another year of gladness</a:t>
            </a:r>
            <a:endParaRPr lang="en-US">
              <a:ea typeface="+mn-lt"/>
              <a:cs typeface="+mn-lt"/>
            </a:endParaRPr>
          </a:p>
          <a:p>
            <a:r>
              <a:rPr lang="en-US" sz="2800">
                <a:ea typeface="+mn-lt"/>
                <a:cs typeface="+mn-lt"/>
              </a:rPr>
              <a:t>In the shining of Thy face;</a:t>
            </a:r>
            <a:endParaRPr lang="en-US">
              <a:ea typeface="+mn-lt"/>
              <a:cs typeface="+mn-lt"/>
            </a:endParaRPr>
          </a:p>
          <a:p>
            <a:r>
              <a:rPr lang="en-US" sz="2800">
                <a:ea typeface="+mn-lt"/>
                <a:cs typeface="+mn-lt"/>
              </a:rPr>
              <a:t>Another year of leaning </a:t>
            </a:r>
            <a:endParaRPr lang="en-US">
              <a:ea typeface="+mn-lt"/>
              <a:cs typeface="+mn-lt"/>
            </a:endParaRPr>
          </a:p>
          <a:p>
            <a:r>
              <a:rPr lang="en-US" sz="2800">
                <a:ea typeface="+mn-lt"/>
                <a:cs typeface="+mn-lt"/>
              </a:rPr>
              <a:t>Upon Thy loving breast; </a:t>
            </a:r>
            <a:endParaRPr lang="en-US">
              <a:ea typeface="+mn-lt"/>
              <a:cs typeface="+mn-lt"/>
            </a:endParaRPr>
          </a:p>
          <a:p>
            <a:r>
              <a:rPr lang="en-US" sz="2800">
                <a:ea typeface="+mn-lt"/>
                <a:cs typeface="+mn-lt"/>
              </a:rPr>
              <a:t>Another year of trusting, </a:t>
            </a:r>
            <a:endParaRPr lang="en-US">
              <a:ea typeface="+mn-lt"/>
              <a:cs typeface="+mn-lt"/>
            </a:endParaRPr>
          </a:p>
          <a:p>
            <a:r>
              <a:rPr lang="en-US" sz="2800">
                <a:ea typeface="+mn-lt"/>
                <a:cs typeface="+mn-lt"/>
              </a:rPr>
              <a:t>Of quiet, happy rest.</a:t>
            </a:r>
            <a:endParaRPr lang="en-US">
              <a:ea typeface="+mn-lt"/>
              <a:cs typeface="+mn-lt"/>
            </a:endParaRPr>
          </a:p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0E44FB-E7B6-D782-848D-B2A94B281364}"/>
              </a:ext>
            </a:extLst>
          </p:cNvPr>
          <p:cNvSpPr txBox="1"/>
          <p:nvPr/>
        </p:nvSpPr>
        <p:spPr>
          <a:xfrm>
            <a:off x="6858000" y="4632587"/>
            <a:ext cx="244186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aseline="0">
                <a:highlight>
                  <a:srgbClr val="FFFFFF"/>
                </a:highlight>
                <a:latin typeface="Segoe UI"/>
              </a:rPr>
              <a:t>Midnight Song : </a:t>
            </a:r>
            <a:r>
              <a:rPr lang="en-US" sz="1400">
                <a:highlight>
                  <a:srgbClr val="FFFFFF"/>
                </a:highlight>
                <a:latin typeface="Segoe UI"/>
              </a:rPr>
              <a:t>2</a:t>
            </a:r>
            <a:r>
              <a:rPr lang="en-US" sz="1400" baseline="0">
                <a:highlight>
                  <a:srgbClr val="FFFFFF"/>
                </a:highlight>
                <a:latin typeface="Segoe UI"/>
              </a:rPr>
              <a:t> of 3</a:t>
            </a:r>
            <a:r>
              <a:rPr lang="en-GB" sz="1400" baseline="0">
                <a:latin typeface="Segoe UI"/>
              </a:rPr>
              <a:t>​</a:t>
            </a:r>
            <a:endParaRPr lang="en-GB"/>
          </a:p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44565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88D25-F7FA-3F17-B8CD-5AA2D012D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65BDE-0D93-31A8-DCC3-FAF3394FA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Calibri Light"/>
                <a:cs typeface="Calibri Light"/>
              </a:rPr>
              <a:t>Hymn at Midnight- Another year is dawning</a:t>
            </a:r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72ABA3-7F59-F853-7A5F-13827D792C2C}"/>
              </a:ext>
            </a:extLst>
          </p:cNvPr>
          <p:cNvSpPr txBox="1"/>
          <p:nvPr/>
        </p:nvSpPr>
        <p:spPr>
          <a:xfrm>
            <a:off x="974149" y="1003373"/>
            <a:ext cx="8007493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ea typeface="+mn-lt"/>
                <a:cs typeface="+mn-lt"/>
              </a:rPr>
              <a:t>Another year of service, </a:t>
            </a:r>
            <a:endParaRPr lang="en-US">
              <a:ea typeface="+mn-lt"/>
              <a:cs typeface="+mn-lt"/>
            </a:endParaRPr>
          </a:p>
          <a:p>
            <a:r>
              <a:rPr lang="en-US" sz="2800">
                <a:ea typeface="+mn-lt"/>
                <a:cs typeface="+mn-lt"/>
              </a:rPr>
              <a:t>of witness for Thy love;</a:t>
            </a:r>
            <a:endParaRPr lang="en-US">
              <a:ea typeface="+mn-lt"/>
              <a:cs typeface="+mn-lt"/>
            </a:endParaRPr>
          </a:p>
          <a:p>
            <a:r>
              <a:rPr lang="en-US" sz="2800">
                <a:ea typeface="+mn-lt"/>
                <a:cs typeface="+mn-lt"/>
              </a:rPr>
              <a:t>Another year of training </a:t>
            </a:r>
            <a:endParaRPr lang="en-US">
              <a:ea typeface="+mn-lt"/>
              <a:cs typeface="+mn-lt"/>
            </a:endParaRPr>
          </a:p>
          <a:p>
            <a:r>
              <a:rPr lang="en-US" sz="2800">
                <a:ea typeface="+mn-lt"/>
                <a:cs typeface="+mn-lt"/>
              </a:rPr>
              <a:t>for holier work above.</a:t>
            </a:r>
            <a:endParaRPr lang="en-US">
              <a:ea typeface="+mn-lt"/>
              <a:cs typeface="+mn-lt"/>
            </a:endParaRPr>
          </a:p>
          <a:p>
            <a:r>
              <a:rPr lang="en-US" sz="2800">
                <a:ea typeface="+mn-lt"/>
                <a:cs typeface="+mn-lt"/>
              </a:rPr>
              <a:t>Another year is dawning</a:t>
            </a:r>
            <a:endParaRPr lang="en-US">
              <a:ea typeface="+mn-lt"/>
              <a:cs typeface="+mn-lt"/>
            </a:endParaRPr>
          </a:p>
          <a:p>
            <a:r>
              <a:rPr lang="en-US" sz="2800">
                <a:ea typeface="+mn-lt"/>
                <a:cs typeface="+mn-lt"/>
              </a:rPr>
              <a:t>Dear Father, let it be, </a:t>
            </a:r>
            <a:endParaRPr lang="en-US">
              <a:ea typeface="+mn-lt"/>
              <a:cs typeface="+mn-lt"/>
            </a:endParaRPr>
          </a:p>
          <a:p>
            <a:r>
              <a:rPr lang="en-US" sz="2800">
                <a:ea typeface="+mn-lt"/>
                <a:cs typeface="+mn-lt"/>
              </a:rPr>
              <a:t>On earth or else in Heaven, </a:t>
            </a:r>
            <a:endParaRPr lang="en-US">
              <a:ea typeface="+mn-lt"/>
              <a:cs typeface="+mn-lt"/>
            </a:endParaRPr>
          </a:p>
          <a:p>
            <a:r>
              <a:rPr lang="en-US" sz="2800">
                <a:ea typeface="+mn-lt"/>
                <a:cs typeface="+mn-lt"/>
              </a:rPr>
              <a:t>Another year for Thee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C7E3EC-D2CD-E2B3-7268-6FFD661E8143}"/>
              </a:ext>
            </a:extLst>
          </p:cNvPr>
          <p:cNvSpPr txBox="1"/>
          <p:nvPr/>
        </p:nvSpPr>
        <p:spPr>
          <a:xfrm>
            <a:off x="6853813" y="4729751"/>
            <a:ext cx="45720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aseline="0">
                <a:highlight>
                  <a:srgbClr val="FFFFFF"/>
                </a:highlight>
                <a:latin typeface="Segoe UI"/>
              </a:rPr>
              <a:t>Midnight Song : </a:t>
            </a:r>
            <a:r>
              <a:rPr lang="en-US" sz="1400">
                <a:highlight>
                  <a:srgbClr val="FFFFFF"/>
                </a:highlight>
                <a:latin typeface="Segoe UI"/>
              </a:rPr>
              <a:t>3</a:t>
            </a:r>
            <a:r>
              <a:rPr lang="en-US" sz="1400" baseline="0">
                <a:highlight>
                  <a:srgbClr val="FFFFFF"/>
                </a:highlight>
                <a:latin typeface="Segoe UI"/>
              </a:rPr>
              <a:t> of 3</a:t>
            </a:r>
            <a:r>
              <a:rPr lang="en-GB" sz="1400" baseline="0">
                <a:latin typeface="Segoe UI"/>
              </a:rPr>
              <a:t>​</a:t>
            </a:r>
            <a:r>
              <a:rPr sz="1400">
                <a:latin typeface="Segoe UI"/>
                <a:ea typeface="Segoe UI"/>
                <a:cs typeface="Segoe UI"/>
              </a:rPr>
              <a:t>​</a:t>
            </a:r>
            <a:endParaRPr lang="en-GB"/>
          </a:p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45690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72CE8160-C300-EF1E-99A5-B7E63749C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Hymn No 42</a:t>
            </a:r>
            <a:endParaRPr lang="en-US" sz="2800" b="0">
              <a:solidFill>
                <a:srgbClr val="00000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7655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42F2D-2848-4FB3-B6D4-0BB5B0F62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27A13-13E7-8349-7588-9EA80AF98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</a:t>
            </a:r>
            <a:r>
              <a:rPr lang="en-GB" sz="2800">
                <a:latin typeface="Segoe UI"/>
                <a:cs typeface="Segoe UI"/>
              </a:rPr>
              <a:t> Hymn No 42</a:t>
            </a:r>
            <a:endParaRPr lang="en-US" sz="280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6442D94-FAEA-7015-DF42-EEEE78CE31CF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8B4B08-B89A-2DE8-9D55-4BEDD01F5474}"/>
              </a:ext>
            </a:extLst>
          </p:cNvPr>
          <p:cNvSpPr txBox="1"/>
          <p:nvPr/>
        </p:nvSpPr>
        <p:spPr>
          <a:xfrm>
            <a:off x="93635" y="526852"/>
            <a:ext cx="8948355" cy="461664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>
                <a:latin typeface="Segoe UI"/>
                <a:cs typeface="Segoe UI"/>
              </a:rPr>
              <a:t>There is no love like the love of Jesus,</a:t>
            </a:r>
            <a:br>
              <a:rPr lang="en-US" sz="2800">
                <a:latin typeface="Segoe UI"/>
                <a:cs typeface="Segoe UI"/>
              </a:rPr>
            </a:br>
            <a:r>
              <a:rPr lang="en-US" sz="2800">
                <a:latin typeface="Segoe UI"/>
                <a:cs typeface="Segoe UI"/>
              </a:rPr>
              <a:t>Never to fade or fall,</a:t>
            </a:r>
            <a:br>
              <a:rPr lang="en-US" sz="2800">
                <a:latin typeface="Segoe UI"/>
                <a:cs typeface="Segoe UI"/>
              </a:rPr>
            </a:br>
            <a:r>
              <a:rPr lang="en-US" sz="2800">
                <a:latin typeface="Segoe UI"/>
                <a:cs typeface="Segoe UI"/>
              </a:rPr>
              <a:t>Till into the fold of the peace of God,</a:t>
            </a:r>
            <a:br>
              <a:rPr lang="en-US" sz="2800">
                <a:latin typeface="Segoe UI"/>
                <a:cs typeface="Segoe UI"/>
              </a:rPr>
            </a:br>
            <a:r>
              <a:rPr lang="en-US" sz="2800">
                <a:latin typeface="Segoe UI"/>
                <a:cs typeface="Segoe UI"/>
              </a:rPr>
              <a:t>He has gathered us all.</a:t>
            </a:r>
          </a:p>
          <a:p>
            <a:endParaRPr lang="en-US" sz="2800">
              <a:latin typeface="Segoe UI"/>
              <a:cs typeface="Segoe UI"/>
            </a:endParaRPr>
          </a:p>
          <a:p>
            <a:r>
              <a:rPr lang="en-US" sz="2800" i="1">
                <a:solidFill>
                  <a:srgbClr val="FF0000"/>
                </a:solidFill>
                <a:latin typeface="Segoe UI"/>
                <a:cs typeface="Segoe UI"/>
              </a:rPr>
              <a:t>Chorus:</a:t>
            </a:r>
            <a:br>
              <a:rPr lang="en-US" sz="2800" i="1">
                <a:solidFill>
                  <a:srgbClr val="FF0000"/>
                </a:solidFill>
                <a:latin typeface="Segoe UI"/>
                <a:cs typeface="Segoe UI"/>
              </a:rPr>
            </a:br>
            <a:r>
              <a:rPr lang="en-US" sz="2800" i="1">
                <a:solidFill>
                  <a:srgbClr val="FF0000"/>
                </a:solidFill>
                <a:latin typeface="Segoe UI"/>
                <a:cs typeface="Segoe UI"/>
              </a:rPr>
              <a:t>Jesus' love, precious love,</a:t>
            </a:r>
            <a:br>
              <a:rPr lang="en-US" sz="2800" i="1">
                <a:solidFill>
                  <a:srgbClr val="FF0000"/>
                </a:solidFill>
                <a:latin typeface="Segoe UI"/>
                <a:cs typeface="Segoe UI"/>
              </a:rPr>
            </a:br>
            <a:r>
              <a:rPr lang="en-US" sz="2800" i="1">
                <a:solidFill>
                  <a:srgbClr val="FF0000"/>
                </a:solidFill>
                <a:latin typeface="Segoe UI"/>
                <a:cs typeface="Segoe UI"/>
              </a:rPr>
              <a:t>Boundless and pure and free!</a:t>
            </a:r>
            <a:br>
              <a:rPr lang="en-US" sz="2800" i="1">
                <a:solidFill>
                  <a:srgbClr val="FF0000"/>
                </a:solidFill>
                <a:latin typeface="Segoe UI"/>
                <a:cs typeface="Segoe UI"/>
              </a:rPr>
            </a:br>
            <a:r>
              <a:rPr lang="en-US" sz="2800" i="1">
                <a:solidFill>
                  <a:srgbClr val="FF0000"/>
                </a:solidFill>
                <a:latin typeface="Segoe UI"/>
                <a:cs typeface="Segoe UI"/>
              </a:rPr>
              <a:t>Oh, turn to that love, weary, </a:t>
            </a:r>
            <a:r>
              <a:rPr lang="en-US" sz="2800" i="1" err="1">
                <a:solidFill>
                  <a:srgbClr val="FF0000"/>
                </a:solidFill>
                <a:latin typeface="Segoe UI"/>
                <a:cs typeface="Segoe UI"/>
              </a:rPr>
              <a:t>wand'ring</a:t>
            </a:r>
            <a:r>
              <a:rPr lang="en-US" sz="2800" i="1">
                <a:solidFill>
                  <a:srgbClr val="FF0000"/>
                </a:solidFill>
                <a:latin typeface="Segoe UI"/>
                <a:cs typeface="Segoe UI"/>
              </a:rPr>
              <a:t> soul,</a:t>
            </a:r>
            <a:br>
              <a:rPr lang="en-US" sz="2800" i="1">
                <a:solidFill>
                  <a:srgbClr val="FF0000"/>
                </a:solidFill>
                <a:latin typeface="Segoe UI"/>
                <a:cs typeface="Segoe UI"/>
              </a:rPr>
            </a:br>
            <a:r>
              <a:rPr lang="en-US" sz="2800" i="1">
                <a:solidFill>
                  <a:srgbClr val="FF0000"/>
                </a:solidFill>
                <a:latin typeface="Segoe UI"/>
                <a:cs typeface="Segoe UI"/>
              </a:rPr>
              <a:t>Jesus </a:t>
            </a:r>
            <a:r>
              <a:rPr lang="en-US" sz="2800" i="1" err="1">
                <a:solidFill>
                  <a:srgbClr val="FF0000"/>
                </a:solidFill>
                <a:latin typeface="Segoe UI"/>
                <a:cs typeface="Segoe UI"/>
              </a:rPr>
              <a:t>pleadeth</a:t>
            </a:r>
            <a:r>
              <a:rPr lang="en-US" sz="2800" i="1">
                <a:solidFill>
                  <a:srgbClr val="FF0000"/>
                </a:solidFill>
                <a:latin typeface="Segoe UI"/>
                <a:cs typeface="Segoe UI"/>
              </a:rPr>
              <a:t> for thee.</a:t>
            </a:r>
          </a:p>
          <a:p>
            <a:pPr algn="r"/>
            <a:r>
              <a:rPr lang="en-US" sz="1400">
                <a:latin typeface="Segoe UI"/>
                <a:cs typeface="Segoe UI"/>
              </a:rPr>
              <a:t>Holy Communion 1: 1 of 3</a:t>
            </a:r>
          </a:p>
        </p:txBody>
      </p:sp>
    </p:spTree>
    <p:extLst>
      <p:ext uri="{BB962C8B-B14F-4D97-AF65-F5344CB8AC3E}">
        <p14:creationId xmlns:p14="http://schemas.microsoft.com/office/powerpoint/2010/main" val="18308078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1CC2A-8CF2-ABB6-706D-58C11E897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3B339-666F-9BF1-3A72-98B759B73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</a:t>
            </a:r>
            <a:r>
              <a:rPr lang="en-GB" sz="2800">
                <a:latin typeface="Segoe UI"/>
                <a:cs typeface="Segoe UI"/>
              </a:rPr>
              <a:t> Hymn No 42</a:t>
            </a:r>
            <a:endParaRPr lang="en-US" sz="280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52451C82-5410-80BA-B48D-A08EA2281A4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8C4A53-9791-DB00-14A9-A7A59F4B12C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Holy Communion 1: 2 of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9345D3-3066-6101-6DD3-663F3BDBFE83}"/>
              </a:ext>
            </a:extLst>
          </p:cNvPr>
          <p:cNvSpPr txBox="1"/>
          <p:nvPr/>
        </p:nvSpPr>
        <p:spPr>
          <a:xfrm>
            <a:off x="68365" y="683929"/>
            <a:ext cx="7664145" cy="46782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SG" sz="2800" b="0" i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There is no heart like the heart of Jesus,</a:t>
            </a:r>
            <a:br>
              <a:rPr lang="en-SG" sz="2800"/>
            </a:br>
            <a:r>
              <a:rPr lang="en-SG" sz="2800" b="0" i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Filled with a tender love;</a:t>
            </a:r>
            <a:br>
              <a:rPr lang="en-SG" sz="2800"/>
            </a:br>
            <a:r>
              <a:rPr lang="en-SG" sz="2800" b="0" i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No throb nor throe that our hearts can know;</a:t>
            </a:r>
            <a:br>
              <a:rPr lang="en-SG" sz="2800"/>
            </a:br>
            <a:r>
              <a:rPr lang="en-SG" sz="2800" b="0" i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But He feels it above.</a:t>
            </a:r>
          </a:p>
          <a:p>
            <a:endParaRPr lang="en-SG" sz="2800">
              <a:solidFill>
                <a:srgbClr val="000000"/>
              </a:solidFill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r>
              <a:rPr lang="en-US" sz="2800" i="1">
                <a:solidFill>
                  <a:srgbClr val="FF0000"/>
                </a:solidFill>
                <a:latin typeface="Segoe UI"/>
                <a:cs typeface="Segoe UI"/>
              </a:rPr>
              <a:t>Chorus:</a:t>
            </a:r>
            <a:br>
              <a:rPr lang="en-US" sz="2800" i="1">
                <a:solidFill>
                  <a:srgbClr val="FF0000"/>
                </a:solidFill>
                <a:latin typeface="Segoe UI"/>
                <a:cs typeface="Segoe UI"/>
              </a:rPr>
            </a:br>
            <a:r>
              <a:rPr lang="en-US" sz="2800" i="1">
                <a:solidFill>
                  <a:srgbClr val="FF0000"/>
                </a:solidFill>
                <a:latin typeface="Segoe UI"/>
                <a:cs typeface="Segoe UI"/>
              </a:rPr>
              <a:t>Jesus' love, precious love,</a:t>
            </a:r>
            <a:br>
              <a:rPr lang="en-US" sz="2800" i="1">
                <a:solidFill>
                  <a:srgbClr val="FF0000"/>
                </a:solidFill>
                <a:latin typeface="Segoe UI"/>
                <a:cs typeface="Segoe UI"/>
              </a:rPr>
            </a:br>
            <a:r>
              <a:rPr lang="en-US" sz="2800" i="1">
                <a:solidFill>
                  <a:srgbClr val="FF0000"/>
                </a:solidFill>
                <a:latin typeface="Segoe UI"/>
                <a:cs typeface="Segoe UI"/>
              </a:rPr>
              <a:t>Boundless and pure and free!</a:t>
            </a:r>
            <a:br>
              <a:rPr lang="en-US" sz="2800" i="1">
                <a:solidFill>
                  <a:srgbClr val="FF0000"/>
                </a:solidFill>
                <a:latin typeface="Segoe UI"/>
                <a:cs typeface="Segoe UI"/>
              </a:rPr>
            </a:br>
            <a:r>
              <a:rPr lang="en-US" sz="2800" i="1">
                <a:solidFill>
                  <a:srgbClr val="FF0000"/>
                </a:solidFill>
                <a:latin typeface="Segoe UI"/>
                <a:cs typeface="Segoe UI"/>
              </a:rPr>
              <a:t>Oh, turn to that love, weary, </a:t>
            </a:r>
            <a:r>
              <a:rPr lang="en-US" sz="2800" i="1" err="1">
                <a:solidFill>
                  <a:srgbClr val="FF0000"/>
                </a:solidFill>
                <a:latin typeface="Segoe UI"/>
                <a:cs typeface="Segoe UI"/>
              </a:rPr>
              <a:t>wand'ring</a:t>
            </a:r>
            <a:r>
              <a:rPr lang="en-US" sz="2800" i="1">
                <a:solidFill>
                  <a:srgbClr val="FF0000"/>
                </a:solidFill>
                <a:latin typeface="Segoe UI"/>
                <a:cs typeface="Segoe UI"/>
              </a:rPr>
              <a:t> soul,</a:t>
            </a:r>
            <a:br>
              <a:rPr lang="en-US" sz="2800" i="1">
                <a:solidFill>
                  <a:srgbClr val="FF0000"/>
                </a:solidFill>
                <a:latin typeface="Segoe UI"/>
                <a:cs typeface="Segoe UI"/>
              </a:rPr>
            </a:br>
            <a:r>
              <a:rPr lang="en-US" sz="2800" i="1">
                <a:solidFill>
                  <a:srgbClr val="FF0000"/>
                </a:solidFill>
                <a:latin typeface="Segoe UI"/>
                <a:cs typeface="Segoe UI"/>
              </a:rPr>
              <a:t>Jesus </a:t>
            </a:r>
            <a:r>
              <a:rPr lang="en-US" sz="2800" i="1" err="1">
                <a:solidFill>
                  <a:srgbClr val="FF0000"/>
                </a:solidFill>
                <a:latin typeface="Segoe UI"/>
                <a:cs typeface="Segoe UI"/>
              </a:rPr>
              <a:t>pleadeth</a:t>
            </a:r>
            <a:r>
              <a:rPr lang="en-US" sz="2800" i="1">
                <a:solidFill>
                  <a:srgbClr val="FF0000"/>
                </a:solidFill>
                <a:latin typeface="Segoe UI"/>
                <a:cs typeface="Segoe UI"/>
              </a:rPr>
              <a:t> for thee.</a:t>
            </a:r>
            <a:endParaRPr lang="en-US" i="1">
              <a:solidFill>
                <a:srgbClr val="FF0000"/>
              </a:solidFill>
              <a:latin typeface="NotoSansArabicOnly"/>
              <a:ea typeface="Calibri"/>
              <a:cs typeface="Calibri"/>
            </a:endParaRPr>
          </a:p>
          <a:p>
            <a:pPr algn="ctr"/>
            <a:endParaRPr lang="en-GB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698647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079A7-ADC7-22BF-48F5-7B63762A5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Calibri Light"/>
                <a:cs typeface="Calibri Light"/>
              </a:rPr>
              <a:t>Holy Communion : Hymn No 42</a:t>
            </a:r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A2352E-0C47-62D0-C798-216BA7626EEB}"/>
              </a:ext>
            </a:extLst>
          </p:cNvPr>
          <p:cNvSpPr txBox="1"/>
          <p:nvPr/>
        </p:nvSpPr>
        <p:spPr>
          <a:xfrm>
            <a:off x="68194" y="526852"/>
            <a:ext cx="9075806" cy="46166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latin typeface="Segoe UI"/>
                <a:ea typeface="Helvetica Neue"/>
                <a:cs typeface="Helvetica Neue"/>
              </a:rPr>
              <a:t>Oh, let us hark to the voice of Jesus!</a:t>
            </a:r>
            <a:br>
              <a:rPr lang="en-US" sz="2800">
                <a:latin typeface="Segoe UI"/>
              </a:rPr>
            </a:br>
            <a:r>
              <a:rPr lang="en-US" sz="2800">
                <a:latin typeface="Segoe UI"/>
                <a:ea typeface="Helvetica Neue"/>
                <a:cs typeface="Helvetica Neue"/>
              </a:rPr>
              <a:t>Oh, may we never roam;</a:t>
            </a:r>
            <a:endParaRPr lang="en-US" sz="2800">
              <a:latin typeface="Segoe UI"/>
              <a:ea typeface="Calibri"/>
              <a:cs typeface="Calibri"/>
            </a:endParaRPr>
          </a:p>
          <a:p>
            <a:r>
              <a:rPr lang="en-US" sz="2800">
                <a:latin typeface="Segoe UI"/>
                <a:ea typeface="Helvetica Neue"/>
                <a:cs typeface="Helvetica Neue"/>
              </a:rPr>
              <a:t>Till safe we rest on His loving breast,</a:t>
            </a:r>
            <a:br>
              <a:rPr lang="en-US" sz="2800">
                <a:latin typeface="Segoe UI"/>
              </a:rPr>
            </a:br>
            <a:r>
              <a:rPr lang="en-US" sz="2800">
                <a:latin typeface="Segoe UI"/>
                <a:ea typeface="Helvetica Neue"/>
                <a:cs typeface="Helvetica Neue"/>
              </a:rPr>
              <a:t>In the dear heavenly home</a:t>
            </a:r>
          </a:p>
          <a:p>
            <a:endParaRPr lang="en-US" sz="2800">
              <a:solidFill>
                <a:srgbClr val="000000"/>
              </a:solidFill>
              <a:latin typeface="Segoe UI"/>
              <a:ea typeface="+mn-lt"/>
              <a:cs typeface="+mn-lt"/>
            </a:endParaRPr>
          </a:p>
          <a:p>
            <a:r>
              <a:rPr lang="en-US" sz="2800" i="1">
                <a:solidFill>
                  <a:srgbClr val="FF0000"/>
                </a:solidFill>
                <a:latin typeface="Segoe UI"/>
                <a:ea typeface="+mn-lt"/>
                <a:cs typeface="+mn-lt"/>
              </a:rPr>
              <a:t>Chorus</a:t>
            </a:r>
          </a:p>
          <a:p>
            <a:r>
              <a:rPr lang="en-US" sz="2800" i="1">
                <a:solidFill>
                  <a:srgbClr val="FF0000"/>
                </a:solidFill>
                <a:latin typeface="Segoe UI"/>
                <a:ea typeface="+mn-lt"/>
                <a:cs typeface="+mn-lt"/>
              </a:rPr>
              <a:t>Jesus' love, precious love,</a:t>
            </a:r>
            <a:br>
              <a:rPr lang="en-US" sz="2800" i="1">
                <a:solidFill>
                  <a:srgbClr val="FF0000"/>
                </a:solidFill>
                <a:latin typeface="Segoe UI"/>
                <a:ea typeface="+mn-lt"/>
                <a:cs typeface="+mn-lt"/>
              </a:rPr>
            </a:br>
            <a:r>
              <a:rPr lang="en-US" sz="2800" i="1">
                <a:solidFill>
                  <a:srgbClr val="FF0000"/>
                </a:solidFill>
                <a:latin typeface="Segoe UI"/>
                <a:ea typeface="+mn-lt"/>
                <a:cs typeface="+mn-lt"/>
              </a:rPr>
              <a:t>Boundless and pure and free!</a:t>
            </a:r>
            <a:br>
              <a:rPr lang="en-US" sz="2800" i="1">
                <a:solidFill>
                  <a:srgbClr val="FF0000"/>
                </a:solidFill>
                <a:latin typeface="Segoe UI"/>
                <a:ea typeface="+mn-lt"/>
                <a:cs typeface="+mn-lt"/>
              </a:rPr>
            </a:br>
            <a:r>
              <a:rPr lang="en-US" sz="2800" i="1">
                <a:solidFill>
                  <a:srgbClr val="FF0000"/>
                </a:solidFill>
                <a:latin typeface="Segoe UI"/>
                <a:ea typeface="+mn-lt"/>
                <a:cs typeface="+mn-lt"/>
              </a:rPr>
              <a:t>Oh, turn to that love, weary, </a:t>
            </a:r>
            <a:r>
              <a:rPr lang="en-US" sz="2800" i="1" err="1">
                <a:solidFill>
                  <a:srgbClr val="FF0000"/>
                </a:solidFill>
                <a:latin typeface="Segoe UI"/>
                <a:ea typeface="+mn-lt"/>
                <a:cs typeface="+mn-lt"/>
              </a:rPr>
              <a:t>wand'ring</a:t>
            </a:r>
            <a:r>
              <a:rPr lang="en-US" sz="2800" i="1">
                <a:solidFill>
                  <a:srgbClr val="FF0000"/>
                </a:solidFill>
                <a:latin typeface="Segoe UI"/>
                <a:ea typeface="+mn-lt"/>
                <a:cs typeface="+mn-lt"/>
              </a:rPr>
              <a:t> soul,</a:t>
            </a:r>
            <a:br>
              <a:rPr lang="en-US" sz="2800" i="1">
                <a:solidFill>
                  <a:srgbClr val="FF0000"/>
                </a:solidFill>
                <a:latin typeface="Segoe UI"/>
                <a:ea typeface="+mn-lt"/>
                <a:cs typeface="+mn-lt"/>
              </a:rPr>
            </a:br>
            <a:r>
              <a:rPr lang="en-US" sz="2800" i="1">
                <a:solidFill>
                  <a:srgbClr val="FF0000"/>
                </a:solidFill>
                <a:latin typeface="Segoe UI"/>
                <a:ea typeface="+mn-lt"/>
                <a:cs typeface="+mn-lt"/>
              </a:rPr>
              <a:t>Jesus </a:t>
            </a:r>
            <a:r>
              <a:rPr lang="en-US" sz="2800" i="1" err="1">
                <a:solidFill>
                  <a:srgbClr val="FF0000"/>
                </a:solidFill>
                <a:latin typeface="Segoe UI"/>
                <a:ea typeface="+mn-lt"/>
                <a:cs typeface="+mn-lt"/>
              </a:rPr>
              <a:t>pleadeth</a:t>
            </a:r>
            <a:r>
              <a:rPr lang="en-US" sz="2800" i="1">
                <a:solidFill>
                  <a:srgbClr val="FF0000"/>
                </a:solidFill>
                <a:latin typeface="Segoe UI"/>
                <a:ea typeface="+mn-lt"/>
                <a:cs typeface="+mn-lt"/>
              </a:rPr>
              <a:t> for thee.</a:t>
            </a:r>
            <a:br>
              <a:rPr lang="en-US" sz="2800" i="1">
                <a:solidFill>
                  <a:srgbClr val="FF0000"/>
                </a:solidFill>
                <a:latin typeface="Segoe UI"/>
                <a:ea typeface="+mn-lt"/>
                <a:cs typeface="+mn-lt"/>
              </a:rPr>
            </a:br>
            <a:r>
              <a:rPr lang="en-US" sz="1400">
                <a:latin typeface="Segoe UI"/>
                <a:ea typeface="+mn-lt"/>
                <a:cs typeface="Segoe UI"/>
              </a:rPr>
              <a:t>                                                                                                                                        </a:t>
            </a:r>
            <a:r>
              <a:rPr lang="en-US" sz="140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Holy Communion 1: 3 of 3</a:t>
            </a:r>
          </a:p>
        </p:txBody>
      </p:sp>
    </p:spTree>
    <p:extLst>
      <p:ext uri="{BB962C8B-B14F-4D97-AF65-F5344CB8AC3E}">
        <p14:creationId xmlns:p14="http://schemas.microsoft.com/office/powerpoint/2010/main" val="2691720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A3992-FAD8-191E-F1B6-7FFCAB77D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1334C6-7EE2-49DB-32B1-82C6D8E0FA4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6156517C-D3E9-9679-FBF2-3665652E9E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E5F1EFE9-2C7F-FD9E-A1D1-0E4FBADF9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–At Thy feet our God and Father </a:t>
            </a:r>
            <a:endParaRPr lang="en-US" sz="2800" b="0">
              <a:solidFill>
                <a:srgbClr val="00000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6847126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FC5D9-5094-4620-A837-75B723895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D5BAD-4E30-4D15-0DA1-77353CD36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</a:t>
            </a:r>
            <a:r>
              <a:rPr lang="en-GB" sz="2800">
                <a:latin typeface="Segoe UI"/>
                <a:cs typeface="Segoe UI"/>
              </a:rPr>
              <a:t> At Thy feet our God and Father</a:t>
            </a:r>
            <a:endParaRPr lang="en-US" sz="280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3A552082-0627-800D-8737-168E90E1EBD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F6E6BE-F279-39E6-CFCC-E5BD578A9CFB}"/>
              </a:ext>
            </a:extLst>
          </p:cNvPr>
          <p:cNvSpPr txBox="1"/>
          <p:nvPr/>
        </p:nvSpPr>
        <p:spPr>
          <a:xfrm>
            <a:off x="5631366" y="4786009"/>
            <a:ext cx="35126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Holy Communion 2 : 1 of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FCB3C4-ACB9-4791-CF0B-D2D340BB7563}"/>
              </a:ext>
            </a:extLst>
          </p:cNvPr>
          <p:cNvSpPr txBox="1"/>
          <p:nvPr/>
        </p:nvSpPr>
        <p:spPr>
          <a:xfrm>
            <a:off x="448217" y="832683"/>
            <a:ext cx="8545707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GB" sz="2800">
                <a:ea typeface="+mn-lt"/>
                <a:cs typeface="+mn-lt"/>
              </a:rPr>
              <a:t>At Thy feet, our God and Father,</a:t>
            </a:r>
            <a:br>
              <a:rPr lang="en-GB" sz="2800">
                <a:ea typeface="+mn-lt"/>
                <a:cs typeface="+mn-lt"/>
              </a:rPr>
            </a:br>
            <a:r>
              <a:rPr lang="en-GB" sz="2800">
                <a:ea typeface="+mn-lt"/>
                <a:cs typeface="+mn-lt"/>
              </a:rPr>
              <a:t>Who hast blessed us all our days,</a:t>
            </a:r>
            <a:br>
              <a:rPr lang="en-GB" sz="2800">
                <a:ea typeface="+mn-lt"/>
                <a:cs typeface="+mn-lt"/>
              </a:rPr>
            </a:br>
            <a:r>
              <a:rPr lang="en-GB" sz="2800">
                <a:ea typeface="+mn-lt"/>
                <a:cs typeface="+mn-lt"/>
              </a:rPr>
              <a:t>We with grateful hearts would gather</a:t>
            </a:r>
            <a:br>
              <a:rPr lang="en-GB" sz="2800">
                <a:ea typeface="+mn-lt"/>
                <a:cs typeface="+mn-lt"/>
              </a:rPr>
            </a:br>
            <a:r>
              <a:rPr lang="en-GB" sz="2800">
                <a:ea typeface="+mn-lt"/>
                <a:cs typeface="+mn-lt"/>
              </a:rPr>
              <a:t>To begin this hour with praise:</a:t>
            </a:r>
            <a:br>
              <a:rPr lang="en-GB" sz="2800">
                <a:ea typeface="+mn-lt"/>
                <a:cs typeface="+mn-lt"/>
              </a:rPr>
            </a:br>
            <a:r>
              <a:rPr lang="en-GB" sz="2800">
                <a:ea typeface="+mn-lt"/>
                <a:cs typeface="+mn-lt"/>
              </a:rPr>
              <a:t>Praise for light so brightly shining</a:t>
            </a:r>
            <a:br>
              <a:rPr lang="en-GB" sz="2800">
                <a:ea typeface="+mn-lt"/>
                <a:cs typeface="+mn-lt"/>
              </a:rPr>
            </a:br>
            <a:r>
              <a:rPr lang="en-GB" sz="2800">
                <a:ea typeface="+mn-lt"/>
                <a:cs typeface="+mn-lt"/>
              </a:rPr>
              <a:t>On our steps from heaven above;</a:t>
            </a:r>
            <a:br>
              <a:rPr lang="en-GB" sz="2800">
                <a:ea typeface="+mn-lt"/>
                <a:cs typeface="+mn-lt"/>
              </a:rPr>
            </a:br>
            <a:r>
              <a:rPr lang="en-GB" sz="2800">
                <a:ea typeface="+mn-lt"/>
                <a:cs typeface="+mn-lt"/>
              </a:rPr>
              <a:t>Praise for mercies daily twining</a:t>
            </a:r>
            <a:br>
              <a:rPr lang="en-GB" sz="2800">
                <a:ea typeface="+mn-lt"/>
                <a:cs typeface="+mn-lt"/>
              </a:rPr>
            </a:br>
            <a:r>
              <a:rPr lang="en-GB" sz="2800">
                <a:ea typeface="+mn-lt"/>
                <a:cs typeface="+mn-lt"/>
              </a:rPr>
              <a:t>Round us golden cords of love.</a:t>
            </a:r>
            <a:endParaRPr lang="en-US" sz="2800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3190817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EF80D-F539-AB62-537A-93C780FFD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Segoe UI"/>
              </a:rPr>
              <a:t>Holy Communion-At Thy feet our God and Father</a:t>
            </a:r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A105A7-D551-54E0-E94A-654D38FA6694}"/>
              </a:ext>
            </a:extLst>
          </p:cNvPr>
          <p:cNvSpPr txBox="1"/>
          <p:nvPr/>
        </p:nvSpPr>
        <p:spPr>
          <a:xfrm>
            <a:off x="785242" y="969579"/>
            <a:ext cx="8073474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latin typeface="Segoe UI"/>
                <a:ea typeface="NotoSansArabicOnly"/>
                <a:cs typeface="NotoSansArabicOnly"/>
              </a:rPr>
              <a:t>Jesus, for Thy love most tender</a:t>
            </a:r>
            <a:br>
              <a:rPr lang="en-US" sz="2800"/>
            </a:br>
            <a:r>
              <a:rPr lang="en-US" sz="2800">
                <a:latin typeface="Segoe UI"/>
                <a:ea typeface="NotoSansArabicOnly"/>
                <a:cs typeface="NotoSansArabicOnly"/>
              </a:rPr>
              <a:t>On the cross for sinners shown,</a:t>
            </a:r>
            <a:br>
              <a:rPr lang="en-US" sz="2800"/>
            </a:br>
            <a:r>
              <a:rPr lang="en-US" sz="2800">
                <a:latin typeface="Segoe UI"/>
                <a:ea typeface="NotoSansArabicOnly"/>
                <a:cs typeface="NotoSansArabicOnly"/>
              </a:rPr>
              <a:t>We would praise Thee and surrender</a:t>
            </a:r>
            <a:br>
              <a:rPr lang="en-US" sz="2800"/>
            </a:br>
            <a:r>
              <a:rPr lang="en-US" sz="2800">
                <a:latin typeface="Segoe UI"/>
                <a:ea typeface="NotoSansArabicOnly"/>
                <a:cs typeface="NotoSansArabicOnly"/>
              </a:rPr>
              <a:t>All our hearts to be Thine own.</a:t>
            </a:r>
            <a:br>
              <a:rPr lang="en-US" sz="2800"/>
            </a:br>
            <a:r>
              <a:rPr lang="en-US" sz="2800">
                <a:latin typeface="Segoe UI"/>
                <a:ea typeface="NotoSansArabicOnly"/>
                <a:cs typeface="NotoSansArabicOnly"/>
              </a:rPr>
              <a:t>With so blest a Friend provided,</a:t>
            </a:r>
            <a:br>
              <a:rPr lang="en-US" sz="2800"/>
            </a:br>
            <a:r>
              <a:rPr lang="en-US" sz="2800">
                <a:latin typeface="Segoe UI"/>
                <a:ea typeface="NotoSansArabicOnly"/>
                <a:cs typeface="NotoSansArabicOnly"/>
              </a:rPr>
              <a:t>We upon our way would go,</a:t>
            </a:r>
            <a:br>
              <a:rPr lang="en-US" sz="2800"/>
            </a:br>
            <a:r>
              <a:rPr lang="en-US" sz="2800">
                <a:latin typeface="Segoe UI"/>
                <a:ea typeface="NotoSansArabicOnly"/>
                <a:cs typeface="NotoSansArabicOnly"/>
              </a:rPr>
              <a:t>Sure of being safely guided,</a:t>
            </a:r>
            <a:br>
              <a:rPr lang="en-US" sz="2800"/>
            </a:br>
            <a:r>
              <a:rPr lang="en-US" sz="2800">
                <a:latin typeface="Segoe UI"/>
                <a:ea typeface="NotoSansArabicOnly"/>
                <a:cs typeface="NotoSansArabicOnly"/>
              </a:rPr>
              <a:t>Guarded well from every foe.</a:t>
            </a:r>
            <a:endParaRPr lang="en-US" sz="2800">
              <a:cs typeface="Segoe UI"/>
            </a:endParaRPr>
          </a:p>
          <a:p>
            <a:pPr algn="ctr"/>
            <a:endParaRPr lang="en-GB" sz="2800"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E7B56B-4D13-E6A8-204C-86141C2C7030}"/>
              </a:ext>
            </a:extLst>
          </p:cNvPr>
          <p:cNvSpPr txBox="1"/>
          <p:nvPr/>
        </p:nvSpPr>
        <p:spPr>
          <a:xfrm>
            <a:off x="5631366" y="4786009"/>
            <a:ext cx="35126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Holy Communion 2 : 2 of 3</a:t>
            </a:r>
          </a:p>
        </p:txBody>
      </p:sp>
    </p:spTree>
    <p:extLst>
      <p:ext uri="{BB962C8B-B14F-4D97-AF65-F5344CB8AC3E}">
        <p14:creationId xmlns:p14="http://schemas.microsoft.com/office/powerpoint/2010/main" val="20476818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CBB42-B64E-BF4F-DD99-C801DBD20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5987C-7413-6D67-D112-0AC6630C7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Segoe UI"/>
              </a:rPr>
              <a:t>Holy Communion-At Thy feet our God and Father</a:t>
            </a:r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B400DC-86FF-DE7B-B050-44E9F55A5256}"/>
              </a:ext>
            </a:extLst>
          </p:cNvPr>
          <p:cNvSpPr txBox="1"/>
          <p:nvPr/>
        </p:nvSpPr>
        <p:spPr>
          <a:xfrm>
            <a:off x="770153" y="1022073"/>
            <a:ext cx="8069047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latin typeface="Segoe UI"/>
                <a:ea typeface="+mn-lt"/>
                <a:cs typeface="+mn-lt"/>
              </a:rPr>
              <a:t>Every</a:t>
            </a:r>
            <a:r>
              <a:rPr lang="en-US" sz="2800">
                <a:ea typeface="+mn-lt"/>
                <a:cs typeface="+mn-lt"/>
              </a:rPr>
              <a:t> day will be the brighter</a:t>
            </a:r>
            <a:br>
              <a:rPr lang="en-US" sz="2800">
                <a:ea typeface="+mn-lt"/>
                <a:cs typeface="+mn-lt"/>
              </a:rPr>
            </a:br>
            <a:r>
              <a:rPr lang="en-US" sz="2800">
                <a:ea typeface="+mn-lt"/>
                <a:cs typeface="+mn-lt"/>
              </a:rPr>
              <a:t>When Thy gracious face we see;</a:t>
            </a:r>
            <a:br>
              <a:rPr lang="en-US" sz="2800">
                <a:ea typeface="+mn-lt"/>
                <a:cs typeface="+mn-lt"/>
              </a:rPr>
            </a:br>
            <a:r>
              <a:rPr lang="en-US" sz="2800">
                <a:ea typeface="+mn-lt"/>
                <a:cs typeface="+mn-lt"/>
              </a:rPr>
              <a:t>Every burden will be lighter</a:t>
            </a:r>
            <a:br>
              <a:rPr lang="en-US" sz="2800">
                <a:ea typeface="+mn-lt"/>
                <a:cs typeface="+mn-lt"/>
              </a:rPr>
            </a:br>
            <a:r>
              <a:rPr lang="en-US" sz="2800">
                <a:ea typeface="+mn-lt"/>
                <a:cs typeface="+mn-lt"/>
              </a:rPr>
              <a:t>When we know it comes from Thee.</a:t>
            </a:r>
            <a:br>
              <a:rPr lang="en-US" sz="2800">
                <a:ea typeface="+mn-lt"/>
                <a:cs typeface="+mn-lt"/>
              </a:rPr>
            </a:br>
            <a:r>
              <a:rPr lang="en-US" sz="2800">
                <a:ea typeface="+mn-lt"/>
                <a:cs typeface="+mn-lt"/>
              </a:rPr>
              <a:t>Spread Thy love’s broad banner o’er us;</a:t>
            </a:r>
            <a:br>
              <a:rPr lang="en-US" sz="2800">
                <a:ea typeface="+mn-lt"/>
                <a:cs typeface="+mn-lt"/>
              </a:rPr>
            </a:br>
            <a:r>
              <a:rPr lang="en-US" sz="2800">
                <a:ea typeface="+mn-lt"/>
                <a:cs typeface="+mn-lt"/>
              </a:rPr>
              <a:t>Give us strength to serve and wait,</a:t>
            </a:r>
            <a:br>
              <a:rPr lang="en-US" sz="2800">
                <a:ea typeface="+mn-lt"/>
                <a:cs typeface="+mn-lt"/>
              </a:rPr>
            </a:br>
            <a:r>
              <a:rPr lang="en-US" sz="2800">
                <a:ea typeface="+mn-lt"/>
                <a:cs typeface="+mn-lt"/>
              </a:rPr>
              <a:t>Till Thy glory breaks before us</a:t>
            </a:r>
            <a:br>
              <a:rPr lang="en-US" sz="2800">
                <a:ea typeface="+mn-lt"/>
                <a:cs typeface="+mn-lt"/>
              </a:rPr>
            </a:br>
            <a:r>
              <a:rPr lang="en-US" sz="2800">
                <a:ea typeface="+mn-lt"/>
                <a:cs typeface="+mn-lt"/>
              </a:rPr>
              <a:t>Thro' the city’s open gate.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BDD3FD-E0A5-4829-761B-A5CAA9BD8C9C}"/>
              </a:ext>
            </a:extLst>
          </p:cNvPr>
          <p:cNvSpPr txBox="1"/>
          <p:nvPr/>
        </p:nvSpPr>
        <p:spPr>
          <a:xfrm>
            <a:off x="5631366" y="4786009"/>
            <a:ext cx="35126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Holy Communion 2 : 3 of 3</a:t>
            </a:r>
          </a:p>
        </p:txBody>
      </p:sp>
    </p:spTree>
    <p:extLst>
      <p:ext uri="{BB962C8B-B14F-4D97-AF65-F5344CB8AC3E}">
        <p14:creationId xmlns:p14="http://schemas.microsoft.com/office/powerpoint/2010/main" val="10123160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044C2-C095-B991-A67C-B2286FCC9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3DE04C-B759-98C7-6590-FCFECE931E5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BC419B08-7D07-78F7-C22F-D1C9EBD4B85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26B70EC7-394D-7001-14F7-2950348E1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Hymn No 1050</a:t>
            </a:r>
            <a:endParaRPr lang="en-US" sz="2800" b="0">
              <a:solidFill>
                <a:srgbClr val="00000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4374681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A7057-A939-16EA-181C-60BBCD430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8D805-7911-16CA-A722-063170F89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</a:t>
            </a:r>
            <a:r>
              <a:rPr lang="en-US" sz="2800">
                <a:cs typeface="Segoe UI"/>
              </a:rPr>
              <a:t>Hymn No 1050</a:t>
            </a:r>
            <a:endParaRPr lang="en-US" sz="2800" b="0">
              <a:solidFill>
                <a:srgbClr val="000000"/>
              </a:solidFill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2E8C10-8BFC-A8B2-9E87-AAAAEB29952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3 : 1 of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1D59EC-CD8C-F999-74F8-B79769C11A43}"/>
              </a:ext>
            </a:extLst>
          </p:cNvPr>
          <p:cNvSpPr txBox="1"/>
          <p:nvPr/>
        </p:nvSpPr>
        <p:spPr>
          <a:xfrm>
            <a:off x="0" y="692580"/>
            <a:ext cx="9040304" cy="4924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SG" sz="260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7049121C-FC62-B7F5-94A7-53CFEFC02D19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33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958CB2-547F-BF5F-9F61-8EA0331A1A96}"/>
              </a:ext>
            </a:extLst>
          </p:cNvPr>
          <p:cNvSpPr txBox="1"/>
          <p:nvPr/>
        </p:nvSpPr>
        <p:spPr>
          <a:xfrm>
            <a:off x="678614" y="692580"/>
            <a:ext cx="6552766" cy="44012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latin typeface="Segoe UI"/>
                <a:ea typeface="+mn-lt"/>
                <a:cs typeface="Segoe UI"/>
              </a:rPr>
              <a:t>For thy mercy and thy grace,</a:t>
            </a:r>
            <a:br>
              <a:rPr lang="en-US" sz="2800">
                <a:latin typeface="Segoe UI"/>
                <a:ea typeface="+mn-lt"/>
                <a:cs typeface="Segoe UI"/>
              </a:rPr>
            </a:br>
            <a:r>
              <a:rPr lang="en-US" sz="2800">
                <a:latin typeface="Segoe UI"/>
                <a:ea typeface="+mn-lt"/>
                <a:cs typeface="Segoe UI"/>
              </a:rPr>
              <a:t>faithful through another year,</a:t>
            </a:r>
            <a:br>
              <a:rPr lang="en-US" sz="2800">
                <a:latin typeface="Segoe UI"/>
                <a:ea typeface="+mn-lt"/>
                <a:cs typeface="Segoe UI"/>
              </a:rPr>
            </a:br>
            <a:r>
              <a:rPr lang="en-US" sz="2800">
                <a:latin typeface="Segoe UI"/>
                <a:ea typeface="+mn-lt"/>
                <a:cs typeface="Segoe UI"/>
              </a:rPr>
              <a:t>hear our song of thankfulness;</a:t>
            </a:r>
            <a:br>
              <a:rPr lang="en-US" sz="2800">
                <a:latin typeface="Segoe UI"/>
                <a:ea typeface="+mn-lt"/>
                <a:cs typeface="Segoe UI"/>
              </a:rPr>
            </a:br>
            <a:r>
              <a:rPr lang="en-US" sz="2800">
                <a:latin typeface="Segoe UI"/>
                <a:ea typeface="+mn-lt"/>
                <a:cs typeface="Segoe UI"/>
              </a:rPr>
              <a:t>Jesus, our Redeemer, hear.</a:t>
            </a:r>
          </a:p>
          <a:p>
            <a:endParaRPr lang="en-US" sz="2800">
              <a:latin typeface="Segoe UI"/>
              <a:ea typeface="+mn-lt"/>
              <a:cs typeface="Segoe UI"/>
            </a:endParaRPr>
          </a:p>
          <a:p>
            <a:r>
              <a:rPr lang="en-US" sz="2800">
                <a:latin typeface="Segoe UI"/>
                <a:ea typeface="+mn-lt"/>
                <a:cs typeface="Segoe UI"/>
              </a:rPr>
              <a:t>In our weakness and distress, </a:t>
            </a:r>
          </a:p>
          <a:p>
            <a:r>
              <a:rPr lang="en-US" sz="2800">
                <a:latin typeface="Segoe UI"/>
                <a:ea typeface="+mn-lt"/>
                <a:cs typeface="Segoe UI"/>
              </a:rPr>
              <a:t>Rock of Strength, be Thou our stay; </a:t>
            </a:r>
          </a:p>
          <a:p>
            <a:r>
              <a:rPr lang="en-US" sz="2800">
                <a:latin typeface="Segoe UI"/>
                <a:ea typeface="+mn-lt"/>
                <a:cs typeface="Segoe UI"/>
              </a:rPr>
              <a:t>In the pathless wilderness, </a:t>
            </a:r>
          </a:p>
          <a:p>
            <a:r>
              <a:rPr lang="en-US" sz="2800">
                <a:latin typeface="Segoe UI"/>
                <a:ea typeface="+mn-lt"/>
                <a:cs typeface="Segoe UI"/>
              </a:rPr>
              <a:t>Be our true and living way. </a:t>
            </a:r>
          </a:p>
          <a:p>
            <a:endParaRPr lang="en-US" sz="2800">
              <a:solidFill>
                <a:srgbClr val="0A3F64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9736552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806EF-70BB-ED12-F743-D9558FDEA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683A3-A1A1-F3C0-BD8B-09392C560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</a:t>
            </a:r>
            <a:r>
              <a:rPr lang="en-US" sz="2800">
                <a:cs typeface="Segoe UI"/>
              </a:rPr>
              <a:t>Hymn No 1050</a:t>
            </a:r>
            <a:endParaRPr lang="en-US" sz="2800" b="0">
              <a:solidFill>
                <a:srgbClr val="000000"/>
              </a:solidFill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7B95ED-8C5C-0F5D-7622-736CA759602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3 : 2of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5397D4-0654-10A6-A379-393BD2C2559D}"/>
              </a:ext>
            </a:extLst>
          </p:cNvPr>
          <p:cNvSpPr txBox="1"/>
          <p:nvPr/>
        </p:nvSpPr>
        <p:spPr>
          <a:xfrm>
            <a:off x="0" y="692580"/>
            <a:ext cx="9040304" cy="4924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SG" sz="260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8F388E7A-E6D3-CDBC-CCF8-2AA5F5BE0AEF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33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BA24F3-69D4-F535-F8C4-BC0667920F2E}"/>
              </a:ext>
            </a:extLst>
          </p:cNvPr>
          <p:cNvSpPr txBox="1"/>
          <p:nvPr/>
        </p:nvSpPr>
        <p:spPr>
          <a:xfrm>
            <a:off x="511210" y="815690"/>
            <a:ext cx="8017884" cy="44012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ea typeface="+mn-lt"/>
                <a:cs typeface="+mn-lt"/>
              </a:rPr>
              <a:t>Keep us faithful, keep us pure; </a:t>
            </a:r>
          </a:p>
          <a:p>
            <a:r>
              <a:rPr lang="en-US" sz="2800">
                <a:ea typeface="+mn-lt"/>
                <a:cs typeface="+mn-lt"/>
              </a:rPr>
              <a:t>Keep us evermore Thine own; </a:t>
            </a:r>
          </a:p>
          <a:p>
            <a:r>
              <a:rPr lang="en-US" sz="2800">
                <a:ea typeface="+mn-lt"/>
                <a:cs typeface="+mn-lt"/>
              </a:rPr>
              <a:t>Help, oh help us to endure, </a:t>
            </a:r>
          </a:p>
          <a:p>
            <a:r>
              <a:rPr lang="en-US" sz="2800">
                <a:ea typeface="+mn-lt"/>
                <a:cs typeface="+mn-lt"/>
              </a:rPr>
              <a:t>Fit us for the promised crown</a:t>
            </a:r>
          </a:p>
          <a:p>
            <a:endParaRPr lang="en-US" sz="2800">
              <a:ea typeface="+mn-lt"/>
              <a:cs typeface="+mn-lt"/>
            </a:endParaRPr>
          </a:p>
          <a:p>
            <a:r>
              <a:rPr lang="en-US" sz="2800">
                <a:ea typeface="+mn-lt"/>
                <a:cs typeface="+mn-lt"/>
              </a:rPr>
              <a:t>So within thy palace gate</a:t>
            </a:r>
            <a:br>
              <a:rPr lang="en-US" sz="2800">
                <a:ea typeface="+mn-lt"/>
                <a:cs typeface="+mn-lt"/>
              </a:rPr>
            </a:br>
            <a:r>
              <a:rPr lang="en-US" sz="2800">
                <a:ea typeface="+mn-lt"/>
                <a:cs typeface="+mn-lt"/>
              </a:rPr>
              <a:t>we shall praise, on golden strings,</a:t>
            </a:r>
            <a:br>
              <a:rPr lang="en-US" sz="2800">
                <a:ea typeface="+mn-lt"/>
                <a:cs typeface="+mn-lt"/>
              </a:rPr>
            </a:br>
            <a:r>
              <a:rPr lang="en-US" sz="2800">
                <a:ea typeface="+mn-lt"/>
                <a:cs typeface="+mn-lt"/>
              </a:rPr>
              <a:t>thee the only Potentate,</a:t>
            </a:r>
            <a:br>
              <a:rPr lang="en-US" sz="2800">
                <a:ea typeface="+mn-lt"/>
                <a:cs typeface="+mn-lt"/>
              </a:rPr>
            </a:br>
            <a:r>
              <a:rPr lang="en-US" sz="2800">
                <a:ea typeface="+mn-lt"/>
                <a:cs typeface="+mn-lt"/>
              </a:rPr>
              <a:t>Lord of lords, and King of kings.</a:t>
            </a:r>
          </a:p>
          <a:p>
            <a:endParaRPr lang="en-US" sz="28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889578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DA89A-7C08-CCE5-75F7-4FA773DE0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DB4C3-4D10-8770-5735-832028FC5D0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B215DD8B-A764-FC8D-C2B1-0C57092D75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5DD54E3-DC06-0B2F-B4DC-3A634421A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 Hymn No 601</a:t>
            </a:r>
          </a:p>
        </p:txBody>
      </p:sp>
    </p:spTree>
    <p:extLst>
      <p:ext uri="{BB962C8B-B14F-4D97-AF65-F5344CB8AC3E}">
        <p14:creationId xmlns:p14="http://schemas.microsoft.com/office/powerpoint/2010/main" val="24065811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11C70-18A8-639F-B388-9D27EB412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247C4-7A0E-CA01-D3F5-C5DDF9F12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Hymn No 601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03F8333-98D8-DE76-4A7B-5CFDB90B4C5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38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8E5F5E-AFCD-CA89-E3DF-EB5B7465010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4 : 1 of 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869A07-32DC-4461-930D-671BDFC263DA}"/>
              </a:ext>
            </a:extLst>
          </p:cNvPr>
          <p:cNvSpPr txBox="1"/>
          <p:nvPr/>
        </p:nvSpPr>
        <p:spPr>
          <a:xfrm>
            <a:off x="162360" y="659679"/>
            <a:ext cx="8981640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latin typeface="Segoe UI"/>
                <a:ea typeface="Helvetica Neue"/>
                <a:cs typeface="Helvetica Neue"/>
              </a:rPr>
              <a:t>All to Jesus I surrender,</a:t>
            </a:r>
            <a:br>
              <a:rPr lang="en-US" sz="2800">
                <a:latin typeface="Segoe UI"/>
                <a:ea typeface="Helvetica Neue"/>
                <a:cs typeface="Helvetica Neue"/>
              </a:rPr>
            </a:br>
            <a:r>
              <a:rPr lang="en-US" sz="2800">
                <a:latin typeface="Segoe UI"/>
                <a:ea typeface="Helvetica Neue"/>
                <a:cs typeface="Helvetica Neue"/>
              </a:rPr>
              <a:t>All to Him I freely give;</a:t>
            </a:r>
            <a:br>
              <a:rPr lang="en-US" sz="2800">
                <a:latin typeface="Segoe UI"/>
                <a:ea typeface="Helvetica Neue"/>
                <a:cs typeface="Helvetica Neue"/>
              </a:rPr>
            </a:br>
            <a:r>
              <a:rPr lang="en-US" sz="2800">
                <a:latin typeface="Segoe UI"/>
                <a:ea typeface="Helvetica Neue"/>
                <a:cs typeface="Helvetica Neue"/>
              </a:rPr>
              <a:t>I will ever love and trust Him,</a:t>
            </a:r>
            <a:br>
              <a:rPr lang="en-US" sz="2800">
                <a:latin typeface="Segoe UI"/>
                <a:ea typeface="Helvetica Neue"/>
                <a:cs typeface="Helvetica Neue"/>
              </a:rPr>
            </a:br>
            <a:r>
              <a:rPr lang="en-US" sz="2800">
                <a:latin typeface="Segoe UI"/>
                <a:ea typeface="Helvetica Neue"/>
                <a:cs typeface="Helvetica Neue"/>
              </a:rPr>
              <a:t>In His presence daily live.</a:t>
            </a:r>
          </a:p>
          <a:p>
            <a:endParaRPr lang="en-US" sz="2800">
              <a:latin typeface="Segoe UI"/>
              <a:ea typeface="Helvetica Neue"/>
              <a:cs typeface="Helvetica Neue"/>
            </a:endParaRPr>
          </a:p>
          <a:p>
            <a:r>
              <a:rPr lang="en-US" sz="2800" i="1">
                <a:solidFill>
                  <a:srgbClr val="FF0000"/>
                </a:solidFill>
                <a:latin typeface="Segoe UI"/>
                <a:ea typeface="Helvetica Neue"/>
                <a:cs typeface="Helvetica Neue"/>
              </a:rPr>
              <a:t>I surrender all,</a:t>
            </a:r>
            <a:br>
              <a:rPr lang="en-US" sz="2800" i="1">
                <a:solidFill>
                  <a:srgbClr val="FF0000"/>
                </a:solidFill>
                <a:latin typeface="Segoe UI"/>
                <a:ea typeface="Helvetica Neue"/>
                <a:cs typeface="Helvetica Neue"/>
              </a:rPr>
            </a:br>
            <a:r>
              <a:rPr lang="en-US" sz="2800" i="1">
                <a:solidFill>
                  <a:srgbClr val="FF0000"/>
                </a:solidFill>
                <a:latin typeface="Segoe UI"/>
                <a:ea typeface="Helvetica Neue"/>
                <a:cs typeface="Helvetica Neue"/>
              </a:rPr>
              <a:t>I surrender all.</a:t>
            </a:r>
            <a:br>
              <a:rPr lang="en-US" sz="2800" i="1">
                <a:solidFill>
                  <a:srgbClr val="FF0000"/>
                </a:solidFill>
                <a:latin typeface="Segoe UI"/>
                <a:ea typeface="Helvetica Neue"/>
                <a:cs typeface="Helvetica Neue"/>
              </a:rPr>
            </a:br>
            <a:r>
              <a:rPr lang="en-US" sz="2800" i="1">
                <a:solidFill>
                  <a:srgbClr val="FF0000"/>
                </a:solidFill>
                <a:latin typeface="Segoe UI"/>
                <a:ea typeface="Helvetica Neue"/>
                <a:cs typeface="Helvetica Neue"/>
              </a:rPr>
              <a:t>All to Thee, my blessed </a:t>
            </a:r>
            <a:r>
              <a:rPr lang="en-US" sz="2800" i="1" err="1">
                <a:solidFill>
                  <a:srgbClr val="FF0000"/>
                </a:solidFill>
                <a:latin typeface="Segoe UI"/>
                <a:ea typeface="Helvetica Neue"/>
                <a:cs typeface="Helvetica Neue"/>
              </a:rPr>
              <a:t>Saviour</a:t>
            </a:r>
            <a:r>
              <a:rPr lang="en-US" sz="2800" i="1">
                <a:solidFill>
                  <a:srgbClr val="FF0000"/>
                </a:solidFill>
                <a:latin typeface="Segoe UI"/>
                <a:ea typeface="Helvetica Neue"/>
                <a:cs typeface="Helvetica Neue"/>
              </a:rPr>
              <a:t>,</a:t>
            </a:r>
            <a:br>
              <a:rPr lang="en-US" sz="2800" i="1">
                <a:solidFill>
                  <a:srgbClr val="FF0000"/>
                </a:solidFill>
                <a:latin typeface="Segoe UI"/>
                <a:ea typeface="Helvetica Neue"/>
                <a:cs typeface="Helvetica Neue"/>
              </a:rPr>
            </a:br>
            <a:r>
              <a:rPr lang="en-US" sz="2800" i="1">
                <a:solidFill>
                  <a:srgbClr val="FF0000"/>
                </a:solidFill>
                <a:latin typeface="Segoe UI"/>
                <a:ea typeface="Helvetica Neue"/>
                <a:cs typeface="Helvetica Neue"/>
              </a:rPr>
              <a:t>I surrender all.</a:t>
            </a:r>
          </a:p>
          <a:p>
            <a:endParaRPr lang="en-US"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3591424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F1DD2-9DEA-7519-3E2E-8587A06C3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88A48-5971-46A5-2454-7988A437F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Hymn No 601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FE48F9A-E4E4-84A0-9E9A-BF4821095B1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38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F91AF1-BC8A-7405-AB1B-72EF8D8DAF6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4 : 2 of 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F9CFA7-9312-BCE5-3A8A-430E406757E0}"/>
              </a:ext>
            </a:extLst>
          </p:cNvPr>
          <p:cNvSpPr txBox="1"/>
          <p:nvPr/>
        </p:nvSpPr>
        <p:spPr>
          <a:xfrm>
            <a:off x="217301" y="815690"/>
            <a:ext cx="8621899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highlight>
                  <a:srgbClr val="FFFFFF"/>
                </a:highlight>
                <a:latin typeface="Segoe UI"/>
                <a:ea typeface="Helvetica Neue"/>
                <a:cs typeface="Helvetica Neue"/>
              </a:rPr>
              <a:t>All to Jesus I surrender,</a:t>
            </a:r>
            <a:br>
              <a:rPr lang="en-US" sz="2800">
                <a:highlight>
                  <a:srgbClr val="FFFFFF"/>
                </a:highlight>
                <a:latin typeface="Segoe UI"/>
                <a:ea typeface="Helvetica Neue"/>
                <a:cs typeface="Helvetica Neue"/>
              </a:rPr>
            </a:br>
            <a:r>
              <a:rPr lang="en-US" sz="2800">
                <a:highlight>
                  <a:srgbClr val="FFFFFF"/>
                </a:highlight>
                <a:latin typeface="Segoe UI"/>
                <a:ea typeface="Helvetica Neue"/>
                <a:cs typeface="Helvetica Neue"/>
              </a:rPr>
              <a:t>Humbly at His feet I bow,</a:t>
            </a:r>
            <a:br>
              <a:rPr lang="en-US" sz="2800">
                <a:highlight>
                  <a:srgbClr val="FFFFFF"/>
                </a:highlight>
                <a:latin typeface="Segoe UI"/>
                <a:ea typeface="Helvetica Neue"/>
                <a:cs typeface="Helvetica Neue"/>
              </a:rPr>
            </a:br>
            <a:r>
              <a:rPr lang="en-US" sz="2800">
                <a:highlight>
                  <a:srgbClr val="FFFFFF"/>
                </a:highlight>
                <a:latin typeface="Segoe UI"/>
                <a:ea typeface="Helvetica Neue"/>
                <a:cs typeface="Helvetica Neue"/>
              </a:rPr>
              <a:t>Worldly pleasures all forsaken;</a:t>
            </a:r>
            <a:br>
              <a:rPr lang="en-US" sz="2800">
                <a:highlight>
                  <a:srgbClr val="FFFFFF"/>
                </a:highlight>
                <a:latin typeface="Segoe UI"/>
                <a:ea typeface="Helvetica Neue"/>
                <a:cs typeface="Helvetica Neue"/>
              </a:rPr>
            </a:br>
            <a:r>
              <a:rPr lang="en-US" sz="2800">
                <a:highlight>
                  <a:srgbClr val="FFFFFF"/>
                </a:highlight>
                <a:latin typeface="Segoe UI"/>
                <a:ea typeface="Helvetica Neue"/>
                <a:cs typeface="Helvetica Neue"/>
              </a:rPr>
              <a:t>Take me, Jesus, take me now.</a:t>
            </a:r>
            <a:r>
              <a:rPr lang="en-US" sz="2800">
                <a:latin typeface="Segoe UI"/>
                <a:ea typeface="Helvetica Neue"/>
                <a:cs typeface="Helvetica Neue"/>
              </a:rPr>
              <a:t>.</a:t>
            </a:r>
            <a:endParaRPr lang="en-US" sz="2800">
              <a:cs typeface="Segoe UI"/>
            </a:endParaRPr>
          </a:p>
          <a:p>
            <a:endParaRPr lang="en-US" sz="2800">
              <a:latin typeface="Segoe UI"/>
              <a:ea typeface="Helvetica Neue"/>
              <a:cs typeface="Helvetica Neue"/>
            </a:endParaRPr>
          </a:p>
          <a:p>
            <a:r>
              <a:rPr lang="en-US" sz="2800" i="1">
                <a:solidFill>
                  <a:srgbClr val="FF0000"/>
                </a:solidFill>
                <a:latin typeface="Segoe UI"/>
                <a:ea typeface="Helvetica Neue"/>
                <a:cs typeface="Helvetica Neue"/>
              </a:rPr>
              <a:t>I surrender all,</a:t>
            </a:r>
            <a:br>
              <a:rPr lang="en-US" sz="2800" i="1">
                <a:solidFill>
                  <a:srgbClr val="FF0000"/>
                </a:solidFill>
                <a:latin typeface="Segoe UI"/>
                <a:ea typeface="Helvetica Neue"/>
                <a:cs typeface="Helvetica Neue"/>
              </a:rPr>
            </a:br>
            <a:r>
              <a:rPr lang="en-US" sz="2800" i="1">
                <a:solidFill>
                  <a:srgbClr val="FF0000"/>
                </a:solidFill>
                <a:latin typeface="Segoe UI"/>
                <a:ea typeface="Helvetica Neue"/>
                <a:cs typeface="Helvetica Neue"/>
              </a:rPr>
              <a:t>I surrender all.</a:t>
            </a:r>
            <a:br>
              <a:rPr lang="en-US" sz="2800" i="1">
                <a:solidFill>
                  <a:srgbClr val="FF0000"/>
                </a:solidFill>
                <a:latin typeface="Segoe UI"/>
                <a:ea typeface="Helvetica Neue"/>
                <a:cs typeface="Helvetica Neue"/>
              </a:rPr>
            </a:br>
            <a:r>
              <a:rPr lang="en-US" sz="2800" i="1">
                <a:solidFill>
                  <a:srgbClr val="FF0000"/>
                </a:solidFill>
                <a:latin typeface="Segoe UI"/>
                <a:ea typeface="Helvetica Neue"/>
                <a:cs typeface="Helvetica Neue"/>
              </a:rPr>
              <a:t>All to Thee, my blessed </a:t>
            </a:r>
            <a:r>
              <a:rPr lang="en-US" sz="2800" i="1" err="1">
                <a:solidFill>
                  <a:srgbClr val="FF0000"/>
                </a:solidFill>
                <a:latin typeface="Segoe UI"/>
                <a:ea typeface="Helvetica Neue"/>
                <a:cs typeface="Helvetica Neue"/>
              </a:rPr>
              <a:t>Saviour</a:t>
            </a:r>
            <a:r>
              <a:rPr lang="en-US" sz="2800" i="1">
                <a:solidFill>
                  <a:srgbClr val="FF0000"/>
                </a:solidFill>
                <a:latin typeface="Segoe UI"/>
                <a:ea typeface="Helvetica Neue"/>
                <a:cs typeface="Helvetica Neue"/>
              </a:rPr>
              <a:t>,</a:t>
            </a:r>
            <a:br>
              <a:rPr lang="en-US" sz="2800" i="1">
                <a:solidFill>
                  <a:srgbClr val="FF0000"/>
                </a:solidFill>
                <a:latin typeface="Segoe UI"/>
                <a:ea typeface="Helvetica Neue"/>
                <a:cs typeface="Helvetica Neue"/>
              </a:rPr>
            </a:br>
            <a:r>
              <a:rPr lang="en-US" sz="2800" i="1">
                <a:solidFill>
                  <a:srgbClr val="FF0000"/>
                </a:solidFill>
                <a:latin typeface="Segoe UI"/>
                <a:ea typeface="Helvetica Neue"/>
                <a:cs typeface="Helvetica Neue"/>
              </a:rPr>
              <a:t>I surrender all.</a:t>
            </a:r>
          </a:p>
        </p:txBody>
      </p:sp>
    </p:spTree>
    <p:extLst>
      <p:ext uri="{BB962C8B-B14F-4D97-AF65-F5344CB8AC3E}">
        <p14:creationId xmlns:p14="http://schemas.microsoft.com/office/powerpoint/2010/main" val="33336825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3511B-B1BA-09FE-522F-D11163819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07E07-C805-FAFC-133E-081057B7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Hymn No 601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7693034-03E1-026E-0ED2-7132E588479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38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F79816-7597-A3CF-8151-73E3539F888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4 : 3 of 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818083-865C-B963-8840-DFFBC7A3AE5C}"/>
              </a:ext>
            </a:extLst>
          </p:cNvPr>
          <p:cNvSpPr txBox="1"/>
          <p:nvPr/>
        </p:nvSpPr>
        <p:spPr>
          <a:xfrm>
            <a:off x="218334" y="692579"/>
            <a:ext cx="8432118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highlight>
                  <a:srgbClr val="FFFFFF"/>
                </a:highlight>
                <a:latin typeface="Segoe UI"/>
                <a:ea typeface="Helvetica Neue"/>
                <a:cs typeface="Helvetica Neue"/>
              </a:rPr>
              <a:t>All to Jesus I surrender,</a:t>
            </a:r>
            <a:br>
              <a:rPr lang="en-US" sz="2800">
                <a:highlight>
                  <a:srgbClr val="FFFFFF"/>
                </a:highlight>
                <a:latin typeface="Segoe UI"/>
                <a:ea typeface="Helvetica Neue"/>
                <a:cs typeface="Helvetica Neue"/>
              </a:rPr>
            </a:br>
            <a:r>
              <a:rPr lang="en-US" sz="2800">
                <a:highlight>
                  <a:srgbClr val="FFFFFF"/>
                </a:highlight>
                <a:latin typeface="Segoe UI"/>
                <a:ea typeface="Helvetica Neue"/>
                <a:cs typeface="Helvetica Neue"/>
              </a:rPr>
              <a:t>Make me, </a:t>
            </a:r>
            <a:r>
              <a:rPr lang="en-US" sz="2800" err="1">
                <a:highlight>
                  <a:srgbClr val="FFFFFF"/>
                </a:highlight>
                <a:latin typeface="Segoe UI"/>
                <a:ea typeface="Helvetica Neue"/>
                <a:cs typeface="Helvetica Neue"/>
              </a:rPr>
              <a:t>Saviour</a:t>
            </a:r>
            <a:r>
              <a:rPr lang="en-US" sz="2800">
                <a:highlight>
                  <a:srgbClr val="FFFFFF"/>
                </a:highlight>
                <a:latin typeface="Segoe UI"/>
                <a:ea typeface="Helvetica Neue"/>
                <a:cs typeface="Helvetica Neue"/>
              </a:rPr>
              <a:t>, wholly Thine;</a:t>
            </a:r>
            <a:br>
              <a:rPr lang="en-US" sz="2800">
                <a:highlight>
                  <a:srgbClr val="FFFFFF"/>
                </a:highlight>
                <a:latin typeface="Segoe UI"/>
                <a:ea typeface="Helvetica Neue"/>
                <a:cs typeface="Helvetica Neue"/>
              </a:rPr>
            </a:br>
            <a:r>
              <a:rPr lang="en-US" sz="2800">
                <a:highlight>
                  <a:srgbClr val="FFFFFF"/>
                </a:highlight>
                <a:latin typeface="Segoe UI"/>
                <a:ea typeface="Helvetica Neue"/>
                <a:cs typeface="Helvetica Neue"/>
              </a:rPr>
              <a:t>Let the Holy Spirit witness,</a:t>
            </a:r>
            <a:endParaRPr lang="en-US" sz="2800">
              <a:latin typeface="Segoe UI"/>
              <a:ea typeface="Helvetica Neue"/>
              <a:cs typeface="Segoe UI"/>
            </a:endParaRPr>
          </a:p>
          <a:p>
            <a:r>
              <a:rPr lang="en-US" sz="2800">
                <a:highlight>
                  <a:srgbClr val="FFFFFF"/>
                </a:highlight>
                <a:latin typeface="Segoe UI"/>
                <a:ea typeface="Helvetica Neue"/>
                <a:cs typeface="Helvetica Neue"/>
              </a:rPr>
              <a:t>I am Thine and Thou art mine</a:t>
            </a:r>
            <a:br>
              <a:rPr lang="en-US" sz="2800">
                <a:highlight>
                  <a:srgbClr val="FFFFFF"/>
                </a:highlight>
                <a:latin typeface="Segoe UI"/>
                <a:ea typeface="Helvetica Neue"/>
                <a:cs typeface="Helvetica Neue"/>
              </a:rPr>
            </a:br>
            <a:endParaRPr lang="en-US" sz="2800">
              <a:highlight>
                <a:srgbClr val="FFFFFF"/>
              </a:highlight>
              <a:latin typeface="Segoe UI"/>
              <a:cs typeface="Segoe UI"/>
            </a:endParaRPr>
          </a:p>
          <a:p>
            <a:r>
              <a:rPr lang="en-US" sz="2800" i="1">
                <a:solidFill>
                  <a:srgbClr val="FF0000"/>
                </a:solidFill>
                <a:latin typeface="Segoe UI"/>
                <a:ea typeface="Helvetica Neue"/>
                <a:cs typeface="Helvetica Neue"/>
              </a:rPr>
              <a:t>I surrender all,</a:t>
            </a:r>
            <a:br>
              <a:rPr lang="en-US" sz="2800" i="1">
                <a:solidFill>
                  <a:srgbClr val="FF0000"/>
                </a:solidFill>
                <a:latin typeface="Segoe UI"/>
                <a:ea typeface="Helvetica Neue"/>
                <a:cs typeface="Helvetica Neue"/>
              </a:rPr>
            </a:br>
            <a:r>
              <a:rPr lang="en-US" sz="2800" i="1">
                <a:solidFill>
                  <a:srgbClr val="FF0000"/>
                </a:solidFill>
                <a:latin typeface="Segoe UI"/>
                <a:ea typeface="Helvetica Neue"/>
                <a:cs typeface="Helvetica Neue"/>
              </a:rPr>
              <a:t>I surrender all.</a:t>
            </a:r>
            <a:br>
              <a:rPr lang="en-US" sz="2800" i="1">
                <a:solidFill>
                  <a:srgbClr val="FF0000"/>
                </a:solidFill>
                <a:latin typeface="Segoe UI"/>
                <a:ea typeface="Helvetica Neue"/>
                <a:cs typeface="Helvetica Neue"/>
              </a:rPr>
            </a:br>
            <a:r>
              <a:rPr lang="en-US" sz="2800" i="1">
                <a:solidFill>
                  <a:srgbClr val="FF0000"/>
                </a:solidFill>
                <a:latin typeface="Segoe UI"/>
                <a:ea typeface="Helvetica Neue"/>
                <a:cs typeface="Helvetica Neue"/>
              </a:rPr>
              <a:t>All to Thee, my blessed </a:t>
            </a:r>
            <a:r>
              <a:rPr lang="en-US" sz="2800" i="1" err="1">
                <a:solidFill>
                  <a:srgbClr val="FF0000"/>
                </a:solidFill>
                <a:latin typeface="Segoe UI"/>
                <a:ea typeface="Helvetica Neue"/>
                <a:cs typeface="Helvetica Neue"/>
              </a:rPr>
              <a:t>Saviour</a:t>
            </a:r>
            <a:r>
              <a:rPr lang="en-US" sz="2800" i="1">
                <a:solidFill>
                  <a:srgbClr val="FF0000"/>
                </a:solidFill>
                <a:latin typeface="Segoe UI"/>
                <a:ea typeface="Helvetica Neue"/>
                <a:cs typeface="Helvetica Neue"/>
              </a:rPr>
              <a:t>,</a:t>
            </a:r>
            <a:br>
              <a:rPr lang="en-US" sz="2800" i="1">
                <a:solidFill>
                  <a:srgbClr val="FF0000"/>
                </a:solidFill>
                <a:latin typeface="Segoe UI"/>
                <a:ea typeface="Helvetica Neue"/>
                <a:cs typeface="Helvetica Neue"/>
              </a:rPr>
            </a:br>
            <a:r>
              <a:rPr lang="en-US" sz="2800" i="1">
                <a:solidFill>
                  <a:srgbClr val="FF0000"/>
                </a:solidFill>
                <a:latin typeface="Segoe UI"/>
                <a:ea typeface="Helvetica Neue"/>
                <a:cs typeface="Helvetica Neue"/>
              </a:rPr>
              <a:t>I surrender all.</a:t>
            </a:r>
          </a:p>
          <a:p>
            <a:pPr algn="ctr"/>
            <a:endParaRPr lang="en-GB">
              <a:latin typeface="Segoe UI"/>
              <a:ea typeface="Helvetica Neue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7818982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62992-A1A0-B8BD-F61A-F21D9BBD2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FEB0A-EAD9-6C22-21B8-8C2B94A0C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Hymn No 601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FED03AA-E6F5-98D5-1CCE-47A00D23AAE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38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072921-8AE5-2603-C394-56E11977D60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4: 4 of 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2032CE-3A1C-B92E-ADDD-796F071FA368}"/>
              </a:ext>
            </a:extLst>
          </p:cNvPr>
          <p:cNvSpPr txBox="1"/>
          <p:nvPr/>
        </p:nvSpPr>
        <p:spPr>
          <a:xfrm>
            <a:off x="165697" y="692579"/>
            <a:ext cx="8603951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highlight>
                  <a:srgbClr val="FFFFFF"/>
                </a:highlight>
                <a:latin typeface="Segoe UI"/>
                <a:ea typeface="Helvetica Neue"/>
                <a:cs typeface="Helvetica Neue"/>
              </a:rPr>
              <a:t>All to Jesus I surrender,</a:t>
            </a:r>
            <a:br>
              <a:rPr lang="en-US" sz="2800">
                <a:highlight>
                  <a:srgbClr val="FFFFFF"/>
                </a:highlight>
                <a:latin typeface="Segoe UI"/>
                <a:ea typeface="Helvetica Neue"/>
                <a:cs typeface="Helvetica Neue"/>
              </a:rPr>
            </a:br>
            <a:r>
              <a:rPr lang="en-US" sz="2800">
                <a:highlight>
                  <a:srgbClr val="FFFFFF"/>
                </a:highlight>
                <a:latin typeface="Segoe UI"/>
                <a:ea typeface="Helvetica Neue"/>
                <a:cs typeface="Helvetica Neue"/>
              </a:rPr>
              <a:t>Lord I give myself to Thee</a:t>
            </a:r>
            <a:endParaRPr lang="en-US" sz="2800">
              <a:highlight>
                <a:srgbClr val="FFFFFF"/>
              </a:highlight>
              <a:latin typeface="Segoe UI"/>
              <a:ea typeface="Helvetica Neue"/>
              <a:cs typeface="Segoe UI"/>
            </a:endParaRPr>
          </a:p>
          <a:p>
            <a:r>
              <a:rPr lang="en-US" sz="2800">
                <a:highlight>
                  <a:srgbClr val="FFFFFF"/>
                </a:highlight>
                <a:latin typeface="Segoe UI"/>
                <a:ea typeface="Helvetica Neue"/>
                <a:cs typeface="Helvetica Neue"/>
              </a:rPr>
              <a:t>Fill me with Thy love and power</a:t>
            </a:r>
          </a:p>
          <a:p>
            <a:r>
              <a:rPr lang="en-US" sz="2800">
                <a:highlight>
                  <a:srgbClr val="FFFFFF"/>
                </a:highlight>
                <a:latin typeface="Segoe UI"/>
                <a:ea typeface="Helvetica Neue"/>
                <a:cs typeface="Helvetica Neue"/>
              </a:rPr>
              <a:t>Let Thy blessing fall on me</a:t>
            </a:r>
            <a:br>
              <a:rPr lang="en-US" sz="2800">
                <a:highlight>
                  <a:srgbClr val="FFFFFF"/>
                </a:highlight>
                <a:latin typeface="Segoe UI"/>
                <a:ea typeface="Helvetica Neue"/>
                <a:cs typeface="Helvetica Neue"/>
              </a:rPr>
            </a:br>
            <a:endParaRPr lang="en-US" sz="2800">
              <a:highlight>
                <a:srgbClr val="FFFFFF"/>
              </a:highlight>
              <a:latin typeface="Segoe UI"/>
              <a:cs typeface="Segoe UI"/>
            </a:endParaRPr>
          </a:p>
          <a:p>
            <a:r>
              <a:rPr lang="en-US" sz="2800" i="1">
                <a:solidFill>
                  <a:srgbClr val="FF0000"/>
                </a:solidFill>
                <a:latin typeface="Segoe UI"/>
                <a:ea typeface="Helvetica Neue"/>
                <a:cs typeface="Helvetica Neue"/>
              </a:rPr>
              <a:t>I surrender all,</a:t>
            </a:r>
            <a:br>
              <a:rPr lang="en-US" sz="2800" i="1">
                <a:solidFill>
                  <a:srgbClr val="FF0000"/>
                </a:solidFill>
                <a:latin typeface="Segoe UI"/>
                <a:ea typeface="Helvetica Neue"/>
                <a:cs typeface="Helvetica Neue"/>
              </a:rPr>
            </a:br>
            <a:r>
              <a:rPr lang="en-US" sz="2800" i="1">
                <a:solidFill>
                  <a:srgbClr val="FF0000"/>
                </a:solidFill>
                <a:latin typeface="Segoe UI"/>
                <a:ea typeface="Helvetica Neue"/>
                <a:cs typeface="Helvetica Neue"/>
              </a:rPr>
              <a:t>I surrender all.</a:t>
            </a:r>
            <a:br>
              <a:rPr lang="en-US" sz="2800" i="1">
                <a:solidFill>
                  <a:srgbClr val="FF0000"/>
                </a:solidFill>
                <a:latin typeface="Segoe UI"/>
                <a:ea typeface="Helvetica Neue"/>
                <a:cs typeface="Helvetica Neue"/>
              </a:rPr>
            </a:br>
            <a:r>
              <a:rPr lang="en-US" sz="2800" i="1">
                <a:solidFill>
                  <a:srgbClr val="FF0000"/>
                </a:solidFill>
                <a:latin typeface="Segoe UI"/>
                <a:ea typeface="Helvetica Neue"/>
                <a:cs typeface="Helvetica Neue"/>
              </a:rPr>
              <a:t>All to Thee, my blessed </a:t>
            </a:r>
            <a:r>
              <a:rPr lang="en-US" sz="2800" i="1" err="1">
                <a:solidFill>
                  <a:srgbClr val="FF0000"/>
                </a:solidFill>
                <a:latin typeface="Segoe UI"/>
                <a:ea typeface="Helvetica Neue"/>
                <a:cs typeface="Helvetica Neue"/>
              </a:rPr>
              <a:t>Saviour</a:t>
            </a:r>
            <a:r>
              <a:rPr lang="en-US" sz="2800" i="1">
                <a:solidFill>
                  <a:srgbClr val="FF0000"/>
                </a:solidFill>
                <a:latin typeface="Segoe UI"/>
                <a:ea typeface="Helvetica Neue"/>
                <a:cs typeface="Helvetica Neue"/>
              </a:rPr>
              <a:t>,</a:t>
            </a:r>
            <a:br>
              <a:rPr lang="en-US" sz="2800" i="1">
                <a:solidFill>
                  <a:srgbClr val="FF0000"/>
                </a:solidFill>
                <a:latin typeface="Segoe UI"/>
                <a:ea typeface="Helvetica Neue"/>
                <a:cs typeface="Helvetica Neue"/>
              </a:rPr>
            </a:br>
            <a:r>
              <a:rPr lang="en-US" sz="2800" i="1">
                <a:solidFill>
                  <a:srgbClr val="FF0000"/>
                </a:solidFill>
                <a:latin typeface="Segoe UI"/>
                <a:ea typeface="Helvetica Neue"/>
                <a:cs typeface="Helvetica Neue"/>
              </a:rPr>
              <a:t>I surrender all.</a:t>
            </a:r>
          </a:p>
          <a:p>
            <a:pPr algn="ctr"/>
            <a:endParaRPr lang="en-GB">
              <a:latin typeface="Segoe UI"/>
              <a:ea typeface="Helvetica Neue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472206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5DB9C-358D-E485-F3D3-9EF56A6FE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47E4A-0C23-D3F4-F05F-D1CBBEEF2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Hymn No 601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DDDA07A-5CD8-6DB0-FA54-3CA616DEC821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38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90758E-1143-9CBF-3960-C1C062655E88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4: 5 of 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D36D27-B241-9054-65DA-F37629E80697}"/>
              </a:ext>
            </a:extLst>
          </p:cNvPr>
          <p:cNvSpPr txBox="1"/>
          <p:nvPr/>
        </p:nvSpPr>
        <p:spPr>
          <a:xfrm>
            <a:off x="263887" y="896183"/>
            <a:ext cx="8198916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highlight>
                  <a:srgbClr val="FFFFFF"/>
                </a:highlight>
                <a:latin typeface="Segoe UI"/>
                <a:ea typeface="Helvetica Neue"/>
                <a:cs typeface="Helvetica Neue"/>
              </a:rPr>
              <a:t>All to Jesus I surrender,</a:t>
            </a:r>
            <a:br>
              <a:rPr lang="en-US" sz="2800">
                <a:highlight>
                  <a:srgbClr val="FFFFFF"/>
                </a:highlight>
                <a:latin typeface="Segoe UI"/>
                <a:ea typeface="Helvetica Neue"/>
                <a:cs typeface="Helvetica Neue"/>
              </a:rPr>
            </a:br>
            <a:r>
              <a:rPr lang="en-US" sz="2800">
                <a:highlight>
                  <a:srgbClr val="FFFFFF"/>
                </a:highlight>
                <a:latin typeface="Segoe UI"/>
                <a:ea typeface="Helvetica Neue"/>
                <a:cs typeface="Helvetica Neue"/>
              </a:rPr>
              <a:t>Now I feel the sacred flame</a:t>
            </a:r>
            <a:endParaRPr lang="en-US" sz="2800">
              <a:highlight>
                <a:srgbClr val="FFFFFF"/>
              </a:highlight>
              <a:latin typeface="Segoe UI"/>
              <a:cs typeface="Segoe UI"/>
            </a:endParaRPr>
          </a:p>
          <a:p>
            <a:r>
              <a:rPr lang="en-US" sz="2800">
                <a:highlight>
                  <a:srgbClr val="FFFFFF"/>
                </a:highlight>
                <a:latin typeface="Segoe UI"/>
                <a:ea typeface="Helvetica Neue"/>
                <a:cs typeface="Helvetica Neue"/>
              </a:rPr>
              <a:t>Oh the joy of full salvation</a:t>
            </a:r>
          </a:p>
          <a:p>
            <a:r>
              <a:rPr lang="en-US" sz="2800">
                <a:highlight>
                  <a:srgbClr val="FFFFFF"/>
                </a:highlight>
                <a:latin typeface="Segoe UI"/>
                <a:ea typeface="Helvetica Neue"/>
                <a:cs typeface="Helvetica Neue"/>
              </a:rPr>
              <a:t>Glory, glory to His name</a:t>
            </a:r>
          </a:p>
          <a:p>
            <a:endParaRPr lang="en-US" sz="2800">
              <a:highlight>
                <a:srgbClr val="FFFFFF"/>
              </a:highlight>
              <a:latin typeface="Segoe UI"/>
              <a:ea typeface="Helvetica Neue"/>
              <a:cs typeface="Helvetica Neue"/>
            </a:endParaRPr>
          </a:p>
          <a:p>
            <a:r>
              <a:rPr lang="en-US" sz="2800" i="1">
                <a:solidFill>
                  <a:srgbClr val="FF0000"/>
                </a:solidFill>
                <a:latin typeface="Segoe UI"/>
                <a:ea typeface="Helvetica Neue"/>
                <a:cs typeface="Helvetica Neue"/>
              </a:rPr>
              <a:t>I surrender all,</a:t>
            </a:r>
            <a:br>
              <a:rPr lang="en-US" sz="2800" i="1">
                <a:solidFill>
                  <a:srgbClr val="FF0000"/>
                </a:solidFill>
                <a:latin typeface="Segoe UI"/>
                <a:ea typeface="Helvetica Neue"/>
                <a:cs typeface="Helvetica Neue"/>
              </a:rPr>
            </a:br>
            <a:r>
              <a:rPr lang="en-US" sz="2800" i="1">
                <a:solidFill>
                  <a:srgbClr val="FF0000"/>
                </a:solidFill>
                <a:latin typeface="Segoe UI"/>
                <a:ea typeface="Helvetica Neue"/>
                <a:cs typeface="Helvetica Neue"/>
              </a:rPr>
              <a:t>I surrender all.</a:t>
            </a:r>
            <a:br>
              <a:rPr lang="en-US" sz="2800" i="1">
                <a:solidFill>
                  <a:srgbClr val="FF0000"/>
                </a:solidFill>
                <a:latin typeface="Segoe UI"/>
                <a:ea typeface="Helvetica Neue"/>
                <a:cs typeface="Helvetica Neue"/>
              </a:rPr>
            </a:br>
            <a:r>
              <a:rPr lang="en-US" sz="2800" i="1">
                <a:solidFill>
                  <a:srgbClr val="FF0000"/>
                </a:solidFill>
                <a:latin typeface="Segoe UI"/>
                <a:ea typeface="Helvetica Neue"/>
                <a:cs typeface="Helvetica Neue"/>
              </a:rPr>
              <a:t>All to Thee, my blessed </a:t>
            </a:r>
            <a:r>
              <a:rPr lang="en-US" sz="2800" i="1" err="1">
                <a:solidFill>
                  <a:srgbClr val="FF0000"/>
                </a:solidFill>
                <a:latin typeface="Segoe UI"/>
                <a:ea typeface="Helvetica Neue"/>
                <a:cs typeface="Helvetica Neue"/>
              </a:rPr>
              <a:t>Saviour</a:t>
            </a:r>
            <a:r>
              <a:rPr lang="en-US" sz="2800" i="1">
                <a:solidFill>
                  <a:srgbClr val="FF0000"/>
                </a:solidFill>
                <a:latin typeface="Segoe UI"/>
                <a:ea typeface="Helvetica Neue"/>
                <a:cs typeface="Helvetica Neue"/>
              </a:rPr>
              <a:t>,</a:t>
            </a:r>
            <a:br>
              <a:rPr lang="en-US" sz="2800" i="1">
                <a:solidFill>
                  <a:srgbClr val="FF0000"/>
                </a:solidFill>
                <a:latin typeface="Segoe UI"/>
                <a:ea typeface="Helvetica Neue"/>
                <a:cs typeface="Helvetica Neue"/>
              </a:rPr>
            </a:br>
            <a:r>
              <a:rPr lang="en-US" sz="2800" i="1">
                <a:solidFill>
                  <a:srgbClr val="FF0000"/>
                </a:solidFill>
                <a:latin typeface="Segoe UI"/>
                <a:ea typeface="Helvetica Neue"/>
                <a:cs typeface="Helvetica Neue"/>
              </a:rPr>
              <a:t>I surrender all.</a:t>
            </a:r>
          </a:p>
        </p:txBody>
      </p:sp>
    </p:spTree>
    <p:extLst>
      <p:ext uri="{BB962C8B-B14F-4D97-AF65-F5344CB8AC3E}">
        <p14:creationId xmlns:p14="http://schemas.microsoft.com/office/powerpoint/2010/main" val="30813725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6BB2930-A4C7-F30F-1B80-CC4D479494FA}"/>
              </a:ext>
            </a:extLst>
          </p:cNvPr>
          <p:cNvSpPr/>
          <p:nvPr/>
        </p:nvSpPr>
        <p:spPr>
          <a:xfrm>
            <a:off x="1945391" y="1840960"/>
            <a:ext cx="5262283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F3B4DD-D28E-D949-A750-E7C0BC73DB23}"/>
              </a:ext>
            </a:extLst>
          </p:cNvPr>
          <p:cNvSpPr txBox="1">
            <a:spLocks/>
          </p:cNvSpPr>
          <p:nvPr/>
        </p:nvSpPr>
        <p:spPr>
          <a:xfrm>
            <a:off x="1943255" y="1838698"/>
            <a:ext cx="4930917" cy="776676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  <a:latin typeface="Tenorite"/>
              </a:rPr>
              <a:t>Closing Hymn 513</a:t>
            </a:r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13239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60045" indent="-360045">
              <a:lnSpc>
                <a:spcPct val="115000"/>
              </a:lnSpc>
              <a:spcBef>
                <a:spcPts val="0"/>
              </a:spcBef>
            </a:pPr>
            <a:r>
              <a:rPr lang="en-SG">
                <a:effectLst/>
                <a:latin typeface="Segoe UI"/>
                <a:ea typeface="Calibri"/>
                <a:cs typeface="Segoe UI"/>
              </a:rPr>
              <a:t>Closing Hymn – </a:t>
            </a:r>
            <a:r>
              <a:rPr lang="en-SG">
                <a:latin typeface="Segoe UI"/>
                <a:ea typeface="Calibri"/>
                <a:cs typeface="Segoe UI"/>
              </a:rPr>
              <a:t>513</a:t>
            </a:r>
            <a:endParaRPr lang="en-US">
              <a:effectLst/>
              <a:latin typeface="Segoe UI"/>
              <a:ea typeface="Calibri"/>
              <a:cs typeface="Segoe UI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9B1927-DD5B-EE66-1640-FBE3EE92B17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Closing : 1 of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0575D6-2132-A304-BD4D-E123FFDE7A28}"/>
              </a:ext>
            </a:extLst>
          </p:cNvPr>
          <p:cNvSpPr/>
          <p:nvPr/>
        </p:nvSpPr>
        <p:spPr>
          <a:xfrm>
            <a:off x="128441" y="757991"/>
            <a:ext cx="8292887" cy="397031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>
                <a:highlight>
                  <a:srgbClr val="FFFFFF"/>
                </a:highlight>
                <a:latin typeface="Segoe UI"/>
                <a:cs typeface="Segoe UI"/>
              </a:rPr>
              <a:t>O God, our help in ages past,</a:t>
            </a:r>
            <a:br>
              <a:rPr lang="en-SG" sz="2800">
                <a:highlight>
                  <a:srgbClr val="FFFFFF"/>
                </a:highlight>
                <a:latin typeface="Segoe UI"/>
                <a:cs typeface="Segoe UI"/>
              </a:rPr>
            </a:br>
            <a:r>
              <a:rPr lang="en-SG" sz="2800">
                <a:highlight>
                  <a:srgbClr val="FFFFFF"/>
                </a:highlight>
                <a:latin typeface="Segoe UI"/>
                <a:cs typeface="Segoe UI"/>
              </a:rPr>
              <a:t>Our hope for years to come,</a:t>
            </a:r>
            <a:br>
              <a:rPr lang="en-SG" sz="2800">
                <a:highlight>
                  <a:srgbClr val="FFFFFF"/>
                </a:highlight>
                <a:latin typeface="Segoe UI"/>
                <a:cs typeface="Segoe UI"/>
              </a:rPr>
            </a:br>
            <a:r>
              <a:rPr lang="en-SG" sz="2800">
                <a:highlight>
                  <a:srgbClr val="FFFFFF"/>
                </a:highlight>
                <a:latin typeface="Segoe UI"/>
                <a:cs typeface="Segoe UI"/>
              </a:rPr>
              <a:t>Our shelter from the stormy blast,</a:t>
            </a:r>
            <a:br>
              <a:rPr lang="en-SG" sz="2800">
                <a:highlight>
                  <a:srgbClr val="FFFFFF"/>
                </a:highlight>
                <a:latin typeface="Segoe UI"/>
                <a:cs typeface="Segoe UI"/>
              </a:rPr>
            </a:br>
            <a:r>
              <a:rPr lang="en-SG" sz="2800">
                <a:highlight>
                  <a:srgbClr val="FFFFFF"/>
                </a:highlight>
                <a:latin typeface="Segoe UI"/>
                <a:cs typeface="Segoe UI"/>
              </a:rPr>
              <a:t>And our eternal home.</a:t>
            </a:r>
            <a:endParaRPr lang="en-US" sz="2800">
              <a:latin typeface="Segoe UI"/>
              <a:cs typeface="Segoe UI"/>
            </a:endParaRPr>
          </a:p>
          <a:p>
            <a:endParaRPr lang="en-SG" sz="2800">
              <a:solidFill>
                <a:srgbClr val="444444"/>
              </a:solidFill>
              <a:highlight>
                <a:srgbClr val="DDDDDD"/>
              </a:highlight>
              <a:latin typeface="Segoe UI"/>
              <a:cs typeface="Segoe UI"/>
            </a:endParaRPr>
          </a:p>
          <a:p>
            <a:r>
              <a:rPr lang="en-SG" sz="2800">
                <a:highlight>
                  <a:srgbClr val="FFFFFF"/>
                </a:highlight>
                <a:latin typeface="Segoe UI"/>
                <a:cs typeface="Segoe UI"/>
              </a:rPr>
              <a:t>Under the shadow of Thy throne</a:t>
            </a:r>
            <a:br>
              <a:rPr lang="en-SG" sz="2800">
                <a:highlight>
                  <a:srgbClr val="FFFFFF"/>
                </a:highlight>
                <a:latin typeface="Segoe UI"/>
                <a:cs typeface="Segoe UI"/>
              </a:rPr>
            </a:br>
            <a:r>
              <a:rPr lang="en-SG" sz="2800">
                <a:highlight>
                  <a:srgbClr val="FFFFFF"/>
                </a:highlight>
                <a:latin typeface="Segoe UI"/>
                <a:cs typeface="Segoe UI"/>
              </a:rPr>
              <a:t>Thy saints have dwelt secure;</a:t>
            </a:r>
            <a:br>
              <a:rPr lang="en-SG" sz="2800">
                <a:highlight>
                  <a:srgbClr val="FFFFFF"/>
                </a:highlight>
                <a:latin typeface="Segoe UI"/>
                <a:cs typeface="Segoe UI"/>
              </a:rPr>
            </a:br>
            <a:r>
              <a:rPr lang="en-SG" sz="2800">
                <a:highlight>
                  <a:srgbClr val="FFFFFF"/>
                </a:highlight>
                <a:latin typeface="Segoe UI"/>
                <a:cs typeface="Segoe UI"/>
              </a:rPr>
              <a:t>Sufficient is Thine arm alone,</a:t>
            </a:r>
            <a:br>
              <a:rPr lang="en-SG" sz="2800">
                <a:highlight>
                  <a:srgbClr val="FFFFFF"/>
                </a:highlight>
                <a:latin typeface="Segoe UI"/>
                <a:cs typeface="Segoe UI"/>
              </a:rPr>
            </a:br>
            <a:r>
              <a:rPr lang="en-SG" sz="2800">
                <a:highlight>
                  <a:srgbClr val="FFFFFF"/>
                </a:highlight>
                <a:latin typeface="Segoe UI"/>
                <a:cs typeface="Segoe UI"/>
              </a:rPr>
              <a:t>And our defence is sure.</a:t>
            </a:r>
            <a:endParaRPr lang="en-SG" sz="2800">
              <a:latin typeface="Segoe U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41406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On-screen Show (16:9)</PresentationFormat>
  <Slides>36</Slides>
  <Notes>11</Notes>
  <HiddenSlides>0</HiddenSlide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Office Theme</vt:lpstr>
      <vt:lpstr>1_Office Theme</vt:lpstr>
      <vt:lpstr>4_Office Theme</vt:lpstr>
      <vt:lpstr>3_Office Theme</vt:lpstr>
      <vt:lpstr>5_Office Theme</vt:lpstr>
      <vt:lpstr>6_Office Theme</vt:lpstr>
      <vt:lpstr>PowerPoint Presentation</vt:lpstr>
      <vt:lpstr>PowerPoint Presentation</vt:lpstr>
      <vt:lpstr>Opening Hymn  </vt:lpstr>
      <vt:lpstr>Opening Hymn</vt:lpstr>
      <vt:lpstr>Opening Hymn</vt:lpstr>
      <vt:lpstr>PowerPoint Presentation</vt:lpstr>
      <vt:lpstr>Thanksgiving Hymn</vt:lpstr>
      <vt:lpstr>PowerPoint Presentation</vt:lpstr>
      <vt:lpstr>Offertory –Great is Thy Faithfulness</vt:lpstr>
      <vt:lpstr>Offertory –Great is Thy Faithfulness</vt:lpstr>
      <vt:lpstr>Offertory –Great is Thy Faithfulness</vt:lpstr>
      <vt:lpstr>PowerPoint Presentation</vt:lpstr>
      <vt:lpstr>Confession :Hymn No 42</vt:lpstr>
      <vt:lpstr>PowerPoint Presentation</vt:lpstr>
      <vt:lpstr>Hymn at Midnight- Another year is dawning</vt:lpstr>
      <vt:lpstr>Hymn at Midnight- Another year is dawning</vt:lpstr>
      <vt:lpstr>Hymn at Midnight- Another year is dawning</vt:lpstr>
      <vt:lpstr>Holy Communion – Hymn No 42</vt:lpstr>
      <vt:lpstr>Holy Communion – Hymn No 42</vt:lpstr>
      <vt:lpstr>Holy Communion – Hymn No 42</vt:lpstr>
      <vt:lpstr>Holy Communion : Hymn No 42</vt:lpstr>
      <vt:lpstr>Holy Communion –At Thy feet our God and Father </vt:lpstr>
      <vt:lpstr>Holy Communion – At Thy feet our God and Father</vt:lpstr>
      <vt:lpstr>Holy Communion-At Thy feet our God and Father</vt:lpstr>
      <vt:lpstr>Holy Communion-At Thy feet our God and Father</vt:lpstr>
      <vt:lpstr>Holy Communion – Hymn No 1050</vt:lpstr>
      <vt:lpstr>Holy Communion – Hymn No 1050</vt:lpstr>
      <vt:lpstr>Holy Communion – Hymn No 1050</vt:lpstr>
      <vt:lpstr>Holy Communion – Hymn No 601</vt:lpstr>
      <vt:lpstr>Holy Communion – Hymn No 601</vt:lpstr>
      <vt:lpstr>Holy Communion – Hymn No 601</vt:lpstr>
      <vt:lpstr>Holy Communion – Hymn No 601</vt:lpstr>
      <vt:lpstr>Holy Communion – Hymn No 601</vt:lpstr>
      <vt:lpstr>Holy Communion – Hymn No 601</vt:lpstr>
      <vt:lpstr>PowerPoint Presentation</vt:lpstr>
      <vt:lpstr>Closing Hymn – 513</vt:lpstr>
    </vt:vector>
  </TitlesOfParts>
  <Company>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Santhosh JOSEPH (ITE)</dc:creator>
  <cp:revision>1</cp:revision>
  <dcterms:created xsi:type="dcterms:W3CDTF">2020-09-02T02:55:07Z</dcterms:created>
  <dcterms:modified xsi:type="dcterms:W3CDTF">2025-12-31T03:06:40Z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ce832c-fd95-4339-84d0-00952058857c_Enabled">
    <vt:lpwstr>True</vt:lpwstr>
  </property>
  <property fmtid="{D5CDD505-2E9C-101B-9397-08002B2CF9AE}" pid="3" name="MSIP_Label_47ce832c-fd95-4339-84d0-00952058857c_SiteId">
    <vt:lpwstr>13b42c8c-cbcf-4e3d-9d20-f55b7b5ee3c1</vt:lpwstr>
  </property>
  <property fmtid="{D5CDD505-2E9C-101B-9397-08002B2CF9AE}" pid="4" name="MSIP_Label_47ce832c-fd95-4339-84d0-00952058857c_Owner">
    <vt:lpwstr>Santhosh_Joseph@ite.edu.sg</vt:lpwstr>
  </property>
  <property fmtid="{D5CDD505-2E9C-101B-9397-08002B2CF9AE}" pid="5" name="MSIP_Label_47ce832c-fd95-4339-84d0-00952058857c_SetDate">
    <vt:lpwstr>2020-09-02T02:55:31.4412613Z</vt:lpwstr>
  </property>
  <property fmtid="{D5CDD505-2E9C-101B-9397-08002B2CF9AE}" pid="6" name="MSIP_Label_47ce832c-fd95-4339-84d0-00952058857c_Name">
    <vt:lpwstr>Official (Closed)</vt:lpwstr>
  </property>
  <property fmtid="{D5CDD505-2E9C-101B-9397-08002B2CF9AE}" pid="7" name="MSIP_Label_47ce832c-fd95-4339-84d0-00952058857c_Application">
    <vt:lpwstr>Microsoft Azure Information Protection</vt:lpwstr>
  </property>
  <property fmtid="{D5CDD505-2E9C-101B-9397-08002B2CF9AE}" pid="8" name="MSIP_Label_47ce832c-fd95-4339-84d0-00952058857c_ActionId">
    <vt:lpwstr>8101d916-9275-49eb-bf62-55ac502d45bb</vt:lpwstr>
  </property>
  <property fmtid="{D5CDD505-2E9C-101B-9397-08002B2CF9AE}" pid="9" name="MSIP_Label_47ce832c-fd95-4339-84d0-00952058857c_Extended_MSFT_Method">
    <vt:lpwstr>Automatic</vt:lpwstr>
  </property>
  <property fmtid="{D5CDD505-2E9C-101B-9397-08002B2CF9AE}" pid="10" name="MSIP_Label_0dcf3bf5-ad0e-4c8c-aa2d-c5b4b510dcc6_Enabled">
    <vt:lpwstr>true</vt:lpwstr>
  </property>
  <property fmtid="{D5CDD505-2E9C-101B-9397-08002B2CF9AE}" pid="11" name="MSIP_Label_0dcf3bf5-ad0e-4c8c-aa2d-c5b4b510dcc6_SetDate">
    <vt:lpwstr>2022-03-09T08:58:32Z</vt:lpwstr>
  </property>
  <property fmtid="{D5CDD505-2E9C-101B-9397-08002B2CF9AE}" pid="12" name="MSIP_Label_0dcf3bf5-ad0e-4c8c-aa2d-c5b4b510dcc6_Method">
    <vt:lpwstr>Standard</vt:lpwstr>
  </property>
  <property fmtid="{D5CDD505-2E9C-101B-9397-08002B2CF9AE}" pid="13" name="MSIP_Label_0dcf3bf5-ad0e-4c8c-aa2d-c5b4b510dcc6_Name">
    <vt:lpwstr>0dcf3bf5-ad0e-4c8c-aa2d-c5b4b510dcc6</vt:lpwstr>
  </property>
  <property fmtid="{D5CDD505-2E9C-101B-9397-08002B2CF9AE}" pid="14" name="MSIP_Label_0dcf3bf5-ad0e-4c8c-aa2d-c5b4b510dcc6_SiteId">
    <vt:lpwstr>13b42c8c-cbcf-4e3d-9d20-f55b7b5ee3c1</vt:lpwstr>
  </property>
  <property fmtid="{D5CDD505-2E9C-101B-9397-08002B2CF9AE}" pid="15" name="MSIP_Label_0dcf3bf5-ad0e-4c8c-aa2d-c5b4b510dcc6_ActionId">
    <vt:lpwstr>8101d916-9275-49eb-bf62-55ac502d45bb</vt:lpwstr>
  </property>
  <property fmtid="{D5CDD505-2E9C-101B-9397-08002B2CF9AE}" pid="16" name="MSIP_Label_0dcf3bf5-ad0e-4c8c-aa2d-c5b4b510dcc6_ContentBits">
    <vt:lpwstr>0</vt:lpwstr>
  </property>
</Properties>
</file>