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4.xml" ContentType="application/vnd.openxmlformats-officedocument.theme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5.xml" ContentType="application/vnd.openxmlformats-officedocument.theme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  <p:sldMasterId id="2147483744" r:id="rId3"/>
    <p:sldMasterId id="2147483757" r:id="rId4"/>
    <p:sldMasterId id="2147483770" r:id="rId5"/>
    <p:sldMasterId id="2147483783" r:id="rId6"/>
  </p:sldMasterIdLst>
  <p:notesMasterIdLst>
    <p:notesMasterId r:id="rId53"/>
  </p:notesMasterIdLst>
  <p:handoutMasterIdLst>
    <p:handoutMasterId r:id="rId54"/>
  </p:handoutMasterIdLst>
  <p:sldIdLst>
    <p:sldId id="1746" r:id="rId7"/>
    <p:sldId id="1727" r:id="rId8"/>
    <p:sldId id="813" r:id="rId9"/>
    <p:sldId id="1915" r:id="rId10"/>
    <p:sldId id="1919" r:id="rId11"/>
    <p:sldId id="1920" r:id="rId12"/>
    <p:sldId id="1921" r:id="rId13"/>
    <p:sldId id="821" r:id="rId14"/>
    <p:sldId id="851" r:id="rId15"/>
    <p:sldId id="1324" r:id="rId16"/>
    <p:sldId id="822" r:id="rId17"/>
    <p:sldId id="1924" r:id="rId18"/>
    <p:sldId id="1928" r:id="rId19"/>
    <p:sldId id="1925" r:id="rId20"/>
    <p:sldId id="1926" r:id="rId21"/>
    <p:sldId id="823" r:id="rId22"/>
    <p:sldId id="824" r:id="rId23"/>
    <p:sldId id="1277" r:id="rId24"/>
    <p:sldId id="1388" r:id="rId25"/>
    <p:sldId id="1822" r:id="rId26"/>
    <p:sldId id="1879" r:id="rId27"/>
    <p:sldId id="1880" r:id="rId28"/>
    <p:sldId id="1881" r:id="rId29"/>
    <p:sldId id="1929" r:id="rId30"/>
    <p:sldId id="1829" r:id="rId31"/>
    <p:sldId id="1830" r:id="rId32"/>
    <p:sldId id="1922" r:id="rId33"/>
    <p:sldId id="1923" r:id="rId34"/>
    <p:sldId id="1826" r:id="rId35"/>
    <p:sldId id="1827" r:id="rId36"/>
    <p:sldId id="1927" r:id="rId37"/>
    <p:sldId id="1856" r:id="rId38"/>
    <p:sldId id="1857" r:id="rId39"/>
    <p:sldId id="1930" r:id="rId40"/>
    <p:sldId id="1931" r:id="rId41"/>
    <p:sldId id="1932" r:id="rId42"/>
    <p:sldId id="1900" r:id="rId43"/>
    <p:sldId id="1901" r:id="rId44"/>
    <p:sldId id="1934" r:id="rId45"/>
    <p:sldId id="1935" r:id="rId46"/>
    <p:sldId id="1936" r:id="rId47"/>
    <p:sldId id="1905" r:id="rId48"/>
    <p:sldId id="1908" r:id="rId49"/>
    <p:sldId id="1933" r:id="rId50"/>
    <p:sldId id="820" r:id="rId51"/>
    <p:sldId id="1914" r:id="rId5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C5DCF09-FC5E-8246-38A5-7BDD29DA3586}" name="Sherin Sarah Varghese" initials="SSV" userId="dc22cf68baf02303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iti samuel" initials="as" lastIdx="1" clrIdx="0">
    <p:extLst>
      <p:ext uri="{19B8F6BF-5375-455C-9EA6-DF929625EA0E}">
        <p15:presenceInfo xmlns:p15="http://schemas.microsoft.com/office/powerpoint/2012/main" userId="810fea6f6deeb52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31A02"/>
    <a:srgbClr val="905562"/>
    <a:srgbClr val="B6807C"/>
    <a:srgbClr val="AE7C76"/>
    <a:srgbClr val="A1889D"/>
    <a:srgbClr val="432545"/>
    <a:srgbClr val="42475E"/>
    <a:srgbClr val="BDBCC4"/>
    <a:srgbClr val="FAC983"/>
    <a:srgbClr val="FF9F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387CACF-B76E-4BFC-873F-C81F82C9EA47}" v="9" dt="2025-08-20T05:00:42.872"/>
    <p1510:client id="{B380168C-66E7-4EB6-AA3A-49B3263FE04A}" v="6" dt="2025-08-20T04:40:15.4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50" Type="http://schemas.openxmlformats.org/officeDocument/2006/relationships/slide" Target="slides/slide44.xml"/><Relationship Id="rId55" Type="http://schemas.openxmlformats.org/officeDocument/2006/relationships/commentAuthors" Target="commentAuthors.xml"/><Relationship Id="rId7" Type="http://schemas.openxmlformats.org/officeDocument/2006/relationships/slide" Target="slides/slid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openxmlformats.org/officeDocument/2006/relationships/notesMaster" Target="notesMasters/notesMaster1.xml"/><Relationship Id="rId58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61" Type="http://schemas.microsoft.com/office/2015/10/relationships/revisionInfo" Target="revisionInfo.xml"/><Relationship Id="rId19" Type="http://schemas.openxmlformats.org/officeDocument/2006/relationships/slide" Target="slides/slide1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presProps" Target="presProps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tableStyles" Target="tableStyles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handoutMaster" Target="handoutMasters/handoutMaster1.xml"/><Relationship Id="rId62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viewProps" Target="viewProps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microsoft.com/office/2016/11/relationships/changesInfo" Target="changesInfos/changesInfo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ni Mathew" userId="3875fe58a975fc01" providerId="LiveId" clId="{F7781C79-B75C-4734-A70C-22CE4699A2C8}"/>
    <pc:docChg chg="custSel addSld delSld modSld">
      <pc:chgData name="Sini Mathew" userId="3875fe58a975fc01" providerId="LiveId" clId="{F7781C79-B75C-4734-A70C-22CE4699A2C8}" dt="2025-08-17T13:34:19.616" v="4952" actId="207"/>
      <pc:docMkLst>
        <pc:docMk/>
      </pc:docMkLst>
      <pc:sldChg chg="modSp mod">
        <pc:chgData name="Sini Mathew" userId="3875fe58a975fc01" providerId="LiveId" clId="{F7781C79-B75C-4734-A70C-22CE4699A2C8}" dt="2025-08-12T01:36:18.964" v="39" actId="20577"/>
        <pc:sldMkLst>
          <pc:docMk/>
          <pc:sldMk cId="717388547" sldId="813"/>
        </pc:sldMkLst>
        <pc:spChg chg="mod">
          <ac:chgData name="Sini Mathew" userId="3875fe58a975fc01" providerId="LiveId" clId="{F7781C79-B75C-4734-A70C-22CE4699A2C8}" dt="2025-08-12T01:36:18.964" v="39" actId="20577"/>
          <ac:spMkLst>
            <pc:docMk/>
            <pc:sldMk cId="717388547" sldId="813"/>
            <ac:spMk id="3" creationId="{452E3445-7428-97CE-263A-521C050900BE}"/>
          </ac:spMkLst>
        </pc:spChg>
      </pc:sldChg>
      <pc:sldChg chg="modSp mod">
        <pc:chgData name="Sini Mathew" userId="3875fe58a975fc01" providerId="LiveId" clId="{F7781C79-B75C-4734-A70C-22CE4699A2C8}" dt="2025-08-15T00:39:43.116" v="2460" actId="20577"/>
        <pc:sldMkLst>
          <pc:docMk/>
          <pc:sldMk cId="140346443" sldId="822"/>
        </pc:sldMkLst>
        <pc:spChg chg="mod">
          <ac:chgData name="Sini Mathew" userId="3875fe58a975fc01" providerId="LiveId" clId="{F7781C79-B75C-4734-A70C-22CE4699A2C8}" dt="2025-08-14T06:33:47.045" v="1720" actId="20577"/>
          <ac:spMkLst>
            <pc:docMk/>
            <pc:sldMk cId="140346443" sldId="822"/>
            <ac:spMk id="2" creationId="{69072751-0DFD-E04D-8DBC-6192EE4B4B2A}"/>
          </ac:spMkLst>
        </pc:spChg>
        <pc:spChg chg="mod">
          <ac:chgData name="Sini Mathew" userId="3875fe58a975fc01" providerId="LiveId" clId="{F7781C79-B75C-4734-A70C-22CE4699A2C8}" dt="2025-08-15T00:39:43.116" v="2460" actId="20577"/>
          <ac:spMkLst>
            <pc:docMk/>
            <pc:sldMk cId="140346443" sldId="822"/>
            <ac:spMk id="6" creationId="{B48AEF40-D79D-77F3-773C-095D81075E36}"/>
          </ac:spMkLst>
        </pc:spChg>
        <pc:spChg chg="mod">
          <ac:chgData name="Sini Mathew" userId="3875fe58a975fc01" providerId="LiveId" clId="{F7781C79-B75C-4734-A70C-22CE4699A2C8}" dt="2025-08-14T06:36:54.842" v="2013" actId="1076"/>
          <ac:spMkLst>
            <pc:docMk/>
            <pc:sldMk cId="140346443" sldId="822"/>
            <ac:spMk id="10" creationId="{60127C6D-3342-C831-3981-C5030CF3B941}"/>
          </ac:spMkLst>
        </pc:spChg>
      </pc:sldChg>
      <pc:sldChg chg="modSp mod">
        <pc:chgData name="Sini Mathew" userId="3875fe58a975fc01" providerId="LiveId" clId="{F7781C79-B75C-4734-A70C-22CE4699A2C8}" dt="2025-08-17T13:34:19.616" v="4952" actId="207"/>
        <pc:sldMkLst>
          <pc:docMk/>
          <pc:sldMk cId="126902895" sldId="1746"/>
        </pc:sldMkLst>
        <pc:spChg chg="mod">
          <ac:chgData name="Sini Mathew" userId="3875fe58a975fc01" providerId="LiveId" clId="{F7781C79-B75C-4734-A70C-22CE4699A2C8}" dt="2025-08-17T13:34:19.616" v="4952" actId="207"/>
          <ac:spMkLst>
            <pc:docMk/>
            <pc:sldMk cId="126902895" sldId="1746"/>
            <ac:spMk id="7" creationId="{565A7DE2-A0D3-0201-4DD7-DCA2BFDB505C}"/>
          </ac:spMkLst>
        </pc:spChg>
      </pc:sldChg>
      <pc:sldChg chg="modSp mod">
        <pc:chgData name="Sini Mathew" userId="3875fe58a975fc01" providerId="LiveId" clId="{F7781C79-B75C-4734-A70C-22CE4699A2C8}" dt="2025-08-15T00:42:47.947" v="2487" actId="20577"/>
        <pc:sldMkLst>
          <pc:docMk/>
          <pc:sldMk cId="2406581127" sldId="1826"/>
        </pc:sldMkLst>
        <pc:spChg chg="mod">
          <ac:chgData name="Sini Mathew" userId="3875fe58a975fc01" providerId="LiveId" clId="{F7781C79-B75C-4734-A70C-22CE4699A2C8}" dt="2025-08-15T00:42:47.947" v="2487" actId="20577"/>
          <ac:spMkLst>
            <pc:docMk/>
            <pc:sldMk cId="2406581127" sldId="1826"/>
            <ac:spMk id="7" creationId="{F5DD54E3-DC06-0B2F-B4DC-3A634421A604}"/>
          </ac:spMkLst>
        </pc:spChg>
      </pc:sldChg>
      <pc:sldChg chg="addSp modSp mod">
        <pc:chgData name="Sini Mathew" userId="3875fe58a975fc01" providerId="LiveId" clId="{F7781C79-B75C-4734-A70C-22CE4699A2C8}" dt="2025-08-15T00:51:33.936" v="3050" actId="20577"/>
        <pc:sldMkLst>
          <pc:docMk/>
          <pc:sldMk cId="3359142403" sldId="1827"/>
        </pc:sldMkLst>
        <pc:spChg chg="mod">
          <ac:chgData name="Sini Mathew" userId="3875fe58a975fc01" providerId="LiveId" clId="{F7781C79-B75C-4734-A70C-22CE4699A2C8}" dt="2025-08-15T00:43:07.549" v="2509" actId="20577"/>
          <ac:spMkLst>
            <pc:docMk/>
            <pc:sldMk cId="3359142403" sldId="1827"/>
            <ac:spMk id="2" creationId="{C12247C4-7A0E-CA01-D3F5-C5DDF9F128FF}"/>
          </ac:spMkLst>
        </pc:spChg>
        <pc:spChg chg="add mod">
          <ac:chgData name="Sini Mathew" userId="3875fe58a975fc01" providerId="LiveId" clId="{F7781C79-B75C-4734-A70C-22CE4699A2C8}" dt="2025-08-15T00:47:44.807" v="2783" actId="20577"/>
          <ac:spMkLst>
            <pc:docMk/>
            <pc:sldMk cId="3359142403" sldId="1827"/>
            <ac:spMk id="3" creationId="{3DC2C43A-B6E5-BCA4-CE76-83D7CBF91E73}"/>
          </ac:spMkLst>
        </pc:spChg>
        <pc:spChg chg="mod">
          <ac:chgData name="Sini Mathew" userId="3875fe58a975fc01" providerId="LiveId" clId="{F7781C79-B75C-4734-A70C-22CE4699A2C8}" dt="2025-08-15T00:51:33.936" v="3050" actId="20577"/>
          <ac:spMkLst>
            <pc:docMk/>
            <pc:sldMk cId="3359142403" sldId="1827"/>
            <ac:spMk id="4" creationId="{518E5F5E-AFCD-CA89-E3DF-EB5B7465010C}"/>
          </ac:spMkLst>
        </pc:spChg>
        <pc:spChg chg="mod">
          <ac:chgData name="Sini Mathew" userId="3875fe58a975fc01" providerId="LiveId" clId="{F7781C79-B75C-4734-A70C-22CE4699A2C8}" dt="2025-08-15T00:45:52.332" v="2663" actId="1076"/>
          <ac:spMkLst>
            <pc:docMk/>
            <pc:sldMk cId="3359142403" sldId="1827"/>
            <ac:spMk id="9" creationId="{4536F35D-48AB-EDB2-4394-D9653B1CDDAF}"/>
          </ac:spMkLst>
        </pc:spChg>
      </pc:sldChg>
      <pc:sldChg chg="modSp mod">
        <pc:chgData name="Sini Mathew" userId="3875fe58a975fc01" providerId="LiveId" clId="{F7781C79-B75C-4734-A70C-22CE4699A2C8}" dt="2025-08-13T00:43:04.962" v="708" actId="20577"/>
        <pc:sldMkLst>
          <pc:docMk/>
          <pc:sldMk cId="2684712631" sldId="1829"/>
        </pc:sldMkLst>
        <pc:spChg chg="mod">
          <ac:chgData name="Sini Mathew" userId="3875fe58a975fc01" providerId="LiveId" clId="{F7781C79-B75C-4734-A70C-22CE4699A2C8}" dt="2025-08-13T00:43:04.962" v="708" actId="20577"/>
          <ac:spMkLst>
            <pc:docMk/>
            <pc:sldMk cId="2684712631" sldId="1829"/>
            <ac:spMk id="7" creationId="{E5F1EFE9-2C7F-FD9E-A1D1-0E4FBADF90C4}"/>
          </ac:spMkLst>
        </pc:spChg>
      </pc:sldChg>
      <pc:sldChg chg="modSp mod">
        <pc:chgData name="Sini Mathew" userId="3875fe58a975fc01" providerId="LiveId" clId="{F7781C79-B75C-4734-A70C-22CE4699A2C8}" dt="2025-08-13T00:49:33.411" v="1668" actId="20577"/>
        <pc:sldMkLst>
          <pc:docMk/>
          <pc:sldMk cId="1880725329" sldId="1830"/>
        </pc:sldMkLst>
        <pc:spChg chg="mod">
          <ac:chgData name="Sini Mathew" userId="3875fe58a975fc01" providerId="LiveId" clId="{F7781C79-B75C-4734-A70C-22CE4699A2C8}" dt="2025-08-13T00:45:21.100" v="1079" actId="20577"/>
          <ac:spMkLst>
            <pc:docMk/>
            <pc:sldMk cId="1880725329" sldId="1830"/>
            <ac:spMk id="2" creationId="{A9F8AD01-0F67-C3AF-1AAF-11248472D921}"/>
          </ac:spMkLst>
        </pc:spChg>
        <pc:spChg chg="mod">
          <ac:chgData name="Sini Mathew" userId="3875fe58a975fc01" providerId="LiveId" clId="{F7781C79-B75C-4734-A70C-22CE4699A2C8}" dt="2025-08-13T00:49:33.411" v="1668" actId="20577"/>
          <ac:spMkLst>
            <pc:docMk/>
            <pc:sldMk cId="1880725329" sldId="1830"/>
            <ac:spMk id="4" creationId="{36687E6C-ACB6-46BC-999B-EC799FF242DE}"/>
          </ac:spMkLst>
        </pc:spChg>
        <pc:spChg chg="mod">
          <ac:chgData name="Sini Mathew" userId="3875fe58a975fc01" providerId="LiveId" clId="{F7781C79-B75C-4734-A70C-22CE4699A2C8}" dt="2025-08-13T00:44:53.751" v="1049" actId="6549"/>
          <ac:spMkLst>
            <pc:docMk/>
            <pc:sldMk cId="1880725329" sldId="1830"/>
            <ac:spMk id="9" creationId="{FDE1DB4F-C217-2890-DB3F-D9D8888A471B}"/>
          </ac:spMkLst>
        </pc:spChg>
      </pc:sldChg>
      <pc:sldChg chg="del">
        <pc:chgData name="Sini Mathew" userId="3875fe58a975fc01" providerId="LiveId" clId="{F7781C79-B75C-4734-A70C-22CE4699A2C8}" dt="2025-08-12T01:43:16.769" v="237" actId="47"/>
        <pc:sldMkLst>
          <pc:docMk/>
          <pc:sldMk cId="532948880" sldId="1874"/>
        </pc:sldMkLst>
      </pc:sldChg>
      <pc:sldChg chg="del">
        <pc:chgData name="Sini Mathew" userId="3875fe58a975fc01" providerId="LiveId" clId="{F7781C79-B75C-4734-A70C-22CE4699A2C8}" dt="2025-08-12T01:43:17.387" v="238" actId="47"/>
        <pc:sldMkLst>
          <pc:docMk/>
          <pc:sldMk cId="550321719" sldId="1875"/>
        </pc:sldMkLst>
      </pc:sldChg>
      <pc:sldChg chg="del">
        <pc:chgData name="Sini Mathew" userId="3875fe58a975fc01" providerId="LiveId" clId="{F7781C79-B75C-4734-A70C-22CE4699A2C8}" dt="2025-08-12T01:43:18.146" v="239" actId="47"/>
        <pc:sldMkLst>
          <pc:docMk/>
          <pc:sldMk cId="3793689535" sldId="1876"/>
        </pc:sldMkLst>
      </pc:sldChg>
      <pc:sldChg chg="del">
        <pc:chgData name="Sini Mathew" userId="3875fe58a975fc01" providerId="LiveId" clId="{F7781C79-B75C-4734-A70C-22CE4699A2C8}" dt="2025-08-15T00:42:53.155" v="2489" actId="47"/>
        <pc:sldMkLst>
          <pc:docMk/>
          <pc:sldMk cId="3277420310" sldId="1882"/>
        </pc:sldMkLst>
      </pc:sldChg>
      <pc:sldChg chg="del">
        <pc:chgData name="Sini Mathew" userId="3875fe58a975fc01" providerId="LiveId" clId="{F7781C79-B75C-4734-A70C-22CE4699A2C8}" dt="2025-08-15T00:42:54.569" v="2491" actId="47"/>
        <pc:sldMkLst>
          <pc:docMk/>
          <pc:sldMk cId="3932150210" sldId="1883"/>
        </pc:sldMkLst>
      </pc:sldChg>
      <pc:sldChg chg="del">
        <pc:chgData name="Sini Mathew" userId="3875fe58a975fc01" providerId="LiveId" clId="{F7781C79-B75C-4734-A70C-22CE4699A2C8}" dt="2025-08-14T06:36:58.637" v="2014" actId="47"/>
        <pc:sldMkLst>
          <pc:docMk/>
          <pc:sldMk cId="1080786153" sldId="1885"/>
        </pc:sldMkLst>
      </pc:sldChg>
      <pc:sldChg chg="del">
        <pc:chgData name="Sini Mathew" userId="3875fe58a975fc01" providerId="LiveId" clId="{F7781C79-B75C-4734-A70C-22CE4699A2C8}" dt="2025-08-14T06:37:00.742" v="2016" actId="47"/>
        <pc:sldMkLst>
          <pc:docMk/>
          <pc:sldMk cId="4032934815" sldId="1886"/>
        </pc:sldMkLst>
      </pc:sldChg>
      <pc:sldChg chg="del">
        <pc:chgData name="Sini Mathew" userId="3875fe58a975fc01" providerId="LiveId" clId="{F7781C79-B75C-4734-A70C-22CE4699A2C8}" dt="2025-08-14T06:37:04.075" v="2020" actId="47"/>
        <pc:sldMkLst>
          <pc:docMk/>
          <pc:sldMk cId="3300202507" sldId="1887"/>
        </pc:sldMkLst>
      </pc:sldChg>
      <pc:sldChg chg="del">
        <pc:chgData name="Sini Mathew" userId="3875fe58a975fc01" providerId="LiveId" clId="{F7781C79-B75C-4734-A70C-22CE4699A2C8}" dt="2025-08-14T06:36:59.799" v="2015" actId="47"/>
        <pc:sldMkLst>
          <pc:docMk/>
          <pc:sldMk cId="847173287" sldId="1888"/>
        </pc:sldMkLst>
      </pc:sldChg>
      <pc:sldChg chg="del">
        <pc:chgData name="Sini Mathew" userId="3875fe58a975fc01" providerId="LiveId" clId="{F7781C79-B75C-4734-A70C-22CE4699A2C8}" dt="2025-08-14T06:37:03.160" v="2019" actId="47"/>
        <pc:sldMkLst>
          <pc:docMk/>
          <pc:sldMk cId="4221097664" sldId="1889"/>
        </pc:sldMkLst>
      </pc:sldChg>
      <pc:sldChg chg="del">
        <pc:chgData name="Sini Mathew" userId="3875fe58a975fc01" providerId="LiveId" clId="{F7781C79-B75C-4734-A70C-22CE4699A2C8}" dt="2025-08-14T06:37:01.496" v="2017" actId="47"/>
        <pc:sldMkLst>
          <pc:docMk/>
          <pc:sldMk cId="1458609894" sldId="1890"/>
        </pc:sldMkLst>
      </pc:sldChg>
      <pc:sldChg chg="del">
        <pc:chgData name="Sini Mathew" userId="3875fe58a975fc01" providerId="LiveId" clId="{F7781C79-B75C-4734-A70C-22CE4699A2C8}" dt="2025-08-14T06:37:02.524" v="2018" actId="47"/>
        <pc:sldMkLst>
          <pc:docMk/>
          <pc:sldMk cId="137109182" sldId="1891"/>
        </pc:sldMkLst>
      </pc:sldChg>
      <pc:sldChg chg="del">
        <pc:chgData name="Sini Mathew" userId="3875fe58a975fc01" providerId="LiveId" clId="{F7781C79-B75C-4734-A70C-22CE4699A2C8}" dt="2025-08-13T00:45:01.149" v="1050" actId="47"/>
        <pc:sldMkLst>
          <pc:docMk/>
          <pc:sldMk cId="2429680237" sldId="1893"/>
        </pc:sldMkLst>
      </pc:sldChg>
      <pc:sldChg chg="del">
        <pc:chgData name="Sini Mathew" userId="3875fe58a975fc01" providerId="LiveId" clId="{F7781C79-B75C-4734-A70C-22CE4699A2C8}" dt="2025-08-13T00:45:01.592" v="1051" actId="47"/>
        <pc:sldMkLst>
          <pc:docMk/>
          <pc:sldMk cId="4228751221" sldId="1894"/>
        </pc:sldMkLst>
      </pc:sldChg>
      <pc:sldChg chg="del">
        <pc:chgData name="Sini Mathew" userId="3875fe58a975fc01" providerId="LiveId" clId="{F7781C79-B75C-4734-A70C-22CE4699A2C8}" dt="2025-08-13T00:45:02.274" v="1052" actId="47"/>
        <pc:sldMkLst>
          <pc:docMk/>
          <pc:sldMk cId="1464611278" sldId="1895"/>
        </pc:sldMkLst>
      </pc:sldChg>
      <pc:sldChg chg="modSp mod">
        <pc:chgData name="Sini Mathew" userId="3875fe58a975fc01" providerId="LiveId" clId="{F7781C79-B75C-4734-A70C-22CE4699A2C8}" dt="2025-08-17T13:25:26.596" v="4092" actId="20577"/>
        <pc:sldMkLst>
          <pc:docMk/>
          <pc:sldMk cId="3482069950" sldId="1900"/>
        </pc:sldMkLst>
        <pc:spChg chg="mod">
          <ac:chgData name="Sini Mathew" userId="3875fe58a975fc01" providerId="LiveId" clId="{F7781C79-B75C-4734-A70C-22CE4699A2C8}" dt="2025-08-17T13:25:26.596" v="4092" actId="20577"/>
          <ac:spMkLst>
            <pc:docMk/>
            <pc:sldMk cId="3482069950" sldId="1900"/>
            <ac:spMk id="7" creationId="{0F17F290-1656-7542-9578-98FD23DC620B}"/>
          </ac:spMkLst>
        </pc:spChg>
      </pc:sldChg>
      <pc:sldChg chg="modSp mod">
        <pc:chgData name="Sini Mathew" userId="3875fe58a975fc01" providerId="LiveId" clId="{F7781C79-B75C-4734-A70C-22CE4699A2C8}" dt="2025-08-17T13:28:25.124" v="4480" actId="20577"/>
        <pc:sldMkLst>
          <pc:docMk/>
          <pc:sldMk cId="1340516688" sldId="1901"/>
        </pc:sldMkLst>
        <pc:spChg chg="mod">
          <ac:chgData name="Sini Mathew" userId="3875fe58a975fc01" providerId="LiveId" clId="{F7781C79-B75C-4734-A70C-22CE4699A2C8}" dt="2025-08-17T13:25:31.667" v="4095" actId="20577"/>
          <ac:spMkLst>
            <pc:docMk/>
            <pc:sldMk cId="1340516688" sldId="1901"/>
            <ac:spMk id="2" creationId="{EB2EF179-0FDB-0057-21E2-16A3053630A3}"/>
          </ac:spMkLst>
        </pc:spChg>
        <pc:spChg chg="mod">
          <ac:chgData name="Sini Mathew" userId="3875fe58a975fc01" providerId="LiveId" clId="{F7781C79-B75C-4734-A70C-22CE4699A2C8}" dt="2025-08-17T13:28:25.124" v="4480" actId="20577"/>
          <ac:spMkLst>
            <pc:docMk/>
            <pc:sldMk cId="1340516688" sldId="1901"/>
            <ac:spMk id="9" creationId="{74C0ECDD-78D9-095F-8A1F-BB00F68565A5}"/>
          </ac:spMkLst>
        </pc:spChg>
      </pc:sldChg>
      <pc:sldChg chg="del">
        <pc:chgData name="Sini Mathew" userId="3875fe58a975fc01" providerId="LiveId" clId="{F7781C79-B75C-4734-A70C-22CE4699A2C8}" dt="2025-08-17T13:28:28.617" v="4481" actId="47"/>
        <pc:sldMkLst>
          <pc:docMk/>
          <pc:sldMk cId="840971442" sldId="1902"/>
        </pc:sldMkLst>
      </pc:sldChg>
      <pc:sldChg chg="del">
        <pc:chgData name="Sini Mathew" userId="3875fe58a975fc01" providerId="LiveId" clId="{F7781C79-B75C-4734-A70C-22CE4699A2C8}" dt="2025-08-17T13:28:29.296" v="4482" actId="47"/>
        <pc:sldMkLst>
          <pc:docMk/>
          <pc:sldMk cId="651590727" sldId="1903"/>
        </pc:sldMkLst>
      </pc:sldChg>
      <pc:sldChg chg="del">
        <pc:chgData name="Sini Mathew" userId="3875fe58a975fc01" providerId="LiveId" clId="{F7781C79-B75C-4734-A70C-22CE4699A2C8}" dt="2025-08-17T13:28:29.974" v="4483" actId="47"/>
        <pc:sldMkLst>
          <pc:docMk/>
          <pc:sldMk cId="198145396" sldId="1904"/>
        </pc:sldMkLst>
      </pc:sldChg>
      <pc:sldChg chg="modSp mod">
        <pc:chgData name="Sini Mathew" userId="3875fe58a975fc01" providerId="LiveId" clId="{F7781C79-B75C-4734-A70C-22CE4699A2C8}" dt="2025-08-17T13:17:17.678" v="3386" actId="20577"/>
        <pc:sldMkLst>
          <pc:docMk/>
          <pc:sldMk cId="948678201" sldId="1905"/>
        </pc:sldMkLst>
        <pc:spChg chg="mod">
          <ac:chgData name="Sini Mathew" userId="3875fe58a975fc01" providerId="LiveId" clId="{F7781C79-B75C-4734-A70C-22CE4699A2C8}" dt="2025-08-17T13:17:17.678" v="3386" actId="20577"/>
          <ac:spMkLst>
            <pc:docMk/>
            <pc:sldMk cId="948678201" sldId="1905"/>
            <ac:spMk id="7" creationId="{A5408C03-D8F4-99B9-0ED5-F1CE6F0DD9E4}"/>
          </ac:spMkLst>
        </pc:spChg>
      </pc:sldChg>
      <pc:sldChg chg="addSp modSp mod">
        <pc:chgData name="Sini Mathew" userId="3875fe58a975fc01" providerId="LiveId" clId="{F7781C79-B75C-4734-A70C-22CE4699A2C8}" dt="2025-08-17T13:20:59.305" v="3784" actId="20577"/>
        <pc:sldMkLst>
          <pc:docMk/>
          <pc:sldMk cId="1254822813" sldId="1908"/>
        </pc:sldMkLst>
        <pc:spChg chg="mod">
          <ac:chgData name="Sini Mathew" userId="3875fe58a975fc01" providerId="LiveId" clId="{F7781C79-B75C-4734-A70C-22CE4699A2C8}" dt="2025-08-17T13:17:27.517" v="3389" actId="20577"/>
          <ac:spMkLst>
            <pc:docMk/>
            <pc:sldMk cId="1254822813" sldId="1908"/>
            <ac:spMk id="2" creationId="{EE08BC15-8777-94AB-5CA8-E4CCE1E1D513}"/>
          </ac:spMkLst>
        </pc:spChg>
        <pc:spChg chg="mod">
          <ac:chgData name="Sini Mathew" userId="3875fe58a975fc01" providerId="LiveId" clId="{F7781C79-B75C-4734-A70C-22CE4699A2C8}" dt="2025-08-17T13:20:59.305" v="3784" actId="20577"/>
          <ac:spMkLst>
            <pc:docMk/>
            <pc:sldMk cId="1254822813" sldId="1908"/>
            <ac:spMk id="4" creationId="{0CB438E1-A7C8-D737-5D9F-FAC1BE9D8955}"/>
          </ac:spMkLst>
        </pc:spChg>
        <pc:spChg chg="mod">
          <ac:chgData name="Sini Mathew" userId="3875fe58a975fc01" providerId="LiveId" clId="{F7781C79-B75C-4734-A70C-22CE4699A2C8}" dt="2025-08-17T13:19:21.270" v="3621" actId="6549"/>
          <ac:spMkLst>
            <pc:docMk/>
            <pc:sldMk cId="1254822813" sldId="1908"/>
            <ac:spMk id="9" creationId="{78BE6C89-2E5C-4606-4D46-DF92522C16D1}"/>
          </ac:spMkLst>
        </pc:spChg>
      </pc:sldChg>
      <pc:sldChg chg="del">
        <pc:chgData name="Sini Mathew" userId="3875fe58a975fc01" providerId="LiveId" clId="{F7781C79-B75C-4734-A70C-22CE4699A2C8}" dt="2025-08-17T13:17:30.369" v="3390" actId="47"/>
        <pc:sldMkLst>
          <pc:docMk/>
          <pc:sldMk cId="153570704" sldId="1911"/>
        </pc:sldMkLst>
      </pc:sldChg>
      <pc:sldChg chg="del">
        <pc:chgData name="Sini Mathew" userId="3875fe58a975fc01" providerId="LiveId" clId="{F7781C79-B75C-4734-A70C-22CE4699A2C8}" dt="2025-08-17T13:17:31.044" v="3391" actId="47"/>
        <pc:sldMkLst>
          <pc:docMk/>
          <pc:sldMk cId="3610576271" sldId="1912"/>
        </pc:sldMkLst>
      </pc:sldChg>
      <pc:sldChg chg="del">
        <pc:chgData name="Sini Mathew" userId="3875fe58a975fc01" providerId="LiveId" clId="{F7781C79-B75C-4734-A70C-22CE4699A2C8}" dt="2025-08-17T13:17:32.335" v="3392" actId="47"/>
        <pc:sldMkLst>
          <pc:docMk/>
          <pc:sldMk cId="72132455" sldId="1913"/>
        </pc:sldMkLst>
      </pc:sldChg>
      <pc:sldChg chg="modSp mod">
        <pc:chgData name="Sini Mathew" userId="3875fe58a975fc01" providerId="LiveId" clId="{F7781C79-B75C-4734-A70C-22CE4699A2C8}" dt="2025-08-17T13:15:56.037" v="3380" actId="255"/>
        <pc:sldMkLst>
          <pc:docMk/>
          <pc:sldMk cId="3289423126" sldId="1914"/>
        </pc:sldMkLst>
        <pc:spChg chg="mod">
          <ac:chgData name="Sini Mathew" userId="3875fe58a975fc01" providerId="LiveId" clId="{F7781C79-B75C-4734-A70C-22CE4699A2C8}" dt="2025-08-17T13:12:59.202" v="3058" actId="20577"/>
          <ac:spMkLst>
            <pc:docMk/>
            <pc:sldMk cId="3289423126" sldId="1914"/>
            <ac:spMk id="2" creationId="{793C4DB1-6070-8360-2EC7-D1E8D78B4243}"/>
          </ac:spMkLst>
        </pc:spChg>
        <pc:spChg chg="mod">
          <ac:chgData name="Sini Mathew" userId="3875fe58a975fc01" providerId="LiveId" clId="{F7781C79-B75C-4734-A70C-22CE4699A2C8}" dt="2025-08-17T13:15:56.037" v="3380" actId="255"/>
          <ac:spMkLst>
            <pc:docMk/>
            <pc:sldMk cId="3289423126" sldId="1914"/>
            <ac:spMk id="9" creationId="{950CFABF-E0AF-7869-428C-78D62E9B0B1E}"/>
          </ac:spMkLst>
        </pc:spChg>
      </pc:sldChg>
      <pc:sldChg chg="modSp mod">
        <pc:chgData name="Sini Mathew" userId="3875fe58a975fc01" providerId="LiveId" clId="{F7781C79-B75C-4734-A70C-22CE4699A2C8}" dt="2025-08-12T01:44:11.049" v="386" actId="20577"/>
        <pc:sldMkLst>
          <pc:docMk/>
          <pc:sldMk cId="3366721836" sldId="1915"/>
        </pc:sldMkLst>
        <pc:spChg chg="mod">
          <ac:chgData name="Sini Mathew" userId="3875fe58a975fc01" providerId="LiveId" clId="{F7781C79-B75C-4734-A70C-22CE4699A2C8}" dt="2025-08-12T01:44:11.049" v="386" actId="20577"/>
          <ac:spMkLst>
            <pc:docMk/>
            <pc:sldMk cId="3366721836" sldId="1915"/>
            <ac:spMk id="2" creationId="{A364F5D1-79C1-4C43-8C2B-B9182DCD2006}"/>
          </ac:spMkLst>
        </pc:spChg>
        <pc:spChg chg="mod">
          <ac:chgData name="Sini Mathew" userId="3875fe58a975fc01" providerId="LiveId" clId="{F7781C79-B75C-4734-A70C-22CE4699A2C8}" dt="2025-08-12T01:43:14.677" v="236" actId="1076"/>
          <ac:spMkLst>
            <pc:docMk/>
            <pc:sldMk cId="3366721836" sldId="1915"/>
            <ac:spMk id="4" creationId="{EEAA6A71-2919-6F92-C2BF-2A5CEE44FF51}"/>
          </ac:spMkLst>
        </pc:spChg>
      </pc:sldChg>
      <pc:sldChg chg="del">
        <pc:chgData name="Sini Mathew" userId="3875fe58a975fc01" providerId="LiveId" clId="{F7781C79-B75C-4734-A70C-22CE4699A2C8}" dt="2025-08-15T00:42:52.421" v="2488" actId="47"/>
        <pc:sldMkLst>
          <pc:docMk/>
          <pc:sldMk cId="3170218125" sldId="1916"/>
        </pc:sldMkLst>
      </pc:sldChg>
      <pc:sldChg chg="del">
        <pc:chgData name="Sini Mathew" userId="3875fe58a975fc01" providerId="LiveId" clId="{F7781C79-B75C-4734-A70C-22CE4699A2C8}" dt="2025-08-15T00:42:53.952" v="2490" actId="47"/>
        <pc:sldMkLst>
          <pc:docMk/>
          <pc:sldMk cId="2995022754" sldId="1917"/>
        </pc:sldMkLst>
      </pc:sldChg>
      <pc:sldChg chg="del">
        <pc:chgData name="Sini Mathew" userId="3875fe58a975fc01" providerId="LiveId" clId="{F7781C79-B75C-4734-A70C-22CE4699A2C8}" dt="2025-08-15T00:42:55.232" v="2492" actId="47"/>
        <pc:sldMkLst>
          <pc:docMk/>
          <pc:sldMk cId="1054740748" sldId="1918"/>
        </pc:sldMkLst>
      </pc:sldChg>
      <pc:sldChg chg="modSp add mod">
        <pc:chgData name="Sini Mathew" userId="3875fe58a975fc01" providerId="LiveId" clId="{F7781C79-B75C-4734-A70C-22CE4699A2C8}" dt="2025-08-12T01:44:15.658" v="388" actId="20577"/>
        <pc:sldMkLst>
          <pc:docMk/>
          <pc:sldMk cId="1069954773" sldId="1919"/>
        </pc:sldMkLst>
        <pc:spChg chg="mod">
          <ac:chgData name="Sini Mathew" userId="3875fe58a975fc01" providerId="LiveId" clId="{F7781C79-B75C-4734-A70C-22CE4699A2C8}" dt="2025-08-12T01:44:15.658" v="388" actId="20577"/>
          <ac:spMkLst>
            <pc:docMk/>
            <pc:sldMk cId="1069954773" sldId="1919"/>
            <ac:spMk id="2" creationId="{277595E2-C560-0437-FC75-FA468F80BC89}"/>
          </ac:spMkLst>
        </pc:spChg>
        <pc:spChg chg="mod">
          <ac:chgData name="Sini Mathew" userId="3875fe58a975fc01" providerId="LiveId" clId="{F7781C79-B75C-4734-A70C-22CE4699A2C8}" dt="2025-08-12T01:44:01.678" v="382" actId="20577"/>
          <ac:spMkLst>
            <pc:docMk/>
            <pc:sldMk cId="1069954773" sldId="1919"/>
            <ac:spMk id="4" creationId="{AA90A7EE-547F-2399-A364-BD48F27624A1}"/>
          </ac:spMkLst>
        </pc:spChg>
        <pc:spChg chg="mod">
          <ac:chgData name="Sini Mathew" userId="3875fe58a975fc01" providerId="LiveId" clId="{F7781C79-B75C-4734-A70C-22CE4699A2C8}" dt="2025-08-12T01:44:06.039" v="384" actId="20577"/>
          <ac:spMkLst>
            <pc:docMk/>
            <pc:sldMk cId="1069954773" sldId="1919"/>
            <ac:spMk id="5" creationId="{6905012C-FF89-934F-50FD-08F182211390}"/>
          </ac:spMkLst>
        </pc:spChg>
      </pc:sldChg>
      <pc:sldChg chg="modSp add mod">
        <pc:chgData name="Sini Mathew" userId="3875fe58a975fc01" providerId="LiveId" clId="{F7781C79-B75C-4734-A70C-22CE4699A2C8}" dt="2025-08-12T01:44:58.724" v="539" actId="20577"/>
        <pc:sldMkLst>
          <pc:docMk/>
          <pc:sldMk cId="361815862" sldId="1920"/>
        </pc:sldMkLst>
        <pc:spChg chg="mod">
          <ac:chgData name="Sini Mathew" userId="3875fe58a975fc01" providerId="LiveId" clId="{F7781C79-B75C-4734-A70C-22CE4699A2C8}" dt="2025-08-12T01:44:54.784" v="537" actId="20577"/>
          <ac:spMkLst>
            <pc:docMk/>
            <pc:sldMk cId="361815862" sldId="1920"/>
            <ac:spMk id="4" creationId="{BAE6AEF9-FDDD-EE3B-7464-D42F0C69D226}"/>
          </ac:spMkLst>
        </pc:spChg>
        <pc:spChg chg="mod">
          <ac:chgData name="Sini Mathew" userId="3875fe58a975fc01" providerId="LiveId" clId="{F7781C79-B75C-4734-A70C-22CE4699A2C8}" dt="2025-08-12T01:44:58.724" v="539" actId="20577"/>
          <ac:spMkLst>
            <pc:docMk/>
            <pc:sldMk cId="361815862" sldId="1920"/>
            <ac:spMk id="5" creationId="{91FDA890-CF59-6085-4BB3-C4C5C8C63987}"/>
          </ac:spMkLst>
        </pc:spChg>
      </pc:sldChg>
      <pc:sldChg chg="modSp add mod">
        <pc:chgData name="Sini Mathew" userId="3875fe58a975fc01" providerId="LiveId" clId="{F7781C79-B75C-4734-A70C-22CE4699A2C8}" dt="2025-08-12T01:45:39.588" v="683" actId="20577"/>
        <pc:sldMkLst>
          <pc:docMk/>
          <pc:sldMk cId="530097612" sldId="1921"/>
        </pc:sldMkLst>
        <pc:spChg chg="mod">
          <ac:chgData name="Sini Mathew" userId="3875fe58a975fc01" providerId="LiveId" clId="{F7781C79-B75C-4734-A70C-22CE4699A2C8}" dt="2025-08-12T01:45:34.978" v="681" actId="20577"/>
          <ac:spMkLst>
            <pc:docMk/>
            <pc:sldMk cId="530097612" sldId="1921"/>
            <ac:spMk id="4" creationId="{7CDCB3FA-05AC-5204-5B99-52AB1EAB38C2}"/>
          </ac:spMkLst>
        </pc:spChg>
        <pc:spChg chg="mod">
          <ac:chgData name="Sini Mathew" userId="3875fe58a975fc01" providerId="LiveId" clId="{F7781C79-B75C-4734-A70C-22CE4699A2C8}" dt="2025-08-12T01:45:39.588" v="683" actId="20577"/>
          <ac:spMkLst>
            <pc:docMk/>
            <pc:sldMk cId="530097612" sldId="1921"/>
            <ac:spMk id="5" creationId="{283D487B-C4F1-CC14-11A9-C557CD64F6C9}"/>
          </ac:spMkLst>
        </pc:spChg>
      </pc:sldChg>
      <pc:sldChg chg="modSp add mod">
        <pc:chgData name="Sini Mathew" userId="3875fe58a975fc01" providerId="LiveId" clId="{F7781C79-B75C-4734-A70C-22CE4699A2C8}" dt="2025-08-13T00:50:04.515" v="1683" actId="20577"/>
        <pc:sldMkLst>
          <pc:docMk/>
          <pc:sldMk cId="2911331076" sldId="1922"/>
        </pc:sldMkLst>
        <pc:spChg chg="mod">
          <ac:chgData name="Sini Mathew" userId="3875fe58a975fc01" providerId="LiveId" clId="{F7781C79-B75C-4734-A70C-22CE4699A2C8}" dt="2025-08-13T00:50:04.515" v="1683" actId="20577"/>
          <ac:spMkLst>
            <pc:docMk/>
            <pc:sldMk cId="2911331076" sldId="1922"/>
            <ac:spMk id="4" creationId="{5439B86F-F4E0-D4C3-3410-5ECE65A70007}"/>
          </ac:spMkLst>
        </pc:spChg>
        <pc:spChg chg="mod">
          <ac:chgData name="Sini Mathew" userId="3875fe58a975fc01" providerId="LiveId" clId="{F7781C79-B75C-4734-A70C-22CE4699A2C8}" dt="2025-08-13T00:49:49.895" v="1670" actId="6549"/>
          <ac:spMkLst>
            <pc:docMk/>
            <pc:sldMk cId="2911331076" sldId="1922"/>
            <ac:spMk id="9" creationId="{D2DFF223-4279-950B-1200-1297B06597F8}"/>
          </ac:spMkLst>
        </pc:spChg>
      </pc:sldChg>
      <pc:sldChg chg="modSp add mod">
        <pc:chgData name="Sini Mathew" userId="3875fe58a975fc01" providerId="LiveId" clId="{F7781C79-B75C-4734-A70C-22CE4699A2C8}" dt="2025-08-13T00:50:16.435" v="1690" actId="20577"/>
        <pc:sldMkLst>
          <pc:docMk/>
          <pc:sldMk cId="607815632" sldId="1923"/>
        </pc:sldMkLst>
        <pc:spChg chg="mod">
          <ac:chgData name="Sini Mathew" userId="3875fe58a975fc01" providerId="LiveId" clId="{F7781C79-B75C-4734-A70C-22CE4699A2C8}" dt="2025-08-13T00:50:16.435" v="1690" actId="20577"/>
          <ac:spMkLst>
            <pc:docMk/>
            <pc:sldMk cId="607815632" sldId="1923"/>
            <ac:spMk id="4" creationId="{95F46188-7687-96FA-69E9-E6CCA0FD2FCF}"/>
          </ac:spMkLst>
        </pc:spChg>
        <pc:spChg chg="mod">
          <ac:chgData name="Sini Mathew" userId="3875fe58a975fc01" providerId="LiveId" clId="{F7781C79-B75C-4734-A70C-22CE4699A2C8}" dt="2025-08-13T00:50:10.196" v="1686" actId="6549"/>
          <ac:spMkLst>
            <pc:docMk/>
            <pc:sldMk cId="607815632" sldId="1923"/>
            <ac:spMk id="9" creationId="{7498093E-00A1-42D5-6A2D-CF418A59A0C3}"/>
          </ac:spMkLst>
        </pc:spChg>
      </pc:sldChg>
      <pc:sldChg chg="modSp add mod">
        <pc:chgData name="Sini Mathew" userId="3875fe58a975fc01" providerId="LiveId" clId="{F7781C79-B75C-4734-A70C-22CE4699A2C8}" dt="2025-08-15T00:39:50.868" v="2464" actId="20577"/>
        <pc:sldMkLst>
          <pc:docMk/>
          <pc:sldMk cId="1337201854" sldId="1924"/>
        </pc:sldMkLst>
        <pc:spChg chg="mod">
          <ac:chgData name="Sini Mathew" userId="3875fe58a975fc01" providerId="LiveId" clId="{F7781C79-B75C-4734-A70C-22CE4699A2C8}" dt="2025-08-15T00:39:50.868" v="2464" actId="20577"/>
          <ac:spMkLst>
            <pc:docMk/>
            <pc:sldMk cId="1337201854" sldId="1924"/>
            <ac:spMk id="6" creationId="{44C482A9-E310-FCCF-EC9F-CD91DA1CBFB9}"/>
          </ac:spMkLst>
        </pc:spChg>
        <pc:spChg chg="mod">
          <ac:chgData name="Sini Mathew" userId="3875fe58a975fc01" providerId="LiveId" clId="{F7781C79-B75C-4734-A70C-22CE4699A2C8}" dt="2025-08-14T06:51:25.093" v="2144" actId="20577"/>
          <ac:spMkLst>
            <pc:docMk/>
            <pc:sldMk cId="1337201854" sldId="1924"/>
            <ac:spMk id="10" creationId="{D7AB5A94-A2EE-63F8-5C92-D8E716200D15}"/>
          </ac:spMkLst>
        </pc:spChg>
      </pc:sldChg>
      <pc:sldChg chg="modSp add mod">
        <pc:chgData name="Sini Mathew" userId="3875fe58a975fc01" providerId="LiveId" clId="{F7781C79-B75C-4734-A70C-22CE4699A2C8}" dt="2025-08-15T00:40:00.395" v="2468" actId="20577"/>
        <pc:sldMkLst>
          <pc:docMk/>
          <pc:sldMk cId="795582167" sldId="1925"/>
        </pc:sldMkLst>
        <pc:spChg chg="mod">
          <ac:chgData name="Sini Mathew" userId="3875fe58a975fc01" providerId="LiveId" clId="{F7781C79-B75C-4734-A70C-22CE4699A2C8}" dt="2025-08-15T00:40:00.395" v="2468" actId="20577"/>
          <ac:spMkLst>
            <pc:docMk/>
            <pc:sldMk cId="795582167" sldId="1925"/>
            <ac:spMk id="6" creationId="{B0A1F0B4-A69A-14CC-9184-83AAF6F71510}"/>
          </ac:spMkLst>
        </pc:spChg>
        <pc:spChg chg="mod">
          <ac:chgData name="Sini Mathew" userId="3875fe58a975fc01" providerId="LiveId" clId="{F7781C79-B75C-4734-A70C-22CE4699A2C8}" dt="2025-08-15T00:36:29.307" v="2311" actId="20577"/>
          <ac:spMkLst>
            <pc:docMk/>
            <pc:sldMk cId="795582167" sldId="1925"/>
            <ac:spMk id="10" creationId="{DD2BC8EE-43F9-EE04-2491-FA3E147FFC32}"/>
          </ac:spMkLst>
        </pc:spChg>
      </pc:sldChg>
      <pc:sldChg chg="modSp add mod">
        <pc:chgData name="Sini Mathew" userId="3875fe58a975fc01" providerId="LiveId" clId="{F7781C79-B75C-4734-A70C-22CE4699A2C8}" dt="2025-08-15T00:40:08.665" v="2472" actId="20577"/>
        <pc:sldMkLst>
          <pc:docMk/>
          <pc:sldMk cId="2283609251" sldId="1926"/>
        </pc:sldMkLst>
        <pc:spChg chg="mod">
          <ac:chgData name="Sini Mathew" userId="3875fe58a975fc01" providerId="LiveId" clId="{F7781C79-B75C-4734-A70C-22CE4699A2C8}" dt="2025-08-15T00:40:08.665" v="2472" actId="20577"/>
          <ac:spMkLst>
            <pc:docMk/>
            <pc:sldMk cId="2283609251" sldId="1926"/>
            <ac:spMk id="6" creationId="{CB516A4A-8A02-57DA-CB36-2FF319EB6CED}"/>
          </ac:spMkLst>
        </pc:spChg>
        <pc:spChg chg="mod">
          <ac:chgData name="Sini Mathew" userId="3875fe58a975fc01" providerId="LiveId" clId="{F7781C79-B75C-4734-A70C-22CE4699A2C8}" dt="2025-08-15T00:39:25.938" v="2458" actId="20577"/>
          <ac:spMkLst>
            <pc:docMk/>
            <pc:sldMk cId="2283609251" sldId="1926"/>
            <ac:spMk id="10" creationId="{A68511BF-8809-A110-E91E-09C0DB2F8F6B}"/>
          </ac:spMkLst>
        </pc:spChg>
      </pc:sldChg>
      <pc:sldChg chg="modSp add mod modNotesTx">
        <pc:chgData name="Sini Mathew" userId="3875fe58a975fc01" providerId="LiveId" clId="{F7781C79-B75C-4734-A70C-22CE4699A2C8}" dt="2025-08-15T00:51:48.970" v="3055" actId="20577"/>
        <pc:sldMkLst>
          <pc:docMk/>
          <pc:sldMk cId="3475821378" sldId="1927"/>
        </pc:sldMkLst>
        <pc:spChg chg="mod">
          <ac:chgData name="Sini Mathew" userId="3875fe58a975fc01" providerId="LiveId" clId="{F7781C79-B75C-4734-A70C-22CE4699A2C8}" dt="2025-08-15T00:51:41.198" v="3051" actId="6549"/>
          <ac:spMkLst>
            <pc:docMk/>
            <pc:sldMk cId="3475821378" sldId="1927"/>
            <ac:spMk id="3" creationId="{58ECA793-2A1D-03FF-4482-5186C6944076}"/>
          </ac:spMkLst>
        </pc:spChg>
        <pc:spChg chg="mod">
          <ac:chgData name="Sini Mathew" userId="3875fe58a975fc01" providerId="LiveId" clId="{F7781C79-B75C-4734-A70C-22CE4699A2C8}" dt="2025-08-15T00:51:48.970" v="3055" actId="20577"/>
          <ac:spMkLst>
            <pc:docMk/>
            <pc:sldMk cId="3475821378" sldId="1927"/>
            <ac:spMk id="4" creationId="{ACDF8213-E8F9-E2CA-A141-E74B8EC1756A}"/>
          </ac:spMkLst>
        </pc:spChg>
        <pc:spChg chg="mod">
          <ac:chgData name="Sini Mathew" userId="3875fe58a975fc01" providerId="LiveId" clId="{F7781C79-B75C-4734-A70C-22CE4699A2C8}" dt="2025-08-15T00:49:37.544" v="2892" actId="6549"/>
          <ac:spMkLst>
            <pc:docMk/>
            <pc:sldMk cId="3475821378" sldId="1927"/>
            <ac:spMk id="9" creationId="{C98BD025-8885-B354-B255-57FC8B066FD7}"/>
          </ac:spMkLst>
        </pc:spChg>
      </pc:sldChg>
      <pc:sldChg chg="modSp add mod">
        <pc:chgData name="Sini Mathew" userId="3875fe58a975fc01" providerId="LiveId" clId="{F7781C79-B75C-4734-A70C-22CE4699A2C8}" dt="2025-08-17T13:23:58.229" v="4089" actId="20577"/>
        <pc:sldMkLst>
          <pc:docMk/>
          <pc:sldMk cId="4218501816" sldId="1933"/>
        </pc:sldMkLst>
        <pc:spChg chg="mod">
          <ac:chgData name="Sini Mathew" userId="3875fe58a975fc01" providerId="LiveId" clId="{F7781C79-B75C-4734-A70C-22CE4699A2C8}" dt="2025-08-17T13:23:22.573" v="4037" actId="20577"/>
          <ac:spMkLst>
            <pc:docMk/>
            <pc:sldMk cId="4218501816" sldId="1933"/>
            <ac:spMk id="9" creationId="{337C59ED-8252-4635-1FFF-82F43DA60A05}"/>
          </ac:spMkLst>
        </pc:spChg>
      </pc:sldChg>
      <pc:sldChg chg="modSp add mod">
        <pc:chgData name="Sini Mathew" userId="3875fe58a975fc01" providerId="LiveId" clId="{F7781C79-B75C-4734-A70C-22CE4699A2C8}" dt="2025-08-17T13:33:30.807" v="4947" actId="20577"/>
        <pc:sldMkLst>
          <pc:docMk/>
          <pc:sldMk cId="2377410258" sldId="1934"/>
        </pc:sldMkLst>
        <pc:spChg chg="mod">
          <ac:chgData name="Sini Mathew" userId="3875fe58a975fc01" providerId="LiveId" clId="{F7781C79-B75C-4734-A70C-22CE4699A2C8}" dt="2025-08-17T13:33:30.807" v="4947" actId="20577"/>
          <ac:spMkLst>
            <pc:docMk/>
            <pc:sldMk cId="2377410258" sldId="1934"/>
            <ac:spMk id="4" creationId="{26FE6062-BA9E-D6CD-4F42-DBB22E1A354B}"/>
          </ac:spMkLst>
        </pc:spChg>
        <pc:spChg chg="mod">
          <ac:chgData name="Sini Mathew" userId="3875fe58a975fc01" providerId="LiveId" clId="{F7781C79-B75C-4734-A70C-22CE4699A2C8}" dt="2025-08-17T13:30:23.661" v="4641" actId="20577"/>
          <ac:spMkLst>
            <pc:docMk/>
            <pc:sldMk cId="2377410258" sldId="1934"/>
            <ac:spMk id="9" creationId="{126A8F88-6603-BCC2-B951-D2F493A4762D}"/>
          </ac:spMkLst>
        </pc:spChg>
      </pc:sldChg>
      <pc:sldChg chg="modSp add mod">
        <pc:chgData name="Sini Mathew" userId="3875fe58a975fc01" providerId="LiveId" clId="{F7781C79-B75C-4734-A70C-22CE4699A2C8}" dt="2025-08-17T13:33:35.263" v="4949" actId="20577"/>
        <pc:sldMkLst>
          <pc:docMk/>
          <pc:sldMk cId="874223747" sldId="1935"/>
        </pc:sldMkLst>
        <pc:spChg chg="mod">
          <ac:chgData name="Sini Mathew" userId="3875fe58a975fc01" providerId="LiveId" clId="{F7781C79-B75C-4734-A70C-22CE4699A2C8}" dt="2025-08-17T13:33:35.263" v="4949" actId="20577"/>
          <ac:spMkLst>
            <pc:docMk/>
            <pc:sldMk cId="874223747" sldId="1935"/>
            <ac:spMk id="4" creationId="{C4C08B15-DBE2-EB55-0C2D-EB6238006E4F}"/>
          </ac:spMkLst>
        </pc:spChg>
        <pc:spChg chg="mod">
          <ac:chgData name="Sini Mathew" userId="3875fe58a975fc01" providerId="LiveId" clId="{F7781C79-B75C-4734-A70C-22CE4699A2C8}" dt="2025-08-17T13:31:50.876" v="4780" actId="20577"/>
          <ac:spMkLst>
            <pc:docMk/>
            <pc:sldMk cId="874223747" sldId="1935"/>
            <ac:spMk id="9" creationId="{43E675F3-A587-7061-DFED-6E28178CD9B8}"/>
          </ac:spMkLst>
        </pc:spChg>
      </pc:sldChg>
      <pc:sldChg chg="modSp add mod">
        <pc:chgData name="Sini Mathew" userId="3875fe58a975fc01" providerId="LiveId" clId="{F7781C79-B75C-4734-A70C-22CE4699A2C8}" dt="2025-08-17T13:33:39.867" v="4951" actId="20577"/>
        <pc:sldMkLst>
          <pc:docMk/>
          <pc:sldMk cId="608653507" sldId="1936"/>
        </pc:sldMkLst>
        <pc:spChg chg="mod">
          <ac:chgData name="Sini Mathew" userId="3875fe58a975fc01" providerId="LiveId" clId="{F7781C79-B75C-4734-A70C-22CE4699A2C8}" dt="2025-08-17T13:33:39.867" v="4951" actId="20577"/>
          <ac:spMkLst>
            <pc:docMk/>
            <pc:sldMk cId="608653507" sldId="1936"/>
            <ac:spMk id="4" creationId="{A400C7BB-4C1E-F347-F1AC-CCC50EAFB22B}"/>
          </ac:spMkLst>
        </pc:spChg>
        <pc:spChg chg="mod">
          <ac:chgData name="Sini Mathew" userId="3875fe58a975fc01" providerId="LiveId" clId="{F7781C79-B75C-4734-A70C-22CE4699A2C8}" dt="2025-08-17T13:33:21.048" v="4945" actId="20577"/>
          <ac:spMkLst>
            <pc:docMk/>
            <pc:sldMk cId="608653507" sldId="1936"/>
            <ac:spMk id="9" creationId="{6DE46063-ADB0-B341-3271-E7C58FBD2C0D}"/>
          </ac:spMkLst>
        </pc:spChg>
      </pc:sldChg>
    </pc:docChg>
  </pc:docChgLst>
  <pc:docChgLst>
    <pc:chgData name="Guest User" providerId="Windows Live" clId="Web-{B380168C-66E7-4EB6-AA3A-49B3263FE04A}"/>
    <pc:docChg chg="modSld">
      <pc:chgData name="Guest User" userId="" providerId="Windows Live" clId="Web-{B380168C-66E7-4EB6-AA3A-49B3263FE04A}" dt="2025-08-20T04:40:15.462" v="2" actId="20577"/>
      <pc:docMkLst>
        <pc:docMk/>
      </pc:docMkLst>
      <pc:sldChg chg="modSp">
        <pc:chgData name="Guest User" userId="" providerId="Windows Live" clId="Web-{B380168C-66E7-4EB6-AA3A-49B3263FE04A}" dt="2025-08-20T04:40:15.462" v="2" actId="20577"/>
        <pc:sldMkLst>
          <pc:docMk/>
          <pc:sldMk cId="2911243022" sldId="1931"/>
        </pc:sldMkLst>
        <pc:spChg chg="mod">
          <ac:chgData name="Guest User" userId="" providerId="Windows Live" clId="Web-{B380168C-66E7-4EB6-AA3A-49B3263FE04A}" dt="2025-08-20T04:40:15.462" v="2" actId="20577"/>
          <ac:spMkLst>
            <pc:docMk/>
            <pc:sldMk cId="2911243022" sldId="1931"/>
            <ac:spMk id="9" creationId="{F0C5FAF2-EFE9-B860-3107-3567BE3A3367}"/>
          </ac:spMkLst>
        </pc:spChg>
      </pc:sldChg>
    </pc:docChg>
  </pc:docChgLst>
  <pc:docChgLst>
    <pc:chgData name="Cynthia George" userId="8e4ca16d49ed6304" providerId="LiveId" clId="{B7BD43CF-A990-3467-A82C-91EE96552C58}"/>
    <pc:docChg chg="modSld">
      <pc:chgData name="Cynthia George" userId="8e4ca16d49ed6304" providerId="LiveId" clId="{B7BD43CF-A990-3467-A82C-91EE96552C58}" dt="2025-08-20T04:05:22.726" v="25" actId="20577"/>
      <pc:docMkLst>
        <pc:docMk/>
      </pc:docMkLst>
      <pc:sldChg chg="modSp">
        <pc:chgData name="Cynthia George" userId="8e4ca16d49ed6304" providerId="LiveId" clId="{B7BD43CF-A990-3467-A82C-91EE96552C58}" dt="2025-08-20T04:05:22.726" v="25" actId="20577"/>
        <pc:sldMkLst>
          <pc:docMk/>
          <pc:sldMk cId="1880725329" sldId="1830"/>
        </pc:sldMkLst>
        <pc:spChg chg="mod">
          <ac:chgData name="Cynthia George" userId="8e4ca16d49ed6304" providerId="LiveId" clId="{B7BD43CF-A990-3467-A82C-91EE96552C58}" dt="2025-08-20T04:05:22.726" v="25" actId="20577"/>
          <ac:spMkLst>
            <pc:docMk/>
            <pc:sldMk cId="1880725329" sldId="1830"/>
            <ac:spMk id="9" creationId="{FDE1DB4F-C217-2890-DB3F-D9D8888A471B}"/>
          </ac:spMkLst>
        </pc:spChg>
      </pc:sldChg>
      <pc:sldChg chg="modSp">
        <pc:chgData name="Cynthia George" userId="8e4ca16d49ed6304" providerId="LiveId" clId="{B7BD43CF-A990-3467-A82C-91EE96552C58}" dt="2025-08-20T03:50:05.847" v="1" actId="20577"/>
        <pc:sldMkLst>
          <pc:docMk/>
          <pc:sldMk cId="361815862" sldId="1920"/>
        </pc:sldMkLst>
        <pc:spChg chg="mod">
          <ac:chgData name="Cynthia George" userId="8e4ca16d49ed6304" providerId="LiveId" clId="{B7BD43CF-A990-3467-A82C-91EE96552C58}" dt="2025-08-20T03:50:05.847" v="1" actId="20577"/>
          <ac:spMkLst>
            <pc:docMk/>
            <pc:sldMk cId="361815862" sldId="1920"/>
            <ac:spMk id="4" creationId="{BAE6AEF9-FDDD-EE3B-7464-D42F0C69D226}"/>
          </ac:spMkLst>
        </pc:spChg>
      </pc:sldChg>
      <pc:sldChg chg="modSp">
        <pc:chgData name="Cynthia George" userId="8e4ca16d49ed6304" providerId="LiveId" clId="{B7BD43CF-A990-3467-A82C-91EE96552C58}" dt="2025-08-20T03:56:32.234" v="11" actId="20577"/>
        <pc:sldMkLst>
          <pc:docMk/>
          <pc:sldMk cId="2283609251" sldId="1926"/>
        </pc:sldMkLst>
        <pc:spChg chg="mod">
          <ac:chgData name="Cynthia George" userId="8e4ca16d49ed6304" providerId="LiveId" clId="{B7BD43CF-A990-3467-A82C-91EE96552C58}" dt="2025-08-20T03:56:32.234" v="11" actId="20577"/>
          <ac:spMkLst>
            <pc:docMk/>
            <pc:sldMk cId="2283609251" sldId="1926"/>
            <ac:spMk id="10" creationId="{A68511BF-8809-A110-E91E-09C0DB2F8F6B}"/>
          </ac:spMkLst>
        </pc:spChg>
      </pc:sldChg>
    </pc:docChg>
  </pc:docChgLst>
  <pc:docChgLst>
    <pc:chgData name="Guest User" providerId="Windows Live" clId="Web-{9387CACF-B76E-4BFC-873F-C81F82C9EA47}"/>
    <pc:docChg chg="modSld">
      <pc:chgData name="Guest User" userId="" providerId="Windows Live" clId="Web-{9387CACF-B76E-4BFC-873F-C81F82C9EA47}" dt="2025-08-20T05:00:42.872" v="6" actId="20577"/>
      <pc:docMkLst>
        <pc:docMk/>
      </pc:docMkLst>
      <pc:sldChg chg="modSp">
        <pc:chgData name="Guest User" userId="" providerId="Windows Live" clId="Web-{9387CACF-B76E-4BFC-873F-C81F82C9EA47}" dt="2025-08-20T05:00:11.245" v="5" actId="20577"/>
        <pc:sldMkLst>
          <pc:docMk/>
          <pc:sldMk cId="948678201" sldId="1905"/>
        </pc:sldMkLst>
        <pc:spChg chg="mod">
          <ac:chgData name="Guest User" userId="" providerId="Windows Live" clId="Web-{9387CACF-B76E-4BFC-873F-C81F82C9EA47}" dt="2025-08-20T05:00:11.245" v="5" actId="20577"/>
          <ac:spMkLst>
            <pc:docMk/>
            <pc:sldMk cId="948678201" sldId="1905"/>
            <ac:spMk id="7" creationId="{A5408C03-D8F4-99B9-0ED5-F1CE6F0DD9E4}"/>
          </ac:spMkLst>
        </pc:spChg>
      </pc:sldChg>
      <pc:sldChg chg="modSp">
        <pc:chgData name="Guest User" userId="" providerId="Windows Live" clId="Web-{9387CACF-B76E-4BFC-873F-C81F82C9EA47}" dt="2025-08-20T05:00:42.872" v="6" actId="20577"/>
        <pc:sldMkLst>
          <pc:docMk/>
          <pc:sldMk cId="1254822813" sldId="1908"/>
        </pc:sldMkLst>
        <pc:spChg chg="mod">
          <ac:chgData name="Guest User" userId="" providerId="Windows Live" clId="Web-{9387CACF-B76E-4BFC-873F-C81F82C9EA47}" dt="2025-08-20T05:00:42.872" v="6" actId="20577"/>
          <ac:spMkLst>
            <pc:docMk/>
            <pc:sldMk cId="1254822813" sldId="1908"/>
            <ac:spMk id="9" creationId="{78BE6C89-2E5C-4606-4D46-DF92522C16D1}"/>
          </ac:spMkLst>
        </pc:spChg>
      </pc:sldChg>
    </pc:docChg>
  </pc:docChgLst>
  <pc:docChgLst>
    <pc:chgData name="George Chacko" userId="fcc7c44aeca5afce" providerId="LiveId" clId="{C0B29CF8-0A98-4E2E-89B8-D5566E023D20}"/>
    <pc:docChg chg="undo custSel addSld delSld modSld modMainMaster">
      <pc:chgData name="George Chacko" userId="fcc7c44aeca5afce" providerId="LiveId" clId="{C0B29CF8-0A98-4E2E-89B8-D5566E023D20}" dt="2025-08-17T15:41:48.144" v="2822" actId="20577"/>
      <pc:docMkLst>
        <pc:docMk/>
      </pc:docMkLst>
      <pc:sldChg chg="modSp mod">
        <pc:chgData name="George Chacko" userId="fcc7c44aeca5afce" providerId="LiveId" clId="{C0B29CF8-0A98-4E2E-89B8-D5566E023D20}" dt="2025-08-17T09:55:55.178" v="13" actId="404"/>
        <pc:sldMkLst>
          <pc:docMk/>
          <pc:sldMk cId="3717493800" sldId="821"/>
        </pc:sldMkLst>
        <pc:spChg chg="mod">
          <ac:chgData name="George Chacko" userId="fcc7c44aeca5afce" providerId="LiveId" clId="{C0B29CF8-0A98-4E2E-89B8-D5566E023D20}" dt="2025-08-17T09:55:55.178" v="13" actId="404"/>
          <ac:spMkLst>
            <pc:docMk/>
            <pc:sldMk cId="3717493800" sldId="821"/>
            <ac:spMk id="3" creationId="{B9ACC418-9BFA-F946-DA5B-A680A2EBDFAC}"/>
          </ac:spMkLst>
        </pc:spChg>
      </pc:sldChg>
      <pc:sldChg chg="modSp mod">
        <pc:chgData name="George Chacko" userId="fcc7c44aeca5afce" providerId="LiveId" clId="{C0B29CF8-0A98-4E2E-89B8-D5566E023D20}" dt="2025-08-17T10:46:54.618" v="2281" actId="20577"/>
        <pc:sldMkLst>
          <pc:docMk/>
          <pc:sldMk cId="140346443" sldId="822"/>
        </pc:sldMkLst>
        <pc:spChg chg="mod">
          <ac:chgData name="George Chacko" userId="fcc7c44aeca5afce" providerId="LiveId" clId="{C0B29CF8-0A98-4E2E-89B8-D5566E023D20}" dt="2025-08-17T10:46:54.618" v="2281" actId="20577"/>
          <ac:spMkLst>
            <pc:docMk/>
            <pc:sldMk cId="140346443" sldId="822"/>
            <ac:spMk id="6" creationId="{B48AEF40-D79D-77F3-773C-095D81075E36}"/>
          </ac:spMkLst>
        </pc:spChg>
        <pc:spChg chg="mod">
          <ac:chgData name="George Chacko" userId="fcc7c44aeca5afce" providerId="LiveId" clId="{C0B29CF8-0A98-4E2E-89B8-D5566E023D20}" dt="2025-08-17T10:11:07.922" v="568" actId="6549"/>
          <ac:spMkLst>
            <pc:docMk/>
            <pc:sldMk cId="140346443" sldId="822"/>
            <ac:spMk id="10" creationId="{60127C6D-3342-C831-3981-C5030CF3B941}"/>
          </ac:spMkLst>
        </pc:spChg>
      </pc:sldChg>
      <pc:sldChg chg="modSp mod">
        <pc:chgData name="George Chacko" userId="fcc7c44aeca5afce" providerId="LiveId" clId="{C0B29CF8-0A98-4E2E-89B8-D5566E023D20}" dt="2025-08-17T10:01:32.045" v="528" actId="6549"/>
        <pc:sldMkLst>
          <pc:docMk/>
          <pc:sldMk cId="2771250690" sldId="851"/>
        </pc:sldMkLst>
        <pc:spChg chg="mod">
          <ac:chgData name="George Chacko" userId="fcc7c44aeca5afce" providerId="LiveId" clId="{C0B29CF8-0A98-4E2E-89B8-D5566E023D20}" dt="2025-08-17T09:56:29.235" v="15" actId="20577"/>
          <ac:spMkLst>
            <pc:docMk/>
            <pc:sldMk cId="2771250690" sldId="851"/>
            <ac:spMk id="2" creationId="{00000000-0000-0000-0000-000000000000}"/>
          </ac:spMkLst>
        </pc:spChg>
        <pc:spChg chg="mod">
          <ac:chgData name="George Chacko" userId="fcc7c44aeca5afce" providerId="LiveId" clId="{C0B29CF8-0A98-4E2E-89B8-D5566E023D20}" dt="2025-08-17T10:01:32.045" v="528" actId="6549"/>
          <ac:spMkLst>
            <pc:docMk/>
            <pc:sldMk cId="2771250690" sldId="851"/>
            <ac:spMk id="8" creationId="{9BADF726-2AAD-85FD-9A5C-793E45C4B3F2}"/>
          </ac:spMkLst>
        </pc:spChg>
      </pc:sldChg>
      <pc:sldChg chg="modSp mod">
        <pc:chgData name="George Chacko" userId="fcc7c44aeca5afce" providerId="LiveId" clId="{C0B29CF8-0A98-4E2E-89B8-D5566E023D20}" dt="2025-08-17T10:24:39.893" v="1450" actId="20577"/>
        <pc:sldMkLst>
          <pc:docMk/>
          <pc:sldMk cId="858007124" sldId="1277"/>
        </pc:sldMkLst>
        <pc:spChg chg="mod">
          <ac:chgData name="George Chacko" userId="fcc7c44aeca5afce" providerId="LiveId" clId="{C0B29CF8-0A98-4E2E-89B8-D5566E023D20}" dt="2025-08-17T10:22:52.019" v="1249" actId="20577"/>
          <ac:spMkLst>
            <pc:docMk/>
            <pc:sldMk cId="858007124" sldId="1277"/>
            <ac:spMk id="2" creationId="{1DA63A6A-450D-4603-B02C-80F270CA1D46}"/>
          </ac:spMkLst>
        </pc:spChg>
        <pc:spChg chg="mod">
          <ac:chgData name="George Chacko" userId="fcc7c44aeca5afce" providerId="LiveId" clId="{C0B29CF8-0A98-4E2E-89B8-D5566E023D20}" dt="2025-08-17T10:24:39.893" v="1450" actId="20577"/>
          <ac:spMkLst>
            <pc:docMk/>
            <pc:sldMk cId="858007124" sldId="1277"/>
            <ac:spMk id="9" creationId="{77D26A61-1743-44DF-CA31-DEC2E46F5D13}"/>
          </ac:spMkLst>
        </pc:spChg>
      </pc:sldChg>
      <pc:sldChg chg="modSp mod">
        <pc:chgData name="George Chacko" userId="fcc7c44aeca5afce" providerId="LiveId" clId="{C0B29CF8-0A98-4E2E-89B8-D5566E023D20}" dt="2025-08-17T10:26:06.455" v="1507" actId="20577"/>
        <pc:sldMkLst>
          <pc:docMk/>
          <pc:sldMk cId="4765592" sldId="1388"/>
        </pc:sldMkLst>
        <pc:spChg chg="mod">
          <ac:chgData name="George Chacko" userId="fcc7c44aeca5afce" providerId="LiveId" clId="{C0B29CF8-0A98-4E2E-89B8-D5566E023D20}" dt="2025-08-17T10:26:06.455" v="1507" actId="20577"/>
          <ac:spMkLst>
            <pc:docMk/>
            <pc:sldMk cId="4765592" sldId="1388"/>
            <ac:spMk id="10" creationId="{72CE8160-C300-EF1E-99A5-B7E63749C27F}"/>
          </ac:spMkLst>
        </pc:spChg>
      </pc:sldChg>
      <pc:sldChg chg="modSp mod">
        <pc:chgData name="George Chacko" userId="fcc7c44aeca5afce" providerId="LiveId" clId="{C0B29CF8-0A98-4E2E-89B8-D5566E023D20}" dt="2025-08-17T15:41:18.368" v="2808" actId="1076"/>
        <pc:sldMkLst>
          <pc:docMk/>
          <pc:sldMk cId="53611107" sldId="1727"/>
        </pc:sldMkLst>
        <pc:spChg chg="mod">
          <ac:chgData name="George Chacko" userId="fcc7c44aeca5afce" providerId="LiveId" clId="{C0B29CF8-0A98-4E2E-89B8-D5566E023D20}" dt="2025-08-17T15:41:18.368" v="2808" actId="1076"/>
          <ac:spMkLst>
            <pc:docMk/>
            <pc:sldMk cId="53611107" sldId="1727"/>
            <ac:spMk id="2" creationId="{3BF669AB-2DF7-61FD-29DC-4F5D5708F7EF}"/>
          </ac:spMkLst>
        </pc:spChg>
      </pc:sldChg>
      <pc:sldChg chg="modSp mod">
        <pc:chgData name="George Chacko" userId="fcc7c44aeca5afce" providerId="LiveId" clId="{C0B29CF8-0A98-4E2E-89B8-D5566E023D20}" dt="2025-08-17T11:05:51.763" v="2532" actId="207"/>
        <pc:sldMkLst>
          <pc:docMk/>
          <pc:sldMk cId="126902895" sldId="1746"/>
        </pc:sldMkLst>
        <pc:spChg chg="mod">
          <ac:chgData name="George Chacko" userId="fcc7c44aeca5afce" providerId="LiveId" clId="{C0B29CF8-0A98-4E2E-89B8-D5566E023D20}" dt="2025-08-17T11:05:51.763" v="2532" actId="207"/>
          <ac:spMkLst>
            <pc:docMk/>
            <pc:sldMk cId="126902895" sldId="1746"/>
            <ac:spMk id="7" creationId="{565A7DE2-A0D3-0201-4DD7-DCA2BFDB505C}"/>
          </ac:spMkLst>
        </pc:spChg>
      </pc:sldChg>
      <pc:sldChg chg="modSp mod">
        <pc:chgData name="George Chacko" userId="fcc7c44aeca5afce" providerId="LiveId" clId="{C0B29CF8-0A98-4E2E-89B8-D5566E023D20}" dt="2025-08-17T10:46:18.962" v="2269" actId="20577"/>
        <pc:sldMkLst>
          <pc:docMk/>
          <pc:sldMk cId="1254139428" sldId="1822"/>
        </pc:sldMkLst>
        <pc:spChg chg="mod">
          <ac:chgData name="George Chacko" userId="fcc7c44aeca5afce" providerId="LiveId" clId="{C0B29CF8-0A98-4E2E-89B8-D5566E023D20}" dt="2025-08-17T10:25:59.958" v="1503" actId="20577"/>
          <ac:spMkLst>
            <pc:docMk/>
            <pc:sldMk cId="1254139428" sldId="1822"/>
            <ac:spMk id="2" creationId="{19B9627D-C9E5-7A27-D868-BB4004190B76}"/>
          </ac:spMkLst>
        </pc:spChg>
        <pc:spChg chg="mod">
          <ac:chgData name="George Chacko" userId="fcc7c44aeca5afce" providerId="LiveId" clId="{C0B29CF8-0A98-4E2E-89B8-D5566E023D20}" dt="2025-08-17T10:46:18.962" v="2269" actId="20577"/>
          <ac:spMkLst>
            <pc:docMk/>
            <pc:sldMk cId="1254139428" sldId="1822"/>
            <ac:spMk id="4" creationId="{108826D6-D5E7-8E29-8447-D3F82C0FBEBF}"/>
          </ac:spMkLst>
        </pc:spChg>
        <pc:spChg chg="mod">
          <ac:chgData name="George Chacko" userId="fcc7c44aeca5afce" providerId="LiveId" clId="{C0B29CF8-0A98-4E2E-89B8-D5566E023D20}" dt="2025-08-17T10:29:10.587" v="1585" actId="21"/>
          <ac:spMkLst>
            <pc:docMk/>
            <pc:sldMk cId="1254139428" sldId="1822"/>
            <ac:spMk id="6" creationId="{8C7B43F6-8489-9A55-95F5-8F690487996E}"/>
          </ac:spMkLst>
        </pc:spChg>
      </pc:sldChg>
      <pc:sldChg chg="modSp mod">
        <pc:chgData name="George Chacko" userId="fcc7c44aeca5afce" providerId="LiveId" clId="{C0B29CF8-0A98-4E2E-89B8-D5566E023D20}" dt="2025-08-17T10:52:34.307" v="2322" actId="6549"/>
        <pc:sldMkLst>
          <pc:docMk/>
          <pc:sldMk cId="3359142403" sldId="1827"/>
        </pc:sldMkLst>
        <pc:spChg chg="mod">
          <ac:chgData name="George Chacko" userId="fcc7c44aeca5afce" providerId="LiveId" clId="{C0B29CF8-0A98-4E2E-89B8-D5566E023D20}" dt="2025-08-17T10:52:34.307" v="2322" actId="6549"/>
          <ac:spMkLst>
            <pc:docMk/>
            <pc:sldMk cId="3359142403" sldId="1827"/>
            <ac:spMk id="3" creationId="{3DC2C43A-B6E5-BCA4-CE76-83D7CBF91E73}"/>
          </ac:spMkLst>
        </pc:spChg>
        <pc:spChg chg="mod">
          <ac:chgData name="George Chacko" userId="fcc7c44aeca5afce" providerId="LiveId" clId="{C0B29CF8-0A98-4E2E-89B8-D5566E023D20}" dt="2025-08-17T10:52:02.993" v="2318" actId="20577"/>
          <ac:spMkLst>
            <pc:docMk/>
            <pc:sldMk cId="3359142403" sldId="1827"/>
            <ac:spMk id="9" creationId="{4536F35D-48AB-EDB2-4394-D9653B1CDDAF}"/>
          </ac:spMkLst>
        </pc:spChg>
      </pc:sldChg>
      <pc:sldChg chg="modSp mod">
        <pc:chgData name="George Chacko" userId="fcc7c44aeca5afce" providerId="LiveId" clId="{C0B29CF8-0A98-4E2E-89B8-D5566E023D20}" dt="2025-08-17T10:41:30.353" v="2169" actId="20577"/>
        <pc:sldMkLst>
          <pc:docMk/>
          <pc:sldMk cId="2684712631" sldId="1829"/>
        </pc:sldMkLst>
        <pc:spChg chg="mod">
          <ac:chgData name="George Chacko" userId="fcc7c44aeca5afce" providerId="LiveId" clId="{C0B29CF8-0A98-4E2E-89B8-D5566E023D20}" dt="2025-08-17T10:41:30.353" v="2169" actId="20577"/>
          <ac:spMkLst>
            <pc:docMk/>
            <pc:sldMk cId="2684712631" sldId="1829"/>
            <ac:spMk id="7" creationId="{E5F1EFE9-2C7F-FD9E-A1D1-0E4FBADF90C4}"/>
          </ac:spMkLst>
        </pc:spChg>
      </pc:sldChg>
      <pc:sldChg chg="modSp mod">
        <pc:chgData name="George Chacko" userId="fcc7c44aeca5afce" providerId="LiveId" clId="{C0B29CF8-0A98-4E2E-89B8-D5566E023D20}" dt="2025-08-17T10:43:30.828" v="2211" actId="6549"/>
        <pc:sldMkLst>
          <pc:docMk/>
          <pc:sldMk cId="1880725329" sldId="1830"/>
        </pc:sldMkLst>
        <pc:spChg chg="mod">
          <ac:chgData name="George Chacko" userId="fcc7c44aeca5afce" providerId="LiveId" clId="{C0B29CF8-0A98-4E2E-89B8-D5566E023D20}" dt="2025-08-17T10:41:38.872" v="2170"/>
          <ac:spMkLst>
            <pc:docMk/>
            <pc:sldMk cId="1880725329" sldId="1830"/>
            <ac:spMk id="2" creationId="{A9F8AD01-0F67-C3AF-1AAF-11248472D921}"/>
          </ac:spMkLst>
        </pc:spChg>
        <pc:spChg chg="mod">
          <ac:chgData name="George Chacko" userId="fcc7c44aeca5afce" providerId="LiveId" clId="{C0B29CF8-0A98-4E2E-89B8-D5566E023D20}" dt="2025-08-17T10:43:30.828" v="2211" actId="6549"/>
          <ac:spMkLst>
            <pc:docMk/>
            <pc:sldMk cId="1880725329" sldId="1830"/>
            <ac:spMk id="9" creationId="{FDE1DB4F-C217-2890-DB3F-D9D8888A471B}"/>
          </ac:spMkLst>
        </pc:spChg>
      </pc:sldChg>
      <pc:sldChg chg="modSp mod">
        <pc:chgData name="George Chacko" userId="fcc7c44aeca5afce" providerId="LiveId" clId="{C0B29CF8-0A98-4E2E-89B8-D5566E023D20}" dt="2025-08-17T10:55:14.327" v="2358" actId="20577"/>
        <pc:sldMkLst>
          <pc:docMk/>
          <pc:sldMk cId="1147338714" sldId="1856"/>
        </pc:sldMkLst>
        <pc:spChg chg="mod">
          <ac:chgData name="George Chacko" userId="fcc7c44aeca5afce" providerId="LiveId" clId="{C0B29CF8-0A98-4E2E-89B8-D5566E023D20}" dt="2025-08-17T10:55:14.327" v="2358" actId="20577"/>
          <ac:spMkLst>
            <pc:docMk/>
            <pc:sldMk cId="1147338714" sldId="1856"/>
            <ac:spMk id="7" creationId="{BDD87787-CE39-BEBC-6978-28643C3EA26F}"/>
          </ac:spMkLst>
        </pc:spChg>
      </pc:sldChg>
      <pc:sldChg chg="modSp mod">
        <pc:chgData name="George Chacko" userId="fcc7c44aeca5afce" providerId="LiveId" clId="{C0B29CF8-0A98-4E2E-89B8-D5566E023D20}" dt="2025-08-17T11:05:17.305" v="2516" actId="6549"/>
        <pc:sldMkLst>
          <pc:docMk/>
          <pc:sldMk cId="3293755102" sldId="1857"/>
        </pc:sldMkLst>
        <pc:spChg chg="mod">
          <ac:chgData name="George Chacko" userId="fcc7c44aeca5afce" providerId="LiveId" clId="{C0B29CF8-0A98-4E2E-89B8-D5566E023D20}" dt="2025-08-17T10:55:21.597" v="2359"/>
          <ac:spMkLst>
            <pc:docMk/>
            <pc:sldMk cId="3293755102" sldId="1857"/>
            <ac:spMk id="2" creationId="{92684F42-40FB-B179-1DFA-C52CE341D8E4}"/>
          </ac:spMkLst>
        </pc:spChg>
        <pc:spChg chg="mod">
          <ac:chgData name="George Chacko" userId="fcc7c44aeca5afce" providerId="LiveId" clId="{C0B29CF8-0A98-4E2E-89B8-D5566E023D20}" dt="2025-08-17T11:05:17.305" v="2516" actId="6549"/>
          <ac:spMkLst>
            <pc:docMk/>
            <pc:sldMk cId="3293755102" sldId="1857"/>
            <ac:spMk id="4" creationId="{2258A9CB-5F4B-9ADD-4E1B-E2EEABB94798}"/>
          </ac:spMkLst>
        </pc:spChg>
        <pc:spChg chg="mod">
          <ac:chgData name="George Chacko" userId="fcc7c44aeca5afce" providerId="LiveId" clId="{C0B29CF8-0A98-4E2E-89B8-D5566E023D20}" dt="2025-08-17T11:05:13.941" v="2514" actId="6549"/>
          <ac:spMkLst>
            <pc:docMk/>
            <pc:sldMk cId="3293755102" sldId="1857"/>
            <ac:spMk id="9" creationId="{20382523-5A83-6DCC-FE22-D6F98D066306}"/>
          </ac:spMkLst>
        </pc:spChg>
      </pc:sldChg>
      <pc:sldChg chg="modSp mod">
        <pc:chgData name="George Chacko" userId="fcc7c44aeca5afce" providerId="LiveId" clId="{C0B29CF8-0A98-4E2E-89B8-D5566E023D20}" dt="2025-08-17T10:51:09.879" v="2313" actId="20577"/>
        <pc:sldMkLst>
          <pc:docMk/>
          <pc:sldMk cId="3873959040" sldId="1879"/>
        </pc:sldMkLst>
        <pc:spChg chg="mod">
          <ac:chgData name="George Chacko" userId="fcc7c44aeca5afce" providerId="LiveId" clId="{C0B29CF8-0A98-4E2E-89B8-D5566E023D20}" dt="2025-08-17T10:40:33.829" v="2161"/>
          <ac:spMkLst>
            <pc:docMk/>
            <pc:sldMk cId="3873959040" sldId="1879"/>
            <ac:spMk id="2" creationId="{89495634-B155-B632-A7EF-E6E3BE656002}"/>
          </ac:spMkLst>
        </pc:spChg>
        <pc:spChg chg="mod">
          <ac:chgData name="George Chacko" userId="fcc7c44aeca5afce" providerId="LiveId" clId="{C0B29CF8-0A98-4E2E-89B8-D5566E023D20}" dt="2025-08-17T10:46:22.799" v="2271" actId="6549"/>
          <ac:spMkLst>
            <pc:docMk/>
            <pc:sldMk cId="3873959040" sldId="1879"/>
            <ac:spMk id="4" creationId="{0FA1FDA7-CCCD-67F9-BDE9-0C48366F9B60}"/>
          </ac:spMkLst>
        </pc:spChg>
        <pc:spChg chg="mod">
          <ac:chgData name="George Chacko" userId="fcc7c44aeca5afce" providerId="LiveId" clId="{C0B29CF8-0A98-4E2E-89B8-D5566E023D20}" dt="2025-08-17T10:51:09.879" v="2313" actId="20577"/>
          <ac:spMkLst>
            <pc:docMk/>
            <pc:sldMk cId="3873959040" sldId="1879"/>
            <ac:spMk id="6" creationId="{482C13F2-F3E1-4A75-E605-45B828FB7245}"/>
          </ac:spMkLst>
        </pc:spChg>
      </pc:sldChg>
      <pc:sldChg chg="modSp mod">
        <pc:chgData name="George Chacko" userId="fcc7c44aeca5afce" providerId="LiveId" clId="{C0B29CF8-0A98-4E2E-89B8-D5566E023D20}" dt="2025-08-17T10:46:26.024" v="2273" actId="20577"/>
        <pc:sldMkLst>
          <pc:docMk/>
          <pc:sldMk cId="526351709" sldId="1880"/>
        </pc:sldMkLst>
        <pc:spChg chg="mod">
          <ac:chgData name="George Chacko" userId="fcc7c44aeca5afce" providerId="LiveId" clId="{C0B29CF8-0A98-4E2E-89B8-D5566E023D20}" dt="2025-08-17T10:40:38.502" v="2162"/>
          <ac:spMkLst>
            <pc:docMk/>
            <pc:sldMk cId="526351709" sldId="1880"/>
            <ac:spMk id="2" creationId="{AECD298D-540D-F153-8394-42438B41D0E9}"/>
          </ac:spMkLst>
        </pc:spChg>
        <pc:spChg chg="mod">
          <ac:chgData name="George Chacko" userId="fcc7c44aeca5afce" providerId="LiveId" clId="{C0B29CF8-0A98-4E2E-89B8-D5566E023D20}" dt="2025-08-17T10:46:26.024" v="2273" actId="20577"/>
          <ac:spMkLst>
            <pc:docMk/>
            <pc:sldMk cId="526351709" sldId="1880"/>
            <ac:spMk id="4" creationId="{BA565CC9-B48B-0506-DD5D-9B87A2FC7002}"/>
          </ac:spMkLst>
        </pc:spChg>
        <pc:spChg chg="mod">
          <ac:chgData name="George Chacko" userId="fcc7c44aeca5afce" providerId="LiveId" clId="{C0B29CF8-0A98-4E2E-89B8-D5566E023D20}" dt="2025-08-17T10:36:58.625" v="2045" actId="20577"/>
          <ac:spMkLst>
            <pc:docMk/>
            <pc:sldMk cId="526351709" sldId="1880"/>
            <ac:spMk id="6" creationId="{1EB0E4DC-F4BE-14A3-BD92-1DB9821570EF}"/>
          </ac:spMkLst>
        </pc:spChg>
      </pc:sldChg>
      <pc:sldChg chg="modSp mod">
        <pc:chgData name="George Chacko" userId="fcc7c44aeca5afce" providerId="LiveId" clId="{C0B29CF8-0A98-4E2E-89B8-D5566E023D20}" dt="2025-08-17T10:46:29.880" v="2275" actId="20577"/>
        <pc:sldMkLst>
          <pc:docMk/>
          <pc:sldMk cId="3656132137" sldId="1881"/>
        </pc:sldMkLst>
        <pc:spChg chg="mod">
          <ac:chgData name="George Chacko" userId="fcc7c44aeca5afce" providerId="LiveId" clId="{C0B29CF8-0A98-4E2E-89B8-D5566E023D20}" dt="2025-08-17T10:40:42.550" v="2163"/>
          <ac:spMkLst>
            <pc:docMk/>
            <pc:sldMk cId="3656132137" sldId="1881"/>
            <ac:spMk id="2" creationId="{D0FAB4E1-AD2A-44B6-12D2-AE220F7CAFB7}"/>
          </ac:spMkLst>
        </pc:spChg>
        <pc:spChg chg="mod">
          <ac:chgData name="George Chacko" userId="fcc7c44aeca5afce" providerId="LiveId" clId="{C0B29CF8-0A98-4E2E-89B8-D5566E023D20}" dt="2025-08-17T10:46:29.880" v="2275" actId="20577"/>
          <ac:spMkLst>
            <pc:docMk/>
            <pc:sldMk cId="3656132137" sldId="1881"/>
            <ac:spMk id="4" creationId="{01FA0EB9-0B95-6417-98C0-B30EAF16A566}"/>
          </ac:spMkLst>
        </pc:spChg>
        <pc:spChg chg="mod">
          <ac:chgData name="George Chacko" userId="fcc7c44aeca5afce" providerId="LiveId" clId="{C0B29CF8-0A98-4E2E-89B8-D5566E023D20}" dt="2025-08-17T10:38:43.890" v="2089" actId="21"/>
          <ac:spMkLst>
            <pc:docMk/>
            <pc:sldMk cId="3656132137" sldId="1881"/>
            <ac:spMk id="6" creationId="{047FEDA4-28F9-A2CF-8530-B6570A5ADEC3}"/>
          </ac:spMkLst>
        </pc:spChg>
      </pc:sldChg>
      <pc:sldChg chg="modSp del mod">
        <pc:chgData name="George Chacko" userId="fcc7c44aeca5afce" providerId="LiveId" clId="{C0B29CF8-0A98-4E2E-89B8-D5566E023D20}" dt="2025-08-17T11:04:41.488" v="2508" actId="47"/>
        <pc:sldMkLst>
          <pc:docMk/>
          <pc:sldMk cId="2497576685" sldId="1884"/>
        </pc:sldMkLst>
      </pc:sldChg>
      <pc:sldChg chg="modSp del">
        <pc:chgData name="George Chacko" userId="fcc7c44aeca5afce" providerId="LiveId" clId="{C0B29CF8-0A98-4E2E-89B8-D5566E023D20}" dt="2025-08-17T11:04:41.788" v="2509" actId="47"/>
        <pc:sldMkLst>
          <pc:docMk/>
          <pc:sldMk cId="101050245" sldId="1896"/>
        </pc:sldMkLst>
      </pc:sldChg>
      <pc:sldChg chg="modSp del">
        <pc:chgData name="George Chacko" userId="fcc7c44aeca5afce" providerId="LiveId" clId="{C0B29CF8-0A98-4E2E-89B8-D5566E023D20}" dt="2025-08-17T11:04:43.044" v="2511" actId="47"/>
        <pc:sldMkLst>
          <pc:docMk/>
          <pc:sldMk cId="2402253196" sldId="1898"/>
        </pc:sldMkLst>
      </pc:sldChg>
      <pc:sldChg chg="modSp mod">
        <pc:chgData name="George Chacko" userId="fcc7c44aeca5afce" providerId="LiveId" clId="{C0B29CF8-0A98-4E2E-89B8-D5566E023D20}" dt="2025-08-17T15:29:22.031" v="2557" actId="20577"/>
        <pc:sldMkLst>
          <pc:docMk/>
          <pc:sldMk cId="1340516688" sldId="1901"/>
        </pc:sldMkLst>
        <pc:spChg chg="mod">
          <ac:chgData name="George Chacko" userId="fcc7c44aeca5afce" providerId="LiveId" clId="{C0B29CF8-0A98-4E2E-89B8-D5566E023D20}" dt="2025-08-17T15:29:22.031" v="2557" actId="20577"/>
          <ac:spMkLst>
            <pc:docMk/>
            <pc:sldMk cId="1340516688" sldId="1901"/>
            <ac:spMk id="9" creationId="{74C0ECDD-78D9-095F-8A1F-BB00F68565A5}"/>
          </ac:spMkLst>
        </pc:spChg>
      </pc:sldChg>
      <pc:sldChg chg="delSp modSp mod">
        <pc:chgData name="George Chacko" userId="fcc7c44aeca5afce" providerId="LiveId" clId="{C0B29CF8-0A98-4E2E-89B8-D5566E023D20}" dt="2025-08-17T15:34:48.217" v="2615" actId="20577"/>
        <pc:sldMkLst>
          <pc:docMk/>
          <pc:sldMk cId="1254822813" sldId="1908"/>
        </pc:sldMkLst>
        <pc:spChg chg="mod">
          <ac:chgData name="George Chacko" userId="fcc7c44aeca5afce" providerId="LiveId" clId="{C0B29CF8-0A98-4E2E-89B8-D5566E023D20}" dt="2025-08-17T15:34:48.217" v="2615" actId="20577"/>
          <ac:spMkLst>
            <pc:docMk/>
            <pc:sldMk cId="1254822813" sldId="1908"/>
            <ac:spMk id="9" creationId="{78BE6C89-2E5C-4606-4D46-DF92522C16D1}"/>
          </ac:spMkLst>
        </pc:spChg>
      </pc:sldChg>
      <pc:sldChg chg="modSp del">
        <pc:chgData name="George Chacko" userId="fcc7c44aeca5afce" providerId="LiveId" clId="{C0B29CF8-0A98-4E2E-89B8-D5566E023D20}" dt="2025-08-17T11:04:43.951" v="2512" actId="47"/>
        <pc:sldMkLst>
          <pc:docMk/>
          <pc:sldMk cId="1470123605" sldId="1909"/>
        </pc:sldMkLst>
      </pc:sldChg>
      <pc:sldChg chg="modSp del">
        <pc:chgData name="George Chacko" userId="fcc7c44aeca5afce" providerId="LiveId" clId="{C0B29CF8-0A98-4E2E-89B8-D5566E023D20}" dt="2025-08-17T11:04:42.646" v="2510" actId="47"/>
        <pc:sldMkLst>
          <pc:docMk/>
          <pc:sldMk cId="1763375419" sldId="1910"/>
        </pc:sldMkLst>
      </pc:sldChg>
      <pc:sldChg chg="modSp mod">
        <pc:chgData name="George Chacko" userId="fcc7c44aeca5afce" providerId="LiveId" clId="{C0B29CF8-0A98-4E2E-89B8-D5566E023D20}" dt="2025-08-17T15:40:39.308" v="2805" actId="20577"/>
        <pc:sldMkLst>
          <pc:docMk/>
          <pc:sldMk cId="3289423126" sldId="1914"/>
        </pc:sldMkLst>
        <pc:spChg chg="mod">
          <ac:chgData name="George Chacko" userId="fcc7c44aeca5afce" providerId="LiveId" clId="{C0B29CF8-0A98-4E2E-89B8-D5566E023D20}" dt="2025-08-17T15:40:39.308" v="2805" actId="20577"/>
          <ac:spMkLst>
            <pc:docMk/>
            <pc:sldMk cId="3289423126" sldId="1914"/>
            <ac:spMk id="9" creationId="{950CFABF-E0AF-7869-428C-78D62E9B0B1E}"/>
          </ac:spMkLst>
        </pc:spChg>
      </pc:sldChg>
      <pc:sldChg chg="modSp mod">
        <pc:chgData name="George Chacko" userId="fcc7c44aeca5afce" providerId="LiveId" clId="{C0B29CF8-0A98-4E2E-89B8-D5566E023D20}" dt="2025-08-17T09:52:52.271" v="2" actId="6549"/>
        <pc:sldMkLst>
          <pc:docMk/>
          <pc:sldMk cId="3366721836" sldId="1915"/>
        </pc:sldMkLst>
        <pc:spChg chg="mod">
          <ac:chgData name="George Chacko" userId="fcc7c44aeca5afce" providerId="LiveId" clId="{C0B29CF8-0A98-4E2E-89B8-D5566E023D20}" dt="2025-08-17T09:52:52.271" v="2" actId="6549"/>
          <ac:spMkLst>
            <pc:docMk/>
            <pc:sldMk cId="3366721836" sldId="1915"/>
            <ac:spMk id="4" creationId="{EEAA6A71-2919-6F92-C2BF-2A5CEE44FF51}"/>
          </ac:spMkLst>
        </pc:spChg>
      </pc:sldChg>
      <pc:sldChg chg="modSp mod">
        <pc:chgData name="George Chacko" userId="fcc7c44aeca5afce" providerId="LiveId" clId="{C0B29CF8-0A98-4E2E-89B8-D5566E023D20}" dt="2025-08-17T09:53:15.841" v="4" actId="6549"/>
        <pc:sldMkLst>
          <pc:docMk/>
          <pc:sldMk cId="1069954773" sldId="1919"/>
        </pc:sldMkLst>
        <pc:spChg chg="mod">
          <ac:chgData name="George Chacko" userId="fcc7c44aeca5afce" providerId="LiveId" clId="{C0B29CF8-0A98-4E2E-89B8-D5566E023D20}" dt="2025-08-17T09:53:15.841" v="4" actId="6549"/>
          <ac:spMkLst>
            <pc:docMk/>
            <pc:sldMk cId="1069954773" sldId="1919"/>
            <ac:spMk id="4" creationId="{AA90A7EE-547F-2399-A364-BD48F27624A1}"/>
          </ac:spMkLst>
        </pc:spChg>
      </pc:sldChg>
      <pc:sldChg chg="modSp mod">
        <pc:chgData name="George Chacko" userId="fcc7c44aeca5afce" providerId="LiveId" clId="{C0B29CF8-0A98-4E2E-89B8-D5566E023D20}" dt="2025-08-17T10:44:52.694" v="2248" actId="6549"/>
        <pc:sldMkLst>
          <pc:docMk/>
          <pc:sldMk cId="2911331076" sldId="1922"/>
        </pc:sldMkLst>
        <pc:spChg chg="mod">
          <ac:chgData name="George Chacko" userId="fcc7c44aeca5afce" providerId="LiveId" clId="{C0B29CF8-0A98-4E2E-89B8-D5566E023D20}" dt="2025-08-17T10:41:45.800" v="2172"/>
          <ac:spMkLst>
            <pc:docMk/>
            <pc:sldMk cId="2911331076" sldId="1922"/>
            <ac:spMk id="2" creationId="{E55DAEC1-B3D2-7A67-5B12-6E152DB23863}"/>
          </ac:spMkLst>
        </pc:spChg>
        <pc:spChg chg="mod">
          <ac:chgData name="George Chacko" userId="fcc7c44aeca5afce" providerId="LiveId" clId="{C0B29CF8-0A98-4E2E-89B8-D5566E023D20}" dt="2025-08-17T10:44:52.694" v="2248" actId="6549"/>
          <ac:spMkLst>
            <pc:docMk/>
            <pc:sldMk cId="2911331076" sldId="1922"/>
            <ac:spMk id="9" creationId="{D2DFF223-4279-950B-1200-1297B06597F8}"/>
          </ac:spMkLst>
        </pc:spChg>
      </pc:sldChg>
      <pc:sldChg chg="modSp mod">
        <pc:chgData name="George Chacko" userId="fcc7c44aeca5afce" providerId="LiveId" clId="{C0B29CF8-0A98-4E2E-89B8-D5566E023D20}" dt="2025-08-17T10:46:03.217" v="2267" actId="20577"/>
        <pc:sldMkLst>
          <pc:docMk/>
          <pc:sldMk cId="607815632" sldId="1923"/>
        </pc:sldMkLst>
        <pc:spChg chg="mod">
          <ac:chgData name="George Chacko" userId="fcc7c44aeca5afce" providerId="LiveId" clId="{C0B29CF8-0A98-4E2E-89B8-D5566E023D20}" dt="2025-08-17T10:41:50.272" v="2173"/>
          <ac:spMkLst>
            <pc:docMk/>
            <pc:sldMk cId="607815632" sldId="1923"/>
            <ac:spMk id="2" creationId="{EB1D0920-5195-7D09-8CCC-D1CC2B898024}"/>
          </ac:spMkLst>
        </pc:spChg>
        <pc:spChg chg="mod">
          <ac:chgData name="George Chacko" userId="fcc7c44aeca5afce" providerId="LiveId" clId="{C0B29CF8-0A98-4E2E-89B8-D5566E023D20}" dt="2025-08-17T10:46:03.217" v="2267" actId="20577"/>
          <ac:spMkLst>
            <pc:docMk/>
            <pc:sldMk cId="607815632" sldId="1923"/>
            <ac:spMk id="9" creationId="{7498093E-00A1-42D5-6A2D-CF418A59A0C3}"/>
          </ac:spMkLst>
        </pc:spChg>
      </pc:sldChg>
      <pc:sldChg chg="modSp mod">
        <pc:chgData name="George Chacko" userId="fcc7c44aeca5afce" providerId="LiveId" clId="{C0B29CF8-0A98-4E2E-89B8-D5566E023D20}" dt="2025-08-17T10:46:57.524" v="2283" actId="20577"/>
        <pc:sldMkLst>
          <pc:docMk/>
          <pc:sldMk cId="1337201854" sldId="1924"/>
        </pc:sldMkLst>
        <pc:spChg chg="mod">
          <ac:chgData name="George Chacko" userId="fcc7c44aeca5afce" providerId="LiveId" clId="{C0B29CF8-0A98-4E2E-89B8-D5566E023D20}" dt="2025-08-17T10:46:57.524" v="2283" actId="20577"/>
          <ac:spMkLst>
            <pc:docMk/>
            <pc:sldMk cId="1337201854" sldId="1924"/>
            <ac:spMk id="6" creationId="{44C482A9-E310-FCCF-EC9F-CD91DA1CBFB9}"/>
          </ac:spMkLst>
        </pc:spChg>
        <pc:spChg chg="mod">
          <ac:chgData name="George Chacko" userId="fcc7c44aeca5afce" providerId="LiveId" clId="{C0B29CF8-0A98-4E2E-89B8-D5566E023D20}" dt="2025-08-17T10:14:25.975" v="810" actId="20577"/>
          <ac:spMkLst>
            <pc:docMk/>
            <pc:sldMk cId="1337201854" sldId="1924"/>
            <ac:spMk id="10" creationId="{D7AB5A94-A2EE-63F8-5C92-D8E716200D15}"/>
          </ac:spMkLst>
        </pc:spChg>
      </pc:sldChg>
      <pc:sldChg chg="modSp mod">
        <pc:chgData name="George Chacko" userId="fcc7c44aeca5afce" providerId="LiveId" clId="{C0B29CF8-0A98-4E2E-89B8-D5566E023D20}" dt="2025-08-17T10:47:09.603" v="2293" actId="6549"/>
        <pc:sldMkLst>
          <pc:docMk/>
          <pc:sldMk cId="795582167" sldId="1925"/>
        </pc:sldMkLst>
        <pc:spChg chg="mod">
          <ac:chgData name="George Chacko" userId="fcc7c44aeca5afce" providerId="LiveId" clId="{C0B29CF8-0A98-4E2E-89B8-D5566E023D20}" dt="2025-08-17T10:47:09.603" v="2293" actId="6549"/>
          <ac:spMkLst>
            <pc:docMk/>
            <pc:sldMk cId="795582167" sldId="1925"/>
            <ac:spMk id="6" creationId="{B0A1F0B4-A69A-14CC-9184-83AAF6F71510}"/>
          </ac:spMkLst>
        </pc:spChg>
        <pc:spChg chg="mod">
          <ac:chgData name="George Chacko" userId="fcc7c44aeca5afce" providerId="LiveId" clId="{C0B29CF8-0A98-4E2E-89B8-D5566E023D20}" dt="2025-08-17T10:19:13.879" v="1016" actId="6549"/>
          <ac:spMkLst>
            <pc:docMk/>
            <pc:sldMk cId="795582167" sldId="1925"/>
            <ac:spMk id="10" creationId="{DD2BC8EE-43F9-EE04-2491-FA3E147FFC32}"/>
          </ac:spMkLst>
        </pc:spChg>
      </pc:sldChg>
      <pc:sldChg chg="modSp mod">
        <pc:chgData name="George Chacko" userId="fcc7c44aeca5afce" providerId="LiveId" clId="{C0B29CF8-0A98-4E2E-89B8-D5566E023D20}" dt="2025-08-17T10:47:15.042" v="2297" actId="6549"/>
        <pc:sldMkLst>
          <pc:docMk/>
          <pc:sldMk cId="2283609251" sldId="1926"/>
        </pc:sldMkLst>
        <pc:spChg chg="mod">
          <ac:chgData name="George Chacko" userId="fcc7c44aeca5afce" providerId="LiveId" clId="{C0B29CF8-0A98-4E2E-89B8-D5566E023D20}" dt="2025-08-17T10:47:15.042" v="2297" actId="6549"/>
          <ac:spMkLst>
            <pc:docMk/>
            <pc:sldMk cId="2283609251" sldId="1926"/>
            <ac:spMk id="6" creationId="{CB516A4A-8A02-57DA-CB36-2FF319EB6CED}"/>
          </ac:spMkLst>
        </pc:spChg>
        <pc:spChg chg="mod">
          <ac:chgData name="George Chacko" userId="fcc7c44aeca5afce" providerId="LiveId" clId="{C0B29CF8-0A98-4E2E-89B8-D5566E023D20}" dt="2025-08-17T10:21:35.368" v="1233" actId="6549"/>
          <ac:spMkLst>
            <pc:docMk/>
            <pc:sldMk cId="2283609251" sldId="1926"/>
            <ac:spMk id="10" creationId="{A68511BF-8809-A110-E91E-09C0DB2F8F6B}"/>
          </ac:spMkLst>
        </pc:spChg>
      </pc:sldChg>
      <pc:sldChg chg="modSp mod">
        <pc:chgData name="George Chacko" userId="fcc7c44aeca5afce" providerId="LiveId" clId="{C0B29CF8-0A98-4E2E-89B8-D5566E023D20}" dt="2025-08-17T10:54:13.254" v="2354" actId="6549"/>
        <pc:sldMkLst>
          <pc:docMk/>
          <pc:sldMk cId="3475821378" sldId="1927"/>
        </pc:sldMkLst>
        <pc:spChg chg="mod">
          <ac:chgData name="George Chacko" userId="fcc7c44aeca5afce" providerId="LiveId" clId="{C0B29CF8-0A98-4E2E-89B8-D5566E023D20}" dt="2025-08-17T10:54:13.254" v="2354" actId="6549"/>
          <ac:spMkLst>
            <pc:docMk/>
            <pc:sldMk cId="3475821378" sldId="1927"/>
            <ac:spMk id="3" creationId="{58ECA793-2A1D-03FF-4482-5186C6944076}"/>
          </ac:spMkLst>
        </pc:spChg>
        <pc:spChg chg="mod">
          <ac:chgData name="George Chacko" userId="fcc7c44aeca5afce" providerId="LiveId" clId="{C0B29CF8-0A98-4E2E-89B8-D5566E023D20}" dt="2025-08-17T10:53:34.485" v="2330" actId="6549"/>
          <ac:spMkLst>
            <pc:docMk/>
            <pc:sldMk cId="3475821378" sldId="1927"/>
            <ac:spMk id="9" creationId="{C98BD025-8885-B354-B255-57FC8B066FD7}"/>
          </ac:spMkLst>
        </pc:spChg>
      </pc:sldChg>
      <pc:sldChg chg="modSp add mod">
        <pc:chgData name="George Chacko" userId="fcc7c44aeca5afce" providerId="LiveId" clId="{C0B29CF8-0A98-4E2E-89B8-D5566E023D20}" dt="2025-08-17T10:47:05.083" v="2289" actId="20577"/>
        <pc:sldMkLst>
          <pc:docMk/>
          <pc:sldMk cId="821358376" sldId="1928"/>
        </pc:sldMkLst>
        <pc:spChg chg="mod">
          <ac:chgData name="George Chacko" userId="fcc7c44aeca5afce" providerId="LiveId" clId="{C0B29CF8-0A98-4E2E-89B8-D5566E023D20}" dt="2025-08-17T10:47:05.083" v="2289" actId="20577"/>
          <ac:spMkLst>
            <pc:docMk/>
            <pc:sldMk cId="821358376" sldId="1928"/>
            <ac:spMk id="6" creationId="{931B9AB1-A38A-FFAC-B90B-3D424670BD9A}"/>
          </ac:spMkLst>
        </pc:spChg>
        <pc:spChg chg="mod">
          <ac:chgData name="George Chacko" userId="fcc7c44aeca5afce" providerId="LiveId" clId="{C0B29CF8-0A98-4E2E-89B8-D5566E023D20}" dt="2025-08-17T10:17:19.514" v="996" actId="20577"/>
          <ac:spMkLst>
            <pc:docMk/>
            <pc:sldMk cId="821358376" sldId="1928"/>
            <ac:spMk id="10" creationId="{F89BD164-FB97-98E3-4B62-8659BC097E46}"/>
          </ac:spMkLst>
        </pc:spChg>
      </pc:sldChg>
      <pc:sldChg chg="modSp add mod">
        <pc:chgData name="George Chacko" userId="fcc7c44aeca5afce" providerId="LiveId" clId="{C0B29CF8-0A98-4E2E-89B8-D5566E023D20}" dt="2025-08-17T10:46:41.955" v="2279" actId="20577"/>
        <pc:sldMkLst>
          <pc:docMk/>
          <pc:sldMk cId="4244220552" sldId="1929"/>
        </pc:sldMkLst>
        <pc:spChg chg="mod">
          <ac:chgData name="George Chacko" userId="fcc7c44aeca5afce" providerId="LiveId" clId="{C0B29CF8-0A98-4E2E-89B8-D5566E023D20}" dt="2025-08-17T10:40:46.733" v="2164"/>
          <ac:spMkLst>
            <pc:docMk/>
            <pc:sldMk cId="4244220552" sldId="1929"/>
            <ac:spMk id="2" creationId="{841F119A-86FC-1014-766D-F5ADD5F3D67E}"/>
          </ac:spMkLst>
        </pc:spChg>
        <pc:spChg chg="mod">
          <ac:chgData name="George Chacko" userId="fcc7c44aeca5afce" providerId="LiveId" clId="{C0B29CF8-0A98-4E2E-89B8-D5566E023D20}" dt="2025-08-17T10:46:41.955" v="2279" actId="20577"/>
          <ac:spMkLst>
            <pc:docMk/>
            <pc:sldMk cId="4244220552" sldId="1929"/>
            <ac:spMk id="4" creationId="{F2E70C5E-B02B-D058-68EB-9AFCC122D91B}"/>
          </ac:spMkLst>
        </pc:spChg>
        <pc:spChg chg="mod">
          <ac:chgData name="George Chacko" userId="fcc7c44aeca5afce" providerId="LiveId" clId="{C0B29CF8-0A98-4E2E-89B8-D5566E023D20}" dt="2025-08-17T10:40:23.454" v="2160" actId="20577"/>
          <ac:spMkLst>
            <pc:docMk/>
            <pc:sldMk cId="4244220552" sldId="1929"/>
            <ac:spMk id="6" creationId="{422C20DB-31FC-22DF-F112-A8F3992E1562}"/>
          </ac:spMkLst>
        </pc:spChg>
      </pc:sldChg>
      <pc:sldChg chg="modSp add mod">
        <pc:chgData name="George Chacko" userId="fcc7c44aeca5afce" providerId="LiveId" clId="{C0B29CF8-0A98-4E2E-89B8-D5566E023D20}" dt="2025-08-17T11:05:26.495" v="2521" actId="6549"/>
        <pc:sldMkLst>
          <pc:docMk/>
          <pc:sldMk cId="3767518594" sldId="1930"/>
        </pc:sldMkLst>
        <pc:spChg chg="mod">
          <ac:chgData name="George Chacko" userId="fcc7c44aeca5afce" providerId="LiveId" clId="{C0B29CF8-0A98-4E2E-89B8-D5566E023D20}" dt="2025-08-17T11:05:26.495" v="2521" actId="6549"/>
          <ac:spMkLst>
            <pc:docMk/>
            <pc:sldMk cId="3767518594" sldId="1930"/>
            <ac:spMk id="4" creationId="{3842496F-DE78-2C4B-F2FF-37C1B5B2CB4B}"/>
          </ac:spMkLst>
        </pc:spChg>
        <pc:spChg chg="mod">
          <ac:chgData name="George Chacko" userId="fcc7c44aeca5afce" providerId="LiveId" clId="{C0B29CF8-0A98-4E2E-89B8-D5566E023D20}" dt="2025-08-17T11:05:22.260" v="2517" actId="6549"/>
          <ac:spMkLst>
            <pc:docMk/>
            <pc:sldMk cId="3767518594" sldId="1930"/>
            <ac:spMk id="9" creationId="{895D76DD-CEB9-BCCC-8FA8-27F849073625}"/>
          </ac:spMkLst>
        </pc:spChg>
      </pc:sldChg>
      <pc:sldChg chg="modSp add mod">
        <pc:chgData name="George Chacko" userId="fcc7c44aeca5afce" providerId="LiveId" clId="{C0B29CF8-0A98-4E2E-89B8-D5566E023D20}" dt="2025-08-17T11:05:34.922" v="2526" actId="6549"/>
        <pc:sldMkLst>
          <pc:docMk/>
          <pc:sldMk cId="2911243022" sldId="1931"/>
        </pc:sldMkLst>
        <pc:spChg chg="mod">
          <ac:chgData name="George Chacko" userId="fcc7c44aeca5afce" providerId="LiveId" clId="{C0B29CF8-0A98-4E2E-89B8-D5566E023D20}" dt="2025-08-17T11:05:34.922" v="2526" actId="6549"/>
          <ac:spMkLst>
            <pc:docMk/>
            <pc:sldMk cId="2911243022" sldId="1931"/>
            <ac:spMk id="4" creationId="{6BF3A5CB-D459-CEBC-C372-0F0C17A44DA0}"/>
          </ac:spMkLst>
        </pc:spChg>
        <pc:spChg chg="mod">
          <ac:chgData name="George Chacko" userId="fcc7c44aeca5afce" providerId="LiveId" clId="{C0B29CF8-0A98-4E2E-89B8-D5566E023D20}" dt="2025-08-17T11:05:30.501" v="2522" actId="6549"/>
          <ac:spMkLst>
            <pc:docMk/>
            <pc:sldMk cId="2911243022" sldId="1931"/>
            <ac:spMk id="9" creationId="{F0C5FAF2-EFE9-B860-3107-3567BE3A3367}"/>
          </ac:spMkLst>
        </pc:spChg>
      </pc:sldChg>
      <pc:sldChg chg="modSp add mod">
        <pc:chgData name="George Chacko" userId="fcc7c44aeca5afce" providerId="LiveId" clId="{C0B29CF8-0A98-4E2E-89B8-D5566E023D20}" dt="2025-08-17T11:05:41.795" v="2531" actId="6549"/>
        <pc:sldMkLst>
          <pc:docMk/>
          <pc:sldMk cId="1288576158" sldId="1932"/>
        </pc:sldMkLst>
        <pc:spChg chg="mod">
          <ac:chgData name="George Chacko" userId="fcc7c44aeca5afce" providerId="LiveId" clId="{C0B29CF8-0A98-4E2E-89B8-D5566E023D20}" dt="2025-08-17T11:05:41.795" v="2531" actId="6549"/>
          <ac:spMkLst>
            <pc:docMk/>
            <pc:sldMk cId="1288576158" sldId="1932"/>
            <ac:spMk id="4" creationId="{C7FD7170-4EE2-1D27-49E8-4E36CE16D71C}"/>
          </ac:spMkLst>
        </pc:spChg>
        <pc:spChg chg="mod">
          <ac:chgData name="George Chacko" userId="fcc7c44aeca5afce" providerId="LiveId" clId="{C0B29CF8-0A98-4E2E-89B8-D5566E023D20}" dt="2025-08-17T11:05:37.895" v="2527" actId="6549"/>
          <ac:spMkLst>
            <pc:docMk/>
            <pc:sldMk cId="1288576158" sldId="1932"/>
            <ac:spMk id="9" creationId="{79B1CCC4-8DBE-5ABA-4CD2-9950D0693041}"/>
          </ac:spMkLst>
        </pc:spChg>
      </pc:sldChg>
      <pc:sldChg chg="delSp modSp mod">
        <pc:chgData name="George Chacko" userId="fcc7c44aeca5afce" providerId="LiveId" clId="{C0B29CF8-0A98-4E2E-89B8-D5566E023D20}" dt="2025-08-17T15:38:04.144" v="2768" actId="6549"/>
        <pc:sldMkLst>
          <pc:docMk/>
          <pc:sldMk cId="4218501816" sldId="1933"/>
        </pc:sldMkLst>
        <pc:spChg chg="mod">
          <ac:chgData name="George Chacko" userId="fcc7c44aeca5afce" providerId="LiveId" clId="{C0B29CF8-0A98-4E2E-89B8-D5566E023D20}" dt="2025-08-17T15:38:04.144" v="2768" actId="6549"/>
          <ac:spMkLst>
            <pc:docMk/>
            <pc:sldMk cId="4218501816" sldId="1933"/>
            <ac:spMk id="9" creationId="{337C59ED-8252-4635-1FFF-82F43DA60A05}"/>
          </ac:spMkLst>
        </pc:spChg>
      </pc:sldChg>
      <pc:sldChg chg="modSp mod">
        <pc:chgData name="George Chacko" userId="fcc7c44aeca5afce" providerId="LiveId" clId="{C0B29CF8-0A98-4E2E-89B8-D5566E023D20}" dt="2025-08-17T15:30:15.598" v="2565" actId="313"/>
        <pc:sldMkLst>
          <pc:docMk/>
          <pc:sldMk cId="2377410258" sldId="1934"/>
        </pc:sldMkLst>
        <pc:spChg chg="mod">
          <ac:chgData name="George Chacko" userId="fcc7c44aeca5afce" providerId="LiveId" clId="{C0B29CF8-0A98-4E2E-89B8-D5566E023D20}" dt="2025-08-17T15:30:15.598" v="2565" actId="313"/>
          <ac:spMkLst>
            <pc:docMk/>
            <pc:sldMk cId="2377410258" sldId="1934"/>
            <ac:spMk id="9" creationId="{126A8F88-6603-BCC2-B951-D2F493A4762D}"/>
          </ac:spMkLst>
        </pc:spChg>
      </pc:sldChg>
      <pc:sldChg chg="modSp mod">
        <pc:chgData name="George Chacko" userId="fcc7c44aeca5afce" providerId="LiveId" clId="{C0B29CF8-0A98-4E2E-89B8-D5566E023D20}" dt="2025-08-17T15:30:51.927" v="2571" actId="6549"/>
        <pc:sldMkLst>
          <pc:docMk/>
          <pc:sldMk cId="874223747" sldId="1935"/>
        </pc:sldMkLst>
        <pc:spChg chg="mod">
          <ac:chgData name="George Chacko" userId="fcc7c44aeca5afce" providerId="LiveId" clId="{C0B29CF8-0A98-4E2E-89B8-D5566E023D20}" dt="2025-08-17T15:30:51.927" v="2571" actId="6549"/>
          <ac:spMkLst>
            <pc:docMk/>
            <pc:sldMk cId="874223747" sldId="1935"/>
            <ac:spMk id="9" creationId="{43E675F3-A587-7061-DFED-6E28178CD9B8}"/>
          </ac:spMkLst>
        </pc:spChg>
      </pc:sldChg>
      <pc:sldChg chg="modSp mod">
        <pc:chgData name="George Chacko" userId="fcc7c44aeca5afce" providerId="LiveId" clId="{C0B29CF8-0A98-4E2E-89B8-D5566E023D20}" dt="2025-08-17T15:32:07.247" v="2591" actId="6549"/>
        <pc:sldMkLst>
          <pc:docMk/>
          <pc:sldMk cId="608653507" sldId="1936"/>
        </pc:sldMkLst>
        <pc:spChg chg="mod">
          <ac:chgData name="George Chacko" userId="fcc7c44aeca5afce" providerId="LiveId" clId="{C0B29CF8-0A98-4E2E-89B8-D5566E023D20}" dt="2025-08-17T15:32:07.247" v="2591" actId="6549"/>
          <ac:spMkLst>
            <pc:docMk/>
            <pc:sldMk cId="608653507" sldId="1936"/>
            <ac:spMk id="9" creationId="{6DE46063-ADB0-B341-3271-E7C58FBD2C0D}"/>
          </ac:spMkLst>
        </pc:spChg>
      </pc:sldChg>
      <pc:sldMasterChg chg="modSldLayout">
        <pc:chgData name="George Chacko" userId="fcc7c44aeca5afce" providerId="LiveId" clId="{C0B29CF8-0A98-4E2E-89B8-D5566E023D20}" dt="2025-08-17T15:41:48.144" v="2822" actId="20577"/>
        <pc:sldMasterMkLst>
          <pc:docMk/>
          <pc:sldMasterMk cId="2021402228" sldId="2147483673"/>
        </pc:sldMasterMkLst>
        <pc:sldLayoutChg chg="modSp mod">
          <pc:chgData name="George Chacko" userId="fcc7c44aeca5afce" providerId="LiveId" clId="{C0B29CF8-0A98-4E2E-89B8-D5566E023D20}" dt="2025-08-17T15:41:48.144" v="2822" actId="20577"/>
          <pc:sldLayoutMkLst>
            <pc:docMk/>
            <pc:sldMasterMk cId="2021402228" sldId="2147483673"/>
            <pc:sldLayoutMk cId="3490850578" sldId="2147483689"/>
          </pc:sldLayoutMkLst>
          <pc:spChg chg="mod">
            <ac:chgData name="George Chacko" userId="fcc7c44aeca5afce" providerId="LiveId" clId="{C0B29CF8-0A98-4E2E-89B8-D5566E023D20}" dt="2025-08-17T15:41:48.144" v="2822" actId="20577"/>
            <ac:spMkLst>
              <pc:docMk/>
              <pc:sldMasterMk cId="2021402228" sldId="2147483673"/>
              <pc:sldLayoutMk cId="3490850578" sldId="2147483689"/>
              <ac:spMk id="7" creationId="{99B39CA7-ADE3-4147-9B4D-BE10E585E948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C74DDD6-5352-F6FA-C4FC-D219C29F637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6E3A0D-33E9-CD20-52BB-56DD861D94A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850D7F-1182-45A1-A1D9-8794B3321139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C5E8C1-3A78-BCAB-B01F-2B0B177D980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FE4654-527E-CD90-6EB8-B4CB0F15726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A5A10C-3768-437C-9232-DB903BE1E7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8055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563A1F-755C-0546-8932-E860F2147B1A}" type="datetimeFigureOut">
              <a:rPr lang="en-GB" smtClean="0"/>
              <a:t>19/08/2025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4E53EA-ED27-5247-B6F2-F078340520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9564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83980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15617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458AD-8F27-30C2-88F7-7D9BD333E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D02D2D-1DB9-11F4-D406-7C430236E2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85E517-92E2-1F8A-86DF-51547D921B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F5C9E8-4946-810E-FFF1-667C2165BD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33778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E01D3-1669-BB72-0DEB-F7503C7B4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7E8188-DFE6-24DA-9654-FF2905E9A0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498035-EEBE-2ED3-3E32-ECBD6E34DC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63DA43-E086-ED1E-9EFA-4789FAD261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68298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9CA60-E96D-6935-CD0C-58DC2FD82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28DC38-0FC1-1512-1E8A-736623440D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69E46E-C5C7-46D8-2BFC-3F9CAF5D22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5264AC-D9D6-7C78-29E6-09878D116A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87808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C4614-5C65-D4DE-F86F-C01EE7E3C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666AF4-865E-7B33-7479-A041F36448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8BCCF4-F6F8-7E3E-7ABB-EC255DFBF7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C3C849-5502-5CE3-A6F6-CC544D53D0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83592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F3E0C-51A6-F556-A950-018E90A77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3D725D-83C7-E6DE-7221-F5879DFD61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F58C89-2F9E-0E67-739D-E4468E8792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57E69D-A76B-F441-6243-D32FD633DA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56164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6B722-42D9-06CD-141D-20CABA056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2449A6-7763-2EAE-CCC4-AB46C3D8E8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8F97F2-89D3-9551-6BD8-BF2356061C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F8C6E2-756C-7B9F-AB23-A4497F7259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93804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25095-4A73-B3D8-949D-E1DDA1319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FFEE5F-CEB6-BEFB-7129-1F1E7A16D3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1E952F-0A16-B4EE-F2E3-FF35C7A878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0A991C-8433-7261-B024-9D535016EE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65645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CC35B-FDE2-3FAC-4090-96F370837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E08D4-84F0-F3FF-78BE-F2A91D4014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E69C26-A6AE-7D1D-6DBF-B4172961B6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5AC9EF-7595-DB0F-78C3-6D59B9BE90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13227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86F65-02A8-D66D-A819-7BCD1E419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D4FB7B-5860-C233-7D33-A398FDC166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BB2C59-FD5A-40D7-0AEB-F19BC7453E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527CCE-C140-C4D0-42DC-75919E05D7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11939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772CF-E369-2050-30AD-F73AA6F4D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DA6ED7-4ABB-D7BC-EE01-8F2321187D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60E614-CBB5-2990-4E88-CD080CE859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His wavering heart of mine.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64C80F-6C75-C93D-8C87-C7D4D4271C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21261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15725-9B71-1435-8AEC-355398C72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E16489-CE3D-0DB9-03FB-95E52867FB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483751-7BC4-1FA8-8AC5-4D4BB64C51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85EF79-BF11-34ED-B18F-B46F597562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60916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B2FAD-6BD5-C277-4A37-2AE9FCCE0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F8C0A9-33D2-D556-5CF1-CDB962D386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038130-A88B-AC38-76E0-DB3631C470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9949C0-88F9-21C1-CCE7-7B8EBF91E4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65488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F8520-76BD-A0DC-68B6-A41D019AE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ED97F9-32E8-67AD-D8D1-DCC610F15B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19D78A-26EE-D8E7-C906-A75EFF28C3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0EC535-1EDB-8035-43D9-585FB3E8C4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49006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89448-3493-E82A-7EA6-59AC7999B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87F84C-F709-FC14-651F-A4869E969E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51CB4F-0103-E264-7328-EB66BDE766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1CAEF8-5C88-3CA9-5BB3-A2D5F82A1C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769232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853E7-E425-06BE-8C07-BCB52A399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491C1B-BEBF-F948-3428-7C2A38A392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89E357-6C0F-7728-C673-5D5CDA6DE8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7C68D5-DB17-CE10-343C-422ADB94C0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058987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FF962-9F5D-7547-49F3-0388E62A4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FE1397-B437-023A-8B64-8DED46EC23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126802-0C66-164B-A760-FE753BF690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74BC1F-A75E-3B74-02D4-13E0CF26BA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318014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CE52C-A568-848C-B30B-2E301AB01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00DFF8-D984-AECB-B6FE-A7CD714C5D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946C2F-C1D3-1FF4-B55E-B64E2BBC47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9FCF06-8E35-8E68-1AFD-695D7D4195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40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341512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5A915-413D-8741-C492-A31BEFC4C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3EE981-BEB6-127B-17C0-2AA76E4D6A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56EED8-9B24-DBF2-D6C3-15C0ABD28B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C3D9F8-93DD-93F0-0E3E-6F1F0613DC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41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754808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C2A65-4386-2C6F-3375-2369C5F12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23FFA0-A39D-08E5-37F7-86FCAA5BFD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79886C-D076-16BE-CCAF-99CC5CC64C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B863C8-755C-890A-F5C3-2E4EDBF822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43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185557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68805-3AF7-6246-494C-96BAADD26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83F864-916C-037A-E5CC-E206ACBC4A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A6000F-F724-976C-754C-793F2DBD08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8D3824-18A0-6BBE-2651-2C27E49640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44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576229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64E9B-C8FB-7BDA-075A-FB06A5826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E47E7A-5FF2-8924-2399-3D4BD7ECBF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0F7ADA-0BA4-C438-DEA7-90A4E1F8F2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E27DB4-C00E-0E93-CCAA-47B1D8CEF8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46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9088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457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49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105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991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599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230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09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554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362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244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244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66248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541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2327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1818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242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0708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7557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4933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01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5309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5384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66947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D945F63B-B55E-8E51-D68D-F0517AE979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25 May 2025</a:t>
            </a:r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39295884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F291F304-18B5-A049-4BBD-4222E09BBE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24 August 2025</a:t>
            </a:r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34908505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682180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88885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17132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61129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44926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64134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56058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19841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05885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87464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33291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17774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4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026473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82949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97405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83512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59746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50232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22249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52375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44917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59427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71628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2682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2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994345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7997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35143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23417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87733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44029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62293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9709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94086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19239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03376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79620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2211806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78077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839444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52370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05540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586005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072567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585069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137927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01174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800881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761451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9229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8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62.xml"/><Relationship Id="rId2" Type="http://schemas.openxmlformats.org/officeDocument/2006/relationships/slideLayout" Target="../slideLayouts/slideLayout52.xml"/><Relationship Id="rId1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61.xml"/><Relationship Id="rId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9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0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9.xml"/><Relationship Id="rId12" Type="http://schemas.openxmlformats.org/officeDocument/2006/relationships/slideLayout" Target="../slideLayouts/slideLayout74.xml"/><Relationship Id="rId2" Type="http://schemas.openxmlformats.org/officeDocument/2006/relationships/slideLayout" Target="../slideLayouts/slideLayout64.xml"/><Relationship Id="rId1" Type="http://schemas.openxmlformats.org/officeDocument/2006/relationships/slideLayout" Target="../slideLayouts/slideLayout63.xml"/><Relationship Id="rId6" Type="http://schemas.openxmlformats.org/officeDocument/2006/relationships/slideLayout" Target="../slideLayouts/slideLayout68.xml"/><Relationship Id="rId11" Type="http://schemas.openxmlformats.org/officeDocument/2006/relationships/slideLayout" Target="../slideLayouts/slideLayout73.xml"/><Relationship Id="rId5" Type="http://schemas.openxmlformats.org/officeDocument/2006/relationships/slideLayout" Target="../slideLayouts/slideLayout67.xml"/><Relationship Id="rId10" Type="http://schemas.openxmlformats.org/officeDocument/2006/relationships/slideLayout" Target="../slideLayouts/slideLayout72.xml"/><Relationship Id="rId4" Type="http://schemas.openxmlformats.org/officeDocument/2006/relationships/slideLayout" Target="../slideLayouts/slideLayout66.xml"/><Relationship Id="rId9" Type="http://schemas.openxmlformats.org/officeDocument/2006/relationships/slideLayout" Target="../slideLayouts/slideLayout7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043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402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7" r:id="rId12"/>
    <p:sldLayoutId id="2147483689" r:id="rId13"/>
    <p:sldLayoutId id="2147483796" r:id="rId14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260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347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680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774" r:id="rId4"/>
    <p:sldLayoutId id="2147483775" r:id="rId5"/>
    <p:sldLayoutId id="2147483776" r:id="rId6"/>
    <p:sldLayoutId id="2147483777" r:id="rId7"/>
    <p:sldLayoutId id="2147483778" r:id="rId8"/>
    <p:sldLayoutId id="2147483779" r:id="rId9"/>
    <p:sldLayoutId id="2147483780" r:id="rId10"/>
    <p:sldLayoutId id="2147483781" r:id="rId11"/>
    <p:sldLayoutId id="214748378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22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  <p:sldLayoutId id="2147483785" r:id="rId2"/>
    <p:sldLayoutId id="2147483786" r:id="rId3"/>
    <p:sldLayoutId id="2147483787" r:id="rId4"/>
    <p:sldLayoutId id="2147483788" r:id="rId5"/>
    <p:sldLayoutId id="2147483789" r:id="rId6"/>
    <p:sldLayoutId id="2147483790" r:id="rId7"/>
    <p:sldLayoutId id="2147483791" r:id="rId8"/>
    <p:sldLayoutId id="2147483792" r:id="rId9"/>
    <p:sldLayoutId id="2147483793" r:id="rId10"/>
    <p:sldLayoutId id="2147483794" r:id="rId11"/>
    <p:sldLayoutId id="2147483795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NQpj4TSe-Ec?si=meJLYQg8kUEFJYv4" TargetMode="External"/><Relationship Id="rId2" Type="http://schemas.openxmlformats.org/officeDocument/2006/relationships/hyperlink" Target="https://youtu.be/GDceaG7kFQA?si=M5pqVgX1JCfKCke6" TargetMode="External"/><Relationship Id="rId1" Type="http://schemas.openxmlformats.org/officeDocument/2006/relationships/slideLayout" Target="../slideLayouts/slideLayout38.xml"/><Relationship Id="rId5" Type="http://schemas.openxmlformats.org/officeDocument/2006/relationships/hyperlink" Target="https://youtu.be/h9u_Op4fHGk?si=qOmUw-Pu21V0vBOD" TargetMode="External"/><Relationship Id="rId4" Type="http://schemas.openxmlformats.org/officeDocument/2006/relationships/hyperlink" Target="https://youtube.com/shorts/kmLZ2eT47dU?si=OcKcyQzN034Mn0oYI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F559EBF-A0DC-764A-C7C1-116E72A50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A7517-3A9C-D642-A843-F5E885D84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5A7DE2-A0D3-0201-4DD7-DCA2BFDB505C}"/>
              </a:ext>
            </a:extLst>
          </p:cNvPr>
          <p:cNvSpPr txBox="1"/>
          <p:nvPr/>
        </p:nvSpPr>
        <p:spPr>
          <a:xfrm>
            <a:off x="1" y="927558"/>
            <a:ext cx="9143999" cy="393954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1000">
                <a:solidFill>
                  <a:srgbClr val="00B050"/>
                </a:solidFill>
                <a:ea typeface="+mn-lt"/>
                <a:cs typeface="+mn-lt"/>
              </a:rPr>
              <a:t>Opening</a:t>
            </a:r>
          </a:p>
          <a:p>
            <a:pPr algn="ctr"/>
            <a:r>
              <a:rPr lang="en-SG" sz="1000">
                <a:solidFill>
                  <a:srgbClr val="00B050"/>
                </a:solidFill>
                <a:ea typeface="+mn-lt"/>
                <a:cs typeface="+mn-lt"/>
              </a:rPr>
              <a:t>9 All people that on earth do dwell</a:t>
            </a:r>
          </a:p>
          <a:p>
            <a:pPr algn="ctr"/>
            <a:r>
              <a:rPr lang="en-SG" sz="1000">
                <a:solidFill>
                  <a:srgbClr val="00B050"/>
                </a:solidFill>
                <a:ea typeface="+mn-lt"/>
                <a:cs typeface="+mn-lt"/>
              </a:rPr>
              <a:t>B/A(2)Come Thou fount of every blessing </a:t>
            </a:r>
          </a:p>
          <a:p>
            <a:pPr algn="ctr"/>
            <a:r>
              <a:rPr lang="en-SG" sz="1000">
                <a:solidFill>
                  <a:srgbClr val="00B050"/>
                </a:solidFill>
                <a:ea typeface="+mn-lt"/>
                <a:cs typeface="+mn-lt"/>
              </a:rPr>
              <a:t>Offertory</a:t>
            </a:r>
          </a:p>
          <a:p>
            <a:pPr algn="ctr"/>
            <a:r>
              <a:rPr lang="en-SG" sz="1000">
                <a:solidFill>
                  <a:srgbClr val="00B050"/>
                </a:solidFill>
                <a:ea typeface="+mn-lt"/>
                <a:cs typeface="+mn-lt"/>
              </a:rPr>
              <a:t>Open my eyes that I may see</a:t>
            </a:r>
          </a:p>
          <a:p>
            <a:pPr algn="ctr"/>
            <a:r>
              <a:rPr lang="en-SG" sz="1000">
                <a:solidFill>
                  <a:srgbClr val="00B050"/>
                </a:solidFill>
                <a:ea typeface="+mn-lt"/>
                <a:cs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https://youtu.be/GDceaG7kFQA?si=M5pqVgX1JCfKCke6</a:t>
            </a:r>
            <a:endParaRPr lang="en-SG" sz="1000">
              <a:solidFill>
                <a:srgbClr val="00B050"/>
              </a:solidFill>
              <a:ea typeface="+mn-lt"/>
              <a:cs typeface="+mn-lt"/>
            </a:endParaRPr>
          </a:p>
          <a:p>
            <a:pPr algn="ctr"/>
            <a:r>
              <a:rPr lang="en-SG" sz="1000">
                <a:solidFill>
                  <a:srgbClr val="00B050"/>
                </a:solidFill>
                <a:ea typeface="+mn-lt"/>
                <a:cs typeface="+mn-lt"/>
              </a:rPr>
              <a:t>Confession</a:t>
            </a:r>
          </a:p>
          <a:p>
            <a:pPr algn="ctr"/>
            <a:r>
              <a:rPr lang="en-SG" sz="1000">
                <a:solidFill>
                  <a:srgbClr val="00B050"/>
                </a:solidFill>
                <a:ea typeface="+mn-lt"/>
                <a:cs typeface="+mn-lt"/>
              </a:rPr>
              <a:t>659 My Jesus I love The</a:t>
            </a:r>
          </a:p>
          <a:p>
            <a:pPr algn="ctr"/>
            <a:r>
              <a:rPr lang="en-SG" sz="1000" err="1">
                <a:solidFill>
                  <a:srgbClr val="00B050"/>
                </a:solidFill>
                <a:ea typeface="+mn-lt"/>
                <a:cs typeface="+mn-lt"/>
              </a:rPr>
              <a:t>eCommunion</a:t>
            </a:r>
            <a:endParaRPr lang="en-SG" sz="1000">
              <a:solidFill>
                <a:srgbClr val="00B050"/>
              </a:solidFill>
              <a:ea typeface="+mn-lt"/>
              <a:cs typeface="+mn-lt"/>
            </a:endParaRPr>
          </a:p>
          <a:p>
            <a:pPr algn="ctr"/>
            <a:r>
              <a:rPr lang="en-SG" sz="1000">
                <a:solidFill>
                  <a:srgbClr val="00B050"/>
                </a:solidFill>
                <a:ea typeface="+mn-lt"/>
                <a:cs typeface="+mn-lt"/>
              </a:rPr>
              <a:t>Break Thou the bread of life</a:t>
            </a:r>
          </a:p>
          <a:p>
            <a:pPr algn="ctr"/>
            <a:r>
              <a:rPr lang="en-SG" sz="1000">
                <a:solidFill>
                  <a:srgbClr val="00B050"/>
                </a:solidFill>
                <a:ea typeface="+mn-lt"/>
                <a:cs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https://youtu.be/NQpj4TSe-Ec?si=meJLYQg8kUEFJYv4</a:t>
            </a:r>
            <a:endParaRPr lang="en-SG" sz="1000">
              <a:solidFill>
                <a:srgbClr val="00B050"/>
              </a:solidFill>
              <a:ea typeface="+mn-lt"/>
              <a:cs typeface="+mn-lt"/>
            </a:endParaRPr>
          </a:p>
          <a:p>
            <a:pPr algn="ctr"/>
            <a:endParaRPr lang="en-SG" sz="1000">
              <a:ea typeface="+mn-lt"/>
              <a:cs typeface="+mn-lt"/>
            </a:endParaRPr>
          </a:p>
          <a:p>
            <a:pPr algn="ctr"/>
            <a:r>
              <a:rPr lang="en-SG" sz="1000">
                <a:solidFill>
                  <a:srgbClr val="00B050"/>
                </a:solidFill>
                <a:ea typeface="+mn-lt"/>
                <a:cs typeface="+mn-lt"/>
              </a:rPr>
              <a:t>Day by day the manna fell(Text SS10, </a:t>
            </a:r>
            <a:r>
              <a:rPr lang="en-SG" sz="1000" err="1">
                <a:solidFill>
                  <a:srgbClr val="00B050"/>
                </a:solidFill>
                <a:ea typeface="+mn-lt"/>
                <a:cs typeface="+mn-lt"/>
              </a:rPr>
              <a:t>Tune:Take</a:t>
            </a:r>
            <a:r>
              <a:rPr lang="en-SG" sz="1000">
                <a:solidFill>
                  <a:srgbClr val="00B050"/>
                </a:solidFill>
                <a:ea typeface="+mn-lt"/>
                <a:cs typeface="+mn-lt"/>
              </a:rPr>
              <a:t> my life</a:t>
            </a:r>
          </a:p>
          <a:p>
            <a:pPr algn="ctr"/>
            <a:r>
              <a:rPr lang="en-SG" sz="1000">
                <a:solidFill>
                  <a:srgbClr val="00B050"/>
                </a:solidFill>
                <a:ea typeface="+mn-lt"/>
                <a:cs typeface="+mn-l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https://youtube.com/shorts/kmLZ2eT47dU?si=OcKcyQzN034Mn0oYI</a:t>
            </a:r>
            <a:endParaRPr lang="en-SG" sz="1000">
              <a:solidFill>
                <a:srgbClr val="00B050"/>
              </a:solidFill>
              <a:ea typeface="+mn-lt"/>
              <a:cs typeface="+mn-lt"/>
            </a:endParaRPr>
          </a:p>
          <a:p>
            <a:pPr algn="ctr"/>
            <a:r>
              <a:rPr lang="en-SG" sz="1000">
                <a:solidFill>
                  <a:srgbClr val="00B050"/>
                </a:solidFill>
                <a:ea typeface="+mn-lt"/>
                <a:cs typeface="+mn-lt"/>
              </a:rPr>
              <a:t> I am not worthy</a:t>
            </a:r>
          </a:p>
          <a:p>
            <a:pPr algn="ctr"/>
            <a:r>
              <a:rPr lang="en-SG" sz="1000">
                <a:solidFill>
                  <a:srgbClr val="00B050"/>
                </a:solidFill>
                <a:ea typeface="+mn-lt"/>
                <a:cs typeface="+mn-l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https://youtu.be/h9u_Op4fHGk?si=qOmUw-Pu21V0vBOD</a:t>
            </a:r>
            <a:endParaRPr lang="en-SG" sz="1000">
              <a:solidFill>
                <a:srgbClr val="00B050"/>
              </a:solidFill>
              <a:ea typeface="+mn-lt"/>
              <a:cs typeface="+mn-lt"/>
            </a:endParaRPr>
          </a:p>
          <a:p>
            <a:pPr algn="ctr"/>
            <a:r>
              <a:rPr lang="en-SG" sz="1000">
                <a:solidFill>
                  <a:srgbClr val="00B050"/>
                </a:solidFill>
                <a:ea typeface="+mn-lt"/>
                <a:cs typeface="+mn-lt"/>
              </a:rPr>
              <a:t>710 </a:t>
            </a:r>
          </a:p>
          <a:p>
            <a:pPr algn="ctr"/>
            <a:r>
              <a:rPr lang="en-SG" sz="1000">
                <a:solidFill>
                  <a:srgbClr val="00B050"/>
                </a:solidFill>
                <a:ea typeface="+mn-lt"/>
                <a:cs typeface="+mn-lt"/>
              </a:rPr>
              <a:t>Wait and murmur not</a:t>
            </a:r>
          </a:p>
          <a:p>
            <a:pPr algn="ctr"/>
            <a:r>
              <a:rPr lang="en-SG" sz="1000">
                <a:solidFill>
                  <a:srgbClr val="00B050"/>
                </a:solidFill>
                <a:ea typeface="+mn-lt"/>
                <a:cs typeface="+mn-lt"/>
              </a:rPr>
              <a:t>879</a:t>
            </a:r>
          </a:p>
          <a:p>
            <a:pPr algn="ctr"/>
            <a:r>
              <a:rPr lang="en-SG" sz="1000">
                <a:solidFill>
                  <a:srgbClr val="00B050"/>
                </a:solidFill>
                <a:ea typeface="+mn-lt"/>
                <a:cs typeface="+mn-lt"/>
              </a:rPr>
              <a:t> Will your anchor hold</a:t>
            </a:r>
          </a:p>
          <a:p>
            <a:pPr algn="ctr"/>
            <a:r>
              <a:rPr lang="en-SG" sz="1000">
                <a:solidFill>
                  <a:srgbClr val="00B050"/>
                </a:solidFill>
                <a:ea typeface="+mn-lt"/>
                <a:cs typeface="+mn-lt"/>
              </a:rPr>
              <a:t>659</a:t>
            </a:r>
          </a:p>
          <a:p>
            <a:pPr algn="ctr"/>
            <a:r>
              <a:rPr lang="en-SG" sz="1000">
                <a:solidFill>
                  <a:srgbClr val="00B050"/>
                </a:solidFill>
                <a:ea typeface="+mn-lt"/>
                <a:cs typeface="+mn-lt"/>
              </a:rPr>
              <a:t> My Jesus I love Thee</a:t>
            </a:r>
          </a:p>
          <a:p>
            <a:pPr algn="ctr"/>
            <a:r>
              <a:rPr lang="en-SG" sz="1000">
                <a:solidFill>
                  <a:srgbClr val="00B050"/>
                </a:solidFill>
                <a:ea typeface="+mn-lt"/>
                <a:cs typeface="+mn-lt"/>
              </a:rPr>
              <a:t>Closing</a:t>
            </a:r>
          </a:p>
          <a:p>
            <a:pPr algn="ctr"/>
            <a:r>
              <a:rPr lang="en-SG" sz="1000">
                <a:solidFill>
                  <a:srgbClr val="00B050"/>
                </a:solidFill>
                <a:ea typeface="+mn-lt"/>
                <a:cs typeface="+mn-lt"/>
              </a:rPr>
              <a:t>542 </a:t>
            </a:r>
          </a:p>
          <a:p>
            <a:pPr algn="ctr"/>
            <a:r>
              <a:rPr lang="en-SG" sz="1000">
                <a:solidFill>
                  <a:srgbClr val="00B050"/>
                </a:solidFill>
                <a:ea typeface="+mn-lt"/>
                <a:cs typeface="+mn-lt"/>
              </a:rPr>
              <a:t>He leadeth me v1 </a:t>
            </a:r>
            <a:endParaRPr lang="en-SG">
              <a:solidFill>
                <a:srgbClr val="00B050"/>
              </a:solidFill>
            </a:endParaRP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A9DAA650-8B48-12A6-D091-89A71EAF549B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9028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7F784-FB20-9301-9A44-6A1B2133C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BF669AB-2DF7-61FD-29DC-4F5D5708F7EF}"/>
              </a:ext>
            </a:extLst>
          </p:cNvPr>
          <p:cNvSpPr txBox="1">
            <a:spLocks/>
          </p:cNvSpPr>
          <p:nvPr/>
        </p:nvSpPr>
        <p:spPr>
          <a:xfrm>
            <a:off x="404037" y="1849856"/>
            <a:ext cx="8335926" cy="294553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lIns="91440" tIns="45720" rIns="91440" bIns="4572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Aug 24, 2025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111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7289E29-7507-3DDD-F7D2-9284AAD62DE9}"/>
              </a:ext>
            </a:extLst>
          </p:cNvPr>
          <p:cNvSpPr/>
          <p:nvPr/>
        </p:nvSpPr>
        <p:spPr>
          <a:xfrm>
            <a:off x="1089004" y="1194951"/>
            <a:ext cx="6965990" cy="3152740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E3445-7428-97CE-263A-521C050900BE}"/>
              </a:ext>
            </a:extLst>
          </p:cNvPr>
          <p:cNvSpPr txBox="1">
            <a:spLocks/>
          </p:cNvSpPr>
          <p:nvPr/>
        </p:nvSpPr>
        <p:spPr>
          <a:xfrm>
            <a:off x="1239143" y="1654612"/>
            <a:ext cx="6661177" cy="2904342"/>
          </a:xfrm>
          <a:prstGeom prst="rect">
            <a:avLst/>
          </a:prstGeom>
          <a:noFill/>
          <a:ln w="28575">
            <a:noFill/>
          </a:ln>
        </p:spPr>
        <p:txBody>
          <a:bodyPr lIns="91440" tIns="45720" rIns="91440" bIns="45720"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US">
                <a:solidFill>
                  <a:schemeClr val="bg1"/>
                </a:solidFill>
                <a:latin typeface="Tenorite"/>
              </a:rPr>
              <a:t>Opening Hymn</a:t>
            </a:r>
          </a:p>
          <a:p>
            <a:r>
              <a:rPr lang="en-US">
                <a:solidFill>
                  <a:schemeClr val="bg1"/>
                </a:solidFill>
                <a:latin typeface="Tenorite"/>
              </a:rPr>
              <a:t>Hymn No 9</a:t>
            </a:r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7388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5B41F-CF1E-DB5C-5CEF-1D1BEBE69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4F5D1-79C1-4C43-8C2B-B9182DCD2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/>
              <a:t>Opening Hymn – Hymn No 9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CC234072-C154-C156-AFF0-02B008A0F25B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80248D-7344-851E-94DE-44524E9F4FC9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Opening: 1 of </a:t>
            </a:r>
            <a:r>
              <a:rPr lang="en-SG" sz="1400"/>
              <a:t>4</a:t>
            </a:r>
            <a:endParaRPr lang="en-US" sz="1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AA6A71-2919-6F92-C2BF-2A5CEE44FF51}"/>
              </a:ext>
            </a:extLst>
          </p:cNvPr>
          <p:cNvSpPr txBox="1"/>
          <p:nvPr/>
        </p:nvSpPr>
        <p:spPr>
          <a:xfrm>
            <a:off x="222827" y="1338118"/>
            <a:ext cx="8468590" cy="22467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latin typeface="Calibri"/>
                <a:ea typeface="+mn-lt"/>
                <a:cs typeface="+mn-lt"/>
              </a:rPr>
              <a:t>All people that on earth do dwell,</a:t>
            </a:r>
          </a:p>
          <a:p>
            <a:r>
              <a:rPr lang="en-US" sz="2800">
                <a:latin typeface="Calibri"/>
                <a:ea typeface="+mn-lt"/>
                <a:cs typeface="+mn-lt"/>
              </a:rPr>
              <a:t>Sing to the Lord with cheerful voice; </a:t>
            </a:r>
          </a:p>
          <a:p>
            <a:r>
              <a:rPr lang="en-US" sz="2800">
                <a:latin typeface="Calibri"/>
                <a:ea typeface="+mn-lt"/>
                <a:cs typeface="+mn-lt"/>
              </a:rPr>
              <a:t>Him serve with mirth, </a:t>
            </a:r>
          </a:p>
          <a:p>
            <a:r>
              <a:rPr lang="en-US" sz="2800">
                <a:latin typeface="Calibri"/>
                <a:ea typeface="+mn-lt"/>
                <a:cs typeface="+mn-lt"/>
              </a:rPr>
              <a:t>His praise forth tell, </a:t>
            </a:r>
          </a:p>
          <a:p>
            <a:r>
              <a:rPr lang="en-US" sz="2800">
                <a:latin typeface="Calibri"/>
                <a:ea typeface="+mn-lt"/>
                <a:cs typeface="+mn-lt"/>
              </a:rPr>
              <a:t>Come ye before Him and rejoice.</a:t>
            </a:r>
          </a:p>
        </p:txBody>
      </p:sp>
    </p:spTree>
    <p:extLst>
      <p:ext uri="{BB962C8B-B14F-4D97-AF65-F5344CB8AC3E}">
        <p14:creationId xmlns:p14="http://schemas.microsoft.com/office/powerpoint/2010/main" val="33667218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75D99-DA1F-BA1F-4C41-85E0FB7CC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595E2-C560-0437-FC75-FA468F80B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/>
              <a:t>Opening Hymn – Hymn No 9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3B9802B1-3798-647A-ED0C-1562CAC04C7F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05012C-FF89-934F-50FD-08F182211390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Opening: 2 of </a:t>
            </a:r>
            <a:r>
              <a:rPr lang="en-SG" sz="1400"/>
              <a:t>4</a:t>
            </a:r>
            <a:endParaRPr lang="en-US" sz="1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90A7EE-547F-2399-A364-BD48F27624A1}"/>
              </a:ext>
            </a:extLst>
          </p:cNvPr>
          <p:cNvSpPr txBox="1"/>
          <p:nvPr/>
        </p:nvSpPr>
        <p:spPr>
          <a:xfrm>
            <a:off x="222827" y="1338118"/>
            <a:ext cx="8468590" cy="22467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latin typeface="Calibri"/>
                <a:ea typeface="+mn-lt"/>
                <a:cs typeface="+mn-lt"/>
              </a:rPr>
              <a:t>Know that the Lord is God indeed, </a:t>
            </a:r>
          </a:p>
          <a:p>
            <a:r>
              <a:rPr lang="en-US" sz="2800">
                <a:latin typeface="Calibri"/>
                <a:ea typeface="+mn-lt"/>
                <a:cs typeface="+mn-lt"/>
              </a:rPr>
              <a:t>Without our aid He did us make; </a:t>
            </a:r>
          </a:p>
          <a:p>
            <a:r>
              <a:rPr lang="en-US" sz="2800">
                <a:latin typeface="Calibri"/>
                <a:ea typeface="+mn-lt"/>
                <a:cs typeface="+mn-lt"/>
              </a:rPr>
              <a:t>We are His flock, </a:t>
            </a:r>
          </a:p>
          <a:p>
            <a:r>
              <a:rPr lang="en-US" sz="2800">
                <a:latin typeface="Calibri"/>
                <a:ea typeface="+mn-lt"/>
                <a:cs typeface="+mn-lt"/>
              </a:rPr>
              <a:t>He doth us feed, </a:t>
            </a:r>
          </a:p>
          <a:p>
            <a:r>
              <a:rPr lang="en-US" sz="2800">
                <a:latin typeface="Calibri"/>
                <a:ea typeface="+mn-lt"/>
                <a:cs typeface="+mn-lt"/>
              </a:rPr>
              <a:t>And for His sheep He doth us take. </a:t>
            </a:r>
          </a:p>
        </p:txBody>
      </p:sp>
    </p:spTree>
    <p:extLst>
      <p:ext uri="{BB962C8B-B14F-4D97-AF65-F5344CB8AC3E}">
        <p14:creationId xmlns:p14="http://schemas.microsoft.com/office/powerpoint/2010/main" val="10699547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4ECFF-E48F-8684-3EDD-DB6A35759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262BB-A628-3E67-9907-DD0448871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/>
              <a:t>Opening Hymn – Hymn No 9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0391A3CC-7D76-DCA7-D6DB-79F362E1DFCE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FDA890-CF59-6085-4BB3-C4C5C8C6398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Opening: 3 of </a:t>
            </a:r>
            <a:r>
              <a:rPr lang="en-SG" sz="1400"/>
              <a:t>4</a:t>
            </a:r>
            <a:endParaRPr lang="en-US" sz="1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E6AEF9-FDDD-EE3B-7464-D42F0C69D226}"/>
              </a:ext>
            </a:extLst>
          </p:cNvPr>
          <p:cNvSpPr txBox="1"/>
          <p:nvPr/>
        </p:nvSpPr>
        <p:spPr>
          <a:xfrm>
            <a:off x="222827" y="1338118"/>
            <a:ext cx="8468590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latin typeface="Calibri"/>
                <a:ea typeface="+mn-lt"/>
                <a:cs typeface="+mn-lt"/>
              </a:rPr>
              <a:t>Oh, enter then His gates with praise, </a:t>
            </a:r>
          </a:p>
          <a:p>
            <a:r>
              <a:rPr lang="en-US" sz="2800">
                <a:latin typeface="Calibri"/>
                <a:ea typeface="+mn-lt"/>
                <a:cs typeface="+mn-lt"/>
              </a:rPr>
              <a:t>Approach with </a:t>
            </a:r>
            <a:r>
              <a:rPr lang="en-GB" sz="2800">
                <a:latin typeface="Calibri"/>
                <a:ea typeface="+mn-lt"/>
                <a:cs typeface="+mn-lt"/>
              </a:rPr>
              <a:t>j</a:t>
            </a:r>
            <a:r>
              <a:rPr lang="en-US" sz="2800">
                <a:latin typeface="Calibri"/>
                <a:ea typeface="+mn-lt"/>
                <a:cs typeface="+mn-lt"/>
              </a:rPr>
              <a:t>oy His courts unto; </a:t>
            </a:r>
          </a:p>
          <a:p>
            <a:r>
              <a:rPr lang="en-US" sz="2800">
                <a:latin typeface="Calibri"/>
                <a:ea typeface="+mn-lt"/>
                <a:cs typeface="+mn-lt"/>
              </a:rPr>
              <a:t>Praise, laud, and bless His name always, </a:t>
            </a:r>
          </a:p>
          <a:p>
            <a:r>
              <a:rPr lang="en-US" sz="2800">
                <a:latin typeface="Calibri"/>
                <a:ea typeface="+mn-lt"/>
                <a:cs typeface="+mn-lt"/>
              </a:rPr>
              <a:t>For it is seemly so to do. </a:t>
            </a:r>
          </a:p>
        </p:txBody>
      </p:sp>
    </p:spTree>
    <p:extLst>
      <p:ext uri="{BB962C8B-B14F-4D97-AF65-F5344CB8AC3E}">
        <p14:creationId xmlns:p14="http://schemas.microsoft.com/office/powerpoint/2010/main" val="3618158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536DF-2ECB-E23C-B192-59F1F4B35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0D3F6-E6AE-7FAC-EBDD-D15EAA7B4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/>
              <a:t>Opening Hymn – Hymn No 9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17D8DFBB-7F38-1C9F-FFB7-3CFEC77CF1A5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3D487B-C4F1-CC14-11A9-C557CD64F6C9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Opening: 4 of </a:t>
            </a:r>
            <a:r>
              <a:rPr lang="en-SG" sz="1400"/>
              <a:t>4</a:t>
            </a:r>
            <a:endParaRPr lang="en-US" sz="1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DCB3FA-05AC-5204-5B99-52AB1EAB38C2}"/>
              </a:ext>
            </a:extLst>
          </p:cNvPr>
          <p:cNvSpPr txBox="1"/>
          <p:nvPr/>
        </p:nvSpPr>
        <p:spPr>
          <a:xfrm>
            <a:off x="222827" y="1338118"/>
            <a:ext cx="8468590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latin typeface="Calibri"/>
                <a:ea typeface="+mn-lt"/>
                <a:cs typeface="+mn-lt"/>
              </a:rPr>
              <a:t>For why? The Lord our God is good, </a:t>
            </a:r>
          </a:p>
          <a:p>
            <a:r>
              <a:rPr lang="en-US" sz="2800">
                <a:latin typeface="Calibri"/>
                <a:ea typeface="+mn-lt"/>
                <a:cs typeface="+mn-lt"/>
              </a:rPr>
              <a:t>His mercy is for ever sure; </a:t>
            </a:r>
          </a:p>
          <a:p>
            <a:r>
              <a:rPr lang="en-US" sz="2800">
                <a:latin typeface="Calibri"/>
                <a:ea typeface="+mn-lt"/>
                <a:cs typeface="+mn-lt"/>
              </a:rPr>
              <a:t>His truth at all times firmly stood, </a:t>
            </a:r>
          </a:p>
          <a:p>
            <a:r>
              <a:rPr lang="en-US" sz="2800">
                <a:latin typeface="Calibri"/>
                <a:ea typeface="+mn-lt"/>
                <a:cs typeface="+mn-lt"/>
              </a:rPr>
              <a:t>And shall from age to age endure. </a:t>
            </a:r>
          </a:p>
        </p:txBody>
      </p:sp>
    </p:spTree>
    <p:extLst>
      <p:ext uri="{BB962C8B-B14F-4D97-AF65-F5344CB8AC3E}">
        <p14:creationId xmlns:p14="http://schemas.microsoft.com/office/powerpoint/2010/main" val="5300976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DDA26F8-E366-2B5B-C348-C507B3038F2B}"/>
              </a:ext>
            </a:extLst>
          </p:cNvPr>
          <p:cNvSpPr/>
          <p:nvPr/>
        </p:nvSpPr>
        <p:spPr>
          <a:xfrm>
            <a:off x="1127800" y="1238150"/>
            <a:ext cx="6892935" cy="2257244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127800" y="1378757"/>
            <a:ext cx="6888435" cy="2120444"/>
          </a:xfrm>
          <a:prstGeom prst="rect">
            <a:avLst/>
          </a:prstGeom>
          <a:noFill/>
          <a:ln w="28575">
            <a:noFill/>
          </a:ln>
        </p:spPr>
        <p:txBody>
          <a:bodyPr lIns="91440" tIns="45720" rIns="91440" bIns="45720"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  <a:latin typeface="Tenorite"/>
              </a:rPr>
              <a:t>Thanksgiving Prayers </a:t>
            </a:r>
          </a:p>
          <a:p>
            <a:r>
              <a:rPr lang="en-SG" sz="3600">
                <a:solidFill>
                  <a:schemeClr val="bg1"/>
                </a:solidFill>
                <a:latin typeface="Tenorite"/>
              </a:rPr>
              <a:t>Come, Thou fount of every blessing</a:t>
            </a:r>
          </a:p>
        </p:txBody>
      </p:sp>
    </p:spTree>
    <p:extLst>
      <p:ext uri="{BB962C8B-B14F-4D97-AF65-F5344CB8AC3E}">
        <p14:creationId xmlns:p14="http://schemas.microsoft.com/office/powerpoint/2010/main" val="37174938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12000"/>
          </a:xfrm>
        </p:spPr>
        <p:txBody>
          <a:bodyPr/>
          <a:lstStyle/>
          <a:p>
            <a:r>
              <a:rPr lang="en-SG" sz="2800">
                <a:latin typeface="Segoe UI"/>
                <a:cs typeface="Segoe UI"/>
              </a:rPr>
              <a:t>Thanksgiving – </a:t>
            </a:r>
            <a:r>
              <a:rPr lang="en-SG" sz="2800">
                <a:ea typeface="+mn-lt"/>
                <a:cs typeface="+mn-lt"/>
              </a:rPr>
              <a:t>Come, Thou fount of every blessing </a:t>
            </a:r>
            <a:endParaRPr lang="en-US" sz="2800">
              <a:latin typeface="Segoe UI"/>
              <a:cs typeface="Segoe U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ED1249-D453-4D4E-BD98-BAC3CEA5DFD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38F053-0E9C-DB49-DD90-65BDBB59D62C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Thanksgiving: 1 of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ADF726-2AAD-85FD-9A5C-793E45C4B3F2}"/>
              </a:ext>
            </a:extLst>
          </p:cNvPr>
          <p:cNvSpPr txBox="1"/>
          <p:nvPr/>
        </p:nvSpPr>
        <p:spPr>
          <a:xfrm>
            <a:off x="52596" y="1002068"/>
            <a:ext cx="9040304" cy="35394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Come, Thou Fount of every blessing,</a:t>
            </a:r>
          </a:p>
          <a:p>
            <a:pPr lvl="1"/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Tune my heart to sing Thy grace;</a:t>
            </a:r>
          </a:p>
          <a:p>
            <a:pPr lvl="1"/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Streams of mercy, never ceasing, </a:t>
            </a:r>
          </a:p>
          <a:p>
            <a:pPr lvl="1"/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Call for songs of loudest praise. </a:t>
            </a:r>
          </a:p>
          <a:p>
            <a:pPr lvl="1"/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Teach me some melodious sonnet, </a:t>
            </a:r>
          </a:p>
          <a:p>
            <a:pPr lvl="1"/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Sung by flaming tongues above;</a:t>
            </a:r>
          </a:p>
          <a:p>
            <a:pPr lvl="1"/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Praise His name – I’m fixed upon it-</a:t>
            </a:r>
          </a:p>
          <a:p>
            <a:pPr lvl="1"/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Name of God’s redeeming love.</a:t>
            </a:r>
            <a:endParaRPr lang="en-US" sz="2400" i="1">
              <a:solidFill>
                <a:srgbClr val="C0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712506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1BD9860-3E26-D69D-B65F-72FA23372C10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941791" y="2163057"/>
            <a:ext cx="5260417" cy="81738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Offertory</a:t>
            </a:r>
          </a:p>
        </p:txBody>
      </p:sp>
    </p:spTree>
    <p:extLst>
      <p:ext uri="{BB962C8B-B14F-4D97-AF65-F5344CB8AC3E}">
        <p14:creationId xmlns:p14="http://schemas.microsoft.com/office/powerpoint/2010/main" val="8636318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Offertory – Open My Eyes, That I May See</a:t>
            </a:r>
            <a:endParaRPr lang="en-GB" sz="280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034DBB-D11D-E8BD-DFC3-703615F257C6}"/>
              </a:ext>
            </a:extLst>
          </p:cNvPr>
          <p:cNvSpPr txBox="1">
            <a:spLocks/>
          </p:cNvSpPr>
          <p:nvPr/>
        </p:nvSpPr>
        <p:spPr>
          <a:xfrm>
            <a:off x="6002637" y="3759734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8AEF40-D79D-77F3-773C-095D81075E3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Offertory : 1 of 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977EB1-CBD2-2A19-FF44-FE6AFEF294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5" r="352" b="1751"/>
          <a:stretch/>
        </p:blipFill>
        <p:spPr>
          <a:xfrm>
            <a:off x="6205841" y="931586"/>
            <a:ext cx="2834271" cy="28266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0127C6D-3342-C831-3981-C5030CF3B941}"/>
              </a:ext>
            </a:extLst>
          </p:cNvPr>
          <p:cNvSpPr txBox="1"/>
          <p:nvPr/>
        </p:nvSpPr>
        <p:spPr>
          <a:xfrm>
            <a:off x="20339" y="630881"/>
            <a:ext cx="6242049" cy="483209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800">
                <a:latin typeface="Calibri"/>
                <a:ea typeface="Calibri"/>
                <a:cs typeface="Calibri"/>
              </a:rPr>
              <a:t>Open my eyes, that I may see</a:t>
            </a:r>
          </a:p>
          <a:p>
            <a:r>
              <a:rPr lang="en-SG" sz="2800">
                <a:latin typeface="Calibri"/>
                <a:ea typeface="Calibri"/>
                <a:cs typeface="Calibri"/>
              </a:rPr>
              <a:t>Glimpses of truth Thou hast for me,</a:t>
            </a:r>
          </a:p>
          <a:p>
            <a:r>
              <a:rPr lang="en-SG" sz="2800">
                <a:latin typeface="Calibri"/>
                <a:ea typeface="Calibri"/>
                <a:cs typeface="Calibri"/>
              </a:rPr>
              <a:t>Place in my hands the wonderful key</a:t>
            </a:r>
          </a:p>
          <a:p>
            <a:r>
              <a:rPr lang="en-SG" sz="2800">
                <a:latin typeface="Calibri"/>
                <a:ea typeface="Calibri"/>
                <a:cs typeface="Calibri"/>
              </a:rPr>
              <a:t>That shall unclasp, and set me free. </a:t>
            </a:r>
          </a:p>
          <a:p>
            <a:endParaRPr lang="en-SG" sz="2800">
              <a:latin typeface="Calibri"/>
              <a:ea typeface="Calibri"/>
              <a:cs typeface="Calibri"/>
            </a:endParaRPr>
          </a:p>
          <a:p>
            <a:endParaRPr lang="en-SG" sz="2800">
              <a:latin typeface="Calibri"/>
              <a:ea typeface="Calibri"/>
              <a:cs typeface="Calibri"/>
            </a:endParaRPr>
          </a:p>
          <a:p>
            <a:r>
              <a:rPr lang="en-SG" sz="2800" i="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Silently now I wait for Thee, </a:t>
            </a:r>
          </a:p>
          <a:p>
            <a:r>
              <a:rPr lang="en-SG" sz="2800" i="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Ready my God, Thy will to see, </a:t>
            </a:r>
          </a:p>
          <a:p>
            <a:r>
              <a:rPr lang="en-SG" sz="2800" i="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Open my eyes, illumine me, </a:t>
            </a:r>
          </a:p>
          <a:p>
            <a:r>
              <a:rPr lang="en-SG" sz="2800" i="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Savior Divine! </a:t>
            </a:r>
          </a:p>
          <a:p>
            <a:endParaRPr lang="en-US" sz="2800">
              <a:latin typeface="Calibri"/>
              <a:ea typeface="Calibri"/>
              <a:cs typeface="Segoe UI"/>
            </a:endParaRP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ADAB77CD-C930-CED9-AA7B-501A2E721A96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3464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703DF-8FAA-4465-7C20-0ECFAF3C6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AFFF6-6014-0013-F018-0D67373F4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Offertory – Open My Eyes, That I May See</a:t>
            </a:r>
            <a:endParaRPr lang="en-GB" sz="280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D0533A1-B65C-7850-C741-926E20529983}"/>
              </a:ext>
            </a:extLst>
          </p:cNvPr>
          <p:cNvSpPr txBox="1">
            <a:spLocks/>
          </p:cNvSpPr>
          <p:nvPr/>
        </p:nvSpPr>
        <p:spPr>
          <a:xfrm>
            <a:off x="6002637" y="3759734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C482A9-E310-FCCF-EC9F-CD91DA1CBFB9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Offertory : 2 of 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48842C-E143-4D15-AF94-2FD84C7238F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5" r="352" b="1751"/>
          <a:stretch/>
        </p:blipFill>
        <p:spPr>
          <a:xfrm>
            <a:off x="6205841" y="931586"/>
            <a:ext cx="2834271" cy="28266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7AB5A94-A2EE-63F8-5C92-D8E716200D15}"/>
              </a:ext>
            </a:extLst>
          </p:cNvPr>
          <p:cNvSpPr txBox="1"/>
          <p:nvPr/>
        </p:nvSpPr>
        <p:spPr>
          <a:xfrm>
            <a:off x="20339" y="630881"/>
            <a:ext cx="6242049" cy="483209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800">
                <a:latin typeface="Calibri"/>
                <a:ea typeface="Calibri"/>
                <a:cs typeface="Calibri"/>
              </a:rPr>
              <a:t>Open my ears, that I may hear</a:t>
            </a:r>
          </a:p>
          <a:p>
            <a:r>
              <a:rPr lang="en-SG" sz="2800">
                <a:latin typeface="Calibri"/>
                <a:ea typeface="Calibri"/>
                <a:cs typeface="Calibri"/>
              </a:rPr>
              <a:t>Thy word of truth Thou sendest clear; And while the wave-notes fall on my ear, </a:t>
            </a:r>
            <a:r>
              <a:rPr lang="en-SG" sz="2800" err="1">
                <a:latin typeface="Calibri"/>
                <a:ea typeface="Calibri"/>
                <a:cs typeface="Calibri"/>
              </a:rPr>
              <a:t>Ev’rything</a:t>
            </a:r>
            <a:r>
              <a:rPr lang="en-SG" sz="2800">
                <a:latin typeface="Calibri"/>
                <a:ea typeface="Calibri"/>
                <a:cs typeface="Calibri"/>
              </a:rPr>
              <a:t> false will disappear. </a:t>
            </a:r>
          </a:p>
          <a:p>
            <a:endParaRPr lang="en-SG" sz="2800">
              <a:latin typeface="Calibri"/>
              <a:ea typeface="Calibri"/>
              <a:cs typeface="Calibri"/>
            </a:endParaRPr>
          </a:p>
          <a:p>
            <a:endParaRPr lang="en-SG" sz="2800">
              <a:latin typeface="Calibri"/>
              <a:ea typeface="Calibri"/>
              <a:cs typeface="Calibri"/>
            </a:endParaRPr>
          </a:p>
          <a:p>
            <a:r>
              <a:rPr lang="en-SG" sz="2800" i="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Silently now I wait for Thee, </a:t>
            </a:r>
          </a:p>
          <a:p>
            <a:r>
              <a:rPr lang="en-SG" sz="2800" i="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Ready my God, Thy will to see, </a:t>
            </a:r>
          </a:p>
          <a:p>
            <a:r>
              <a:rPr lang="en-SG" sz="2800" i="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Open my ears, illumine me, </a:t>
            </a:r>
          </a:p>
          <a:p>
            <a:r>
              <a:rPr lang="en-SG" sz="2800" i="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Savior Divine! </a:t>
            </a:r>
          </a:p>
          <a:p>
            <a:endParaRPr lang="en-US" sz="2800">
              <a:latin typeface="Calibri"/>
              <a:ea typeface="Calibri"/>
              <a:cs typeface="Segoe UI"/>
            </a:endParaRP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4AE07C16-6953-359D-8DFC-81699AC7FF4F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72018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736C6-72DF-BFFF-1969-AB9C7DA82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74745-78C4-35DF-7BFE-A9647492E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Offertory – Open My Eyes, That I May See</a:t>
            </a:r>
            <a:endParaRPr lang="en-GB" sz="280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81D0798-67E1-7F41-AB1A-BDFDA099B9E5}"/>
              </a:ext>
            </a:extLst>
          </p:cNvPr>
          <p:cNvSpPr txBox="1">
            <a:spLocks/>
          </p:cNvSpPr>
          <p:nvPr/>
        </p:nvSpPr>
        <p:spPr>
          <a:xfrm>
            <a:off x="6002637" y="3759734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1B9AB1-A38A-FFAC-B90B-3D424670BD9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Offertory : 3 of 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068A09-A765-B860-ED56-5868EDDFAD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5" r="352" b="1751"/>
          <a:stretch/>
        </p:blipFill>
        <p:spPr>
          <a:xfrm>
            <a:off x="6205841" y="931586"/>
            <a:ext cx="2834271" cy="28266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89BD164-FB97-98E3-4B62-8659BC097E46}"/>
              </a:ext>
            </a:extLst>
          </p:cNvPr>
          <p:cNvSpPr txBox="1"/>
          <p:nvPr/>
        </p:nvSpPr>
        <p:spPr>
          <a:xfrm>
            <a:off x="20339" y="630881"/>
            <a:ext cx="6242049" cy="483209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800">
                <a:latin typeface="Calibri"/>
                <a:ea typeface="Calibri"/>
                <a:cs typeface="Calibri"/>
              </a:rPr>
              <a:t>Open my mouth, and let me bear</a:t>
            </a:r>
          </a:p>
          <a:p>
            <a:r>
              <a:rPr lang="en-SG" sz="2800">
                <a:latin typeface="Calibri"/>
                <a:ea typeface="Calibri"/>
                <a:cs typeface="Calibri"/>
              </a:rPr>
              <a:t>Gladly the warm truth </a:t>
            </a:r>
            <a:r>
              <a:rPr lang="en-SG" sz="2800" err="1">
                <a:latin typeface="Calibri"/>
                <a:ea typeface="Calibri"/>
                <a:cs typeface="Calibri"/>
              </a:rPr>
              <a:t>ev’rywhere</a:t>
            </a:r>
            <a:r>
              <a:rPr lang="en-SG" sz="2800">
                <a:latin typeface="Calibri"/>
                <a:ea typeface="Calibri"/>
                <a:cs typeface="Calibri"/>
              </a:rPr>
              <a:t>;</a:t>
            </a:r>
          </a:p>
          <a:p>
            <a:r>
              <a:rPr lang="en-SG" sz="2800">
                <a:latin typeface="Calibri"/>
                <a:ea typeface="Calibri"/>
                <a:cs typeface="Calibri"/>
              </a:rPr>
              <a:t>Open my heart, and let me prepare</a:t>
            </a:r>
          </a:p>
          <a:p>
            <a:r>
              <a:rPr lang="en-SG" sz="2800">
                <a:latin typeface="Calibri"/>
                <a:ea typeface="Calibri"/>
                <a:cs typeface="Calibri"/>
              </a:rPr>
              <a:t>Love with Thy children thus to share. </a:t>
            </a:r>
          </a:p>
          <a:p>
            <a:endParaRPr lang="en-SG" sz="2800">
              <a:latin typeface="Calibri"/>
              <a:ea typeface="Calibri"/>
              <a:cs typeface="Calibri"/>
            </a:endParaRPr>
          </a:p>
          <a:p>
            <a:endParaRPr lang="en-SG" sz="2800">
              <a:latin typeface="Calibri"/>
              <a:ea typeface="Calibri"/>
              <a:cs typeface="Calibri"/>
            </a:endParaRPr>
          </a:p>
          <a:p>
            <a:r>
              <a:rPr lang="en-SG" sz="2800" i="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Silently now I wait for Thee, </a:t>
            </a:r>
          </a:p>
          <a:p>
            <a:r>
              <a:rPr lang="en-SG" sz="2800" i="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Ready my God, Thy will to see, </a:t>
            </a:r>
          </a:p>
          <a:p>
            <a:r>
              <a:rPr lang="en-SG" sz="2800" i="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Open my heart, illumine me, </a:t>
            </a:r>
          </a:p>
          <a:p>
            <a:r>
              <a:rPr lang="en-SG" sz="2800" i="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Savior Divine! </a:t>
            </a:r>
          </a:p>
          <a:p>
            <a:endParaRPr lang="en-US" sz="2800">
              <a:latin typeface="Calibri"/>
              <a:ea typeface="Calibri"/>
              <a:cs typeface="Segoe UI"/>
            </a:endParaRP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BEDE9ED3-315C-DCCE-BBE5-34402E4E4DED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13583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772D2-47FE-B3DE-E42F-D14C84D2D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E8F36-A56A-956F-E5E1-AA60948CE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Offertory – Open My Eyes, That I May See</a:t>
            </a:r>
            <a:endParaRPr lang="en-GB" sz="280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BFC67A7-D032-AF81-5155-6701673059C2}"/>
              </a:ext>
            </a:extLst>
          </p:cNvPr>
          <p:cNvSpPr txBox="1">
            <a:spLocks/>
          </p:cNvSpPr>
          <p:nvPr/>
        </p:nvSpPr>
        <p:spPr>
          <a:xfrm>
            <a:off x="6002637" y="3759734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A1F0B4-A69A-14CC-9184-83AAF6F71510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Offertory : 4 of 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E6F786-14F1-4978-1610-B2DE3A7D4B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5" r="352" b="1751"/>
          <a:stretch/>
        </p:blipFill>
        <p:spPr>
          <a:xfrm>
            <a:off x="6205841" y="931586"/>
            <a:ext cx="2834271" cy="28266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D2BC8EE-43F9-EE04-2491-FA3E147FFC32}"/>
              </a:ext>
            </a:extLst>
          </p:cNvPr>
          <p:cNvSpPr txBox="1"/>
          <p:nvPr/>
        </p:nvSpPr>
        <p:spPr>
          <a:xfrm>
            <a:off x="20339" y="630881"/>
            <a:ext cx="6348235" cy="440120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800">
                <a:latin typeface="Calibri"/>
                <a:ea typeface="Calibri"/>
                <a:cs typeface="Calibri"/>
              </a:rPr>
              <a:t>Open my mind, that I may read</a:t>
            </a:r>
          </a:p>
          <a:p>
            <a:r>
              <a:rPr lang="en-SG" sz="2800">
                <a:latin typeface="Calibri"/>
                <a:ea typeface="Calibri"/>
                <a:cs typeface="Calibri"/>
              </a:rPr>
              <a:t>More of Thy love in word and deed;</a:t>
            </a:r>
          </a:p>
          <a:p>
            <a:r>
              <a:rPr lang="en-SG" sz="2800">
                <a:latin typeface="Calibri"/>
                <a:ea typeface="Calibri"/>
                <a:cs typeface="Calibri"/>
              </a:rPr>
              <a:t>What shall I fear while yet Thou dost lead?</a:t>
            </a:r>
          </a:p>
          <a:p>
            <a:r>
              <a:rPr lang="en-SG" sz="2800">
                <a:latin typeface="Calibri"/>
                <a:ea typeface="Calibri"/>
                <a:cs typeface="Calibri"/>
              </a:rPr>
              <a:t>Only for light from Thee I plead.</a:t>
            </a:r>
          </a:p>
          <a:p>
            <a:endParaRPr lang="en-SG" sz="2800">
              <a:latin typeface="Calibri"/>
              <a:ea typeface="Calibri"/>
              <a:cs typeface="Calibri"/>
            </a:endParaRPr>
          </a:p>
          <a:p>
            <a:endParaRPr lang="en-SG" sz="2800">
              <a:latin typeface="Calibri"/>
              <a:ea typeface="Calibri"/>
              <a:cs typeface="Calibri"/>
            </a:endParaRPr>
          </a:p>
          <a:p>
            <a:r>
              <a:rPr lang="en-SG" sz="2800" i="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Silently now I wait for Thee, </a:t>
            </a:r>
          </a:p>
          <a:p>
            <a:r>
              <a:rPr lang="en-SG" sz="2800" i="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Ready my God, Thy will to see, </a:t>
            </a:r>
          </a:p>
          <a:p>
            <a:r>
              <a:rPr lang="en-SG" sz="2800" i="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Open my mind, illumine me, </a:t>
            </a:r>
          </a:p>
          <a:p>
            <a:r>
              <a:rPr lang="en-SG" sz="2800" i="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Spirit Divine! 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CB7B0C18-9C06-2C32-19D9-EED6BFDD15CC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55821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13E89-2679-629A-8713-625DE5B6C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6BD47-3DD6-53AA-3D64-EE7C4B68C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Offertory – Open My Eyes, That I May See</a:t>
            </a:r>
            <a:endParaRPr lang="en-GB" sz="280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8B2DB32-3CA1-F20A-7CAE-F295A06DC0F1}"/>
              </a:ext>
            </a:extLst>
          </p:cNvPr>
          <p:cNvSpPr txBox="1">
            <a:spLocks/>
          </p:cNvSpPr>
          <p:nvPr/>
        </p:nvSpPr>
        <p:spPr>
          <a:xfrm>
            <a:off x="6002637" y="3759734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516A4A-8A02-57DA-CB36-2FF319EB6CED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Offertory : 5 of 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5D67E7-75DB-206C-1BFF-3E97F31593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5" r="352" b="1751"/>
          <a:stretch/>
        </p:blipFill>
        <p:spPr>
          <a:xfrm>
            <a:off x="6205841" y="931586"/>
            <a:ext cx="2834271" cy="28266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68511BF-8809-A110-E91E-09C0DB2F8F6B}"/>
              </a:ext>
            </a:extLst>
          </p:cNvPr>
          <p:cNvSpPr txBox="1"/>
          <p:nvPr/>
        </p:nvSpPr>
        <p:spPr>
          <a:xfrm>
            <a:off x="20339" y="630881"/>
            <a:ext cx="6242049" cy="440120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800">
                <a:latin typeface="Calibri"/>
                <a:ea typeface="Calibri"/>
                <a:cs typeface="Calibri"/>
              </a:rPr>
              <a:t>Open my way, that I may bring </a:t>
            </a:r>
          </a:p>
          <a:p>
            <a:r>
              <a:rPr lang="en-SG" sz="2800">
                <a:latin typeface="Calibri"/>
                <a:ea typeface="Calibri"/>
                <a:cs typeface="Calibri"/>
              </a:rPr>
              <a:t>Trophies of grace to Christ, my King;</a:t>
            </a:r>
          </a:p>
          <a:p>
            <a:r>
              <a:rPr lang="en-SG" sz="2800">
                <a:latin typeface="Calibri"/>
                <a:ea typeface="Calibri"/>
                <a:cs typeface="Calibri"/>
              </a:rPr>
              <a:t>Echoed in love Thy word shall out-ring,</a:t>
            </a:r>
          </a:p>
          <a:p>
            <a:r>
              <a:rPr lang="en-SG" sz="2800">
                <a:latin typeface="Calibri"/>
                <a:ea typeface="Calibri"/>
                <a:cs typeface="Calibri"/>
              </a:rPr>
              <a:t>Sweet as the note that angels sing.</a:t>
            </a:r>
          </a:p>
          <a:p>
            <a:endParaRPr lang="en-SG" sz="2800">
              <a:latin typeface="Calibri"/>
              <a:ea typeface="Calibri"/>
              <a:cs typeface="Calibri"/>
            </a:endParaRPr>
          </a:p>
          <a:p>
            <a:endParaRPr lang="en-SG" sz="2800">
              <a:latin typeface="Calibri"/>
              <a:ea typeface="Calibri"/>
              <a:cs typeface="Calibri"/>
            </a:endParaRPr>
          </a:p>
          <a:p>
            <a:r>
              <a:rPr lang="en-SG" sz="2800" i="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Silently now I wait for Thee, </a:t>
            </a:r>
          </a:p>
          <a:p>
            <a:r>
              <a:rPr lang="en-SG" sz="2800" i="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Ready my God, Thy will to see, </a:t>
            </a:r>
          </a:p>
          <a:p>
            <a:r>
              <a:rPr lang="en-SG" sz="2800" i="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Open my </a:t>
            </a:r>
            <a:r>
              <a:rPr lang="en-GB" sz="2800" i="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way</a:t>
            </a:r>
            <a:r>
              <a:rPr lang="en-SG" sz="2800" i="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, illumine me, </a:t>
            </a:r>
          </a:p>
          <a:p>
            <a:r>
              <a:rPr lang="en-SG" sz="2800" i="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Spirit Divine! 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EA657819-9EA9-C1EB-BD2C-95663BF339AA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36092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92AD42C-7AA5-5979-5D1A-6EFB0A176B69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361FC-3ECC-9DD4-0EC8-1573FF25656D}"/>
              </a:ext>
            </a:extLst>
          </p:cNvPr>
          <p:cNvSpPr txBox="1">
            <a:spLocks/>
          </p:cNvSpPr>
          <p:nvPr/>
        </p:nvSpPr>
        <p:spPr>
          <a:xfrm>
            <a:off x="2106541" y="2157617"/>
            <a:ext cx="4930917" cy="828265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Message</a:t>
            </a:r>
          </a:p>
        </p:txBody>
      </p:sp>
    </p:spTree>
    <p:extLst>
      <p:ext uri="{BB962C8B-B14F-4D97-AF65-F5344CB8AC3E}">
        <p14:creationId xmlns:p14="http://schemas.microsoft.com/office/powerpoint/2010/main" val="9869874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90B1688-CD2F-4ABF-A1F2-A27C7C669BF0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0C40A-F4C4-760A-1D04-0A03FA7728B9}"/>
              </a:ext>
            </a:extLst>
          </p:cNvPr>
          <p:cNvSpPr txBox="1">
            <a:spLocks/>
          </p:cNvSpPr>
          <p:nvPr/>
        </p:nvSpPr>
        <p:spPr>
          <a:xfrm>
            <a:off x="2106540" y="2156262"/>
            <a:ext cx="4930917" cy="830973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Prayer</a:t>
            </a:r>
          </a:p>
        </p:txBody>
      </p:sp>
    </p:spTree>
    <p:extLst>
      <p:ext uri="{BB962C8B-B14F-4D97-AF65-F5344CB8AC3E}">
        <p14:creationId xmlns:p14="http://schemas.microsoft.com/office/powerpoint/2010/main" val="33940566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Confession – My </a:t>
            </a:r>
            <a:r>
              <a:rPr lang="en-US" sz="2800">
                <a:cs typeface="Segoe UI"/>
              </a:rPr>
              <a:t>Jesus, I love Thee (659 v1) </a:t>
            </a:r>
            <a:endParaRPr lang="en-US" sz="2800">
              <a:latin typeface="Segoe UI"/>
              <a:cs typeface="Segoe UI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18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E4522D-C491-AABE-1E91-6F8A0E94101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Confession: 1 of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D26A61-1743-44DF-CA31-DEC2E46F5D13}"/>
              </a:ext>
            </a:extLst>
          </p:cNvPr>
          <p:cNvSpPr txBox="1"/>
          <p:nvPr/>
        </p:nvSpPr>
        <p:spPr>
          <a:xfrm>
            <a:off x="56618" y="928764"/>
            <a:ext cx="9040304" cy="39703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US" sz="2800">
                <a:latin typeface="Calibri"/>
                <a:ea typeface="Calibri"/>
                <a:cs typeface="Calibri"/>
              </a:rPr>
              <a:t>My Jesus, I love Thee, </a:t>
            </a:r>
          </a:p>
          <a:p>
            <a:pPr lvl="1"/>
            <a:r>
              <a:rPr lang="en-US" sz="2800">
                <a:latin typeface="Calibri"/>
                <a:ea typeface="Calibri"/>
                <a:cs typeface="Calibri"/>
              </a:rPr>
              <a:t>I know Thou art mine!</a:t>
            </a:r>
          </a:p>
          <a:p>
            <a:pPr lvl="1"/>
            <a:r>
              <a:rPr lang="en-US" sz="2800">
                <a:latin typeface="Calibri"/>
                <a:ea typeface="Calibri"/>
                <a:cs typeface="Calibri"/>
              </a:rPr>
              <a:t>For Thee all the pleasures of sin I resign;</a:t>
            </a:r>
          </a:p>
          <a:p>
            <a:pPr lvl="1"/>
            <a:r>
              <a:rPr lang="en-US" sz="2800">
                <a:latin typeface="Calibri"/>
                <a:ea typeface="Calibri"/>
                <a:cs typeface="Calibri"/>
              </a:rPr>
              <a:t>My gracious Redeemer, </a:t>
            </a:r>
          </a:p>
          <a:p>
            <a:pPr lvl="1"/>
            <a:r>
              <a:rPr lang="en-US" sz="2800">
                <a:latin typeface="Calibri"/>
                <a:ea typeface="Calibri"/>
                <a:cs typeface="Calibri"/>
              </a:rPr>
              <a:t>My Saviour art Thou!</a:t>
            </a:r>
          </a:p>
          <a:p>
            <a:pPr lvl="1"/>
            <a:r>
              <a:rPr lang="en-US" sz="2800">
                <a:latin typeface="Calibri"/>
                <a:ea typeface="Calibri"/>
                <a:cs typeface="Calibri"/>
              </a:rPr>
              <a:t>If ever I loved Thee, </a:t>
            </a:r>
          </a:p>
          <a:p>
            <a:pPr lvl="1"/>
            <a:r>
              <a:rPr lang="en-US" sz="2800">
                <a:latin typeface="Calibri"/>
                <a:ea typeface="Calibri"/>
                <a:cs typeface="Calibri"/>
              </a:rPr>
              <a:t>My Jesus, ‘tis now!</a:t>
            </a:r>
          </a:p>
          <a:p>
            <a:endParaRPr lang="en-US" sz="2800">
              <a:latin typeface="Calibri"/>
              <a:ea typeface="Calibri"/>
              <a:cs typeface="Calibri"/>
            </a:endParaRPr>
          </a:p>
          <a:p>
            <a:pPr lvl="2"/>
            <a:r>
              <a:rPr lang="en-US" sz="2800">
                <a:latin typeface="Calibri"/>
                <a:ea typeface="Calibri"/>
                <a:cs typeface="Calibri"/>
              </a:rPr>
              <a:t> </a:t>
            </a:r>
            <a:endParaRPr lang="en-SG" sz="2800" i="1">
              <a:solidFill>
                <a:srgbClr val="731A02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580071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19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72CE8160-C300-EF1E-99A5-B7E63749C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</p:spPr>
        <p:txBody>
          <a:bodyPr/>
          <a:lstStyle/>
          <a:p>
            <a:r>
              <a:rPr lang="en-US" sz="2800">
                <a:latin typeface="Segoe UI"/>
                <a:cs typeface="Segoe UI"/>
              </a:rPr>
              <a:t>Holy Communion – Break Thou the bread of life</a:t>
            </a:r>
          </a:p>
        </p:txBody>
      </p:sp>
    </p:spTree>
    <p:extLst>
      <p:ext uri="{BB962C8B-B14F-4D97-AF65-F5344CB8AC3E}">
        <p14:creationId xmlns:p14="http://schemas.microsoft.com/office/powerpoint/2010/main" val="47655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2352D-1B70-2035-438B-D8180CA7F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9627D-C9E5-7A27-D868-BB4004190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Holy Communion – </a:t>
            </a:r>
            <a:r>
              <a:rPr lang="en-US" sz="2800">
                <a:cs typeface="Segoe UI"/>
              </a:rPr>
              <a:t>Break Thou the bread of life</a:t>
            </a:r>
            <a:endParaRPr lang="en-US" sz="2800">
              <a:latin typeface="Segoe UI"/>
              <a:cs typeface="Segoe UI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55340F66-D335-7C21-0EB8-BE87BADAD14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8826D6-D5E7-8E29-8447-D3F82C0FBEBF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1: 1 of 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7B43F6-8489-9A55-95F5-8F690487996E}"/>
              </a:ext>
            </a:extLst>
          </p:cNvPr>
          <p:cNvSpPr txBox="1"/>
          <p:nvPr/>
        </p:nvSpPr>
        <p:spPr>
          <a:xfrm>
            <a:off x="0" y="815690"/>
            <a:ext cx="8952685" cy="35394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US" sz="2800">
                <a:latin typeface="Calibri"/>
                <a:ea typeface="Calibri"/>
                <a:cs typeface="Calibri"/>
              </a:rPr>
              <a:t>Break Thou the bread of life, dear Lord, to me,</a:t>
            </a:r>
          </a:p>
          <a:p>
            <a:pPr lvl="1"/>
            <a:r>
              <a:rPr lang="en-US" sz="2800">
                <a:latin typeface="Calibri"/>
                <a:ea typeface="Calibri"/>
                <a:cs typeface="Calibri"/>
              </a:rPr>
              <a:t>Dear Lord, to me,</a:t>
            </a:r>
            <a:br>
              <a:rPr lang="en-US" sz="2800">
                <a:latin typeface="Calibri"/>
                <a:ea typeface="Calibri"/>
                <a:cs typeface="Calibri"/>
              </a:rPr>
            </a:br>
            <a:r>
              <a:rPr lang="en-US" sz="2800">
                <a:latin typeface="Calibri"/>
                <a:ea typeface="Calibri"/>
                <a:cs typeface="Calibri"/>
              </a:rPr>
              <a:t>As Thou didst break the loaves</a:t>
            </a:r>
            <a:br>
              <a:rPr lang="en-US" sz="2800">
                <a:latin typeface="Calibri"/>
                <a:ea typeface="Calibri"/>
                <a:cs typeface="Calibri"/>
              </a:rPr>
            </a:br>
            <a:r>
              <a:rPr lang="en-US" sz="2800">
                <a:latin typeface="Calibri"/>
                <a:ea typeface="Calibri"/>
                <a:cs typeface="Calibri"/>
              </a:rPr>
              <a:t>Beside the sea;</a:t>
            </a:r>
            <a:br>
              <a:rPr lang="en-US" sz="2800">
                <a:latin typeface="Calibri"/>
                <a:ea typeface="Calibri"/>
                <a:cs typeface="Calibri"/>
              </a:rPr>
            </a:br>
            <a:r>
              <a:rPr lang="en-US" sz="2800">
                <a:latin typeface="Calibri"/>
                <a:ea typeface="Calibri"/>
                <a:cs typeface="Calibri"/>
              </a:rPr>
              <a:t>Beyond the sacred page</a:t>
            </a:r>
            <a:br>
              <a:rPr lang="en-US" sz="2800">
                <a:latin typeface="Calibri"/>
                <a:ea typeface="Calibri"/>
                <a:cs typeface="Calibri"/>
              </a:rPr>
            </a:br>
            <a:r>
              <a:rPr lang="en-US" sz="2800">
                <a:latin typeface="Calibri"/>
                <a:ea typeface="Calibri"/>
                <a:cs typeface="Calibri"/>
              </a:rPr>
              <a:t>I seek Thee, Lord;</a:t>
            </a:r>
            <a:br>
              <a:rPr lang="en-US" sz="2800">
                <a:latin typeface="Calibri"/>
                <a:ea typeface="Calibri"/>
                <a:cs typeface="Calibri"/>
              </a:rPr>
            </a:br>
            <a:r>
              <a:rPr lang="en-US" sz="2800">
                <a:latin typeface="Calibri"/>
                <a:ea typeface="Calibri"/>
                <a:cs typeface="Calibri"/>
              </a:rPr>
              <a:t>My spirit pants for Thee,</a:t>
            </a:r>
            <a:br>
              <a:rPr lang="en-US" sz="2800">
                <a:latin typeface="Calibri"/>
                <a:ea typeface="Calibri"/>
                <a:cs typeface="Calibri"/>
              </a:rPr>
            </a:br>
            <a:r>
              <a:rPr lang="en-US" sz="2800">
                <a:latin typeface="Calibri"/>
                <a:ea typeface="Calibri"/>
                <a:cs typeface="Calibri"/>
              </a:rPr>
              <a:t>O Living Word!</a:t>
            </a:r>
          </a:p>
        </p:txBody>
      </p:sp>
    </p:spTree>
    <p:extLst>
      <p:ext uri="{BB962C8B-B14F-4D97-AF65-F5344CB8AC3E}">
        <p14:creationId xmlns:p14="http://schemas.microsoft.com/office/powerpoint/2010/main" val="12541394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1FA37-4B07-F077-B51A-C83B5FE2A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95634-B155-B632-A7EF-E6E3BE656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Holy Communion – </a:t>
            </a:r>
            <a:r>
              <a:rPr lang="en-US" sz="2800">
                <a:cs typeface="Segoe UI"/>
              </a:rPr>
              <a:t>Break Thou the bread of life</a:t>
            </a:r>
            <a:endParaRPr lang="en-US" sz="2800">
              <a:latin typeface="Segoe UI"/>
              <a:cs typeface="Segoe UI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9B4767E5-E734-6BC7-C691-4CE5A48F66C5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A1FDA7-CCCD-67F9-BDE9-0C48366F9B60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1: 2 of 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2C13F2-F3E1-4A75-E605-45B828FB7245}"/>
              </a:ext>
            </a:extLst>
          </p:cNvPr>
          <p:cNvSpPr txBox="1"/>
          <p:nvPr/>
        </p:nvSpPr>
        <p:spPr>
          <a:xfrm>
            <a:off x="47661" y="832683"/>
            <a:ext cx="9092152" cy="35394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US" sz="2800">
                <a:latin typeface="Calibri"/>
                <a:ea typeface="Calibri"/>
                <a:cs typeface="Calibri"/>
              </a:rPr>
              <a:t>Break Thou the bread of life, </a:t>
            </a:r>
          </a:p>
          <a:p>
            <a:pPr lvl="1"/>
            <a:r>
              <a:rPr lang="en-US" sz="2800">
                <a:latin typeface="Calibri"/>
                <a:ea typeface="Calibri"/>
                <a:cs typeface="Calibri"/>
              </a:rPr>
              <a:t>O Lord, to me,</a:t>
            </a:r>
          </a:p>
          <a:p>
            <a:pPr lvl="1"/>
            <a:r>
              <a:rPr lang="en-US" sz="2800">
                <a:latin typeface="Calibri"/>
                <a:ea typeface="Calibri"/>
                <a:cs typeface="Calibri"/>
              </a:rPr>
              <a:t>That hid within my heart </a:t>
            </a:r>
          </a:p>
          <a:p>
            <a:pPr lvl="1"/>
            <a:r>
              <a:rPr lang="en-US" sz="2800">
                <a:latin typeface="Calibri"/>
                <a:ea typeface="Calibri"/>
                <a:cs typeface="Calibri"/>
              </a:rPr>
              <a:t>Thy Word may be.</a:t>
            </a:r>
          </a:p>
          <a:p>
            <a:pPr lvl="1"/>
            <a:r>
              <a:rPr lang="en-US" sz="2800">
                <a:latin typeface="Calibri"/>
                <a:ea typeface="Calibri"/>
                <a:cs typeface="Calibri"/>
              </a:rPr>
              <a:t>Mold Thou each inward thought, </a:t>
            </a:r>
          </a:p>
          <a:p>
            <a:pPr lvl="1"/>
            <a:r>
              <a:rPr lang="en-US" sz="2800">
                <a:latin typeface="Calibri"/>
                <a:ea typeface="Calibri"/>
                <a:cs typeface="Calibri"/>
              </a:rPr>
              <a:t>From self set free,</a:t>
            </a:r>
          </a:p>
          <a:p>
            <a:pPr lvl="1"/>
            <a:r>
              <a:rPr lang="en-US" sz="2800">
                <a:latin typeface="Calibri"/>
                <a:ea typeface="Calibri"/>
                <a:cs typeface="Calibri"/>
              </a:rPr>
              <a:t>And let my steps be all </a:t>
            </a:r>
          </a:p>
          <a:p>
            <a:pPr lvl="1"/>
            <a:r>
              <a:rPr lang="en-US" sz="2800">
                <a:latin typeface="Calibri"/>
                <a:ea typeface="Calibri"/>
                <a:cs typeface="Calibri"/>
              </a:rPr>
              <a:t>Controlled by Thee.  </a:t>
            </a:r>
          </a:p>
        </p:txBody>
      </p:sp>
    </p:spTree>
    <p:extLst>
      <p:ext uri="{BB962C8B-B14F-4D97-AF65-F5344CB8AC3E}">
        <p14:creationId xmlns:p14="http://schemas.microsoft.com/office/powerpoint/2010/main" val="38739590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AC656-9901-FB33-70F1-B02373529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D298D-540D-F153-8394-42438B41D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Holy Communion – </a:t>
            </a:r>
            <a:r>
              <a:rPr lang="en-US" sz="2800">
                <a:cs typeface="Segoe UI"/>
              </a:rPr>
              <a:t>Break Thou the bread of life</a:t>
            </a:r>
            <a:endParaRPr lang="en-US" sz="2800">
              <a:latin typeface="Segoe UI"/>
              <a:cs typeface="Segoe UI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5947C531-FDA2-28BE-11EA-AE69842E419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565CC9-B48B-0506-DD5D-9B87A2FC700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1: 3 of 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B0E4DC-F4BE-14A3-BD92-1DB9821570EF}"/>
              </a:ext>
            </a:extLst>
          </p:cNvPr>
          <p:cNvSpPr txBox="1"/>
          <p:nvPr/>
        </p:nvSpPr>
        <p:spPr>
          <a:xfrm>
            <a:off x="99509" y="865264"/>
            <a:ext cx="9040304" cy="35394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US" sz="2800">
                <a:latin typeface="Calibri"/>
                <a:ea typeface="Calibri"/>
                <a:cs typeface="Calibri"/>
              </a:rPr>
              <a:t>Open, Thy Word of Truth </a:t>
            </a:r>
          </a:p>
          <a:p>
            <a:pPr lvl="1"/>
            <a:r>
              <a:rPr lang="en-US" sz="2800">
                <a:latin typeface="Calibri"/>
                <a:ea typeface="Calibri"/>
                <a:cs typeface="Calibri"/>
              </a:rPr>
              <a:t>That I may see</a:t>
            </a:r>
          </a:p>
          <a:p>
            <a:pPr lvl="1"/>
            <a:r>
              <a:rPr lang="en-US" sz="2800">
                <a:latin typeface="Calibri"/>
                <a:ea typeface="Calibri"/>
                <a:cs typeface="Calibri"/>
              </a:rPr>
              <a:t>Thy message written clear</a:t>
            </a:r>
          </a:p>
          <a:p>
            <a:pPr lvl="1"/>
            <a:r>
              <a:rPr lang="en-US" sz="2800">
                <a:latin typeface="Calibri"/>
                <a:ea typeface="Calibri"/>
                <a:cs typeface="Calibri"/>
              </a:rPr>
              <a:t>And plain for me.</a:t>
            </a:r>
          </a:p>
          <a:p>
            <a:pPr lvl="1"/>
            <a:r>
              <a:rPr lang="en-US" sz="2800">
                <a:latin typeface="Calibri"/>
                <a:ea typeface="Calibri"/>
                <a:cs typeface="Calibri"/>
              </a:rPr>
              <a:t>Then in sweet fellowship, </a:t>
            </a:r>
          </a:p>
          <a:p>
            <a:pPr lvl="1"/>
            <a:r>
              <a:rPr lang="en-US" sz="2800">
                <a:latin typeface="Calibri"/>
                <a:ea typeface="Calibri"/>
                <a:cs typeface="Calibri"/>
              </a:rPr>
              <a:t>Walking with Thee,</a:t>
            </a:r>
          </a:p>
          <a:p>
            <a:pPr lvl="1"/>
            <a:r>
              <a:rPr lang="en-US" sz="2800">
                <a:latin typeface="Calibri"/>
                <a:ea typeface="Calibri"/>
                <a:cs typeface="Calibri"/>
              </a:rPr>
              <a:t>Thine image on my life, </a:t>
            </a:r>
          </a:p>
          <a:p>
            <a:pPr lvl="1"/>
            <a:r>
              <a:rPr lang="en-US" sz="2800">
                <a:latin typeface="Calibri"/>
                <a:ea typeface="Calibri"/>
                <a:cs typeface="Calibri"/>
              </a:rPr>
              <a:t>engraved will be.</a:t>
            </a:r>
          </a:p>
        </p:txBody>
      </p:sp>
    </p:spTree>
    <p:extLst>
      <p:ext uri="{BB962C8B-B14F-4D97-AF65-F5344CB8AC3E}">
        <p14:creationId xmlns:p14="http://schemas.microsoft.com/office/powerpoint/2010/main" val="5263517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7F1B0-54A5-839B-B74F-5029985EB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AB4E1-AD2A-44B6-12D2-AE220F7CA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Holy Communion – </a:t>
            </a:r>
            <a:r>
              <a:rPr lang="en-US" sz="2800">
                <a:cs typeface="Segoe UI"/>
              </a:rPr>
              <a:t>Break Thou the bread of life</a:t>
            </a:r>
            <a:endParaRPr lang="en-US" sz="2800">
              <a:latin typeface="Segoe UI"/>
              <a:cs typeface="Segoe UI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B1E47C7F-3BE0-939A-6CC0-FCC682C958EE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FA0EB9-0B95-6417-98C0-B30EAF16A56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1: 4 of 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7FEDA4-28F9-A2CF-8530-B6570A5ADEC3}"/>
              </a:ext>
            </a:extLst>
          </p:cNvPr>
          <p:cNvSpPr txBox="1"/>
          <p:nvPr/>
        </p:nvSpPr>
        <p:spPr>
          <a:xfrm>
            <a:off x="56618" y="928764"/>
            <a:ext cx="9040304" cy="35394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US" sz="2800">
                <a:latin typeface="Calibri"/>
                <a:ea typeface="Calibri"/>
                <a:cs typeface="Calibri"/>
              </a:rPr>
              <a:t>O send Thy Spirit, Lord, </a:t>
            </a:r>
          </a:p>
          <a:p>
            <a:pPr lvl="1"/>
            <a:r>
              <a:rPr lang="en-US" sz="2800">
                <a:latin typeface="Calibri"/>
                <a:ea typeface="Calibri"/>
                <a:cs typeface="Calibri"/>
              </a:rPr>
              <a:t>Now unto me,</a:t>
            </a:r>
            <a:br>
              <a:rPr lang="en-US" sz="2800">
                <a:latin typeface="Calibri"/>
                <a:ea typeface="Calibri"/>
                <a:cs typeface="Calibri"/>
              </a:rPr>
            </a:br>
            <a:r>
              <a:rPr lang="en-US" sz="2800">
                <a:latin typeface="Calibri"/>
                <a:ea typeface="Calibri"/>
                <a:cs typeface="Calibri"/>
              </a:rPr>
              <a:t>That He may touch my eyes,</a:t>
            </a:r>
            <a:br>
              <a:rPr lang="en-US" sz="2800">
                <a:latin typeface="Calibri"/>
                <a:ea typeface="Calibri"/>
                <a:cs typeface="Calibri"/>
              </a:rPr>
            </a:br>
            <a:r>
              <a:rPr lang="en-US" sz="2800">
                <a:latin typeface="Calibri"/>
                <a:ea typeface="Calibri"/>
                <a:cs typeface="Calibri"/>
              </a:rPr>
              <a:t>And make me see.</a:t>
            </a:r>
            <a:br>
              <a:rPr lang="en-US" sz="2800">
                <a:latin typeface="Calibri"/>
                <a:ea typeface="Calibri"/>
                <a:cs typeface="Calibri"/>
              </a:rPr>
            </a:br>
            <a:r>
              <a:rPr lang="en-US" sz="2800">
                <a:latin typeface="Calibri"/>
                <a:ea typeface="Calibri"/>
                <a:cs typeface="Calibri"/>
              </a:rPr>
              <a:t>Show me the truth concealed</a:t>
            </a:r>
            <a:br>
              <a:rPr lang="en-US" sz="2800">
                <a:latin typeface="Calibri"/>
                <a:ea typeface="Calibri"/>
                <a:cs typeface="Calibri"/>
              </a:rPr>
            </a:br>
            <a:r>
              <a:rPr lang="en-US" sz="2800">
                <a:latin typeface="Calibri"/>
                <a:ea typeface="Calibri"/>
                <a:cs typeface="Calibri"/>
              </a:rPr>
              <a:t>Within Thy Word,</a:t>
            </a:r>
            <a:br>
              <a:rPr lang="en-US" sz="2800">
                <a:latin typeface="Calibri"/>
                <a:ea typeface="Calibri"/>
                <a:cs typeface="Calibri"/>
              </a:rPr>
            </a:br>
            <a:r>
              <a:rPr lang="en-US" sz="2800">
                <a:latin typeface="Calibri"/>
                <a:ea typeface="Calibri"/>
                <a:cs typeface="Calibri"/>
              </a:rPr>
              <a:t>And in Thy Book revealed</a:t>
            </a:r>
            <a:br>
              <a:rPr lang="en-US" sz="2800">
                <a:latin typeface="Calibri"/>
                <a:ea typeface="Calibri"/>
                <a:cs typeface="Calibri"/>
              </a:rPr>
            </a:br>
            <a:r>
              <a:rPr lang="en-US" sz="2800">
                <a:latin typeface="Calibri"/>
                <a:ea typeface="Calibri"/>
                <a:cs typeface="Calibri"/>
              </a:rPr>
              <a:t>I see the Lord.</a:t>
            </a:r>
          </a:p>
        </p:txBody>
      </p:sp>
    </p:spTree>
    <p:extLst>
      <p:ext uri="{BB962C8B-B14F-4D97-AF65-F5344CB8AC3E}">
        <p14:creationId xmlns:p14="http://schemas.microsoft.com/office/powerpoint/2010/main" val="36561321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B37EC-B808-FD45-0935-CD8A7BAF5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F119A-86FC-1014-766D-F5ADD5F3D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Holy Communion – </a:t>
            </a:r>
            <a:r>
              <a:rPr lang="en-US" sz="2800">
                <a:cs typeface="Segoe UI"/>
              </a:rPr>
              <a:t>Break Thou the bread of life</a:t>
            </a:r>
            <a:endParaRPr lang="en-US" sz="2800">
              <a:latin typeface="Segoe UI"/>
              <a:cs typeface="Segoe UI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F9A44347-81F2-BFE2-96AE-E2085644FECC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E70C5E-B02B-D058-68EB-9AFCC122D91B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1: 5 of 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2C20DB-31FC-22DF-F112-A8F3992E1562}"/>
              </a:ext>
            </a:extLst>
          </p:cNvPr>
          <p:cNvSpPr txBox="1"/>
          <p:nvPr/>
        </p:nvSpPr>
        <p:spPr>
          <a:xfrm>
            <a:off x="56618" y="928764"/>
            <a:ext cx="9040304" cy="35394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US" sz="2800">
                <a:latin typeface="Calibri"/>
                <a:ea typeface="Calibri"/>
                <a:cs typeface="Calibri"/>
              </a:rPr>
              <a:t>Bless Thou the truth, dear Lord, </a:t>
            </a:r>
          </a:p>
          <a:p>
            <a:pPr fontAlgn="t"/>
            <a:r>
              <a:rPr lang="en-US" sz="2800">
                <a:latin typeface="Calibri"/>
                <a:ea typeface="Calibri"/>
                <a:cs typeface="Calibri"/>
              </a:rPr>
              <a:t>	To me, to me,</a:t>
            </a:r>
          </a:p>
          <a:p>
            <a:pPr fontAlgn="t"/>
            <a:r>
              <a:rPr lang="en-US" sz="2800">
                <a:latin typeface="Calibri"/>
                <a:ea typeface="Calibri"/>
                <a:cs typeface="Calibri"/>
              </a:rPr>
              <a:t>	As Thou didst bless the bread</a:t>
            </a:r>
            <a:br>
              <a:rPr lang="en-US" sz="2800">
                <a:latin typeface="Calibri"/>
                <a:ea typeface="Calibri"/>
                <a:cs typeface="Calibri"/>
              </a:rPr>
            </a:br>
            <a:r>
              <a:rPr lang="en-US" sz="2800">
                <a:latin typeface="Calibri"/>
                <a:ea typeface="Calibri"/>
                <a:cs typeface="Calibri"/>
              </a:rPr>
              <a:t>  	By Galilee;</a:t>
            </a:r>
            <a:br>
              <a:rPr lang="en-US" sz="2800">
                <a:latin typeface="Calibri"/>
                <a:ea typeface="Calibri"/>
                <a:cs typeface="Calibri"/>
              </a:rPr>
            </a:br>
            <a:r>
              <a:rPr lang="en-US" sz="2800">
                <a:latin typeface="Calibri"/>
                <a:ea typeface="Calibri"/>
                <a:cs typeface="Calibri"/>
              </a:rPr>
              <a:t>	Then shall all bondage cease,</a:t>
            </a:r>
            <a:br>
              <a:rPr lang="en-US" sz="2800">
                <a:latin typeface="Calibri"/>
                <a:ea typeface="Calibri"/>
                <a:cs typeface="Calibri"/>
              </a:rPr>
            </a:br>
            <a:r>
              <a:rPr lang="en-US" sz="2800">
                <a:latin typeface="Calibri"/>
                <a:ea typeface="Calibri"/>
                <a:cs typeface="Calibri"/>
              </a:rPr>
              <a:t>  	All fetters fall,</a:t>
            </a:r>
            <a:br>
              <a:rPr lang="en-US" sz="2800">
                <a:latin typeface="Calibri"/>
                <a:ea typeface="Calibri"/>
                <a:cs typeface="Calibri"/>
              </a:rPr>
            </a:br>
            <a:r>
              <a:rPr lang="en-US" sz="2800">
                <a:latin typeface="Calibri"/>
                <a:ea typeface="Calibri"/>
                <a:cs typeface="Calibri"/>
              </a:rPr>
              <a:t>	And I shall find my peace,</a:t>
            </a:r>
            <a:br>
              <a:rPr lang="en-US" sz="2800">
                <a:latin typeface="Calibri"/>
                <a:ea typeface="Calibri"/>
                <a:cs typeface="Calibri"/>
              </a:rPr>
            </a:br>
            <a:r>
              <a:rPr lang="en-US" sz="2800">
                <a:latin typeface="Calibri"/>
                <a:ea typeface="Calibri"/>
                <a:cs typeface="Calibri"/>
              </a:rPr>
              <a:t>  	My all in all.</a:t>
            </a:r>
            <a:endParaRPr lang="en-SG" sz="280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442205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A3992-FAD8-191E-F1B6-7FFCAB77D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1334C6-7EE2-49DB-32B1-82C6D8E0FA4E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6156517C-D3E9-9679-FBF2-3665652E9E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E5F1EFE9-2C7F-FD9E-A1D1-0E4FBADF9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</p:spPr>
        <p:txBody>
          <a:bodyPr/>
          <a:lstStyle/>
          <a:p>
            <a:r>
              <a:rPr lang="en-US" sz="2800">
                <a:latin typeface="Segoe UI"/>
                <a:cs typeface="Segoe UI"/>
              </a:rPr>
              <a:t>Holy Communion – Day by day the manna fell</a:t>
            </a:r>
          </a:p>
        </p:txBody>
      </p:sp>
    </p:spTree>
    <p:extLst>
      <p:ext uri="{BB962C8B-B14F-4D97-AF65-F5344CB8AC3E}">
        <p14:creationId xmlns:p14="http://schemas.microsoft.com/office/powerpoint/2010/main" val="26847126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735EF-0DB9-3E17-08E3-C1945BA57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8AD01-0F67-C3AF-1AAF-11248472D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Holy Communion – </a:t>
            </a:r>
            <a:r>
              <a:rPr lang="en-US" sz="2800">
                <a:cs typeface="Segoe UI"/>
              </a:rPr>
              <a:t>Day by day the manna fell</a:t>
            </a:r>
            <a:endParaRPr lang="en-US" sz="2800">
              <a:latin typeface="Segoe UI"/>
              <a:cs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687E6C-ACB6-46BC-999B-EC799FF242DE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2: 1 of 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E1DB4F-C217-2890-DB3F-D9D8888A471B}"/>
              </a:ext>
            </a:extLst>
          </p:cNvPr>
          <p:cNvSpPr txBox="1"/>
          <p:nvPr/>
        </p:nvSpPr>
        <p:spPr>
          <a:xfrm>
            <a:off x="209077" y="814113"/>
            <a:ext cx="9040304" cy="39703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>
                <a:latin typeface="Calibri"/>
                <a:ea typeface="Verdana"/>
                <a:cs typeface="Calibri"/>
              </a:rPr>
              <a:t>Day by day the manna fell; </a:t>
            </a:r>
          </a:p>
          <a:p>
            <a:r>
              <a:rPr lang="en-US" sz="2800">
                <a:solidFill>
                  <a:srgbClr val="000000"/>
                </a:solidFill>
                <a:latin typeface="Calibri"/>
                <a:ea typeface="Verdana"/>
                <a:cs typeface="Calibri"/>
              </a:rPr>
              <a:t>O to learn this lesson well!</a:t>
            </a:r>
          </a:p>
          <a:p>
            <a:r>
              <a:rPr lang="en-US" sz="2800">
                <a:solidFill>
                  <a:srgbClr val="000000"/>
                </a:solidFill>
                <a:latin typeface="Calibri"/>
                <a:ea typeface="Verdana"/>
                <a:cs typeface="Calibri"/>
              </a:rPr>
              <a:t>Still by constant mercy fed, </a:t>
            </a:r>
          </a:p>
          <a:p>
            <a:r>
              <a:rPr lang="en-US" sz="2800">
                <a:solidFill>
                  <a:srgbClr val="000000"/>
                </a:solidFill>
                <a:latin typeface="Calibri"/>
                <a:ea typeface="Verdana"/>
                <a:cs typeface="Calibri"/>
              </a:rPr>
              <a:t>Give me Lord</a:t>
            </a:r>
            <a:r>
              <a:rPr lang="en-GB" sz="2800">
                <a:solidFill>
                  <a:srgbClr val="000000"/>
                </a:solidFill>
                <a:latin typeface="Calibri"/>
                <a:ea typeface="Verdana"/>
                <a:cs typeface="Calibri"/>
              </a:rPr>
              <a:t>,</a:t>
            </a:r>
            <a:r>
              <a:rPr lang="en-US" sz="2800">
                <a:solidFill>
                  <a:srgbClr val="000000"/>
                </a:solidFill>
                <a:latin typeface="Calibri"/>
                <a:ea typeface="Verdana"/>
                <a:cs typeface="Calibri"/>
              </a:rPr>
              <a:t> </a:t>
            </a:r>
            <a:r>
              <a:rPr lang="en-GB" sz="2800">
                <a:solidFill>
                  <a:srgbClr val="000000"/>
                </a:solidFill>
                <a:latin typeface="Calibri"/>
                <a:ea typeface="Verdana"/>
                <a:cs typeface="Calibri"/>
              </a:rPr>
              <a:t>my</a:t>
            </a:r>
            <a:r>
              <a:rPr lang="en-US" sz="2800">
                <a:solidFill>
                  <a:srgbClr val="000000"/>
                </a:solidFill>
                <a:latin typeface="Calibri"/>
                <a:ea typeface="Verdana"/>
                <a:cs typeface="Calibri"/>
              </a:rPr>
              <a:t> daily bread. </a:t>
            </a:r>
          </a:p>
          <a:p>
            <a:endParaRPr lang="en-US" sz="2800">
              <a:solidFill>
                <a:srgbClr val="000000"/>
              </a:solidFill>
              <a:latin typeface="Calibri"/>
              <a:ea typeface="Verdana"/>
              <a:cs typeface="Calibri"/>
            </a:endParaRPr>
          </a:p>
          <a:p>
            <a:r>
              <a:rPr lang="en-US" sz="2800">
                <a:solidFill>
                  <a:srgbClr val="000000"/>
                </a:solidFill>
                <a:latin typeface="Calibri"/>
                <a:ea typeface="Verdana"/>
                <a:cs typeface="Calibri"/>
              </a:rPr>
              <a:t>“Day by day,” the promise reads, </a:t>
            </a:r>
          </a:p>
          <a:p>
            <a:r>
              <a:rPr lang="en-US" sz="2800">
                <a:solidFill>
                  <a:srgbClr val="000000"/>
                </a:solidFill>
                <a:latin typeface="Calibri"/>
                <a:ea typeface="Verdana"/>
                <a:cs typeface="Calibri"/>
              </a:rPr>
              <a:t>Daily strength for daily needs; </a:t>
            </a:r>
          </a:p>
          <a:p>
            <a:r>
              <a:rPr lang="en-US" sz="2800">
                <a:solidFill>
                  <a:srgbClr val="000000"/>
                </a:solidFill>
                <a:latin typeface="Calibri"/>
                <a:ea typeface="Verdana"/>
                <a:cs typeface="Calibri"/>
              </a:rPr>
              <a:t>Cast foreboding </a:t>
            </a:r>
            <a:r>
              <a:rPr lang="en-GB" sz="2800">
                <a:solidFill>
                  <a:srgbClr val="000000"/>
                </a:solidFill>
                <a:latin typeface="Calibri"/>
                <a:ea typeface="Verdana"/>
                <a:cs typeface="Calibri"/>
              </a:rPr>
              <a:t>fears</a:t>
            </a:r>
            <a:r>
              <a:rPr lang="en-US" sz="2800">
                <a:solidFill>
                  <a:srgbClr val="000000"/>
                </a:solidFill>
                <a:latin typeface="Calibri"/>
                <a:ea typeface="Verdana"/>
                <a:cs typeface="Calibri"/>
              </a:rPr>
              <a:t> away; </a:t>
            </a:r>
          </a:p>
          <a:p>
            <a:r>
              <a:rPr lang="en-US" sz="2800">
                <a:solidFill>
                  <a:srgbClr val="000000"/>
                </a:solidFill>
                <a:latin typeface="Calibri"/>
                <a:ea typeface="Verdana"/>
                <a:cs typeface="Calibri"/>
              </a:rPr>
              <a:t>Take the manna of today. </a:t>
            </a:r>
            <a:endParaRPr lang="en-US" i="1">
              <a:solidFill>
                <a:srgbClr val="C00000"/>
              </a:solidFill>
              <a:latin typeface="Calibri"/>
            </a:endParaRP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DFE5602B-6E2D-A173-4DF8-9982BC2DDA0E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07253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5836D-EEDA-6591-F1DC-9868B5E4C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DAEC1-B3D2-7A67-5B12-6E152DB23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Holy Communion – </a:t>
            </a:r>
            <a:r>
              <a:rPr lang="en-US" sz="2800">
                <a:cs typeface="Segoe UI"/>
              </a:rPr>
              <a:t>Day by day the manna fell</a:t>
            </a:r>
            <a:endParaRPr lang="en-US" sz="2800">
              <a:latin typeface="Segoe UI"/>
              <a:cs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39B86F-F4E0-D4C3-3410-5ECE65A7000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2: 2 of 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DFF223-4279-950B-1200-1297B06597F8}"/>
              </a:ext>
            </a:extLst>
          </p:cNvPr>
          <p:cNvSpPr txBox="1"/>
          <p:nvPr/>
        </p:nvSpPr>
        <p:spPr>
          <a:xfrm>
            <a:off x="209077" y="814113"/>
            <a:ext cx="9040304" cy="39703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>
                <a:latin typeface="Calibri"/>
                <a:ea typeface="Verdana"/>
                <a:cs typeface="Calibri"/>
              </a:rPr>
              <a:t>Lord! my times are in Thy hand; </a:t>
            </a:r>
          </a:p>
          <a:p>
            <a:r>
              <a:rPr lang="en-US" sz="2800">
                <a:latin typeface="Calibri"/>
                <a:ea typeface="Verdana"/>
                <a:cs typeface="Calibri"/>
              </a:rPr>
              <a:t>All my sanguine hopes have planned; </a:t>
            </a:r>
          </a:p>
          <a:p>
            <a:r>
              <a:rPr lang="en-US" sz="2800">
                <a:latin typeface="Calibri"/>
                <a:ea typeface="Verdana"/>
                <a:cs typeface="Calibri"/>
              </a:rPr>
              <a:t>To Thy wisdom I resign, </a:t>
            </a:r>
          </a:p>
          <a:p>
            <a:r>
              <a:rPr lang="en-US" sz="2800">
                <a:latin typeface="Calibri"/>
                <a:ea typeface="Verdana"/>
                <a:cs typeface="Calibri"/>
              </a:rPr>
              <a:t>And would make Thy purpose mine. </a:t>
            </a:r>
          </a:p>
          <a:p>
            <a:endParaRPr lang="en-US" sz="2800">
              <a:latin typeface="Calibri"/>
              <a:ea typeface="Verdana"/>
              <a:cs typeface="Calibri"/>
            </a:endParaRPr>
          </a:p>
          <a:p>
            <a:r>
              <a:rPr lang="en-US" sz="2800">
                <a:latin typeface="Calibri"/>
                <a:ea typeface="Verdana"/>
                <a:cs typeface="Calibri"/>
              </a:rPr>
              <a:t>Thou my daily task shalt give;</a:t>
            </a:r>
          </a:p>
          <a:p>
            <a:r>
              <a:rPr lang="en-US" sz="2800">
                <a:latin typeface="Calibri"/>
                <a:ea typeface="Verdana"/>
                <a:cs typeface="Calibri"/>
              </a:rPr>
              <a:t>Day by day to Thee I live; </a:t>
            </a:r>
          </a:p>
          <a:p>
            <a:r>
              <a:rPr lang="en-US" sz="2800">
                <a:latin typeface="Calibri"/>
                <a:ea typeface="Verdana"/>
                <a:cs typeface="Calibri"/>
              </a:rPr>
              <a:t>So shall added years fulfill, </a:t>
            </a:r>
          </a:p>
          <a:p>
            <a:r>
              <a:rPr lang="en-US" sz="2800">
                <a:latin typeface="Calibri"/>
                <a:ea typeface="Verdana"/>
                <a:cs typeface="Calibri"/>
              </a:rPr>
              <a:t>Not my own, my Father’s will. 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8F359843-F75A-D098-7487-D17961FC6B95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13310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16064-D5B1-EE0E-8097-B7F5073E1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D0920-5195-7D09-8CCC-D1CC2B898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Holy Communion – </a:t>
            </a:r>
            <a:r>
              <a:rPr lang="en-US" sz="2800">
                <a:cs typeface="Segoe UI"/>
              </a:rPr>
              <a:t>Day by day the manna fell</a:t>
            </a:r>
            <a:endParaRPr lang="en-US" sz="2800">
              <a:latin typeface="Segoe UI"/>
              <a:cs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F46188-7687-96FA-69E9-E6CCA0FD2FCF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2: 3 of 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98093E-00A1-42D5-6A2D-CF418A59A0C3}"/>
              </a:ext>
            </a:extLst>
          </p:cNvPr>
          <p:cNvSpPr txBox="1"/>
          <p:nvPr/>
        </p:nvSpPr>
        <p:spPr>
          <a:xfrm>
            <a:off x="209077" y="814113"/>
            <a:ext cx="9040304" cy="39703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>
                <a:latin typeface="Calibri"/>
                <a:ea typeface="Verdana"/>
                <a:cs typeface="Calibri"/>
              </a:rPr>
              <a:t>Fond ambition, whisper not; </a:t>
            </a:r>
          </a:p>
          <a:p>
            <a:r>
              <a:rPr lang="en-US" sz="2800">
                <a:latin typeface="Calibri"/>
                <a:ea typeface="Verdana"/>
                <a:cs typeface="Calibri"/>
              </a:rPr>
              <a:t>Happy is my humble lot. </a:t>
            </a:r>
          </a:p>
          <a:p>
            <a:r>
              <a:rPr lang="en-US" sz="2800">
                <a:latin typeface="Calibri"/>
                <a:ea typeface="Verdana"/>
                <a:cs typeface="Calibri"/>
              </a:rPr>
              <a:t>Anxious, busy cares away; </a:t>
            </a:r>
          </a:p>
          <a:p>
            <a:r>
              <a:rPr lang="en-US" sz="2800">
                <a:latin typeface="Calibri"/>
                <a:ea typeface="Verdana"/>
                <a:cs typeface="Calibri"/>
              </a:rPr>
              <a:t>I’m provided for today.</a:t>
            </a:r>
          </a:p>
          <a:p>
            <a:endParaRPr lang="en-US" sz="2800">
              <a:latin typeface="Calibri"/>
              <a:ea typeface="Verdana"/>
              <a:cs typeface="Calibri"/>
            </a:endParaRPr>
          </a:p>
          <a:p>
            <a:r>
              <a:rPr lang="en-US" sz="2800">
                <a:latin typeface="Calibri"/>
                <a:ea typeface="Verdana"/>
                <a:cs typeface="Calibri"/>
              </a:rPr>
              <a:t>Oh, to live exempt from care; </a:t>
            </a:r>
          </a:p>
          <a:p>
            <a:r>
              <a:rPr lang="en-US" sz="2800">
                <a:latin typeface="Calibri"/>
                <a:ea typeface="Verdana"/>
                <a:cs typeface="Calibri"/>
              </a:rPr>
              <a:t>By the energy of prayer; </a:t>
            </a:r>
          </a:p>
          <a:p>
            <a:r>
              <a:rPr lang="en-US" sz="2800">
                <a:latin typeface="Calibri"/>
                <a:ea typeface="Verdana"/>
                <a:cs typeface="Calibri"/>
              </a:rPr>
              <a:t>Strong in faith, with mind subdued; </a:t>
            </a:r>
          </a:p>
          <a:p>
            <a:r>
              <a:rPr lang="en-US" sz="2800">
                <a:latin typeface="Calibri"/>
                <a:ea typeface="Verdana"/>
                <a:cs typeface="Calibri"/>
              </a:rPr>
              <a:t>Yet elate with gratitude! 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A6BAFD25-837C-F094-625E-61A53ED415A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78156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DA89A-7C08-CCE5-75F7-4FA773DE0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DB4C3-4D10-8770-5735-832028FC5D08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B215DD8B-A764-FC8D-C2B1-0C57092D758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F5DD54E3-DC06-0B2F-B4DC-3A634421A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</p:spPr>
        <p:txBody>
          <a:bodyPr/>
          <a:lstStyle/>
          <a:p>
            <a:r>
              <a:rPr lang="en-US" sz="2800">
                <a:latin typeface="Segoe UI"/>
                <a:cs typeface="Segoe UI"/>
              </a:rPr>
              <a:t>Holy Communion – I am not worthy</a:t>
            </a:r>
          </a:p>
        </p:txBody>
      </p:sp>
    </p:spTree>
    <p:extLst>
      <p:ext uri="{BB962C8B-B14F-4D97-AF65-F5344CB8AC3E}">
        <p14:creationId xmlns:p14="http://schemas.microsoft.com/office/powerpoint/2010/main" val="24065811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11C70-18A8-639F-B388-9D27EB412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247C4-7A0E-CA01-D3F5-C5DDF9F12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Holy Communion – I am not worthy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403F8333-98D8-DE76-4A7B-5CFDB90B4C53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8E5F5E-AFCD-CA89-E3DF-EB5B7465010C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3: 1 of 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36F35D-48AB-EDB2-4394-D9653B1CDDAF}"/>
              </a:ext>
            </a:extLst>
          </p:cNvPr>
          <p:cNvSpPr txBox="1"/>
          <p:nvPr/>
        </p:nvSpPr>
        <p:spPr>
          <a:xfrm>
            <a:off x="133854" y="758096"/>
            <a:ext cx="8867917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US" sz="2800">
                <a:latin typeface="Calibri"/>
                <a:ea typeface="Calibri"/>
                <a:cs typeface="Calibri"/>
              </a:rPr>
              <a:t>I am not worthy, holy Lord, </a:t>
            </a:r>
          </a:p>
          <a:p>
            <a:pPr lvl="1"/>
            <a:r>
              <a:rPr lang="en-US" sz="2800">
                <a:latin typeface="Calibri"/>
                <a:ea typeface="Calibri"/>
                <a:cs typeface="Calibri"/>
              </a:rPr>
              <a:t>That Thou shouldst come to me; </a:t>
            </a:r>
          </a:p>
          <a:p>
            <a:pPr lvl="1"/>
            <a:r>
              <a:rPr lang="en-US" sz="2800">
                <a:latin typeface="Calibri"/>
                <a:ea typeface="Calibri"/>
                <a:cs typeface="Calibri"/>
              </a:rPr>
              <a:t>Speak but the word; one gracious word </a:t>
            </a:r>
          </a:p>
          <a:p>
            <a:pPr lvl="1"/>
            <a:r>
              <a:rPr lang="en-US" sz="2800">
                <a:latin typeface="Calibri"/>
                <a:ea typeface="Calibri"/>
                <a:cs typeface="Calibri"/>
              </a:rPr>
              <a:t>Can set the sinner free.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C2C43A-B6E5-BCA4-CE76-83D7CBF91E73}"/>
              </a:ext>
            </a:extLst>
          </p:cNvPr>
          <p:cNvSpPr txBox="1"/>
          <p:nvPr/>
        </p:nvSpPr>
        <p:spPr>
          <a:xfrm>
            <a:off x="133853" y="2903888"/>
            <a:ext cx="8867917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US" sz="2800">
                <a:latin typeface="Calibri"/>
                <a:ea typeface="Calibri"/>
                <a:cs typeface="Calibri"/>
              </a:rPr>
              <a:t>I am not worthy, cold and bare, </a:t>
            </a:r>
          </a:p>
          <a:p>
            <a:pPr lvl="1"/>
            <a:r>
              <a:rPr lang="en-US" sz="2800">
                <a:latin typeface="Calibri"/>
                <a:ea typeface="Calibri"/>
                <a:cs typeface="Calibri"/>
              </a:rPr>
              <a:t>The lodging of my soul; </a:t>
            </a:r>
          </a:p>
          <a:p>
            <a:pPr lvl="1"/>
            <a:r>
              <a:rPr lang="en-US" sz="2800">
                <a:latin typeface="Calibri"/>
                <a:ea typeface="Calibri"/>
                <a:cs typeface="Calibri"/>
              </a:rPr>
              <a:t>How canst Thou deign to enter there? </a:t>
            </a:r>
          </a:p>
          <a:p>
            <a:pPr lvl="1"/>
            <a:r>
              <a:rPr lang="en-US" sz="2800">
                <a:latin typeface="Calibri"/>
                <a:ea typeface="Calibri"/>
                <a:cs typeface="Calibri"/>
              </a:rPr>
              <a:t>Lord, speak and make me whole.  </a:t>
            </a:r>
          </a:p>
        </p:txBody>
      </p:sp>
    </p:spTree>
    <p:extLst>
      <p:ext uri="{BB962C8B-B14F-4D97-AF65-F5344CB8AC3E}">
        <p14:creationId xmlns:p14="http://schemas.microsoft.com/office/powerpoint/2010/main" val="33591424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B13F5-2182-46A3-19E9-F4F1854BE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8D137-D081-A64D-8118-9549F8B43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Holy Communion – I am not worthy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27FEB482-D290-293A-597E-0E313D51F975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DF8213-E8F9-E2CA-A141-E74B8EC1756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3: 2 of 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8BD025-8885-B354-B255-57FC8B066FD7}"/>
              </a:ext>
            </a:extLst>
          </p:cNvPr>
          <p:cNvSpPr txBox="1"/>
          <p:nvPr/>
        </p:nvSpPr>
        <p:spPr>
          <a:xfrm>
            <a:off x="133854" y="758096"/>
            <a:ext cx="8867917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US" sz="2800">
                <a:latin typeface="Calibri"/>
                <a:ea typeface="Calibri"/>
                <a:cs typeface="Calibri"/>
              </a:rPr>
              <a:t>I am not worthy, yet my God, </a:t>
            </a:r>
          </a:p>
          <a:p>
            <a:pPr lvl="1"/>
            <a:r>
              <a:rPr lang="en-US" sz="2800">
                <a:latin typeface="Calibri"/>
                <a:ea typeface="Calibri"/>
                <a:cs typeface="Calibri"/>
              </a:rPr>
              <a:t>How can I stay Thee nay; </a:t>
            </a:r>
          </a:p>
          <a:p>
            <a:pPr lvl="1"/>
            <a:r>
              <a:rPr lang="en-US" sz="2800">
                <a:latin typeface="Calibri"/>
                <a:ea typeface="Calibri"/>
                <a:cs typeface="Calibri"/>
              </a:rPr>
              <a:t>Thee, who didst give Thy flesh and blood, </a:t>
            </a:r>
          </a:p>
          <a:p>
            <a:pPr lvl="1"/>
            <a:r>
              <a:rPr lang="en-US" sz="2800">
                <a:latin typeface="Calibri"/>
                <a:ea typeface="Calibri"/>
                <a:cs typeface="Calibri"/>
              </a:rPr>
              <a:t>My ransom price to pay?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ECA793-2A1D-03FF-4482-5186C6944076}"/>
              </a:ext>
            </a:extLst>
          </p:cNvPr>
          <p:cNvSpPr txBox="1"/>
          <p:nvPr/>
        </p:nvSpPr>
        <p:spPr>
          <a:xfrm>
            <a:off x="133853" y="2903888"/>
            <a:ext cx="8867917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US" sz="2800">
                <a:latin typeface="Calibri"/>
                <a:ea typeface="Calibri"/>
                <a:cs typeface="Calibri"/>
              </a:rPr>
              <a:t>O come! in this sweet morning hour,</a:t>
            </a:r>
          </a:p>
          <a:p>
            <a:pPr lvl="1"/>
            <a:r>
              <a:rPr lang="en-US" sz="2800">
                <a:latin typeface="Calibri"/>
                <a:ea typeface="Calibri"/>
                <a:cs typeface="Calibri"/>
              </a:rPr>
              <a:t>Feed me with food divine; </a:t>
            </a:r>
          </a:p>
          <a:p>
            <a:pPr lvl="1"/>
            <a:r>
              <a:rPr lang="en-US" sz="2800">
                <a:latin typeface="Calibri"/>
                <a:ea typeface="Calibri"/>
                <a:cs typeface="Calibri"/>
              </a:rPr>
              <a:t>And fill with all Thy love and power</a:t>
            </a:r>
          </a:p>
          <a:p>
            <a:pPr lvl="1"/>
            <a:r>
              <a:rPr lang="en-US" sz="2800">
                <a:latin typeface="Calibri"/>
                <a:ea typeface="Calibri"/>
                <a:cs typeface="Calibri"/>
              </a:rPr>
              <a:t>This worthless heart of mine.</a:t>
            </a:r>
          </a:p>
        </p:txBody>
      </p:sp>
    </p:spTree>
    <p:extLst>
      <p:ext uri="{BB962C8B-B14F-4D97-AF65-F5344CB8AC3E}">
        <p14:creationId xmlns:p14="http://schemas.microsoft.com/office/powerpoint/2010/main" val="34758213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A7815-A805-1E32-1AFE-442141389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E297C0-A444-C8DA-D2AF-98FD182039C6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4B5ACE63-7A3A-BB50-A317-D28C30328DC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BDD87787-CE39-BEBC-6978-28643C3EA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</p:spPr>
        <p:txBody>
          <a:bodyPr/>
          <a:lstStyle/>
          <a:p>
            <a:r>
              <a:rPr lang="en-US" sz="2800">
                <a:latin typeface="Segoe UI"/>
                <a:cs typeface="Segoe UI"/>
              </a:rPr>
              <a:t>Holy Communion – Hymn No 710</a:t>
            </a:r>
          </a:p>
        </p:txBody>
      </p:sp>
    </p:spTree>
    <p:extLst>
      <p:ext uri="{BB962C8B-B14F-4D97-AF65-F5344CB8AC3E}">
        <p14:creationId xmlns:p14="http://schemas.microsoft.com/office/powerpoint/2010/main" val="11473387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069EB-EEFE-822B-F087-21B4B6464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84F42-40FB-B179-1DFA-C52CE341D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Holy Communion – </a:t>
            </a:r>
            <a:r>
              <a:rPr lang="en-US" sz="2800">
                <a:cs typeface="Segoe UI"/>
              </a:rPr>
              <a:t>Hymn No 710</a:t>
            </a:r>
            <a:endParaRPr lang="en-US" sz="2800">
              <a:latin typeface="Segoe UI"/>
              <a:cs typeface="Segoe UI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E1F4984F-7059-4820-AC04-7A3A6F3AFB1A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58A9CB-5F4B-9ADD-4E1B-E2EEABB94798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4: 1 of 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382523-5A83-6DCC-FE22-D6F98D066306}"/>
              </a:ext>
            </a:extLst>
          </p:cNvPr>
          <p:cNvSpPr txBox="1"/>
          <p:nvPr/>
        </p:nvSpPr>
        <p:spPr>
          <a:xfrm>
            <a:off x="55081" y="762909"/>
            <a:ext cx="9053293" cy="39703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>
                <a:latin typeface="Calibri"/>
                <a:ea typeface="Calibri"/>
                <a:cs typeface="Calibri"/>
              </a:rPr>
              <a:t>	O weary heart, there is a Home,</a:t>
            </a:r>
            <a:br>
              <a:rPr lang="en-US" sz="2800">
                <a:latin typeface="Calibri"/>
                <a:ea typeface="Calibri"/>
                <a:cs typeface="Calibri"/>
              </a:rPr>
            </a:br>
            <a:r>
              <a:rPr lang="en-US" sz="2800">
                <a:latin typeface="Calibri"/>
                <a:ea typeface="Calibri"/>
                <a:cs typeface="Calibri"/>
              </a:rPr>
              <a:t>	Beyond the reach of toil and care;</a:t>
            </a:r>
            <a:br>
              <a:rPr lang="en-US" sz="2800">
                <a:latin typeface="Calibri"/>
                <a:ea typeface="Calibri"/>
                <a:cs typeface="Calibri"/>
              </a:rPr>
            </a:br>
            <a:r>
              <a:rPr lang="en-US" sz="2800">
                <a:latin typeface="Calibri"/>
                <a:ea typeface="Calibri"/>
                <a:cs typeface="Calibri"/>
              </a:rPr>
              <a:t>	A Home where changes never come :</a:t>
            </a:r>
            <a:br>
              <a:rPr lang="en-US" sz="2800">
                <a:latin typeface="Calibri"/>
                <a:ea typeface="Calibri"/>
                <a:cs typeface="Calibri"/>
              </a:rPr>
            </a:br>
            <a:r>
              <a:rPr lang="en-US" sz="2800">
                <a:latin typeface="Calibri"/>
                <a:ea typeface="Calibri"/>
                <a:cs typeface="Calibri"/>
              </a:rPr>
              <a:t>	Who would not fain be resting there?</a:t>
            </a:r>
            <a:br>
              <a:rPr lang="en-US" sz="2800">
                <a:latin typeface="Calibri"/>
                <a:ea typeface="Calibri"/>
                <a:cs typeface="Calibri"/>
              </a:rPr>
            </a:br>
            <a:endParaRPr lang="en-US" sz="2800">
              <a:latin typeface="Calibri"/>
              <a:ea typeface="Calibri"/>
              <a:cs typeface="Calibri"/>
            </a:endParaRPr>
          </a:p>
          <a:p>
            <a:r>
              <a:rPr lang="en-US" sz="2800" i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		Oh wait, meekly wait, and murmur not!</a:t>
            </a:r>
            <a:br>
              <a:rPr lang="en-US" sz="2800" i="1">
                <a:solidFill>
                  <a:srgbClr val="C00000"/>
                </a:solidFill>
                <a:latin typeface="Calibri"/>
                <a:ea typeface="Calibri"/>
                <a:cs typeface="Calibri"/>
              </a:rPr>
            </a:br>
            <a:r>
              <a:rPr lang="en-US" sz="2800" i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		Oh wait, meekly wait, and murmur not!</a:t>
            </a:r>
            <a:br>
              <a:rPr lang="en-US" sz="2800" i="1">
                <a:solidFill>
                  <a:srgbClr val="C00000"/>
                </a:solidFill>
                <a:latin typeface="Calibri"/>
                <a:ea typeface="Calibri"/>
                <a:cs typeface="Calibri"/>
              </a:rPr>
            </a:br>
            <a:r>
              <a:rPr lang="en-US" sz="2800" i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		Oh wait, Oh wait,</a:t>
            </a:r>
            <a:br>
              <a:rPr lang="en-US" sz="2800" i="1">
                <a:solidFill>
                  <a:srgbClr val="C00000"/>
                </a:solidFill>
                <a:latin typeface="Calibri"/>
                <a:ea typeface="Calibri"/>
                <a:cs typeface="Calibri"/>
              </a:rPr>
            </a:br>
            <a:r>
              <a:rPr lang="en-US" sz="2800" i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		Oh wait, and murmur not!</a:t>
            </a:r>
            <a:endParaRPr lang="en-US" sz="2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937551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81E5D-1246-1837-4741-635512F09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AF108-40FE-DA7C-D759-AE746629E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Holy Communion – </a:t>
            </a:r>
            <a:r>
              <a:rPr lang="en-US" sz="2800">
                <a:cs typeface="Segoe UI"/>
              </a:rPr>
              <a:t>Hymn No 710</a:t>
            </a:r>
            <a:endParaRPr lang="en-US" sz="2800">
              <a:latin typeface="Segoe UI"/>
              <a:cs typeface="Segoe UI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6BEB9A59-BEA4-EE1E-FCFC-6AA5E333DE2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42496F-DE78-2C4B-F2FF-37C1B5B2CB4B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4: 2 of 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5D76DD-CEB9-BCCC-8FA8-27F849073625}"/>
              </a:ext>
            </a:extLst>
          </p:cNvPr>
          <p:cNvSpPr txBox="1"/>
          <p:nvPr/>
        </p:nvSpPr>
        <p:spPr>
          <a:xfrm>
            <a:off x="55081" y="762908"/>
            <a:ext cx="9023157" cy="39703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>
                <a:latin typeface="Calibri"/>
                <a:ea typeface="Calibri"/>
                <a:cs typeface="Calibri"/>
              </a:rPr>
              <a:t>	Yet when </a:t>
            </a:r>
            <a:r>
              <a:rPr lang="en-US" sz="2800" err="1">
                <a:latin typeface="Calibri"/>
                <a:ea typeface="Calibri"/>
                <a:cs typeface="Calibri"/>
              </a:rPr>
              <a:t>bow'd</a:t>
            </a:r>
            <a:r>
              <a:rPr lang="en-US" sz="2800">
                <a:latin typeface="Calibri"/>
                <a:ea typeface="Calibri"/>
                <a:cs typeface="Calibri"/>
              </a:rPr>
              <a:t> down beneath the load</a:t>
            </a:r>
            <a:br>
              <a:rPr lang="en-US" sz="2800">
                <a:latin typeface="Calibri"/>
                <a:ea typeface="Calibri"/>
                <a:cs typeface="Calibri"/>
              </a:rPr>
            </a:br>
            <a:r>
              <a:rPr lang="en-US" sz="2800">
                <a:latin typeface="Calibri"/>
                <a:ea typeface="Calibri"/>
                <a:cs typeface="Calibri"/>
              </a:rPr>
              <a:t>	By </a:t>
            </a:r>
            <a:r>
              <a:rPr lang="en-US" sz="2800" err="1">
                <a:latin typeface="Calibri"/>
                <a:ea typeface="Calibri"/>
                <a:cs typeface="Calibri"/>
              </a:rPr>
              <a:t>heav’n</a:t>
            </a:r>
            <a:r>
              <a:rPr lang="en-US" sz="2800">
                <a:latin typeface="Calibri"/>
                <a:ea typeface="Calibri"/>
                <a:cs typeface="Calibri"/>
              </a:rPr>
              <a:t> allowed, thine earthly lot;</a:t>
            </a:r>
            <a:br>
              <a:rPr lang="en-US" sz="2800">
                <a:latin typeface="Calibri"/>
                <a:ea typeface="Calibri"/>
                <a:cs typeface="Calibri"/>
              </a:rPr>
            </a:br>
            <a:r>
              <a:rPr lang="en-US" sz="2800">
                <a:latin typeface="Calibri"/>
                <a:ea typeface="Calibri"/>
                <a:cs typeface="Calibri"/>
              </a:rPr>
              <a:t>	Look up! </a:t>
            </a:r>
            <a:r>
              <a:rPr lang="en-US" sz="2800" err="1">
                <a:latin typeface="Calibri"/>
                <a:ea typeface="Calibri"/>
                <a:cs typeface="Calibri"/>
              </a:rPr>
              <a:t>thou’lt</a:t>
            </a:r>
            <a:r>
              <a:rPr lang="en-US" sz="2800">
                <a:latin typeface="Calibri"/>
                <a:ea typeface="Calibri"/>
                <a:cs typeface="Calibri"/>
              </a:rPr>
              <a:t> reach that blest abode :</a:t>
            </a:r>
            <a:br>
              <a:rPr lang="en-US" sz="2800">
                <a:latin typeface="Calibri"/>
                <a:ea typeface="Calibri"/>
                <a:cs typeface="Calibri"/>
              </a:rPr>
            </a:br>
            <a:r>
              <a:rPr lang="en-US" sz="2800">
                <a:latin typeface="Calibri"/>
                <a:ea typeface="Calibri"/>
                <a:cs typeface="Calibri"/>
              </a:rPr>
              <a:t>	Wait, meekly wait, and murmur not! </a:t>
            </a:r>
          </a:p>
          <a:p>
            <a:r>
              <a:rPr lang="en-US" sz="2800" i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		</a:t>
            </a:r>
          </a:p>
          <a:p>
            <a:r>
              <a:rPr lang="en-US" sz="2800" i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		Oh wait, meekly wait, and murmur not!</a:t>
            </a:r>
            <a:br>
              <a:rPr lang="en-US" sz="2800" i="1">
                <a:solidFill>
                  <a:srgbClr val="C00000"/>
                </a:solidFill>
                <a:latin typeface="Calibri"/>
                <a:ea typeface="Calibri"/>
                <a:cs typeface="Calibri"/>
              </a:rPr>
            </a:br>
            <a:r>
              <a:rPr lang="en-US" sz="2800" i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		Oh wait, meekly wait, and murmur not!</a:t>
            </a:r>
            <a:br>
              <a:rPr lang="en-US" sz="2800" i="1">
                <a:solidFill>
                  <a:srgbClr val="C00000"/>
                </a:solidFill>
                <a:latin typeface="Calibri"/>
                <a:ea typeface="Calibri"/>
                <a:cs typeface="Calibri"/>
              </a:rPr>
            </a:br>
            <a:r>
              <a:rPr lang="en-US" sz="2800" i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		Oh wait, Oh wait,</a:t>
            </a:r>
            <a:br>
              <a:rPr lang="en-US" sz="2800" i="1">
                <a:solidFill>
                  <a:srgbClr val="C00000"/>
                </a:solidFill>
                <a:latin typeface="Calibri"/>
                <a:ea typeface="Calibri"/>
                <a:cs typeface="Calibri"/>
              </a:rPr>
            </a:br>
            <a:r>
              <a:rPr lang="en-US" sz="2800" i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		Oh wait, and murmur not!</a:t>
            </a:r>
            <a:endParaRPr lang="en-US" sz="2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675185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B5B6B-0CFE-A6D1-6F46-BFC6F0BA6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A0B87-EBCF-55B2-5CC3-7A48569D3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Holy Communion – </a:t>
            </a:r>
            <a:r>
              <a:rPr lang="en-US" sz="2800">
                <a:cs typeface="Segoe UI"/>
              </a:rPr>
              <a:t>Hymn No 710</a:t>
            </a:r>
            <a:endParaRPr lang="en-US" sz="2800">
              <a:latin typeface="Segoe UI"/>
              <a:cs typeface="Segoe UI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F2302040-07B3-DDB3-4380-A2DD21E6C94F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F3A5CB-D459-CEBC-C372-0F0C17A44DA0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4: 3 of 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C5FAF2-EFE9-B860-3107-3567BE3A3367}"/>
              </a:ext>
            </a:extLst>
          </p:cNvPr>
          <p:cNvSpPr txBox="1"/>
          <p:nvPr/>
        </p:nvSpPr>
        <p:spPr>
          <a:xfrm>
            <a:off x="55081" y="762908"/>
            <a:ext cx="9023157" cy="39703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>
                <a:latin typeface="Calibri"/>
                <a:ea typeface="Calibri"/>
                <a:cs typeface="Calibri"/>
              </a:rPr>
              <a:t>	If in thy path some thorns are found,</a:t>
            </a:r>
            <a:br>
              <a:rPr lang="en-US" sz="2800">
                <a:latin typeface="Calibri"/>
                <a:ea typeface="Calibri"/>
                <a:cs typeface="Calibri"/>
              </a:rPr>
            </a:br>
            <a:r>
              <a:rPr lang="en-US" sz="2800">
                <a:latin typeface="Calibri"/>
                <a:ea typeface="Calibri"/>
                <a:cs typeface="Calibri"/>
              </a:rPr>
              <a:t>	Oh, think who wore them on His brow;</a:t>
            </a:r>
            <a:br>
              <a:rPr lang="en-US" sz="2800">
                <a:latin typeface="Calibri"/>
                <a:ea typeface="Calibri"/>
                <a:cs typeface="Calibri"/>
              </a:rPr>
            </a:br>
            <a:r>
              <a:rPr lang="en-US" sz="2800">
                <a:latin typeface="Calibri"/>
                <a:ea typeface="Calibri"/>
                <a:cs typeface="Calibri"/>
              </a:rPr>
              <a:t>	If grief thy sorrowing heart has found,</a:t>
            </a:r>
            <a:br>
              <a:rPr lang="en-US" sz="2800">
                <a:latin typeface="Calibri"/>
                <a:ea typeface="Calibri"/>
                <a:cs typeface="Calibri"/>
              </a:rPr>
            </a:br>
            <a:r>
              <a:rPr lang="en-US" sz="2800">
                <a:latin typeface="Calibri"/>
                <a:ea typeface="Calibri"/>
                <a:cs typeface="Calibri"/>
              </a:rPr>
              <a:t>	It reached a holier than thou. </a:t>
            </a:r>
          </a:p>
          <a:p>
            <a:r>
              <a:rPr lang="en-US" sz="2800" i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		</a:t>
            </a:r>
          </a:p>
          <a:p>
            <a:r>
              <a:rPr lang="en-US" sz="2800" i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		Oh wait, meekly wait, and murmur not!</a:t>
            </a:r>
            <a:br>
              <a:rPr lang="en-US" sz="2800" i="1">
                <a:solidFill>
                  <a:srgbClr val="C00000"/>
                </a:solidFill>
                <a:latin typeface="Calibri"/>
                <a:ea typeface="Calibri"/>
                <a:cs typeface="Calibri"/>
              </a:rPr>
            </a:br>
            <a:r>
              <a:rPr lang="en-US" sz="2800" i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		Oh wait, meekly wait, and murmur not!</a:t>
            </a:r>
            <a:br>
              <a:rPr lang="en-US" sz="2800" i="1">
                <a:solidFill>
                  <a:srgbClr val="C00000"/>
                </a:solidFill>
                <a:latin typeface="Calibri"/>
                <a:ea typeface="Calibri"/>
                <a:cs typeface="Calibri"/>
              </a:rPr>
            </a:br>
            <a:r>
              <a:rPr lang="en-US" sz="2800" i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		Oh wait, Oh wait,</a:t>
            </a:r>
            <a:br>
              <a:rPr lang="en-US" sz="2800" i="1">
                <a:solidFill>
                  <a:srgbClr val="C00000"/>
                </a:solidFill>
                <a:latin typeface="Calibri"/>
                <a:ea typeface="Calibri"/>
                <a:cs typeface="Calibri"/>
              </a:rPr>
            </a:br>
            <a:r>
              <a:rPr lang="en-US" sz="2800" i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		Oh wait, and murmur not!</a:t>
            </a:r>
            <a:endParaRPr lang="en-US" sz="2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1124302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9D734-B3A3-B281-2818-3BB2CEB34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A79DF-AFFE-F80E-40A9-833CE4BC2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Holy Communion – </a:t>
            </a:r>
            <a:r>
              <a:rPr lang="en-US" sz="2800">
                <a:cs typeface="Segoe UI"/>
              </a:rPr>
              <a:t>Hymn No 710</a:t>
            </a:r>
            <a:endParaRPr lang="en-US" sz="2800">
              <a:latin typeface="Segoe UI"/>
              <a:cs typeface="Segoe UI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9F806C4C-ACD9-7585-6CC9-C2ABC12EA9DF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FD7170-4EE2-1D27-49E8-4E36CE16D71C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4: 4 of 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B1CCC4-8DBE-5ABA-4CD2-9950D0693041}"/>
              </a:ext>
            </a:extLst>
          </p:cNvPr>
          <p:cNvSpPr txBox="1"/>
          <p:nvPr/>
        </p:nvSpPr>
        <p:spPr>
          <a:xfrm>
            <a:off x="55081" y="762908"/>
            <a:ext cx="9023157" cy="39703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>
                <a:latin typeface="Calibri"/>
                <a:ea typeface="Calibri"/>
                <a:cs typeface="Calibri"/>
              </a:rPr>
              <a:t>	Toil on! nor deem, though sore it be,</a:t>
            </a:r>
            <a:br>
              <a:rPr lang="en-US" sz="2800">
                <a:latin typeface="Calibri"/>
                <a:ea typeface="Calibri"/>
                <a:cs typeface="Calibri"/>
              </a:rPr>
            </a:br>
            <a:r>
              <a:rPr lang="en-US" sz="2800">
                <a:latin typeface="Calibri"/>
                <a:ea typeface="Calibri"/>
                <a:cs typeface="Calibri"/>
              </a:rPr>
              <a:t>	One sigh unheard, one prayer forgot;</a:t>
            </a:r>
            <a:br>
              <a:rPr lang="en-US" sz="2800">
                <a:latin typeface="Calibri"/>
                <a:ea typeface="Calibri"/>
                <a:cs typeface="Calibri"/>
              </a:rPr>
            </a:br>
            <a:r>
              <a:rPr lang="en-US" sz="2800">
                <a:latin typeface="Calibri"/>
                <a:ea typeface="Calibri"/>
                <a:cs typeface="Calibri"/>
              </a:rPr>
              <a:t>	The day of rest will dawn for thee :</a:t>
            </a:r>
            <a:br>
              <a:rPr lang="en-US" sz="2800">
                <a:latin typeface="Calibri"/>
                <a:ea typeface="Calibri"/>
                <a:cs typeface="Calibri"/>
              </a:rPr>
            </a:br>
            <a:r>
              <a:rPr lang="en-US" sz="2800">
                <a:latin typeface="Calibri"/>
                <a:ea typeface="Calibri"/>
                <a:cs typeface="Calibri"/>
              </a:rPr>
              <a:t>	Wait, meekly wait, and murmur not! </a:t>
            </a:r>
            <a:r>
              <a:rPr lang="en-US" sz="2800" i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		</a:t>
            </a:r>
          </a:p>
          <a:p>
            <a:r>
              <a:rPr lang="en-US" sz="2800" i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	</a:t>
            </a:r>
          </a:p>
          <a:p>
            <a:r>
              <a:rPr lang="en-US" sz="2800" i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		Oh wait, meekly wait, and murmur not!</a:t>
            </a:r>
            <a:br>
              <a:rPr lang="en-US" sz="2800" i="1">
                <a:solidFill>
                  <a:srgbClr val="C00000"/>
                </a:solidFill>
                <a:latin typeface="Calibri"/>
                <a:ea typeface="Calibri"/>
                <a:cs typeface="Calibri"/>
              </a:rPr>
            </a:br>
            <a:r>
              <a:rPr lang="en-US" sz="2800" i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		Oh wait, meekly wait, and murmur not!</a:t>
            </a:r>
            <a:br>
              <a:rPr lang="en-US" sz="2800" i="1">
                <a:solidFill>
                  <a:srgbClr val="C00000"/>
                </a:solidFill>
                <a:latin typeface="Calibri"/>
                <a:ea typeface="Calibri"/>
                <a:cs typeface="Calibri"/>
              </a:rPr>
            </a:br>
            <a:r>
              <a:rPr lang="en-US" sz="2800" i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		Oh wait, Oh wait,</a:t>
            </a:r>
            <a:br>
              <a:rPr lang="en-US" sz="2800" i="1">
                <a:solidFill>
                  <a:srgbClr val="C00000"/>
                </a:solidFill>
                <a:latin typeface="Calibri"/>
                <a:ea typeface="Calibri"/>
                <a:cs typeface="Calibri"/>
              </a:rPr>
            </a:br>
            <a:r>
              <a:rPr lang="en-US" sz="2800" i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		Oh wait, and murmur not!</a:t>
            </a:r>
            <a:endParaRPr lang="en-US" sz="2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8857615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0576A-D2A0-70A5-3A2D-231C067A8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970A0C-E1B2-3785-248C-20737839017A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E30B16E4-B295-3651-0DA7-60F0F214ECE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0F17F290-1656-7542-9578-98FD23DC6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</p:spPr>
        <p:txBody>
          <a:bodyPr/>
          <a:lstStyle/>
          <a:p>
            <a:r>
              <a:rPr lang="en-US" sz="2800">
                <a:latin typeface="Segoe UI"/>
                <a:cs typeface="Segoe UI"/>
              </a:rPr>
              <a:t>Holy Communion – Hymn No 879</a:t>
            </a:r>
          </a:p>
        </p:txBody>
      </p:sp>
    </p:spTree>
    <p:extLst>
      <p:ext uri="{BB962C8B-B14F-4D97-AF65-F5344CB8AC3E}">
        <p14:creationId xmlns:p14="http://schemas.microsoft.com/office/powerpoint/2010/main" val="348206995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CE50B-D493-50E8-4403-151E30419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EF179-0FDB-0057-21E2-16A305363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Holy Communion – Hymn No 879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2AC7E4B1-3C6C-09E2-6BBB-14E136FC469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5C489C-0CD0-216B-2A2E-7747A190920E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5: 1 of 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C0ECDD-78D9-095F-8A1F-BB00F68565A5}"/>
              </a:ext>
            </a:extLst>
          </p:cNvPr>
          <p:cNvSpPr txBox="1"/>
          <p:nvPr/>
        </p:nvSpPr>
        <p:spPr>
          <a:xfrm>
            <a:off x="-1391" y="692240"/>
            <a:ext cx="8836674" cy="39703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US" sz="2800">
                <a:latin typeface="Calibri"/>
                <a:ea typeface="Verdana"/>
                <a:cs typeface="+mn-lt"/>
              </a:rPr>
              <a:t>Will your anchor hold in the storms of life?</a:t>
            </a:r>
            <a:br>
              <a:rPr lang="en-US" sz="2800">
                <a:latin typeface="Calibri"/>
                <a:ea typeface="Verdana"/>
                <a:cs typeface="+mn-lt"/>
              </a:rPr>
            </a:br>
            <a:r>
              <a:rPr lang="en-US" sz="2800">
                <a:latin typeface="Calibri"/>
                <a:ea typeface="Verdana"/>
                <a:cs typeface="+mn-lt"/>
              </a:rPr>
              <a:t>When the clouds unfold their wings of strife;</a:t>
            </a:r>
            <a:br>
              <a:rPr lang="en-US" sz="2800">
                <a:latin typeface="Calibri"/>
                <a:ea typeface="Verdana"/>
                <a:cs typeface="+mn-lt"/>
              </a:rPr>
            </a:br>
            <a:r>
              <a:rPr lang="en-US" sz="2800">
                <a:latin typeface="Calibri"/>
                <a:ea typeface="Verdana"/>
                <a:cs typeface="+mn-lt"/>
              </a:rPr>
              <a:t>When the strong tides lift and the cables strain,</a:t>
            </a:r>
            <a:br>
              <a:rPr lang="en-US" sz="2800">
                <a:latin typeface="Calibri"/>
                <a:ea typeface="Verdana"/>
                <a:cs typeface="+mn-lt"/>
              </a:rPr>
            </a:br>
            <a:r>
              <a:rPr lang="en-US" sz="2800">
                <a:latin typeface="Calibri"/>
                <a:ea typeface="Verdana"/>
                <a:cs typeface="+mn-lt"/>
              </a:rPr>
              <a:t>Will your anchor drift or firm remain?</a:t>
            </a:r>
          </a:p>
          <a:p>
            <a:pPr lvl="1"/>
            <a:br>
              <a:rPr lang="en-US" sz="2800">
                <a:latin typeface="Calibri"/>
                <a:ea typeface="Verdana"/>
                <a:cs typeface="+mn-lt"/>
              </a:rPr>
            </a:br>
            <a:r>
              <a:rPr lang="en-US" sz="2800" i="1">
                <a:solidFill>
                  <a:srgbClr val="C00000"/>
                </a:solidFill>
                <a:latin typeface="Calibri"/>
                <a:ea typeface="Verdana"/>
                <a:cs typeface="+mn-lt"/>
              </a:rPr>
              <a:t>We have an anchor that keeps the soul </a:t>
            </a:r>
          </a:p>
          <a:p>
            <a:pPr lvl="1"/>
            <a:r>
              <a:rPr lang="en-US" sz="2800" i="1">
                <a:solidFill>
                  <a:srgbClr val="C00000"/>
                </a:solidFill>
                <a:latin typeface="Calibri"/>
                <a:ea typeface="Verdana"/>
                <a:cs typeface="+mn-lt"/>
              </a:rPr>
              <a:t>Steadfast and sure while the billows roll; </a:t>
            </a:r>
          </a:p>
          <a:p>
            <a:pPr lvl="1"/>
            <a:r>
              <a:rPr lang="en-US" sz="2800" i="1" err="1">
                <a:solidFill>
                  <a:srgbClr val="C00000"/>
                </a:solidFill>
                <a:latin typeface="Calibri"/>
                <a:ea typeface="Verdana"/>
                <a:cs typeface="+mn-lt"/>
              </a:rPr>
              <a:t>Fasten’d</a:t>
            </a:r>
            <a:r>
              <a:rPr lang="en-US" sz="2800" i="1">
                <a:solidFill>
                  <a:srgbClr val="C00000"/>
                </a:solidFill>
                <a:latin typeface="Calibri"/>
                <a:ea typeface="Verdana"/>
                <a:cs typeface="+mn-lt"/>
              </a:rPr>
              <a:t> to the Rock which cannot move, </a:t>
            </a:r>
          </a:p>
          <a:p>
            <a:pPr lvl="1"/>
            <a:r>
              <a:rPr lang="en-US" sz="2800" i="1">
                <a:solidFill>
                  <a:srgbClr val="C00000"/>
                </a:solidFill>
                <a:latin typeface="Calibri"/>
                <a:ea typeface="Verdana"/>
                <a:cs typeface="+mn-lt"/>
              </a:rPr>
              <a:t>Grounded firm and deep in the Savior’s love!</a:t>
            </a:r>
            <a:endParaRPr lang="en-US" i="1">
              <a:solidFill>
                <a:srgbClr val="C0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4051668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EEDB7-FD87-AE68-3A2D-729D57B97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D2AF2-9C57-0DEA-BE6E-567AC6A8D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Holy Communion – Hymn No 879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2C3D2F5C-E5C6-8C08-FDD5-EAC84F2ED43E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FE6062-BA9E-D6CD-4F42-DBB22E1A354B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5: 2 of 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6A8F88-6603-BCC2-B951-D2F493A4762D}"/>
              </a:ext>
            </a:extLst>
          </p:cNvPr>
          <p:cNvSpPr txBox="1"/>
          <p:nvPr/>
        </p:nvSpPr>
        <p:spPr>
          <a:xfrm>
            <a:off x="-1391" y="692240"/>
            <a:ext cx="8836674" cy="39703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US" sz="2800">
                <a:latin typeface="Calibri"/>
                <a:ea typeface="Verdana"/>
                <a:cs typeface="+mn-lt"/>
              </a:rPr>
              <a:t>Will your anchor hold in the straits of fear?</a:t>
            </a:r>
            <a:br>
              <a:rPr lang="en-US" sz="2800">
                <a:latin typeface="Calibri"/>
                <a:ea typeface="Verdana"/>
                <a:cs typeface="+mn-lt"/>
              </a:rPr>
            </a:br>
            <a:r>
              <a:rPr lang="en-US" sz="2800">
                <a:latin typeface="Calibri"/>
                <a:ea typeface="Verdana"/>
                <a:cs typeface="+mn-lt"/>
              </a:rPr>
              <a:t>When the breakers roar and the reef is near;</a:t>
            </a:r>
            <a:br>
              <a:rPr lang="en-US" sz="2800">
                <a:latin typeface="Calibri"/>
                <a:ea typeface="Verdana"/>
                <a:cs typeface="+mn-lt"/>
              </a:rPr>
            </a:br>
            <a:r>
              <a:rPr lang="en-US" sz="2800">
                <a:latin typeface="Calibri"/>
                <a:ea typeface="Verdana"/>
                <a:cs typeface="+mn-lt"/>
              </a:rPr>
              <a:t>While the surges rave and the wild winds blow, </a:t>
            </a:r>
            <a:br>
              <a:rPr lang="en-US" sz="2800">
                <a:latin typeface="Calibri"/>
                <a:ea typeface="Verdana"/>
                <a:cs typeface="+mn-lt"/>
              </a:rPr>
            </a:br>
            <a:r>
              <a:rPr lang="en-US" sz="2800">
                <a:latin typeface="Calibri"/>
                <a:ea typeface="Verdana"/>
                <a:cs typeface="+mn-lt"/>
              </a:rPr>
              <a:t>Shall the angry waves then your bark </a:t>
            </a:r>
            <a:r>
              <a:rPr lang="en-US" sz="2800" err="1">
                <a:latin typeface="Calibri"/>
                <a:ea typeface="Verdana"/>
                <a:cs typeface="+mn-lt"/>
              </a:rPr>
              <a:t>o’erflow</a:t>
            </a:r>
            <a:r>
              <a:rPr lang="en-US" sz="2800">
                <a:latin typeface="Calibri"/>
                <a:ea typeface="Verdana"/>
                <a:cs typeface="+mn-lt"/>
              </a:rPr>
              <a:t>?</a:t>
            </a:r>
          </a:p>
          <a:p>
            <a:pPr lvl="1"/>
            <a:br>
              <a:rPr lang="en-US" sz="2800">
                <a:latin typeface="Calibri"/>
                <a:ea typeface="Verdana"/>
                <a:cs typeface="+mn-lt"/>
              </a:rPr>
            </a:br>
            <a:r>
              <a:rPr lang="en-US" sz="2800" i="1">
                <a:solidFill>
                  <a:srgbClr val="C00000"/>
                </a:solidFill>
                <a:latin typeface="Calibri"/>
                <a:ea typeface="Verdana"/>
                <a:cs typeface="+mn-lt"/>
              </a:rPr>
              <a:t>We have an anchor that keeps the soul </a:t>
            </a:r>
          </a:p>
          <a:p>
            <a:pPr lvl="1"/>
            <a:r>
              <a:rPr lang="en-US" sz="2800" i="1">
                <a:solidFill>
                  <a:srgbClr val="C00000"/>
                </a:solidFill>
                <a:latin typeface="Calibri"/>
                <a:ea typeface="Verdana"/>
                <a:cs typeface="+mn-lt"/>
              </a:rPr>
              <a:t>Steadfast and sure while the billows roll; </a:t>
            </a:r>
          </a:p>
          <a:p>
            <a:pPr lvl="1"/>
            <a:r>
              <a:rPr lang="en-US" sz="2800" i="1" err="1">
                <a:solidFill>
                  <a:srgbClr val="C00000"/>
                </a:solidFill>
                <a:latin typeface="Calibri"/>
                <a:ea typeface="Verdana"/>
                <a:cs typeface="+mn-lt"/>
              </a:rPr>
              <a:t>Fasten’d</a:t>
            </a:r>
            <a:r>
              <a:rPr lang="en-US" sz="2800" i="1">
                <a:solidFill>
                  <a:srgbClr val="C00000"/>
                </a:solidFill>
                <a:latin typeface="Calibri"/>
                <a:ea typeface="Verdana"/>
                <a:cs typeface="+mn-lt"/>
              </a:rPr>
              <a:t> to the Rock which cannot move, </a:t>
            </a:r>
          </a:p>
          <a:p>
            <a:pPr lvl="1"/>
            <a:r>
              <a:rPr lang="en-US" sz="2800" i="1">
                <a:solidFill>
                  <a:srgbClr val="C00000"/>
                </a:solidFill>
                <a:latin typeface="Calibri"/>
                <a:ea typeface="Verdana"/>
                <a:cs typeface="+mn-lt"/>
              </a:rPr>
              <a:t>Grounded firm and deep in the Savior’s love!</a:t>
            </a:r>
            <a:endParaRPr lang="en-US" sz="2800" i="1">
              <a:solidFill>
                <a:srgbClr val="C0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7741025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3C192-0CE9-50BD-2EE9-53B4621CF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BAEBC-AC85-156B-806B-7A6590A32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Holy Communion – Hymn No 879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6FEF2DBB-0828-8CC6-8395-0FF734AF937E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C08B15-DBE2-EB55-0C2D-EB6238006E4F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5: 3 of 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E675F3-A587-7061-DFED-6E28178CD9B8}"/>
              </a:ext>
            </a:extLst>
          </p:cNvPr>
          <p:cNvSpPr txBox="1"/>
          <p:nvPr/>
        </p:nvSpPr>
        <p:spPr>
          <a:xfrm>
            <a:off x="-1391" y="692240"/>
            <a:ext cx="8836674" cy="39703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US" sz="2800">
                <a:latin typeface="Calibri"/>
                <a:ea typeface="Verdana"/>
                <a:cs typeface="+mn-lt"/>
              </a:rPr>
              <a:t>Will your anchor hold in the floods of death,</a:t>
            </a:r>
            <a:br>
              <a:rPr lang="en-US" sz="2800">
                <a:latin typeface="Calibri"/>
                <a:ea typeface="Verdana"/>
                <a:cs typeface="+mn-lt"/>
              </a:rPr>
            </a:br>
            <a:r>
              <a:rPr lang="en-US" sz="2800">
                <a:latin typeface="Calibri"/>
                <a:ea typeface="Verdana"/>
                <a:cs typeface="+mn-lt"/>
              </a:rPr>
              <a:t>When the waters cold chill your latest breath?</a:t>
            </a:r>
            <a:br>
              <a:rPr lang="en-US" sz="2800">
                <a:latin typeface="Calibri"/>
                <a:ea typeface="Verdana"/>
                <a:cs typeface="+mn-lt"/>
              </a:rPr>
            </a:br>
            <a:r>
              <a:rPr lang="en-US" sz="2800">
                <a:latin typeface="Calibri"/>
                <a:ea typeface="Verdana"/>
                <a:cs typeface="+mn-lt"/>
              </a:rPr>
              <a:t>On the rising tide you can never fail </a:t>
            </a:r>
            <a:br>
              <a:rPr lang="en-US" sz="2800">
                <a:latin typeface="Calibri"/>
                <a:ea typeface="Verdana"/>
                <a:cs typeface="+mn-lt"/>
              </a:rPr>
            </a:br>
            <a:r>
              <a:rPr lang="en-US" sz="2800">
                <a:latin typeface="Calibri"/>
                <a:ea typeface="Verdana"/>
                <a:cs typeface="+mn-lt"/>
              </a:rPr>
              <a:t>While your anchor holds within the vail.</a:t>
            </a:r>
          </a:p>
          <a:p>
            <a:pPr lvl="1"/>
            <a:br>
              <a:rPr lang="en-US" sz="2800">
                <a:latin typeface="Calibri"/>
                <a:ea typeface="Verdana"/>
                <a:cs typeface="+mn-lt"/>
              </a:rPr>
            </a:br>
            <a:r>
              <a:rPr lang="en-US" sz="2800" i="1">
                <a:solidFill>
                  <a:srgbClr val="C00000"/>
                </a:solidFill>
                <a:latin typeface="Calibri"/>
                <a:ea typeface="Verdana"/>
                <a:cs typeface="+mn-lt"/>
              </a:rPr>
              <a:t>We have an anchor that keeps the soul </a:t>
            </a:r>
          </a:p>
          <a:p>
            <a:pPr lvl="1"/>
            <a:r>
              <a:rPr lang="en-US" sz="2800" i="1">
                <a:solidFill>
                  <a:srgbClr val="C00000"/>
                </a:solidFill>
                <a:latin typeface="Calibri"/>
                <a:ea typeface="Verdana"/>
                <a:cs typeface="+mn-lt"/>
              </a:rPr>
              <a:t>Steadfast and sure while the billows roll; </a:t>
            </a:r>
          </a:p>
          <a:p>
            <a:pPr lvl="1"/>
            <a:r>
              <a:rPr lang="en-US" sz="2800" i="1" err="1">
                <a:solidFill>
                  <a:srgbClr val="C00000"/>
                </a:solidFill>
                <a:latin typeface="Calibri"/>
                <a:ea typeface="Verdana"/>
                <a:cs typeface="+mn-lt"/>
              </a:rPr>
              <a:t>Fasten’d</a:t>
            </a:r>
            <a:r>
              <a:rPr lang="en-US" sz="2800" i="1">
                <a:solidFill>
                  <a:srgbClr val="C00000"/>
                </a:solidFill>
                <a:latin typeface="Calibri"/>
                <a:ea typeface="Verdana"/>
                <a:cs typeface="+mn-lt"/>
              </a:rPr>
              <a:t> to the Rock which cannot move, </a:t>
            </a:r>
          </a:p>
          <a:p>
            <a:pPr lvl="1"/>
            <a:r>
              <a:rPr lang="en-US" sz="2800" i="1">
                <a:solidFill>
                  <a:srgbClr val="C00000"/>
                </a:solidFill>
                <a:latin typeface="Calibri"/>
                <a:ea typeface="Verdana"/>
                <a:cs typeface="+mn-lt"/>
              </a:rPr>
              <a:t>Grounded firm and deep in the Savior’s love!</a:t>
            </a:r>
            <a:endParaRPr lang="en-US" sz="2800" i="1">
              <a:solidFill>
                <a:srgbClr val="C0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7422374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E2A27-F478-2AC7-FD36-8D1BD4C9E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D4905-FC6F-1155-EBB2-6B017578D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Holy Communion – Hymn No 879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C4EA1EC1-7818-D897-486B-003E0B8869A8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00C7BB-4C1E-F347-F1AC-CCC50EAFB22B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5: 4 of 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E46063-ADB0-B341-3271-E7C58FBD2C0D}"/>
              </a:ext>
            </a:extLst>
          </p:cNvPr>
          <p:cNvSpPr txBox="1"/>
          <p:nvPr/>
        </p:nvSpPr>
        <p:spPr>
          <a:xfrm>
            <a:off x="-1391" y="692240"/>
            <a:ext cx="8836674" cy="39703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US" sz="2800">
                <a:latin typeface="Calibri"/>
                <a:ea typeface="Verdana"/>
                <a:cs typeface="+mn-lt"/>
              </a:rPr>
              <a:t>Will your eyes behold thro’ the morning light</a:t>
            </a:r>
            <a:br>
              <a:rPr lang="en-US" sz="2800">
                <a:latin typeface="Calibri"/>
                <a:ea typeface="Verdana"/>
                <a:cs typeface="+mn-lt"/>
              </a:rPr>
            </a:br>
            <a:r>
              <a:rPr lang="en-US" sz="2800">
                <a:latin typeface="Calibri"/>
                <a:ea typeface="Verdana"/>
                <a:cs typeface="+mn-lt"/>
              </a:rPr>
              <a:t>The city of gold, and the </a:t>
            </a:r>
            <a:r>
              <a:rPr lang="en-US" sz="2800" err="1">
                <a:latin typeface="Calibri"/>
                <a:ea typeface="Verdana"/>
                <a:cs typeface="+mn-lt"/>
              </a:rPr>
              <a:t>harbour</a:t>
            </a:r>
            <a:r>
              <a:rPr lang="en-US" sz="2800">
                <a:latin typeface="Calibri"/>
                <a:ea typeface="Verdana"/>
                <a:cs typeface="+mn-lt"/>
              </a:rPr>
              <a:t> bright?</a:t>
            </a:r>
            <a:br>
              <a:rPr lang="en-US" sz="2800">
                <a:latin typeface="Calibri"/>
                <a:ea typeface="Verdana"/>
                <a:cs typeface="+mn-lt"/>
              </a:rPr>
            </a:br>
            <a:r>
              <a:rPr lang="en-US" sz="2800">
                <a:latin typeface="Calibri"/>
                <a:ea typeface="Verdana"/>
                <a:cs typeface="+mn-lt"/>
              </a:rPr>
              <a:t>Will you anchor safe by the heavenly shore, </a:t>
            </a:r>
            <a:br>
              <a:rPr lang="en-US" sz="2800">
                <a:latin typeface="Calibri"/>
                <a:ea typeface="Verdana"/>
                <a:cs typeface="+mn-lt"/>
              </a:rPr>
            </a:br>
            <a:r>
              <a:rPr lang="en-US" sz="2800">
                <a:latin typeface="Calibri"/>
                <a:ea typeface="Verdana"/>
                <a:cs typeface="+mn-lt"/>
              </a:rPr>
              <a:t>When life’s storms are past for evermore?</a:t>
            </a:r>
          </a:p>
          <a:p>
            <a:pPr lvl="1"/>
            <a:br>
              <a:rPr lang="en-US" sz="2800">
                <a:latin typeface="Calibri"/>
                <a:ea typeface="Verdana"/>
                <a:cs typeface="+mn-lt"/>
              </a:rPr>
            </a:br>
            <a:r>
              <a:rPr lang="en-US" sz="2800" i="1">
                <a:solidFill>
                  <a:srgbClr val="C00000"/>
                </a:solidFill>
                <a:latin typeface="Calibri"/>
                <a:ea typeface="Verdana"/>
                <a:cs typeface="+mn-lt"/>
              </a:rPr>
              <a:t>We have an anchor that keeps the soul </a:t>
            </a:r>
          </a:p>
          <a:p>
            <a:pPr lvl="1"/>
            <a:r>
              <a:rPr lang="en-US" sz="2800" i="1">
                <a:solidFill>
                  <a:srgbClr val="C00000"/>
                </a:solidFill>
                <a:latin typeface="Calibri"/>
                <a:ea typeface="Verdana"/>
                <a:cs typeface="+mn-lt"/>
              </a:rPr>
              <a:t>Steadfast and sure while the billows roll; </a:t>
            </a:r>
          </a:p>
          <a:p>
            <a:pPr lvl="1"/>
            <a:r>
              <a:rPr lang="en-US" sz="2800" i="1" err="1">
                <a:solidFill>
                  <a:srgbClr val="C00000"/>
                </a:solidFill>
                <a:latin typeface="Calibri"/>
                <a:ea typeface="Verdana"/>
                <a:cs typeface="+mn-lt"/>
              </a:rPr>
              <a:t>Fasten’d</a:t>
            </a:r>
            <a:r>
              <a:rPr lang="en-US" sz="2800" i="1">
                <a:solidFill>
                  <a:srgbClr val="C00000"/>
                </a:solidFill>
                <a:latin typeface="Calibri"/>
                <a:ea typeface="Verdana"/>
                <a:cs typeface="+mn-lt"/>
              </a:rPr>
              <a:t> to the Rock which cannot move, </a:t>
            </a:r>
          </a:p>
          <a:p>
            <a:pPr lvl="1"/>
            <a:r>
              <a:rPr lang="en-US" sz="2800" i="1">
                <a:solidFill>
                  <a:srgbClr val="C00000"/>
                </a:solidFill>
                <a:latin typeface="Calibri"/>
                <a:ea typeface="Verdana"/>
                <a:cs typeface="+mn-lt"/>
              </a:rPr>
              <a:t>Grounded firm and deep in the Savior’s love!</a:t>
            </a:r>
            <a:endParaRPr lang="en-US" sz="2800" i="1">
              <a:solidFill>
                <a:srgbClr val="C0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0865350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BC1D2-E36A-8C7D-9EC1-160BB260E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50EFD5-3276-0B3C-EDC8-3A10E9B0F155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8212E8C0-6CD2-2308-2F9C-A575F51C689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A5408C03-D8F4-99B9-0ED5-F1CE6F0DD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</p:spPr>
        <p:txBody>
          <a:bodyPr/>
          <a:lstStyle/>
          <a:p>
            <a:r>
              <a:rPr lang="en-US" sz="2800">
                <a:latin typeface="Segoe UI"/>
                <a:cs typeface="Segoe UI"/>
              </a:rPr>
              <a:t>Holy Communion – Hymn No 659</a:t>
            </a:r>
          </a:p>
        </p:txBody>
      </p:sp>
    </p:spTree>
    <p:extLst>
      <p:ext uri="{BB962C8B-B14F-4D97-AF65-F5344CB8AC3E}">
        <p14:creationId xmlns:p14="http://schemas.microsoft.com/office/powerpoint/2010/main" val="94867820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13E35-6EED-2F7A-0C70-7E7DD35F7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8BC15-8777-94AB-5CA8-E4CCE1E1D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Holy Communion – Hymn No 659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68EFF9D5-EE0D-1CDD-9FEA-A77C17A39BC8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B438E1-A7C8-D737-5D9F-FAC1BE9D8955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6: 1 of 2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BE6C89-2E5C-4606-4D46-DF92522C16D1}"/>
              </a:ext>
            </a:extLst>
          </p:cNvPr>
          <p:cNvSpPr txBox="1"/>
          <p:nvPr/>
        </p:nvSpPr>
        <p:spPr>
          <a:xfrm>
            <a:off x="-1391" y="692240"/>
            <a:ext cx="8836674" cy="39703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US" sz="2800">
                <a:latin typeface="Calibri"/>
                <a:ea typeface="Verdana"/>
                <a:cs typeface="+mn-lt"/>
              </a:rPr>
              <a:t>My Jesus I love Thee, I know Thou art mine!</a:t>
            </a:r>
          </a:p>
          <a:p>
            <a:pPr lvl="1"/>
            <a:r>
              <a:rPr lang="en-US" sz="2800">
                <a:latin typeface="Calibri"/>
                <a:ea typeface="Verdana"/>
                <a:cs typeface="+mn-lt"/>
              </a:rPr>
              <a:t>For Thee all the pleasures of sin I resign; </a:t>
            </a:r>
          </a:p>
          <a:p>
            <a:pPr lvl="1"/>
            <a:r>
              <a:rPr lang="en-US" sz="2800">
                <a:latin typeface="Calibri"/>
                <a:ea typeface="Verdana"/>
                <a:cs typeface="+mn-lt"/>
              </a:rPr>
              <a:t>My gracious Redeemer, my Saviour art Thou! </a:t>
            </a:r>
          </a:p>
          <a:p>
            <a:pPr lvl="1"/>
            <a:r>
              <a:rPr lang="en-US" sz="2800">
                <a:latin typeface="Calibri"/>
                <a:ea typeface="Verdana"/>
                <a:cs typeface="+mn-lt"/>
              </a:rPr>
              <a:t>If ever I loved Thee, my Jesus ‘tis now. </a:t>
            </a:r>
          </a:p>
          <a:p>
            <a:pPr lvl="1"/>
            <a:endParaRPr lang="en-US" sz="2800" i="1">
              <a:solidFill>
                <a:srgbClr val="C00000"/>
              </a:solidFill>
              <a:latin typeface="Calibri"/>
              <a:ea typeface="Verdana"/>
              <a:cs typeface="+mn-lt"/>
            </a:endParaRPr>
          </a:p>
          <a:p>
            <a:pPr lvl="1"/>
            <a:r>
              <a:rPr lang="en-US" sz="2800">
                <a:latin typeface="Calibri"/>
                <a:ea typeface="Verdana"/>
                <a:cs typeface="+mn-lt"/>
              </a:rPr>
              <a:t>I love Thee, because Thou hast first loved me, </a:t>
            </a:r>
          </a:p>
          <a:p>
            <a:pPr lvl="1"/>
            <a:r>
              <a:rPr lang="en-US" sz="2800">
                <a:latin typeface="Calibri"/>
                <a:ea typeface="Verdana"/>
                <a:cs typeface="+mn-lt"/>
              </a:rPr>
              <a:t>And purchased my pardon on Calvary’s tree; </a:t>
            </a:r>
          </a:p>
          <a:p>
            <a:pPr lvl="1"/>
            <a:r>
              <a:rPr lang="en-US" sz="2800">
                <a:latin typeface="Calibri"/>
                <a:ea typeface="Verdana"/>
                <a:cs typeface="+mn-lt"/>
              </a:rPr>
              <a:t>I love Thee for wearing the thorns on Thy brow;</a:t>
            </a:r>
          </a:p>
          <a:p>
            <a:pPr lvl="1"/>
            <a:r>
              <a:rPr lang="en-US" sz="2800">
                <a:latin typeface="Calibri"/>
                <a:ea typeface="Verdana"/>
                <a:cs typeface="+mn-lt"/>
              </a:rPr>
              <a:t>If ever I loved Thee, my Jesus ‘tis now! </a:t>
            </a:r>
          </a:p>
        </p:txBody>
      </p:sp>
    </p:spTree>
    <p:extLst>
      <p:ext uri="{BB962C8B-B14F-4D97-AF65-F5344CB8AC3E}">
        <p14:creationId xmlns:p14="http://schemas.microsoft.com/office/powerpoint/2010/main" val="125482281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C433F-B5B1-A4C9-2185-7D683A954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F47D5-6CBF-77FF-F346-CC6BBAA95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Holy Communion – Hymn No 659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55CC8179-28FB-532F-A287-64828B53F820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695C81-0583-1670-7EE7-821B023B2A71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6: 1 of 2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7C59ED-8252-4635-1FFF-82F43DA60A05}"/>
              </a:ext>
            </a:extLst>
          </p:cNvPr>
          <p:cNvSpPr txBox="1"/>
          <p:nvPr/>
        </p:nvSpPr>
        <p:spPr>
          <a:xfrm>
            <a:off x="-1391" y="692240"/>
            <a:ext cx="8836674" cy="510909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US" sz="2800">
                <a:latin typeface="Calibri"/>
                <a:ea typeface="Verdana"/>
                <a:cs typeface="+mn-lt"/>
              </a:rPr>
              <a:t>I will love Thee in life, I will love Thee in death,</a:t>
            </a:r>
          </a:p>
          <a:p>
            <a:pPr lvl="1"/>
            <a:r>
              <a:rPr lang="en-US" sz="2800">
                <a:latin typeface="Calibri"/>
                <a:ea typeface="Verdana"/>
                <a:cs typeface="+mn-lt"/>
              </a:rPr>
              <a:t>And praise Thee as long as Thou </a:t>
            </a:r>
            <a:r>
              <a:rPr lang="en-US" sz="2800" err="1">
                <a:latin typeface="Calibri"/>
                <a:ea typeface="Verdana"/>
                <a:cs typeface="+mn-lt"/>
              </a:rPr>
              <a:t>lendest</a:t>
            </a:r>
            <a:r>
              <a:rPr lang="en-US" sz="2800">
                <a:latin typeface="Calibri"/>
                <a:ea typeface="Verdana"/>
                <a:cs typeface="+mn-lt"/>
              </a:rPr>
              <a:t> me breath; </a:t>
            </a:r>
          </a:p>
          <a:p>
            <a:pPr lvl="1"/>
            <a:r>
              <a:rPr lang="en-US" sz="2800">
                <a:latin typeface="Calibri"/>
                <a:ea typeface="Verdana"/>
                <a:cs typeface="+mn-lt"/>
              </a:rPr>
              <a:t>And say when the death-dew lies cold on my brow, </a:t>
            </a:r>
          </a:p>
          <a:p>
            <a:pPr lvl="1"/>
            <a:r>
              <a:rPr lang="en-US" sz="2800">
                <a:latin typeface="Calibri"/>
                <a:ea typeface="Verdana"/>
                <a:cs typeface="+mn-lt"/>
              </a:rPr>
              <a:t>“If ever I loved Thee, my Jesus, ‘tis now!”</a:t>
            </a:r>
          </a:p>
          <a:p>
            <a:pPr lvl="1"/>
            <a:endParaRPr lang="en-US" sz="2800">
              <a:latin typeface="Calibri"/>
              <a:ea typeface="Verdana"/>
              <a:cs typeface="+mn-lt"/>
            </a:endParaRPr>
          </a:p>
          <a:p>
            <a:pPr lvl="1"/>
            <a:r>
              <a:rPr lang="en-US" sz="2800">
                <a:latin typeface="Calibri"/>
                <a:ea typeface="Verdana"/>
                <a:cs typeface="+mn-lt"/>
              </a:rPr>
              <a:t>In mansions of glory and endless delight, </a:t>
            </a:r>
          </a:p>
          <a:p>
            <a:pPr lvl="1"/>
            <a:r>
              <a:rPr lang="en-US" sz="2800">
                <a:latin typeface="Calibri"/>
                <a:ea typeface="Verdana"/>
                <a:cs typeface="+mn-lt"/>
              </a:rPr>
              <a:t>I’ll ever adore Thee in heaven so bright; </a:t>
            </a:r>
          </a:p>
          <a:p>
            <a:pPr lvl="1"/>
            <a:r>
              <a:rPr lang="en-US" sz="2800">
                <a:latin typeface="Calibri"/>
                <a:ea typeface="Verdana"/>
                <a:cs typeface="+mn-lt"/>
              </a:rPr>
              <a:t>I’ll sing with the glittering crown on my brow,</a:t>
            </a:r>
          </a:p>
          <a:p>
            <a:pPr lvl="1"/>
            <a:r>
              <a:rPr lang="en-US" sz="2800">
                <a:latin typeface="Calibri"/>
                <a:ea typeface="Verdana"/>
                <a:cs typeface="+mn-lt"/>
              </a:rPr>
              <a:t>“If ever I loved Thee, my Jesus ‘tis now!” </a:t>
            </a:r>
          </a:p>
          <a:p>
            <a:pPr lvl="1"/>
            <a:endParaRPr lang="en-US" sz="2800">
              <a:latin typeface="Calibri"/>
              <a:ea typeface="Verdana"/>
              <a:cs typeface="+mn-lt"/>
            </a:endParaRPr>
          </a:p>
          <a:p>
            <a:pPr lvl="1"/>
            <a:r>
              <a:rPr lang="en-US" sz="2800">
                <a:latin typeface="Calibri"/>
                <a:ea typeface="Verdana"/>
                <a:cs typeface="+mn-lt"/>
              </a:rPr>
              <a:t> </a:t>
            </a:r>
            <a:endParaRPr lang="en-US" i="1">
              <a:solidFill>
                <a:srgbClr val="C00000"/>
              </a:solidFill>
              <a:latin typeface="Calibri"/>
              <a:ea typeface="Calibri"/>
              <a:cs typeface="Calibri"/>
            </a:endParaRPr>
          </a:p>
          <a:p>
            <a:pPr lvl="1"/>
            <a:endParaRPr lang="en-US" i="1">
              <a:solidFill>
                <a:srgbClr val="C0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1850181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6BB2930-A4C7-F30F-1B80-CC4D479494FA}"/>
              </a:ext>
            </a:extLst>
          </p:cNvPr>
          <p:cNvSpPr/>
          <p:nvPr/>
        </p:nvSpPr>
        <p:spPr>
          <a:xfrm>
            <a:off x="1945391" y="1840960"/>
            <a:ext cx="5262283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F3B4DD-D28E-D949-A750-E7C0BC73DB23}"/>
              </a:ext>
            </a:extLst>
          </p:cNvPr>
          <p:cNvSpPr txBox="1">
            <a:spLocks/>
          </p:cNvSpPr>
          <p:nvPr/>
        </p:nvSpPr>
        <p:spPr>
          <a:xfrm>
            <a:off x="1943255" y="1838698"/>
            <a:ext cx="4930917" cy="776676"/>
          </a:xfrm>
          <a:prstGeom prst="rect">
            <a:avLst/>
          </a:prstGeom>
          <a:noFill/>
          <a:ln w="28575">
            <a:noFill/>
          </a:ln>
        </p:spPr>
        <p:txBody>
          <a:bodyPr lIns="91440" tIns="45720" rIns="91440" bIns="45720"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  <a:latin typeface="Tenorite"/>
              </a:rPr>
              <a:t>Closing Hymn</a:t>
            </a:r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132398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011C1-8AAB-8970-321B-73980553D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C4DB1-6070-8360-2EC7-D1E8D78B4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Closing Hymn- Hymn No 542 v1</a:t>
            </a:r>
            <a:endParaRPr lang="en-US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4674A7AE-C9C0-7E1D-1797-D7BEEAD2E501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76D4E9-252F-B348-A5A5-A0DDFC1778E4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Closing: 1 of 1 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0CFABF-E0AF-7869-428C-78D62E9B0B1E}"/>
              </a:ext>
            </a:extLst>
          </p:cNvPr>
          <p:cNvSpPr txBox="1"/>
          <p:nvPr/>
        </p:nvSpPr>
        <p:spPr>
          <a:xfrm>
            <a:off x="2526" y="695363"/>
            <a:ext cx="8836674" cy="424731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US" sz="2800">
                <a:solidFill>
                  <a:srgbClr val="1F1F1F"/>
                </a:solidFill>
                <a:latin typeface="Calibri"/>
                <a:ea typeface="Verdana"/>
                <a:cs typeface="Calibri"/>
              </a:rPr>
              <a:t>He leadeth me! Oh, blessed thought!</a:t>
            </a:r>
          </a:p>
          <a:p>
            <a:pPr lvl="1"/>
            <a:r>
              <a:rPr lang="en-US" sz="2800">
                <a:solidFill>
                  <a:srgbClr val="1F1F1F"/>
                </a:solidFill>
                <a:latin typeface="Calibri"/>
                <a:ea typeface="Verdana"/>
                <a:cs typeface="Calibri"/>
              </a:rPr>
              <a:t>Oh, words with </a:t>
            </a:r>
            <a:r>
              <a:rPr lang="en-US" sz="2800" err="1">
                <a:solidFill>
                  <a:srgbClr val="1F1F1F"/>
                </a:solidFill>
                <a:latin typeface="Calibri"/>
                <a:ea typeface="Verdana"/>
                <a:cs typeface="Calibri"/>
              </a:rPr>
              <a:t>heav’nly</a:t>
            </a:r>
            <a:r>
              <a:rPr lang="en-US" sz="2800">
                <a:solidFill>
                  <a:srgbClr val="1F1F1F"/>
                </a:solidFill>
                <a:latin typeface="Calibri"/>
                <a:ea typeface="Verdana"/>
                <a:cs typeface="Calibri"/>
              </a:rPr>
              <a:t> comfort fraught! </a:t>
            </a:r>
          </a:p>
          <a:p>
            <a:pPr lvl="1"/>
            <a:r>
              <a:rPr lang="en-US" sz="2800">
                <a:solidFill>
                  <a:srgbClr val="1F1F1F"/>
                </a:solidFill>
                <a:latin typeface="Calibri"/>
                <a:ea typeface="Verdana"/>
                <a:cs typeface="Calibri"/>
              </a:rPr>
              <a:t>Whate’er I do, </a:t>
            </a:r>
            <a:r>
              <a:rPr lang="en-US" sz="2800" err="1">
                <a:solidFill>
                  <a:srgbClr val="1F1F1F"/>
                </a:solidFill>
                <a:latin typeface="Calibri"/>
                <a:ea typeface="Verdana"/>
                <a:cs typeface="Calibri"/>
              </a:rPr>
              <a:t>where’er</a:t>
            </a:r>
            <a:r>
              <a:rPr lang="en-US" sz="2800">
                <a:solidFill>
                  <a:srgbClr val="1F1F1F"/>
                </a:solidFill>
                <a:latin typeface="Calibri"/>
                <a:ea typeface="Verdana"/>
                <a:cs typeface="Calibri"/>
              </a:rPr>
              <a:t> I be, </a:t>
            </a:r>
          </a:p>
          <a:p>
            <a:pPr lvl="1"/>
            <a:r>
              <a:rPr lang="en-US" sz="2800">
                <a:solidFill>
                  <a:srgbClr val="1F1F1F"/>
                </a:solidFill>
                <a:latin typeface="Calibri"/>
                <a:ea typeface="Verdana"/>
                <a:cs typeface="Calibri"/>
              </a:rPr>
              <a:t>Still ‘tis God’s hand that leadeth me.</a:t>
            </a:r>
          </a:p>
          <a:p>
            <a:pPr lvl="1"/>
            <a:endParaRPr lang="en-US" sz="2800">
              <a:solidFill>
                <a:srgbClr val="1F1F1F"/>
              </a:solidFill>
              <a:latin typeface="Calibri"/>
              <a:ea typeface="Verdana"/>
              <a:cs typeface="Calibri"/>
            </a:endParaRPr>
          </a:p>
          <a:p>
            <a:pPr lvl="2"/>
            <a:r>
              <a:rPr lang="en-US" sz="2800" i="1">
                <a:solidFill>
                  <a:srgbClr val="FF0000"/>
                </a:solidFill>
                <a:latin typeface="Calibri"/>
                <a:ea typeface="Verdana"/>
                <a:cs typeface="Calibri"/>
              </a:rPr>
              <a:t>He leadeth me! He leadeth me! </a:t>
            </a:r>
          </a:p>
          <a:p>
            <a:pPr lvl="2"/>
            <a:r>
              <a:rPr lang="en-US" sz="2800" i="1">
                <a:solidFill>
                  <a:srgbClr val="FF0000"/>
                </a:solidFill>
                <a:latin typeface="Calibri"/>
                <a:ea typeface="Verdana"/>
                <a:cs typeface="Calibri"/>
              </a:rPr>
              <a:t>By His own hand He leadeth me; </a:t>
            </a:r>
          </a:p>
          <a:p>
            <a:pPr lvl="2"/>
            <a:r>
              <a:rPr lang="en-US" sz="2800" i="1">
                <a:solidFill>
                  <a:srgbClr val="FF0000"/>
                </a:solidFill>
                <a:latin typeface="Calibri"/>
                <a:ea typeface="Verdana"/>
                <a:cs typeface="Calibri"/>
              </a:rPr>
              <a:t>His faithful follower I would be, </a:t>
            </a:r>
          </a:p>
          <a:p>
            <a:pPr lvl="2"/>
            <a:r>
              <a:rPr lang="en-US" sz="2800" i="1">
                <a:solidFill>
                  <a:srgbClr val="FF0000"/>
                </a:solidFill>
                <a:latin typeface="Calibri"/>
                <a:ea typeface="Verdana"/>
                <a:cs typeface="Calibri"/>
              </a:rPr>
              <a:t>For by His hand He leadeth me.</a:t>
            </a:r>
            <a:endParaRPr lang="en-US" sz="2800" i="1">
              <a:solidFill>
                <a:srgbClr val="FF0000"/>
              </a:solidFill>
              <a:latin typeface="Verdana"/>
              <a:ea typeface="Verdana"/>
              <a:cs typeface="Calibri"/>
            </a:endParaRPr>
          </a:p>
          <a:p>
            <a:pPr lvl="1"/>
            <a:endParaRPr lang="en-US" i="1">
              <a:solidFill>
                <a:srgbClr val="C0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894231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5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6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On-screen Show (16:9)</PresentationFormat>
  <Slides>46</Slides>
  <Notes>23</Notes>
  <HiddenSlides>1</HiddenSlides>
  <ScaleCrop>false</ScaleCrop>
  <HeadingPairs>
    <vt:vector size="4" baseType="variant">
      <vt:variant>
        <vt:lpstr>Theme</vt:lpstr>
      </vt:variant>
      <vt:variant>
        <vt:i4>6</vt:i4>
      </vt:variant>
      <vt:variant>
        <vt:lpstr>Slide Titles</vt:lpstr>
      </vt:variant>
      <vt:variant>
        <vt:i4>46</vt:i4>
      </vt:variant>
    </vt:vector>
  </HeadingPairs>
  <TitlesOfParts>
    <vt:vector size="52" baseType="lpstr">
      <vt:lpstr>Office Theme</vt:lpstr>
      <vt:lpstr>1_Office Theme</vt:lpstr>
      <vt:lpstr>4_Office Theme</vt:lpstr>
      <vt:lpstr>3_Office Theme</vt:lpstr>
      <vt:lpstr>5_Office Theme</vt:lpstr>
      <vt:lpstr>6_Office Theme</vt:lpstr>
      <vt:lpstr> </vt:lpstr>
      <vt:lpstr>PowerPoint Presentation</vt:lpstr>
      <vt:lpstr>PowerPoint Presentation</vt:lpstr>
      <vt:lpstr>Opening Hymn – Hymn No 9</vt:lpstr>
      <vt:lpstr>Opening Hymn – Hymn No 9</vt:lpstr>
      <vt:lpstr>Opening Hymn – Hymn No 9</vt:lpstr>
      <vt:lpstr>Opening Hymn – Hymn No 9</vt:lpstr>
      <vt:lpstr>PowerPoint Presentation</vt:lpstr>
      <vt:lpstr>Thanksgiving – Come, Thou fount of every blessing </vt:lpstr>
      <vt:lpstr>PowerPoint Presentation</vt:lpstr>
      <vt:lpstr>Offertory – Open My Eyes, That I May See</vt:lpstr>
      <vt:lpstr>Offertory – Open My Eyes, That I May See</vt:lpstr>
      <vt:lpstr>Offertory – Open My Eyes, That I May See</vt:lpstr>
      <vt:lpstr>Offertory – Open My Eyes, That I May See</vt:lpstr>
      <vt:lpstr>Offertory – Open My Eyes, That I May See</vt:lpstr>
      <vt:lpstr>PowerPoint Presentation</vt:lpstr>
      <vt:lpstr>PowerPoint Presentation</vt:lpstr>
      <vt:lpstr>Confession – My Jesus, I love Thee (659 v1) </vt:lpstr>
      <vt:lpstr>Holy Communion – Break Thou the bread of life</vt:lpstr>
      <vt:lpstr>Holy Communion – Break Thou the bread of life</vt:lpstr>
      <vt:lpstr>Holy Communion – Break Thou the bread of life</vt:lpstr>
      <vt:lpstr>Holy Communion – Break Thou the bread of life</vt:lpstr>
      <vt:lpstr>Holy Communion – Break Thou the bread of life</vt:lpstr>
      <vt:lpstr>Holy Communion – Break Thou the bread of life</vt:lpstr>
      <vt:lpstr>Holy Communion – Day by day the manna fell</vt:lpstr>
      <vt:lpstr>Holy Communion – Day by day the manna fell</vt:lpstr>
      <vt:lpstr>Holy Communion – Day by day the manna fell</vt:lpstr>
      <vt:lpstr>Holy Communion – Day by day the manna fell</vt:lpstr>
      <vt:lpstr>Holy Communion – I am not worthy</vt:lpstr>
      <vt:lpstr>Holy Communion – I am not worthy</vt:lpstr>
      <vt:lpstr>Holy Communion – I am not worthy</vt:lpstr>
      <vt:lpstr>Holy Communion – Hymn No 710</vt:lpstr>
      <vt:lpstr>Holy Communion – Hymn No 710</vt:lpstr>
      <vt:lpstr>Holy Communion – Hymn No 710</vt:lpstr>
      <vt:lpstr>Holy Communion – Hymn No 710</vt:lpstr>
      <vt:lpstr>Holy Communion – Hymn No 710</vt:lpstr>
      <vt:lpstr>Holy Communion – Hymn No 879</vt:lpstr>
      <vt:lpstr>Holy Communion – Hymn No 879</vt:lpstr>
      <vt:lpstr>Holy Communion – Hymn No 879</vt:lpstr>
      <vt:lpstr>Holy Communion – Hymn No 879</vt:lpstr>
      <vt:lpstr>Holy Communion – Hymn No 879</vt:lpstr>
      <vt:lpstr>Holy Communion – Hymn No 659</vt:lpstr>
      <vt:lpstr>Holy Communion – Hymn No 659</vt:lpstr>
      <vt:lpstr>Holy Communion – Hymn No 659</vt:lpstr>
      <vt:lpstr>PowerPoint Presentation</vt:lpstr>
      <vt:lpstr>Closing Hymn- Hymn No 542 v1</vt:lpstr>
    </vt:vector>
  </TitlesOfParts>
  <Company>ITE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Santhosh JOSEPH (ITE)</dc:creator>
  <cp:revision>1</cp:revision>
  <dcterms:created xsi:type="dcterms:W3CDTF">2020-09-02T02:55:07Z</dcterms:created>
  <dcterms:modified xsi:type="dcterms:W3CDTF">2025-08-20T05:01:10Z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7ce832c-fd95-4339-84d0-00952058857c_Enabled">
    <vt:lpwstr>True</vt:lpwstr>
  </property>
  <property fmtid="{D5CDD505-2E9C-101B-9397-08002B2CF9AE}" pid="3" name="MSIP_Label_47ce832c-fd95-4339-84d0-00952058857c_SiteId">
    <vt:lpwstr>13b42c8c-cbcf-4e3d-9d20-f55b7b5ee3c1</vt:lpwstr>
  </property>
  <property fmtid="{D5CDD505-2E9C-101B-9397-08002B2CF9AE}" pid="4" name="MSIP_Label_47ce832c-fd95-4339-84d0-00952058857c_Owner">
    <vt:lpwstr>Santhosh_Joseph@ite.edu.sg</vt:lpwstr>
  </property>
  <property fmtid="{D5CDD505-2E9C-101B-9397-08002B2CF9AE}" pid="5" name="MSIP_Label_47ce832c-fd95-4339-84d0-00952058857c_SetDate">
    <vt:lpwstr>2020-09-02T02:55:31.4412613Z</vt:lpwstr>
  </property>
  <property fmtid="{D5CDD505-2E9C-101B-9397-08002B2CF9AE}" pid="6" name="MSIP_Label_47ce832c-fd95-4339-84d0-00952058857c_Name">
    <vt:lpwstr>Official (Closed)</vt:lpwstr>
  </property>
  <property fmtid="{D5CDD505-2E9C-101B-9397-08002B2CF9AE}" pid="7" name="MSIP_Label_47ce832c-fd95-4339-84d0-00952058857c_Application">
    <vt:lpwstr>Microsoft Azure Information Protection</vt:lpwstr>
  </property>
  <property fmtid="{D5CDD505-2E9C-101B-9397-08002B2CF9AE}" pid="8" name="MSIP_Label_47ce832c-fd95-4339-84d0-00952058857c_ActionId">
    <vt:lpwstr>8101d916-9275-49eb-bf62-55ac502d45bb</vt:lpwstr>
  </property>
  <property fmtid="{D5CDD505-2E9C-101B-9397-08002B2CF9AE}" pid="9" name="MSIP_Label_47ce832c-fd95-4339-84d0-00952058857c_Extended_MSFT_Method">
    <vt:lpwstr>Automatic</vt:lpwstr>
  </property>
  <property fmtid="{D5CDD505-2E9C-101B-9397-08002B2CF9AE}" pid="10" name="MSIP_Label_0dcf3bf5-ad0e-4c8c-aa2d-c5b4b510dcc6_Enabled">
    <vt:lpwstr>true</vt:lpwstr>
  </property>
  <property fmtid="{D5CDD505-2E9C-101B-9397-08002B2CF9AE}" pid="11" name="MSIP_Label_0dcf3bf5-ad0e-4c8c-aa2d-c5b4b510dcc6_SetDate">
    <vt:lpwstr>2022-03-09T08:58:32Z</vt:lpwstr>
  </property>
  <property fmtid="{D5CDD505-2E9C-101B-9397-08002B2CF9AE}" pid="12" name="MSIP_Label_0dcf3bf5-ad0e-4c8c-aa2d-c5b4b510dcc6_Method">
    <vt:lpwstr>Standard</vt:lpwstr>
  </property>
  <property fmtid="{D5CDD505-2E9C-101B-9397-08002B2CF9AE}" pid="13" name="MSIP_Label_0dcf3bf5-ad0e-4c8c-aa2d-c5b4b510dcc6_Name">
    <vt:lpwstr>0dcf3bf5-ad0e-4c8c-aa2d-c5b4b510dcc6</vt:lpwstr>
  </property>
  <property fmtid="{D5CDD505-2E9C-101B-9397-08002B2CF9AE}" pid="14" name="MSIP_Label_0dcf3bf5-ad0e-4c8c-aa2d-c5b4b510dcc6_SiteId">
    <vt:lpwstr>13b42c8c-cbcf-4e3d-9d20-f55b7b5ee3c1</vt:lpwstr>
  </property>
  <property fmtid="{D5CDD505-2E9C-101B-9397-08002B2CF9AE}" pid="15" name="MSIP_Label_0dcf3bf5-ad0e-4c8c-aa2d-c5b4b510dcc6_ActionId">
    <vt:lpwstr>8101d916-9275-49eb-bf62-55ac502d45bb</vt:lpwstr>
  </property>
  <property fmtid="{D5CDD505-2E9C-101B-9397-08002B2CF9AE}" pid="16" name="MSIP_Label_0dcf3bf5-ad0e-4c8c-aa2d-c5b4b510dcc6_ContentBits">
    <vt:lpwstr>0</vt:lpwstr>
  </property>
</Properties>
</file>