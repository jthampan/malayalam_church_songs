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4"/>
  </p:notesMasterIdLst>
  <p:handoutMasterIdLst>
    <p:handoutMasterId r:id="rId65"/>
  </p:handoutMasterIdLst>
  <p:sldIdLst>
    <p:sldId id="1746" r:id="rId7"/>
    <p:sldId id="1727" r:id="rId8"/>
    <p:sldId id="813" r:id="rId9"/>
    <p:sldId id="1915" r:id="rId10"/>
    <p:sldId id="1874" r:id="rId11"/>
    <p:sldId id="1875" r:id="rId12"/>
    <p:sldId id="1876" r:id="rId13"/>
    <p:sldId id="821" r:id="rId14"/>
    <p:sldId id="851" r:id="rId15"/>
    <p:sldId id="1324" r:id="rId16"/>
    <p:sldId id="822" r:id="rId17"/>
    <p:sldId id="1885" r:id="rId18"/>
    <p:sldId id="1888" r:id="rId19"/>
    <p:sldId id="1886" r:id="rId20"/>
    <p:sldId id="1890" r:id="rId21"/>
    <p:sldId id="1891" r:id="rId22"/>
    <p:sldId id="1889" r:id="rId23"/>
    <p:sldId id="1887" r:id="rId24"/>
    <p:sldId id="823" r:id="rId25"/>
    <p:sldId id="824" r:id="rId26"/>
    <p:sldId id="1277" r:id="rId27"/>
    <p:sldId id="1388" r:id="rId28"/>
    <p:sldId id="1822" r:id="rId29"/>
    <p:sldId id="1879" r:id="rId30"/>
    <p:sldId id="1880" r:id="rId31"/>
    <p:sldId id="1881" r:id="rId32"/>
    <p:sldId id="1829" r:id="rId33"/>
    <p:sldId id="1830" r:id="rId34"/>
    <p:sldId id="1893" r:id="rId35"/>
    <p:sldId id="1894" r:id="rId36"/>
    <p:sldId id="1895" r:id="rId37"/>
    <p:sldId id="1826" r:id="rId38"/>
    <p:sldId id="1827" r:id="rId39"/>
    <p:sldId id="1916" r:id="rId40"/>
    <p:sldId id="1882" r:id="rId41"/>
    <p:sldId id="1917" r:id="rId42"/>
    <p:sldId id="1883" r:id="rId43"/>
    <p:sldId id="1918" r:id="rId44"/>
    <p:sldId id="1856" r:id="rId45"/>
    <p:sldId id="1857" r:id="rId46"/>
    <p:sldId id="1884" r:id="rId47"/>
    <p:sldId id="1896" r:id="rId48"/>
    <p:sldId id="1910" r:id="rId49"/>
    <p:sldId id="1898" r:id="rId50"/>
    <p:sldId id="1909" r:id="rId51"/>
    <p:sldId id="1900" r:id="rId52"/>
    <p:sldId id="1901" r:id="rId53"/>
    <p:sldId id="1902" r:id="rId54"/>
    <p:sldId id="1903" r:id="rId55"/>
    <p:sldId id="1904" r:id="rId56"/>
    <p:sldId id="1905" r:id="rId57"/>
    <p:sldId id="1908" r:id="rId58"/>
    <p:sldId id="1911" r:id="rId59"/>
    <p:sldId id="1912" r:id="rId60"/>
    <p:sldId id="1913" r:id="rId61"/>
    <p:sldId id="820" r:id="rId62"/>
    <p:sldId id="1914" r:id="rId6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4DCA2-987C-42CC-9092-98EBC86009EB}" v="9" dt="2025-08-09T06:30:52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0" y="7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handoutMaster" Target="handoutMasters/handoutMaster1.xml"/><Relationship Id="rId73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hi Lal" userId="cd9f89f764cf2aa9" providerId="Windows Live" clId="Web-{DB3FD661-B9C6-93DE-87ED-4FC74DDA4A0C}"/>
    <pc:docChg chg="addSld delSld modSld sldOrd">
      <pc:chgData name="Ruhi Lal" userId="cd9f89f764cf2aa9" providerId="Windows Live" clId="Web-{DB3FD661-B9C6-93DE-87ED-4FC74DDA4A0C}" dt="2025-08-04T16:01:15.163" v="930" actId="20577"/>
      <pc:docMkLst>
        <pc:docMk/>
      </pc:docMkLst>
      <pc:sldChg chg="delSp modSp ord">
        <pc:chgData name="Ruhi Lal" userId="cd9f89f764cf2aa9" providerId="Windows Live" clId="Web-{DB3FD661-B9C6-93DE-87ED-4FC74DDA4A0C}" dt="2025-08-04T15:17:30.573" v="495" actId="20577"/>
        <pc:sldMkLst>
          <pc:docMk/>
          <pc:sldMk cId="140346443" sldId="822"/>
        </pc:sldMkLst>
        <pc:spChg chg="mod">
          <ac:chgData name="Ruhi Lal" userId="cd9f89f764cf2aa9" providerId="Windows Live" clId="Web-{DB3FD661-B9C6-93DE-87ED-4FC74DDA4A0C}" dt="2025-08-04T14:12:32.955" v="31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uhi Lal" userId="cd9f89f764cf2aa9" providerId="Windows Live" clId="Web-{DB3FD661-B9C6-93DE-87ED-4FC74DDA4A0C}" dt="2025-08-04T15:17:30.573" v="495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Ruhi Lal" userId="cd9f89f764cf2aa9" providerId="Windows Live" clId="Web-{DB3FD661-B9C6-93DE-87ED-4FC74DDA4A0C}" dt="2025-08-04T14:26:12.880" v="130" actId="1076"/>
          <ac:spMkLst>
            <pc:docMk/>
            <pc:sldMk cId="140346443" sldId="822"/>
            <ac:spMk id="7" creationId="{1E034DBB-D11D-E8BD-DFC3-703615F257C6}"/>
          </ac:spMkLst>
        </pc:spChg>
        <pc:spChg chg="mod">
          <ac:chgData name="Ruhi Lal" userId="cd9f89f764cf2aa9" providerId="Windows Live" clId="Web-{DB3FD661-B9C6-93DE-87ED-4FC74DDA4A0C}" dt="2025-08-04T14:59:21.094" v="431" actId="20577"/>
          <ac:spMkLst>
            <pc:docMk/>
            <pc:sldMk cId="140346443" sldId="822"/>
            <ac:spMk id="10" creationId="{60127C6D-3342-C831-3981-C5030CF3B941}"/>
          </ac:spMkLst>
        </pc:spChg>
        <pc:picChg chg="mod">
          <ac:chgData name="Ruhi Lal" userId="cd9f89f764cf2aa9" providerId="Windows Live" clId="Web-{DB3FD661-B9C6-93DE-87ED-4FC74DDA4A0C}" dt="2025-08-04T14:26:16.567" v="131" actId="1076"/>
          <ac:picMkLst>
            <pc:docMk/>
            <pc:sldMk cId="140346443" sldId="822"/>
            <ac:picMk id="5" creationId="{AE977EB1-CBD2-2A19-FF44-FE6AFEF294E3}"/>
          </ac:picMkLst>
        </pc:picChg>
      </pc:sldChg>
      <pc:sldChg chg="modSp">
        <pc:chgData name="Ruhi Lal" userId="cd9f89f764cf2aa9" providerId="Windows Live" clId="Web-{DB3FD661-B9C6-93DE-87ED-4FC74DDA4A0C}" dt="2025-08-04T15:22:35.359" v="551" actId="20577"/>
        <pc:sldMkLst>
          <pc:docMk/>
          <pc:sldMk cId="2771250690" sldId="851"/>
        </pc:sldMkLst>
        <pc:spChg chg="mod">
          <ac:chgData name="Ruhi Lal" userId="cd9f89f764cf2aa9" providerId="Windows Live" clId="Web-{DB3FD661-B9C6-93DE-87ED-4FC74DDA4A0C}" dt="2025-08-04T15:22:35.359" v="551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Ruhi Lal" userId="cd9f89f764cf2aa9" providerId="Windows Live" clId="Web-{DB3FD661-B9C6-93DE-87ED-4FC74DDA4A0C}" dt="2025-08-04T15:22:54.188" v="553" actId="20577"/>
        <pc:sldMkLst>
          <pc:docMk/>
          <pc:sldMk cId="858007124" sldId="1277"/>
        </pc:sldMkLst>
        <pc:spChg chg="mod">
          <ac:chgData name="Ruhi Lal" userId="cd9f89f764cf2aa9" providerId="Windows Live" clId="Web-{DB3FD661-B9C6-93DE-87ED-4FC74DDA4A0C}" dt="2025-08-04T15:22:54.188" v="553" actId="20577"/>
          <ac:spMkLst>
            <pc:docMk/>
            <pc:sldMk cId="858007124" sldId="1277"/>
            <ac:spMk id="2" creationId="{1DA63A6A-450D-4603-B02C-80F270CA1D46}"/>
          </ac:spMkLst>
        </pc:spChg>
      </pc:sldChg>
      <pc:sldChg chg="modSp del">
        <pc:chgData name="Ruhi Lal" userId="cd9f89f764cf2aa9" providerId="Windows Live" clId="Web-{DB3FD661-B9C6-93DE-87ED-4FC74DDA4A0C}" dt="2025-08-04T14:12:00.173" v="11"/>
        <pc:sldMkLst>
          <pc:docMk/>
          <pc:sldMk cId="1217883548" sldId="1318"/>
        </pc:sldMkLst>
      </pc:sldChg>
      <pc:sldChg chg="ord">
        <pc:chgData name="Ruhi Lal" userId="cd9f89f764cf2aa9" providerId="Windows Live" clId="Web-{DB3FD661-B9C6-93DE-87ED-4FC74DDA4A0C}" dt="2025-08-04T14:12:03.767" v="12"/>
        <pc:sldMkLst>
          <pc:docMk/>
          <pc:sldMk cId="863631806" sldId="1324"/>
        </pc:sldMkLst>
      </pc:sldChg>
      <pc:sldChg chg="modSp">
        <pc:chgData name="Ruhi Lal" userId="cd9f89f764cf2aa9" providerId="Windows Live" clId="Web-{DB3FD661-B9C6-93DE-87ED-4FC74DDA4A0C}" dt="2025-08-04T15:24:15.470" v="555" actId="20577"/>
        <pc:sldMkLst>
          <pc:docMk/>
          <pc:sldMk cId="1254139428" sldId="1822"/>
        </pc:sldMkLst>
        <pc:spChg chg="mod">
          <ac:chgData name="Ruhi Lal" userId="cd9f89f764cf2aa9" providerId="Windows Live" clId="Web-{DB3FD661-B9C6-93DE-87ED-4FC74DDA4A0C}" dt="2025-08-04T15:24:15.470" v="555" actId="20577"/>
          <ac:spMkLst>
            <pc:docMk/>
            <pc:sldMk cId="1254139428" sldId="1822"/>
            <ac:spMk id="2" creationId="{19B9627D-C9E5-7A27-D868-BB4004190B76}"/>
          </ac:spMkLst>
        </pc:spChg>
      </pc:sldChg>
      <pc:sldChg chg="modSp">
        <pc:chgData name="Ruhi Lal" userId="cd9f89f764cf2aa9" providerId="Windows Live" clId="Web-{DB3FD661-B9C6-93DE-87ED-4FC74DDA4A0C}" dt="2025-08-04T15:24:43.439" v="560" actId="20577"/>
        <pc:sldMkLst>
          <pc:docMk/>
          <pc:sldMk cId="2684712631" sldId="1829"/>
        </pc:sldMkLst>
        <pc:spChg chg="mod">
          <ac:chgData name="Ruhi Lal" userId="cd9f89f764cf2aa9" providerId="Windows Live" clId="Web-{DB3FD661-B9C6-93DE-87ED-4FC74DDA4A0C}" dt="2025-08-04T15:24:43.439" v="560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Ruhi Lal" userId="cd9f89f764cf2aa9" providerId="Windows Live" clId="Web-{DB3FD661-B9C6-93DE-87ED-4FC74DDA4A0C}" dt="2025-08-04T15:37:00.614" v="630" actId="20577"/>
        <pc:sldMkLst>
          <pc:docMk/>
          <pc:sldMk cId="1880725329" sldId="1830"/>
        </pc:sldMkLst>
        <pc:spChg chg="mod">
          <ac:chgData name="Ruhi Lal" userId="cd9f89f764cf2aa9" providerId="Windows Live" clId="Web-{DB3FD661-B9C6-93DE-87ED-4FC74DDA4A0C}" dt="2025-08-04T15:25:29.064" v="567" actId="20577"/>
          <ac:spMkLst>
            <pc:docMk/>
            <pc:sldMk cId="1880725329" sldId="1830"/>
            <ac:spMk id="2" creationId="{A9F8AD01-0F67-C3AF-1AAF-11248472D921}"/>
          </ac:spMkLst>
        </pc:spChg>
        <pc:spChg chg="mod">
          <ac:chgData name="Ruhi Lal" userId="cd9f89f764cf2aa9" providerId="Windows Live" clId="Web-{DB3FD661-B9C6-93DE-87ED-4FC74DDA4A0C}" dt="2025-08-04T15:37:00.614" v="630" actId="20577"/>
          <ac:spMkLst>
            <pc:docMk/>
            <pc:sldMk cId="1880725329" sldId="1830"/>
            <ac:spMk id="4" creationId="{36687E6C-ACB6-46BC-999B-EC799FF242DE}"/>
          </ac:spMkLst>
        </pc:spChg>
        <pc:spChg chg="mod">
          <ac:chgData name="Ruhi Lal" userId="cd9f89f764cf2aa9" providerId="Windows Live" clId="Web-{DB3FD661-B9C6-93DE-87ED-4FC74DDA4A0C}" dt="2025-08-04T15:33:21.405" v="606" actId="1076"/>
          <ac:spMkLst>
            <pc:docMk/>
            <pc:sldMk cId="1880725329" sldId="1830"/>
            <ac:spMk id="9" creationId="{FDE1DB4F-C217-2890-DB3F-D9D8888A471B}"/>
          </ac:spMkLst>
        </pc:spChg>
      </pc:sldChg>
      <pc:sldChg chg="del">
        <pc:chgData name="Ruhi Lal" userId="cd9f89f764cf2aa9" providerId="Windows Live" clId="Web-{DB3FD661-B9C6-93DE-87ED-4FC74DDA4A0C}" dt="2025-08-04T14:28:05.835" v="135"/>
        <pc:sldMkLst>
          <pc:docMk/>
          <pc:sldMk cId="2866292097" sldId="1848"/>
        </pc:sldMkLst>
      </pc:sldChg>
      <pc:sldChg chg="del">
        <pc:chgData name="Ruhi Lal" userId="cd9f89f764cf2aa9" providerId="Windows Live" clId="Web-{DB3FD661-B9C6-93DE-87ED-4FC74DDA4A0C}" dt="2025-08-04T14:28:07.398" v="136"/>
        <pc:sldMkLst>
          <pc:docMk/>
          <pc:sldMk cId="1132766400" sldId="1849"/>
        </pc:sldMkLst>
      </pc:sldChg>
      <pc:sldChg chg="del">
        <pc:chgData name="Ruhi Lal" userId="cd9f89f764cf2aa9" providerId="Windows Live" clId="Web-{DB3FD661-B9C6-93DE-87ED-4FC74DDA4A0C}" dt="2025-08-04T15:29:23.348" v="590"/>
        <pc:sldMkLst>
          <pc:docMk/>
          <pc:sldMk cId="2156265590" sldId="1854"/>
        </pc:sldMkLst>
      </pc:sldChg>
      <pc:sldChg chg="del">
        <pc:chgData name="Ruhi Lal" userId="cd9f89f764cf2aa9" providerId="Windows Live" clId="Web-{DB3FD661-B9C6-93DE-87ED-4FC74DDA4A0C}" dt="2025-08-04T15:29:16.285" v="589"/>
        <pc:sldMkLst>
          <pc:docMk/>
          <pc:sldMk cId="3887554074" sldId="1855"/>
        </pc:sldMkLst>
      </pc:sldChg>
      <pc:sldChg chg="modSp">
        <pc:chgData name="Ruhi Lal" userId="cd9f89f764cf2aa9" providerId="Windows Live" clId="Web-{DB3FD661-B9C6-93DE-87ED-4FC74DDA4A0C}" dt="2025-08-04T15:55:44.716" v="880" actId="1076"/>
        <pc:sldMkLst>
          <pc:docMk/>
          <pc:sldMk cId="3293755102" sldId="1857"/>
        </pc:sldMkLst>
        <pc:spChg chg="mod">
          <ac:chgData name="Ruhi Lal" userId="cd9f89f764cf2aa9" providerId="Windows Live" clId="Web-{DB3FD661-B9C6-93DE-87ED-4FC74DDA4A0C}" dt="2025-08-04T15:44:37.096" v="691" actId="20577"/>
          <ac:spMkLst>
            <pc:docMk/>
            <pc:sldMk cId="3293755102" sldId="1857"/>
            <ac:spMk id="4" creationId="{2258A9CB-5F4B-9ADD-4E1B-E2EEABB94798}"/>
          </ac:spMkLst>
        </pc:spChg>
        <pc:spChg chg="mod">
          <ac:chgData name="Ruhi Lal" userId="cd9f89f764cf2aa9" providerId="Windows Live" clId="Web-{DB3FD661-B9C6-93DE-87ED-4FC74DDA4A0C}" dt="2025-08-04T15:55:44.716" v="880" actId="1076"/>
          <ac:spMkLst>
            <pc:docMk/>
            <pc:sldMk cId="3293755102" sldId="1857"/>
            <ac:spMk id="9" creationId="{20382523-5A83-6DCC-FE22-D6F98D066306}"/>
          </ac:spMkLst>
        </pc:spChg>
      </pc:sldChg>
      <pc:sldChg chg="del">
        <pc:chgData name="Ruhi Lal" userId="cd9f89f764cf2aa9" providerId="Windows Live" clId="Web-{DB3FD661-B9C6-93DE-87ED-4FC74DDA4A0C}" dt="2025-08-04T15:45:56.055" v="718"/>
        <pc:sldMkLst>
          <pc:docMk/>
          <pc:sldMk cId="3410800120" sldId="1858"/>
        </pc:sldMkLst>
      </pc:sldChg>
      <pc:sldChg chg="del">
        <pc:chgData name="Ruhi Lal" userId="cd9f89f764cf2aa9" providerId="Windows Live" clId="Web-{DB3FD661-B9C6-93DE-87ED-4FC74DDA4A0C}" dt="2025-08-04T15:45:59.602" v="719"/>
        <pc:sldMkLst>
          <pc:docMk/>
          <pc:sldMk cId="1043272489" sldId="1859"/>
        </pc:sldMkLst>
      </pc:sldChg>
      <pc:sldChg chg="del">
        <pc:chgData name="Ruhi Lal" userId="cd9f89f764cf2aa9" providerId="Windows Live" clId="Web-{DB3FD661-B9C6-93DE-87ED-4FC74DDA4A0C}" dt="2025-08-04T15:46:04.743" v="722"/>
        <pc:sldMkLst>
          <pc:docMk/>
          <pc:sldMk cId="881079037" sldId="1860"/>
        </pc:sldMkLst>
      </pc:sldChg>
      <pc:sldChg chg="del">
        <pc:chgData name="Ruhi Lal" userId="cd9f89f764cf2aa9" providerId="Windows Live" clId="Web-{DB3FD661-B9C6-93DE-87ED-4FC74DDA4A0C}" dt="2025-08-04T15:46:05.540" v="723"/>
        <pc:sldMkLst>
          <pc:docMk/>
          <pc:sldMk cId="318172805" sldId="1861"/>
        </pc:sldMkLst>
      </pc:sldChg>
      <pc:sldChg chg="del">
        <pc:chgData name="Ruhi Lal" userId="cd9f89f764cf2aa9" providerId="Windows Live" clId="Web-{DB3FD661-B9C6-93DE-87ED-4FC74DDA4A0C}" dt="2025-08-04T15:46:00.321" v="720"/>
        <pc:sldMkLst>
          <pc:docMk/>
          <pc:sldMk cId="3687645466" sldId="1866"/>
        </pc:sldMkLst>
      </pc:sldChg>
      <pc:sldChg chg="del">
        <pc:chgData name="Ruhi Lal" userId="cd9f89f764cf2aa9" providerId="Windows Live" clId="Web-{DB3FD661-B9C6-93DE-87ED-4FC74DDA4A0C}" dt="2025-08-04T15:46:01.837" v="721"/>
        <pc:sldMkLst>
          <pc:docMk/>
          <pc:sldMk cId="1530635650" sldId="1867"/>
        </pc:sldMkLst>
      </pc:sldChg>
      <pc:sldChg chg="del">
        <pc:chgData name="Ruhi Lal" userId="cd9f89f764cf2aa9" providerId="Windows Live" clId="Web-{DB3FD661-B9C6-93DE-87ED-4FC74DDA4A0C}" dt="2025-08-04T15:46:08.166" v="724"/>
        <pc:sldMkLst>
          <pc:docMk/>
          <pc:sldMk cId="168504226" sldId="1868"/>
        </pc:sldMkLst>
      </pc:sldChg>
      <pc:sldChg chg="del">
        <pc:chgData name="Ruhi Lal" userId="cd9f89f764cf2aa9" providerId="Windows Live" clId="Web-{DB3FD661-B9C6-93DE-87ED-4FC74DDA4A0C}" dt="2025-08-04T15:54:28.496" v="879"/>
        <pc:sldMkLst>
          <pc:docMk/>
          <pc:sldMk cId="1456485608" sldId="1869"/>
        </pc:sldMkLst>
      </pc:sldChg>
      <pc:sldChg chg="modSp">
        <pc:chgData name="Ruhi Lal" userId="cd9f89f764cf2aa9" providerId="Windows Live" clId="Web-{DB3FD661-B9C6-93DE-87ED-4FC74DDA4A0C}" dt="2025-08-04T15:56:21.638" v="888" actId="1076"/>
        <pc:sldMkLst>
          <pc:docMk/>
          <pc:sldMk cId="2497576685" sldId="1884"/>
        </pc:sldMkLst>
        <pc:spChg chg="mod">
          <ac:chgData name="Ruhi Lal" userId="cd9f89f764cf2aa9" providerId="Windows Live" clId="Web-{DB3FD661-B9C6-93DE-87ED-4FC74DDA4A0C}" dt="2025-08-04T15:44:44.706" v="698" actId="20577"/>
          <ac:spMkLst>
            <pc:docMk/>
            <pc:sldMk cId="2497576685" sldId="1884"/>
            <ac:spMk id="4" creationId="{BF9DA9D5-FAD6-D11A-D788-5E8353507D1D}"/>
          </ac:spMkLst>
        </pc:spChg>
        <pc:spChg chg="mod">
          <ac:chgData name="Ruhi Lal" userId="cd9f89f764cf2aa9" providerId="Windows Live" clId="Web-{DB3FD661-B9C6-93DE-87ED-4FC74DDA4A0C}" dt="2025-08-04T15:56:21.638" v="888" actId="1076"/>
          <ac:spMkLst>
            <pc:docMk/>
            <pc:sldMk cId="2497576685" sldId="1884"/>
            <ac:spMk id="9" creationId="{00E6993F-4A47-7005-914F-10DC7A8F03BA}"/>
          </ac:spMkLst>
        </pc:spChg>
      </pc:sldChg>
      <pc:sldChg chg="delSp modSp add replId">
        <pc:chgData name="Ruhi Lal" userId="cd9f89f764cf2aa9" providerId="Windows Live" clId="Web-{DB3FD661-B9C6-93DE-87ED-4FC74DDA4A0C}" dt="2025-08-04T15:17:42.135" v="498" actId="20577"/>
        <pc:sldMkLst>
          <pc:docMk/>
          <pc:sldMk cId="1080786153" sldId="1885"/>
        </pc:sldMkLst>
        <pc:spChg chg="mod">
          <ac:chgData name="Ruhi Lal" userId="cd9f89f764cf2aa9" providerId="Windows Live" clId="Web-{DB3FD661-B9C6-93DE-87ED-4FC74DDA4A0C}" dt="2025-08-04T14:27:59.491" v="134" actId="1076"/>
          <ac:spMkLst>
            <pc:docMk/>
            <pc:sldMk cId="1080786153" sldId="1885"/>
            <ac:spMk id="3" creationId="{645E0041-2D10-651A-04B3-FBDC1B9DE17D}"/>
          </ac:spMkLst>
        </pc:spChg>
        <pc:spChg chg="mod">
          <ac:chgData name="Ruhi Lal" userId="cd9f89f764cf2aa9" providerId="Windows Live" clId="Web-{DB3FD661-B9C6-93DE-87ED-4FC74DDA4A0C}" dt="2025-08-04T15:17:42.135" v="498" actId="20577"/>
          <ac:spMkLst>
            <pc:docMk/>
            <pc:sldMk cId="1080786153" sldId="1885"/>
            <ac:spMk id="6" creationId="{C152FDBE-326C-E0EB-3628-81249ED2321D}"/>
          </ac:spMkLst>
        </pc:spChg>
        <pc:spChg chg="mod">
          <ac:chgData name="Ruhi Lal" userId="cd9f89f764cf2aa9" providerId="Windows Live" clId="Web-{DB3FD661-B9C6-93DE-87ED-4FC74DDA4A0C}" dt="2025-08-04T14:27:22.209" v="132" actId="1076"/>
          <ac:spMkLst>
            <pc:docMk/>
            <pc:sldMk cId="1080786153" sldId="1885"/>
            <ac:spMk id="7" creationId="{D7CE6F6E-557B-204C-B5FD-643A815D60A8}"/>
          </ac:spMkLst>
        </pc:spChg>
        <pc:picChg chg="mod">
          <ac:chgData name="Ruhi Lal" userId="cd9f89f764cf2aa9" providerId="Windows Live" clId="Web-{DB3FD661-B9C6-93DE-87ED-4FC74DDA4A0C}" dt="2025-08-04T14:27:24.569" v="133" actId="1076"/>
          <ac:picMkLst>
            <pc:docMk/>
            <pc:sldMk cId="1080786153" sldId="1885"/>
            <ac:picMk id="5" creationId="{5C81CB18-DA44-5F37-E844-E6C391BCB3D9}"/>
          </ac:picMkLst>
        </pc:picChg>
      </pc:sldChg>
      <pc:sldChg chg="modSp add replId">
        <pc:chgData name="Ruhi Lal" userId="cd9f89f764cf2aa9" providerId="Windows Live" clId="Web-{DB3FD661-B9C6-93DE-87ED-4FC74DDA4A0C}" dt="2025-08-04T15:18:08.652" v="509" actId="20577"/>
        <pc:sldMkLst>
          <pc:docMk/>
          <pc:sldMk cId="4032934815" sldId="1886"/>
        </pc:sldMkLst>
        <pc:spChg chg="mod">
          <ac:chgData name="Ruhi Lal" userId="cd9f89f764cf2aa9" providerId="Windows Live" clId="Web-{DB3FD661-B9C6-93DE-87ED-4FC74DDA4A0C}" dt="2025-08-04T15:18:08.652" v="509" actId="20577"/>
          <ac:spMkLst>
            <pc:docMk/>
            <pc:sldMk cId="4032934815" sldId="1886"/>
            <ac:spMk id="6" creationId="{23466B83-1A96-FFF1-245C-EA6F7EF1F12C}"/>
          </ac:spMkLst>
        </pc:spChg>
      </pc:sldChg>
      <pc:sldChg chg="modSp add del ord replId">
        <pc:chgData name="Ruhi Lal" userId="cd9f89f764cf2aa9" providerId="Windows Live" clId="Web-{DB3FD661-B9C6-93DE-87ED-4FC74DDA4A0C}" dt="2025-08-04T15:18:53.059" v="523" actId="20577"/>
        <pc:sldMkLst>
          <pc:docMk/>
          <pc:sldMk cId="3300202507" sldId="1887"/>
        </pc:sldMkLst>
        <pc:spChg chg="mod">
          <ac:chgData name="Ruhi Lal" userId="cd9f89f764cf2aa9" providerId="Windows Live" clId="Web-{DB3FD661-B9C6-93DE-87ED-4FC74DDA4A0C}" dt="2025-08-04T15:18:53.059" v="523" actId="20577"/>
          <ac:spMkLst>
            <pc:docMk/>
            <pc:sldMk cId="3300202507" sldId="1887"/>
            <ac:spMk id="6" creationId="{786A34ED-248F-26F5-2EB4-C525D5DA5218}"/>
          </ac:spMkLst>
        </pc:spChg>
      </pc:sldChg>
      <pc:sldChg chg="modSp add ord replId">
        <pc:chgData name="Ruhi Lal" userId="cd9f89f764cf2aa9" providerId="Windows Live" clId="Web-{DB3FD661-B9C6-93DE-87ED-4FC74DDA4A0C}" dt="2025-08-04T15:17:53.589" v="504" actId="20577"/>
        <pc:sldMkLst>
          <pc:docMk/>
          <pc:sldMk cId="847173287" sldId="1888"/>
        </pc:sldMkLst>
        <pc:spChg chg="mod">
          <ac:chgData name="Ruhi Lal" userId="cd9f89f764cf2aa9" providerId="Windows Live" clId="Web-{DB3FD661-B9C6-93DE-87ED-4FC74DDA4A0C}" dt="2025-08-04T15:17:53.589" v="504" actId="20577"/>
          <ac:spMkLst>
            <pc:docMk/>
            <pc:sldMk cId="847173287" sldId="1888"/>
            <ac:spMk id="6" creationId="{2889639C-96C4-8794-D946-FA1F60C04FEA}"/>
          </ac:spMkLst>
        </pc:spChg>
        <pc:spChg chg="mod">
          <ac:chgData name="Ruhi Lal" userId="cd9f89f764cf2aa9" providerId="Windows Live" clId="Web-{DB3FD661-B9C6-93DE-87ED-4FC74DDA4A0C}" dt="2025-08-04T15:06:47.806" v="452" actId="20577"/>
          <ac:spMkLst>
            <pc:docMk/>
            <pc:sldMk cId="847173287" sldId="1888"/>
            <ac:spMk id="10" creationId="{CAAE5205-DDA2-5922-4F2A-229C99F5302C}"/>
          </ac:spMkLst>
        </pc:spChg>
      </pc:sldChg>
      <pc:sldChg chg="modSp add ord replId">
        <pc:chgData name="Ruhi Lal" userId="cd9f89f764cf2aa9" providerId="Windows Live" clId="Web-{DB3FD661-B9C6-93DE-87ED-4FC74DDA4A0C}" dt="2025-08-04T15:18:43.293" v="520" actId="20577"/>
        <pc:sldMkLst>
          <pc:docMk/>
          <pc:sldMk cId="4221097664" sldId="1889"/>
        </pc:sldMkLst>
        <pc:spChg chg="mod">
          <ac:chgData name="Ruhi Lal" userId="cd9f89f764cf2aa9" providerId="Windows Live" clId="Web-{DB3FD661-B9C6-93DE-87ED-4FC74DDA4A0C}" dt="2025-08-04T15:18:43.293" v="520" actId="20577"/>
          <ac:spMkLst>
            <pc:docMk/>
            <pc:sldMk cId="4221097664" sldId="1889"/>
            <ac:spMk id="6" creationId="{96AE30F7-0BF6-66FA-3A22-EBEC09A43105}"/>
          </ac:spMkLst>
        </pc:spChg>
        <pc:spChg chg="mod">
          <ac:chgData name="Ruhi Lal" userId="cd9f89f764cf2aa9" providerId="Windows Live" clId="Web-{DB3FD661-B9C6-93DE-87ED-4FC74DDA4A0C}" dt="2025-08-04T15:12:17.277" v="487" actId="1076"/>
          <ac:spMkLst>
            <pc:docMk/>
            <pc:sldMk cId="4221097664" sldId="1889"/>
            <ac:spMk id="7" creationId="{D9CBE623-576E-2811-693A-6BDAFDEF4D1D}"/>
          </ac:spMkLst>
        </pc:spChg>
        <pc:spChg chg="mod">
          <ac:chgData name="Ruhi Lal" userId="cd9f89f764cf2aa9" providerId="Windows Live" clId="Web-{DB3FD661-B9C6-93DE-87ED-4FC74DDA4A0C}" dt="2025-08-04T15:17:06.197" v="493" actId="20577"/>
          <ac:spMkLst>
            <pc:docMk/>
            <pc:sldMk cId="4221097664" sldId="1889"/>
            <ac:spMk id="10" creationId="{FB52AFB2-A2DA-9873-0BE1-BE7866A59DBE}"/>
          </ac:spMkLst>
        </pc:spChg>
      </pc:sldChg>
      <pc:sldChg chg="modSp add del replId">
        <pc:chgData name="Ruhi Lal" userId="cd9f89f764cf2aa9" providerId="Windows Live" clId="Web-{DB3FD661-B9C6-93DE-87ED-4FC74DDA4A0C}" dt="2025-08-04T15:18:21.511" v="512" actId="20577"/>
        <pc:sldMkLst>
          <pc:docMk/>
          <pc:sldMk cId="1458609894" sldId="1890"/>
        </pc:sldMkLst>
        <pc:spChg chg="mod">
          <ac:chgData name="Ruhi Lal" userId="cd9f89f764cf2aa9" providerId="Windows Live" clId="Web-{DB3FD661-B9C6-93DE-87ED-4FC74DDA4A0C}" dt="2025-08-04T15:18:21.511" v="512" actId="20577"/>
          <ac:spMkLst>
            <pc:docMk/>
            <pc:sldMk cId="1458609894" sldId="1890"/>
            <ac:spMk id="6" creationId="{70F9A259-1655-0B9C-5924-C6DD1AB1D72A}"/>
          </ac:spMkLst>
        </pc:spChg>
        <pc:spChg chg="mod">
          <ac:chgData name="Ruhi Lal" userId="cd9f89f764cf2aa9" providerId="Windows Live" clId="Web-{DB3FD661-B9C6-93DE-87ED-4FC74DDA4A0C}" dt="2025-08-04T15:10:05.892" v="474" actId="20577"/>
          <ac:spMkLst>
            <pc:docMk/>
            <pc:sldMk cId="1458609894" sldId="1890"/>
            <ac:spMk id="10" creationId="{8046EECD-5409-CF5F-0C38-F06B011F6177}"/>
          </ac:spMkLst>
        </pc:spChg>
      </pc:sldChg>
      <pc:sldChg chg="modSp add replId">
        <pc:chgData name="Ruhi Lal" userId="cd9f89f764cf2aa9" providerId="Windows Live" clId="Web-{DB3FD661-B9C6-93DE-87ED-4FC74DDA4A0C}" dt="2025-08-04T15:18:31.527" v="514" actId="20577"/>
        <pc:sldMkLst>
          <pc:docMk/>
          <pc:sldMk cId="137109182" sldId="1891"/>
        </pc:sldMkLst>
        <pc:spChg chg="mod">
          <ac:chgData name="Ruhi Lal" userId="cd9f89f764cf2aa9" providerId="Windows Live" clId="Web-{DB3FD661-B9C6-93DE-87ED-4FC74DDA4A0C}" dt="2025-08-04T15:18:31.527" v="514" actId="20577"/>
          <ac:spMkLst>
            <pc:docMk/>
            <pc:sldMk cId="137109182" sldId="1891"/>
            <ac:spMk id="6" creationId="{43ADA213-1E3F-448A-AF38-9F542DD23305}"/>
          </ac:spMkLst>
        </pc:spChg>
      </pc:sldChg>
      <pc:sldChg chg="modSp add del replId">
        <pc:chgData name="Ruhi Lal" userId="cd9f89f764cf2aa9" providerId="Windows Live" clId="Web-{DB3FD661-B9C6-93DE-87ED-4FC74DDA4A0C}" dt="2025-08-04T15:33:30.515" v="607"/>
        <pc:sldMkLst>
          <pc:docMk/>
          <pc:sldMk cId="2797263816" sldId="1892"/>
        </pc:sldMkLst>
      </pc:sldChg>
      <pc:sldChg chg="modSp add replId">
        <pc:chgData name="Ruhi Lal" userId="cd9f89f764cf2aa9" providerId="Windows Live" clId="Web-{DB3FD661-B9C6-93DE-87ED-4FC74DDA4A0C}" dt="2025-08-04T15:37:09.629" v="632" actId="20577"/>
        <pc:sldMkLst>
          <pc:docMk/>
          <pc:sldMk cId="2429680237" sldId="1893"/>
        </pc:sldMkLst>
        <pc:spChg chg="mod">
          <ac:chgData name="Ruhi Lal" userId="cd9f89f764cf2aa9" providerId="Windows Live" clId="Web-{DB3FD661-B9C6-93DE-87ED-4FC74DDA4A0C}" dt="2025-08-04T15:37:09.629" v="632" actId="20577"/>
          <ac:spMkLst>
            <pc:docMk/>
            <pc:sldMk cId="2429680237" sldId="1893"/>
            <ac:spMk id="4" creationId="{53F99080-E301-E945-233D-9243404354D7}"/>
          </ac:spMkLst>
        </pc:spChg>
        <pc:spChg chg="mod">
          <ac:chgData name="Ruhi Lal" userId="cd9f89f764cf2aa9" providerId="Windows Live" clId="Web-{DB3FD661-B9C6-93DE-87ED-4FC74DDA4A0C}" dt="2025-08-04T15:35:53.081" v="622" actId="1076"/>
          <ac:spMkLst>
            <pc:docMk/>
            <pc:sldMk cId="2429680237" sldId="1893"/>
            <ac:spMk id="9" creationId="{AC232EDD-7B87-EA1C-3D4F-FB699B96415A}"/>
          </ac:spMkLst>
        </pc:spChg>
      </pc:sldChg>
      <pc:sldChg chg="modSp add replId">
        <pc:chgData name="Ruhi Lal" userId="cd9f89f764cf2aa9" providerId="Windows Live" clId="Web-{DB3FD661-B9C6-93DE-87ED-4FC74DDA4A0C}" dt="2025-08-04T15:37:17.676" v="635" actId="20577"/>
        <pc:sldMkLst>
          <pc:docMk/>
          <pc:sldMk cId="4228751221" sldId="1894"/>
        </pc:sldMkLst>
        <pc:spChg chg="mod">
          <ac:chgData name="Ruhi Lal" userId="cd9f89f764cf2aa9" providerId="Windows Live" clId="Web-{DB3FD661-B9C6-93DE-87ED-4FC74DDA4A0C}" dt="2025-08-04T15:37:17.676" v="635" actId="20577"/>
          <ac:spMkLst>
            <pc:docMk/>
            <pc:sldMk cId="4228751221" sldId="1894"/>
            <ac:spMk id="4" creationId="{A6EF4DE3-B9CE-EB2D-D871-AC28BC6FC429}"/>
          </ac:spMkLst>
        </pc:spChg>
        <pc:spChg chg="mod">
          <ac:chgData name="Ruhi Lal" userId="cd9f89f764cf2aa9" providerId="Windows Live" clId="Web-{DB3FD661-B9C6-93DE-87ED-4FC74DDA4A0C}" dt="2025-08-04T15:35:45.846" v="621" actId="1076"/>
          <ac:spMkLst>
            <pc:docMk/>
            <pc:sldMk cId="4228751221" sldId="1894"/>
            <ac:spMk id="9" creationId="{32349F92-FE23-BCC9-35B1-6A0CE80B3C91}"/>
          </ac:spMkLst>
        </pc:spChg>
      </pc:sldChg>
      <pc:sldChg chg="modSp add replId">
        <pc:chgData name="Ruhi Lal" userId="cd9f89f764cf2aa9" providerId="Windows Live" clId="Web-{DB3FD661-B9C6-93DE-87ED-4FC74DDA4A0C}" dt="2025-08-04T15:37:28.489" v="639" actId="20577"/>
        <pc:sldMkLst>
          <pc:docMk/>
          <pc:sldMk cId="1464611278" sldId="1895"/>
        </pc:sldMkLst>
        <pc:spChg chg="mod">
          <ac:chgData name="Ruhi Lal" userId="cd9f89f764cf2aa9" providerId="Windows Live" clId="Web-{DB3FD661-B9C6-93DE-87ED-4FC74DDA4A0C}" dt="2025-08-04T15:37:28.489" v="639" actId="20577"/>
          <ac:spMkLst>
            <pc:docMk/>
            <pc:sldMk cId="1464611278" sldId="1895"/>
            <ac:spMk id="4" creationId="{03048BD7-7A01-F8E0-9FCB-74A47A95FAE0}"/>
          </ac:spMkLst>
        </pc:spChg>
        <pc:spChg chg="mod">
          <ac:chgData name="Ruhi Lal" userId="cd9f89f764cf2aa9" providerId="Windows Live" clId="Web-{DB3FD661-B9C6-93DE-87ED-4FC74DDA4A0C}" dt="2025-08-04T15:36:30.754" v="629" actId="20577"/>
          <ac:spMkLst>
            <pc:docMk/>
            <pc:sldMk cId="1464611278" sldId="1895"/>
            <ac:spMk id="9" creationId="{EDDD2ECA-35C6-16A7-B344-595CE76E6E48}"/>
          </ac:spMkLst>
        </pc:spChg>
      </pc:sldChg>
      <pc:sldChg chg="modSp add ord replId">
        <pc:chgData name="Ruhi Lal" userId="cd9f89f764cf2aa9" providerId="Windows Live" clId="Web-{DB3FD661-B9C6-93DE-87ED-4FC74DDA4A0C}" dt="2025-08-04T15:45:00.864" v="704" actId="20577"/>
        <pc:sldMkLst>
          <pc:docMk/>
          <pc:sldMk cId="101050245" sldId="1896"/>
        </pc:sldMkLst>
        <pc:spChg chg="mod">
          <ac:chgData name="Ruhi Lal" userId="cd9f89f764cf2aa9" providerId="Windows Live" clId="Web-{DB3FD661-B9C6-93DE-87ED-4FC74DDA4A0C}" dt="2025-08-04T15:45:00.864" v="704" actId="20577"/>
          <ac:spMkLst>
            <pc:docMk/>
            <pc:sldMk cId="101050245" sldId="1896"/>
            <ac:spMk id="4" creationId="{5D1D46BB-BCD9-E76C-82C7-7F74AF3100F6}"/>
          </ac:spMkLst>
        </pc:spChg>
        <pc:spChg chg="mod">
          <ac:chgData name="Ruhi Lal" userId="cd9f89f764cf2aa9" providerId="Windows Live" clId="Web-{DB3FD661-B9C6-93DE-87ED-4FC74DDA4A0C}" dt="2025-08-04T15:42:56.775" v="675" actId="20577"/>
          <ac:spMkLst>
            <pc:docMk/>
            <pc:sldMk cId="101050245" sldId="1896"/>
            <ac:spMk id="9" creationId="{9F681FB2-3E22-0DC9-2788-0FFED5F36EDA}"/>
          </ac:spMkLst>
        </pc:spChg>
      </pc:sldChg>
      <pc:sldChg chg="modSp add del replId">
        <pc:chgData name="Ruhi Lal" userId="cd9f89f764cf2aa9" providerId="Windows Live" clId="Web-{DB3FD661-B9C6-93DE-87ED-4FC74DDA4A0C}" dt="2025-08-04T15:56:32.357" v="890"/>
        <pc:sldMkLst>
          <pc:docMk/>
          <pc:sldMk cId="1063389267" sldId="1897"/>
        </pc:sldMkLst>
      </pc:sldChg>
      <pc:sldChg chg="modSp add del replId">
        <pc:chgData name="Ruhi Lal" userId="cd9f89f764cf2aa9" providerId="Windows Live" clId="Web-{DB3FD661-B9C6-93DE-87ED-4FC74DDA4A0C}" dt="2025-08-04T15:45:20.615" v="710" actId="20577"/>
        <pc:sldMkLst>
          <pc:docMk/>
          <pc:sldMk cId="2402253196" sldId="1898"/>
        </pc:sldMkLst>
        <pc:spChg chg="mod">
          <ac:chgData name="Ruhi Lal" userId="cd9f89f764cf2aa9" providerId="Windows Live" clId="Web-{DB3FD661-B9C6-93DE-87ED-4FC74DDA4A0C}" dt="2025-08-04T15:45:20.615" v="710" actId="20577"/>
          <ac:spMkLst>
            <pc:docMk/>
            <pc:sldMk cId="2402253196" sldId="1898"/>
            <ac:spMk id="4" creationId="{FD43C5AB-ABAD-8B6D-96AC-E425FF73DAB2}"/>
          </ac:spMkLst>
        </pc:spChg>
        <pc:spChg chg="mod">
          <ac:chgData name="Ruhi Lal" userId="cd9f89f764cf2aa9" providerId="Windows Live" clId="Web-{DB3FD661-B9C6-93DE-87ED-4FC74DDA4A0C}" dt="2025-08-04T15:43:50.935" v="686" actId="20577"/>
          <ac:spMkLst>
            <pc:docMk/>
            <pc:sldMk cId="2402253196" sldId="1898"/>
            <ac:spMk id="9" creationId="{6E68B82C-A6A3-563C-815E-6150E86911A4}"/>
          </ac:spMkLst>
        </pc:spChg>
      </pc:sldChg>
      <pc:sldChg chg="modSp add del replId">
        <pc:chgData name="Ruhi Lal" userId="cd9f89f764cf2aa9" providerId="Windows Live" clId="Web-{DB3FD661-B9C6-93DE-87ED-4FC74DDA4A0C}" dt="2025-08-04T15:56:38.576" v="892"/>
        <pc:sldMkLst>
          <pc:docMk/>
          <pc:sldMk cId="2236183488" sldId="1899"/>
        </pc:sldMkLst>
      </pc:sldChg>
      <pc:sldChg chg="modSp add replId">
        <pc:chgData name="Ruhi Lal" userId="cd9f89f764cf2aa9" providerId="Windows Live" clId="Web-{DB3FD661-B9C6-93DE-87ED-4FC74DDA4A0C}" dt="2025-08-04T15:46:40.980" v="728" actId="20577"/>
        <pc:sldMkLst>
          <pc:docMk/>
          <pc:sldMk cId="3482069950" sldId="1900"/>
        </pc:sldMkLst>
        <pc:spChg chg="mod">
          <ac:chgData name="Ruhi Lal" userId="cd9f89f764cf2aa9" providerId="Windows Live" clId="Web-{DB3FD661-B9C6-93DE-87ED-4FC74DDA4A0C}" dt="2025-08-04T15:46:40.980" v="728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 add replId">
        <pc:chgData name="Ruhi Lal" userId="cd9f89f764cf2aa9" providerId="Windows Live" clId="Web-{DB3FD661-B9C6-93DE-87ED-4FC74DDA4A0C}" dt="2025-08-04T15:53:07.447" v="863" actId="20577"/>
        <pc:sldMkLst>
          <pc:docMk/>
          <pc:sldMk cId="1340516688" sldId="1901"/>
        </pc:sldMkLst>
        <pc:spChg chg="mod">
          <ac:chgData name="Ruhi Lal" userId="cd9f89f764cf2aa9" providerId="Windows Live" clId="Web-{DB3FD661-B9C6-93DE-87ED-4FC74DDA4A0C}" dt="2025-08-04T15:47:16.029" v="733" actId="20577"/>
          <ac:spMkLst>
            <pc:docMk/>
            <pc:sldMk cId="1340516688" sldId="1901"/>
            <ac:spMk id="2" creationId="{EB2EF179-0FDB-0057-21E2-16A3053630A3}"/>
          </ac:spMkLst>
        </pc:spChg>
        <pc:spChg chg="mod">
          <ac:chgData name="Ruhi Lal" userId="cd9f89f764cf2aa9" providerId="Windows Live" clId="Web-{DB3FD661-B9C6-93DE-87ED-4FC74DDA4A0C}" dt="2025-08-04T15:53:07.447" v="863" actId="20577"/>
          <ac:spMkLst>
            <pc:docMk/>
            <pc:sldMk cId="1340516688" sldId="1901"/>
            <ac:spMk id="4" creationId="{235C489C-0CD0-216B-2A2E-7747A190920E}"/>
          </ac:spMkLst>
        </pc:spChg>
        <pc:spChg chg="mod">
          <ac:chgData name="Ruhi Lal" userId="cd9f89f764cf2aa9" providerId="Windows Live" clId="Web-{DB3FD661-B9C6-93DE-87ED-4FC74DDA4A0C}" dt="2025-08-04T15:49:49.051" v="760" actId="14100"/>
          <ac:spMkLst>
            <pc:docMk/>
            <pc:sldMk cId="1340516688" sldId="1901"/>
            <ac:spMk id="9" creationId="{74C0ECDD-78D9-095F-8A1F-BB00F68565A5}"/>
          </ac:spMkLst>
        </pc:spChg>
      </pc:sldChg>
      <pc:sldChg chg="modSp add replId">
        <pc:chgData name="Ruhi Lal" userId="cd9f89f764cf2aa9" providerId="Windows Live" clId="Web-{DB3FD661-B9C6-93DE-87ED-4FC74DDA4A0C}" dt="2025-08-04T15:53:13.838" v="868" actId="20577"/>
        <pc:sldMkLst>
          <pc:docMk/>
          <pc:sldMk cId="840971442" sldId="1902"/>
        </pc:sldMkLst>
        <pc:spChg chg="mod">
          <ac:chgData name="Ruhi Lal" userId="cd9f89f764cf2aa9" providerId="Windows Live" clId="Web-{DB3FD661-B9C6-93DE-87ED-4FC74DDA4A0C}" dt="2025-08-04T15:53:13.838" v="868" actId="20577"/>
          <ac:spMkLst>
            <pc:docMk/>
            <pc:sldMk cId="840971442" sldId="1902"/>
            <ac:spMk id="4" creationId="{24E5558A-EF85-E649-3907-6986D909AD8D}"/>
          </ac:spMkLst>
        </pc:spChg>
        <pc:spChg chg="mod">
          <ac:chgData name="Ruhi Lal" userId="cd9f89f764cf2aa9" providerId="Windows Live" clId="Web-{DB3FD661-B9C6-93DE-87ED-4FC74DDA4A0C}" dt="2025-08-04T15:50:56.647" v="772" actId="20577"/>
          <ac:spMkLst>
            <pc:docMk/>
            <pc:sldMk cId="840971442" sldId="1902"/>
            <ac:spMk id="9" creationId="{837F8E7B-1FB8-32FF-7F3D-03972971EA2D}"/>
          </ac:spMkLst>
        </pc:spChg>
      </pc:sldChg>
      <pc:sldChg chg="modSp add replId">
        <pc:chgData name="Ruhi Lal" userId="cd9f89f764cf2aa9" providerId="Windows Live" clId="Web-{DB3FD661-B9C6-93DE-87ED-4FC74DDA4A0C}" dt="2025-08-04T15:53:30.573" v="871" actId="20577"/>
        <pc:sldMkLst>
          <pc:docMk/>
          <pc:sldMk cId="651590727" sldId="1903"/>
        </pc:sldMkLst>
        <pc:spChg chg="mod">
          <ac:chgData name="Ruhi Lal" userId="cd9f89f764cf2aa9" providerId="Windows Live" clId="Web-{DB3FD661-B9C6-93DE-87ED-4FC74DDA4A0C}" dt="2025-08-04T15:53:30.573" v="871" actId="20577"/>
          <ac:spMkLst>
            <pc:docMk/>
            <pc:sldMk cId="651590727" sldId="1903"/>
            <ac:spMk id="4" creationId="{6AFFE2BB-26B0-6C83-A63C-3139496B6F84}"/>
          </ac:spMkLst>
        </pc:spChg>
        <pc:spChg chg="mod">
          <ac:chgData name="Ruhi Lal" userId="cd9f89f764cf2aa9" providerId="Windows Live" clId="Web-{DB3FD661-B9C6-93DE-87ED-4FC74DDA4A0C}" dt="2025-08-04T15:52:03.086" v="779" actId="20577"/>
          <ac:spMkLst>
            <pc:docMk/>
            <pc:sldMk cId="651590727" sldId="1903"/>
            <ac:spMk id="9" creationId="{F796104B-8FD8-FCF5-589C-2E5A120AC0BF}"/>
          </ac:spMkLst>
        </pc:spChg>
      </pc:sldChg>
      <pc:sldChg chg="modSp add replId">
        <pc:chgData name="Ruhi Lal" userId="cd9f89f764cf2aa9" providerId="Windows Live" clId="Web-{DB3FD661-B9C6-93DE-87ED-4FC74DDA4A0C}" dt="2025-08-04T15:57:12.498" v="896" actId="20577"/>
        <pc:sldMkLst>
          <pc:docMk/>
          <pc:sldMk cId="198145396" sldId="1904"/>
        </pc:sldMkLst>
        <pc:spChg chg="mod">
          <ac:chgData name="Ruhi Lal" userId="cd9f89f764cf2aa9" providerId="Windows Live" clId="Web-{DB3FD661-B9C6-93DE-87ED-4FC74DDA4A0C}" dt="2025-08-04T15:53:36.917" v="872" actId="20577"/>
          <ac:spMkLst>
            <pc:docMk/>
            <pc:sldMk cId="198145396" sldId="1904"/>
            <ac:spMk id="4" creationId="{033F0535-3D18-498B-D1B6-F3059FC79391}"/>
          </ac:spMkLst>
        </pc:spChg>
        <pc:spChg chg="mod">
          <ac:chgData name="Ruhi Lal" userId="cd9f89f764cf2aa9" providerId="Windows Live" clId="Web-{DB3FD661-B9C6-93DE-87ED-4FC74DDA4A0C}" dt="2025-08-04T15:57:12.498" v="896" actId="20577"/>
          <ac:spMkLst>
            <pc:docMk/>
            <pc:sldMk cId="198145396" sldId="1904"/>
            <ac:spMk id="9" creationId="{6E22A521-313D-B46F-45FF-79D3F940F841}"/>
          </ac:spMkLst>
        </pc:spChg>
      </pc:sldChg>
      <pc:sldChg chg="modSp add del replId">
        <pc:chgData name="Ruhi Lal" userId="cd9f89f764cf2aa9" providerId="Windows Live" clId="Web-{DB3FD661-B9C6-93DE-87ED-4FC74DDA4A0C}" dt="2025-08-04T15:54:08.011" v="878" actId="20577"/>
        <pc:sldMkLst>
          <pc:docMk/>
          <pc:sldMk cId="948678201" sldId="1905"/>
        </pc:sldMkLst>
        <pc:spChg chg="mod">
          <ac:chgData name="Ruhi Lal" userId="cd9f89f764cf2aa9" providerId="Windows Live" clId="Web-{DB3FD661-B9C6-93DE-87ED-4FC74DDA4A0C}" dt="2025-08-04T15:54:08.011" v="878" actId="20577"/>
          <ac:spMkLst>
            <pc:docMk/>
            <pc:sldMk cId="948678201" sldId="1905"/>
            <ac:spMk id="7" creationId="{A5408C03-D8F4-99B9-0ED5-F1CE6F0DD9E4}"/>
          </ac:spMkLst>
        </pc:spChg>
      </pc:sldChg>
      <pc:sldChg chg="modSp add replId">
        <pc:chgData name="Ruhi Lal" userId="cd9f89f764cf2aa9" providerId="Windows Live" clId="Web-{DB3FD661-B9C6-93DE-87ED-4FC74DDA4A0C}" dt="2025-08-04T15:56:48.545" v="894" actId="20577"/>
        <pc:sldMkLst>
          <pc:docMk/>
          <pc:sldMk cId="3526079819" sldId="1906"/>
        </pc:sldMkLst>
      </pc:sldChg>
      <pc:sldChg chg="modSp add replId">
        <pc:chgData name="Ruhi Lal" userId="cd9f89f764cf2aa9" providerId="Windows Live" clId="Web-{DB3FD661-B9C6-93DE-87ED-4FC74DDA4A0C}" dt="2025-08-04T15:56:55.545" v="895" actId="20577"/>
        <pc:sldMkLst>
          <pc:docMk/>
          <pc:sldMk cId="142563642" sldId="1907"/>
        </pc:sldMkLst>
      </pc:sldChg>
      <pc:sldChg chg="modSp add del replId">
        <pc:chgData name="Ruhi Lal" userId="cd9f89f764cf2aa9" providerId="Windows Live" clId="Web-{DB3FD661-B9C6-93DE-87ED-4FC74DDA4A0C}" dt="2025-08-04T16:01:15.163" v="930" actId="20577"/>
        <pc:sldMkLst>
          <pc:docMk/>
          <pc:sldMk cId="1254822813" sldId="1908"/>
        </pc:sldMkLst>
        <pc:spChg chg="mod">
          <ac:chgData name="Ruhi Lal" userId="cd9f89f764cf2aa9" providerId="Windows Live" clId="Web-{DB3FD661-B9C6-93DE-87ED-4FC74DDA4A0C}" dt="2025-08-04T15:58:27.015" v="901" actId="20577"/>
          <ac:spMkLst>
            <pc:docMk/>
            <pc:sldMk cId="1254822813" sldId="1908"/>
            <ac:spMk id="2" creationId="{EE08BC15-8777-94AB-5CA8-E4CCE1E1D513}"/>
          </ac:spMkLst>
        </pc:spChg>
        <pc:spChg chg="mod">
          <ac:chgData name="Ruhi Lal" userId="cd9f89f764cf2aa9" providerId="Windows Live" clId="Web-{DB3FD661-B9C6-93DE-87ED-4FC74DDA4A0C}" dt="2025-08-04T16:01:15.163" v="930" actId="20577"/>
          <ac:spMkLst>
            <pc:docMk/>
            <pc:sldMk cId="1254822813" sldId="1908"/>
            <ac:spMk id="4" creationId="{0CB438E1-A7C8-D737-5D9F-FAC1BE9D8955}"/>
          </ac:spMkLst>
        </pc:spChg>
        <pc:spChg chg="mod">
          <ac:chgData name="Ruhi Lal" userId="cd9f89f764cf2aa9" providerId="Windows Live" clId="Web-{DB3FD661-B9C6-93DE-87ED-4FC74DDA4A0C}" dt="2025-08-04T16:00:53.551" v="928" actId="20577"/>
          <ac:spMkLst>
            <pc:docMk/>
            <pc:sldMk cId="1254822813" sldId="1908"/>
            <ac:spMk id="9" creationId="{78BE6C89-2E5C-4606-4D46-DF92522C16D1}"/>
          </ac:spMkLst>
        </pc:spChg>
      </pc:sldChg>
    </pc:docChg>
  </pc:docChgLst>
  <pc:docChgLst>
    <pc:chgData name="Ruhi Lal" userId="cd9f89f764cf2aa9" providerId="Windows Live" clId="Web-{4964DCA2-987C-42CC-9092-98EBC86009EB}"/>
    <pc:docChg chg="modSld">
      <pc:chgData name="Ruhi Lal" userId="cd9f89f764cf2aa9" providerId="Windows Live" clId="Web-{4964DCA2-987C-42CC-9092-98EBC86009EB}" dt="2025-08-09T06:30:37.227" v="2" actId="20577"/>
      <pc:docMkLst>
        <pc:docMk/>
      </pc:docMkLst>
      <pc:sldChg chg="modSp">
        <pc:chgData name="Ruhi Lal" userId="cd9f89f764cf2aa9" providerId="Windows Live" clId="Web-{4964DCA2-987C-42CC-9092-98EBC86009EB}" dt="2025-08-09T06:30:37.227" v="2" actId="20577"/>
        <pc:sldMkLst>
          <pc:docMk/>
          <pc:sldMk cId="3610576271" sldId="1912"/>
        </pc:sldMkLst>
        <pc:spChg chg="mod">
          <ac:chgData name="Ruhi Lal" userId="cd9f89f764cf2aa9" providerId="Windows Live" clId="Web-{4964DCA2-987C-42CC-9092-98EBC86009EB}" dt="2025-08-09T06:30:37.227" v="2" actId="20577"/>
          <ac:spMkLst>
            <pc:docMk/>
            <pc:sldMk cId="3610576271" sldId="1912"/>
            <ac:spMk id="9" creationId="{18EB20BD-8FCA-2034-09AB-0E034118EB5B}"/>
          </ac:spMkLst>
        </pc:spChg>
      </pc:sldChg>
      <pc:sldChg chg="modSp">
        <pc:chgData name="Ruhi Lal" userId="cd9f89f764cf2aa9" providerId="Windows Live" clId="Web-{4964DCA2-987C-42CC-9092-98EBC86009EB}" dt="2025-08-09T06:30:26.961" v="0" actId="20577"/>
        <pc:sldMkLst>
          <pc:docMk/>
          <pc:sldMk cId="72132455" sldId="1913"/>
        </pc:sldMkLst>
        <pc:spChg chg="mod">
          <ac:chgData name="Ruhi Lal" userId="cd9f89f764cf2aa9" providerId="Windows Live" clId="Web-{4964DCA2-987C-42CC-9092-98EBC86009EB}" dt="2025-08-09T06:30:26.961" v="0" actId="20577"/>
          <ac:spMkLst>
            <pc:docMk/>
            <pc:sldMk cId="72132455" sldId="1913"/>
            <ac:spMk id="9" creationId="{B765BB75-F497-E4FA-C3E7-51D2207C75CA}"/>
          </ac:spMkLst>
        </pc:spChg>
      </pc:sldChg>
    </pc:docChg>
  </pc:docChgLst>
  <pc:docChgLst>
    <pc:chgData name="Sini Mathew" userId="3875fe58a975fc01" providerId="Windows Live" clId="Web-{AB08856C-792B-5B82-9DD4-714D665DF3F1}"/>
    <pc:docChg chg="modSld">
      <pc:chgData name="Sini Mathew" userId="3875fe58a975fc01" providerId="Windows Live" clId="Web-{AB08856C-792B-5B82-9DD4-714D665DF3F1}" dt="2025-08-04T05:23:28.188" v="35" actId="20577"/>
      <pc:docMkLst>
        <pc:docMk/>
      </pc:docMkLst>
      <pc:sldChg chg="modSp">
        <pc:chgData name="Sini Mathew" userId="3875fe58a975fc01" providerId="Windows Live" clId="Web-{AB08856C-792B-5B82-9DD4-714D665DF3F1}" dt="2025-08-04T05:23:28.188" v="35" actId="20577"/>
        <pc:sldMkLst>
          <pc:docMk/>
          <pc:sldMk cId="2771250690" sldId="851"/>
        </pc:sldMkLst>
        <pc:spChg chg="mod">
          <ac:chgData name="Sini Mathew" userId="3875fe58a975fc01" providerId="Windows Live" clId="Web-{AB08856C-792B-5B82-9DD4-714D665DF3F1}" dt="2025-08-04T05:23:28.188" v="35" actId="20577"/>
          <ac:spMkLst>
            <pc:docMk/>
            <pc:sldMk cId="2771250690" sldId="851"/>
            <ac:spMk id="8" creationId="{9BADF726-2AAD-85FD-9A5C-793E45C4B3F2}"/>
          </ac:spMkLst>
        </pc:spChg>
      </pc:sldChg>
    </pc:docChg>
  </pc:docChgLst>
  <pc:docChgLst>
    <pc:chgData name="Ruhi Lal" userId="cd9f89f764cf2aa9" providerId="Windows Live" clId="Web-{CE9CE69C-0865-3034-D532-2E7DE711FEAF}"/>
    <pc:docChg chg="addSld delSld modSld">
      <pc:chgData name="Ruhi Lal" userId="cd9f89f764cf2aa9" providerId="Windows Live" clId="Web-{CE9CE69C-0865-3034-D532-2E7DE711FEAF}" dt="2025-08-05T14:29:32.141" v="346" actId="20577"/>
      <pc:docMkLst>
        <pc:docMk/>
      </pc:docMkLst>
      <pc:sldChg chg="modSp">
        <pc:chgData name="Ruhi Lal" userId="cd9f89f764cf2aa9" providerId="Windows Live" clId="Web-{CE9CE69C-0865-3034-D532-2E7DE711FEAF}" dt="2025-08-05T13:57:17.625" v="197" actId="1076"/>
        <pc:sldMkLst>
          <pc:docMk/>
          <pc:sldMk cId="717388547" sldId="813"/>
        </pc:sldMkLst>
        <pc:spChg chg="mod">
          <ac:chgData name="Ruhi Lal" userId="cd9f89f764cf2aa9" providerId="Windows Live" clId="Web-{CE9CE69C-0865-3034-D532-2E7DE711FEAF}" dt="2025-08-05T13:56:58.047" v="196" actId="1076"/>
          <ac:spMkLst>
            <pc:docMk/>
            <pc:sldMk cId="717388547" sldId="813"/>
            <ac:spMk id="2" creationId="{B7289E29-7507-3DDD-F7D2-9284AAD62DE9}"/>
          </ac:spMkLst>
        </pc:spChg>
        <pc:spChg chg="mod">
          <ac:chgData name="Ruhi Lal" userId="cd9f89f764cf2aa9" providerId="Windows Live" clId="Web-{CE9CE69C-0865-3034-D532-2E7DE711FEAF}" dt="2025-08-05T13:57:17.625" v="197" actId="1076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Ruhi Lal" userId="cd9f89f764cf2aa9" providerId="Windows Live" clId="Web-{CE9CE69C-0865-3034-D532-2E7DE711FEAF}" dt="2025-08-05T14:28:00.030" v="323" actId="20577"/>
        <pc:sldMkLst>
          <pc:docMk/>
          <pc:sldMk cId="3071323988" sldId="820"/>
        </pc:sldMkLst>
        <pc:spChg chg="mod">
          <ac:chgData name="Ruhi Lal" userId="cd9f89f764cf2aa9" providerId="Windows Live" clId="Web-{CE9CE69C-0865-3034-D532-2E7DE711FEAF}" dt="2025-08-05T14:28:00.030" v="323" actId="20577"/>
          <ac:spMkLst>
            <pc:docMk/>
            <pc:sldMk cId="3071323988" sldId="820"/>
            <ac:spMk id="2" creationId="{DCF3B4DD-D28E-D949-A750-E7C0BC73DB23}"/>
          </ac:spMkLst>
        </pc:spChg>
      </pc:sldChg>
      <pc:sldChg chg="modSp">
        <pc:chgData name="Ruhi Lal" userId="cd9f89f764cf2aa9" providerId="Windows Live" clId="Web-{CE9CE69C-0865-3034-D532-2E7DE711FEAF}" dt="2025-08-05T14:16:18.213" v="300" actId="20577"/>
        <pc:sldMkLst>
          <pc:docMk/>
          <pc:sldMk cId="3717493800" sldId="821"/>
        </pc:sldMkLst>
        <pc:spChg chg="mod">
          <ac:chgData name="Ruhi Lal" userId="cd9f89f764cf2aa9" providerId="Windows Live" clId="Web-{CE9CE69C-0865-3034-D532-2E7DE711FEAF}" dt="2025-08-05T14:16:18.213" v="300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Ruhi Lal" userId="cd9f89f764cf2aa9" providerId="Windows Live" clId="Web-{CE9CE69C-0865-3034-D532-2E7DE711FEAF}" dt="2025-08-05T14:16:53.011" v="301" actId="1076"/>
        <pc:sldMkLst>
          <pc:docMk/>
          <pc:sldMk cId="140346443" sldId="822"/>
        </pc:sldMkLst>
        <pc:spChg chg="mod">
          <ac:chgData name="Ruhi Lal" userId="cd9f89f764cf2aa9" providerId="Windows Live" clId="Web-{CE9CE69C-0865-3034-D532-2E7DE711FEAF}" dt="2025-08-05T14:16:53.011" v="301" actId="1076"/>
          <ac:spMkLst>
            <pc:docMk/>
            <pc:sldMk cId="140346443" sldId="822"/>
            <ac:spMk id="7" creationId="{1E034DBB-D11D-E8BD-DFC3-703615F257C6}"/>
          </ac:spMkLst>
        </pc:spChg>
      </pc:sldChg>
      <pc:sldChg chg="modSp">
        <pc:chgData name="Ruhi Lal" userId="cd9f89f764cf2aa9" providerId="Windows Live" clId="Web-{CE9CE69C-0865-3034-D532-2E7DE711FEAF}" dt="2025-08-05T14:24:32.149" v="315" actId="20577"/>
        <pc:sldMkLst>
          <pc:docMk/>
          <pc:sldMk cId="2771250690" sldId="851"/>
        </pc:sldMkLst>
        <pc:spChg chg="mod">
          <ac:chgData name="Ruhi Lal" userId="cd9f89f764cf2aa9" providerId="Windows Live" clId="Web-{CE9CE69C-0865-3034-D532-2E7DE711FEAF}" dt="2025-08-05T14:24:32.149" v="315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uhi Lal" userId="cd9f89f764cf2aa9" providerId="Windows Live" clId="Web-{CE9CE69C-0865-3034-D532-2E7DE711FEAF}" dt="2025-08-05T14:17:12.606" v="304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Ruhi Lal" userId="cd9f89f764cf2aa9" providerId="Windows Live" clId="Web-{CE9CE69C-0865-3034-D532-2E7DE711FEAF}" dt="2025-08-05T13:31:18.857" v="3" actId="1076"/>
        <pc:sldMkLst>
          <pc:docMk/>
          <pc:sldMk cId="53611107" sldId="1727"/>
        </pc:sldMkLst>
        <pc:spChg chg="mod">
          <ac:chgData name="Ruhi Lal" userId="cd9f89f764cf2aa9" providerId="Windows Live" clId="Web-{CE9CE69C-0865-3034-D532-2E7DE711FEAF}" dt="2025-08-05T13:31:18.857" v="3" actId="1076"/>
          <ac:spMkLst>
            <pc:docMk/>
            <pc:sldMk cId="53611107" sldId="1727"/>
            <ac:spMk id="2" creationId="{3BF669AB-2DF7-61FD-29DC-4F5D5708F7EF}"/>
          </ac:spMkLst>
        </pc:spChg>
      </pc:sldChg>
      <pc:sldChg chg="modSp">
        <pc:chgData name="Ruhi Lal" userId="cd9f89f764cf2aa9" providerId="Windows Live" clId="Web-{CE9CE69C-0865-3034-D532-2E7DE711FEAF}" dt="2025-08-05T13:31:08.466" v="2" actId="20577"/>
        <pc:sldMkLst>
          <pc:docMk/>
          <pc:sldMk cId="126902895" sldId="1746"/>
        </pc:sldMkLst>
        <pc:spChg chg="mod">
          <ac:chgData name="Ruhi Lal" userId="cd9f89f764cf2aa9" providerId="Windows Live" clId="Web-{CE9CE69C-0865-3034-D532-2E7DE711FEAF}" dt="2025-08-05T13:31:08.466" v="2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modSp">
        <pc:chgData name="Ruhi Lal" userId="cd9f89f764cf2aa9" providerId="Windows Live" clId="Web-{CE9CE69C-0865-3034-D532-2E7DE711FEAF}" dt="2025-08-05T14:07:18.226" v="231" actId="20577"/>
        <pc:sldMkLst>
          <pc:docMk/>
          <pc:sldMk cId="3192769657" sldId="1766"/>
        </pc:sldMkLst>
      </pc:sldChg>
      <pc:sldChg chg="modSp">
        <pc:chgData name="Ruhi Lal" userId="cd9f89f764cf2aa9" providerId="Windows Live" clId="Web-{CE9CE69C-0865-3034-D532-2E7DE711FEAF}" dt="2025-08-05T13:40:13.980" v="44" actId="1076"/>
        <pc:sldMkLst>
          <pc:docMk/>
          <pc:sldMk cId="3359142403" sldId="1827"/>
        </pc:sldMkLst>
        <pc:spChg chg="mod">
          <ac:chgData name="Ruhi Lal" userId="cd9f89f764cf2aa9" providerId="Windows Live" clId="Web-{CE9CE69C-0865-3034-D532-2E7DE711FEAF}" dt="2025-08-05T13:40:13.980" v="44" actId="1076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Ruhi Lal" userId="cd9f89f764cf2aa9" providerId="Windows Live" clId="Web-{CE9CE69C-0865-3034-D532-2E7DE711FEAF}" dt="2025-08-05T14:21:31.785" v="306" actId="20577"/>
        <pc:sldMkLst>
          <pc:docMk/>
          <pc:sldMk cId="2684712631" sldId="1829"/>
        </pc:sldMkLst>
        <pc:spChg chg="mod">
          <ac:chgData name="Ruhi Lal" userId="cd9f89f764cf2aa9" providerId="Windows Live" clId="Web-{CE9CE69C-0865-3034-D532-2E7DE711FEAF}" dt="2025-08-05T14:21:31.785" v="306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Ruhi Lal" userId="cd9f89f764cf2aa9" providerId="Windows Live" clId="Web-{CE9CE69C-0865-3034-D532-2E7DE711FEAF}" dt="2025-08-05T13:40:46.404" v="48" actId="1076"/>
        <pc:sldMkLst>
          <pc:docMk/>
          <pc:sldMk cId="3293755102" sldId="1857"/>
        </pc:sldMkLst>
        <pc:spChg chg="mod">
          <ac:chgData name="Ruhi Lal" userId="cd9f89f764cf2aa9" providerId="Windows Live" clId="Web-{CE9CE69C-0865-3034-D532-2E7DE711FEAF}" dt="2025-08-05T13:40:46.404" v="48" actId="1076"/>
          <ac:spMkLst>
            <pc:docMk/>
            <pc:sldMk cId="3293755102" sldId="1857"/>
            <ac:spMk id="9" creationId="{20382523-5A83-6DCC-FE22-D6F98D066306}"/>
          </ac:spMkLst>
        </pc:spChg>
      </pc:sldChg>
      <pc:sldChg chg="modSp">
        <pc:chgData name="Ruhi Lal" userId="cd9f89f764cf2aa9" providerId="Windows Live" clId="Web-{CE9CE69C-0865-3034-D532-2E7DE711FEAF}" dt="2025-08-05T13:33:09.827" v="10" actId="1076"/>
        <pc:sldMkLst>
          <pc:docMk/>
          <pc:sldMk cId="532948880" sldId="1874"/>
        </pc:sldMkLst>
        <pc:spChg chg="mod">
          <ac:chgData name="Ruhi Lal" userId="cd9f89f764cf2aa9" providerId="Windows Live" clId="Web-{CE9CE69C-0865-3034-D532-2E7DE711FEAF}" dt="2025-08-05T13:33:09.827" v="10" actId="1076"/>
          <ac:spMkLst>
            <pc:docMk/>
            <pc:sldMk cId="532948880" sldId="1874"/>
            <ac:spMk id="7" creationId="{B326E98F-E339-D9C3-4390-687FB60AC301}"/>
          </ac:spMkLst>
        </pc:spChg>
      </pc:sldChg>
      <pc:sldChg chg="modSp">
        <pc:chgData name="Ruhi Lal" userId="cd9f89f764cf2aa9" providerId="Windows Live" clId="Web-{CE9CE69C-0865-3034-D532-2E7DE711FEAF}" dt="2025-08-05T13:33:19.140" v="11" actId="1076"/>
        <pc:sldMkLst>
          <pc:docMk/>
          <pc:sldMk cId="550321719" sldId="1875"/>
        </pc:sldMkLst>
        <pc:spChg chg="mod">
          <ac:chgData name="Ruhi Lal" userId="cd9f89f764cf2aa9" providerId="Windows Live" clId="Web-{CE9CE69C-0865-3034-D532-2E7DE711FEAF}" dt="2025-08-05T13:33:19.140" v="11" actId="1076"/>
          <ac:spMkLst>
            <pc:docMk/>
            <pc:sldMk cId="550321719" sldId="1875"/>
            <ac:spMk id="7" creationId="{EE6A26D1-9B58-E064-A9CD-364A24FF6142}"/>
          </ac:spMkLst>
        </pc:spChg>
      </pc:sldChg>
      <pc:sldChg chg="modSp">
        <pc:chgData name="Ruhi Lal" userId="cd9f89f764cf2aa9" providerId="Windows Live" clId="Web-{CE9CE69C-0865-3034-D532-2E7DE711FEAF}" dt="2025-08-05T14:14:40.866" v="297" actId="20577"/>
        <pc:sldMkLst>
          <pc:docMk/>
          <pc:sldMk cId="3793689535" sldId="1876"/>
        </pc:sldMkLst>
        <pc:spChg chg="mod">
          <ac:chgData name="Ruhi Lal" userId="cd9f89f764cf2aa9" providerId="Windows Live" clId="Web-{CE9CE69C-0865-3034-D532-2E7DE711FEAF}" dt="2025-08-05T14:14:40.866" v="297" actId="20577"/>
          <ac:spMkLst>
            <pc:docMk/>
            <pc:sldMk cId="3793689535" sldId="1876"/>
            <ac:spMk id="7" creationId="{7D109EEE-DEEF-4CF9-6447-25DFE56767AD}"/>
          </ac:spMkLst>
        </pc:spChg>
      </pc:sldChg>
      <pc:sldChg chg="modSp">
        <pc:chgData name="Ruhi Lal" userId="cd9f89f764cf2aa9" providerId="Windows Live" clId="Web-{CE9CE69C-0865-3034-D532-2E7DE711FEAF}" dt="2025-08-05T13:33:40.703" v="13" actId="1076"/>
        <pc:sldMkLst>
          <pc:docMk/>
          <pc:sldMk cId="2017653766" sldId="1877"/>
        </pc:sldMkLst>
      </pc:sldChg>
      <pc:sldChg chg="modSp">
        <pc:chgData name="Ruhi Lal" userId="cd9f89f764cf2aa9" providerId="Windows Live" clId="Web-{CE9CE69C-0865-3034-D532-2E7DE711FEAF}" dt="2025-08-05T13:33:49.531" v="14" actId="1076"/>
        <pc:sldMkLst>
          <pc:docMk/>
          <pc:sldMk cId="3771083221" sldId="1878"/>
        </pc:sldMkLst>
      </pc:sldChg>
      <pc:sldChg chg="modSp">
        <pc:chgData name="Ruhi Lal" userId="cd9f89f764cf2aa9" providerId="Windows Live" clId="Web-{CE9CE69C-0865-3034-D532-2E7DE711FEAF}" dt="2025-08-05T13:40:20.668" v="45" actId="1076"/>
        <pc:sldMkLst>
          <pc:docMk/>
          <pc:sldMk cId="3277420310" sldId="1882"/>
        </pc:sldMkLst>
        <pc:spChg chg="mod">
          <ac:chgData name="Ruhi Lal" userId="cd9f89f764cf2aa9" providerId="Windows Live" clId="Web-{CE9CE69C-0865-3034-D532-2E7DE711FEAF}" dt="2025-08-05T13:40:20.668" v="45" actId="1076"/>
          <ac:spMkLst>
            <pc:docMk/>
            <pc:sldMk cId="3277420310" sldId="1882"/>
            <ac:spMk id="9" creationId="{A15AD8FE-0723-E4D6-E427-0111DD9072EF}"/>
          </ac:spMkLst>
        </pc:spChg>
      </pc:sldChg>
      <pc:sldChg chg="modSp">
        <pc:chgData name="Ruhi Lal" userId="cd9f89f764cf2aa9" providerId="Windows Live" clId="Web-{CE9CE69C-0865-3034-D532-2E7DE711FEAF}" dt="2025-08-05T13:40:30.669" v="46" actId="1076"/>
        <pc:sldMkLst>
          <pc:docMk/>
          <pc:sldMk cId="3932150210" sldId="1883"/>
        </pc:sldMkLst>
        <pc:spChg chg="mod">
          <ac:chgData name="Ruhi Lal" userId="cd9f89f764cf2aa9" providerId="Windows Live" clId="Web-{CE9CE69C-0865-3034-D532-2E7DE711FEAF}" dt="2025-08-05T13:40:30.669" v="46" actId="1076"/>
          <ac:spMkLst>
            <pc:docMk/>
            <pc:sldMk cId="3932150210" sldId="1883"/>
            <ac:spMk id="9" creationId="{006D4330-39E3-EC56-DC72-7460519CBA86}"/>
          </ac:spMkLst>
        </pc:spChg>
      </pc:sldChg>
      <pc:sldChg chg="modSp">
        <pc:chgData name="Ruhi Lal" userId="cd9f89f764cf2aa9" providerId="Windows Live" clId="Web-{CE9CE69C-0865-3034-D532-2E7DE711FEAF}" dt="2025-08-05T13:41:00.717" v="50" actId="20577"/>
        <pc:sldMkLst>
          <pc:docMk/>
          <pc:sldMk cId="2497576685" sldId="1884"/>
        </pc:sldMkLst>
        <pc:spChg chg="mod">
          <ac:chgData name="Ruhi Lal" userId="cd9f89f764cf2aa9" providerId="Windows Live" clId="Web-{CE9CE69C-0865-3034-D532-2E7DE711FEAF}" dt="2025-08-05T13:41:00.717" v="50" actId="20577"/>
          <ac:spMkLst>
            <pc:docMk/>
            <pc:sldMk cId="2497576685" sldId="1884"/>
            <ac:spMk id="9" creationId="{00E6993F-4A47-7005-914F-10DC7A8F03BA}"/>
          </ac:spMkLst>
        </pc:spChg>
      </pc:sldChg>
      <pc:sldChg chg="modSp">
        <pc:chgData name="Ruhi Lal" userId="cd9f89f764cf2aa9" providerId="Windows Live" clId="Web-{CE9CE69C-0865-3034-D532-2E7DE711FEAF}" dt="2025-08-05T13:37:21.380" v="41" actId="1076"/>
        <pc:sldMkLst>
          <pc:docMk/>
          <pc:sldMk cId="1080786153" sldId="1885"/>
        </pc:sldMkLst>
        <pc:spChg chg="mod">
          <ac:chgData name="Ruhi Lal" userId="cd9f89f764cf2aa9" providerId="Windows Live" clId="Web-{CE9CE69C-0865-3034-D532-2E7DE711FEAF}" dt="2025-08-05T13:37:21.380" v="41" actId="1076"/>
          <ac:spMkLst>
            <pc:docMk/>
            <pc:sldMk cId="1080786153" sldId="1885"/>
            <ac:spMk id="3" creationId="{645E0041-2D10-651A-04B3-FBDC1B9DE17D}"/>
          </ac:spMkLst>
        </pc:spChg>
      </pc:sldChg>
      <pc:sldChg chg="modSp">
        <pc:chgData name="Ruhi Lal" userId="cd9f89f764cf2aa9" providerId="Windows Live" clId="Web-{CE9CE69C-0865-3034-D532-2E7DE711FEAF}" dt="2025-08-05T13:37:26.897" v="42" actId="1076"/>
        <pc:sldMkLst>
          <pc:docMk/>
          <pc:sldMk cId="847173287" sldId="1888"/>
        </pc:sldMkLst>
        <pc:spChg chg="mod">
          <ac:chgData name="Ruhi Lal" userId="cd9f89f764cf2aa9" providerId="Windows Live" clId="Web-{CE9CE69C-0865-3034-D532-2E7DE711FEAF}" dt="2025-08-05T13:37:26.897" v="42" actId="1076"/>
          <ac:spMkLst>
            <pc:docMk/>
            <pc:sldMk cId="847173287" sldId="1888"/>
            <ac:spMk id="10" creationId="{CAAE5205-DDA2-5922-4F2A-229C99F5302C}"/>
          </ac:spMkLst>
        </pc:spChg>
      </pc:sldChg>
      <pc:sldChg chg="modSp">
        <pc:chgData name="Ruhi Lal" userId="cd9f89f764cf2aa9" providerId="Windows Live" clId="Web-{CE9CE69C-0865-3034-D532-2E7DE711FEAF}" dt="2025-08-05T13:39:03.850" v="43" actId="1076"/>
        <pc:sldMkLst>
          <pc:docMk/>
          <pc:sldMk cId="4221097664" sldId="1889"/>
        </pc:sldMkLst>
        <pc:spChg chg="mod">
          <ac:chgData name="Ruhi Lal" userId="cd9f89f764cf2aa9" providerId="Windows Live" clId="Web-{CE9CE69C-0865-3034-D532-2E7DE711FEAF}" dt="2025-08-05T13:39:03.850" v="43" actId="1076"/>
          <ac:spMkLst>
            <pc:docMk/>
            <pc:sldMk cId="4221097664" sldId="1889"/>
            <ac:spMk id="10" creationId="{FB52AFB2-A2DA-9873-0BE1-BE7866A59DBE}"/>
          </ac:spMkLst>
        </pc:spChg>
      </pc:sldChg>
      <pc:sldChg chg="del">
        <pc:chgData name="Ruhi Lal" userId="cd9f89f764cf2aa9" providerId="Windows Live" clId="Web-{CE9CE69C-0865-3034-D532-2E7DE711FEAF}" dt="2025-08-05T13:41:54.658" v="60"/>
        <pc:sldMkLst>
          <pc:docMk/>
          <pc:sldMk cId="3526079819" sldId="1906"/>
        </pc:sldMkLst>
      </pc:sldChg>
      <pc:sldChg chg="del">
        <pc:chgData name="Ruhi Lal" userId="cd9f89f764cf2aa9" providerId="Windows Live" clId="Web-{CE9CE69C-0865-3034-D532-2E7DE711FEAF}" dt="2025-08-05T13:41:25.578" v="56"/>
        <pc:sldMkLst>
          <pc:docMk/>
          <pc:sldMk cId="142563642" sldId="1907"/>
        </pc:sldMkLst>
      </pc:sldChg>
      <pc:sldChg chg="modSp">
        <pc:chgData name="Ruhi Lal" userId="cd9f89f764cf2aa9" providerId="Windows Live" clId="Web-{CE9CE69C-0865-3034-D532-2E7DE711FEAF}" dt="2025-08-05T13:47:51.432" v="103" actId="20577"/>
        <pc:sldMkLst>
          <pc:docMk/>
          <pc:sldMk cId="1254822813" sldId="1908"/>
        </pc:sldMkLst>
        <pc:spChg chg="mod">
          <ac:chgData name="Ruhi Lal" userId="cd9f89f764cf2aa9" providerId="Windows Live" clId="Web-{CE9CE69C-0865-3034-D532-2E7DE711FEAF}" dt="2025-08-05T13:47:51.432" v="103" actId="20577"/>
          <ac:spMkLst>
            <pc:docMk/>
            <pc:sldMk cId="1254822813" sldId="1908"/>
            <ac:spMk id="4" creationId="{0CB438E1-A7C8-D737-5D9F-FAC1BE9D8955}"/>
          </ac:spMkLst>
        </pc:spChg>
      </pc:sldChg>
      <pc:sldChg chg="modSp add del replId">
        <pc:chgData name="Ruhi Lal" userId="cd9f89f764cf2aa9" providerId="Windows Live" clId="Web-{CE9CE69C-0865-3034-D532-2E7DE711FEAF}" dt="2025-08-05T13:42:29.612" v="65" actId="20577"/>
        <pc:sldMkLst>
          <pc:docMk/>
          <pc:sldMk cId="1470123605" sldId="1909"/>
        </pc:sldMkLst>
        <pc:spChg chg="mod">
          <ac:chgData name="Ruhi Lal" userId="cd9f89f764cf2aa9" providerId="Windows Live" clId="Web-{CE9CE69C-0865-3034-D532-2E7DE711FEAF}" dt="2025-08-05T13:42:29.612" v="65" actId="20577"/>
          <ac:spMkLst>
            <pc:docMk/>
            <pc:sldMk cId="1470123605" sldId="1909"/>
            <ac:spMk id="4" creationId="{F54BBE7C-135E-5ED0-C0C0-1585E872C634}"/>
          </ac:spMkLst>
        </pc:spChg>
      </pc:sldChg>
      <pc:sldChg chg="modSp add del replId">
        <pc:chgData name="Ruhi Lal" userId="cd9f89f764cf2aa9" providerId="Windows Live" clId="Web-{CE9CE69C-0865-3034-D532-2E7DE711FEAF}" dt="2025-08-05T13:42:09.299" v="62" actId="20577"/>
        <pc:sldMkLst>
          <pc:docMk/>
          <pc:sldMk cId="1763375419" sldId="1910"/>
        </pc:sldMkLst>
        <pc:spChg chg="mod">
          <ac:chgData name="Ruhi Lal" userId="cd9f89f764cf2aa9" providerId="Windows Live" clId="Web-{CE9CE69C-0865-3034-D532-2E7DE711FEAF}" dt="2025-08-05T13:42:09.299" v="62" actId="20577"/>
          <ac:spMkLst>
            <pc:docMk/>
            <pc:sldMk cId="1763375419" sldId="1910"/>
            <ac:spMk id="4" creationId="{BA0C10BC-7F71-65BA-E441-6ED78435B550}"/>
          </ac:spMkLst>
        </pc:spChg>
      </pc:sldChg>
      <pc:sldChg chg="modSp add replId">
        <pc:chgData name="Ruhi Lal" userId="cd9f89f764cf2aa9" providerId="Windows Live" clId="Web-{CE9CE69C-0865-3034-D532-2E7DE711FEAF}" dt="2025-08-05T13:47:58.197" v="105" actId="20577"/>
        <pc:sldMkLst>
          <pc:docMk/>
          <pc:sldMk cId="153570704" sldId="1911"/>
        </pc:sldMkLst>
        <pc:spChg chg="mod">
          <ac:chgData name="Ruhi Lal" userId="cd9f89f764cf2aa9" providerId="Windows Live" clId="Web-{CE9CE69C-0865-3034-D532-2E7DE711FEAF}" dt="2025-08-05T13:47:58.197" v="105" actId="20577"/>
          <ac:spMkLst>
            <pc:docMk/>
            <pc:sldMk cId="153570704" sldId="1911"/>
            <ac:spMk id="4" creationId="{6C508A79-88A7-0CCB-6A80-AF805536D36C}"/>
          </ac:spMkLst>
        </pc:spChg>
        <pc:spChg chg="mod">
          <ac:chgData name="Ruhi Lal" userId="cd9f89f764cf2aa9" providerId="Windows Live" clId="Web-{CE9CE69C-0865-3034-D532-2E7DE711FEAF}" dt="2025-08-05T13:44:28.412" v="80" actId="20577"/>
          <ac:spMkLst>
            <pc:docMk/>
            <pc:sldMk cId="153570704" sldId="1911"/>
            <ac:spMk id="9" creationId="{119DCE30-8670-B8AF-4DD0-134BFFBF73EE}"/>
          </ac:spMkLst>
        </pc:spChg>
      </pc:sldChg>
      <pc:sldChg chg="addSp delSp modSp add replId">
        <pc:chgData name="Ruhi Lal" userId="cd9f89f764cf2aa9" providerId="Windows Live" clId="Web-{CE9CE69C-0865-3034-D532-2E7DE711FEAF}" dt="2025-08-05T13:48:01.510" v="107" actId="20577"/>
        <pc:sldMkLst>
          <pc:docMk/>
          <pc:sldMk cId="3610576271" sldId="1912"/>
        </pc:sldMkLst>
        <pc:spChg chg="mod">
          <ac:chgData name="Ruhi Lal" userId="cd9f89f764cf2aa9" providerId="Windows Live" clId="Web-{CE9CE69C-0865-3034-D532-2E7DE711FEAF}" dt="2025-08-05T13:48:01.510" v="107" actId="20577"/>
          <ac:spMkLst>
            <pc:docMk/>
            <pc:sldMk cId="3610576271" sldId="1912"/>
            <ac:spMk id="4" creationId="{C04F21B8-B3B2-F09A-40EE-F73A0EE50AD8}"/>
          </ac:spMkLst>
        </pc:spChg>
        <pc:spChg chg="mod">
          <ac:chgData name="Ruhi Lal" userId="cd9f89f764cf2aa9" providerId="Windows Live" clId="Web-{CE9CE69C-0865-3034-D532-2E7DE711FEAF}" dt="2025-08-05T13:46:40.571" v="91" actId="20577"/>
          <ac:spMkLst>
            <pc:docMk/>
            <pc:sldMk cId="3610576271" sldId="1912"/>
            <ac:spMk id="9" creationId="{18EB20BD-8FCA-2034-09AB-0E034118EB5B}"/>
          </ac:spMkLst>
        </pc:spChg>
      </pc:sldChg>
      <pc:sldChg chg="modSp add replId">
        <pc:chgData name="Ruhi Lal" userId="cd9f89f764cf2aa9" providerId="Windows Live" clId="Web-{CE9CE69C-0865-3034-D532-2E7DE711FEAF}" dt="2025-08-05T13:47:41.103" v="102" actId="20577"/>
        <pc:sldMkLst>
          <pc:docMk/>
          <pc:sldMk cId="72132455" sldId="1913"/>
        </pc:sldMkLst>
        <pc:spChg chg="mod">
          <ac:chgData name="Ruhi Lal" userId="cd9f89f764cf2aa9" providerId="Windows Live" clId="Web-{CE9CE69C-0865-3034-D532-2E7DE711FEAF}" dt="2025-08-05T13:47:41.103" v="102" actId="20577"/>
          <ac:spMkLst>
            <pc:docMk/>
            <pc:sldMk cId="72132455" sldId="1913"/>
            <ac:spMk id="9" creationId="{B765BB75-F497-E4FA-C3E7-51D2207C75CA}"/>
          </ac:spMkLst>
        </pc:spChg>
      </pc:sldChg>
      <pc:sldChg chg="modSp add replId">
        <pc:chgData name="Ruhi Lal" userId="cd9f89f764cf2aa9" providerId="Windows Live" clId="Web-{CE9CE69C-0865-3034-D532-2E7DE711FEAF}" dt="2025-08-05T14:29:32.141" v="346" actId="20577"/>
        <pc:sldMkLst>
          <pc:docMk/>
          <pc:sldMk cId="3289423126" sldId="1914"/>
        </pc:sldMkLst>
        <pc:spChg chg="mod">
          <ac:chgData name="Ruhi Lal" userId="cd9f89f764cf2aa9" providerId="Windows Live" clId="Web-{CE9CE69C-0865-3034-D532-2E7DE711FEAF}" dt="2025-08-05T14:29:32.141" v="346" actId="20577"/>
          <ac:spMkLst>
            <pc:docMk/>
            <pc:sldMk cId="3289423126" sldId="1914"/>
            <ac:spMk id="2" creationId="{793C4DB1-6070-8360-2EC7-D1E8D78B4243}"/>
          </ac:spMkLst>
        </pc:spChg>
        <pc:spChg chg="mod">
          <ac:chgData name="Ruhi Lal" userId="cd9f89f764cf2aa9" providerId="Windows Live" clId="Web-{CE9CE69C-0865-3034-D532-2E7DE711FEAF}" dt="2025-08-05T13:55:30.499" v="193" actId="20577"/>
          <ac:spMkLst>
            <pc:docMk/>
            <pc:sldMk cId="3289423126" sldId="1914"/>
            <ac:spMk id="4" creationId="{4176D4E9-252F-B348-A5A5-A0DDFC1778E4}"/>
          </ac:spMkLst>
        </pc:spChg>
        <pc:spChg chg="mod">
          <ac:chgData name="Ruhi Lal" userId="cd9f89f764cf2aa9" providerId="Windows Live" clId="Web-{CE9CE69C-0865-3034-D532-2E7DE711FEAF}" dt="2025-08-05T13:55:37.327" v="194" actId="1076"/>
          <ac:spMkLst>
            <pc:docMk/>
            <pc:sldMk cId="3289423126" sldId="1914"/>
            <ac:spMk id="9" creationId="{950CFABF-E0AF-7869-428C-78D62E9B0B1E}"/>
          </ac:spMkLst>
        </pc:spChg>
      </pc:sldChg>
    </pc:docChg>
  </pc:docChgLst>
  <pc:docChgLst>
    <pc:chgData name="Rosmin Elsa" userId="8f13a6be4da41318" providerId="LiveId" clId="{25190150-F02A-CD4D-9D51-F3A197A16648}"/>
    <pc:docChg chg="undo custSel modSld">
      <pc:chgData name="Rosmin Elsa" userId="8f13a6be4da41318" providerId="LiveId" clId="{25190150-F02A-CD4D-9D51-F3A197A16648}" dt="2025-08-06T15:44:00.353" v="111" actId="20577"/>
      <pc:docMkLst>
        <pc:docMk/>
      </pc:docMkLst>
      <pc:sldChg chg="modSp">
        <pc:chgData name="Rosmin Elsa" userId="8f13a6be4da41318" providerId="LiveId" clId="{25190150-F02A-CD4D-9D51-F3A197A16648}" dt="2025-08-06T15:44:00.353" v="111" actId="20577"/>
        <pc:sldMkLst>
          <pc:docMk/>
          <pc:sldMk cId="140346443" sldId="822"/>
        </pc:sldMkLst>
        <pc:spChg chg="mod">
          <ac:chgData name="Rosmin Elsa" userId="8f13a6be4da41318" providerId="LiveId" clId="{25190150-F02A-CD4D-9D51-F3A197A16648}" dt="2025-08-06T15:44:00.353" v="111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Rosmin Elsa" userId="8f13a6be4da41318" providerId="LiveId" clId="{25190150-F02A-CD4D-9D51-F3A197A16648}" dt="2025-08-06T15:33:35.556" v="5" actId="20577"/>
        <pc:sldMkLst>
          <pc:docMk/>
          <pc:sldMk cId="532948880" sldId="1874"/>
        </pc:sldMkLst>
        <pc:spChg chg="mod">
          <ac:chgData name="Rosmin Elsa" userId="8f13a6be4da41318" providerId="LiveId" clId="{25190150-F02A-CD4D-9D51-F3A197A16648}" dt="2025-08-06T15:33:35.556" v="5" actId="20577"/>
          <ac:spMkLst>
            <pc:docMk/>
            <pc:sldMk cId="532948880" sldId="1874"/>
            <ac:spMk id="5" creationId="{DF2C781D-5A79-FED8-71E9-8EDB2059553E}"/>
          </ac:spMkLst>
        </pc:spChg>
      </pc:sldChg>
      <pc:sldChg chg="modSp">
        <pc:chgData name="Rosmin Elsa" userId="8f13a6be4da41318" providerId="LiveId" clId="{25190150-F02A-CD4D-9D51-F3A197A16648}" dt="2025-08-06T15:33:49.239" v="7" actId="20577"/>
        <pc:sldMkLst>
          <pc:docMk/>
          <pc:sldMk cId="550321719" sldId="1875"/>
        </pc:sldMkLst>
        <pc:spChg chg="mod">
          <ac:chgData name="Rosmin Elsa" userId="8f13a6be4da41318" providerId="LiveId" clId="{25190150-F02A-CD4D-9D51-F3A197A16648}" dt="2025-08-06T15:33:49.239" v="7" actId="20577"/>
          <ac:spMkLst>
            <pc:docMk/>
            <pc:sldMk cId="550321719" sldId="1875"/>
            <ac:spMk id="5" creationId="{5E3EC950-63A0-B6B2-CEE8-6BDC5408BACC}"/>
          </ac:spMkLst>
        </pc:spChg>
      </pc:sldChg>
      <pc:sldChg chg="modSp">
        <pc:chgData name="Rosmin Elsa" userId="8f13a6be4da41318" providerId="LiveId" clId="{25190150-F02A-CD4D-9D51-F3A197A16648}" dt="2025-08-06T15:34:25.058" v="15" actId="20577"/>
        <pc:sldMkLst>
          <pc:docMk/>
          <pc:sldMk cId="3793689535" sldId="1876"/>
        </pc:sldMkLst>
        <pc:spChg chg="mod">
          <ac:chgData name="Rosmin Elsa" userId="8f13a6be4da41318" providerId="LiveId" clId="{25190150-F02A-CD4D-9D51-F3A197A16648}" dt="2025-08-06T15:34:25.058" v="15" actId="20577"/>
          <ac:spMkLst>
            <pc:docMk/>
            <pc:sldMk cId="3793689535" sldId="1876"/>
            <ac:spMk id="5" creationId="{50CD9F3A-657B-B601-3376-D8297F364029}"/>
          </ac:spMkLst>
        </pc:spChg>
      </pc:sldChg>
      <pc:sldChg chg="modSp">
        <pc:chgData name="Rosmin Elsa" userId="8f13a6be4da41318" providerId="LiveId" clId="{25190150-F02A-CD4D-9D51-F3A197A16648}" dt="2025-08-06T15:37:13.742" v="22" actId="20577"/>
        <pc:sldMkLst>
          <pc:docMk/>
          <pc:sldMk cId="847173287" sldId="1888"/>
        </pc:sldMkLst>
        <pc:spChg chg="mod">
          <ac:chgData name="Rosmin Elsa" userId="8f13a6be4da41318" providerId="LiveId" clId="{25190150-F02A-CD4D-9D51-F3A197A16648}" dt="2025-08-06T15:37:13.742" v="22" actId="20577"/>
          <ac:spMkLst>
            <pc:docMk/>
            <pc:sldMk cId="847173287" sldId="1888"/>
            <ac:spMk id="10" creationId="{CAAE5205-DDA2-5922-4F2A-229C99F5302C}"/>
          </ac:spMkLst>
        </pc:spChg>
      </pc:sldChg>
      <pc:sldChg chg="modSp">
        <pc:chgData name="Rosmin Elsa" userId="8f13a6be4da41318" providerId="LiveId" clId="{25190150-F02A-CD4D-9D51-F3A197A16648}" dt="2025-08-06T15:43:06.711" v="104" actId="20577"/>
        <pc:sldMkLst>
          <pc:docMk/>
          <pc:sldMk cId="4221097664" sldId="1889"/>
        </pc:sldMkLst>
        <pc:spChg chg="mod">
          <ac:chgData name="Rosmin Elsa" userId="8f13a6be4da41318" providerId="LiveId" clId="{25190150-F02A-CD4D-9D51-F3A197A16648}" dt="2025-08-06T15:43:06.711" v="104" actId="20577"/>
          <ac:spMkLst>
            <pc:docMk/>
            <pc:sldMk cId="4221097664" sldId="1889"/>
            <ac:spMk id="10" creationId="{FB52AFB2-A2DA-9873-0BE1-BE7866A59DBE}"/>
          </ac:spMkLst>
        </pc:spChg>
      </pc:sldChg>
      <pc:sldChg chg="modSp">
        <pc:chgData name="Rosmin Elsa" userId="8f13a6be4da41318" providerId="LiveId" clId="{25190150-F02A-CD4D-9D51-F3A197A16648}" dt="2025-08-06T15:39:51.314" v="93" actId="20577"/>
        <pc:sldMkLst>
          <pc:docMk/>
          <pc:sldMk cId="1458609894" sldId="1890"/>
        </pc:sldMkLst>
        <pc:spChg chg="mod">
          <ac:chgData name="Rosmin Elsa" userId="8f13a6be4da41318" providerId="LiveId" clId="{25190150-F02A-CD4D-9D51-F3A197A16648}" dt="2025-08-06T15:39:51.314" v="93" actId="20577"/>
          <ac:spMkLst>
            <pc:docMk/>
            <pc:sldMk cId="1458609894" sldId="1890"/>
            <ac:spMk id="10" creationId="{8046EECD-5409-CF5F-0C38-F06B011F6177}"/>
          </ac:spMkLst>
        </pc:spChg>
      </pc:sldChg>
      <pc:sldChg chg="modSp">
        <pc:chgData name="Rosmin Elsa" userId="8f13a6be4da41318" providerId="LiveId" clId="{25190150-F02A-CD4D-9D51-F3A197A16648}" dt="2025-08-06T15:33:02.427" v="3" actId="1076"/>
        <pc:sldMkLst>
          <pc:docMk/>
          <pc:sldMk cId="3366721836" sldId="1915"/>
        </pc:sldMkLst>
        <pc:spChg chg="mod">
          <ac:chgData name="Rosmin Elsa" userId="8f13a6be4da41318" providerId="LiveId" clId="{25190150-F02A-CD4D-9D51-F3A197A16648}" dt="2025-08-06T15:33:02.427" v="3" actId="1076"/>
          <ac:spMkLst>
            <pc:docMk/>
            <pc:sldMk cId="3366721836" sldId="1915"/>
            <ac:spMk id="4" creationId="{EEAA6A71-2919-6F92-C2BF-2A5CEE44FF51}"/>
          </ac:spMkLst>
        </pc:spChg>
        <pc:spChg chg="mod">
          <ac:chgData name="Rosmin Elsa" userId="8f13a6be4da41318" providerId="LiveId" clId="{25190150-F02A-CD4D-9D51-F3A197A16648}" dt="2025-08-06T15:32:59.741" v="1" actId="20577"/>
          <ac:spMkLst>
            <pc:docMk/>
            <pc:sldMk cId="3366721836" sldId="1915"/>
            <ac:spMk id="5" creationId="{A580248D-7344-851E-94DE-44524E9F4FC9}"/>
          </ac:spMkLst>
        </pc:spChg>
      </pc:sldChg>
    </pc:docChg>
  </pc:docChgLst>
  <pc:docChgLst>
    <pc:chgData name="Sini Mathew" userId="3875fe58a975fc01" providerId="LiveId" clId="{47F2717A-2D8D-4C0A-BE84-7601633FF76B}"/>
    <pc:docChg chg="undo custSel addSld delSld modSld">
      <pc:chgData name="Sini Mathew" userId="3875fe58a975fc01" providerId="LiveId" clId="{47F2717A-2D8D-4C0A-BE84-7601633FF76B}" dt="2025-08-04T07:19:07.444" v="4586" actId="20577"/>
      <pc:docMkLst>
        <pc:docMk/>
      </pc:docMkLst>
      <pc:sldChg chg="modSp mod">
        <pc:chgData name="Sini Mathew" userId="3875fe58a975fc01" providerId="LiveId" clId="{47F2717A-2D8D-4C0A-BE84-7601633FF76B}" dt="2025-08-04T01:25:18.420" v="28" actId="20577"/>
        <pc:sldMkLst>
          <pc:docMk/>
          <pc:sldMk cId="717388547" sldId="813"/>
        </pc:sldMkLst>
        <pc:spChg chg="mod">
          <ac:chgData name="Sini Mathew" userId="3875fe58a975fc01" providerId="LiveId" clId="{47F2717A-2D8D-4C0A-BE84-7601633FF76B}" dt="2025-08-04T01:25:18.420" v="28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47F2717A-2D8D-4C0A-BE84-7601633FF76B}" dt="2025-08-04T01:39:36.520" v="1101" actId="20577"/>
        <pc:sldMkLst>
          <pc:docMk/>
          <pc:sldMk cId="3717493800" sldId="821"/>
        </pc:sldMkLst>
        <pc:spChg chg="mod">
          <ac:chgData name="Sini Mathew" userId="3875fe58a975fc01" providerId="LiveId" clId="{47F2717A-2D8D-4C0A-BE84-7601633FF76B}" dt="2025-08-04T01:39:36.520" v="1101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47F2717A-2D8D-4C0A-BE84-7601633FF76B}" dt="2025-08-04T01:44:54.769" v="1416" actId="20577"/>
        <pc:sldMkLst>
          <pc:docMk/>
          <pc:sldMk cId="2771250690" sldId="851"/>
        </pc:sldMkLst>
        <pc:spChg chg="mod">
          <ac:chgData name="Sini Mathew" userId="3875fe58a975fc01" providerId="LiveId" clId="{47F2717A-2D8D-4C0A-BE84-7601633FF76B}" dt="2025-08-04T01:39:45.751" v="1121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LiveId" clId="{47F2717A-2D8D-4C0A-BE84-7601633FF76B}" dt="2025-08-04T01:44:54.769" v="1416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 mod">
        <pc:chgData name="Sini Mathew" userId="3875fe58a975fc01" providerId="LiveId" clId="{47F2717A-2D8D-4C0A-BE84-7601633FF76B}" dt="2025-08-04T05:26:43.702" v="1718" actId="20577"/>
        <pc:sldMkLst>
          <pc:docMk/>
          <pc:sldMk cId="858007124" sldId="1277"/>
        </pc:sldMkLst>
        <pc:spChg chg="mod">
          <ac:chgData name="Sini Mathew" userId="3875fe58a975fc01" providerId="LiveId" clId="{47F2717A-2D8D-4C0A-BE84-7601633FF76B}" dt="2025-08-04T05:24:53.362" v="1435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Sini Mathew" userId="3875fe58a975fc01" providerId="LiveId" clId="{47F2717A-2D8D-4C0A-BE84-7601633FF76B}" dt="2025-08-04T05:26:43.702" v="1718" actId="20577"/>
          <ac:spMkLst>
            <pc:docMk/>
            <pc:sldMk cId="858007124" sldId="1277"/>
            <ac:spMk id="9" creationId="{77D26A61-1743-44DF-CA31-DEC2E46F5D13}"/>
          </ac:spMkLst>
        </pc:spChg>
      </pc:sldChg>
      <pc:sldChg chg="modSp mod">
        <pc:chgData name="Sini Mathew" userId="3875fe58a975fc01" providerId="LiveId" clId="{47F2717A-2D8D-4C0A-BE84-7601633FF76B}" dt="2025-08-04T05:56:09.095" v="2616" actId="20577"/>
        <pc:sldMkLst>
          <pc:docMk/>
          <pc:sldMk cId="4765592" sldId="1388"/>
        </pc:sldMkLst>
        <pc:spChg chg="mod">
          <ac:chgData name="Sini Mathew" userId="3875fe58a975fc01" providerId="LiveId" clId="{47F2717A-2D8D-4C0A-BE84-7601633FF76B}" dt="2025-08-04T05:56:09.095" v="2616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Sini Mathew" userId="3875fe58a975fc01" providerId="LiveId" clId="{47F2717A-2D8D-4C0A-BE84-7601633FF76B}" dt="2025-08-04T01:25:13.509" v="25" actId="20577"/>
        <pc:sldMkLst>
          <pc:docMk/>
          <pc:sldMk cId="53611107" sldId="1727"/>
        </pc:sldMkLst>
        <pc:spChg chg="mod">
          <ac:chgData name="Sini Mathew" userId="3875fe58a975fc01" providerId="LiveId" clId="{47F2717A-2D8D-4C0A-BE84-7601633FF76B}" dt="2025-08-04T01:25:13.509" v="25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modSp mod">
        <pc:chgData name="Sini Mathew" userId="3875fe58a975fc01" providerId="LiveId" clId="{47F2717A-2D8D-4C0A-BE84-7601633FF76B}" dt="2025-08-04T01:24:05.655" v="19" actId="20577"/>
        <pc:sldMkLst>
          <pc:docMk/>
          <pc:sldMk cId="126902895" sldId="1746"/>
        </pc:sldMkLst>
        <pc:spChg chg="mod">
          <ac:chgData name="Sini Mathew" userId="3875fe58a975fc01" providerId="LiveId" clId="{47F2717A-2D8D-4C0A-BE84-7601633FF76B}" dt="2025-08-04T01:24:05.655" v="19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modSp mod">
        <pc:chgData name="Sini Mathew" userId="3875fe58a975fc01" providerId="LiveId" clId="{47F2717A-2D8D-4C0A-BE84-7601633FF76B}" dt="2025-08-04T01:38:32.495" v="1059" actId="20577"/>
        <pc:sldMkLst>
          <pc:docMk/>
          <pc:sldMk cId="3192769657" sldId="1766"/>
        </pc:sldMkLst>
      </pc:sldChg>
      <pc:sldChg chg="addSp delSp modSp mod">
        <pc:chgData name="Sini Mathew" userId="3875fe58a975fc01" providerId="LiveId" clId="{47F2717A-2D8D-4C0A-BE84-7601633FF76B}" dt="2025-08-04T05:56:19.555" v="2626" actId="20577"/>
        <pc:sldMkLst>
          <pc:docMk/>
          <pc:sldMk cId="1254139428" sldId="1822"/>
        </pc:sldMkLst>
        <pc:spChg chg="mod">
          <ac:chgData name="Sini Mathew" userId="3875fe58a975fc01" providerId="LiveId" clId="{47F2717A-2D8D-4C0A-BE84-7601633FF76B}" dt="2025-08-04T05:56:19.555" v="2626" actId="20577"/>
          <ac:spMkLst>
            <pc:docMk/>
            <pc:sldMk cId="1254139428" sldId="1822"/>
            <ac:spMk id="2" creationId="{19B9627D-C9E5-7A27-D868-BB4004190B76}"/>
          </ac:spMkLst>
        </pc:spChg>
        <pc:spChg chg="mod">
          <ac:chgData name="Sini Mathew" userId="3875fe58a975fc01" providerId="LiveId" clId="{47F2717A-2D8D-4C0A-BE84-7601633FF76B}" dt="2025-08-04T05:37:59.722" v="2584" actId="20577"/>
          <ac:spMkLst>
            <pc:docMk/>
            <pc:sldMk cId="1254139428" sldId="1822"/>
            <ac:spMk id="4" creationId="{108826D6-D5E7-8E29-8447-D3F82C0FBEBF}"/>
          </ac:spMkLst>
        </pc:spChg>
        <pc:spChg chg="add mod">
          <ac:chgData name="Sini Mathew" userId="3875fe58a975fc01" providerId="LiveId" clId="{47F2717A-2D8D-4C0A-BE84-7601633FF76B}" dt="2025-08-04T05:37:56.329" v="2582" actId="1076"/>
          <ac:spMkLst>
            <pc:docMk/>
            <pc:sldMk cId="1254139428" sldId="1822"/>
            <ac:spMk id="6" creationId="{8C7B43F6-8489-9A55-95F5-8F690487996E}"/>
          </ac:spMkLst>
        </pc:spChg>
      </pc:sldChg>
      <pc:sldChg chg="modSp mod">
        <pc:chgData name="Sini Mathew" userId="3875fe58a975fc01" providerId="LiveId" clId="{47F2717A-2D8D-4C0A-BE84-7601633FF76B}" dt="2025-08-04T06:14:08.083" v="2669" actId="20577"/>
        <pc:sldMkLst>
          <pc:docMk/>
          <pc:sldMk cId="2406581127" sldId="1826"/>
        </pc:sldMkLst>
        <pc:spChg chg="mod">
          <ac:chgData name="Sini Mathew" userId="3875fe58a975fc01" providerId="LiveId" clId="{47F2717A-2D8D-4C0A-BE84-7601633FF76B}" dt="2025-08-04T06:14:08.083" v="2669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 mod">
        <pc:chgData name="Sini Mathew" userId="3875fe58a975fc01" providerId="LiveId" clId="{47F2717A-2D8D-4C0A-BE84-7601633FF76B}" dt="2025-08-04T06:36:32.948" v="3821" actId="20577"/>
        <pc:sldMkLst>
          <pc:docMk/>
          <pc:sldMk cId="3359142403" sldId="1827"/>
        </pc:sldMkLst>
        <pc:spChg chg="mod">
          <ac:chgData name="Sini Mathew" userId="3875fe58a975fc01" providerId="LiveId" clId="{47F2717A-2D8D-4C0A-BE84-7601633FF76B}" dt="2025-08-04T06:14:23.288" v="2683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Sini Mathew" userId="3875fe58a975fc01" providerId="LiveId" clId="{47F2717A-2D8D-4C0A-BE84-7601633FF76B}" dt="2025-08-04T06:36:32.948" v="3821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Sini Mathew" userId="3875fe58a975fc01" providerId="LiveId" clId="{47F2717A-2D8D-4C0A-BE84-7601633FF76B}" dt="2025-08-04T06:20:09.155" v="3139" actId="6549"/>
          <ac:spMkLst>
            <pc:docMk/>
            <pc:sldMk cId="3359142403" sldId="1827"/>
            <ac:spMk id="9" creationId="{4536F35D-48AB-EDB2-4394-D9653B1CDDAF}"/>
          </ac:spMkLst>
        </pc:spChg>
      </pc:sldChg>
      <pc:sldChg chg="del">
        <pc:chgData name="Sini Mathew" userId="3875fe58a975fc01" providerId="LiveId" clId="{47F2717A-2D8D-4C0A-BE84-7601633FF76B}" dt="2025-08-04T01:25:38.129" v="54" actId="47"/>
        <pc:sldMkLst>
          <pc:docMk/>
          <pc:sldMk cId="2727815850" sldId="1845"/>
        </pc:sldMkLst>
      </pc:sldChg>
      <pc:sldChg chg="del">
        <pc:chgData name="Sini Mathew" userId="3875fe58a975fc01" providerId="LiveId" clId="{47F2717A-2D8D-4C0A-BE84-7601633FF76B}" dt="2025-08-04T01:25:38.608" v="55" actId="47"/>
        <pc:sldMkLst>
          <pc:docMk/>
          <pc:sldMk cId="2871942205" sldId="1846"/>
        </pc:sldMkLst>
      </pc:sldChg>
      <pc:sldChg chg="del">
        <pc:chgData name="Sini Mathew" userId="3875fe58a975fc01" providerId="LiveId" clId="{47F2717A-2D8D-4C0A-BE84-7601633FF76B}" dt="2025-08-04T01:25:39.081" v="56" actId="47"/>
        <pc:sldMkLst>
          <pc:docMk/>
          <pc:sldMk cId="2056986253" sldId="1847"/>
        </pc:sldMkLst>
      </pc:sldChg>
      <pc:sldChg chg="del">
        <pc:chgData name="Sini Mathew" userId="3875fe58a975fc01" providerId="LiveId" clId="{47F2717A-2D8D-4C0A-BE84-7601633FF76B}" dt="2025-08-04T05:28:00.822" v="1754" actId="47"/>
        <pc:sldMkLst>
          <pc:docMk/>
          <pc:sldMk cId="3718523470" sldId="1850"/>
        </pc:sldMkLst>
      </pc:sldChg>
      <pc:sldChg chg="del">
        <pc:chgData name="Sini Mathew" userId="3875fe58a975fc01" providerId="LiveId" clId="{47F2717A-2D8D-4C0A-BE84-7601633FF76B}" dt="2025-08-04T05:28:02.217" v="1755" actId="47"/>
        <pc:sldMkLst>
          <pc:docMk/>
          <pc:sldMk cId="2745782173" sldId="1851"/>
        </pc:sldMkLst>
      </pc:sldChg>
      <pc:sldChg chg="del">
        <pc:chgData name="Sini Mathew" userId="3875fe58a975fc01" providerId="LiveId" clId="{47F2717A-2D8D-4C0A-BE84-7601633FF76B}" dt="2025-08-04T05:28:03.195" v="1756" actId="47"/>
        <pc:sldMkLst>
          <pc:docMk/>
          <pc:sldMk cId="829751648" sldId="1852"/>
        </pc:sldMkLst>
      </pc:sldChg>
      <pc:sldChg chg="del">
        <pc:chgData name="Sini Mathew" userId="3875fe58a975fc01" providerId="LiveId" clId="{47F2717A-2D8D-4C0A-BE84-7601633FF76B}" dt="2025-08-04T05:28:04.697" v="1757" actId="47"/>
        <pc:sldMkLst>
          <pc:docMk/>
          <pc:sldMk cId="1065835665" sldId="1853"/>
        </pc:sldMkLst>
      </pc:sldChg>
      <pc:sldChg chg="modSp mod">
        <pc:chgData name="Sini Mathew" userId="3875fe58a975fc01" providerId="LiveId" clId="{47F2717A-2D8D-4C0A-BE84-7601633FF76B}" dt="2025-08-04T07:12:07.785" v="3830" actId="6549"/>
        <pc:sldMkLst>
          <pc:docMk/>
          <pc:sldMk cId="1147338714" sldId="1856"/>
        </pc:sldMkLst>
        <pc:spChg chg="mod">
          <ac:chgData name="Sini Mathew" userId="3875fe58a975fc01" providerId="LiveId" clId="{47F2717A-2D8D-4C0A-BE84-7601633FF76B}" dt="2025-08-04T07:12:07.785" v="3830" actId="6549"/>
          <ac:spMkLst>
            <pc:docMk/>
            <pc:sldMk cId="1147338714" sldId="1856"/>
            <ac:spMk id="7" creationId="{BDD87787-CE39-BEBC-6978-28643C3EA26F}"/>
          </ac:spMkLst>
        </pc:spChg>
      </pc:sldChg>
      <pc:sldChg chg="modSp mod">
        <pc:chgData name="Sini Mathew" userId="3875fe58a975fc01" providerId="LiveId" clId="{47F2717A-2D8D-4C0A-BE84-7601633FF76B}" dt="2025-08-04T07:14:35.036" v="4146" actId="6549"/>
        <pc:sldMkLst>
          <pc:docMk/>
          <pc:sldMk cId="3293755102" sldId="1857"/>
        </pc:sldMkLst>
        <pc:spChg chg="mod">
          <ac:chgData name="Sini Mathew" userId="3875fe58a975fc01" providerId="LiveId" clId="{47F2717A-2D8D-4C0A-BE84-7601633FF76B}" dt="2025-08-04T07:12:20.272" v="3841" actId="20577"/>
          <ac:spMkLst>
            <pc:docMk/>
            <pc:sldMk cId="3293755102" sldId="1857"/>
            <ac:spMk id="2" creationId="{92684F42-40FB-B179-1DFA-C52CE341D8E4}"/>
          </ac:spMkLst>
        </pc:spChg>
        <pc:spChg chg="mod">
          <ac:chgData name="Sini Mathew" userId="3875fe58a975fc01" providerId="LiveId" clId="{47F2717A-2D8D-4C0A-BE84-7601633FF76B}" dt="2025-08-04T07:14:35.036" v="4146" actId="6549"/>
          <ac:spMkLst>
            <pc:docMk/>
            <pc:sldMk cId="3293755102" sldId="1857"/>
            <ac:spMk id="9" creationId="{20382523-5A83-6DCC-FE22-D6F98D066306}"/>
          </ac:spMkLst>
        </pc:spChg>
      </pc:sldChg>
      <pc:sldChg chg="del">
        <pc:chgData name="Sini Mathew" userId="3875fe58a975fc01" providerId="LiveId" clId="{47F2717A-2D8D-4C0A-BE84-7601633FF76B}" dt="2025-08-04T06:20:15.496" v="3140" actId="47"/>
        <pc:sldMkLst>
          <pc:docMk/>
          <pc:sldMk cId="4189276596" sldId="1862"/>
        </pc:sldMkLst>
      </pc:sldChg>
      <pc:sldChg chg="del">
        <pc:chgData name="Sini Mathew" userId="3875fe58a975fc01" providerId="LiveId" clId="{47F2717A-2D8D-4C0A-BE84-7601633FF76B}" dt="2025-08-04T06:20:16.637" v="3141" actId="47"/>
        <pc:sldMkLst>
          <pc:docMk/>
          <pc:sldMk cId="2626465139" sldId="1863"/>
        </pc:sldMkLst>
      </pc:sldChg>
      <pc:sldChg chg="del">
        <pc:chgData name="Sini Mathew" userId="3875fe58a975fc01" providerId="LiveId" clId="{47F2717A-2D8D-4C0A-BE84-7601633FF76B}" dt="2025-08-04T06:20:17.539" v="3142" actId="47"/>
        <pc:sldMkLst>
          <pc:docMk/>
          <pc:sldMk cId="3575416462" sldId="1864"/>
        </pc:sldMkLst>
      </pc:sldChg>
      <pc:sldChg chg="del">
        <pc:chgData name="Sini Mathew" userId="3875fe58a975fc01" providerId="LiveId" clId="{47F2717A-2D8D-4C0A-BE84-7601633FF76B}" dt="2025-08-04T07:12:23.434" v="3842" actId="47"/>
        <pc:sldMkLst>
          <pc:docMk/>
          <pc:sldMk cId="484376143" sldId="1871"/>
        </pc:sldMkLst>
      </pc:sldChg>
      <pc:sldChg chg="del">
        <pc:chgData name="Sini Mathew" userId="3875fe58a975fc01" providerId="LiveId" clId="{47F2717A-2D8D-4C0A-BE84-7601633FF76B}" dt="2025-08-04T07:12:24.377" v="3843" actId="47"/>
        <pc:sldMkLst>
          <pc:docMk/>
          <pc:sldMk cId="3097206784" sldId="1872"/>
        </pc:sldMkLst>
      </pc:sldChg>
      <pc:sldChg chg="del">
        <pc:chgData name="Sini Mathew" userId="3875fe58a975fc01" providerId="LiveId" clId="{47F2717A-2D8D-4C0A-BE84-7601633FF76B}" dt="2025-08-04T07:12:26.624" v="3844" actId="47"/>
        <pc:sldMkLst>
          <pc:docMk/>
          <pc:sldMk cId="639542134" sldId="1873"/>
        </pc:sldMkLst>
      </pc:sldChg>
      <pc:sldChg chg="modSp add mod">
        <pc:chgData name="Sini Mathew" userId="3875fe58a975fc01" providerId="LiveId" clId="{47F2717A-2D8D-4C0A-BE84-7601633FF76B}" dt="2025-08-04T01:38:38.711" v="1063" actId="20577"/>
        <pc:sldMkLst>
          <pc:docMk/>
          <pc:sldMk cId="532948880" sldId="1874"/>
        </pc:sldMkLst>
        <pc:spChg chg="mod">
          <ac:chgData name="Sini Mathew" userId="3875fe58a975fc01" providerId="LiveId" clId="{47F2717A-2D8D-4C0A-BE84-7601633FF76B}" dt="2025-08-04T01:38:38.711" v="1063" actId="20577"/>
          <ac:spMkLst>
            <pc:docMk/>
            <pc:sldMk cId="532948880" sldId="1874"/>
            <ac:spMk id="5" creationId="{DF2C781D-5A79-FED8-71E9-8EDB2059553E}"/>
          </ac:spMkLst>
        </pc:spChg>
        <pc:spChg chg="mod">
          <ac:chgData name="Sini Mathew" userId="3875fe58a975fc01" providerId="LiveId" clId="{47F2717A-2D8D-4C0A-BE84-7601633FF76B}" dt="2025-08-04T01:36:08.558" v="687" actId="207"/>
          <ac:spMkLst>
            <pc:docMk/>
            <pc:sldMk cId="532948880" sldId="1874"/>
            <ac:spMk id="7" creationId="{B326E98F-E339-D9C3-4390-687FB60AC301}"/>
          </ac:spMkLst>
        </pc:spChg>
      </pc:sldChg>
      <pc:sldChg chg="modSp add mod">
        <pc:chgData name="Sini Mathew" userId="3875fe58a975fc01" providerId="LiveId" clId="{47F2717A-2D8D-4C0A-BE84-7601633FF76B}" dt="2025-08-04T01:38:50.416" v="1067" actId="20577"/>
        <pc:sldMkLst>
          <pc:docMk/>
          <pc:sldMk cId="550321719" sldId="1875"/>
        </pc:sldMkLst>
        <pc:spChg chg="mod">
          <ac:chgData name="Sini Mathew" userId="3875fe58a975fc01" providerId="LiveId" clId="{47F2717A-2D8D-4C0A-BE84-7601633FF76B}" dt="2025-08-04T01:38:50.416" v="1067" actId="20577"/>
          <ac:spMkLst>
            <pc:docMk/>
            <pc:sldMk cId="550321719" sldId="1875"/>
            <ac:spMk id="5" creationId="{5E3EC950-63A0-B6B2-CEE8-6BDC5408BACC}"/>
          </ac:spMkLst>
        </pc:spChg>
        <pc:spChg chg="mod">
          <ac:chgData name="Sini Mathew" userId="3875fe58a975fc01" providerId="LiveId" clId="{47F2717A-2D8D-4C0A-BE84-7601633FF76B}" dt="2025-08-04T01:36:40.850" v="745" actId="207"/>
          <ac:spMkLst>
            <pc:docMk/>
            <pc:sldMk cId="550321719" sldId="1875"/>
            <ac:spMk id="7" creationId="{EE6A26D1-9B58-E064-A9CD-364A24FF6142}"/>
          </ac:spMkLst>
        </pc:spChg>
      </pc:sldChg>
      <pc:sldChg chg="modSp add mod">
        <pc:chgData name="Sini Mathew" userId="3875fe58a975fc01" providerId="LiveId" clId="{47F2717A-2D8D-4C0A-BE84-7601633FF76B}" dt="2025-08-04T01:38:57.303" v="1071" actId="20577"/>
        <pc:sldMkLst>
          <pc:docMk/>
          <pc:sldMk cId="3793689535" sldId="1876"/>
        </pc:sldMkLst>
        <pc:spChg chg="mod">
          <ac:chgData name="Sini Mathew" userId="3875fe58a975fc01" providerId="LiveId" clId="{47F2717A-2D8D-4C0A-BE84-7601633FF76B}" dt="2025-08-04T01:38:57.303" v="1071" actId="20577"/>
          <ac:spMkLst>
            <pc:docMk/>
            <pc:sldMk cId="3793689535" sldId="1876"/>
            <ac:spMk id="5" creationId="{50CD9F3A-657B-B601-3376-D8297F364029}"/>
          </ac:spMkLst>
        </pc:spChg>
        <pc:spChg chg="mod">
          <ac:chgData name="Sini Mathew" userId="3875fe58a975fc01" providerId="LiveId" clId="{47F2717A-2D8D-4C0A-BE84-7601633FF76B}" dt="2025-08-04T01:37:07.595" v="805" actId="207"/>
          <ac:spMkLst>
            <pc:docMk/>
            <pc:sldMk cId="3793689535" sldId="1876"/>
            <ac:spMk id="7" creationId="{7D109EEE-DEEF-4CF9-6447-25DFE56767AD}"/>
          </ac:spMkLst>
        </pc:spChg>
      </pc:sldChg>
      <pc:sldChg chg="modSp add mod">
        <pc:chgData name="Sini Mathew" userId="3875fe58a975fc01" providerId="LiveId" clId="{47F2717A-2D8D-4C0A-BE84-7601633FF76B}" dt="2025-08-04T01:39:05.925" v="1077" actId="20577"/>
        <pc:sldMkLst>
          <pc:docMk/>
          <pc:sldMk cId="2017653766" sldId="1877"/>
        </pc:sldMkLst>
      </pc:sldChg>
      <pc:sldChg chg="modSp add mod">
        <pc:chgData name="Sini Mathew" userId="3875fe58a975fc01" providerId="LiveId" clId="{47F2717A-2D8D-4C0A-BE84-7601633FF76B}" dt="2025-08-04T01:39:12.007" v="1081" actId="20577"/>
        <pc:sldMkLst>
          <pc:docMk/>
          <pc:sldMk cId="3771083221" sldId="1878"/>
        </pc:sldMkLst>
      </pc:sldChg>
      <pc:sldChg chg="modSp add mod">
        <pc:chgData name="Sini Mathew" userId="3875fe58a975fc01" providerId="LiveId" clId="{47F2717A-2D8D-4C0A-BE84-7601633FF76B}" dt="2025-08-04T05:56:30.064" v="2639" actId="20577"/>
        <pc:sldMkLst>
          <pc:docMk/>
          <pc:sldMk cId="3873959040" sldId="1879"/>
        </pc:sldMkLst>
        <pc:spChg chg="mod">
          <ac:chgData name="Sini Mathew" userId="3875fe58a975fc01" providerId="LiveId" clId="{47F2717A-2D8D-4C0A-BE84-7601633FF76B}" dt="2025-08-04T05:56:30.064" v="2639" actId="20577"/>
          <ac:spMkLst>
            <pc:docMk/>
            <pc:sldMk cId="3873959040" sldId="1879"/>
            <ac:spMk id="2" creationId="{89495634-B155-B632-A7EF-E6E3BE656002}"/>
          </ac:spMkLst>
        </pc:spChg>
        <pc:spChg chg="mod">
          <ac:chgData name="Sini Mathew" userId="3875fe58a975fc01" providerId="LiveId" clId="{47F2717A-2D8D-4C0A-BE84-7601633FF76B}" dt="2025-08-04T05:53:36.710" v="2592" actId="20577"/>
          <ac:spMkLst>
            <pc:docMk/>
            <pc:sldMk cId="3873959040" sldId="1879"/>
            <ac:spMk id="4" creationId="{0FA1FDA7-CCCD-67F9-BDE9-0C48366F9B60}"/>
          </ac:spMkLst>
        </pc:spChg>
        <pc:spChg chg="mod">
          <ac:chgData name="Sini Mathew" userId="3875fe58a975fc01" providerId="LiveId" clId="{47F2717A-2D8D-4C0A-BE84-7601633FF76B}" dt="2025-08-04T05:39:05.582" v="2588" actId="1076"/>
          <ac:spMkLst>
            <pc:docMk/>
            <pc:sldMk cId="3873959040" sldId="1879"/>
            <ac:spMk id="6" creationId="{482C13F2-F3E1-4A75-E605-45B828FB7245}"/>
          </ac:spMkLst>
        </pc:spChg>
      </pc:sldChg>
      <pc:sldChg chg="modSp add mod">
        <pc:chgData name="Sini Mathew" userId="3875fe58a975fc01" providerId="LiveId" clId="{47F2717A-2D8D-4C0A-BE84-7601633FF76B}" dt="2025-08-04T05:56:38.794" v="2650" actId="20577"/>
        <pc:sldMkLst>
          <pc:docMk/>
          <pc:sldMk cId="526351709" sldId="1880"/>
        </pc:sldMkLst>
        <pc:spChg chg="mod">
          <ac:chgData name="Sini Mathew" userId="3875fe58a975fc01" providerId="LiveId" clId="{47F2717A-2D8D-4C0A-BE84-7601633FF76B}" dt="2025-08-04T05:56:38.794" v="2650" actId="20577"/>
          <ac:spMkLst>
            <pc:docMk/>
            <pc:sldMk cId="526351709" sldId="1880"/>
            <ac:spMk id="2" creationId="{AECD298D-540D-F153-8394-42438B41D0E9}"/>
          </ac:spMkLst>
        </pc:spChg>
        <pc:spChg chg="mod">
          <ac:chgData name="Sini Mathew" userId="3875fe58a975fc01" providerId="LiveId" clId="{47F2717A-2D8D-4C0A-BE84-7601633FF76B}" dt="2025-08-04T05:53:54.453" v="2598" actId="20577"/>
          <ac:spMkLst>
            <pc:docMk/>
            <pc:sldMk cId="526351709" sldId="1880"/>
            <ac:spMk id="4" creationId="{BA565CC9-B48B-0506-DD5D-9B87A2FC7002}"/>
          </ac:spMkLst>
        </pc:spChg>
        <pc:spChg chg="mod">
          <ac:chgData name="Sini Mathew" userId="3875fe58a975fc01" providerId="LiveId" clId="{47F2717A-2D8D-4C0A-BE84-7601633FF76B}" dt="2025-08-04T05:53:45.043" v="2594" actId="6549"/>
          <ac:spMkLst>
            <pc:docMk/>
            <pc:sldMk cId="526351709" sldId="1880"/>
            <ac:spMk id="6" creationId="{1EB0E4DC-F4BE-14A3-BD92-1DB9821570EF}"/>
          </ac:spMkLst>
        </pc:spChg>
      </pc:sldChg>
      <pc:sldChg chg="modSp add mod">
        <pc:chgData name="Sini Mathew" userId="3875fe58a975fc01" providerId="LiveId" clId="{47F2717A-2D8D-4C0A-BE84-7601633FF76B}" dt="2025-08-04T05:56:49.189" v="2662" actId="20577"/>
        <pc:sldMkLst>
          <pc:docMk/>
          <pc:sldMk cId="3656132137" sldId="1881"/>
        </pc:sldMkLst>
        <pc:spChg chg="mod">
          <ac:chgData name="Sini Mathew" userId="3875fe58a975fc01" providerId="LiveId" clId="{47F2717A-2D8D-4C0A-BE84-7601633FF76B}" dt="2025-08-04T05:56:49.189" v="2662" actId="20577"/>
          <ac:spMkLst>
            <pc:docMk/>
            <pc:sldMk cId="3656132137" sldId="1881"/>
            <ac:spMk id="2" creationId="{D0FAB4E1-AD2A-44B6-12D2-AE220F7CAFB7}"/>
          </ac:spMkLst>
        </pc:spChg>
        <pc:spChg chg="mod">
          <ac:chgData name="Sini Mathew" userId="3875fe58a975fc01" providerId="LiveId" clId="{47F2717A-2D8D-4C0A-BE84-7601633FF76B}" dt="2025-08-04T05:54:06.005" v="2603" actId="20577"/>
          <ac:spMkLst>
            <pc:docMk/>
            <pc:sldMk cId="3656132137" sldId="1881"/>
            <ac:spMk id="4" creationId="{01FA0EB9-0B95-6417-98C0-B30EAF16A566}"/>
          </ac:spMkLst>
        </pc:spChg>
        <pc:spChg chg="mod">
          <ac:chgData name="Sini Mathew" userId="3875fe58a975fc01" providerId="LiveId" clId="{47F2717A-2D8D-4C0A-BE84-7601633FF76B}" dt="2025-08-04T05:53:58.800" v="2599" actId="6549"/>
          <ac:spMkLst>
            <pc:docMk/>
            <pc:sldMk cId="3656132137" sldId="1881"/>
            <ac:spMk id="6" creationId="{047FEDA4-28F9-A2CF-8530-B6570A5ADEC3}"/>
          </ac:spMkLst>
        </pc:spChg>
      </pc:sldChg>
      <pc:sldChg chg="modSp add mod">
        <pc:chgData name="Sini Mathew" userId="3875fe58a975fc01" providerId="LiveId" clId="{47F2717A-2D8D-4C0A-BE84-7601633FF76B}" dt="2025-08-04T06:36:27.477" v="3819" actId="20577"/>
        <pc:sldMkLst>
          <pc:docMk/>
          <pc:sldMk cId="3277420310" sldId="1882"/>
        </pc:sldMkLst>
        <pc:spChg chg="mod">
          <ac:chgData name="Sini Mathew" userId="3875fe58a975fc01" providerId="LiveId" clId="{47F2717A-2D8D-4C0A-BE84-7601633FF76B}" dt="2025-08-04T06:36:27.477" v="3819" actId="20577"/>
          <ac:spMkLst>
            <pc:docMk/>
            <pc:sldMk cId="3277420310" sldId="1882"/>
            <ac:spMk id="4" creationId="{3297E92B-D882-0EB3-7B50-C83AAB7CB612}"/>
          </ac:spMkLst>
        </pc:spChg>
        <pc:spChg chg="mod">
          <ac:chgData name="Sini Mathew" userId="3875fe58a975fc01" providerId="LiveId" clId="{47F2717A-2D8D-4C0A-BE84-7601633FF76B}" dt="2025-08-04T06:34:12.303" v="3495" actId="20577"/>
          <ac:spMkLst>
            <pc:docMk/>
            <pc:sldMk cId="3277420310" sldId="1882"/>
            <ac:spMk id="9" creationId="{A15AD8FE-0723-E4D6-E427-0111DD9072EF}"/>
          </ac:spMkLst>
        </pc:spChg>
      </pc:sldChg>
      <pc:sldChg chg="modSp add mod">
        <pc:chgData name="Sini Mathew" userId="3875fe58a975fc01" providerId="LiveId" clId="{47F2717A-2D8D-4C0A-BE84-7601633FF76B}" dt="2025-08-04T06:36:23.039" v="3817" actId="20577"/>
        <pc:sldMkLst>
          <pc:docMk/>
          <pc:sldMk cId="3932150210" sldId="1883"/>
        </pc:sldMkLst>
        <pc:spChg chg="mod">
          <ac:chgData name="Sini Mathew" userId="3875fe58a975fc01" providerId="LiveId" clId="{47F2717A-2D8D-4C0A-BE84-7601633FF76B}" dt="2025-08-04T06:36:23.039" v="3817" actId="20577"/>
          <ac:spMkLst>
            <pc:docMk/>
            <pc:sldMk cId="3932150210" sldId="1883"/>
            <ac:spMk id="4" creationId="{590B1F16-D21B-4F49-67F4-842EC4EC9AF7}"/>
          </ac:spMkLst>
        </pc:spChg>
        <pc:spChg chg="mod">
          <ac:chgData name="Sini Mathew" userId="3875fe58a975fc01" providerId="LiveId" clId="{47F2717A-2D8D-4C0A-BE84-7601633FF76B}" dt="2025-08-04T06:35:58.981" v="3813" actId="20577"/>
          <ac:spMkLst>
            <pc:docMk/>
            <pc:sldMk cId="3932150210" sldId="1883"/>
            <ac:spMk id="9" creationId="{006D4330-39E3-EC56-DC72-7460519CBA86}"/>
          </ac:spMkLst>
        </pc:spChg>
      </pc:sldChg>
      <pc:sldChg chg="modSp add mod">
        <pc:chgData name="Sini Mathew" userId="3875fe58a975fc01" providerId="LiveId" clId="{47F2717A-2D8D-4C0A-BE84-7601633FF76B}" dt="2025-08-04T07:19:07.444" v="4586" actId="20577"/>
        <pc:sldMkLst>
          <pc:docMk/>
          <pc:sldMk cId="2497576685" sldId="1884"/>
        </pc:sldMkLst>
        <pc:spChg chg="mod">
          <ac:chgData name="Sini Mathew" userId="3875fe58a975fc01" providerId="LiveId" clId="{47F2717A-2D8D-4C0A-BE84-7601633FF76B}" dt="2025-08-04T07:19:07.444" v="4586" actId="20577"/>
          <ac:spMkLst>
            <pc:docMk/>
            <pc:sldMk cId="2497576685" sldId="1884"/>
            <ac:spMk id="9" creationId="{00E6993F-4A47-7005-914F-10DC7A8F03BA}"/>
          </ac:spMkLst>
        </pc:spChg>
      </pc:sldChg>
    </pc:docChg>
  </pc:docChgLst>
  <pc:docChgLst>
    <pc:chgData name="Ruhi Lal" userId="cd9f89f764cf2aa9" providerId="Windows Live" clId="Web-{4C3D2CAB-CB81-CEA7-0077-D190BF92B763}"/>
    <pc:docChg chg="addSld delSld modSld">
      <pc:chgData name="Ruhi Lal" userId="cd9f89f764cf2aa9" providerId="Windows Live" clId="Web-{4C3D2CAB-CB81-CEA7-0077-D190BF92B763}" dt="2025-08-06T13:53:57.805" v="536" actId="20577"/>
      <pc:docMkLst>
        <pc:docMk/>
      </pc:docMkLst>
      <pc:sldChg chg="modSp">
        <pc:chgData name="Ruhi Lal" userId="cd9f89f764cf2aa9" providerId="Windows Live" clId="Web-{4C3D2CAB-CB81-CEA7-0077-D190BF92B763}" dt="2025-08-06T13:50:05.526" v="505" actId="1076"/>
        <pc:sldMkLst>
          <pc:docMk/>
          <pc:sldMk cId="3071323988" sldId="820"/>
        </pc:sldMkLst>
        <pc:spChg chg="mod">
          <ac:chgData name="Ruhi Lal" userId="cd9f89f764cf2aa9" providerId="Windows Live" clId="Web-{4C3D2CAB-CB81-CEA7-0077-D190BF92B763}" dt="2025-08-06T13:50:05.526" v="505" actId="1076"/>
          <ac:spMkLst>
            <pc:docMk/>
            <pc:sldMk cId="3071323988" sldId="820"/>
            <ac:spMk id="2" creationId="{DCF3B4DD-D28E-D949-A750-E7C0BC73DB23}"/>
          </ac:spMkLst>
        </pc:spChg>
        <pc:spChg chg="mod">
          <ac:chgData name="Ruhi Lal" userId="cd9f89f764cf2aa9" providerId="Windows Live" clId="Web-{4C3D2CAB-CB81-CEA7-0077-D190BF92B763}" dt="2025-08-06T13:49:58.744" v="504" actId="1076"/>
          <ac:spMkLst>
            <pc:docMk/>
            <pc:sldMk cId="3071323988" sldId="820"/>
            <ac:spMk id="3" creationId="{76BB2930-A4C7-F30F-1B80-CC4D479494FA}"/>
          </ac:spMkLst>
        </pc:spChg>
      </pc:sldChg>
      <pc:sldChg chg="modSp">
        <pc:chgData name="Ruhi Lal" userId="cd9f89f764cf2aa9" providerId="Windows Live" clId="Web-{4C3D2CAB-CB81-CEA7-0077-D190BF92B763}" dt="2025-08-06T13:08:25.959" v="171" actId="1076"/>
        <pc:sldMkLst>
          <pc:docMk/>
          <pc:sldMk cId="3717493800" sldId="821"/>
        </pc:sldMkLst>
        <pc:spChg chg="mod">
          <ac:chgData name="Ruhi Lal" userId="cd9f89f764cf2aa9" providerId="Windows Live" clId="Web-{4C3D2CAB-CB81-CEA7-0077-D190BF92B763}" dt="2025-08-06T13:08:15.896" v="170" actId="1076"/>
          <ac:spMkLst>
            <pc:docMk/>
            <pc:sldMk cId="3717493800" sldId="821"/>
            <ac:spMk id="2" creationId="{BDDA26F8-E366-2B5B-C348-C507B3038F2B}"/>
          </ac:spMkLst>
        </pc:spChg>
        <pc:spChg chg="mod">
          <ac:chgData name="Ruhi Lal" userId="cd9f89f764cf2aa9" providerId="Windows Live" clId="Web-{4C3D2CAB-CB81-CEA7-0077-D190BF92B763}" dt="2025-08-06T13:08:25.959" v="171" actId="1076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Ruhi Lal" userId="cd9f89f764cf2aa9" providerId="Windows Live" clId="Web-{4C3D2CAB-CB81-CEA7-0077-D190BF92B763}" dt="2025-08-06T13:11:48.401" v="198" actId="20577"/>
        <pc:sldMkLst>
          <pc:docMk/>
          <pc:sldMk cId="2771250690" sldId="851"/>
        </pc:sldMkLst>
        <pc:spChg chg="mod">
          <ac:chgData name="Ruhi Lal" userId="cd9f89f764cf2aa9" providerId="Windows Live" clId="Web-{4C3D2CAB-CB81-CEA7-0077-D190BF92B763}" dt="2025-08-06T13:11:48.401" v="198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 del">
        <pc:chgData name="Ruhi Lal" userId="cd9f89f764cf2aa9" providerId="Windows Live" clId="Web-{4C3D2CAB-CB81-CEA7-0077-D190BF92B763}" dt="2025-08-06T13:02:01.518" v="115"/>
        <pc:sldMkLst>
          <pc:docMk/>
          <pc:sldMk cId="3192769657" sldId="1766"/>
        </pc:sldMkLst>
      </pc:sldChg>
      <pc:sldChg chg="modSp">
        <pc:chgData name="Ruhi Lal" userId="cd9f89f764cf2aa9" providerId="Windows Live" clId="Web-{4C3D2CAB-CB81-CEA7-0077-D190BF92B763}" dt="2025-08-06T13:13:55.653" v="199" actId="20577"/>
        <pc:sldMkLst>
          <pc:docMk/>
          <pc:sldMk cId="1254139428" sldId="1822"/>
        </pc:sldMkLst>
        <pc:spChg chg="mod">
          <ac:chgData name="Ruhi Lal" userId="cd9f89f764cf2aa9" providerId="Windows Live" clId="Web-{4C3D2CAB-CB81-CEA7-0077-D190BF92B763}" dt="2025-08-06T13:13:55.653" v="199" actId="20577"/>
          <ac:spMkLst>
            <pc:docMk/>
            <pc:sldMk cId="1254139428" sldId="1822"/>
            <ac:spMk id="4" creationId="{108826D6-D5E7-8E29-8447-D3F82C0FBEBF}"/>
          </ac:spMkLst>
        </pc:spChg>
      </pc:sldChg>
      <pc:sldChg chg="modSp">
        <pc:chgData name="Ruhi Lal" userId="cd9f89f764cf2aa9" providerId="Windows Live" clId="Web-{4C3D2CAB-CB81-CEA7-0077-D190BF92B763}" dt="2025-08-06T13:26:12.419" v="312" actId="20577"/>
        <pc:sldMkLst>
          <pc:docMk/>
          <pc:sldMk cId="3359142403" sldId="1827"/>
        </pc:sldMkLst>
        <pc:spChg chg="mod">
          <ac:chgData name="Ruhi Lal" userId="cd9f89f764cf2aa9" providerId="Windows Live" clId="Web-{4C3D2CAB-CB81-CEA7-0077-D190BF92B763}" dt="2025-08-06T13:26:12.419" v="312" actId="20577"/>
          <ac:spMkLst>
            <pc:docMk/>
            <pc:sldMk cId="3359142403" sldId="1827"/>
            <ac:spMk id="4" creationId="{518E5F5E-AFCD-CA89-E3DF-EB5B7465010C}"/>
          </ac:spMkLst>
        </pc:spChg>
      </pc:sldChg>
      <pc:sldChg chg="modSp">
        <pc:chgData name="Ruhi Lal" userId="cd9f89f764cf2aa9" providerId="Windows Live" clId="Web-{4C3D2CAB-CB81-CEA7-0077-D190BF92B763}" dt="2025-08-06T13:17:58.722" v="211" actId="20577"/>
        <pc:sldMkLst>
          <pc:docMk/>
          <pc:sldMk cId="1880725329" sldId="1830"/>
        </pc:sldMkLst>
        <pc:spChg chg="mod">
          <ac:chgData name="Ruhi Lal" userId="cd9f89f764cf2aa9" providerId="Windows Live" clId="Web-{4C3D2CAB-CB81-CEA7-0077-D190BF92B763}" dt="2025-08-06T13:17:58.722" v="211" actId="20577"/>
          <ac:spMkLst>
            <pc:docMk/>
            <pc:sldMk cId="1880725329" sldId="1830"/>
            <ac:spMk id="9" creationId="{FDE1DB4F-C217-2890-DB3F-D9D8888A471B}"/>
          </ac:spMkLst>
        </pc:spChg>
      </pc:sldChg>
      <pc:sldChg chg="modSp">
        <pc:chgData name="Ruhi Lal" userId="cd9f89f764cf2aa9" providerId="Windows Live" clId="Web-{4C3D2CAB-CB81-CEA7-0077-D190BF92B763}" dt="2025-08-06T13:32:29.832" v="373" actId="20577"/>
        <pc:sldMkLst>
          <pc:docMk/>
          <pc:sldMk cId="3293755102" sldId="1857"/>
        </pc:sldMkLst>
        <pc:spChg chg="mod">
          <ac:chgData name="Ruhi Lal" userId="cd9f89f764cf2aa9" providerId="Windows Live" clId="Web-{4C3D2CAB-CB81-CEA7-0077-D190BF92B763}" dt="2025-08-06T13:32:29.832" v="373" actId="20577"/>
          <ac:spMkLst>
            <pc:docMk/>
            <pc:sldMk cId="3293755102" sldId="1857"/>
            <ac:spMk id="9" creationId="{20382523-5A83-6DCC-FE22-D6F98D066306}"/>
          </ac:spMkLst>
        </pc:spChg>
      </pc:sldChg>
      <pc:sldChg chg="modSp">
        <pc:chgData name="Ruhi Lal" userId="cd9f89f764cf2aa9" providerId="Windows Live" clId="Web-{4C3D2CAB-CB81-CEA7-0077-D190BF92B763}" dt="2025-08-06T13:03:09.976" v="121" actId="20577"/>
        <pc:sldMkLst>
          <pc:docMk/>
          <pc:sldMk cId="532948880" sldId="1874"/>
        </pc:sldMkLst>
        <pc:spChg chg="mod">
          <ac:chgData name="Ruhi Lal" userId="cd9f89f764cf2aa9" providerId="Windows Live" clId="Web-{4C3D2CAB-CB81-CEA7-0077-D190BF92B763}" dt="2025-08-06T13:03:09.976" v="121" actId="20577"/>
          <ac:spMkLst>
            <pc:docMk/>
            <pc:sldMk cId="532948880" sldId="1874"/>
            <ac:spMk id="7" creationId="{B326E98F-E339-D9C3-4390-687FB60AC301}"/>
          </ac:spMkLst>
        </pc:spChg>
      </pc:sldChg>
      <pc:sldChg chg="modSp">
        <pc:chgData name="Ruhi Lal" userId="cd9f89f764cf2aa9" providerId="Windows Live" clId="Web-{4C3D2CAB-CB81-CEA7-0077-D190BF92B763}" dt="2025-08-06T13:07:04.690" v="161" actId="20577"/>
        <pc:sldMkLst>
          <pc:docMk/>
          <pc:sldMk cId="550321719" sldId="1875"/>
        </pc:sldMkLst>
        <pc:spChg chg="mod">
          <ac:chgData name="Ruhi Lal" userId="cd9f89f764cf2aa9" providerId="Windows Live" clId="Web-{4C3D2CAB-CB81-CEA7-0077-D190BF92B763}" dt="2025-08-06T13:07:04.690" v="161" actId="20577"/>
          <ac:spMkLst>
            <pc:docMk/>
            <pc:sldMk cId="550321719" sldId="1875"/>
            <ac:spMk id="7" creationId="{EE6A26D1-9B58-E064-A9CD-364A24FF6142}"/>
          </ac:spMkLst>
        </pc:spChg>
      </pc:sldChg>
      <pc:sldChg chg="modSp">
        <pc:chgData name="Ruhi Lal" userId="cd9f89f764cf2aa9" providerId="Windows Live" clId="Web-{4C3D2CAB-CB81-CEA7-0077-D190BF92B763}" dt="2025-08-06T13:05:46.125" v="153" actId="20577"/>
        <pc:sldMkLst>
          <pc:docMk/>
          <pc:sldMk cId="3793689535" sldId="1876"/>
        </pc:sldMkLst>
        <pc:spChg chg="mod">
          <ac:chgData name="Ruhi Lal" userId="cd9f89f764cf2aa9" providerId="Windows Live" clId="Web-{4C3D2CAB-CB81-CEA7-0077-D190BF92B763}" dt="2025-08-06T13:05:46.125" v="153" actId="20577"/>
          <ac:spMkLst>
            <pc:docMk/>
            <pc:sldMk cId="3793689535" sldId="1876"/>
            <ac:spMk id="7" creationId="{7D109EEE-DEEF-4CF9-6447-25DFE56767AD}"/>
          </ac:spMkLst>
        </pc:spChg>
      </pc:sldChg>
      <pc:sldChg chg="del">
        <pc:chgData name="Ruhi Lal" userId="cd9f89f764cf2aa9" providerId="Windows Live" clId="Web-{4C3D2CAB-CB81-CEA7-0077-D190BF92B763}" dt="2025-08-06T13:07:42.879" v="162"/>
        <pc:sldMkLst>
          <pc:docMk/>
          <pc:sldMk cId="2017653766" sldId="1877"/>
        </pc:sldMkLst>
      </pc:sldChg>
      <pc:sldChg chg="del">
        <pc:chgData name="Ruhi Lal" userId="cd9f89f764cf2aa9" providerId="Windows Live" clId="Web-{4C3D2CAB-CB81-CEA7-0077-D190BF92B763}" dt="2025-08-06T13:07:44.942" v="163"/>
        <pc:sldMkLst>
          <pc:docMk/>
          <pc:sldMk cId="3771083221" sldId="1878"/>
        </pc:sldMkLst>
      </pc:sldChg>
      <pc:sldChg chg="modSp">
        <pc:chgData name="Ruhi Lal" userId="cd9f89f764cf2aa9" providerId="Windows Live" clId="Web-{4C3D2CAB-CB81-CEA7-0077-D190BF92B763}" dt="2025-08-06T13:15:57.358" v="202" actId="20577"/>
        <pc:sldMkLst>
          <pc:docMk/>
          <pc:sldMk cId="526351709" sldId="1880"/>
        </pc:sldMkLst>
        <pc:spChg chg="mod">
          <ac:chgData name="Ruhi Lal" userId="cd9f89f764cf2aa9" providerId="Windows Live" clId="Web-{4C3D2CAB-CB81-CEA7-0077-D190BF92B763}" dt="2025-08-06T13:15:57.358" v="202" actId="20577"/>
          <ac:spMkLst>
            <pc:docMk/>
            <pc:sldMk cId="526351709" sldId="1880"/>
            <ac:spMk id="6" creationId="{1EB0E4DC-F4BE-14A3-BD92-1DB9821570EF}"/>
          </ac:spMkLst>
        </pc:spChg>
      </pc:sldChg>
      <pc:sldChg chg="modSp">
        <pc:chgData name="Ruhi Lal" userId="cd9f89f764cf2aa9" providerId="Windows Live" clId="Web-{4C3D2CAB-CB81-CEA7-0077-D190BF92B763}" dt="2025-08-06T13:30:46.831" v="368" actId="20577"/>
        <pc:sldMkLst>
          <pc:docMk/>
          <pc:sldMk cId="3277420310" sldId="1882"/>
        </pc:sldMkLst>
        <pc:spChg chg="mod">
          <ac:chgData name="Ruhi Lal" userId="cd9f89f764cf2aa9" providerId="Windows Live" clId="Web-{4C3D2CAB-CB81-CEA7-0077-D190BF92B763}" dt="2025-08-06T13:26:42.623" v="322" actId="20577"/>
          <ac:spMkLst>
            <pc:docMk/>
            <pc:sldMk cId="3277420310" sldId="1882"/>
            <ac:spMk id="4" creationId="{3297E92B-D882-0EB3-7B50-C83AAB7CB612}"/>
          </ac:spMkLst>
        </pc:spChg>
        <pc:spChg chg="mod">
          <ac:chgData name="Ruhi Lal" userId="cd9f89f764cf2aa9" providerId="Windows Live" clId="Web-{4C3D2CAB-CB81-CEA7-0077-D190BF92B763}" dt="2025-08-06T13:30:46.831" v="368" actId="20577"/>
          <ac:spMkLst>
            <pc:docMk/>
            <pc:sldMk cId="3277420310" sldId="1882"/>
            <ac:spMk id="9" creationId="{A15AD8FE-0723-E4D6-E427-0111DD9072EF}"/>
          </ac:spMkLst>
        </pc:spChg>
      </pc:sldChg>
      <pc:sldChg chg="modSp">
        <pc:chgData name="Ruhi Lal" userId="cd9f89f764cf2aa9" providerId="Windows Live" clId="Web-{4C3D2CAB-CB81-CEA7-0077-D190BF92B763}" dt="2025-08-06T13:31:37.644" v="371" actId="20577"/>
        <pc:sldMkLst>
          <pc:docMk/>
          <pc:sldMk cId="3932150210" sldId="1883"/>
        </pc:sldMkLst>
        <pc:spChg chg="mod">
          <ac:chgData name="Ruhi Lal" userId="cd9f89f764cf2aa9" providerId="Windows Live" clId="Web-{4C3D2CAB-CB81-CEA7-0077-D190BF92B763}" dt="2025-08-06T13:27:01.936" v="329" actId="20577"/>
          <ac:spMkLst>
            <pc:docMk/>
            <pc:sldMk cId="3932150210" sldId="1883"/>
            <ac:spMk id="4" creationId="{590B1F16-D21B-4F49-67F4-842EC4EC9AF7}"/>
          </ac:spMkLst>
        </pc:spChg>
        <pc:spChg chg="mod">
          <ac:chgData name="Ruhi Lal" userId="cd9f89f764cf2aa9" providerId="Windows Live" clId="Web-{4C3D2CAB-CB81-CEA7-0077-D190BF92B763}" dt="2025-08-06T13:31:37.644" v="371" actId="20577"/>
          <ac:spMkLst>
            <pc:docMk/>
            <pc:sldMk cId="3932150210" sldId="1883"/>
            <ac:spMk id="9" creationId="{006D4330-39E3-EC56-DC72-7460519CBA86}"/>
          </ac:spMkLst>
        </pc:spChg>
      </pc:sldChg>
      <pc:sldChg chg="modSp">
        <pc:chgData name="Ruhi Lal" userId="cd9f89f764cf2aa9" providerId="Windows Live" clId="Web-{4C3D2CAB-CB81-CEA7-0077-D190BF92B763}" dt="2025-08-06T13:33:36.583" v="379" actId="20577"/>
        <pc:sldMkLst>
          <pc:docMk/>
          <pc:sldMk cId="2497576685" sldId="1884"/>
        </pc:sldMkLst>
        <pc:spChg chg="mod">
          <ac:chgData name="Ruhi Lal" userId="cd9f89f764cf2aa9" providerId="Windows Live" clId="Web-{4C3D2CAB-CB81-CEA7-0077-D190BF92B763}" dt="2025-08-06T13:33:36.583" v="379" actId="20577"/>
          <ac:spMkLst>
            <pc:docMk/>
            <pc:sldMk cId="2497576685" sldId="1884"/>
            <ac:spMk id="9" creationId="{00E6993F-4A47-7005-914F-10DC7A8F03BA}"/>
          </ac:spMkLst>
        </pc:spChg>
      </pc:sldChg>
      <pc:sldChg chg="modSp">
        <pc:chgData name="Ruhi Lal" userId="cd9f89f764cf2aa9" providerId="Windows Live" clId="Web-{4C3D2CAB-CB81-CEA7-0077-D190BF92B763}" dt="2025-08-06T13:19:45.199" v="232" actId="20577"/>
        <pc:sldMkLst>
          <pc:docMk/>
          <pc:sldMk cId="2429680237" sldId="1893"/>
        </pc:sldMkLst>
        <pc:spChg chg="mod">
          <ac:chgData name="Ruhi Lal" userId="cd9f89f764cf2aa9" providerId="Windows Live" clId="Web-{4C3D2CAB-CB81-CEA7-0077-D190BF92B763}" dt="2025-08-06T13:19:45.199" v="232" actId="20577"/>
          <ac:spMkLst>
            <pc:docMk/>
            <pc:sldMk cId="2429680237" sldId="1893"/>
            <ac:spMk id="9" creationId="{AC232EDD-7B87-EA1C-3D4F-FB699B96415A}"/>
          </ac:spMkLst>
        </pc:spChg>
      </pc:sldChg>
      <pc:sldChg chg="modSp">
        <pc:chgData name="Ruhi Lal" userId="cd9f89f764cf2aa9" providerId="Windows Live" clId="Web-{4C3D2CAB-CB81-CEA7-0077-D190BF92B763}" dt="2025-08-06T13:20:57.501" v="238" actId="20577"/>
        <pc:sldMkLst>
          <pc:docMk/>
          <pc:sldMk cId="4228751221" sldId="1894"/>
        </pc:sldMkLst>
        <pc:spChg chg="mod">
          <ac:chgData name="Ruhi Lal" userId="cd9f89f764cf2aa9" providerId="Windows Live" clId="Web-{4C3D2CAB-CB81-CEA7-0077-D190BF92B763}" dt="2025-08-06T13:20:57.501" v="238" actId="20577"/>
          <ac:spMkLst>
            <pc:docMk/>
            <pc:sldMk cId="4228751221" sldId="1894"/>
            <ac:spMk id="9" creationId="{32349F92-FE23-BCC9-35B1-6A0CE80B3C91}"/>
          </ac:spMkLst>
        </pc:spChg>
      </pc:sldChg>
      <pc:sldChg chg="modSp">
        <pc:chgData name="Ruhi Lal" userId="cd9f89f764cf2aa9" providerId="Windows Live" clId="Web-{4C3D2CAB-CB81-CEA7-0077-D190BF92B763}" dt="2025-08-06T13:21:57.613" v="242" actId="20577"/>
        <pc:sldMkLst>
          <pc:docMk/>
          <pc:sldMk cId="1464611278" sldId="1895"/>
        </pc:sldMkLst>
        <pc:spChg chg="mod">
          <ac:chgData name="Ruhi Lal" userId="cd9f89f764cf2aa9" providerId="Windows Live" clId="Web-{4C3D2CAB-CB81-CEA7-0077-D190BF92B763}" dt="2025-08-06T13:21:57.613" v="242" actId="20577"/>
          <ac:spMkLst>
            <pc:docMk/>
            <pc:sldMk cId="1464611278" sldId="1895"/>
            <ac:spMk id="9" creationId="{EDDD2ECA-35C6-16A7-B344-595CE76E6E48}"/>
          </ac:spMkLst>
        </pc:spChg>
      </pc:sldChg>
      <pc:sldChg chg="modSp">
        <pc:chgData name="Ruhi Lal" userId="cd9f89f764cf2aa9" providerId="Windows Live" clId="Web-{4C3D2CAB-CB81-CEA7-0077-D190BF92B763}" dt="2025-08-06T13:35:16.354" v="390" actId="20577"/>
        <pc:sldMkLst>
          <pc:docMk/>
          <pc:sldMk cId="101050245" sldId="1896"/>
        </pc:sldMkLst>
        <pc:spChg chg="mod">
          <ac:chgData name="Ruhi Lal" userId="cd9f89f764cf2aa9" providerId="Windows Live" clId="Web-{4C3D2CAB-CB81-CEA7-0077-D190BF92B763}" dt="2025-08-06T13:35:16.354" v="390" actId="20577"/>
          <ac:spMkLst>
            <pc:docMk/>
            <pc:sldMk cId="101050245" sldId="1896"/>
            <ac:spMk id="9" creationId="{9F681FB2-3E22-0DC9-2788-0FFED5F36EDA}"/>
          </ac:spMkLst>
        </pc:spChg>
      </pc:sldChg>
      <pc:sldChg chg="modSp">
        <pc:chgData name="Ruhi Lal" userId="cd9f89f764cf2aa9" providerId="Windows Live" clId="Web-{4C3D2CAB-CB81-CEA7-0077-D190BF92B763}" dt="2025-08-06T13:37:27.114" v="407" actId="20577"/>
        <pc:sldMkLst>
          <pc:docMk/>
          <pc:sldMk cId="2402253196" sldId="1898"/>
        </pc:sldMkLst>
        <pc:spChg chg="mod">
          <ac:chgData name="Ruhi Lal" userId="cd9f89f764cf2aa9" providerId="Windows Live" clId="Web-{4C3D2CAB-CB81-CEA7-0077-D190BF92B763}" dt="2025-08-06T13:37:27.114" v="407" actId="20577"/>
          <ac:spMkLst>
            <pc:docMk/>
            <pc:sldMk cId="2402253196" sldId="1898"/>
            <ac:spMk id="9" creationId="{6E68B82C-A6A3-563C-815E-6150E86911A4}"/>
          </ac:spMkLst>
        </pc:spChg>
      </pc:sldChg>
      <pc:sldChg chg="modSp">
        <pc:chgData name="Ruhi Lal" userId="cd9f89f764cf2aa9" providerId="Windows Live" clId="Web-{4C3D2CAB-CB81-CEA7-0077-D190BF92B763}" dt="2025-08-06T13:39:16.338" v="424" actId="20577"/>
        <pc:sldMkLst>
          <pc:docMk/>
          <pc:sldMk cId="1340516688" sldId="1901"/>
        </pc:sldMkLst>
        <pc:spChg chg="mod">
          <ac:chgData name="Ruhi Lal" userId="cd9f89f764cf2aa9" providerId="Windows Live" clId="Web-{4C3D2CAB-CB81-CEA7-0077-D190BF92B763}" dt="2025-08-06T13:39:16.338" v="424" actId="20577"/>
          <ac:spMkLst>
            <pc:docMk/>
            <pc:sldMk cId="1340516688" sldId="1901"/>
            <ac:spMk id="9" creationId="{74C0ECDD-78D9-095F-8A1F-BB00F68565A5}"/>
          </ac:spMkLst>
        </pc:spChg>
      </pc:sldChg>
      <pc:sldChg chg="modSp">
        <pc:chgData name="Ruhi Lal" userId="cd9f89f764cf2aa9" providerId="Windows Live" clId="Web-{4C3D2CAB-CB81-CEA7-0077-D190BF92B763}" dt="2025-08-06T13:40:13.793" v="465" actId="20577"/>
        <pc:sldMkLst>
          <pc:docMk/>
          <pc:sldMk cId="840971442" sldId="1902"/>
        </pc:sldMkLst>
        <pc:spChg chg="mod">
          <ac:chgData name="Ruhi Lal" userId="cd9f89f764cf2aa9" providerId="Windows Live" clId="Web-{4C3D2CAB-CB81-CEA7-0077-D190BF92B763}" dt="2025-08-06T13:40:13.793" v="465" actId="20577"/>
          <ac:spMkLst>
            <pc:docMk/>
            <pc:sldMk cId="840971442" sldId="1902"/>
            <ac:spMk id="9" creationId="{837F8E7B-1FB8-32FF-7F3D-03972971EA2D}"/>
          </ac:spMkLst>
        </pc:spChg>
      </pc:sldChg>
      <pc:sldChg chg="modSp">
        <pc:chgData name="Ruhi Lal" userId="cd9f89f764cf2aa9" providerId="Windows Live" clId="Web-{4C3D2CAB-CB81-CEA7-0077-D190BF92B763}" dt="2025-08-06T13:39:55.340" v="451" actId="20577"/>
        <pc:sldMkLst>
          <pc:docMk/>
          <pc:sldMk cId="651590727" sldId="1903"/>
        </pc:sldMkLst>
        <pc:spChg chg="mod">
          <ac:chgData name="Ruhi Lal" userId="cd9f89f764cf2aa9" providerId="Windows Live" clId="Web-{4C3D2CAB-CB81-CEA7-0077-D190BF92B763}" dt="2025-08-06T13:39:55.340" v="451" actId="20577"/>
          <ac:spMkLst>
            <pc:docMk/>
            <pc:sldMk cId="651590727" sldId="1903"/>
            <ac:spMk id="9" creationId="{F796104B-8FD8-FCF5-589C-2E5A120AC0BF}"/>
          </ac:spMkLst>
        </pc:spChg>
      </pc:sldChg>
      <pc:sldChg chg="modSp">
        <pc:chgData name="Ruhi Lal" userId="cd9f89f764cf2aa9" providerId="Windows Live" clId="Web-{4C3D2CAB-CB81-CEA7-0077-D190BF92B763}" dt="2025-08-06T13:46:03.990" v="476" actId="20577"/>
        <pc:sldMkLst>
          <pc:docMk/>
          <pc:sldMk cId="1254822813" sldId="1908"/>
        </pc:sldMkLst>
        <pc:spChg chg="mod">
          <ac:chgData name="Ruhi Lal" userId="cd9f89f764cf2aa9" providerId="Windows Live" clId="Web-{4C3D2CAB-CB81-CEA7-0077-D190BF92B763}" dt="2025-08-06T13:46:03.990" v="476" actId="20577"/>
          <ac:spMkLst>
            <pc:docMk/>
            <pc:sldMk cId="1254822813" sldId="1908"/>
            <ac:spMk id="9" creationId="{78BE6C89-2E5C-4606-4D46-DF92522C16D1}"/>
          </ac:spMkLst>
        </pc:spChg>
      </pc:sldChg>
      <pc:sldChg chg="modSp">
        <pc:chgData name="Ruhi Lal" userId="cd9f89f764cf2aa9" providerId="Windows Live" clId="Web-{4C3D2CAB-CB81-CEA7-0077-D190BF92B763}" dt="2025-08-06T13:33:51.115" v="383" actId="20577"/>
        <pc:sldMkLst>
          <pc:docMk/>
          <pc:sldMk cId="1470123605" sldId="1909"/>
        </pc:sldMkLst>
        <pc:spChg chg="mod">
          <ac:chgData name="Ruhi Lal" userId="cd9f89f764cf2aa9" providerId="Windows Live" clId="Web-{4C3D2CAB-CB81-CEA7-0077-D190BF92B763}" dt="2025-08-06T13:33:51.115" v="383" actId="20577"/>
          <ac:spMkLst>
            <pc:docMk/>
            <pc:sldMk cId="1470123605" sldId="1909"/>
            <ac:spMk id="9" creationId="{A674812E-B5AE-4F40-1B6E-1FD03E75F2DE}"/>
          </ac:spMkLst>
        </pc:spChg>
      </pc:sldChg>
      <pc:sldChg chg="modSp">
        <pc:chgData name="Ruhi Lal" userId="cd9f89f764cf2aa9" providerId="Windows Live" clId="Web-{4C3D2CAB-CB81-CEA7-0077-D190BF92B763}" dt="2025-08-06T13:33:44.615" v="381" actId="20577"/>
        <pc:sldMkLst>
          <pc:docMk/>
          <pc:sldMk cId="1763375419" sldId="1910"/>
        </pc:sldMkLst>
        <pc:spChg chg="mod">
          <ac:chgData name="Ruhi Lal" userId="cd9f89f764cf2aa9" providerId="Windows Live" clId="Web-{4C3D2CAB-CB81-CEA7-0077-D190BF92B763}" dt="2025-08-06T13:33:44.615" v="381" actId="20577"/>
          <ac:spMkLst>
            <pc:docMk/>
            <pc:sldMk cId="1763375419" sldId="1910"/>
            <ac:spMk id="9" creationId="{9260A724-8467-D134-E1EF-61695DB841F1}"/>
          </ac:spMkLst>
        </pc:spChg>
      </pc:sldChg>
      <pc:sldChg chg="modSp">
        <pc:chgData name="Ruhi Lal" userId="cd9f89f764cf2aa9" providerId="Windows Live" clId="Web-{4C3D2CAB-CB81-CEA7-0077-D190BF92B763}" dt="2025-08-06T13:48:29.837" v="496" actId="20577"/>
        <pc:sldMkLst>
          <pc:docMk/>
          <pc:sldMk cId="153570704" sldId="1911"/>
        </pc:sldMkLst>
        <pc:spChg chg="mod">
          <ac:chgData name="Ruhi Lal" userId="cd9f89f764cf2aa9" providerId="Windows Live" clId="Web-{4C3D2CAB-CB81-CEA7-0077-D190BF92B763}" dt="2025-08-06T13:48:29.837" v="496" actId="20577"/>
          <ac:spMkLst>
            <pc:docMk/>
            <pc:sldMk cId="153570704" sldId="1911"/>
            <ac:spMk id="9" creationId="{119DCE30-8670-B8AF-4DD0-134BFFBF73EE}"/>
          </ac:spMkLst>
        </pc:spChg>
      </pc:sldChg>
      <pc:sldChg chg="modSp">
        <pc:chgData name="Ruhi Lal" userId="cd9f89f764cf2aa9" providerId="Windows Live" clId="Web-{4C3D2CAB-CB81-CEA7-0077-D190BF92B763}" dt="2025-08-06T13:49:08.165" v="500" actId="20577"/>
        <pc:sldMkLst>
          <pc:docMk/>
          <pc:sldMk cId="3610576271" sldId="1912"/>
        </pc:sldMkLst>
        <pc:spChg chg="mod">
          <ac:chgData name="Ruhi Lal" userId="cd9f89f764cf2aa9" providerId="Windows Live" clId="Web-{4C3D2CAB-CB81-CEA7-0077-D190BF92B763}" dt="2025-08-06T13:49:08.165" v="500" actId="20577"/>
          <ac:spMkLst>
            <pc:docMk/>
            <pc:sldMk cId="3610576271" sldId="1912"/>
            <ac:spMk id="9" creationId="{18EB20BD-8FCA-2034-09AB-0E034118EB5B}"/>
          </ac:spMkLst>
        </pc:spChg>
      </pc:sldChg>
      <pc:sldChg chg="modSp">
        <pc:chgData name="Ruhi Lal" userId="cd9f89f764cf2aa9" providerId="Windows Live" clId="Web-{4C3D2CAB-CB81-CEA7-0077-D190BF92B763}" dt="2025-08-06T13:49:17.338" v="502" actId="20577"/>
        <pc:sldMkLst>
          <pc:docMk/>
          <pc:sldMk cId="72132455" sldId="1913"/>
        </pc:sldMkLst>
        <pc:spChg chg="mod">
          <ac:chgData name="Ruhi Lal" userId="cd9f89f764cf2aa9" providerId="Windows Live" clId="Web-{4C3D2CAB-CB81-CEA7-0077-D190BF92B763}" dt="2025-08-06T13:49:17.338" v="502" actId="20577"/>
          <ac:spMkLst>
            <pc:docMk/>
            <pc:sldMk cId="72132455" sldId="1913"/>
            <ac:spMk id="9" creationId="{B765BB75-F497-E4FA-C3E7-51D2207C75CA}"/>
          </ac:spMkLst>
        </pc:spChg>
      </pc:sldChg>
      <pc:sldChg chg="modSp">
        <pc:chgData name="Ruhi Lal" userId="cd9f89f764cf2aa9" providerId="Windows Live" clId="Web-{4C3D2CAB-CB81-CEA7-0077-D190BF92B763}" dt="2025-08-06T13:53:57.805" v="536" actId="20577"/>
        <pc:sldMkLst>
          <pc:docMk/>
          <pc:sldMk cId="3289423126" sldId="1914"/>
        </pc:sldMkLst>
        <pc:spChg chg="mod">
          <ac:chgData name="Ruhi Lal" userId="cd9f89f764cf2aa9" providerId="Windows Live" clId="Web-{4C3D2CAB-CB81-CEA7-0077-D190BF92B763}" dt="2025-08-06T13:53:57.805" v="536" actId="20577"/>
          <ac:spMkLst>
            <pc:docMk/>
            <pc:sldMk cId="3289423126" sldId="1914"/>
            <ac:spMk id="9" creationId="{950CFABF-E0AF-7869-428C-78D62E9B0B1E}"/>
          </ac:spMkLst>
        </pc:spChg>
      </pc:sldChg>
      <pc:sldChg chg="addSp delSp modSp add replId">
        <pc:chgData name="Ruhi Lal" userId="cd9f89f764cf2aa9" providerId="Windows Live" clId="Web-{4C3D2CAB-CB81-CEA7-0077-D190BF92B763}" dt="2025-08-06T13:03:04.241" v="120" actId="20577"/>
        <pc:sldMkLst>
          <pc:docMk/>
          <pc:sldMk cId="3366721836" sldId="1915"/>
        </pc:sldMkLst>
        <pc:spChg chg="add mod">
          <ac:chgData name="Ruhi Lal" userId="cd9f89f764cf2aa9" providerId="Windows Live" clId="Web-{4C3D2CAB-CB81-CEA7-0077-D190BF92B763}" dt="2025-08-06T13:03:04.241" v="120" actId="20577"/>
          <ac:spMkLst>
            <pc:docMk/>
            <pc:sldMk cId="3366721836" sldId="1915"/>
            <ac:spMk id="4" creationId="{EEAA6A71-2919-6F92-C2BF-2A5CEE44FF51}"/>
          </ac:spMkLst>
        </pc:spChg>
      </pc:sldChg>
      <pc:sldChg chg="addSp modSp new">
        <pc:chgData name="Ruhi Lal" userId="cd9f89f764cf2aa9" providerId="Windows Live" clId="Web-{4C3D2CAB-CB81-CEA7-0077-D190BF92B763}" dt="2025-08-06T13:29:07.079" v="357" actId="20577"/>
        <pc:sldMkLst>
          <pc:docMk/>
          <pc:sldMk cId="3170218125" sldId="1916"/>
        </pc:sldMkLst>
        <pc:spChg chg="mod">
          <ac:chgData name="Ruhi Lal" userId="cd9f89f764cf2aa9" providerId="Windows Live" clId="Web-{4C3D2CAB-CB81-CEA7-0077-D190BF92B763}" dt="2025-08-06T13:23:01.350" v="245" actId="20577"/>
          <ac:spMkLst>
            <pc:docMk/>
            <pc:sldMk cId="3170218125" sldId="1916"/>
            <ac:spMk id="2" creationId="{475D9699-6AA9-9930-F671-EAFC5721E677}"/>
          </ac:spMkLst>
        </pc:spChg>
        <pc:spChg chg="add mod">
          <ac:chgData name="Ruhi Lal" userId="cd9f89f764cf2aa9" providerId="Windows Live" clId="Web-{4C3D2CAB-CB81-CEA7-0077-D190BF92B763}" dt="2025-08-06T13:29:07.079" v="357" actId="20577"/>
          <ac:spMkLst>
            <pc:docMk/>
            <pc:sldMk cId="3170218125" sldId="1916"/>
            <ac:spMk id="4" creationId="{B58E75BE-CDC0-E7F2-8A7A-5297167BC7E4}"/>
          </ac:spMkLst>
        </pc:spChg>
        <pc:spChg chg="add mod">
          <ac:chgData name="Ruhi Lal" userId="cd9f89f764cf2aa9" providerId="Windows Live" clId="Web-{4C3D2CAB-CB81-CEA7-0077-D190BF92B763}" dt="2025-08-06T13:26:30.482" v="315" actId="20577"/>
          <ac:spMkLst>
            <pc:docMk/>
            <pc:sldMk cId="3170218125" sldId="1916"/>
            <ac:spMk id="6" creationId="{2A38D409-4734-E94B-9B6E-621515854372}"/>
          </ac:spMkLst>
        </pc:spChg>
      </pc:sldChg>
      <pc:sldChg chg="addSp modSp add del replId">
        <pc:chgData name="Ruhi Lal" userId="cd9f89f764cf2aa9" providerId="Windows Live" clId="Web-{4C3D2CAB-CB81-CEA7-0077-D190BF92B763}" dt="2025-08-06T13:29:31.001" v="359" actId="20577"/>
        <pc:sldMkLst>
          <pc:docMk/>
          <pc:sldMk cId="2995022754" sldId="1917"/>
        </pc:sldMkLst>
        <pc:spChg chg="mod">
          <ac:chgData name="Ruhi Lal" userId="cd9f89f764cf2aa9" providerId="Windows Live" clId="Web-{4C3D2CAB-CB81-CEA7-0077-D190BF92B763}" dt="2025-08-06T13:29:31.001" v="359" actId="20577"/>
          <ac:spMkLst>
            <pc:docMk/>
            <pc:sldMk cId="2995022754" sldId="1917"/>
            <ac:spMk id="4" creationId="{5E5E9789-AB47-A590-78F7-437EEAFBA59D}"/>
          </ac:spMkLst>
        </pc:spChg>
        <pc:spChg chg="add mod">
          <ac:chgData name="Ruhi Lal" userId="cd9f89f764cf2aa9" providerId="Windows Live" clId="Web-{4C3D2CAB-CB81-CEA7-0077-D190BF92B763}" dt="2025-08-06T13:26:51.170" v="325" actId="20577"/>
          <ac:spMkLst>
            <pc:docMk/>
            <pc:sldMk cId="2995022754" sldId="1917"/>
            <ac:spMk id="5" creationId="{21B3D115-8BD8-2DB8-D939-B8EDCA963CB5}"/>
          </ac:spMkLst>
        </pc:spChg>
      </pc:sldChg>
      <pc:sldChg chg="addSp modSp add">
        <pc:chgData name="Ruhi Lal" userId="cd9f89f764cf2aa9" providerId="Windows Live" clId="Web-{4C3D2CAB-CB81-CEA7-0077-D190BF92B763}" dt="2025-08-06T13:29:40.173" v="361" actId="20577"/>
        <pc:sldMkLst>
          <pc:docMk/>
          <pc:sldMk cId="1054740748" sldId="1918"/>
        </pc:sldMkLst>
        <pc:spChg chg="mod">
          <ac:chgData name="Ruhi Lal" userId="cd9f89f764cf2aa9" providerId="Windows Live" clId="Web-{4C3D2CAB-CB81-CEA7-0077-D190BF92B763}" dt="2025-08-06T13:29:40.173" v="361" actId="20577"/>
          <ac:spMkLst>
            <pc:docMk/>
            <pc:sldMk cId="1054740748" sldId="1918"/>
            <ac:spMk id="4" creationId="{5E5E9789-AB47-A590-78F7-437EEAFBA59D}"/>
          </ac:spMkLst>
        </pc:spChg>
        <pc:spChg chg="add mod">
          <ac:chgData name="Ruhi Lal" userId="cd9f89f764cf2aa9" providerId="Windows Live" clId="Web-{4C3D2CAB-CB81-CEA7-0077-D190BF92B763}" dt="2025-08-06T13:27:13.452" v="332" actId="20577"/>
          <ac:spMkLst>
            <pc:docMk/>
            <pc:sldMk cId="1054740748" sldId="1918"/>
            <ac:spMk id="5" creationId="{46D2D8E0-352C-2F85-1088-B2A2DC45C32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08/08/2025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01D3-1669-BB72-0DEB-F7503C7B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E8188-DFE6-24DA-9654-FF2905E9A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98035-EEBE-2ED3-3E32-ECBD6E34D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3DA43-E086-ED1E-9EFA-4789FAD26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82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CA60-E96D-6935-CD0C-58DC2FD82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8DC38-0FC1-1512-1E8A-736623440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9E46E-C5C7-46D8-2BFC-3F9CAF5D2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264AC-D9D6-7C78-29E6-09878D116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780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4614-5C65-D4DE-F86F-C01EE7E3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66AF4-865E-7B33-7479-A041F3644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BCCF4-F6F8-7E3E-7ABB-EC255DFBF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3C849-5502-5CE3-A6F6-CC544D53D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359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9C44E-111E-CDEF-B35A-40E47A455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6957D-EBE0-1ADA-A875-010A58C07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3B471-575A-EC6A-5089-2EBE395CA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FD2B2-C4DB-C22C-5CE6-66F2D929A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57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D82C-40B8-452F-99F5-48C517BA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95406-A067-8A9E-BF2F-91DF3E670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B4FDD-4F3C-E537-40EC-5E122D715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20F62-1F71-46B4-054E-BCFA0B8D2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469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A9B4-E276-82B2-FBE7-C9C164AE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C173A-3D20-E1CD-B4C4-F071D5EC1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64FDB-4148-A2C7-00C8-DDEE5C09D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9BD83-55C7-2226-B740-5AB193720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004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ED68-0D61-60B3-EF08-FB6637DD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2A80A-FA18-B872-BF6A-F1486EC80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A83D2-302C-3E47-0242-78B87CE94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F176D-3AFC-70DC-7C4E-336010D91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585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96DED-56E0-8E76-0DEE-BE4CCFCB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FF14D-6A46-BE14-2130-8291FE5E1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CF7D5-C896-01BF-7CE1-FCB5F4648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12668-6AF5-B2D4-9EDF-18946CABA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66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15725-9B71-1435-8AEC-355398C7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16489-CE3D-0DB9-03FB-95E52867F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83751-7BC4-1FA8-8AC5-4D4BB64C5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5EF79-BF11-34ED-B18F-B46F59756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091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2B54-76E0-4867-CC26-A8105218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EA1BD-8A1D-C4EE-3466-8FAD7EFF2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D2FAF-DE54-BE4C-91F6-F949F4D73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D4EE6-B177-87B8-9D3E-94572765D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443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131C-3729-3EE9-D676-10A96D2F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4B5A1-A612-A665-9B53-3F54C47B4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6AAF0-2EB3-DCA0-94BB-AB7CF7DB6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7675D-94A1-8FDD-04BE-DD660DBE9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164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672E-B69D-076E-C01D-2CE7BA8A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39245-4DD8-5A4F-0663-5A62DCD90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424AA-FC14-D53A-CDD2-EE464B2E4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505A-ECCF-9A28-5A22-24A6C049F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092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826E-45BE-7854-DD7D-A03369DD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52743-4619-9EC9-E5C5-D147D7E2A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D331A-0A18-E2A6-CCE9-93AB652A1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88D08-69C5-BC11-0600-6EE091161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451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CD59D-4602-42D5-15FE-DD9E539C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C6E76-7034-23A5-EF7D-5D82A43E7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A5C8C-506C-2974-1456-6D7721F5D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63729-89AC-362A-8379-5D284405B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364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53E7-E425-06BE-8C07-BCB52A39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1C1B-BEBF-F948-3428-7C2A38A39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9E357-6C0F-7728-C673-5D5CDA6DE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C68D5-DB17-CE10-343C-422ADB94C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589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DB8C-B325-2D73-0F0F-E5E70137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722B0-64EA-4ABE-A62C-366B79FD5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53F90-8F1E-4636-2DF3-20B88CF8F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7BC16-0482-0B4A-8760-BE6302BFF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735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BDFA8-0139-B951-078D-DD20D46C5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6BAD8-0D7F-ED26-E8D9-9833631AC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F7322-A8FC-8225-A118-9802551A1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229D1-4A64-11CE-17C9-766ED134A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959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0B7C2-7F9F-4EDF-6A06-486020B7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F8DA0-48DB-C5A5-AE0A-79F0F12B2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592DE-0F2C-D6DC-0FA0-797D19803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3FDB9-4669-4326-B603-7C18B9A35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75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2A65-4386-2C6F-3375-2369C5F1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3FFA0-A39D-08E5-37F7-86FCAA5BF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9886C-D076-16BE-CCAF-99CC5CC6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863C8-755C-890A-F5C3-2E4EDBF82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8555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E5AA-25F9-A313-2C72-EF9B6B49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70FD9-9CFB-858A-DDCE-87071E363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70125-2241-CFF2-D70D-1A85A603B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D7140-C448-4540-F6C0-F37EE2D51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7116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7551-7DB3-EBCF-2DE7-2836D758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C9FC3-DD39-81FA-CBA8-E3B76D7F7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C6F59-DC24-D83E-8CD1-D3041A69B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ECFCD-A2A8-4C5D-5225-D6A5B83FE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4247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CCFC-B9AA-A801-F92F-0330D74B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40084-6A97-7DA9-85DC-3E29DC51D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04673-C337-6EB0-9E37-2C249AF70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D11F9-CF57-117F-1BDF-DE1B9D197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8498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4E9B-C8FB-7BDA-075A-FB06A582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47E7A-5FF2-8924-2399-3D4BD7ECB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7ADA-0BA4-C438-DEA7-90A4E1F8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27DB4-C00E-0E93-CCAA-47B1D8CEF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0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13 July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5j48TLIRb4Q?si=FknElN8ck9eMo-MB" TargetMode="External"/><Relationship Id="rId2" Type="http://schemas.openxmlformats.org/officeDocument/2006/relationships/hyperlink" Target="https://youtu.be/qwyA0Aw4hfc?si=bJiJ17qODZHAbIh4" TargetMode="Externa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1" y="927558"/>
            <a:ext cx="9143999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1000" dirty="0">
                <a:ea typeface="+mn-lt"/>
                <a:cs typeface="+mn-lt"/>
              </a:rPr>
              <a:t>Opening203 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All hail the power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Tune: Diadem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B/A745 Count your blessings v1&amp; </a:t>
            </a:r>
            <a:r>
              <a:rPr lang="en-SG" sz="1000" dirty="0" err="1">
                <a:ea typeface="+mn-lt"/>
                <a:cs typeface="+mn-lt"/>
              </a:rPr>
              <a:t>ch</a:t>
            </a:r>
            <a:endParaRPr lang="en-SG" sz="1000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Offertory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From many shores</a:t>
            </a:r>
          </a:p>
          <a:p>
            <a:pPr algn="ctr"/>
            <a:r>
              <a:rPr lang="en-SG" sz="1000" dirty="0">
                <a:ea typeface="+mn-lt"/>
                <a:cs typeface="+mn-lt"/>
                <a:hlinkClick r:id="rId2"/>
              </a:rPr>
              <a:t>https://youtu.be/qwyA0Aw4hfc?si=bJiJ17qODZHAbIh4</a:t>
            </a:r>
            <a:endParaRPr lang="en-SG" sz="1000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Confession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498 Jesus, I come 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Communion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498 Jesus, I come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(42) And can it be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113 Blessed be the fountain 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61 Master the tempest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307 God is here and that to bless us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751 To the work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Closing</a:t>
            </a:r>
          </a:p>
          <a:p>
            <a:pPr algn="ctr"/>
            <a:r>
              <a:rPr lang="en-SG" sz="1000" dirty="0">
                <a:ea typeface="+mn-lt"/>
                <a:cs typeface="+mn-lt"/>
              </a:rPr>
              <a:t>Guide me O Thou great Jehovah</a:t>
            </a:r>
          </a:p>
          <a:p>
            <a:pPr algn="ctr"/>
            <a:r>
              <a:rPr lang="en-SG" sz="1000" dirty="0">
                <a:ea typeface="+mn-lt"/>
                <a:cs typeface="+mn-lt"/>
                <a:hlinkClick r:id="rId3"/>
              </a:rPr>
              <a:t>https://youtu.be/5j48TLIRb4Q?si=FknElN8ck9eMo-MB</a:t>
            </a:r>
            <a:endParaRPr lang="en-SG" sz="1000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 </a:t>
            </a:r>
            <a:endParaRPr lang="en-SG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DAA650-8B48-12A6-D091-89A71EAF54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923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Aug 10,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All Hail the Power(203)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All Hail the Power (203)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197427" y="779318"/>
            <a:ext cx="846859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All hail the power of Je-</a:t>
            </a:r>
            <a:r>
              <a:rPr lang="en-US" sz="2800" err="1">
                <a:latin typeface="Calibri"/>
                <a:ea typeface="+mn-lt"/>
                <a:cs typeface="+mn-lt"/>
              </a:rPr>
              <a:t>su’s</a:t>
            </a:r>
            <a:r>
              <a:rPr lang="en-US" sz="2800" dirty="0">
                <a:latin typeface="Calibri"/>
                <a:ea typeface="+mn-lt"/>
                <a:cs typeface="+mn-lt"/>
              </a:rPr>
              <a:t> name!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Let an-gels prostrate fall; Let an-gels prostrate fall;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Bring forth the royal di-a-dem, </a:t>
            </a:r>
          </a:p>
          <a:p>
            <a:endParaRPr lang="en-US" sz="2800" dirty="0">
              <a:latin typeface="Calibri"/>
              <a:ea typeface="+mn-lt"/>
              <a:cs typeface="+mn-lt"/>
            </a:endParaRPr>
          </a:p>
          <a:p>
            <a:r>
              <a:rPr lang="en-US" sz="2800" i="1" dirty="0">
                <a:solidFill>
                  <a:srgbClr val="C00000"/>
                </a:solidFill>
                <a:latin typeface="Calibri"/>
                <a:ea typeface="+mn-lt"/>
                <a:cs typeface="+mn-lt"/>
              </a:rPr>
              <a:t>And crown..... Him, </a:t>
            </a:r>
          </a:p>
          <a:p>
            <a:r>
              <a:rPr lang="en-US" sz="2800" i="1" dirty="0">
                <a:solidFill>
                  <a:srgbClr val="C00000"/>
                </a:solidFill>
                <a:latin typeface="Calibri"/>
                <a:ea typeface="+mn-lt"/>
                <a:cs typeface="+mn-lt"/>
              </a:rPr>
              <a:t>crown Him, crown Him, crown Him,</a:t>
            </a:r>
          </a:p>
          <a:p>
            <a:r>
              <a:rPr lang="en-US" sz="2800" i="1" dirty="0">
                <a:solidFill>
                  <a:srgbClr val="C00000"/>
                </a:solidFill>
                <a:latin typeface="Calibri"/>
                <a:ea typeface="+mn-lt"/>
                <a:cs typeface="+mn-lt"/>
              </a:rPr>
              <a:t>And crown Him Lord of all!</a:t>
            </a:r>
            <a:endParaRPr lang="en-US" sz="2800" i="1" dirty="0">
              <a:solidFill>
                <a:srgbClr val="C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7069-79C2-6D9A-D03C-CC7F23B8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C7C7-6FE7-A60B-DB88-23BC0537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All Hail the Power (203)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85C7A34-AF10-B333-EF1B-17FC8A7A552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6E98F-E339-D9C3-4390-687FB60AC301}"/>
              </a:ext>
            </a:extLst>
          </p:cNvPr>
          <p:cNvSpPr txBox="1"/>
          <p:nvPr/>
        </p:nvSpPr>
        <p:spPr>
          <a:xfrm>
            <a:off x="51848" y="845115"/>
            <a:ext cx="9040304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Crown Him, ye martyrs of our God, </a:t>
            </a:r>
          </a:p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Who from His altar call; Who from His altar call; </a:t>
            </a:r>
          </a:p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Ex-</a:t>
            </a:r>
            <a:r>
              <a:rPr lang="en-SG" sz="2800" dirty="0" err="1">
                <a:latin typeface="Calibri"/>
                <a:ea typeface="+mn-lt"/>
                <a:cs typeface="+mn-lt"/>
              </a:rPr>
              <a:t>tol</a:t>
            </a:r>
            <a:r>
              <a:rPr lang="en-SG" sz="2800" dirty="0">
                <a:latin typeface="Calibri"/>
                <a:ea typeface="+mn-lt"/>
                <a:cs typeface="+mn-lt"/>
              </a:rPr>
              <a:t> the stem of Je-</a:t>
            </a:r>
            <a:r>
              <a:rPr lang="en-SG" sz="2800" dirty="0" err="1">
                <a:latin typeface="Calibri"/>
                <a:ea typeface="+mn-lt"/>
                <a:cs typeface="+mn-lt"/>
              </a:rPr>
              <a:t>se’s</a:t>
            </a:r>
            <a:r>
              <a:rPr lang="en-SG" sz="2800" dirty="0">
                <a:latin typeface="Calibri"/>
                <a:ea typeface="+mn-lt"/>
                <a:cs typeface="+mn-lt"/>
              </a:rPr>
              <a:t> rod, </a:t>
            </a:r>
          </a:p>
          <a:p>
            <a:pPr marL="0" lvl="3"/>
            <a:endParaRPr lang="en-SG" sz="2800" dirty="0">
              <a:latin typeface="Calibri"/>
              <a:ea typeface="+mn-lt"/>
              <a:cs typeface="+mn-lt"/>
            </a:endParaRP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+mn-lt"/>
                <a:cs typeface="+mn-lt"/>
              </a:rPr>
              <a:t>And crown..... Him, </a:t>
            </a: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+mn-lt"/>
                <a:cs typeface="+mn-lt"/>
              </a:rPr>
              <a:t>crown Him, crown Him, crown Him,</a:t>
            </a: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+mn-lt"/>
                <a:cs typeface="+mn-lt"/>
              </a:rPr>
              <a:t>And crown Him Lord of all!</a:t>
            </a:r>
          </a:p>
          <a:p>
            <a:pPr lvl="3"/>
            <a:endParaRPr lang="en-SG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3"/>
            <a:endParaRPr lang="en-SG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3"/>
            <a:endParaRPr lang="en-US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C781D-5A79-FED8-71E9-8EDB2059553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</a:t>
            </a:r>
            <a:r>
              <a:rPr lang="en-SG" sz="1400" dirty="0"/>
              <a:t>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3294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64C9-5A1E-158D-CE8E-CB7E994C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2302-654D-A045-5ADC-B2BF35D4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All Hail the Power (203)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A2F3736-7B96-0801-3E21-E6C49E83EC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A26D1-9B58-E064-A9CD-364A24FF6142}"/>
              </a:ext>
            </a:extLst>
          </p:cNvPr>
          <p:cNvSpPr txBox="1"/>
          <p:nvPr/>
        </p:nvSpPr>
        <p:spPr>
          <a:xfrm>
            <a:off x="29170" y="1053758"/>
            <a:ext cx="908112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Ye chosen seed of Israel’s race, </a:t>
            </a:r>
          </a:p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A remnant weak and small, A remnant weak and small,</a:t>
            </a:r>
          </a:p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Hail Him who saves you by His grace,</a:t>
            </a:r>
          </a:p>
          <a:p>
            <a:pPr marL="0" lvl="3"/>
            <a:endParaRPr lang="en-SG" sz="2800" dirty="0">
              <a:latin typeface="Segoe UI"/>
              <a:ea typeface="Calibri"/>
              <a:cs typeface="Segoe UI"/>
            </a:endParaRP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crown..... Him, 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crown Him, crown Him, crown Him,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crown Him Lord of all!</a:t>
            </a:r>
            <a:endParaRPr lang="en-SG" dirty="0"/>
          </a:p>
          <a:p>
            <a:pPr lvl="3"/>
            <a:endParaRPr lang="en-SG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EC950-63A0-B6B2-CEE8-6BDC5408BAC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</a:t>
            </a:r>
            <a:r>
              <a:rPr lang="en-SG" sz="1400" dirty="0"/>
              <a:t>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5032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80EC-4BF0-C9BB-B23F-B4D396EA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C523-AFB4-1F89-4A08-1113A1023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All Hail the Power (203)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DE147E2-AFB0-FC86-2359-64361344462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09EEE-DEEF-4CF9-6447-25DFE56767AD}"/>
              </a:ext>
            </a:extLst>
          </p:cNvPr>
          <p:cNvSpPr txBox="1"/>
          <p:nvPr/>
        </p:nvSpPr>
        <p:spPr>
          <a:xfrm>
            <a:off x="51848" y="1198901"/>
            <a:ext cx="904030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Oh that with yonder sacred throng</a:t>
            </a:r>
            <a:endParaRPr lang="en-US" sz="2800" dirty="0">
              <a:latin typeface="Calibri"/>
              <a:ea typeface="+mn-lt"/>
              <a:cs typeface="+mn-lt"/>
            </a:endParaRPr>
          </a:p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We at His feet may fall; </a:t>
            </a:r>
            <a:r>
              <a:rPr lang="en-SG" sz="2800" dirty="0">
                <a:latin typeface="Calibri"/>
                <a:ea typeface="Calibri"/>
                <a:cs typeface="Calibri"/>
              </a:rPr>
              <a:t>We at His feet may fall; </a:t>
            </a:r>
          </a:p>
          <a:p>
            <a:pPr marL="0" lvl="3"/>
            <a:r>
              <a:rPr lang="en-SG" sz="2800" dirty="0">
                <a:latin typeface="Calibri"/>
                <a:ea typeface="+mn-lt"/>
                <a:cs typeface="+mn-lt"/>
              </a:rPr>
              <a:t>Join in the everlasting song</a:t>
            </a:r>
          </a:p>
          <a:p>
            <a:pPr marL="0" lvl="3"/>
            <a:endParaRPr lang="en-SG" sz="28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crown..... Him, 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crown Him, crown Him, crown Him,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lvl="3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crown Him Lord of all!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D9F3A-657B-B601-3376-D8297F36402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</a:t>
            </a:r>
            <a:r>
              <a:rPr lang="en-SG" sz="1400" dirty="0"/>
              <a:t> 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3689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US" sz="4400" dirty="0">
                <a:solidFill>
                  <a:schemeClr val="bg1"/>
                </a:solidFill>
                <a:latin typeface="Tenorite"/>
              </a:rPr>
              <a:t>Count Your Blessings(745)</a:t>
            </a:r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Count Your Blessings (745)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52596" y="1002068"/>
            <a:ext cx="9040304" cy="35086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When up-on life’s 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bil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-lows you are 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tem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-pest tossed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When you are dis-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cou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-raged, thinking all is lost,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Count your many blessings name them one by one,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 it will surprise you what the Lord hath done. </a:t>
            </a:r>
            <a:endParaRPr lang="en-US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algn="ctr"/>
            <a:endParaRPr lang="en-US" sz="1400" dirty="0">
              <a:latin typeface="Calibri"/>
              <a:ea typeface="Calibri"/>
              <a:cs typeface="Calibri"/>
            </a:endParaRPr>
          </a:p>
          <a:p>
            <a:pPr lvl="4"/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Count…your bless-</a:t>
            </a:r>
            <a:r>
              <a:rPr lang="en-US" sz="24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ings</a:t>
            </a:r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name them one by one; </a:t>
            </a:r>
          </a:p>
          <a:p>
            <a:pPr lvl="4"/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Count…your bless-</a:t>
            </a:r>
            <a:r>
              <a:rPr lang="en-US" sz="24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ings</a:t>
            </a:r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see what God hath done </a:t>
            </a:r>
            <a:endParaRPr lang="en-US" sz="2400" i="1">
              <a:solidFill>
                <a:srgbClr val="C00000"/>
              </a:solidFill>
              <a:latin typeface="Calibri"/>
              <a:ea typeface="Calibri"/>
              <a:cs typeface="Segoe UI"/>
            </a:endParaRPr>
          </a:p>
          <a:p>
            <a:pPr lvl="4"/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Count…your bless-</a:t>
            </a:r>
            <a:r>
              <a:rPr lang="en-US" sz="24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ings</a:t>
            </a:r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name them one by one; </a:t>
            </a:r>
            <a:endParaRPr lang="en-US">
              <a:solidFill>
                <a:srgbClr val="C00000"/>
              </a:solidFill>
              <a:latin typeface="Calibri"/>
              <a:ea typeface="Calibri"/>
              <a:cs typeface="Segoe UI"/>
            </a:endParaRPr>
          </a:p>
          <a:p>
            <a:pPr lvl="4"/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it will sur-</a:t>
            </a:r>
            <a:r>
              <a:rPr lang="en-US" sz="24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prise</a:t>
            </a:r>
            <a:r>
              <a:rPr lang="en-US" sz="24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you what the Lord hath done.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282035" y="931243"/>
            <a:ext cx="5928063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Calibri"/>
                <a:cs typeface="Calibri"/>
              </a:rPr>
              <a:t>From ma-ny shores you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gath-ered</a:t>
            </a:r>
            <a:r>
              <a:rPr lang="en-US" sz="2800" dirty="0">
                <a:latin typeface="Calibri"/>
                <a:ea typeface="Calibri"/>
                <a:cs typeface="Calibri"/>
              </a:rPr>
              <a:t>, </a:t>
            </a:r>
            <a:endParaRPr lang="en-US" sz="2800" dirty="0">
              <a:latin typeface="Calibri"/>
              <a:ea typeface="Calibri"/>
              <a:cs typeface="Segoe UI"/>
            </a:endParaRPr>
          </a:p>
          <a:p>
            <a:r>
              <a:rPr lang="en-SG" sz="2800" dirty="0">
                <a:latin typeface="Calibri"/>
                <a:ea typeface="Calibri"/>
                <a:cs typeface="Calibri"/>
              </a:rPr>
              <a:t>Our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fa-thers</a:t>
            </a:r>
            <a:r>
              <a:rPr lang="en-US" sz="2800" dirty="0">
                <a:latin typeface="Calibri"/>
                <a:ea typeface="Calibri"/>
                <a:cs typeface="Calibri"/>
              </a:rPr>
              <a:t>,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mo-thers</a:t>
            </a:r>
            <a:r>
              <a:rPr lang="en-US" sz="2800" dirty="0">
                <a:latin typeface="Calibri"/>
                <a:ea typeface="Calibri"/>
                <a:cs typeface="Calibri"/>
              </a:rPr>
              <a:t> all,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And gave as home this is-land,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so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pre-cious</a:t>
            </a:r>
            <a:r>
              <a:rPr lang="en-US" sz="2800" dirty="0">
                <a:latin typeface="Calibri"/>
                <a:ea typeface="Calibri"/>
                <a:cs typeface="Calibri"/>
              </a:rPr>
              <a:t> though so small.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They toiled and built our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na-tion</a:t>
            </a:r>
            <a:r>
              <a:rPr lang="en-US" sz="2800" dirty="0">
                <a:latin typeface="Calibri"/>
                <a:ea typeface="Calibri"/>
                <a:cs typeface="Calibri"/>
              </a:rPr>
              <a:t>,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as You blessed them with grace.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O God of our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sal-va-tion</a:t>
            </a:r>
            <a:r>
              <a:rPr lang="en-US" sz="2800" dirty="0">
                <a:latin typeface="Calibri"/>
                <a:ea typeface="Calibri"/>
                <a:cs typeface="Calibri"/>
              </a:rPr>
              <a:t>, 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we seek Your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ho-ly</a:t>
            </a:r>
            <a:r>
              <a:rPr lang="en-US" sz="2800" dirty="0">
                <a:latin typeface="Calibri"/>
                <a:ea typeface="Calibri"/>
                <a:cs typeface="Calibri"/>
              </a:rPr>
              <a:t> face.</a:t>
            </a:r>
            <a:endParaRPr lang="en-US" sz="2800" dirty="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0622-13E4-4E63-29BA-D8C5F4A0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B5950-8B04-8203-774C-4650FB11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CE6F6E-557B-204C-B5FD-643A815D60A8}"/>
              </a:ext>
            </a:extLst>
          </p:cNvPr>
          <p:cNvSpPr txBox="1">
            <a:spLocks/>
          </p:cNvSpPr>
          <p:nvPr/>
        </p:nvSpPr>
        <p:spPr>
          <a:xfrm>
            <a:off x="5906660" y="4054555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2FDBE-326C-E0EB-3628-81249ED232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1CB18-DA44-5F37-E844-E6C391BCB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23291" y="1093002"/>
            <a:ext cx="2834271" cy="282663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3BD8F7E-12EA-E0D5-EBAD-BBEBA491C88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E0041-2D10-651A-04B3-FBDC1B9DE17D}"/>
              </a:ext>
            </a:extLst>
          </p:cNvPr>
          <p:cNvSpPr txBox="1"/>
          <p:nvPr/>
        </p:nvSpPr>
        <p:spPr>
          <a:xfrm>
            <a:off x="271078" y="1310758"/>
            <a:ext cx="6089454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Bless Sing-a-pore our home with peace, </a:t>
            </a:r>
            <a:endParaRPr lang="en-US" sz="280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And make us a bless-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to the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na-tions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near and far.</a:t>
            </a:r>
            <a:endParaRPr lang="en-US" sz="2800">
              <a:solidFill>
                <a:srgbClr val="731A02"/>
              </a:solidFill>
              <a:latin typeface="Calibri"/>
              <a:ea typeface="Calibri"/>
              <a:cs typeface="Segoe U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wor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-ship You our King,</a:t>
            </a:r>
            <a:br>
              <a:rPr lang="en-US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May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ev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'-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ryone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know who You are!</a:t>
            </a:r>
            <a:endParaRPr lang="en-US" sz="2800">
              <a:solidFill>
                <a:srgbClr val="731A02"/>
              </a:solidFill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86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4785-97BB-C8A1-F4BD-26D50D9B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725D-FFC2-59D7-C8E6-36E6D091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BA796B-5111-B5E3-B8A0-18AC8F7710D2}"/>
              </a:ext>
            </a:extLst>
          </p:cNvPr>
          <p:cNvSpPr txBox="1">
            <a:spLocks/>
          </p:cNvSpPr>
          <p:nvPr/>
        </p:nvSpPr>
        <p:spPr>
          <a:xfrm>
            <a:off x="6002637" y="4054555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9639C-96C4-8794-D946-FA1F60C04FE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247D6-6703-DAD7-6CAF-C24962D2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AE5205-DDA2-5922-4F2A-229C99F5302C}"/>
              </a:ext>
            </a:extLst>
          </p:cNvPr>
          <p:cNvSpPr txBox="1"/>
          <p:nvPr/>
        </p:nvSpPr>
        <p:spPr>
          <a:xfrm>
            <a:off x="146413" y="931243"/>
            <a:ext cx="616800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Calibri"/>
                <a:cs typeface="Calibri"/>
              </a:rPr>
              <a:t>We're ma-ny tongues and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co-lours</a:t>
            </a:r>
            <a:r>
              <a:rPr lang="en-US" sz="2800" dirty="0">
                <a:latin typeface="Calibri"/>
                <a:ea typeface="Calibri"/>
                <a:cs typeface="Calibri"/>
              </a:rPr>
              <a:t>;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teach us to live as one.</a:t>
            </a:r>
            <a:endParaRPr lang="en-US" dirty="0"/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Bless all our dreams and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la-bours</a:t>
            </a:r>
            <a:r>
              <a:rPr lang="en-US" sz="2800" dirty="0">
                <a:latin typeface="Calibri"/>
                <a:ea typeface="Calibri"/>
                <a:cs typeface="Calibri"/>
              </a:rPr>
              <a:t>;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in</a:t>
            </a:r>
            <a:r>
              <a:rPr lang="en-SG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>
                <a:latin typeface="Calibri"/>
                <a:ea typeface="Calibri"/>
                <a:cs typeface="Calibri"/>
              </a:rPr>
              <a:t>all Your will be done.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Help us to ho-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nour</a:t>
            </a:r>
            <a:r>
              <a:rPr lang="en-US" sz="2800" dirty="0">
                <a:latin typeface="Calibri"/>
                <a:ea typeface="Calibri"/>
                <a:cs typeface="Calibri"/>
              </a:rPr>
              <a:t>,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che-rish</a:t>
            </a:r>
            <a:r>
              <a:rPr lang="en-US" sz="2800" dirty="0">
                <a:latin typeface="Calibri"/>
                <a:ea typeface="Calibri"/>
                <a:cs typeface="Calibri"/>
              </a:rPr>
              <a:t>, all </a:t>
            </a:r>
            <a:endParaRPr lang="en-US" sz="2800" dirty="0">
              <a:latin typeface="Calibri"/>
              <a:ea typeface="Calibri"/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that is good and right, </a:t>
            </a:r>
            <a:endParaRPr lang="en-US" sz="2800" dirty="0">
              <a:latin typeface="Segoe UI"/>
              <a:ea typeface="Calibri"/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Let all Your people flour-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ish</a:t>
            </a:r>
            <a:r>
              <a:rPr lang="en-US" sz="2800" dirty="0">
                <a:latin typeface="Calibri"/>
                <a:ea typeface="Calibri"/>
                <a:cs typeface="Calibri"/>
              </a:rPr>
              <a:t>, </a:t>
            </a:r>
            <a:endParaRPr lang="en-US" sz="2800" dirty="0">
              <a:latin typeface="Segoe UI"/>
              <a:ea typeface="Calibri"/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as we live in Your light.</a:t>
            </a:r>
            <a:endParaRPr lang="en-US" sz="2800" dirty="0"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FE9874F-572B-B1A8-34D9-29B18ECE704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173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9147-A207-4779-9494-229F593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9C5D-CCD0-8CA3-9D76-5FF96AA3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4030CD-50BF-D4DD-F235-FDFD8ACEF31F}"/>
              </a:ext>
            </a:extLst>
          </p:cNvPr>
          <p:cNvSpPr txBox="1">
            <a:spLocks/>
          </p:cNvSpPr>
          <p:nvPr/>
        </p:nvSpPr>
        <p:spPr>
          <a:xfrm>
            <a:off x="5906660" y="4054555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66B83-1A96-FFF1-245C-EA6F7EF1F1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4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E5EF0-4A3B-3D16-1BDA-DAB3646E4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23291" y="1093002"/>
            <a:ext cx="2834271" cy="282663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431A5F3-4D42-4DB3-FF1C-D84D8B6653B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52365-229E-7DA5-8F58-43CFD1E8177C}"/>
              </a:ext>
            </a:extLst>
          </p:cNvPr>
          <p:cNvSpPr txBox="1"/>
          <p:nvPr/>
        </p:nvSpPr>
        <p:spPr>
          <a:xfrm>
            <a:off x="135007" y="1310758"/>
            <a:ext cx="6089454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Bless Sing-a-pore our home with peace, </a:t>
            </a: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And make us a bless-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to the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na-tions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near and far.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wor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-ship You our King,</a:t>
            </a:r>
            <a:br>
              <a:rPr lang="en-US" sz="2800" i="1" dirty="0"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May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ev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'-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ryone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know who You are!</a:t>
            </a:r>
            <a:endParaRPr lang="en-US" sz="2800" dirty="0"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34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DC67-E474-E08B-B017-F6D34CED7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136E-2F79-E4C8-8DCF-778BABA6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BDE006-0F8F-9507-B4DA-8F24ACC2DCA4}"/>
              </a:ext>
            </a:extLst>
          </p:cNvPr>
          <p:cNvSpPr txBox="1">
            <a:spLocks/>
          </p:cNvSpPr>
          <p:nvPr/>
        </p:nvSpPr>
        <p:spPr>
          <a:xfrm>
            <a:off x="6002637" y="4054555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9A259-1655-0B9C-5924-C6DD1AB1D72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5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7DCE0-01F7-64A4-17C2-6DE06B92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46EECD-5409-CF5F-0C38-F06B011F6177}"/>
              </a:ext>
            </a:extLst>
          </p:cNvPr>
          <p:cNvSpPr txBox="1"/>
          <p:nvPr/>
        </p:nvSpPr>
        <p:spPr>
          <a:xfrm>
            <a:off x="282035" y="931243"/>
            <a:ext cx="5923701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Calibri"/>
                <a:cs typeface="Calibri"/>
              </a:rPr>
              <a:t>We pray for all our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chil-dren</a:t>
            </a:r>
            <a:r>
              <a:rPr lang="en-US" sz="2800" dirty="0">
                <a:latin typeface="Calibri"/>
                <a:ea typeface="Calibri"/>
                <a:cs typeface="Calibri"/>
              </a:rPr>
              <a:t>,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SG" sz="2800" dirty="0">
                <a:latin typeface="Calibri"/>
                <a:ea typeface="Calibri"/>
                <a:cs typeface="Calibri"/>
              </a:rPr>
              <a:t>Our</a:t>
            </a:r>
            <a:r>
              <a:rPr lang="en-SG" sz="2800" dirty="0">
                <a:latin typeface="Segoe UI"/>
                <a:ea typeface="Calibri"/>
                <a:cs typeface="Segoe UI"/>
              </a:rPr>
              <a:t> leaders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wor-kers</a:t>
            </a:r>
            <a:r>
              <a:rPr lang="en-US" sz="2800" dirty="0">
                <a:latin typeface="Calibri"/>
                <a:ea typeface="Calibri"/>
                <a:cs typeface="Calibri"/>
              </a:rPr>
              <a:t> too;</a:t>
            </a:r>
            <a:endParaRPr lang="en-US" dirty="0"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That we would all be o-pen 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to trust word as true.</a:t>
            </a:r>
            <a:endParaRPr lang="en-US" dirty="0"/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Let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right-eos-ness</a:t>
            </a:r>
            <a:r>
              <a:rPr lang="en-US" sz="2800" dirty="0">
                <a:latin typeface="Calibri"/>
                <a:ea typeface="Calibri"/>
                <a:cs typeface="Calibri"/>
              </a:rPr>
              <a:t> and justice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SG" sz="2800" dirty="0">
                <a:latin typeface="Calibri"/>
                <a:ea typeface="Calibri"/>
                <a:cs typeface="Calibri"/>
              </a:rPr>
              <a:t>Your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mer-cy</a:t>
            </a:r>
            <a:r>
              <a:rPr lang="en-SG" sz="2800" dirty="0">
                <a:latin typeface="Calibri"/>
                <a:ea typeface="Calibri"/>
                <a:cs typeface="Segoe UI"/>
              </a:rPr>
              <a:t> </a:t>
            </a:r>
            <a:r>
              <a:rPr lang="en-US" sz="2800" dirty="0">
                <a:latin typeface="Calibri"/>
                <a:ea typeface="Calibri"/>
                <a:cs typeface="Calibri"/>
              </a:rPr>
              <a:t>and Your love, </a:t>
            </a:r>
            <a:endParaRPr lang="en-US" sz="2800" dirty="0">
              <a:latin typeface="Calibri"/>
              <a:ea typeface="Calibri"/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Be found in home and off-ice,</a:t>
            </a:r>
            <a:endParaRPr lang="en-US" sz="2800" dirty="0">
              <a:latin typeface="Calibri"/>
              <a:ea typeface="Calibri"/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As we each o-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ther</a:t>
            </a:r>
            <a:r>
              <a:rPr lang="en-US" sz="2800" dirty="0">
                <a:latin typeface="Calibri"/>
                <a:ea typeface="Calibri"/>
                <a:cs typeface="Calibri"/>
              </a:rPr>
              <a:t> serve.</a:t>
            </a:r>
            <a:endParaRPr lang="en-US" sz="2800" dirty="0"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07F0D8B-D72B-AB6F-10F6-F659ED103F5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09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44A0-189F-635E-5A79-616F76D9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7DE0-150C-965C-32A4-3E35C3AD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42D328-8AF0-C173-6B23-371EEA5D0DF5}"/>
              </a:ext>
            </a:extLst>
          </p:cNvPr>
          <p:cNvSpPr txBox="1">
            <a:spLocks/>
          </p:cNvSpPr>
          <p:nvPr/>
        </p:nvSpPr>
        <p:spPr>
          <a:xfrm>
            <a:off x="5906660" y="4054555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DA213-1E3F-448A-AF38-9F542DD2330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6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18148-FBB6-D19A-E85F-2E67ECC6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23291" y="1093002"/>
            <a:ext cx="2834271" cy="282663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F0BBCBE-DC6F-05DF-71A7-3050A6C412C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1D9E3-4124-CBE9-15BE-36A552E28708}"/>
              </a:ext>
            </a:extLst>
          </p:cNvPr>
          <p:cNvSpPr txBox="1"/>
          <p:nvPr/>
        </p:nvSpPr>
        <p:spPr>
          <a:xfrm>
            <a:off x="135007" y="1310758"/>
            <a:ext cx="6089454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Bless Sing-a-pore our home with peace, </a:t>
            </a: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And make us a bless-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to the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na-tions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near and far.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wor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-ship You our King,</a:t>
            </a:r>
            <a:br>
              <a:rPr lang="en-US" sz="2800" i="1" dirty="0"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May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ev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'-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ryone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know who You are!</a:t>
            </a:r>
            <a:endParaRPr lang="en-US" sz="2800" dirty="0"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9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2A945-4A49-4D68-9281-CB185899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0ABE-0F9E-4EDC-5538-FCCBADBB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CBE623-576E-2811-693A-6BDAFDEF4D1D}"/>
              </a:ext>
            </a:extLst>
          </p:cNvPr>
          <p:cNvSpPr txBox="1">
            <a:spLocks/>
          </p:cNvSpPr>
          <p:nvPr/>
        </p:nvSpPr>
        <p:spPr>
          <a:xfrm>
            <a:off x="6002637" y="3753536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E30F7-0BF6-66FA-3A22-EBEC09A4310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7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C0B22-35D6-A601-A3C2-15FF2DF7C1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52AFB2-A2DA-9873-0BE1-BE7866A59DBE}"/>
              </a:ext>
            </a:extLst>
          </p:cNvPr>
          <p:cNvSpPr txBox="1"/>
          <p:nvPr/>
        </p:nvSpPr>
        <p:spPr>
          <a:xfrm>
            <a:off x="240451" y="929685"/>
            <a:ext cx="6263982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Calibri"/>
                <a:cs typeface="Calibri"/>
              </a:rPr>
              <a:t>We know our strength is in You, 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SG" sz="2800" dirty="0">
                <a:latin typeface="Calibri"/>
                <a:ea typeface="Calibri"/>
                <a:cs typeface="Calibri"/>
              </a:rPr>
              <a:t>Our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fu-ture's</a:t>
            </a:r>
            <a:r>
              <a:rPr lang="en-US" sz="2800" dirty="0">
                <a:latin typeface="Calibri"/>
                <a:ea typeface="Calibri"/>
                <a:cs typeface="Calibri"/>
              </a:rPr>
              <a:t> in Your hand.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Our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na-tion</a:t>
            </a:r>
            <a:r>
              <a:rPr lang="en-US" sz="2800" dirty="0">
                <a:latin typeface="Calibri"/>
                <a:ea typeface="Calibri"/>
                <a:cs typeface="Calibri"/>
              </a:rPr>
              <a:t>, Lord, come re-new, 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come heal and bless our land;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Let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ev</a:t>
            </a:r>
            <a:r>
              <a:rPr lang="en-US" sz="2800" dirty="0">
                <a:latin typeface="Calibri"/>
                <a:ea typeface="Calibri"/>
                <a:cs typeface="Calibri"/>
              </a:rPr>
              <a:t>'-ry street and heart-land, </a:t>
            </a:r>
            <a:endParaRPr lang="en-US" dirty="0"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E-cho the name of Christ; </a:t>
            </a:r>
            <a:endParaRPr lang="en-US" dirty="0">
              <a:latin typeface="Segoe UI"/>
              <a:ea typeface="Calibri"/>
              <a:cs typeface="Segoe U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to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ev</a:t>
            </a:r>
            <a:r>
              <a:rPr lang="en-US" sz="2800" dirty="0">
                <a:latin typeface="Calibri"/>
                <a:ea typeface="Calibri"/>
                <a:cs typeface="Calibri"/>
              </a:rPr>
              <a:t>'-ry heart and home ex-tend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Your love, Your grace, Your light.</a:t>
            </a:r>
            <a:endParaRPr lang="en-US" dirty="0">
              <a:cs typeface="Segoe UI"/>
            </a:endParaRPr>
          </a:p>
          <a:p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AE58681-41D2-1C91-D9C2-ADAE315227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097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2E036-0F2E-72C8-A27B-4DE04571A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8750-35CE-8CD3-845F-9C8ABFC0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From Many Shores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2FB84D-0F1D-04C5-B74D-2EFAEC727E21}"/>
              </a:ext>
            </a:extLst>
          </p:cNvPr>
          <p:cNvSpPr txBox="1">
            <a:spLocks/>
          </p:cNvSpPr>
          <p:nvPr/>
        </p:nvSpPr>
        <p:spPr>
          <a:xfrm>
            <a:off x="5906660" y="4054555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A34ED-248F-26F5-2EB4-C525D5DA52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8 of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3FAD7-1810-8478-FDBA-129015F6D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23291" y="1093002"/>
            <a:ext cx="2834271" cy="282663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4793EA8-6C9E-4FD2-FA23-95013A775C2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44B8C-8ABA-39E0-EE22-BCEF9C517C9C}"/>
              </a:ext>
            </a:extLst>
          </p:cNvPr>
          <p:cNvSpPr txBox="1"/>
          <p:nvPr/>
        </p:nvSpPr>
        <p:spPr>
          <a:xfrm>
            <a:off x="135007" y="1310758"/>
            <a:ext cx="6089454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Bless Sing-a-pore our home with peace, </a:t>
            </a: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And make us a bless-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to the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na-tions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near and far.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We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wor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-ship You our King,</a:t>
            </a:r>
            <a:br>
              <a:rPr lang="en-US" sz="2800" i="1" dirty="0"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May 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ev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'-</a:t>
            </a:r>
            <a:r>
              <a:rPr lang="en-US" sz="2800" i="1" dirty="0" err="1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ryone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know who You are!</a:t>
            </a:r>
            <a:endParaRPr lang="en-US" sz="2800" dirty="0"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02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Confession – </a:t>
            </a:r>
            <a:r>
              <a:rPr lang="en-US" sz="2800" dirty="0">
                <a:cs typeface="Segoe UI"/>
              </a:rPr>
              <a:t>Jesus, I Come (498 v1) 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26A61-1743-44DF-CA31-DEC2E46F5D13}"/>
              </a:ext>
            </a:extLst>
          </p:cNvPr>
          <p:cNvSpPr txBox="1"/>
          <p:nvPr/>
        </p:nvSpPr>
        <p:spPr>
          <a:xfrm>
            <a:off x="56618" y="928764"/>
            <a:ext cx="9040304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 bond-age,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sor</a:t>
            </a:r>
            <a:r>
              <a:rPr lang="en-US" sz="2800" dirty="0">
                <a:latin typeface="Calibri"/>
                <a:ea typeface="Calibri"/>
                <a:cs typeface="Calibri"/>
              </a:rPr>
              <a:t>-row and night,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come! Je-sus, I come!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In-to Thy free-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dom</a:t>
            </a:r>
            <a:r>
              <a:rPr lang="en-US" sz="2800" dirty="0">
                <a:latin typeface="Calibri"/>
                <a:ea typeface="Calibri"/>
                <a:cs typeface="Calibri"/>
              </a:rPr>
              <a:t>, glad-ness, and light,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 I come to Thee!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 sick-ness in-to Thy health,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want and in-to Thy wealth,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 sin and in-to Thy-self,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 I come to Thee!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–Hymn No </a:t>
            </a:r>
            <a:r>
              <a:rPr lang="en-US" sz="2800" dirty="0">
                <a:cs typeface="Segoe UI"/>
              </a:rPr>
              <a:t>498 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</a:t>
            </a:r>
            <a:r>
              <a:rPr lang="en-US" sz="2800" dirty="0">
                <a:cs typeface="Segoe UI"/>
              </a:rPr>
              <a:t>498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B43F6-8489-9A55-95F5-8F690487996E}"/>
              </a:ext>
            </a:extLst>
          </p:cNvPr>
          <p:cNvSpPr txBox="1"/>
          <p:nvPr/>
        </p:nvSpPr>
        <p:spPr>
          <a:xfrm>
            <a:off x="0" y="815690"/>
            <a:ext cx="895268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 bond-age,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sor</a:t>
            </a:r>
            <a:r>
              <a:rPr lang="en-US" sz="2800" dirty="0">
                <a:latin typeface="Calibri"/>
                <a:ea typeface="Calibri"/>
                <a:cs typeface="Calibri"/>
              </a:rPr>
              <a:t>-row and night,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come! Je-sus, I come!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In-to Thy free-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dom</a:t>
            </a:r>
            <a:r>
              <a:rPr lang="en-US" sz="2800" dirty="0">
                <a:latin typeface="Calibri"/>
                <a:ea typeface="Calibri"/>
                <a:cs typeface="Calibri"/>
              </a:rPr>
              <a:t>, glad-ness, and light,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 I come to Thee!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 sick-ness in-to Thy health,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want and in-to Thy wealth,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 sin and in-to Thy-self,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 I come to Thee!</a:t>
            </a: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139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FA37-4B07-F077-B51A-C83B5FE2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5634-B155-B632-A7EF-E6E3BE65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</a:t>
            </a:r>
            <a:r>
              <a:rPr lang="en-US" sz="2800" dirty="0">
                <a:cs typeface="Segoe UI"/>
              </a:rPr>
              <a:t>498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B4767E5-E734-6BC7-C691-4CE5A48F66C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A1FDA7-CCCD-67F9-BDE9-0C48366F9B6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2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C13F2-F3E1-4A75-E605-45B828FB7245}"/>
              </a:ext>
            </a:extLst>
          </p:cNvPr>
          <p:cNvSpPr txBox="1"/>
          <p:nvPr/>
        </p:nvSpPr>
        <p:spPr>
          <a:xfrm>
            <a:off x="47661" y="832683"/>
            <a:ext cx="9092152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 shame-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ful</a:t>
            </a:r>
            <a:r>
              <a:rPr lang="en-US" sz="2800" dirty="0">
                <a:latin typeface="Calibri"/>
                <a:ea typeface="Calibri"/>
                <a:cs typeface="Calibri"/>
              </a:rPr>
              <a:t> fail-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ure</a:t>
            </a:r>
            <a:r>
              <a:rPr lang="en-US" sz="2800" dirty="0">
                <a:latin typeface="Calibri"/>
                <a:ea typeface="Calibri"/>
                <a:cs typeface="Calibri"/>
              </a:rPr>
              <a:t> and loss,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 , I come! Je-sus, I come!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In-to the glo-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rious</a:t>
            </a:r>
            <a:r>
              <a:rPr lang="en-US" sz="2800" dirty="0">
                <a:latin typeface="Calibri"/>
                <a:ea typeface="Calibri"/>
                <a:cs typeface="Calibri"/>
              </a:rPr>
              <a:t> gain of Thy cross,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 to Thee!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earth’s sorrows in-to Thy balm,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life’s storms and in-to Thy calm,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dis-tress to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ju</a:t>
            </a:r>
            <a:r>
              <a:rPr lang="en-US" sz="2800" dirty="0">
                <a:latin typeface="Calibri"/>
                <a:ea typeface="Calibri"/>
                <a:cs typeface="Calibri"/>
              </a:rPr>
              <a:t>-bi-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liant</a:t>
            </a:r>
            <a:r>
              <a:rPr lang="en-US" sz="2800" dirty="0">
                <a:latin typeface="Calibri"/>
                <a:ea typeface="Calibri"/>
                <a:cs typeface="Calibri"/>
              </a:rPr>
              <a:t> psalm,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 to Thee!</a:t>
            </a: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3959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AC656-9901-FB33-70F1-B0237352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298D-540D-F153-8394-42438B41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</a:t>
            </a:r>
            <a:r>
              <a:rPr lang="en-US" sz="2800" dirty="0">
                <a:cs typeface="Segoe UI"/>
              </a:rPr>
              <a:t>498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947C531-FDA2-28BE-11EA-AE69842E419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65CC9-B48B-0506-DD5D-9B87A2FC700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3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0E4DC-F4BE-14A3-BD92-1DB9821570EF}"/>
              </a:ext>
            </a:extLst>
          </p:cNvPr>
          <p:cNvSpPr txBox="1"/>
          <p:nvPr/>
        </p:nvSpPr>
        <p:spPr>
          <a:xfrm>
            <a:off x="99509" y="8652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un-rest and arrogant pride,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come! Je-sus, I come!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In-to Thy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bles</a:t>
            </a:r>
            <a:r>
              <a:rPr lang="en-US" sz="2800" dirty="0">
                <a:latin typeface="Calibri"/>
                <a:ea typeface="Calibri"/>
                <a:cs typeface="Calibri"/>
              </a:rPr>
              <a:t>-sed will to a-bide,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 to Thee!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my-self to dwell in Thy love,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des-pair in-to raptures a-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bove</a:t>
            </a:r>
            <a:r>
              <a:rPr lang="en-US" sz="2800" dirty="0">
                <a:latin typeface="Calibri"/>
                <a:ea typeface="Calibri"/>
                <a:cs typeface="Calibri"/>
              </a:rPr>
              <a:t>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Up-ward for aye on wings like a dove,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 to Thee!</a:t>
            </a: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351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F1B0-54A5-839B-B74F-5029985E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B4E1-AD2A-44B6-12D2-AE220F7C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498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1E47C7F-3BE0-939A-6CC0-FCC682C958E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A0EB9-0B95-6417-98C0-B30EAF16A56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4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FEDA4-28F9-A2CF-8530-B6570A5ADEC3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the fear and dread of the tomb,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come! Je-sus, I come!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In-to the joy and light of Thy home,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 to Thee!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Out of the depths of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ru</a:t>
            </a:r>
            <a:r>
              <a:rPr lang="en-US" sz="2800" dirty="0">
                <a:latin typeface="Calibri"/>
                <a:ea typeface="Calibri"/>
                <a:cs typeface="Calibri"/>
              </a:rPr>
              <a:t>-in-un-told,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In-to the peace of Thy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shel-ter-ing</a:t>
            </a:r>
            <a:r>
              <a:rPr lang="en-US" sz="2800" dirty="0">
                <a:latin typeface="Calibri"/>
                <a:ea typeface="Calibri"/>
                <a:cs typeface="Calibri"/>
              </a:rPr>
              <a:t> fold,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Ev-er Thy glo-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rious</a:t>
            </a:r>
            <a:r>
              <a:rPr lang="en-US" sz="2800" dirty="0">
                <a:latin typeface="Calibri"/>
                <a:ea typeface="Calibri"/>
                <a:cs typeface="Calibri"/>
              </a:rPr>
              <a:t> face to be-hold,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I come to Thee!</a:t>
            </a: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6132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(42)</a:t>
            </a: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And Can It Be (42)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Verdana"/>
                <a:cs typeface="Calibri"/>
              </a:rPr>
              <a:t>And can it be that I should gain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An </a:t>
            </a:r>
            <a:r>
              <a:rPr lang="en-US" sz="2800" err="1">
                <a:latin typeface="Calibri"/>
                <a:ea typeface="Verdana"/>
                <a:cs typeface="Calibri"/>
              </a:rPr>
              <a:t>int'rest</a:t>
            </a:r>
            <a:r>
              <a:rPr lang="en-US" sz="2800" dirty="0">
                <a:latin typeface="Calibri"/>
                <a:ea typeface="Verdana"/>
                <a:cs typeface="Calibri"/>
              </a:rPr>
              <a:t> in the Savior's blood?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Died He for me, who caused His pain?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For me, who Him to death </a:t>
            </a:r>
            <a:r>
              <a:rPr lang="en-US" sz="2800" dirty="0" err="1">
                <a:latin typeface="Calibri"/>
                <a:ea typeface="Verdana"/>
                <a:cs typeface="Calibri"/>
              </a:rPr>
              <a:t>pur</a:t>
            </a:r>
            <a:r>
              <a:rPr lang="en-US" sz="2800" dirty="0">
                <a:latin typeface="Calibri"/>
                <a:ea typeface="Verdana"/>
                <a:cs typeface="Calibri"/>
              </a:rPr>
              <a:t>-sued?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A-mazing love! how can it be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That Thou, my God, shouldst die for me?</a:t>
            </a:r>
          </a:p>
          <a:p>
            <a:endParaRPr lang="en-US" sz="2800" dirty="0">
              <a:solidFill>
                <a:srgbClr val="000000"/>
              </a:solidFill>
              <a:latin typeface="Calibri"/>
              <a:ea typeface="Verdana"/>
              <a:cs typeface="Calibri"/>
            </a:endParaRPr>
          </a:p>
          <a:p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Calibri"/>
              </a:rPr>
              <a:t>A-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Calibri"/>
              </a:rPr>
              <a:t>maz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Calibri"/>
              </a:rPr>
              <a:t>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Calibri"/>
              </a:rPr>
              <a:t> love! how can it be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Calibri"/>
              </a:rPr>
              <a:t>That Thou, my God, shouldst die for me!</a:t>
            </a:r>
            <a:endParaRPr lang="en-US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25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D1F0-6BC1-9B65-5A27-9B39B017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1ABB-F5DD-060D-3A99-6E6D48AB5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And Can It Be (42)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99080-E301-E945-233D-9243404354D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32EDD-7B87-EA1C-3D4F-FB699B96415A}"/>
              </a:ext>
            </a:extLst>
          </p:cNvPr>
          <p:cNvSpPr txBox="1"/>
          <p:nvPr/>
        </p:nvSpPr>
        <p:spPr>
          <a:xfrm>
            <a:off x="222165" y="866465"/>
            <a:ext cx="9040304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Verdana"/>
                <a:cs typeface="Calibri"/>
              </a:rPr>
              <a:t>He left His Father's throne a-</a:t>
            </a:r>
            <a:r>
              <a:rPr lang="en-US" sz="2800" dirty="0" err="1">
                <a:latin typeface="Calibri"/>
                <a:ea typeface="Verdana"/>
                <a:cs typeface="Calibri"/>
              </a:rPr>
              <a:t>bove</a:t>
            </a:r>
            <a:r>
              <a:rPr lang="en-US" sz="2800" dirty="0">
                <a:latin typeface="Calibri"/>
                <a:ea typeface="Verdana"/>
                <a:cs typeface="Calibri"/>
              </a:rPr>
              <a:t>,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latin typeface="Calibri"/>
                <a:ea typeface="Verdana"/>
                <a:cs typeface="Calibri"/>
              </a:rPr>
              <a:t>So free, so infinite His grace!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Emptied Himself of all but love,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And bled for Adam's helpless race!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'Tis mercy all, immense and free;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For, O my God, it found out me.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/>
          </a:p>
          <a:p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maz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love! how can it be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That Thou, my God, shouldst die for me!</a:t>
            </a:r>
            <a:endParaRPr lang="en-US" dirty="0">
              <a:ea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1B6B90C-AD10-E2A9-9CC3-50F556BE053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680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0622-4635-EAF9-2BBA-DF1AF3D7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0617-24DE-BC7B-056C-4D1E7EA58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And Can It Be (42)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F4DE3-B9CE-EB2D-D871-AC28BC6FC42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49F92-FE23-BCC9-35B1-6A0CE80B3C91}"/>
              </a:ext>
            </a:extLst>
          </p:cNvPr>
          <p:cNvSpPr txBox="1"/>
          <p:nvPr/>
        </p:nvSpPr>
        <p:spPr>
          <a:xfrm>
            <a:off x="222165" y="866465"/>
            <a:ext cx="9040304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Verdana"/>
                <a:cs typeface="Calibri"/>
              </a:rPr>
              <a:t>Long my imprisoned spirit lay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Fast bound in sin and nature's night.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Thine eye diffused a </a:t>
            </a:r>
            <a:r>
              <a:rPr lang="en-US" sz="2800" err="1">
                <a:latin typeface="Calibri"/>
                <a:ea typeface="Verdana"/>
                <a:cs typeface="Calibri"/>
              </a:rPr>
              <a:t>quick'ning</a:t>
            </a:r>
            <a:r>
              <a:rPr lang="en-US" sz="2800" dirty="0">
                <a:latin typeface="Calibri"/>
                <a:ea typeface="Verdana"/>
                <a:cs typeface="Calibri"/>
              </a:rPr>
              <a:t> ray: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I woke, the dungeon flamed with light!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My chains fell off, my heart was free;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I rose, went forth and followed Thee.</a:t>
            </a:r>
            <a:endParaRPr lang="en-US" dirty="0">
              <a:latin typeface="Calibri"/>
            </a:endParaRPr>
          </a:p>
          <a:p>
            <a:endParaRPr lang="en-US"/>
          </a:p>
          <a:p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maz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love! how can it be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That Thou, my God, shouldst die for me!</a:t>
            </a:r>
            <a:endParaRPr lang="en-US" dirty="0">
              <a:ea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580D0C3-2A66-0644-8A82-40994D3726B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751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C621D-575A-4FA2-C9F7-0737D99D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FC31-0FE0-3CA5-019E-D55D6003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And Can It Be (42)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48BD7-7A01-F8E0-9FCB-74A47A95FAE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DD2ECA-35C6-16A7-B344-595CE76E6E48}"/>
              </a:ext>
            </a:extLst>
          </p:cNvPr>
          <p:cNvSpPr txBox="1"/>
          <p:nvPr/>
        </p:nvSpPr>
        <p:spPr>
          <a:xfrm>
            <a:off x="222165" y="866465"/>
            <a:ext cx="9040304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Verdana"/>
                <a:cs typeface="Calibri"/>
              </a:rPr>
              <a:t>No condemnation now I dread: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Jesus, and all in Him is mine!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Alive in Him, my living Head,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And clothed in righteousness divine,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Bold I approach </a:t>
            </a:r>
            <a:r>
              <a:rPr lang="en-US" sz="2800" err="1">
                <a:latin typeface="Calibri"/>
                <a:ea typeface="Verdana"/>
                <a:cs typeface="Calibri"/>
              </a:rPr>
              <a:t>th'eternal</a:t>
            </a:r>
            <a:r>
              <a:rPr lang="en-US" sz="2800" dirty="0">
                <a:latin typeface="Calibri"/>
                <a:ea typeface="Verdana"/>
                <a:cs typeface="Calibri"/>
              </a:rPr>
              <a:t> throne,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And claim the crown, thru Christ my own.</a:t>
            </a:r>
            <a:endParaRPr lang="en-US" dirty="0">
              <a:latin typeface="Calibri"/>
            </a:endParaRPr>
          </a:p>
          <a:p>
            <a:endParaRPr lang="en-US"/>
          </a:p>
          <a:p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maz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love! how can it be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That Thou, my God, shouldst die for me!</a:t>
            </a:r>
            <a:endParaRPr lang="en-US" dirty="0">
              <a:ea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DD7F81B-57AD-0DC2-159E-55F7834D079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611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113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113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</a:t>
            </a:r>
            <a:r>
              <a:rPr lang="en-US" sz="1400"/>
              <a:t>: 1 </a:t>
            </a:r>
            <a:r>
              <a:rPr lang="en-US" sz="1400" dirty="0"/>
              <a:t>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138390" y="919394"/>
            <a:ext cx="886791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Bles-sed be the Foun-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tain</a:t>
            </a:r>
            <a:r>
              <a:rPr lang="en-US" sz="2800" dirty="0">
                <a:latin typeface="Calibri"/>
                <a:ea typeface="Calibri"/>
                <a:cs typeface="Calibri"/>
              </a:rPr>
              <a:t> of blood,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To a world of sin-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ners</a:t>
            </a:r>
            <a:r>
              <a:rPr lang="en-US" sz="2800" dirty="0">
                <a:latin typeface="Calibri"/>
                <a:ea typeface="Calibri"/>
                <a:cs typeface="Calibri"/>
              </a:rPr>
              <a:t> re-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vealed</a:t>
            </a:r>
            <a:r>
              <a:rPr lang="en-US" sz="2800" dirty="0">
                <a:latin typeface="Calibri"/>
                <a:ea typeface="Calibri"/>
                <a:cs typeface="Calibri"/>
              </a:rPr>
              <a:t>;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Bles-sed be the dear Son of God;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On-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ly</a:t>
            </a:r>
            <a:r>
              <a:rPr lang="en-US" sz="2800" dirty="0">
                <a:latin typeface="Calibri"/>
                <a:ea typeface="Calibri"/>
                <a:cs typeface="Calibri"/>
              </a:rPr>
              <a:t> by His stripes we are healed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Tho’ I’ve wan-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dered</a:t>
            </a:r>
            <a:r>
              <a:rPr lang="en-US" sz="2800" dirty="0">
                <a:latin typeface="Calibri"/>
                <a:ea typeface="Calibri"/>
                <a:cs typeface="Calibri"/>
              </a:rPr>
              <a:t> far from His fold,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Bring-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ing</a:t>
            </a:r>
            <a:r>
              <a:rPr lang="en-US" sz="2800" dirty="0">
                <a:latin typeface="Calibri"/>
                <a:ea typeface="Calibri"/>
                <a:cs typeface="Calibri"/>
              </a:rPr>
              <a:t> to my heart pain and woe,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Wash me in the Blood of the Lamb,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And, I shall be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whi-ter</a:t>
            </a:r>
            <a:r>
              <a:rPr lang="en-US" sz="2800" dirty="0">
                <a:latin typeface="Calibri"/>
                <a:ea typeface="Calibri"/>
                <a:cs typeface="Calibri"/>
              </a:rPr>
              <a:t> than snow!</a:t>
            </a:r>
            <a:endParaRPr lang="en-US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9699-6AA9-9930-F671-EAFC5721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Segoe UI"/>
              </a:rPr>
              <a:t>Holy Communion – Hymn No 113</a:t>
            </a:r>
            <a:endParaRPr lang="en-US" sz="2800" b="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E75BE-CDC0-E7F2-8A7A-5297167BC7E4}"/>
              </a:ext>
            </a:extLst>
          </p:cNvPr>
          <p:cNvSpPr txBox="1"/>
          <p:nvPr/>
        </p:nvSpPr>
        <p:spPr>
          <a:xfrm>
            <a:off x="133854" y="1286787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the snow!......</a:t>
            </a:r>
            <a:endParaRPr lang="en-US" sz="2800" i="1" dirty="0">
              <a:solidFill>
                <a:srgbClr val="C00000"/>
              </a:solidFill>
              <a:latin typeface="Calibri"/>
              <a:ea typeface="Calibri"/>
              <a:cs typeface="Segoe U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the snow!......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Wash me in the Blood of the Lamb,....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I shall be 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snow!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8D409-4734-E94B-9B6E-62151585437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2 of 6</a:t>
            </a:r>
          </a:p>
        </p:txBody>
      </p:sp>
    </p:spTree>
    <p:extLst>
      <p:ext uri="{BB962C8B-B14F-4D97-AF65-F5344CB8AC3E}">
        <p14:creationId xmlns:p14="http://schemas.microsoft.com/office/powerpoint/2010/main" val="3170218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C9F5F-4944-3A02-1952-B3161273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D905-DC70-F0D8-DA16-7EEA55C2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113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8EB0451-A44C-B92C-958E-BE19AA346D6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7E92B-D882-0EB3-7B50-C83AAB7CB6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3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AD8FE-0723-E4D6-E427-0111DD9072EF}"/>
              </a:ext>
            </a:extLst>
          </p:cNvPr>
          <p:cNvSpPr txBox="1"/>
          <p:nvPr/>
        </p:nvSpPr>
        <p:spPr>
          <a:xfrm>
            <a:off x="133854" y="815072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Thorny was the crown that He wore,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And the cross His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bo-dy</a:t>
            </a:r>
            <a:r>
              <a:rPr lang="en-US" sz="2800" dirty="0">
                <a:latin typeface="Calibri"/>
                <a:ea typeface="Calibri"/>
                <a:cs typeface="Calibri"/>
              </a:rPr>
              <a:t> o’er-came;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Grievous were the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sor</a:t>
            </a:r>
            <a:r>
              <a:rPr lang="en-US" sz="2800" dirty="0">
                <a:latin typeface="Calibri"/>
                <a:ea typeface="Calibri"/>
                <a:cs typeface="Calibri"/>
              </a:rPr>
              <a:t>-rows He bore,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But He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suf-fered</a:t>
            </a:r>
            <a:r>
              <a:rPr lang="en-US" sz="2800" dirty="0">
                <a:latin typeface="Calibri"/>
                <a:ea typeface="Calibri"/>
                <a:cs typeface="Calibri"/>
              </a:rPr>
              <a:t> not thus in vain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May I to that Fountain be led,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Made to cleanse my sing here be-low!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Wash me in the Blood that He shed,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And I shall be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whi-ter</a:t>
            </a:r>
            <a:r>
              <a:rPr lang="en-US" sz="2800" dirty="0">
                <a:latin typeface="Calibri"/>
                <a:ea typeface="Calibri"/>
                <a:cs typeface="Calibri"/>
              </a:rPr>
              <a:t> than snow!</a:t>
            </a: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7420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AB8D-151B-EB06-08B3-70C8D9E3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822E-6837-BA48-4E43-AB3EDE24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Segoe UI"/>
              </a:rPr>
              <a:t>Holy Communion – Hymn No 113</a:t>
            </a:r>
            <a:endParaRPr lang="en-US" sz="2800" b="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9789-AB47-A590-78F7-437EEAFBA59D}"/>
              </a:ext>
            </a:extLst>
          </p:cNvPr>
          <p:cNvSpPr txBox="1"/>
          <p:nvPr/>
        </p:nvSpPr>
        <p:spPr>
          <a:xfrm>
            <a:off x="133854" y="1286787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the snow!......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the snow!......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Wash me in the Blood of the Lamb,....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I shall be 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snow!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3D115-8BD8-2DB8-D939-B8EDCA963C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4 of 6</a:t>
            </a:r>
          </a:p>
        </p:txBody>
      </p:sp>
    </p:spTree>
    <p:extLst>
      <p:ext uri="{BB962C8B-B14F-4D97-AF65-F5344CB8AC3E}">
        <p14:creationId xmlns:p14="http://schemas.microsoft.com/office/powerpoint/2010/main" val="2995022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0754-B3EE-2F80-E94E-8DFE24FCB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6E6B-B7D3-3CE3-B9C3-DF56A9D6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113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FDCDBF-EF14-7D10-F2E0-256896CA370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B1F16-D21B-4F49-67F4-842EC4EC9AF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5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D4330-39E3-EC56-DC72-7460519CBA86}"/>
              </a:ext>
            </a:extLst>
          </p:cNvPr>
          <p:cNvSpPr txBox="1"/>
          <p:nvPr/>
        </p:nvSpPr>
        <p:spPr>
          <a:xfrm>
            <a:off x="138390" y="815072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Fa-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ther</a:t>
            </a:r>
            <a:r>
              <a:rPr lang="en-US" sz="2800" dirty="0">
                <a:latin typeface="Calibri"/>
                <a:ea typeface="Calibri"/>
                <a:cs typeface="Calibri"/>
              </a:rPr>
              <a:t>, I have wan-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dered</a:t>
            </a:r>
            <a:r>
              <a:rPr lang="en-US" sz="2800" dirty="0">
                <a:latin typeface="Calibri"/>
                <a:ea typeface="Calibri"/>
                <a:cs typeface="Calibri"/>
              </a:rPr>
              <a:t> from Thee,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Oft-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en</a:t>
            </a:r>
            <a:r>
              <a:rPr lang="en-US" sz="2800" dirty="0">
                <a:latin typeface="Calibri"/>
                <a:ea typeface="Calibri"/>
                <a:cs typeface="Calibri"/>
              </a:rPr>
              <a:t> has my heart gone a-stray;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Crim-son do my sins seem to me- </a:t>
            </a:r>
          </a:p>
          <a:p>
            <a:pPr lvl="1"/>
            <a:r>
              <a:rPr lang="en-US" sz="2800" dirty="0" err="1">
                <a:latin typeface="Calibri"/>
                <a:ea typeface="Calibri"/>
                <a:cs typeface="Calibri"/>
              </a:rPr>
              <a:t>Wa-ter</a:t>
            </a:r>
            <a:r>
              <a:rPr lang="en-US" sz="2800" dirty="0">
                <a:latin typeface="Calibri"/>
                <a:ea typeface="Calibri"/>
                <a:cs typeface="Calibri"/>
              </a:rPr>
              <a:t> can-not wash them a-way,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Je-sus, to that Fountain of Thine,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Lean-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ing</a:t>
            </a:r>
            <a:r>
              <a:rPr lang="en-US" sz="2800" dirty="0">
                <a:latin typeface="Calibri"/>
                <a:ea typeface="Calibri"/>
                <a:cs typeface="Calibri"/>
              </a:rPr>
              <a:t> on Thy pro-mise I go;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Cleanse me by Thy wash-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ing</a:t>
            </a:r>
            <a:r>
              <a:rPr lang="en-US" sz="2800" dirty="0">
                <a:latin typeface="Calibri"/>
                <a:ea typeface="Calibri"/>
                <a:cs typeface="Calibri"/>
              </a:rPr>
              <a:t> Di-vine,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And I shall be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whi-ter</a:t>
            </a:r>
            <a:r>
              <a:rPr lang="en-US" sz="2800" dirty="0">
                <a:latin typeface="Calibri"/>
                <a:ea typeface="Calibri"/>
                <a:cs typeface="Calibri"/>
              </a:rPr>
              <a:t> than snow!</a:t>
            </a: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2150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AB8D-151B-EB06-08B3-70C8D9E3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822E-6837-BA48-4E43-AB3EDE24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Segoe UI"/>
              </a:rPr>
              <a:t>Holy Communion – Hymn No 113</a:t>
            </a:r>
            <a:endParaRPr lang="en-US" sz="2800" b="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9789-AB47-A590-78F7-437EEAFBA59D}"/>
              </a:ext>
            </a:extLst>
          </p:cNvPr>
          <p:cNvSpPr txBox="1"/>
          <p:nvPr/>
        </p:nvSpPr>
        <p:spPr>
          <a:xfrm>
            <a:off x="133854" y="1286787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the snow!......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the snow!......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Wash me in the Blood of the Lamb,....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And I shall be 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whi-ter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than snow!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2D8E0-352C-2F85-1088-B2A2DC45C32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6 of 6</a:t>
            </a:r>
          </a:p>
        </p:txBody>
      </p:sp>
    </p:spTree>
    <p:extLst>
      <p:ext uri="{BB962C8B-B14F-4D97-AF65-F5344CB8AC3E}">
        <p14:creationId xmlns:p14="http://schemas.microsoft.com/office/powerpoint/2010/main" val="1054740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61 </a:t>
            </a: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69EB-EEFE-822B-F087-21B4B64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4F42-40FB-B179-1DFA-C52CE341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61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F4984F-7059-4820-AC04-7A3A6F3AFB1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8A9CB-5F4B-9ADD-4E1B-E2EEABB9479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382523-5A83-6DCC-FE22-D6F98D066306}"/>
              </a:ext>
            </a:extLst>
          </p:cNvPr>
          <p:cNvSpPr txBox="1"/>
          <p:nvPr/>
        </p:nvSpPr>
        <p:spPr>
          <a:xfrm>
            <a:off x="55081" y="762908"/>
            <a:ext cx="9023157" cy="43785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Mas-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ter</a:t>
            </a:r>
            <a:r>
              <a:rPr lang="en-US" sz="2800" dirty="0">
                <a:latin typeface="Calibri"/>
                <a:ea typeface="Calibri"/>
                <a:cs typeface="Calibri"/>
              </a:rPr>
              <a:t>, the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tem</a:t>
            </a:r>
            <a:r>
              <a:rPr lang="en-US" sz="2800" dirty="0">
                <a:latin typeface="Calibri"/>
                <a:ea typeface="Calibri"/>
                <a:cs typeface="Calibri"/>
              </a:rPr>
              <a:t>-pest is rag-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ing</a:t>
            </a:r>
            <a:r>
              <a:rPr lang="en-US" sz="2800" dirty="0">
                <a:latin typeface="Calibri"/>
                <a:ea typeface="Calibri"/>
                <a:cs typeface="Calibri"/>
              </a:rPr>
              <a:t>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bil</a:t>
            </a:r>
            <a:r>
              <a:rPr lang="en-US" sz="2800" dirty="0">
                <a:latin typeface="Calibri"/>
                <a:ea typeface="Calibri"/>
                <a:cs typeface="Calibri"/>
              </a:rPr>
              <a:t>-lows are toss-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ing</a:t>
            </a:r>
            <a:r>
              <a:rPr lang="en-US" sz="2800" dirty="0">
                <a:latin typeface="Calibri"/>
                <a:ea typeface="Calibri"/>
                <a:cs typeface="Calibri"/>
              </a:rPr>
              <a:t> high!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The sky is o’er-shadowed with black-ness,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No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shel-ter</a:t>
            </a:r>
            <a:r>
              <a:rPr lang="en-US" sz="2800" dirty="0">
                <a:latin typeface="Calibri"/>
                <a:ea typeface="Calibri"/>
                <a:cs typeface="Calibri"/>
              </a:rPr>
              <a:t> or help is nigh;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Care-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est</a:t>
            </a:r>
            <a:r>
              <a:rPr lang="en-US" sz="2800" dirty="0">
                <a:latin typeface="Calibri"/>
                <a:ea typeface="Calibri"/>
                <a:cs typeface="Calibri"/>
              </a:rPr>
              <a:t> Thou not that we per-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ish</a:t>
            </a:r>
            <a:r>
              <a:rPr lang="en-US" sz="2800" dirty="0">
                <a:latin typeface="Calibri"/>
                <a:ea typeface="Calibri"/>
                <a:cs typeface="Calibri"/>
              </a:rPr>
              <a:t>?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How canst Thou lie a-sleep,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When each moment so mad-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ly</a:t>
            </a:r>
            <a:r>
              <a:rPr lang="en-US" sz="2800" dirty="0">
                <a:latin typeface="Calibri"/>
                <a:ea typeface="Calibri"/>
                <a:cs typeface="Calibri"/>
              </a:rPr>
              <a:t> is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threat’ning</a:t>
            </a:r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 grave in the an-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gry</a:t>
            </a:r>
            <a:r>
              <a:rPr lang="en-US" sz="2800" dirty="0">
                <a:latin typeface="Calibri"/>
                <a:ea typeface="Calibri"/>
                <a:cs typeface="Calibri"/>
              </a:rPr>
              <a:t> deep?</a:t>
            </a: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3755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09D4-7E5E-BC99-9CF0-0D997229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3296-3A88-2025-F311-56917021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61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4927165-7538-3093-B7A3-DA17A68B88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DA9D5-FAD6-D11A-D788-5E8353507D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2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6993F-4A47-7005-914F-10DC7A8F03BA}"/>
              </a:ext>
            </a:extLst>
          </p:cNvPr>
          <p:cNvSpPr txBox="1"/>
          <p:nvPr/>
        </p:nvSpPr>
        <p:spPr>
          <a:xfrm>
            <a:off x="-182081" y="603793"/>
            <a:ext cx="8714522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 winds and the waves shall o-bey My will, </a:t>
            </a:r>
            <a:endParaRPr lang="en-US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Peace,….. Be still!......</a:t>
            </a:r>
            <a:endParaRPr lang="en-US" dirty="0">
              <a:cs typeface="Segoe UI"/>
            </a:endParaRPr>
          </a:p>
          <a:p>
            <a:pPr lvl="1"/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Whe-ther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the wrath of the storm-tossed sea, 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Or de-mons, or men, or what-e-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ver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it be, 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wa-ters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can 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swal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-low the ship where lies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 Mas-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of o-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cean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and earth, and skies: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They all shall sweetly o-bey My will; 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 be still! Peace , be still! 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They all shall sweetly  obey My will; </a:t>
            </a: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 peace, be still!</a:t>
            </a:r>
          </a:p>
        </p:txBody>
      </p:sp>
    </p:spTree>
    <p:extLst>
      <p:ext uri="{BB962C8B-B14F-4D97-AF65-F5344CB8AC3E}">
        <p14:creationId xmlns:p14="http://schemas.microsoft.com/office/powerpoint/2010/main" val="2497576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AE836-8CC8-D8DC-407B-4392CDD49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F987-A488-E76C-6A40-ACC2A22A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61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8A5AE5-E1A8-0F2D-1277-CA772081E2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D46BB-BCD9-E76C-82C7-7F74AF3100F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3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81FB2-3E22-0DC9-2788-0FFED5F36EDA}"/>
              </a:ext>
            </a:extLst>
          </p:cNvPr>
          <p:cNvSpPr txBox="1"/>
          <p:nvPr/>
        </p:nvSpPr>
        <p:spPr>
          <a:xfrm>
            <a:off x="-5753" y="801305"/>
            <a:ext cx="825208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Master, with an-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guish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 of 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spi-rit</a:t>
            </a:r>
            <a:endParaRPr lang="en-US" sz="2800" dirty="0" err="1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I bow in my grief to-day;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The depths of my sad heart are trou-bled.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Oh, 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wa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-ken and save, I pray!</a:t>
            </a: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Tor-rents of sin and of an-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guish</a:t>
            </a:r>
            <a:endParaRPr lang="en-US" sz="2800" dirty="0" err="1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Sweep o’er my sink-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ing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 soul;</a:t>
            </a: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And I pe-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rish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! I pe-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rish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! dear Ma-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ster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: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Oh, has-ten and take con-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trol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.</a:t>
            </a:r>
            <a:endParaRPr lang="en-US" sz="2800" dirty="0">
              <a:solidFill>
                <a:srgbClr val="212225"/>
              </a:solidFill>
              <a:latin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10502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3970-FDA8-387A-284C-37425A79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DB00-AFC3-F1CB-047E-F2696AB3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61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D611ED7-6F21-580F-B4E1-FDF12BF7A0E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C10BC-7F71-65BA-E441-6ED78435B55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4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0A724-8467-D134-E1EF-61695DB841F1}"/>
              </a:ext>
            </a:extLst>
          </p:cNvPr>
          <p:cNvSpPr txBox="1"/>
          <p:nvPr/>
        </p:nvSpPr>
        <p:spPr>
          <a:xfrm>
            <a:off x="-182081" y="603793"/>
            <a:ext cx="8714522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 winds and the waves shall o-bey My will, 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Peace,….. Be still!......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Whe-ther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the wrath of the storm-tossed sea, 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Or de-mons, or men, or what-e-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ver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it be, 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wa-ters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can 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swal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-low the ship where lies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 Mas-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of o-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cean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and earth, and skies: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They all shall sweetly o-bey My will; 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 be still! Peace , be still! 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They all shall sweetly obey My will; 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 peace, be still!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75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D8677-49F8-9CF3-8DB6-FAA5F24E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B734-1AA7-333B-4A33-6F48A0FC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61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7B92A98-1A2D-EE15-DF95-26331D64CC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43C5AB-ABAD-8B6D-96AC-E425FF73DAB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5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8B82C-A6A3-563C-815E-6150E86911A4}"/>
              </a:ext>
            </a:extLst>
          </p:cNvPr>
          <p:cNvSpPr txBox="1"/>
          <p:nvPr/>
        </p:nvSpPr>
        <p:spPr>
          <a:xfrm>
            <a:off x="-5753" y="801305"/>
            <a:ext cx="8252086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Master, the terror is over.</a:t>
            </a:r>
            <a:endParaRPr lang="en-US" sz="2800">
              <a:latin typeface="Calibri"/>
              <a:ea typeface="+mn-lt"/>
              <a:cs typeface="+mn-lt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The 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el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-e-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ments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swee-tly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 rest.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Earth’s sun in the calm lake is mir-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rored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,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And 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hea-ven’s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 with-in my breast;</a:t>
            </a:r>
            <a:endParaRPr lang="en-US" sz="2800">
              <a:latin typeface="Calibri"/>
              <a:ea typeface="+mn-lt"/>
              <a:cs typeface="+mn-lt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Lin-ger, O 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bles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-sed Re-dee-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mer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!</a:t>
            </a:r>
            <a:endParaRPr lang="en-US" sz="2800">
              <a:latin typeface="Calibri"/>
              <a:ea typeface="+mn-lt"/>
              <a:cs typeface="+mn-lt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Leave me a-lone no more,</a:t>
            </a:r>
            <a:endParaRPr lang="en-US" sz="2800">
              <a:latin typeface="Calibri"/>
              <a:ea typeface="+mn-lt"/>
              <a:cs typeface="+mn-lt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And with joy I shall make the blest 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har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-bour,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And rest on the bliss-</a:t>
            </a:r>
            <a:r>
              <a:rPr lang="en-US" sz="2800" dirty="0" err="1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ful</a:t>
            </a:r>
            <a:r>
              <a:rPr lang="en-US" sz="2800" dirty="0">
                <a:solidFill>
                  <a:srgbClr val="212225"/>
                </a:solidFill>
                <a:latin typeface="Calibri"/>
                <a:ea typeface="+mn-lt"/>
                <a:cs typeface="+mn-lt"/>
              </a:rPr>
              <a:t> shore.</a:t>
            </a:r>
            <a:endParaRPr lang="en-US" sz="2800" dirty="0">
              <a:latin typeface="Calibri"/>
              <a:ea typeface="+mn-lt"/>
              <a:cs typeface="+mn-lt"/>
            </a:endParaRPr>
          </a:p>
          <a:p>
            <a:pPr lvl="1"/>
            <a:endParaRPr lang="en-US" sz="2800" dirty="0">
              <a:solidFill>
                <a:srgbClr val="212225"/>
              </a:solidFill>
              <a:latin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02253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C9A2A-8675-7146-E7D2-BE3B58A1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B0EE-F69A-57B8-1CAF-8F253244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61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EBAB287-4D4D-95F2-7EA5-AC3094C8ECA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BBE7C-135E-5ED0-C0C0-1585E872C6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6 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4812E-B5AE-4F40-1B6E-1FD03E75F2DE}"/>
              </a:ext>
            </a:extLst>
          </p:cNvPr>
          <p:cNvSpPr txBox="1"/>
          <p:nvPr/>
        </p:nvSpPr>
        <p:spPr>
          <a:xfrm>
            <a:off x="-182081" y="603793"/>
            <a:ext cx="8714522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 winds and the waves shall o-bey My will, 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Peace,….. Be still!......</a:t>
            </a:r>
            <a:endParaRPr lang="en-US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Whe-ther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the wrath of the storm-tossed sea, 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Or de-mons, or men, or what-e-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ver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it be, 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wa-ters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can 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swal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-low the ship where lies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 Mas-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ter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of o-</a:t>
            </a:r>
            <a:r>
              <a:rPr lang="en-US" sz="2800" i="1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cean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and earth, and skies: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They all shall sweetly o-bey My will; 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 be still! Peace , be still! 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They all shall sweetly obey My will; 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Peace, peace, be still!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23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307 </a:t>
            </a: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CE50B-D493-50E8-4403-151E3041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EF179-0FDB-0057-21E2-16A30536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307 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AC7E4B1-3C6C-09E2-6BBB-14E136FC46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C489C-0CD0-216B-2A2E-7747A190920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0ECDD-78D9-095F-8A1F-BB00F68565A5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Verdana"/>
                <a:cs typeface="+mn-lt"/>
              </a:rPr>
              <a:t>God is here, and that to bless us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With the Spirit’s </a:t>
            </a:r>
            <a:r>
              <a:rPr lang="en-US" sz="2800" err="1">
                <a:latin typeface="Calibri"/>
                <a:ea typeface="Verdana"/>
                <a:cs typeface="+mn-lt"/>
              </a:rPr>
              <a:t>quick’ning</a:t>
            </a:r>
            <a:r>
              <a:rPr lang="en-US" sz="2800" dirty="0">
                <a:latin typeface="Calibri"/>
                <a:ea typeface="Verdana"/>
                <a:cs typeface="+mn-lt"/>
              </a:rPr>
              <a:t> power;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See, the cloud already bending,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Waits to drop the grateful shower.</a:t>
            </a:r>
          </a:p>
          <a:p>
            <a:pPr lvl="1"/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Let it come,…. O Lord, we pray Thee!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Let the shower.... of blessing fall!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We are wait-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, we are wait-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,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Oh, re-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vive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the hearts of all!</a:t>
            </a:r>
            <a:endParaRPr lang="en-US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05166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E7CA-8A3E-08F7-6EFE-12358EE9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18C3-0567-EF9F-412F-A4CC3E5E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307 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884BC37-E9CE-F5C8-8281-337B58F3E72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E5558A-EF85-E649-3907-6986D909AD8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F8E7B-1FB8-32FF-7F3D-03972971EA2D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ea typeface="+mn-lt"/>
                <a:cs typeface="+mn-lt"/>
              </a:rPr>
              <a:t>God is here! we feel His presence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In this consecrated place;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But we need the soul refreshing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Of His free, unbounded grace.</a:t>
            </a:r>
            <a:endParaRPr lang="en-US" dirty="0">
              <a:ea typeface="+mn-lt"/>
              <a:cs typeface="+mn-lt"/>
            </a:endParaRPr>
          </a:p>
          <a:p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Let it come,…. O Lord, we pray Thee!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Let the shower.... of blessing fall!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We are wait-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we are wait-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Oh, re-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vive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the hearts of all!</a:t>
            </a:r>
            <a:endParaRPr lang="en-US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09714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9A7F-B5FC-3175-3319-30B16195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DCD9-E8B1-7A8C-11E3-BCBC02F6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307 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CD5404E-E281-640B-DD68-F5A076E44C0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FE2BB-26B0-6C83-A63C-3139496B6F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3 of 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6104B-8FD8-FCF5-589C-2E5A120AC0BF}"/>
              </a:ext>
            </a:extLst>
          </p:cNvPr>
          <p:cNvSpPr txBox="1"/>
          <p:nvPr/>
        </p:nvSpPr>
        <p:spPr>
          <a:xfrm>
            <a:off x="-1391" y="692240"/>
            <a:ext cx="8836674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Verdana"/>
                <a:cs typeface="+mn-lt"/>
              </a:rPr>
              <a:t>God is here! oh, then, believing,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Bring to Him our one desire,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That His love may now be kindled,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Till its flame each heart inspire.</a:t>
            </a:r>
            <a:endParaRPr lang="en-US" dirty="0">
              <a:latin typeface="Calibri"/>
              <a:ea typeface="Verdana"/>
            </a:endParaRPr>
          </a:p>
          <a:p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Let it come,…. O Lord, we pray Thee!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Let the shower.... of blessing fall!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We are wait-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 we are wait-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   Oh, re-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vive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the hearts of all!</a:t>
            </a:r>
            <a:endParaRPr lang="en-US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15907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5753-2891-4896-22F3-C82B9F11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2221-4077-23D7-1D92-324D1F8F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307 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E28DE76-F62C-6E6B-720D-19F7FAFE84A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F0535-3D18-498B-D1B6-F3059FC7939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4 of 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2A521-313D-B46F-45FF-79D3F940F841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+mn-lt"/>
                <a:cs typeface="+mn-lt"/>
              </a:rPr>
              <a:t>Savior, grant the prayer we offer,</a:t>
            </a:r>
            <a:br>
              <a:rPr lang="en-US" sz="2800" dirty="0">
                <a:latin typeface="Calibri"/>
                <a:ea typeface="+mn-lt"/>
                <a:cs typeface="+mn-lt"/>
              </a:rPr>
            </a:br>
            <a:r>
              <a:rPr lang="en-US" sz="2800" dirty="0">
                <a:latin typeface="Calibri"/>
                <a:ea typeface="+mn-lt"/>
                <a:cs typeface="+mn-lt"/>
              </a:rPr>
              <a:t>While in simple faith we bow,</a:t>
            </a:r>
            <a:br>
              <a:rPr lang="en-US" sz="2800" dirty="0">
                <a:latin typeface="Calibri"/>
                <a:ea typeface="+mn-lt"/>
                <a:cs typeface="+mn-lt"/>
              </a:rPr>
            </a:br>
            <a:r>
              <a:rPr lang="en-US" sz="2800" dirty="0">
                <a:latin typeface="Calibri"/>
                <a:ea typeface="+mn-lt"/>
                <a:cs typeface="+mn-lt"/>
              </a:rPr>
              <a:t>From the windows of Thy mercy</a:t>
            </a:r>
            <a:br>
              <a:rPr lang="en-US" sz="2800" dirty="0">
                <a:latin typeface="Calibri"/>
                <a:ea typeface="+mn-lt"/>
                <a:cs typeface="+mn-lt"/>
              </a:rPr>
            </a:br>
            <a:r>
              <a:rPr lang="en-US" sz="2800" dirty="0">
                <a:latin typeface="Calibri"/>
                <a:ea typeface="+mn-lt"/>
                <a:cs typeface="+mn-lt"/>
              </a:rPr>
              <a:t>Pour us out a blessing now.</a:t>
            </a:r>
            <a:endParaRPr lang="en-US" dirty="0">
              <a:latin typeface="Calibri"/>
              <a:ea typeface="+mn-lt"/>
              <a:cs typeface="+mn-lt"/>
            </a:endParaRPr>
          </a:p>
          <a:p>
            <a:pPr lvl="1"/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Let it come, O Lord, we pray Thee,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Let the shower of blessing fall;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We are waiting, we are waiting,</a:t>
            </a:r>
            <a:b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Oh, revive the hearts of all.</a:t>
            </a:r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1453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C1D2-E36A-8C7D-9EC1-160BB260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EFD5-3276-0B3C-EDC8-3A10E9B0F15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212E8C0-6CD2-2308-2F9C-A575F51C6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5408C03-D8F4-99B9-0ED5-F1CE6F0D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751</a:t>
            </a:r>
          </a:p>
        </p:txBody>
      </p:sp>
    </p:spTree>
    <p:extLst>
      <p:ext uri="{BB962C8B-B14F-4D97-AF65-F5344CB8AC3E}">
        <p14:creationId xmlns:p14="http://schemas.microsoft.com/office/powerpoint/2010/main" val="9486782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3E35-6EED-2F7A-0C70-7E7DD35F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BC15-8777-94AB-5CA8-E4CCE1E1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751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8EFF9D5-EE0D-1CDD-9FEA-A77C17A39BC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438E1-A7C8-D737-5D9F-FAC1BE9D895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1 of 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BE6C89-2E5C-4606-4D46-DF92522C16D1}"/>
              </a:ext>
            </a:extLst>
          </p:cNvPr>
          <p:cNvSpPr txBox="1"/>
          <p:nvPr/>
        </p:nvSpPr>
        <p:spPr>
          <a:xfrm>
            <a:off x="-1391" y="692240"/>
            <a:ext cx="8836674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Verdana"/>
                <a:cs typeface="+mn-lt"/>
              </a:rPr>
              <a:t>To the work! to the work! We are servants of God,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Let us follow the path that our Master has trod;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With the balm of His counsel our strength to renew,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Let us do with our might what our hands find to do.</a:t>
            </a:r>
            <a:endParaRPr lang="en-US" sz="2800">
              <a:latin typeface="Calibri"/>
              <a:ea typeface="Calibri"/>
              <a:cs typeface="Calibri"/>
            </a:endParaRPr>
          </a:p>
          <a:p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    Toiling on, toiling on,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    Toiling on, toiling on: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    Let us hope, let us watch,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    And 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labour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till the Master comes.</a:t>
            </a:r>
            <a:endParaRPr lang="en-US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8228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C9A37-2AFD-18EE-827E-C91B5F412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14FA-8CE3-1C6E-19CD-DE0DA262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751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850DC8-DCF5-10F4-8083-6B760248EF2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08A79-88A7-0CCB-6A80-AF805536D36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2 of 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DCE30-8670-B8AF-4DD0-134BFFBF73EE}"/>
              </a:ext>
            </a:extLst>
          </p:cNvPr>
          <p:cNvSpPr txBox="1"/>
          <p:nvPr/>
        </p:nvSpPr>
        <p:spPr>
          <a:xfrm>
            <a:off x="-1391" y="692240"/>
            <a:ext cx="8836674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Verdana"/>
                <a:cs typeface="+mn-lt"/>
              </a:rPr>
              <a:t>To the work! to the work! let the </a:t>
            </a:r>
            <a:r>
              <a:rPr lang="en-US" sz="2800" dirty="0" err="1">
                <a:latin typeface="Calibri"/>
                <a:ea typeface="Verdana"/>
                <a:cs typeface="+mn-lt"/>
              </a:rPr>
              <a:t>hun-gry</a:t>
            </a:r>
            <a:r>
              <a:rPr lang="en-US" sz="2800" dirty="0">
                <a:latin typeface="Calibri"/>
                <a:ea typeface="Verdana"/>
                <a:cs typeface="+mn-lt"/>
              </a:rPr>
              <a:t> be fed;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To the </a:t>
            </a:r>
            <a:r>
              <a:rPr lang="en-US" sz="2800" dirty="0" err="1">
                <a:latin typeface="Calibri"/>
                <a:ea typeface="Verdana"/>
                <a:cs typeface="+mn-lt"/>
              </a:rPr>
              <a:t>foun-tain</a:t>
            </a:r>
            <a:r>
              <a:rPr lang="en-US" sz="2800" dirty="0">
                <a:latin typeface="Calibri"/>
                <a:ea typeface="Verdana"/>
                <a:cs typeface="+mn-lt"/>
              </a:rPr>
              <a:t> of life let the wea-</a:t>
            </a:r>
            <a:r>
              <a:rPr lang="en-US" sz="2800" dirty="0" err="1">
                <a:latin typeface="Calibri"/>
                <a:ea typeface="Verdana"/>
                <a:cs typeface="+mn-lt"/>
              </a:rPr>
              <a:t>ry</a:t>
            </a:r>
            <a:r>
              <a:rPr lang="en-US" sz="2800" dirty="0">
                <a:latin typeface="Calibri"/>
                <a:ea typeface="Verdana"/>
                <a:cs typeface="+mn-lt"/>
              </a:rPr>
              <a:t> be led;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In the cross and its ban-</a:t>
            </a:r>
            <a:r>
              <a:rPr lang="en-US" sz="2800" dirty="0" err="1">
                <a:latin typeface="Calibri"/>
                <a:ea typeface="Verdana"/>
                <a:cs typeface="+mn-lt"/>
              </a:rPr>
              <a:t>ner</a:t>
            </a:r>
            <a:r>
              <a:rPr lang="en-US" sz="2800" dirty="0">
                <a:latin typeface="Calibri"/>
                <a:ea typeface="Verdana"/>
                <a:cs typeface="+mn-lt"/>
              </a:rPr>
              <a:t> our glory shall be,</a:t>
            </a:r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dirty="0">
                <a:latin typeface="Calibri"/>
                <a:ea typeface="Verdana"/>
                <a:cs typeface="+mn-lt"/>
              </a:rPr>
              <a:t>While we herald the tidings, "</a:t>
            </a:r>
            <a:r>
              <a:rPr lang="en-US" sz="2800" i="1" dirty="0">
                <a:latin typeface="Calibri"/>
                <a:ea typeface="Verdana"/>
                <a:cs typeface="+mn-lt"/>
              </a:rPr>
              <a:t>Salvation is free.</a:t>
            </a:r>
            <a:r>
              <a:rPr lang="en-US" sz="2800" dirty="0">
                <a:latin typeface="Calibri"/>
                <a:ea typeface="Verdana"/>
                <a:cs typeface="+mn-lt"/>
              </a:rPr>
              <a:t>" </a:t>
            </a:r>
            <a:endParaRPr lang="en-US" dirty="0">
              <a:latin typeface="Calibri"/>
            </a:endParaRPr>
          </a:p>
          <a:p>
            <a:pPr lvl="1"/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Toiling on, toiling on,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Toiling on, toiling on: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Let us hope, let us watch,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And 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labour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till the Master comes</a:t>
            </a:r>
            <a:endParaRPr lang="en-US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70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C9B9-C984-4C54-3B89-40064314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39B4-DF13-6C3F-808E-9AA1ADC2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751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180D3EA-158E-A200-0DEA-FE15C3320F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F21B8-B3B2-F09A-40EE-F73A0EE50AD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3 of 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B20BD-8FCA-2034-09AB-0E034118EB5B}"/>
              </a:ext>
            </a:extLst>
          </p:cNvPr>
          <p:cNvSpPr txBox="1"/>
          <p:nvPr/>
        </p:nvSpPr>
        <p:spPr>
          <a:xfrm>
            <a:off x="-1391" y="692240"/>
            <a:ext cx="8836674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Verdana"/>
                <a:cs typeface="Calibri"/>
              </a:rPr>
              <a:t>To the work! to the work! there is </a:t>
            </a:r>
            <a:r>
              <a:rPr lang="en-US" sz="2800" err="1">
                <a:latin typeface="Calibri"/>
                <a:ea typeface="Verdana"/>
                <a:cs typeface="Calibri"/>
              </a:rPr>
              <a:t>labour</a:t>
            </a:r>
            <a:r>
              <a:rPr lang="en-US" sz="2800" dirty="0">
                <a:latin typeface="Calibri"/>
                <a:ea typeface="Verdana"/>
                <a:cs typeface="Calibri"/>
              </a:rPr>
              <a:t> for all;</a:t>
            </a:r>
            <a:br>
              <a:rPr lang="en-US" sz="2800" dirty="0">
                <a:latin typeface="Calibri"/>
                <a:ea typeface="Verdana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For the kingdom of darkness and error shall fall;</a:t>
            </a:r>
            <a:br>
              <a:rPr lang="en-US" sz="2800" dirty="0">
                <a:latin typeface="Calibri"/>
                <a:ea typeface="Verdana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And the name of Jehovah exalted shall be,</a:t>
            </a:r>
            <a:br>
              <a:rPr lang="en-US" sz="2800" dirty="0">
                <a:latin typeface="Calibri"/>
                <a:ea typeface="Verdana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In the loud-swelling chorus, "</a:t>
            </a:r>
            <a:r>
              <a:rPr lang="en-US" sz="2800" i="1" dirty="0">
                <a:latin typeface="Calibri"/>
                <a:ea typeface="Verdana"/>
                <a:cs typeface="Calibri"/>
              </a:rPr>
              <a:t>Salvation is free.</a:t>
            </a:r>
            <a:r>
              <a:rPr lang="en-US" sz="2800" dirty="0">
                <a:latin typeface="Verdana"/>
                <a:ea typeface="Verdana"/>
                <a:cs typeface="Calibri"/>
              </a:rPr>
              <a:t>"</a:t>
            </a:r>
            <a:r>
              <a:rPr lang="en-US" sz="2800" dirty="0">
                <a:latin typeface="Calibri"/>
                <a:ea typeface="Verdana"/>
                <a:cs typeface="Calibri"/>
              </a:rPr>
              <a:t> 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lvl="1"/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Toiling on, toiling on,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Toiling on, toiling on: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Let us hope, let us watch,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And 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labour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till the Master comes</a:t>
            </a:r>
            <a:endParaRPr lang="en-US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05762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28E8-BA98-BD23-B4BE-C9B0176E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34BA-5A7B-8B22-B7BB-0B38A9D6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751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24B112-097E-2DF9-09AA-9CC3DE3238F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7F276-EF1E-06AB-0B67-591878F9E9C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4 of 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5BB75-F497-E4FA-C3E7-51D2207C75CA}"/>
              </a:ext>
            </a:extLst>
          </p:cNvPr>
          <p:cNvSpPr txBox="1"/>
          <p:nvPr/>
        </p:nvSpPr>
        <p:spPr>
          <a:xfrm>
            <a:off x="-1391" y="692240"/>
            <a:ext cx="8836674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Verdana"/>
                <a:cs typeface="Calibri"/>
              </a:rPr>
              <a:t>To the work! to the work! in the strength of the Lord,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And a robe and a crown shall our labor reward;</a:t>
            </a:r>
            <a:br>
              <a:rPr lang="en-US" sz="2800" dirty="0">
                <a:latin typeface="Calibri"/>
                <a:ea typeface="Verdana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When the home of the faithful our dwelling shall be,</a:t>
            </a:r>
            <a:br>
              <a:rPr lang="en-US" sz="2800" dirty="0">
                <a:latin typeface="Calibri"/>
                <a:ea typeface="Verdana"/>
              </a:rPr>
            </a:br>
            <a:r>
              <a:rPr lang="en-US" sz="2800" dirty="0">
                <a:latin typeface="Calibri"/>
                <a:ea typeface="Verdana"/>
                <a:cs typeface="Calibri"/>
              </a:rPr>
              <a:t>And we shout with the ransomed, "</a:t>
            </a:r>
            <a:r>
              <a:rPr lang="en-US" sz="2800" i="1" dirty="0">
                <a:latin typeface="Calibri"/>
                <a:ea typeface="Verdana"/>
                <a:cs typeface="Calibri"/>
              </a:rPr>
              <a:t>Salvation is free.</a:t>
            </a:r>
            <a:r>
              <a:rPr lang="en-US" sz="2800" dirty="0">
                <a:latin typeface="Calibri"/>
                <a:ea typeface="Verdana"/>
                <a:cs typeface="Calibri"/>
              </a:rPr>
              <a:t>"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br>
              <a:rPr lang="en-US" sz="2800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Toiling on, toiling on,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Toiling on, toiling on: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Let us hope, let us watch,</a:t>
            </a:r>
            <a:br>
              <a:rPr lang="en-US" sz="2800" i="1" dirty="0">
                <a:latin typeface="Calibri"/>
                <a:ea typeface="Verdana"/>
                <a:cs typeface="+mn-lt"/>
              </a:rPr>
            </a:b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And </a:t>
            </a:r>
            <a:r>
              <a:rPr lang="en-US" sz="2800" i="1" dirty="0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labour</a:t>
            </a:r>
            <a:r>
              <a:rPr lang="en-US" sz="2800" i="1" dirty="0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till the Master comes</a:t>
            </a:r>
            <a:endParaRPr lang="en-US" i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1324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Closing Hymn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11C1-8AAB-8970-321B-73980553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4DB1-6070-8360-2EC7-D1E8D78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Closing Hymn- Hymn No 524 v1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74A7AE-C9C0-7E1D-1797-D7BEEAD2E50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6D4E9-252F-B348-A5A5-A0DDFC1778E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Closing: 1 of 1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CFABF-E0AF-7869-428C-78D62E9B0B1E}"/>
              </a:ext>
            </a:extLst>
          </p:cNvPr>
          <p:cNvSpPr txBox="1"/>
          <p:nvPr/>
        </p:nvSpPr>
        <p:spPr>
          <a:xfrm>
            <a:off x="-5927" y="1095919"/>
            <a:ext cx="8836674" cy="33855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Guide me, O Thou great Jehovah,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Pilgrim thro' this barren land;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I am weak, but Thou art mighty;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Hold me with Thy </a:t>
            </a:r>
            <a:r>
              <a:rPr lang="en-US" sz="2800" dirty="0" err="1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pow'rful</a:t>
            </a:r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 hand;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Bread of heaven, Bread of heaven</a:t>
            </a:r>
            <a:br>
              <a:rPr lang="en-US" sz="2800" dirty="0">
                <a:latin typeface="Calibri"/>
                <a:ea typeface="Verdana"/>
                <a:cs typeface="Calibri"/>
              </a:rPr>
            </a:br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Feed me till I want no more.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Feed me till I want no more.</a:t>
            </a:r>
            <a:endParaRPr lang="en-US" sz="2800" dirty="0">
              <a:solidFill>
                <a:srgbClr val="1F1F1F"/>
              </a:solidFill>
              <a:latin typeface="Verdana"/>
              <a:ea typeface="Verdana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42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2389</Words>
  <Application>Microsoft Office PowerPoint</Application>
  <PresentationFormat>On-screen Show (16:9)</PresentationFormat>
  <Paragraphs>397</Paragraphs>
  <Slides>57</Slides>
  <Notes>28</Notes>
  <HiddenSlides>1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 </vt:lpstr>
      <vt:lpstr>PowerPoint Presentation</vt:lpstr>
      <vt:lpstr>PowerPoint Presentation</vt:lpstr>
      <vt:lpstr>Opening Hymn – All Hail the Power (203)</vt:lpstr>
      <vt:lpstr>Opening Hymn – All Hail the Power (203)</vt:lpstr>
      <vt:lpstr>Opening Hymn – All Hail the Power (203)</vt:lpstr>
      <vt:lpstr>Opening Hymn – All Hail the Power (203)</vt:lpstr>
      <vt:lpstr>PowerPoint Presentation</vt:lpstr>
      <vt:lpstr>Thanksgiving – Count Your Blessings (745)</vt:lpstr>
      <vt:lpstr>PowerPoint Presentation</vt:lpstr>
      <vt:lpstr>Offertory – From Many Shores</vt:lpstr>
      <vt:lpstr>Offertory – From Many Shores</vt:lpstr>
      <vt:lpstr>Offertory – From Many Shores</vt:lpstr>
      <vt:lpstr>Offertory – From Many Shores</vt:lpstr>
      <vt:lpstr>Offertory – From Many Shores</vt:lpstr>
      <vt:lpstr>Offertory – From Many Shores</vt:lpstr>
      <vt:lpstr>Offertory – From Many Shores</vt:lpstr>
      <vt:lpstr>Offertory – From Many Shores</vt:lpstr>
      <vt:lpstr>PowerPoint Presentation</vt:lpstr>
      <vt:lpstr>PowerPoint Presentation</vt:lpstr>
      <vt:lpstr>Confession – Jesus, I Come (498 v1) </vt:lpstr>
      <vt:lpstr>Holy Communion –Hymn No 498 </vt:lpstr>
      <vt:lpstr>Holy Communion – Hymn No 498</vt:lpstr>
      <vt:lpstr>Holy Communion – Hymn No 498</vt:lpstr>
      <vt:lpstr>Holy Communion – Hymn No 498</vt:lpstr>
      <vt:lpstr>Holy Communion – Hymn No 498</vt:lpstr>
      <vt:lpstr>Holy Communion – Hymn No (42)</vt:lpstr>
      <vt:lpstr>Holy Communion – And Can It Be (42)</vt:lpstr>
      <vt:lpstr>Holy Communion – And Can It Be (42)</vt:lpstr>
      <vt:lpstr>Holy Communion – And Can It Be (42)</vt:lpstr>
      <vt:lpstr>Holy Communion – And Can It Be (42)</vt:lpstr>
      <vt:lpstr>Holy Communion – Hymn No 113</vt:lpstr>
      <vt:lpstr>Holy Communion – Hymn No 113</vt:lpstr>
      <vt:lpstr>Holy Communion – Hymn No 113</vt:lpstr>
      <vt:lpstr>Holy Communion – Hymn No 113</vt:lpstr>
      <vt:lpstr>Holy Communion – Hymn No 113</vt:lpstr>
      <vt:lpstr>Holy Communion – Hymn No 113</vt:lpstr>
      <vt:lpstr>Holy Communion – Hymn No 113</vt:lpstr>
      <vt:lpstr>Holy Communion – Hymn No 61 </vt:lpstr>
      <vt:lpstr>Holy Communion – Hymn No 61 </vt:lpstr>
      <vt:lpstr>Holy Communion – Hymn No 61 </vt:lpstr>
      <vt:lpstr>Holy Communion – Hymn No 61 </vt:lpstr>
      <vt:lpstr>Holy Communion – Hymn No 61 </vt:lpstr>
      <vt:lpstr>Holy Communion – Hymn No 61 </vt:lpstr>
      <vt:lpstr>Holy Communion – Hymn No 61 </vt:lpstr>
      <vt:lpstr>Holy Communion – Hymn No 307 </vt:lpstr>
      <vt:lpstr>Holy Communion – Hymn No 307 </vt:lpstr>
      <vt:lpstr>Holy Communion – Hymn No 307 </vt:lpstr>
      <vt:lpstr>Holy Communion – Hymn No 307 </vt:lpstr>
      <vt:lpstr>Holy Communion – Hymn No 307 </vt:lpstr>
      <vt:lpstr>Holy Communion – Hymn No 751</vt:lpstr>
      <vt:lpstr>Holy Communion – Hymn No 751</vt:lpstr>
      <vt:lpstr>Holy Communion – Hymn No 751</vt:lpstr>
      <vt:lpstr>Holy Communion – Hymn No 751</vt:lpstr>
      <vt:lpstr>Holy Communion – Hymn No 751</vt:lpstr>
      <vt:lpstr>PowerPoint Presentation</vt:lpstr>
      <vt:lpstr>Closing Hymn- Hymn No 524 v1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</cp:lastModifiedBy>
  <cp:revision>883</cp:revision>
  <dcterms:created xsi:type="dcterms:W3CDTF">2020-09-02T02:55:07Z</dcterms:created>
  <dcterms:modified xsi:type="dcterms:W3CDTF">2025-08-09T06:30:57Z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