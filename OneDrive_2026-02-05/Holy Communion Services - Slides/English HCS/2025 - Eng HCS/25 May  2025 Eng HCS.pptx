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5"/>
  </p:notesMasterIdLst>
  <p:sldIdLst>
    <p:sldId id="1746" r:id="rId7"/>
    <p:sldId id="1727" r:id="rId8"/>
    <p:sldId id="813" r:id="rId9"/>
    <p:sldId id="1766" r:id="rId10"/>
    <p:sldId id="1390" r:id="rId11"/>
    <p:sldId id="1747" r:id="rId12"/>
    <p:sldId id="1767" r:id="rId13"/>
    <p:sldId id="1748" r:id="rId14"/>
    <p:sldId id="1768" r:id="rId15"/>
    <p:sldId id="1298" r:id="rId16"/>
    <p:sldId id="821" r:id="rId17"/>
    <p:sldId id="851" r:id="rId18"/>
    <p:sldId id="1318" r:id="rId19"/>
    <p:sldId id="822" r:id="rId20"/>
    <p:sldId id="1756" r:id="rId21"/>
    <p:sldId id="1762" r:id="rId22"/>
    <p:sldId id="1757" r:id="rId23"/>
    <p:sldId id="1763" r:id="rId24"/>
    <p:sldId id="1758" r:id="rId25"/>
    <p:sldId id="1764" r:id="rId26"/>
    <p:sldId id="1759" r:id="rId27"/>
    <p:sldId id="1765" r:id="rId28"/>
    <p:sldId id="1324" r:id="rId29"/>
    <p:sldId id="823" r:id="rId30"/>
    <p:sldId id="824" r:id="rId31"/>
    <p:sldId id="1277" r:id="rId32"/>
    <p:sldId id="1733" r:id="rId33"/>
    <p:sldId id="1388" r:id="rId34"/>
    <p:sldId id="1396" r:id="rId35"/>
    <p:sldId id="1760" r:id="rId36"/>
    <p:sldId id="1761" r:id="rId37"/>
    <p:sldId id="1735" r:id="rId38"/>
    <p:sldId id="1742" r:id="rId39"/>
    <p:sldId id="1749" r:id="rId40"/>
    <p:sldId id="1750" r:id="rId41"/>
    <p:sldId id="1751" r:id="rId42"/>
    <p:sldId id="1752" r:id="rId43"/>
    <p:sldId id="1734" r:id="rId44"/>
    <p:sldId id="1736" r:id="rId45"/>
    <p:sldId id="1753" r:id="rId46"/>
    <p:sldId id="1754" r:id="rId47"/>
    <p:sldId id="949" r:id="rId48"/>
    <p:sldId id="1389" r:id="rId49"/>
    <p:sldId id="1755" r:id="rId50"/>
    <p:sldId id="1402" r:id="rId51"/>
    <p:sldId id="1403" r:id="rId52"/>
    <p:sldId id="1717" r:id="rId53"/>
    <p:sldId id="1718" r:id="rId54"/>
    <p:sldId id="1719" r:id="rId55"/>
    <p:sldId id="1407" r:id="rId56"/>
    <p:sldId id="1408" r:id="rId57"/>
    <p:sldId id="1720" r:id="rId58"/>
    <p:sldId id="1721" r:id="rId59"/>
    <p:sldId id="1731" r:id="rId60"/>
    <p:sldId id="820" r:id="rId61"/>
    <p:sldId id="1201" r:id="rId62"/>
    <p:sldId id="1679" r:id="rId63"/>
    <p:sldId id="1732" r:id="rId6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16F28529-B4D4-544D-8819-941DD8FA2E4D}"/>
    <pc:docChg chg="modSld">
      <pc:chgData name="Rosmin Elsa" userId="8f13a6be4da41318" providerId="LiveId" clId="{16F28529-B4D4-544D-8819-941DD8FA2E4D}" dt="2025-05-24T05:32:00.451" v="6" actId="20577"/>
      <pc:docMkLst>
        <pc:docMk/>
      </pc:docMkLst>
      <pc:sldChg chg="modSp">
        <pc:chgData name="Rosmin Elsa" userId="8f13a6be4da41318" providerId="LiveId" clId="{16F28529-B4D4-544D-8819-941DD8FA2E4D}" dt="2025-05-24T05:32:00.451" v="6" actId="20577"/>
        <pc:sldMkLst>
          <pc:docMk/>
          <pc:sldMk cId="397177493" sldId="1389"/>
        </pc:sldMkLst>
        <pc:spChg chg="mod">
          <ac:chgData name="Rosmin Elsa" userId="8f13a6be4da41318" providerId="LiveId" clId="{16F28529-B4D4-544D-8819-941DD8FA2E4D}" dt="2025-05-24T05:32:00.451" v="6" actId="20577"/>
          <ac:spMkLst>
            <pc:docMk/>
            <pc:sldMk cId="397177493" sldId="1389"/>
            <ac:spMk id="6" creationId="{00B7E6C3-DC3B-BC8E-EE75-86995C7F8ADF}"/>
          </ac:spMkLst>
        </pc:spChg>
      </pc:sldChg>
      <pc:sldChg chg="modSp">
        <pc:chgData name="Rosmin Elsa" userId="8f13a6be4da41318" providerId="LiveId" clId="{16F28529-B4D4-544D-8819-941DD8FA2E4D}" dt="2025-05-24T05:31:12.594" v="3" actId="20577"/>
        <pc:sldMkLst>
          <pc:docMk/>
          <pc:sldMk cId="1847994901" sldId="1755"/>
        </pc:sldMkLst>
        <pc:spChg chg="mod">
          <ac:chgData name="Rosmin Elsa" userId="8f13a6be4da41318" providerId="LiveId" clId="{16F28529-B4D4-544D-8819-941DD8FA2E4D}" dt="2025-05-24T05:31:12.594" v="3" actId="20577"/>
          <ac:spMkLst>
            <pc:docMk/>
            <pc:sldMk cId="1847994901" sldId="1755"/>
            <ac:spMk id="6" creationId="{DE952E40-5948-E198-1FDC-C58B3E87F433}"/>
          </ac:spMkLst>
        </pc:spChg>
      </pc:sldChg>
    </pc:docChg>
  </pc:docChgLst>
  <pc:docChgLst>
    <pc:chgData name="Rosmin Elsa" userId="8f13a6be4da41318" providerId="Windows Live" clId="Web-{4D92518C-D6BD-31A5-5E90-2C81E00664B6}"/>
    <pc:docChg chg="modSld">
      <pc:chgData name="Rosmin Elsa" userId="8f13a6be4da41318" providerId="Windows Live" clId="Web-{4D92518C-D6BD-31A5-5E90-2C81E00664B6}" dt="2025-05-23T03:38:40.086" v="0" actId="1076"/>
      <pc:docMkLst>
        <pc:docMk/>
      </pc:docMkLst>
      <pc:sldChg chg="modSp">
        <pc:chgData name="Rosmin Elsa" userId="8f13a6be4da41318" providerId="Windows Live" clId="Web-{4D92518C-D6BD-31A5-5E90-2C81E00664B6}" dt="2025-05-23T03:38:40.086" v="0" actId="1076"/>
        <pc:sldMkLst>
          <pc:docMk/>
          <pc:sldMk cId="1847994901" sldId="1755"/>
        </pc:sldMkLst>
        <pc:spChg chg="mod">
          <ac:chgData name="Rosmin Elsa" userId="8f13a6be4da41318" providerId="Windows Live" clId="Web-{4D92518C-D6BD-31A5-5E90-2C81E00664B6}" dt="2025-05-23T03:38:40.086" v="0" actId="1076"/>
          <ac:spMkLst>
            <pc:docMk/>
            <pc:sldMk cId="1847994901" sldId="1755"/>
            <ac:spMk id="6" creationId="{DE952E40-5948-E198-1FDC-C58B3E87F433}"/>
          </ac:spMkLst>
        </pc:spChg>
      </pc:sldChg>
    </pc:docChg>
  </pc:docChgLst>
  <pc:docChgLst>
    <pc:chgData name="Sini Mathew" userId="3875fe58a975fc01" providerId="LiveId" clId="{D302FA01-8450-4AEB-A943-C802B878AAB3}"/>
    <pc:docChg chg="modSld">
      <pc:chgData name="Sini Mathew" userId="3875fe58a975fc01" providerId="LiveId" clId="{D302FA01-8450-4AEB-A943-C802B878AAB3}" dt="2025-05-20T13:10:14.717" v="41" actId="255"/>
      <pc:docMkLst>
        <pc:docMk/>
      </pc:docMkLst>
      <pc:sldChg chg="modSp mod">
        <pc:chgData name="Sini Mathew" userId="3875fe58a975fc01" providerId="LiveId" clId="{D302FA01-8450-4AEB-A943-C802B878AAB3}" dt="2025-05-20T13:05:09.422" v="1" actId="1076"/>
        <pc:sldMkLst>
          <pc:docMk/>
          <pc:sldMk cId="858007124" sldId="1277"/>
        </pc:sldMkLst>
        <pc:spChg chg="mod">
          <ac:chgData name="Sini Mathew" userId="3875fe58a975fc01" providerId="LiveId" clId="{D302FA01-8450-4AEB-A943-C802B878AAB3}" dt="2025-05-20T13:05:09.422" v="1" actId="1076"/>
          <ac:spMkLst>
            <pc:docMk/>
            <pc:sldMk cId="858007124" sldId="1277"/>
            <ac:spMk id="3" creationId="{DDD24EDA-CE43-82A2-B3E8-E6C307C397E9}"/>
          </ac:spMkLst>
        </pc:spChg>
      </pc:sldChg>
      <pc:sldChg chg="addSp modSp mod">
        <pc:chgData name="Sini Mathew" userId="3875fe58a975fc01" providerId="LiveId" clId="{D302FA01-8450-4AEB-A943-C802B878AAB3}" dt="2025-05-20T13:06:11.693" v="14" actId="1076"/>
        <pc:sldMkLst>
          <pc:docMk/>
          <pc:sldMk cId="3559088401" sldId="1396"/>
        </pc:sldMkLst>
        <pc:spChg chg="add mod">
          <ac:chgData name="Sini Mathew" userId="3875fe58a975fc01" providerId="LiveId" clId="{D302FA01-8450-4AEB-A943-C802B878AAB3}" dt="2025-05-20T13:06:11.693" v="14" actId="1076"/>
          <ac:spMkLst>
            <pc:docMk/>
            <pc:sldMk cId="3559088401" sldId="1396"/>
            <ac:spMk id="3" creationId="{5E6C56DD-ADCC-6DFD-8630-1F687B543B27}"/>
          </ac:spMkLst>
        </pc:spChg>
        <pc:spChg chg="mod">
          <ac:chgData name="Sini Mathew" userId="3875fe58a975fc01" providerId="LiveId" clId="{D302FA01-8450-4AEB-A943-C802B878AAB3}" dt="2025-05-20T13:06:04.093" v="13" actId="1076"/>
          <ac:spMkLst>
            <pc:docMk/>
            <pc:sldMk cId="3559088401" sldId="1396"/>
            <ac:spMk id="12" creationId="{744042C2-B4E0-CA2C-4D84-9A8D229A26A8}"/>
          </ac:spMkLst>
        </pc:spChg>
      </pc:sldChg>
      <pc:sldChg chg="modSp mod">
        <pc:chgData name="Sini Mathew" userId="3875fe58a975fc01" providerId="LiveId" clId="{D302FA01-8450-4AEB-A943-C802B878AAB3}" dt="2025-05-20T13:09:33.960" v="35" actId="255"/>
        <pc:sldMkLst>
          <pc:docMk/>
          <pc:sldMk cId="584892078" sldId="1408"/>
        </pc:sldMkLst>
        <pc:spChg chg="mod">
          <ac:chgData name="Sini Mathew" userId="3875fe58a975fc01" providerId="LiveId" clId="{D302FA01-8450-4AEB-A943-C802B878AAB3}" dt="2025-05-20T13:09:33.960" v="35" actId="255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Sini Mathew" userId="3875fe58a975fc01" providerId="LiveId" clId="{D302FA01-8450-4AEB-A943-C802B878AAB3}" dt="2025-05-20T13:10:14.717" v="41" actId="255"/>
        <pc:sldMkLst>
          <pc:docMk/>
          <pc:sldMk cId="2170825706" sldId="1679"/>
        </pc:sldMkLst>
        <pc:spChg chg="mod">
          <ac:chgData name="Sini Mathew" userId="3875fe58a975fc01" providerId="LiveId" clId="{D302FA01-8450-4AEB-A943-C802B878AAB3}" dt="2025-05-20T13:10:14.717" v="41" actId="255"/>
          <ac:spMkLst>
            <pc:docMk/>
            <pc:sldMk cId="2170825706" sldId="1679"/>
            <ac:spMk id="6" creationId="{0BAD9EF5-2286-3DE3-F2A3-0055009A2470}"/>
          </ac:spMkLst>
        </pc:spChg>
      </pc:sldChg>
      <pc:sldChg chg="modSp mod">
        <pc:chgData name="Sini Mathew" userId="3875fe58a975fc01" providerId="LiveId" clId="{D302FA01-8450-4AEB-A943-C802B878AAB3}" dt="2025-05-20T13:09:27.296" v="34" actId="255"/>
        <pc:sldMkLst>
          <pc:docMk/>
          <pc:sldMk cId="2064210933" sldId="1720"/>
        </pc:sldMkLst>
        <pc:spChg chg="mod">
          <ac:chgData name="Sini Mathew" userId="3875fe58a975fc01" providerId="LiveId" clId="{D302FA01-8450-4AEB-A943-C802B878AAB3}" dt="2025-05-20T13:09:27.296" v="34" actId="255"/>
          <ac:spMkLst>
            <pc:docMk/>
            <pc:sldMk cId="2064210933" sldId="1720"/>
            <ac:spMk id="6" creationId="{B4152DEF-C44D-F3DE-EBA3-26946146F649}"/>
          </ac:spMkLst>
        </pc:spChg>
      </pc:sldChg>
      <pc:sldChg chg="modSp mod">
        <pc:chgData name="Sini Mathew" userId="3875fe58a975fc01" providerId="LiveId" clId="{D302FA01-8450-4AEB-A943-C802B878AAB3}" dt="2025-05-20T13:09:41.193" v="36" actId="255"/>
        <pc:sldMkLst>
          <pc:docMk/>
          <pc:sldMk cId="2167142579" sldId="1721"/>
        </pc:sldMkLst>
        <pc:spChg chg="mod">
          <ac:chgData name="Sini Mathew" userId="3875fe58a975fc01" providerId="LiveId" clId="{D302FA01-8450-4AEB-A943-C802B878AAB3}" dt="2025-05-20T13:09:41.193" v="36" actId="255"/>
          <ac:spMkLst>
            <pc:docMk/>
            <pc:sldMk cId="2167142579" sldId="1721"/>
            <ac:spMk id="6" creationId="{FC225AA2-F9EF-3F49-45FF-C5AFBF4CAC06}"/>
          </ac:spMkLst>
        </pc:spChg>
      </pc:sldChg>
      <pc:sldChg chg="modSp mod">
        <pc:chgData name="Sini Mathew" userId="3875fe58a975fc01" providerId="LiveId" clId="{D302FA01-8450-4AEB-A943-C802B878AAB3}" dt="2025-05-20T13:07:30.389" v="24" actId="1076"/>
        <pc:sldMkLst>
          <pc:docMk/>
          <pc:sldMk cId="238183944" sldId="1736"/>
        </pc:sldMkLst>
        <pc:spChg chg="mod">
          <ac:chgData name="Sini Mathew" userId="3875fe58a975fc01" providerId="LiveId" clId="{D302FA01-8450-4AEB-A943-C802B878AAB3}" dt="2025-05-20T13:07:30.389" v="24" actId="1076"/>
          <ac:spMkLst>
            <pc:docMk/>
            <pc:sldMk cId="238183944" sldId="1736"/>
            <ac:spMk id="12" creationId="{693CBF08-A96F-CB4F-FA9C-16CD6D796E8D}"/>
          </ac:spMkLst>
        </pc:spChg>
      </pc:sldChg>
      <pc:sldChg chg="modSp mod">
        <pc:chgData name="Sini Mathew" userId="3875fe58a975fc01" providerId="LiveId" clId="{D302FA01-8450-4AEB-A943-C802B878AAB3}" dt="2025-05-20T13:07:37.655" v="25" actId="1076"/>
        <pc:sldMkLst>
          <pc:docMk/>
          <pc:sldMk cId="580689768" sldId="1753"/>
        </pc:sldMkLst>
        <pc:spChg chg="mod">
          <ac:chgData name="Sini Mathew" userId="3875fe58a975fc01" providerId="LiveId" clId="{D302FA01-8450-4AEB-A943-C802B878AAB3}" dt="2025-05-20T13:07:37.655" v="25" actId="1076"/>
          <ac:spMkLst>
            <pc:docMk/>
            <pc:sldMk cId="580689768" sldId="1753"/>
            <ac:spMk id="12" creationId="{A50904DA-CF8D-D943-0658-5D1D89CA20D0}"/>
          </ac:spMkLst>
        </pc:spChg>
      </pc:sldChg>
      <pc:sldChg chg="modSp mod">
        <pc:chgData name="Sini Mathew" userId="3875fe58a975fc01" providerId="LiveId" clId="{D302FA01-8450-4AEB-A943-C802B878AAB3}" dt="2025-05-20T13:07:44.570" v="26" actId="1076"/>
        <pc:sldMkLst>
          <pc:docMk/>
          <pc:sldMk cId="2617795131" sldId="1754"/>
        </pc:sldMkLst>
        <pc:spChg chg="mod">
          <ac:chgData name="Sini Mathew" userId="3875fe58a975fc01" providerId="LiveId" clId="{D302FA01-8450-4AEB-A943-C802B878AAB3}" dt="2025-05-20T13:07:44.570" v="26" actId="1076"/>
          <ac:spMkLst>
            <pc:docMk/>
            <pc:sldMk cId="2617795131" sldId="1754"/>
            <ac:spMk id="12" creationId="{8C7A45AA-F2FD-1548-47FD-7BC63CACDBF7}"/>
          </ac:spMkLst>
        </pc:spChg>
      </pc:sldChg>
      <pc:sldChg chg="modSp mod">
        <pc:chgData name="Sini Mathew" userId="3875fe58a975fc01" providerId="LiveId" clId="{D302FA01-8450-4AEB-A943-C802B878AAB3}" dt="2025-05-20T13:06:34.536" v="20" actId="1076"/>
        <pc:sldMkLst>
          <pc:docMk/>
          <pc:sldMk cId="2779074501" sldId="1760"/>
        </pc:sldMkLst>
        <pc:spChg chg="mod">
          <ac:chgData name="Sini Mathew" userId="3875fe58a975fc01" providerId="LiveId" clId="{D302FA01-8450-4AEB-A943-C802B878AAB3}" dt="2025-05-20T13:06:34.536" v="20" actId="1076"/>
          <ac:spMkLst>
            <pc:docMk/>
            <pc:sldMk cId="2779074501" sldId="1760"/>
            <ac:spMk id="12" creationId="{A7577C24-7787-7213-4DA1-5B67DF6D3AD2}"/>
          </ac:spMkLst>
        </pc:spChg>
      </pc:sldChg>
      <pc:sldChg chg="modSp mod">
        <pc:chgData name="Sini Mathew" userId="3875fe58a975fc01" providerId="LiveId" clId="{D302FA01-8450-4AEB-A943-C802B878AAB3}" dt="2025-05-20T13:06:42.904" v="23" actId="6549"/>
        <pc:sldMkLst>
          <pc:docMk/>
          <pc:sldMk cId="4020765564" sldId="1761"/>
        </pc:sldMkLst>
        <pc:spChg chg="mod">
          <ac:chgData name="Sini Mathew" userId="3875fe58a975fc01" providerId="LiveId" clId="{D302FA01-8450-4AEB-A943-C802B878AAB3}" dt="2025-05-20T13:06:42.904" v="23" actId="6549"/>
          <ac:spMkLst>
            <pc:docMk/>
            <pc:sldMk cId="4020765564" sldId="1761"/>
            <ac:spMk id="12" creationId="{FADB9AFD-F763-CDAC-49BB-4A6CB0624CA1}"/>
          </ac:spMkLst>
        </pc:spChg>
      </pc:sldChg>
    </pc:docChg>
  </pc:docChgLst>
  <pc:docChgLst>
    <pc:chgData name="Rosmin Elsa" userId="8f13a6be4da41318" providerId="LiveId" clId="{1245C021-7C3C-4785-B34C-B33D57C7759B}"/>
    <pc:docChg chg="undo custSel modSld">
      <pc:chgData name="Rosmin Elsa" userId="8f13a6be4da41318" providerId="LiveId" clId="{1245C021-7C3C-4785-B34C-B33D57C7759B}" dt="2025-05-23T03:29:29.080" v="270" actId="1076"/>
      <pc:docMkLst>
        <pc:docMk/>
      </pc:docMkLst>
      <pc:sldChg chg="modSp mod">
        <pc:chgData name="Rosmin Elsa" userId="8f13a6be4da41318" providerId="LiveId" clId="{1245C021-7C3C-4785-B34C-B33D57C7759B}" dt="2025-05-23T03:29:29.080" v="270" actId="1076"/>
        <pc:sldMkLst>
          <pc:docMk/>
          <pc:sldMk cId="140346443" sldId="822"/>
        </pc:sldMkLst>
        <pc:spChg chg="mod">
          <ac:chgData name="Rosmin Elsa" userId="8f13a6be4da41318" providerId="LiveId" clId="{1245C021-7C3C-4785-B34C-B33D57C7759B}" dt="2025-05-23T03:29:29.080" v="270" actId="1076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Rosmin Elsa" userId="8f13a6be4da41318" providerId="LiveId" clId="{1245C021-7C3C-4785-B34C-B33D57C7759B}" dt="2025-05-23T02:50:07.136" v="16" actId="20577"/>
        <pc:sldMkLst>
          <pc:docMk/>
          <pc:sldMk cId="2771250690" sldId="851"/>
        </pc:sldMkLst>
        <pc:spChg chg="mod">
          <ac:chgData name="Rosmin Elsa" userId="8f13a6be4da41318" providerId="LiveId" clId="{1245C021-7C3C-4785-B34C-B33D57C7759B}" dt="2025-05-23T02:50:07.136" v="16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" userId="8f13a6be4da41318" providerId="LiveId" clId="{1245C021-7C3C-4785-B34C-B33D57C7759B}" dt="2025-05-23T03:00:27.699" v="102" actId="6549"/>
        <pc:sldMkLst>
          <pc:docMk/>
          <pc:sldMk cId="858007124" sldId="1277"/>
        </pc:sldMkLst>
        <pc:spChg chg="mod">
          <ac:chgData name="Rosmin Elsa" userId="8f13a6be4da41318" providerId="LiveId" clId="{1245C021-7C3C-4785-B34C-B33D57C7759B}" dt="2025-05-23T03:00:27.699" v="102" actId="6549"/>
          <ac:spMkLst>
            <pc:docMk/>
            <pc:sldMk cId="858007124" sldId="1277"/>
            <ac:spMk id="3" creationId="{DDD24EDA-CE43-82A2-B3E8-E6C307C397E9}"/>
          </ac:spMkLst>
        </pc:spChg>
      </pc:sldChg>
      <pc:sldChg chg="addSp delSp modSp mod">
        <pc:chgData name="Rosmin Elsa" userId="8f13a6be4da41318" providerId="LiveId" clId="{1245C021-7C3C-4785-B34C-B33D57C7759B}" dt="2025-05-23T03:14:31.749" v="211" actId="1076"/>
        <pc:sldMkLst>
          <pc:docMk/>
          <pc:sldMk cId="397177493" sldId="1389"/>
        </pc:sldMkLst>
        <pc:spChg chg="mod">
          <ac:chgData name="Rosmin Elsa" userId="8f13a6be4da41318" providerId="LiveId" clId="{1245C021-7C3C-4785-B34C-B33D57C7759B}" dt="2025-05-23T03:14:31.749" v="211" actId="1076"/>
          <ac:spMkLst>
            <pc:docMk/>
            <pc:sldMk cId="397177493" sldId="1389"/>
            <ac:spMk id="6" creationId="{00B7E6C3-DC3B-BC8E-EE75-86995C7F8ADF}"/>
          </ac:spMkLst>
        </pc:spChg>
        <pc:spChg chg="add del">
          <ac:chgData name="Rosmin Elsa" userId="8f13a6be4da41318" providerId="LiveId" clId="{1245C021-7C3C-4785-B34C-B33D57C7759B}" dt="2025-05-23T03:13:11.530" v="190" actId="22"/>
          <ac:spMkLst>
            <pc:docMk/>
            <pc:sldMk cId="397177493" sldId="1389"/>
            <ac:spMk id="7" creationId="{72FC0A26-2135-3086-D57F-A9310F783DDA}"/>
          </ac:spMkLst>
        </pc:spChg>
        <pc:spChg chg="add mod">
          <ac:chgData name="Rosmin Elsa" userId="8f13a6be4da41318" providerId="LiveId" clId="{1245C021-7C3C-4785-B34C-B33D57C7759B}" dt="2025-05-23T03:13:34.642" v="195"/>
          <ac:spMkLst>
            <pc:docMk/>
            <pc:sldMk cId="397177493" sldId="1389"/>
            <ac:spMk id="8" creationId="{9520B3CE-512A-9ED7-DD56-C9E9C302124E}"/>
          </ac:spMkLst>
        </pc:spChg>
      </pc:sldChg>
      <pc:sldChg chg="modSp mod">
        <pc:chgData name="Rosmin Elsa" userId="8f13a6be4da41318" providerId="LiveId" clId="{1245C021-7C3C-4785-B34C-B33D57C7759B}" dt="2025-05-23T03:02:53.937" v="118" actId="1076"/>
        <pc:sldMkLst>
          <pc:docMk/>
          <pc:sldMk cId="3559088401" sldId="1396"/>
        </pc:sldMkLst>
        <pc:spChg chg="mod">
          <ac:chgData name="Rosmin Elsa" userId="8f13a6be4da41318" providerId="LiveId" clId="{1245C021-7C3C-4785-B34C-B33D57C7759B}" dt="2025-05-23T03:02:53.937" v="118" actId="1076"/>
          <ac:spMkLst>
            <pc:docMk/>
            <pc:sldMk cId="3559088401" sldId="1396"/>
            <ac:spMk id="3" creationId="{5E6C56DD-ADCC-6DFD-8630-1F687B543B27}"/>
          </ac:spMkLst>
        </pc:spChg>
        <pc:spChg chg="mod">
          <ac:chgData name="Rosmin Elsa" userId="8f13a6be4da41318" providerId="LiveId" clId="{1245C021-7C3C-4785-B34C-B33D57C7759B}" dt="2025-05-23T03:02:49.721" v="117" actId="1076"/>
          <ac:spMkLst>
            <pc:docMk/>
            <pc:sldMk cId="3559088401" sldId="1396"/>
            <ac:spMk id="12" creationId="{744042C2-B4E0-CA2C-4D84-9A8D229A26A8}"/>
          </ac:spMkLst>
        </pc:spChg>
      </pc:sldChg>
      <pc:sldChg chg="modSp mod">
        <pc:chgData name="Rosmin Elsa" userId="8f13a6be4da41318" providerId="LiveId" clId="{1245C021-7C3C-4785-B34C-B33D57C7759B}" dt="2025-05-23T03:24:49.196" v="233" actId="1076"/>
        <pc:sldMkLst>
          <pc:docMk/>
          <pc:sldMk cId="1432198362" sldId="1403"/>
        </pc:sldMkLst>
        <pc:spChg chg="mod">
          <ac:chgData name="Rosmin Elsa" userId="8f13a6be4da41318" providerId="LiveId" clId="{1245C021-7C3C-4785-B34C-B33D57C7759B}" dt="2025-05-23T03:24:49.196" v="233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Rosmin Elsa" userId="8f13a6be4da41318" providerId="LiveId" clId="{1245C021-7C3C-4785-B34C-B33D57C7759B}" dt="2025-05-23T03:27:26.958" v="266" actId="255"/>
        <pc:sldMkLst>
          <pc:docMk/>
          <pc:sldMk cId="584892078" sldId="1408"/>
        </pc:sldMkLst>
        <pc:spChg chg="mod">
          <ac:chgData name="Rosmin Elsa" userId="8f13a6be4da41318" providerId="LiveId" clId="{1245C021-7C3C-4785-B34C-B33D57C7759B}" dt="2025-05-23T03:27:26.958" v="266" actId="255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Rosmin Elsa" userId="8f13a6be4da41318" providerId="LiveId" clId="{1245C021-7C3C-4785-B34C-B33D57C7759B}" dt="2025-05-23T03:27:47.258" v="269" actId="1076"/>
        <pc:sldMkLst>
          <pc:docMk/>
          <pc:sldMk cId="2170825706" sldId="1679"/>
        </pc:sldMkLst>
        <pc:spChg chg="mod">
          <ac:chgData name="Rosmin Elsa" userId="8f13a6be4da41318" providerId="LiveId" clId="{1245C021-7C3C-4785-B34C-B33D57C7759B}" dt="2025-05-23T03:27:47.258" v="269" actId="1076"/>
          <ac:spMkLst>
            <pc:docMk/>
            <pc:sldMk cId="2170825706" sldId="1679"/>
            <ac:spMk id="6" creationId="{0BAD9EF5-2286-3DE3-F2A3-0055009A2470}"/>
          </ac:spMkLst>
        </pc:spChg>
      </pc:sldChg>
      <pc:sldChg chg="modSp mod">
        <pc:chgData name="Rosmin Elsa" userId="8f13a6be4da41318" providerId="LiveId" clId="{1245C021-7C3C-4785-B34C-B33D57C7759B}" dt="2025-05-23T03:24:58.377" v="235" actId="1076"/>
        <pc:sldMkLst>
          <pc:docMk/>
          <pc:sldMk cId="1855311215" sldId="1717"/>
        </pc:sldMkLst>
        <pc:spChg chg="mod">
          <ac:chgData name="Rosmin Elsa" userId="8f13a6be4da41318" providerId="LiveId" clId="{1245C021-7C3C-4785-B34C-B33D57C7759B}" dt="2025-05-23T03:24:58.377" v="235" actId="1076"/>
          <ac:spMkLst>
            <pc:docMk/>
            <pc:sldMk cId="1855311215" sldId="1717"/>
            <ac:spMk id="6" creationId="{E4FE97FC-9AE7-43EF-AF6B-91513CF17463}"/>
          </ac:spMkLst>
        </pc:spChg>
      </pc:sldChg>
      <pc:sldChg chg="modSp mod">
        <pc:chgData name="Rosmin Elsa" userId="8f13a6be4da41318" providerId="LiveId" clId="{1245C021-7C3C-4785-B34C-B33D57C7759B}" dt="2025-05-23T03:25:10.626" v="237" actId="1076"/>
        <pc:sldMkLst>
          <pc:docMk/>
          <pc:sldMk cId="3623190158" sldId="1718"/>
        </pc:sldMkLst>
        <pc:spChg chg="mod">
          <ac:chgData name="Rosmin Elsa" userId="8f13a6be4da41318" providerId="LiveId" clId="{1245C021-7C3C-4785-B34C-B33D57C7759B}" dt="2025-05-23T03:25:10.626" v="237" actId="1076"/>
          <ac:spMkLst>
            <pc:docMk/>
            <pc:sldMk cId="3623190158" sldId="1718"/>
            <ac:spMk id="6" creationId="{D46ED8E9-EFC5-B078-31CE-C33EEFB86088}"/>
          </ac:spMkLst>
        </pc:spChg>
      </pc:sldChg>
      <pc:sldChg chg="modSp mod">
        <pc:chgData name="Rosmin Elsa" userId="8f13a6be4da41318" providerId="LiveId" clId="{1245C021-7C3C-4785-B34C-B33D57C7759B}" dt="2025-05-23T03:25:19.175" v="239" actId="1076"/>
        <pc:sldMkLst>
          <pc:docMk/>
          <pc:sldMk cId="834867061" sldId="1719"/>
        </pc:sldMkLst>
        <pc:spChg chg="mod">
          <ac:chgData name="Rosmin Elsa" userId="8f13a6be4da41318" providerId="LiveId" clId="{1245C021-7C3C-4785-B34C-B33D57C7759B}" dt="2025-05-23T03:25:19.175" v="239" actId="1076"/>
          <ac:spMkLst>
            <pc:docMk/>
            <pc:sldMk cId="834867061" sldId="1719"/>
            <ac:spMk id="6" creationId="{615D3D9E-0E26-5507-8100-27F62BB70B46}"/>
          </ac:spMkLst>
        </pc:spChg>
      </pc:sldChg>
      <pc:sldChg chg="modSp mod">
        <pc:chgData name="Rosmin Elsa" userId="8f13a6be4da41318" providerId="LiveId" clId="{1245C021-7C3C-4785-B34C-B33D57C7759B}" dt="2025-05-23T03:27:22.184" v="265" actId="255"/>
        <pc:sldMkLst>
          <pc:docMk/>
          <pc:sldMk cId="2064210933" sldId="1720"/>
        </pc:sldMkLst>
        <pc:spChg chg="mod">
          <ac:chgData name="Rosmin Elsa" userId="8f13a6be4da41318" providerId="LiveId" clId="{1245C021-7C3C-4785-B34C-B33D57C7759B}" dt="2025-05-23T03:27:22.184" v="265" actId="255"/>
          <ac:spMkLst>
            <pc:docMk/>
            <pc:sldMk cId="2064210933" sldId="1720"/>
            <ac:spMk id="6" creationId="{B4152DEF-C44D-F3DE-EBA3-26946146F649}"/>
          </ac:spMkLst>
        </pc:spChg>
      </pc:sldChg>
      <pc:sldChg chg="modSp mod">
        <pc:chgData name="Rosmin Elsa" userId="8f13a6be4da41318" providerId="LiveId" clId="{1245C021-7C3C-4785-B34C-B33D57C7759B}" dt="2025-05-23T03:27:17.674" v="264" actId="255"/>
        <pc:sldMkLst>
          <pc:docMk/>
          <pc:sldMk cId="2167142579" sldId="1721"/>
        </pc:sldMkLst>
        <pc:spChg chg="mod">
          <ac:chgData name="Rosmin Elsa" userId="8f13a6be4da41318" providerId="LiveId" clId="{1245C021-7C3C-4785-B34C-B33D57C7759B}" dt="2025-05-23T03:27:17.674" v="264" actId="255"/>
          <ac:spMkLst>
            <pc:docMk/>
            <pc:sldMk cId="2167142579" sldId="1721"/>
            <ac:spMk id="6" creationId="{FC225AA2-F9EF-3F49-45FF-C5AFBF4CAC06}"/>
          </ac:spMkLst>
        </pc:spChg>
      </pc:sldChg>
      <pc:sldChg chg="modSp mod">
        <pc:chgData name="Rosmin Elsa" userId="8f13a6be4da41318" providerId="LiveId" clId="{1245C021-7C3C-4785-B34C-B33D57C7759B}" dt="2025-05-23T03:05:15.843" v="125" actId="2711"/>
        <pc:sldMkLst>
          <pc:docMk/>
          <pc:sldMk cId="238183944" sldId="1736"/>
        </pc:sldMkLst>
        <pc:spChg chg="mod">
          <ac:chgData name="Rosmin Elsa" userId="8f13a6be4da41318" providerId="LiveId" clId="{1245C021-7C3C-4785-B34C-B33D57C7759B}" dt="2025-05-23T03:05:15.843" v="125" actId="2711"/>
          <ac:spMkLst>
            <pc:docMk/>
            <pc:sldMk cId="238183944" sldId="1736"/>
            <ac:spMk id="3" creationId="{C8AFC785-92B1-E18B-F377-010FF5EFD6CE}"/>
          </ac:spMkLst>
        </pc:spChg>
      </pc:sldChg>
      <pc:sldChg chg="mod modShow">
        <pc:chgData name="Rosmin Elsa" userId="8f13a6be4da41318" providerId="LiveId" clId="{1245C021-7C3C-4785-B34C-B33D57C7759B}" dt="2025-05-23T02:48:08.401" v="0" actId="729"/>
        <pc:sldMkLst>
          <pc:docMk/>
          <pc:sldMk cId="126902895" sldId="1746"/>
        </pc:sldMkLst>
      </pc:sldChg>
      <pc:sldChg chg="modSp mod">
        <pc:chgData name="Rosmin Elsa" userId="8f13a6be4da41318" providerId="LiveId" clId="{1245C021-7C3C-4785-B34C-B33D57C7759B}" dt="2025-05-23T03:05:10.333" v="124" actId="2711"/>
        <pc:sldMkLst>
          <pc:docMk/>
          <pc:sldMk cId="580689768" sldId="1753"/>
        </pc:sldMkLst>
        <pc:spChg chg="mod">
          <ac:chgData name="Rosmin Elsa" userId="8f13a6be4da41318" providerId="LiveId" clId="{1245C021-7C3C-4785-B34C-B33D57C7759B}" dt="2025-05-23T03:05:10.333" v="124" actId="2711"/>
          <ac:spMkLst>
            <pc:docMk/>
            <pc:sldMk cId="580689768" sldId="1753"/>
            <ac:spMk id="3" creationId="{B14C2473-CAD9-BD5B-821A-A53FB439EB7E}"/>
          </ac:spMkLst>
        </pc:spChg>
        <pc:spChg chg="mod">
          <ac:chgData name="Rosmin Elsa" userId="8f13a6be4da41318" providerId="LiveId" clId="{1245C021-7C3C-4785-B34C-B33D57C7759B}" dt="2025-05-23T03:04:58.168" v="123" actId="20577"/>
          <ac:spMkLst>
            <pc:docMk/>
            <pc:sldMk cId="580689768" sldId="1753"/>
            <ac:spMk id="12" creationId="{A50904DA-CF8D-D943-0658-5D1D89CA20D0}"/>
          </ac:spMkLst>
        </pc:spChg>
      </pc:sldChg>
      <pc:sldChg chg="modSp mod">
        <pc:chgData name="Rosmin Elsa" userId="8f13a6be4da41318" providerId="LiveId" clId="{1245C021-7C3C-4785-B34C-B33D57C7759B}" dt="2025-05-23T03:05:32.382" v="126" actId="1076"/>
        <pc:sldMkLst>
          <pc:docMk/>
          <pc:sldMk cId="2617795131" sldId="1754"/>
        </pc:sldMkLst>
        <pc:spChg chg="mod">
          <ac:chgData name="Rosmin Elsa" userId="8f13a6be4da41318" providerId="LiveId" clId="{1245C021-7C3C-4785-B34C-B33D57C7759B}" dt="2025-05-23T03:05:32.382" v="126" actId="1076"/>
          <ac:spMkLst>
            <pc:docMk/>
            <pc:sldMk cId="2617795131" sldId="1754"/>
            <ac:spMk id="12" creationId="{8C7A45AA-F2FD-1548-47FD-7BC63CACDBF7}"/>
          </ac:spMkLst>
        </pc:spChg>
      </pc:sldChg>
      <pc:sldChg chg="modSp mod">
        <pc:chgData name="Rosmin Elsa" userId="8f13a6be4da41318" providerId="LiveId" clId="{1245C021-7C3C-4785-B34C-B33D57C7759B}" dt="2025-05-23T03:15:00.130" v="213" actId="2711"/>
        <pc:sldMkLst>
          <pc:docMk/>
          <pc:sldMk cId="1847994901" sldId="1755"/>
        </pc:sldMkLst>
        <pc:spChg chg="mod">
          <ac:chgData name="Rosmin Elsa" userId="8f13a6be4da41318" providerId="LiveId" clId="{1245C021-7C3C-4785-B34C-B33D57C7759B}" dt="2025-05-23T03:15:00.130" v="213" actId="2711"/>
          <ac:spMkLst>
            <pc:docMk/>
            <pc:sldMk cId="1847994901" sldId="1755"/>
            <ac:spMk id="6" creationId="{DE952E40-5948-E198-1FDC-C58B3E87F433}"/>
          </ac:spMkLst>
        </pc:spChg>
      </pc:sldChg>
      <pc:sldChg chg="addSp modSp mod">
        <pc:chgData name="Rosmin Elsa" userId="8f13a6be4da41318" providerId="LiveId" clId="{1245C021-7C3C-4785-B34C-B33D57C7759B}" dt="2025-05-23T02:54:38.279" v="41" actId="20577"/>
        <pc:sldMkLst>
          <pc:docMk/>
          <pc:sldMk cId="2611065767" sldId="1756"/>
        </pc:sldMkLst>
        <pc:spChg chg="mod">
          <ac:chgData name="Rosmin Elsa" userId="8f13a6be4da41318" providerId="LiveId" clId="{1245C021-7C3C-4785-B34C-B33D57C7759B}" dt="2025-05-23T02:54:38.279" v="41" actId="20577"/>
          <ac:spMkLst>
            <pc:docMk/>
            <pc:sldMk cId="2611065767" sldId="1756"/>
            <ac:spMk id="3" creationId="{CEC031B6-6071-3458-623D-1F42E9E2A473}"/>
          </ac:spMkLst>
        </pc:spChg>
        <pc:spChg chg="add mod">
          <ac:chgData name="Rosmin Elsa" userId="8f13a6be4da41318" providerId="LiveId" clId="{1245C021-7C3C-4785-B34C-B33D57C7759B}" dt="2025-05-23T02:53:58.661" v="32"/>
          <ac:spMkLst>
            <pc:docMk/>
            <pc:sldMk cId="2611065767" sldId="1756"/>
            <ac:spMk id="4" creationId="{2EB65EBF-9DEF-C972-DF88-EC83AEACFAE5}"/>
          </ac:spMkLst>
        </pc:spChg>
        <pc:picChg chg="add mod">
          <ac:chgData name="Rosmin Elsa" userId="8f13a6be4da41318" providerId="LiveId" clId="{1245C021-7C3C-4785-B34C-B33D57C7759B}" dt="2025-05-23T02:53:58.661" v="32"/>
          <ac:picMkLst>
            <pc:docMk/>
            <pc:sldMk cId="2611065767" sldId="1756"/>
            <ac:picMk id="5" creationId="{FBB65E11-E18D-D32B-FA72-91A79E6F6E23}"/>
          </ac:picMkLst>
        </pc:picChg>
      </pc:sldChg>
      <pc:sldChg chg="addSp modSp mod">
        <pc:chgData name="Rosmin Elsa" userId="8f13a6be4da41318" providerId="LiveId" clId="{1245C021-7C3C-4785-B34C-B33D57C7759B}" dt="2025-05-23T02:58:04.072" v="80" actId="313"/>
        <pc:sldMkLst>
          <pc:docMk/>
          <pc:sldMk cId="2919235249" sldId="1757"/>
        </pc:sldMkLst>
        <pc:spChg chg="mod">
          <ac:chgData name="Rosmin Elsa" userId="8f13a6be4da41318" providerId="LiveId" clId="{1245C021-7C3C-4785-B34C-B33D57C7759B}" dt="2025-05-23T02:58:04.072" v="80" actId="313"/>
          <ac:spMkLst>
            <pc:docMk/>
            <pc:sldMk cId="2919235249" sldId="1757"/>
            <ac:spMk id="3" creationId="{39938211-E8F6-7EDB-73E9-97876BE9E164}"/>
          </ac:spMkLst>
        </pc:spChg>
        <pc:spChg chg="add mod">
          <ac:chgData name="Rosmin Elsa" userId="8f13a6be4da41318" providerId="LiveId" clId="{1245C021-7C3C-4785-B34C-B33D57C7759B}" dt="2025-05-23T02:56:16.564" v="56"/>
          <ac:spMkLst>
            <pc:docMk/>
            <pc:sldMk cId="2919235249" sldId="1757"/>
            <ac:spMk id="4" creationId="{3D52E89C-6A0F-71F9-5C6A-4C4C9BA18032}"/>
          </ac:spMkLst>
        </pc:spChg>
        <pc:picChg chg="add mod">
          <ac:chgData name="Rosmin Elsa" userId="8f13a6be4da41318" providerId="LiveId" clId="{1245C021-7C3C-4785-B34C-B33D57C7759B}" dt="2025-05-23T02:56:16.564" v="56"/>
          <ac:picMkLst>
            <pc:docMk/>
            <pc:sldMk cId="2919235249" sldId="1757"/>
            <ac:picMk id="5" creationId="{B191AE6C-F149-0506-50C3-4BBCD3BDB47F}"/>
          </ac:picMkLst>
        </pc:picChg>
      </pc:sldChg>
      <pc:sldChg chg="addSp modSp mod">
        <pc:chgData name="Rosmin Elsa" userId="8f13a6be4da41318" providerId="LiveId" clId="{1245C021-7C3C-4785-B34C-B33D57C7759B}" dt="2025-05-23T02:58:18.416" v="81" actId="1076"/>
        <pc:sldMkLst>
          <pc:docMk/>
          <pc:sldMk cId="3170314632" sldId="1758"/>
        </pc:sldMkLst>
        <pc:spChg chg="mod">
          <ac:chgData name="Rosmin Elsa" userId="8f13a6be4da41318" providerId="LiveId" clId="{1245C021-7C3C-4785-B34C-B33D57C7759B}" dt="2025-05-23T02:56:58.280" v="68" actId="120"/>
          <ac:spMkLst>
            <pc:docMk/>
            <pc:sldMk cId="3170314632" sldId="1758"/>
            <ac:spMk id="2" creationId="{F4ED550D-DE63-7F16-5AC8-10E09E9658C8}"/>
          </ac:spMkLst>
        </pc:spChg>
        <pc:spChg chg="mod">
          <ac:chgData name="Rosmin Elsa" userId="8f13a6be4da41318" providerId="LiveId" clId="{1245C021-7C3C-4785-B34C-B33D57C7759B}" dt="2025-05-23T02:58:18.416" v="81" actId="1076"/>
          <ac:spMkLst>
            <pc:docMk/>
            <pc:sldMk cId="3170314632" sldId="1758"/>
            <ac:spMk id="3" creationId="{E173BAD4-6F5F-238C-60C7-47DDE41C5E56}"/>
          </ac:spMkLst>
        </pc:spChg>
        <pc:spChg chg="add mod">
          <ac:chgData name="Rosmin Elsa" userId="8f13a6be4da41318" providerId="LiveId" clId="{1245C021-7C3C-4785-B34C-B33D57C7759B}" dt="2025-05-23T02:56:49.165" v="63"/>
          <ac:spMkLst>
            <pc:docMk/>
            <pc:sldMk cId="3170314632" sldId="1758"/>
            <ac:spMk id="4" creationId="{E68D64E6-74D7-9358-BAD5-7AB4DEE3471B}"/>
          </ac:spMkLst>
        </pc:spChg>
        <pc:picChg chg="add mod">
          <ac:chgData name="Rosmin Elsa" userId="8f13a6be4da41318" providerId="LiveId" clId="{1245C021-7C3C-4785-B34C-B33D57C7759B}" dt="2025-05-23T02:56:49.165" v="63"/>
          <ac:picMkLst>
            <pc:docMk/>
            <pc:sldMk cId="3170314632" sldId="1758"/>
            <ac:picMk id="5" creationId="{96458B43-6C3A-FCFF-8724-AE875DA2A445}"/>
          </ac:picMkLst>
        </pc:picChg>
      </pc:sldChg>
      <pc:sldChg chg="addSp modSp mod">
        <pc:chgData name="Rosmin Elsa" userId="8f13a6be4da41318" providerId="LiveId" clId="{1245C021-7C3C-4785-B34C-B33D57C7759B}" dt="2025-05-23T02:59:40.889" v="98" actId="1076"/>
        <pc:sldMkLst>
          <pc:docMk/>
          <pc:sldMk cId="3455854711" sldId="1759"/>
        </pc:sldMkLst>
        <pc:spChg chg="mod">
          <ac:chgData name="Rosmin Elsa" userId="8f13a6be4da41318" providerId="LiveId" clId="{1245C021-7C3C-4785-B34C-B33D57C7759B}" dt="2025-05-23T02:59:40.889" v="98" actId="1076"/>
          <ac:spMkLst>
            <pc:docMk/>
            <pc:sldMk cId="3455854711" sldId="1759"/>
            <ac:spMk id="3" creationId="{2CC05795-1C58-16D4-6EF7-FA2A050FA156}"/>
          </ac:spMkLst>
        </pc:spChg>
        <pc:spChg chg="add mod">
          <ac:chgData name="Rosmin Elsa" userId="8f13a6be4da41318" providerId="LiveId" clId="{1245C021-7C3C-4785-B34C-B33D57C7759B}" dt="2025-05-23T02:59:12.338" v="93"/>
          <ac:spMkLst>
            <pc:docMk/>
            <pc:sldMk cId="3455854711" sldId="1759"/>
            <ac:spMk id="4" creationId="{5D1AE6C7-F6B6-D6EA-7B72-C9A4D5A8A25E}"/>
          </ac:spMkLst>
        </pc:spChg>
        <pc:spChg chg="add mod">
          <ac:chgData name="Rosmin Elsa" userId="8f13a6be4da41318" providerId="LiveId" clId="{1245C021-7C3C-4785-B34C-B33D57C7759B}" dt="2025-05-23T02:59:19.530" v="94"/>
          <ac:spMkLst>
            <pc:docMk/>
            <pc:sldMk cId="3455854711" sldId="1759"/>
            <ac:spMk id="5" creationId="{E93B2639-628B-ADF9-BE57-1703F6A6F61E}"/>
          </ac:spMkLst>
        </pc:spChg>
        <pc:picChg chg="add mod">
          <ac:chgData name="Rosmin Elsa" userId="8f13a6be4da41318" providerId="LiveId" clId="{1245C021-7C3C-4785-B34C-B33D57C7759B}" dt="2025-05-23T02:59:19.530" v="94"/>
          <ac:picMkLst>
            <pc:docMk/>
            <pc:sldMk cId="3455854711" sldId="1759"/>
            <ac:picMk id="9" creationId="{0731E45A-4336-4B3C-A245-9C2DDF7917C5}"/>
          </ac:picMkLst>
        </pc:picChg>
      </pc:sldChg>
      <pc:sldChg chg="modSp mod">
        <pc:chgData name="Rosmin Elsa" userId="8f13a6be4da41318" providerId="LiveId" clId="{1245C021-7C3C-4785-B34C-B33D57C7759B}" dt="2025-05-23T03:02:42.471" v="116" actId="1076"/>
        <pc:sldMkLst>
          <pc:docMk/>
          <pc:sldMk cId="2779074501" sldId="1760"/>
        </pc:sldMkLst>
        <pc:spChg chg="mod">
          <ac:chgData name="Rosmin Elsa" userId="8f13a6be4da41318" providerId="LiveId" clId="{1245C021-7C3C-4785-B34C-B33D57C7759B}" dt="2025-05-23T03:02:42.471" v="116" actId="1076"/>
          <ac:spMkLst>
            <pc:docMk/>
            <pc:sldMk cId="2779074501" sldId="1760"/>
            <ac:spMk id="12" creationId="{A7577C24-7787-7213-4DA1-5B67DF6D3AD2}"/>
          </ac:spMkLst>
        </pc:spChg>
      </pc:sldChg>
      <pc:sldChg chg="modSp mod">
        <pc:chgData name="Rosmin Elsa" userId="8f13a6be4da41318" providerId="LiveId" clId="{1245C021-7C3C-4785-B34C-B33D57C7759B}" dt="2025-05-23T03:03:23.008" v="122" actId="1076"/>
        <pc:sldMkLst>
          <pc:docMk/>
          <pc:sldMk cId="4020765564" sldId="1761"/>
        </pc:sldMkLst>
        <pc:spChg chg="mod">
          <ac:chgData name="Rosmin Elsa" userId="8f13a6be4da41318" providerId="LiveId" clId="{1245C021-7C3C-4785-B34C-B33D57C7759B}" dt="2025-05-23T03:03:23.008" v="122" actId="1076"/>
          <ac:spMkLst>
            <pc:docMk/>
            <pc:sldMk cId="4020765564" sldId="1761"/>
            <ac:spMk id="12" creationId="{FADB9AFD-F763-CDAC-49BB-4A6CB0624CA1}"/>
          </ac:spMkLst>
        </pc:spChg>
      </pc:sldChg>
      <pc:sldChg chg="addSp modSp mod">
        <pc:chgData name="Rosmin Elsa" userId="8f13a6be4da41318" providerId="LiveId" clId="{1245C021-7C3C-4785-B34C-B33D57C7759B}" dt="2025-05-23T02:55:42.446" v="48" actId="14100"/>
        <pc:sldMkLst>
          <pc:docMk/>
          <pc:sldMk cId="3586759035" sldId="1762"/>
        </pc:sldMkLst>
        <pc:spChg chg="add mod">
          <ac:chgData name="Rosmin Elsa" userId="8f13a6be4da41318" providerId="LiveId" clId="{1245C021-7C3C-4785-B34C-B33D57C7759B}" dt="2025-05-23T02:55:34.217" v="47"/>
          <ac:spMkLst>
            <pc:docMk/>
            <pc:sldMk cId="3586759035" sldId="1762"/>
            <ac:spMk id="3" creationId="{CCD5D4A9-C370-038A-A127-FF27242CB21F}"/>
          </ac:spMkLst>
        </pc:spChg>
        <pc:spChg chg="mod">
          <ac:chgData name="Rosmin Elsa" userId="8f13a6be4da41318" providerId="LiveId" clId="{1245C021-7C3C-4785-B34C-B33D57C7759B}" dt="2025-05-23T02:55:42.446" v="48" actId="14100"/>
          <ac:spMkLst>
            <pc:docMk/>
            <pc:sldMk cId="3586759035" sldId="1762"/>
            <ac:spMk id="10" creationId="{2D5D236F-63D9-0883-453F-499BFEA885AD}"/>
          </ac:spMkLst>
        </pc:spChg>
        <pc:picChg chg="add mod">
          <ac:chgData name="Rosmin Elsa" userId="8f13a6be4da41318" providerId="LiveId" clId="{1245C021-7C3C-4785-B34C-B33D57C7759B}" dt="2025-05-23T02:55:34.217" v="47"/>
          <ac:picMkLst>
            <pc:docMk/>
            <pc:sldMk cId="3586759035" sldId="1762"/>
            <ac:picMk id="4" creationId="{82DB2BB6-5406-7BAD-C456-F5F52F9A1809}"/>
          </ac:picMkLst>
        </pc:picChg>
      </pc:sldChg>
      <pc:sldChg chg="addSp delSp modSp mod">
        <pc:chgData name="Rosmin Elsa" userId="8f13a6be4da41318" providerId="LiveId" clId="{1245C021-7C3C-4785-B34C-B33D57C7759B}" dt="2025-05-23T02:56:02.931" v="53"/>
        <pc:sldMkLst>
          <pc:docMk/>
          <pc:sldMk cId="2846401476" sldId="1763"/>
        </pc:sldMkLst>
        <pc:spChg chg="add mod">
          <ac:chgData name="Rosmin Elsa" userId="8f13a6be4da41318" providerId="LiveId" clId="{1245C021-7C3C-4785-B34C-B33D57C7759B}" dt="2025-05-23T02:55:50.489" v="50"/>
          <ac:spMkLst>
            <pc:docMk/>
            <pc:sldMk cId="2846401476" sldId="1763"/>
            <ac:spMk id="3" creationId="{77D948B7-6CB7-0D7A-108B-D9F5CA721D03}"/>
          </ac:spMkLst>
        </pc:spChg>
        <pc:spChg chg="add mod">
          <ac:chgData name="Rosmin Elsa" userId="8f13a6be4da41318" providerId="LiveId" clId="{1245C021-7C3C-4785-B34C-B33D57C7759B}" dt="2025-05-23T02:55:54.021" v="52"/>
          <ac:spMkLst>
            <pc:docMk/>
            <pc:sldMk cId="2846401476" sldId="1763"/>
            <ac:spMk id="4" creationId="{45F6C05C-C4F8-8914-27DF-AB6CD52EB601}"/>
          </ac:spMkLst>
        </pc:spChg>
        <pc:spChg chg="add mod">
          <ac:chgData name="Rosmin Elsa" userId="8f13a6be4da41318" providerId="LiveId" clId="{1245C021-7C3C-4785-B34C-B33D57C7759B}" dt="2025-05-23T02:56:02.931" v="53"/>
          <ac:spMkLst>
            <pc:docMk/>
            <pc:sldMk cId="2846401476" sldId="1763"/>
            <ac:spMk id="5" creationId="{8BB06CEA-C970-F028-3227-5AC6D7E75841}"/>
          </ac:spMkLst>
        </pc:spChg>
        <pc:spChg chg="del mod">
          <ac:chgData name="Rosmin Elsa" userId="8f13a6be4da41318" providerId="LiveId" clId="{1245C021-7C3C-4785-B34C-B33D57C7759B}" dt="2025-05-23T02:55:53.622" v="51" actId="478"/>
          <ac:spMkLst>
            <pc:docMk/>
            <pc:sldMk cId="2846401476" sldId="1763"/>
            <ac:spMk id="10" creationId="{34AF844C-3038-9AD1-ECB7-9F30242543E7}"/>
          </ac:spMkLst>
        </pc:spChg>
        <pc:picChg chg="add mod">
          <ac:chgData name="Rosmin Elsa" userId="8f13a6be4da41318" providerId="LiveId" clId="{1245C021-7C3C-4785-B34C-B33D57C7759B}" dt="2025-05-23T02:56:02.931" v="53"/>
          <ac:picMkLst>
            <pc:docMk/>
            <pc:sldMk cId="2846401476" sldId="1763"/>
            <ac:picMk id="9" creationId="{03AC2437-B809-4118-B072-1161D3845875}"/>
          </ac:picMkLst>
        </pc:picChg>
      </pc:sldChg>
      <pc:sldChg chg="addSp delSp modSp mod">
        <pc:chgData name="Rosmin Elsa" userId="8f13a6be4da41318" providerId="LiveId" clId="{1245C021-7C3C-4785-B34C-B33D57C7759B}" dt="2025-05-23T02:58:55.504" v="89"/>
        <pc:sldMkLst>
          <pc:docMk/>
          <pc:sldMk cId="3470077888" sldId="1764"/>
        </pc:sldMkLst>
        <pc:spChg chg="add mod">
          <ac:chgData name="Rosmin Elsa" userId="8f13a6be4da41318" providerId="LiveId" clId="{1245C021-7C3C-4785-B34C-B33D57C7759B}" dt="2025-05-23T02:53:04.276" v="25"/>
          <ac:spMkLst>
            <pc:docMk/>
            <pc:sldMk cId="3470077888" sldId="1764"/>
            <ac:spMk id="3" creationId="{C783E226-16DE-AC5E-BC4D-6EE5BB0D8188}"/>
          </ac:spMkLst>
        </pc:spChg>
        <pc:spChg chg="add del mod">
          <ac:chgData name="Rosmin Elsa" userId="8f13a6be4da41318" providerId="LiveId" clId="{1245C021-7C3C-4785-B34C-B33D57C7759B}" dt="2025-05-23T02:58:55.053" v="88" actId="478"/>
          <ac:spMkLst>
            <pc:docMk/>
            <pc:sldMk cId="3470077888" sldId="1764"/>
            <ac:spMk id="4" creationId="{56F31682-1CE4-1D01-1368-BC1771408945}"/>
          </ac:spMkLst>
        </pc:spChg>
        <pc:spChg chg="add mod">
          <ac:chgData name="Rosmin Elsa" userId="8f13a6be4da41318" providerId="LiveId" clId="{1245C021-7C3C-4785-B34C-B33D57C7759B}" dt="2025-05-23T02:58:40.202" v="86"/>
          <ac:spMkLst>
            <pc:docMk/>
            <pc:sldMk cId="3470077888" sldId="1764"/>
            <ac:spMk id="5" creationId="{20A3C8DC-B96F-4766-476D-C2C70C43FD6E}"/>
          </ac:spMkLst>
        </pc:spChg>
        <pc:spChg chg="add del">
          <ac:chgData name="Rosmin Elsa" userId="8f13a6be4da41318" providerId="LiveId" clId="{1245C021-7C3C-4785-B34C-B33D57C7759B}" dt="2025-05-23T02:53:11.762" v="27" actId="478"/>
          <ac:spMkLst>
            <pc:docMk/>
            <pc:sldMk cId="3470077888" sldId="1764"/>
            <ac:spMk id="10" creationId="{1517E44A-B109-7B89-1EE1-78A7C6AC57A1}"/>
          </ac:spMkLst>
        </pc:spChg>
        <pc:spChg chg="add mod">
          <ac:chgData name="Rosmin Elsa" userId="8f13a6be4da41318" providerId="LiveId" clId="{1245C021-7C3C-4785-B34C-B33D57C7759B}" dt="2025-05-23T02:58:55.504" v="89"/>
          <ac:spMkLst>
            <pc:docMk/>
            <pc:sldMk cId="3470077888" sldId="1764"/>
            <ac:spMk id="11" creationId="{E5FFE4B1-E010-CD26-0CA7-0BE1CB5B93AC}"/>
          </ac:spMkLst>
        </pc:spChg>
        <pc:picChg chg="add mod">
          <ac:chgData name="Rosmin Elsa" userId="8f13a6be4da41318" providerId="LiveId" clId="{1245C021-7C3C-4785-B34C-B33D57C7759B}" dt="2025-05-23T02:58:40.202" v="86"/>
          <ac:picMkLst>
            <pc:docMk/>
            <pc:sldMk cId="3470077888" sldId="1764"/>
            <ac:picMk id="9" creationId="{D4A566C3-78AA-4E85-068D-B2854CB0D57B}"/>
          </ac:picMkLst>
        </pc:picChg>
      </pc:sldChg>
      <pc:sldChg chg="addSp delSp modSp mod">
        <pc:chgData name="Rosmin Elsa" userId="8f13a6be4da41318" providerId="LiveId" clId="{1245C021-7C3C-4785-B34C-B33D57C7759B}" dt="2025-05-23T02:59:55.810" v="100"/>
        <pc:sldMkLst>
          <pc:docMk/>
          <pc:sldMk cId="3110100727" sldId="1765"/>
        </pc:sldMkLst>
        <pc:spChg chg="add del mod">
          <ac:chgData name="Rosmin Elsa" userId="8f13a6be4da41318" providerId="LiveId" clId="{1245C021-7C3C-4785-B34C-B33D57C7759B}" dt="2025-05-23T02:59:55.138" v="99" actId="478"/>
          <ac:spMkLst>
            <pc:docMk/>
            <pc:sldMk cId="3110100727" sldId="1765"/>
            <ac:spMk id="3" creationId="{BC7C9723-B7A3-A2CF-54ED-00E57B6CFA28}"/>
          </ac:spMkLst>
        </pc:spChg>
        <pc:spChg chg="add mod">
          <ac:chgData name="Rosmin Elsa" userId="8f13a6be4da41318" providerId="LiveId" clId="{1245C021-7C3C-4785-B34C-B33D57C7759B}" dt="2025-05-23T02:59:55.810" v="100"/>
          <ac:spMkLst>
            <pc:docMk/>
            <pc:sldMk cId="3110100727" sldId="1765"/>
            <ac:spMk id="4" creationId="{D3EF7432-4BB6-9935-E689-926777433F54}"/>
          </ac:spMkLst>
        </pc:spChg>
        <pc:spChg chg="add mod">
          <ac:chgData name="Rosmin Elsa" userId="8f13a6be4da41318" providerId="LiveId" clId="{1245C021-7C3C-4785-B34C-B33D57C7759B}" dt="2025-05-23T02:59:55.810" v="100"/>
          <ac:spMkLst>
            <pc:docMk/>
            <pc:sldMk cId="3110100727" sldId="1765"/>
            <ac:spMk id="9" creationId="{86F51153-8671-F045-0CD4-2908178AC4A3}"/>
          </ac:spMkLst>
        </pc:spChg>
        <pc:spChg chg="del">
          <ac:chgData name="Rosmin Elsa" userId="8f13a6be4da41318" providerId="LiveId" clId="{1245C021-7C3C-4785-B34C-B33D57C7759B}" dt="2025-05-23T02:53:23.124" v="29" actId="478"/>
          <ac:spMkLst>
            <pc:docMk/>
            <pc:sldMk cId="3110100727" sldId="1765"/>
            <ac:spMk id="10" creationId="{B0268129-9C8C-B1FF-2E3C-EEA79A07C65A}"/>
          </ac:spMkLst>
        </pc:spChg>
        <pc:picChg chg="add mod">
          <ac:chgData name="Rosmin Elsa" userId="8f13a6be4da41318" providerId="LiveId" clId="{1245C021-7C3C-4785-B34C-B33D57C7759B}" dt="2025-05-23T02:59:55.810" v="100"/>
          <ac:picMkLst>
            <pc:docMk/>
            <pc:sldMk cId="3110100727" sldId="1765"/>
            <ac:picMk id="5" creationId="{0917721E-3A7C-8792-F847-850E2B4B8165}"/>
          </ac:picMkLst>
        </pc:picChg>
      </pc:sldChg>
      <pc:sldChg chg="modSp mod">
        <pc:chgData name="Rosmin Elsa" userId="8f13a6be4da41318" providerId="LiveId" clId="{1245C021-7C3C-4785-B34C-B33D57C7759B}" dt="2025-05-23T02:48:47.130" v="9" actId="6549"/>
        <pc:sldMkLst>
          <pc:docMk/>
          <pc:sldMk cId="3489054694" sldId="1768"/>
        </pc:sldMkLst>
        <pc:spChg chg="mod">
          <ac:chgData name="Rosmin Elsa" userId="8f13a6be4da41318" providerId="LiveId" clId="{1245C021-7C3C-4785-B34C-B33D57C7759B}" dt="2025-05-23T02:48:47.130" v="9" actId="6549"/>
          <ac:spMkLst>
            <pc:docMk/>
            <pc:sldMk cId="3489054694" sldId="1768"/>
            <ac:spMk id="4" creationId="{78D3384D-F204-92CC-5F27-365C0BB8F4F4}"/>
          </ac:spMkLst>
        </pc:spChg>
      </pc:sldChg>
    </pc:docChg>
  </pc:docChgLst>
  <pc:docChgLst>
    <pc:chgData name="Rosmin Elsa" userId="8f13a6be4da41318" providerId="Windows Live" clId="Web-{30FC3EF4-E9A1-2E4B-BBA4-75A654119575}"/>
    <pc:docChg chg="modSld">
      <pc:chgData name="Rosmin Elsa" userId="8f13a6be4da41318" providerId="Windows Live" clId="Web-{30FC3EF4-E9A1-2E4B-BBA4-75A654119575}" dt="2025-05-23T02:47:37.131" v="20" actId="20577"/>
      <pc:docMkLst>
        <pc:docMk/>
      </pc:docMkLst>
      <pc:sldChg chg="modSp">
        <pc:chgData name="Rosmin Elsa" userId="8f13a6be4da41318" providerId="Windows Live" clId="Web-{30FC3EF4-E9A1-2E4B-BBA4-75A654119575}" dt="2025-05-23T02:46:53.692" v="16" actId="20577"/>
        <pc:sldMkLst>
          <pc:docMk/>
          <pc:sldMk cId="2716954731" sldId="1390"/>
        </pc:sldMkLst>
        <pc:spChg chg="mod">
          <ac:chgData name="Rosmin Elsa" userId="8f13a6be4da41318" providerId="Windows Live" clId="Web-{30FC3EF4-E9A1-2E4B-BBA4-75A654119575}" dt="2025-05-23T02:46:53.692" v="16" actId="20577"/>
          <ac:spMkLst>
            <pc:docMk/>
            <pc:sldMk cId="2716954731" sldId="1390"/>
            <ac:spMk id="4" creationId="{729E3D05-60AB-858C-F192-3C3B913C9C54}"/>
          </ac:spMkLst>
        </pc:spChg>
      </pc:sldChg>
      <pc:sldChg chg="modSp">
        <pc:chgData name="Rosmin Elsa" userId="8f13a6be4da41318" providerId="Windows Live" clId="Web-{30FC3EF4-E9A1-2E4B-BBA4-75A654119575}" dt="2025-05-23T02:46:14.207" v="10" actId="20577"/>
        <pc:sldMkLst>
          <pc:docMk/>
          <pc:sldMk cId="2730798126" sldId="1748"/>
        </pc:sldMkLst>
        <pc:spChg chg="mod">
          <ac:chgData name="Rosmin Elsa" userId="8f13a6be4da41318" providerId="Windows Live" clId="Web-{30FC3EF4-E9A1-2E4B-BBA4-75A654119575}" dt="2025-05-23T02:46:14.207" v="10" actId="20577"/>
          <ac:spMkLst>
            <pc:docMk/>
            <pc:sldMk cId="2730798126" sldId="1748"/>
            <ac:spMk id="7" creationId="{0059B877-BFFD-5E72-BCE7-AFA5988F212E}"/>
          </ac:spMkLst>
        </pc:spChg>
      </pc:sldChg>
      <pc:sldChg chg="modSp">
        <pc:chgData name="Rosmin Elsa" userId="8f13a6be4da41318" providerId="Windows Live" clId="Web-{30FC3EF4-E9A1-2E4B-BBA4-75A654119575}" dt="2025-05-23T02:47:37.131" v="20" actId="20577"/>
        <pc:sldMkLst>
          <pc:docMk/>
          <pc:sldMk cId="1078927608" sldId="1767"/>
        </pc:sldMkLst>
        <pc:spChg chg="mod">
          <ac:chgData name="Rosmin Elsa" userId="8f13a6be4da41318" providerId="Windows Live" clId="Web-{30FC3EF4-E9A1-2E4B-BBA4-75A654119575}" dt="2025-05-23T02:47:37.131" v="20" actId="20577"/>
          <ac:spMkLst>
            <pc:docMk/>
            <pc:sldMk cId="1078927608" sldId="1767"/>
            <ac:spMk id="4" creationId="{64A32948-8331-B1A8-44B3-4EA959FEA7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24/05/2025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015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5713-C83D-B722-9469-8BAA9EC2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C960A-F36B-0754-DFDA-2D95DC87F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22563-28F8-1BDD-67D3-34FAE11A3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5BE61-7DEB-4C34-5C58-F8E12E80D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74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B2FF-06BE-A31A-9C4C-A4D24202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2B711-4A6F-0564-F703-E52B950F3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5D25B-8F7D-0C2E-0030-3A2E1EEA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865D9-CFDE-DA31-6C55-CE8FD55A1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352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C3F0-2624-8CC8-BB84-10F805FE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D5C88-B0A0-783D-4899-F5748D44E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149F0-C952-9F7C-BAF6-81432857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3AA8-7FFC-1BBB-50E3-BCC143707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128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08B3-130F-1FBA-028C-C5B6C916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BBB0B-8673-A18A-7368-6FABE0E0D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66302-9F6F-2C14-DF5D-41117E496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5168F-26A1-A039-4E8E-D21229706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69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tPD24Bvn38?si=lDz_SLj-koCZ7NZz" TargetMode="External"/><Relationship Id="rId2" Type="http://schemas.openxmlformats.org/officeDocument/2006/relationships/hyperlink" Target="https://youtu.be/kfvCZ_4JEqk?si=jEtImbm3zgO_1k70" TargetMode="External"/><Relationship Id="rId1" Type="http://schemas.openxmlformats.org/officeDocument/2006/relationships/slideLayout" Target="../slideLayouts/slideLayout39.xml"/><Relationship Id="rId4" Type="http://schemas.openxmlformats.org/officeDocument/2006/relationships/hyperlink" Target="https://youtu.be/ibqgZxWa6bM?si=Zq2hQKVOyG6aKn1X659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3B4F11A-5246-61F4-CDCC-B144B10F3F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263951" y="620193"/>
            <a:ext cx="8804635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/>
              <a:t>Opening:23 :To God be the glory</a:t>
            </a:r>
          </a:p>
          <a:p>
            <a:pPr algn="ctr"/>
            <a:r>
              <a:rPr lang="en-SG"/>
              <a:t>B/A:562 The Lord’s my Shepherd v1</a:t>
            </a:r>
          </a:p>
          <a:p>
            <a:pPr algn="ctr"/>
            <a:r>
              <a:rPr lang="en-SG"/>
              <a:t>Offertory Nothing is impossible </a:t>
            </a:r>
            <a:r>
              <a:rPr lang="en-SG">
                <a:hlinkClick r:id="rId2"/>
              </a:rPr>
              <a:t>https://youtu.be/kfvCZ_4JEqk?si=jEtImbm3zgO_1k70</a:t>
            </a:r>
            <a:endParaRPr lang="en-SG"/>
          </a:p>
          <a:p>
            <a:pPr algn="ctr"/>
            <a:r>
              <a:rPr lang="en-SG"/>
              <a:t>Confession: Lord Jesus think on Me</a:t>
            </a:r>
          </a:p>
          <a:p>
            <a:pPr algn="ctr"/>
            <a:r>
              <a:rPr lang="en-SG"/>
              <a:t> </a:t>
            </a:r>
            <a:r>
              <a:rPr lang="en-SG">
                <a:hlinkClick r:id="rId3"/>
              </a:rPr>
              <a:t>https://youtu.be/gtPD24Bvn38?si=lDz_SLj-koCZ7NZz</a:t>
            </a:r>
            <a:endParaRPr lang="en-SG"/>
          </a:p>
          <a:p>
            <a:pPr algn="ctr"/>
            <a:endParaRPr lang="en-SG"/>
          </a:p>
          <a:p>
            <a:pPr algn="ctr"/>
            <a:r>
              <a:rPr lang="en-SG"/>
              <a:t>Communion</a:t>
            </a:r>
          </a:p>
          <a:p>
            <a:pPr algn="ctr"/>
            <a:r>
              <a:rPr lang="en-SG"/>
              <a:t>Lord Jesus think on me</a:t>
            </a:r>
          </a:p>
          <a:p>
            <a:pPr algn="ctr"/>
            <a:r>
              <a:rPr lang="en-SG"/>
              <a:t>904 No not one </a:t>
            </a:r>
          </a:p>
          <a:p>
            <a:pPr algn="ctr"/>
            <a:r>
              <a:rPr lang="en-SG"/>
              <a:t>873 Blessed Assurance</a:t>
            </a:r>
          </a:p>
          <a:p>
            <a:pPr algn="ctr"/>
            <a:r>
              <a:rPr lang="en-SG"/>
              <a:t>726 </a:t>
            </a:r>
            <a:r>
              <a:rPr lang="en-SG" err="1"/>
              <a:t>Peace,perfect</a:t>
            </a:r>
            <a:r>
              <a:rPr lang="en-SG"/>
              <a:t> peace </a:t>
            </a:r>
            <a:r>
              <a:rPr lang="en-SG">
                <a:hlinkClick r:id="rId4"/>
              </a:rPr>
              <a:t>https://youtu.be/ibqgZxWa6bM?si=Zq2hQKVOyG6aKn1X659</a:t>
            </a:r>
            <a:endParaRPr lang="en-SG"/>
          </a:p>
          <a:p>
            <a:pPr algn="ctr"/>
            <a:r>
              <a:rPr lang="en-SG"/>
              <a:t> </a:t>
            </a:r>
          </a:p>
          <a:p>
            <a:pPr algn="ctr"/>
            <a:r>
              <a:rPr lang="en-SG"/>
              <a:t>My Jesus I love Thee</a:t>
            </a:r>
          </a:p>
          <a:p>
            <a:pPr algn="ctr"/>
            <a:r>
              <a:rPr lang="en-SG"/>
              <a:t>319 What a friend </a:t>
            </a:r>
          </a:p>
          <a:p>
            <a:pPr algn="ctr"/>
            <a:r>
              <a:rPr lang="en-SG"/>
              <a:t>Closing:194Holy Spirit faithful guide v1</a:t>
            </a:r>
            <a:endParaRPr lang="en-US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9F8DE-FB1A-EE60-E68A-7C0B9103CFE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A004-2D95-7189-3292-69B28774C4B9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/>
              <a:t>&lt;Unison&gt;</a:t>
            </a:r>
            <a:endParaRPr lang="en-US" sz="20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sz="4800">
                <a:solidFill>
                  <a:schemeClr val="bg1"/>
                </a:solidFill>
              </a:rPr>
              <a:t>Hymn No 23</a:t>
            </a:r>
            <a:endParaRPr lang="en-US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51848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To God be the glory, Great things He hath done; </a:t>
            </a:r>
          </a:p>
          <a:p>
            <a:pPr algn="ctr"/>
            <a:r>
              <a:rPr lang="en-SG" sz="2800">
                <a:cs typeface="Segoe UI"/>
              </a:rPr>
              <a:t>So loved He the world , That He gave us His Son; </a:t>
            </a:r>
          </a:p>
          <a:p>
            <a:pPr algn="ctr"/>
            <a:r>
              <a:rPr lang="en-SG" sz="2800">
                <a:cs typeface="Segoe UI"/>
              </a:rPr>
              <a:t>Who yielded His life an atonement for sin; </a:t>
            </a:r>
          </a:p>
          <a:p>
            <a:pPr algn="ctr"/>
            <a:r>
              <a:rPr lang="en-SG" sz="2800">
                <a:cs typeface="Segoe UI"/>
              </a:rPr>
              <a:t>And opened the Life Gate that all may go in</a:t>
            </a:r>
            <a:endParaRPr lang="en-US" sz="280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6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E3D05-60AB-858C-F192-3C3B913C9C54}"/>
              </a:ext>
            </a:extLst>
          </p:cNvPr>
          <p:cNvSpPr txBox="1"/>
          <p:nvPr/>
        </p:nvSpPr>
        <p:spPr>
          <a:xfrm>
            <a:off x="51848" y="1232922"/>
            <a:ext cx="904030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Praise the Lord! </a:t>
            </a:r>
            <a:r>
              <a:rPr lang="en-SG" sz="2800" i="1">
                <a:solidFill>
                  <a:srgbClr val="C00000"/>
                </a:solidFill>
                <a:cs typeface="Segoe UI"/>
              </a:rPr>
              <a:t>Praise the Lord!</a:t>
            </a:r>
            <a:endParaRPr lang="en-US"/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earth hear His voice;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Praise the Lord! Praise the Lord!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people rejoice</a:t>
            </a:r>
            <a:br>
              <a:rPr lang="en-SG" sz="2800" i="1">
                <a:solidFill>
                  <a:srgbClr val="C00000"/>
                </a:solidFill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cs typeface="Segoe UI"/>
              </a:rPr>
              <a:t>O Come to the Father, Thru Jesus the Son </a:t>
            </a:r>
            <a:endParaRPr lang="en-US" sz="2800">
              <a:solidFill>
                <a:srgbClr val="000000"/>
              </a:solidFill>
              <a:cs typeface="Segoe UI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And give Him the glory, Great things He hath done!</a:t>
            </a:r>
            <a:endParaRPr lang="en-US" sz="2800">
              <a:solidFill>
                <a:srgbClr val="000000"/>
              </a:solidFill>
              <a:cs typeface="Segoe UI"/>
            </a:endParaRPr>
          </a:p>
          <a:p>
            <a:pPr algn="ctr"/>
            <a:endParaRPr lang="en-SG" sz="2800" i="1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AE40-5381-8F42-0742-444E04F1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0454-B867-A5F9-F59A-4E3AB0C3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1B5A22C-E268-6869-AF78-342570B063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73A15-1D4E-D0E2-8BF7-AE68BC5C8C23}"/>
              </a:ext>
            </a:extLst>
          </p:cNvPr>
          <p:cNvSpPr txBox="1"/>
          <p:nvPr/>
        </p:nvSpPr>
        <p:spPr>
          <a:xfrm>
            <a:off x="51848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Oh perfect redemption,  the purchase of blood;</a:t>
            </a:r>
          </a:p>
          <a:p>
            <a:pPr algn="ctr"/>
            <a:r>
              <a:rPr lang="en-SG" sz="2800"/>
              <a:t>To </a:t>
            </a:r>
            <a:r>
              <a:rPr lang="en-SG" sz="2800" err="1"/>
              <a:t>ev’ry</a:t>
            </a:r>
            <a:r>
              <a:rPr lang="en-SG" sz="2800"/>
              <a:t> believer the promise of God; </a:t>
            </a:r>
          </a:p>
          <a:p>
            <a:pPr algn="ctr"/>
            <a:r>
              <a:rPr lang="en-SG" sz="2800"/>
              <a:t>The vilest offender who truly believes; </a:t>
            </a:r>
          </a:p>
          <a:p>
            <a:pPr algn="ctr"/>
            <a:r>
              <a:rPr lang="en-SG" sz="2800"/>
              <a:t>That moment from Jesus a pardon receives </a:t>
            </a:r>
            <a:endParaRPr lang="en-US" sz="28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517E9-30DA-523D-9438-F0A32178380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6</a:t>
            </a:r>
          </a:p>
        </p:txBody>
      </p:sp>
    </p:spTree>
    <p:extLst>
      <p:ext uri="{BB962C8B-B14F-4D97-AF65-F5344CB8AC3E}">
        <p14:creationId xmlns:p14="http://schemas.microsoft.com/office/powerpoint/2010/main" val="376662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9A9D-792D-14D3-6C05-FB07B989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2C32-FA8E-B66B-65E2-F34F4C28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DC9F4CA-E5BC-428B-D61B-9F47F0F7EED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BC7A2-831F-26C6-D8CB-43C1EDF716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32948-8331-B1A8-44B3-4EA959FEA778}"/>
              </a:ext>
            </a:extLst>
          </p:cNvPr>
          <p:cNvSpPr txBox="1"/>
          <p:nvPr/>
        </p:nvSpPr>
        <p:spPr>
          <a:xfrm>
            <a:off x="51848" y="1232922"/>
            <a:ext cx="9040304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Praise the Lord! </a:t>
            </a:r>
            <a:r>
              <a:rPr lang="en-SG" sz="2800" i="1">
                <a:solidFill>
                  <a:srgbClr val="C00000"/>
                </a:solidFill>
                <a:cs typeface="Segoe UI"/>
              </a:rPr>
              <a:t>Praise the Lord!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earth hear His voice;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Praise the Lord! Praise the Lord!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people rejoice</a:t>
            </a:r>
            <a:br>
              <a:rPr lang="en-SG" sz="2800" i="1">
                <a:solidFill>
                  <a:srgbClr val="C00000"/>
                </a:solidFill>
                <a:cs typeface="Segoe UI"/>
              </a:rPr>
            </a:br>
            <a:r>
              <a:rPr lang="en-SG" sz="2800" i="1">
                <a:solidFill>
                  <a:srgbClr val="C00000"/>
                </a:solidFill>
                <a:cs typeface="Segoe UI"/>
              </a:rPr>
              <a:t>O Come to the Father, Thru Jesus the Son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And give Him the glory, Great things He hath done!</a:t>
            </a:r>
          </a:p>
          <a:p>
            <a:pPr algn="ctr"/>
            <a:endParaRPr lang="en-SG" sz="2800" i="1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7892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A6B1-9CDD-A5BB-E881-EF75C85A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E76A-18C5-FB94-2471-2E7BAA26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080879-1DA3-B53F-F988-A050938CAA2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9B877-BFFD-5E72-BCE7-AFA5988F212E}"/>
              </a:ext>
            </a:extLst>
          </p:cNvPr>
          <p:cNvSpPr txBox="1"/>
          <p:nvPr/>
        </p:nvSpPr>
        <p:spPr>
          <a:xfrm>
            <a:off x="137243" y="1232922"/>
            <a:ext cx="8869513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Great things He hath taught us, </a:t>
            </a:r>
            <a:br>
              <a:rPr lang="en-SG" sz="2800"/>
            </a:br>
            <a:r>
              <a:rPr lang="en-SG" sz="2800"/>
              <a:t>great things He hath done; </a:t>
            </a:r>
          </a:p>
          <a:p>
            <a:pPr algn="ctr"/>
            <a:r>
              <a:rPr lang="en-SG" sz="2800">
                <a:cs typeface="Segoe UI"/>
              </a:rPr>
              <a:t>And great our rejoicing thro’ Jesus the Son; </a:t>
            </a:r>
          </a:p>
          <a:p>
            <a:pPr algn="ctr"/>
            <a:r>
              <a:rPr lang="en-SG" sz="2800">
                <a:cs typeface="Segoe UI"/>
              </a:rPr>
              <a:t>But purer and higher; and greater will be 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Our wonder, our transport, when Jesus we see!</a:t>
            </a:r>
            <a:endParaRPr lang="en-US" sz="280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5F130-31F8-98DF-B992-5C16085F50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5 of 6</a:t>
            </a:r>
          </a:p>
        </p:txBody>
      </p:sp>
    </p:spTree>
    <p:extLst>
      <p:ext uri="{BB962C8B-B14F-4D97-AF65-F5344CB8AC3E}">
        <p14:creationId xmlns:p14="http://schemas.microsoft.com/office/powerpoint/2010/main" val="2730798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03AF-3148-B579-6C8D-19E3CBE8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5A52-9069-F4EB-11EA-0D01D205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Hymn No 23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1D3F42B-C70A-1A19-6B22-6DB6774298D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53312-4D45-B9B6-A668-7C79870094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6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3384D-F204-92CC-5F27-365C0BB8F4F4}"/>
              </a:ext>
            </a:extLst>
          </p:cNvPr>
          <p:cNvSpPr txBox="1"/>
          <p:nvPr/>
        </p:nvSpPr>
        <p:spPr>
          <a:xfrm>
            <a:off x="-201104" y="1232922"/>
            <a:ext cx="90403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Praise the Lord! </a:t>
            </a:r>
            <a:r>
              <a:rPr lang="en-SG" sz="2800" i="1">
                <a:solidFill>
                  <a:srgbClr val="C00000"/>
                </a:solidFill>
                <a:cs typeface="Segoe UI"/>
              </a:rPr>
              <a:t>Praise the Lord!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earth hear His voice;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Praise the Lord! Praise the Lord!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cs typeface="Segoe UI"/>
              </a:rPr>
              <a:t>Let the people rejoice</a:t>
            </a:r>
            <a:br>
              <a:rPr lang="en-SG" sz="2800" i="1">
                <a:solidFill>
                  <a:srgbClr val="C00000"/>
                </a:solidFill>
                <a:cs typeface="Segoe UI"/>
              </a:rPr>
            </a:br>
            <a:r>
              <a:rPr lang="en-SG" sz="2800" i="1">
                <a:solidFill>
                  <a:srgbClr val="C00000"/>
                </a:solidFill>
              </a:rPr>
              <a:t>O Come to the Father, Thru Jesus the Son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And give Him the glory, Great things He hath done!</a:t>
            </a:r>
            <a:endParaRPr lang="en-US" sz="2800" i="1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8905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>
                <a:solidFill>
                  <a:schemeClr val="bg1"/>
                </a:solidFill>
              </a:rPr>
              <a:t>Hymn 562 </a:t>
            </a:r>
          </a:p>
          <a:p>
            <a:r>
              <a:rPr lang="en-SG" sz="4400" i="1">
                <a:solidFill>
                  <a:schemeClr val="bg1"/>
                </a:solidFill>
                <a:latin typeface="Tenorite"/>
              </a:rPr>
              <a:t>v1 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 – Hymn No 562; v1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95617" y="1745771"/>
            <a:ext cx="7118824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 Lord’s my shepherd, I’ll not want:</a:t>
            </a:r>
          </a:p>
          <a:p>
            <a:pPr algn="ctr"/>
            <a:r>
              <a:rPr lang="en-SG" sz="2800"/>
              <a:t>He makes me down to lie</a:t>
            </a:r>
            <a:br>
              <a:rPr lang="en-SG" sz="2800"/>
            </a:br>
            <a:r>
              <a:rPr lang="en-SG" sz="2800"/>
              <a:t> In pastures green, He leadeth me </a:t>
            </a:r>
            <a:br>
              <a:rPr lang="en-SG" sz="2800"/>
            </a:br>
            <a:r>
              <a:rPr lang="en-SG" sz="2800"/>
              <a:t>the quiet waters by. </a:t>
            </a:r>
          </a:p>
          <a:p>
            <a:pPr algn="ctr"/>
            <a:br>
              <a:rPr lang="en-SG" sz="2800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06156" y="1278318"/>
            <a:ext cx="5331690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>
                <a:solidFill>
                  <a:schemeClr val="bg1"/>
                </a:solidFill>
              </a:rPr>
              <a:t>Nothing is impossible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95610" y="846468"/>
            <a:ext cx="5964555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/>
              <a:t>Nothing is impossible when you put your trust in God,</a:t>
            </a:r>
            <a:br>
              <a:rPr lang="en-SG" sz="2600"/>
            </a:br>
            <a:r>
              <a:rPr lang="en-SG" sz="2600"/>
              <a:t>Nothing is impossible when you’re trusting in his word;</a:t>
            </a:r>
            <a:br>
              <a:rPr lang="en-SG" sz="2600"/>
            </a:br>
            <a:r>
              <a:rPr lang="en-SG" sz="2600"/>
              <a:t>Hearken to the voice of God to thee,</a:t>
            </a:r>
            <a:br>
              <a:rPr lang="en-SG" sz="2600"/>
            </a:br>
            <a:r>
              <a:rPr lang="en-SG" sz="2600"/>
              <a:t>“Is there anything too hard to me?”</a:t>
            </a:r>
            <a:br>
              <a:rPr lang="en-SG" sz="2600"/>
            </a:br>
            <a:r>
              <a:rPr lang="en-SG" sz="2600"/>
              <a:t>Then put your trust in God alone and rest upon his word,</a:t>
            </a:r>
            <a:br>
              <a:rPr lang="en-SG" sz="2600"/>
            </a:br>
            <a:r>
              <a:rPr lang="en-SG" sz="2600"/>
              <a:t>For </a:t>
            </a:r>
            <a:r>
              <a:rPr lang="en-SG" sz="2600" err="1"/>
              <a:t>ev’rything</a:t>
            </a:r>
            <a:r>
              <a:rPr lang="en-SG" sz="2600"/>
              <a:t>, O </a:t>
            </a:r>
            <a:r>
              <a:rPr lang="en-SG" sz="2600" err="1"/>
              <a:t>ev’rything</a:t>
            </a:r>
            <a:r>
              <a:rPr lang="en-SG" sz="2600"/>
              <a:t>!</a:t>
            </a:r>
            <a:br>
              <a:rPr lang="en-SG" sz="2600"/>
            </a:br>
            <a:r>
              <a:rPr lang="en-SG" sz="2600"/>
              <a:t>Yes </a:t>
            </a:r>
            <a:r>
              <a:rPr lang="en-SG" sz="2600" err="1"/>
              <a:t>ev’rything</a:t>
            </a:r>
            <a:r>
              <a:rPr lang="en-SG" sz="2600"/>
              <a:t> is possible with God!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A4CD-D0BC-5D56-D47F-5A66738D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53BD-F716-88FD-C9B7-D845E336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E8908C-DC98-873C-CEF6-A77907FDBCB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7BB8E-1CBF-7B05-8C2D-4E4F4B496F7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328EDC8-0266-889C-6540-E95524B8EFE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031B6-6071-3458-623D-1F42E9E2A473}"/>
              </a:ext>
            </a:extLst>
          </p:cNvPr>
          <p:cNvSpPr txBox="1"/>
          <p:nvPr/>
        </p:nvSpPr>
        <p:spPr>
          <a:xfrm>
            <a:off x="104508" y="1133230"/>
            <a:ext cx="585074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 read in the Bible</a:t>
            </a:r>
            <a:br>
              <a:rPr lang="en-SG" sz="2800"/>
            </a:br>
            <a:r>
              <a:rPr lang="en-SG" sz="2800"/>
              <a:t>the promise of God</a:t>
            </a:r>
            <a:br>
              <a:rPr lang="en-SG" sz="2800"/>
            </a:br>
            <a:r>
              <a:rPr lang="en-SG" sz="2800"/>
              <a:t>That nothing for him is too hard;</a:t>
            </a:r>
            <a:br>
              <a:rPr lang="en-SG" sz="2800"/>
            </a:br>
            <a:r>
              <a:rPr lang="en-SG" sz="2800"/>
              <a:t>Impossible things he has promised to do</a:t>
            </a:r>
            <a:br>
              <a:rPr lang="en-SG" sz="2800"/>
            </a:br>
            <a:r>
              <a:rPr lang="en-SG" sz="2800"/>
              <a:t>If we faithfully trust in his word.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B65EBF-9DEF-C972-DF88-EC83AEACFAE5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65E11-E18D-D32B-FA72-91A79E6F6E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6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22D9-65B2-102B-BF9C-CFCBE41B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D1AC-F8CF-E16B-CB7E-D233C98B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E6F940-0FCE-1294-E214-8AB6B3DCDABD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A8AB5-5B99-780A-7E16-A08130EE234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D236F-63D9-0883-453F-499BFEA885AD}"/>
              </a:ext>
            </a:extLst>
          </p:cNvPr>
          <p:cNvSpPr txBox="1"/>
          <p:nvPr/>
        </p:nvSpPr>
        <p:spPr>
          <a:xfrm>
            <a:off x="106829" y="731882"/>
            <a:ext cx="5655919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solidFill>
                  <a:srgbClr val="C00000"/>
                </a:solidFill>
              </a:rPr>
              <a:t>Nothing is impossible when you put your trust in God,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Nothing is impossible when you’re trusting in his word;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Hearken to the voice of God to thee,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“Is there anything too hard to me?”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Then put your trust in God alone and rest upon his word,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For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, O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!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Yes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 is possible with God!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ABBF6CD-5ED6-8BBA-304F-D36E09B20B0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5D4A9-C370-038A-A127-FF27242CB21F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B2BB6-5406-7BAD-C456-F5F52F9A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5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EEAB4-2E7E-43E1-6D5D-477EAAC1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0565-7E89-5767-F751-A920210E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9FE2B5-B5BD-EB6A-809D-B86356493DE9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D75BE-B159-A2A0-6F1D-11A25649BC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8183F33-CFD5-AB91-B68A-3E2A11CD6B2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38211-E8F6-7EDB-73E9-97876BE9E164}"/>
              </a:ext>
            </a:extLst>
          </p:cNvPr>
          <p:cNvSpPr txBox="1"/>
          <p:nvPr/>
        </p:nvSpPr>
        <p:spPr>
          <a:xfrm>
            <a:off x="195610" y="1133230"/>
            <a:ext cx="56045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The word of the Lord</a:t>
            </a:r>
            <a:br>
              <a:rPr lang="en-SG" sz="2800"/>
            </a:br>
            <a:r>
              <a:rPr lang="en-SG" sz="2800"/>
              <a:t>is an anchor secure</a:t>
            </a:r>
            <a:br>
              <a:rPr lang="en-SG" sz="2800"/>
            </a:br>
            <a:r>
              <a:rPr lang="en-SG" sz="2800"/>
              <a:t>When winds of uncertainty blow;</a:t>
            </a:r>
            <a:br>
              <a:rPr lang="en-SG" sz="2800"/>
            </a:br>
            <a:r>
              <a:rPr lang="en-SG" sz="2800"/>
              <a:t>Tho’ man in his weakness may falter and fail,</a:t>
            </a:r>
            <a:br>
              <a:rPr lang="en-SG" sz="2800"/>
            </a:br>
            <a:r>
              <a:rPr lang="en-SG" sz="2800"/>
              <a:t>His word will not fail us we know.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52E89C-6A0F-71F9-5C6A-4C4C9BA1803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1AE6C-F149-0506-50C3-4BBCD3BDB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3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A741D-5234-0B85-07C4-F4E46757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4768-EFEF-67EC-342F-4569F74F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F8EF45-474C-ADD4-9D85-CA3612B94F7C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6AA0F-D8FB-9C0D-A58B-45F824F4B4B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5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DA7C6BC-2690-638A-37B5-612413CAA31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6C05C-C4F8-8914-27DF-AB6CD52EB601}"/>
              </a:ext>
            </a:extLst>
          </p:cNvPr>
          <p:cNvSpPr txBox="1"/>
          <p:nvPr/>
        </p:nvSpPr>
        <p:spPr>
          <a:xfrm>
            <a:off x="106829" y="731882"/>
            <a:ext cx="5655919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solidFill>
                  <a:srgbClr val="C00000"/>
                </a:solidFill>
              </a:rPr>
              <a:t>Nothing is impossible when you put your trust in God,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Nothing is impossible when you’re trusting in his word;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Hearken to the voice of God to thee,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“Is there anything too hard to me?”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Then put your trust in God alone and rest upon his word,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For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, O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!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Yes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 is possible with God!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B06CEA-C970-F028-3227-5AC6D7E75841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C2437-B809-4118-B072-1161D38458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0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8E51-EA6F-C15F-A865-CEE9CA0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550D-DE63-7F16-5AC8-10E09E96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60254D-7B72-1767-430B-99E6EEBBED8F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31C23-B270-6C91-BBC6-A3ABDECB39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6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04CDDF-2126-4FE2-5C1F-810DA2B7D1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3BAD4-6F5F-238C-60C7-47DDE41C5E56}"/>
              </a:ext>
            </a:extLst>
          </p:cNvPr>
          <p:cNvSpPr txBox="1"/>
          <p:nvPr/>
        </p:nvSpPr>
        <p:spPr>
          <a:xfrm>
            <a:off x="127151" y="1133230"/>
            <a:ext cx="5567139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All things are possible,’ </a:t>
            </a:r>
            <a:br>
              <a:rPr lang="en-SG" sz="2800"/>
            </a:br>
            <a:r>
              <a:rPr lang="en-SG" sz="2800"/>
              <a:t>this is His word.</a:t>
            </a:r>
            <a:br>
              <a:rPr lang="en-SG" sz="2800"/>
            </a:br>
            <a:r>
              <a:rPr lang="en-SG" sz="2800"/>
              <a:t>Receive it, ’tis written for you:</a:t>
            </a:r>
            <a:br>
              <a:rPr lang="en-SG" sz="2800"/>
            </a:br>
            <a:r>
              <a:rPr lang="en-SG" sz="2800"/>
              <a:t>Believe in his promises, God cannot fail,</a:t>
            </a:r>
            <a:br>
              <a:rPr lang="en-SG" sz="2800"/>
            </a:br>
            <a:r>
              <a:rPr lang="en-SG" sz="2800"/>
              <a:t>For what he has said, he will do.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8D64E6-74D7-9358-BAD5-7AB4DEE3471B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58B43-6C3A-FCFF-8724-AE875DA2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14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EEC9-B99E-7360-059F-AB484969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FC5A-C851-8D83-F924-5A4AA192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1C5650-D6DD-2286-93FD-1F9FCBBAAB67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2CA87-837E-FD6A-E992-584CE22013E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7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8A22D4-4B8C-5252-CC3D-9A48EB7AA3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A3C8DC-B96F-4766-476D-C2C70C43FD6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A566C3-78AA-4E85-068D-B2854CB0D5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FFE4B1-E010-CD26-0CA7-0BE1CB5B93AC}"/>
              </a:ext>
            </a:extLst>
          </p:cNvPr>
          <p:cNvSpPr txBox="1"/>
          <p:nvPr/>
        </p:nvSpPr>
        <p:spPr>
          <a:xfrm>
            <a:off x="106829" y="731882"/>
            <a:ext cx="5655919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solidFill>
                  <a:srgbClr val="C00000"/>
                </a:solidFill>
              </a:rPr>
              <a:t>Nothing is impossible when you put your trust in God,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Nothing is impossible when you’re trusting in his word;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Hearken to the voice of God to thee,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“Is there anything too hard to me?”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Then put your trust in God alone and rest upon his word,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For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, O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!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Yes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 is possible with God!</a:t>
            </a:r>
          </a:p>
        </p:txBody>
      </p:sp>
    </p:spTree>
    <p:extLst>
      <p:ext uri="{BB962C8B-B14F-4D97-AF65-F5344CB8AC3E}">
        <p14:creationId xmlns:p14="http://schemas.microsoft.com/office/powerpoint/2010/main" val="3470077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8184-CB44-5DD4-16CD-0C66F8F9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8480-16CC-1FA0-0E32-5360615D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3EE8F4-CD92-D1E1-C628-1B7E1263E0F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79CBA-47B6-9594-68F9-40DC57FFFA7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8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EB93DCC-38F6-1B9D-DE41-26790B4343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05795-1C58-16D4-6EF7-FA2A050FA156}"/>
              </a:ext>
            </a:extLst>
          </p:cNvPr>
          <p:cNvSpPr txBox="1"/>
          <p:nvPr/>
        </p:nvSpPr>
        <p:spPr>
          <a:xfrm>
            <a:off x="195610" y="1279570"/>
            <a:ext cx="5421953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Creator of all things, </a:t>
            </a:r>
            <a:br>
              <a:rPr lang="en-SG" sz="2800"/>
            </a:br>
            <a:r>
              <a:rPr lang="en-SG" sz="2800"/>
              <a:t>with infinite pow’r.</a:t>
            </a:r>
            <a:br>
              <a:rPr lang="en-SG" sz="2800"/>
            </a:br>
            <a:r>
              <a:rPr lang="en-SG" sz="2800"/>
              <a:t>He spoke! They appeared by his mouth;</a:t>
            </a:r>
            <a:br>
              <a:rPr lang="en-SG" sz="2800"/>
            </a:br>
            <a:r>
              <a:rPr lang="en-SG" sz="2800"/>
              <a:t>Impossible things are not known unto him,</a:t>
            </a:r>
            <a:br>
              <a:rPr lang="en-SG" sz="2800"/>
            </a:br>
            <a:r>
              <a:rPr lang="en-SG" sz="2800"/>
              <a:t>He made us, he </a:t>
            </a:r>
            <a:r>
              <a:rPr lang="en-SG" sz="2800" err="1"/>
              <a:t>ruleth</a:t>
            </a:r>
            <a:r>
              <a:rPr lang="en-SG" sz="2800"/>
              <a:t> the earth.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3B2639-628B-ADF9-BE57-1703F6A6F61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1E45A-4336-4B3C-A245-9C2DDF791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5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0AF8-DB84-248A-882A-417944E1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7EA4-BACE-5550-B0B3-348AB87B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Nothing is impossible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0A67CF-7952-2306-5739-5E2EAA486EF9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18BB5-DEEA-859D-0CC4-3728532B902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9 of 9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8DA675C-8066-A3F7-15B0-1E46FE03507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EF7432-4BB6-9935-E689-926777433F54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7721E-3A7C-8792-F847-850E2B4B8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F51153-8671-F045-0CD4-2908178AC4A3}"/>
              </a:ext>
            </a:extLst>
          </p:cNvPr>
          <p:cNvSpPr txBox="1"/>
          <p:nvPr/>
        </p:nvSpPr>
        <p:spPr>
          <a:xfrm>
            <a:off x="106829" y="731882"/>
            <a:ext cx="5655919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>
                <a:solidFill>
                  <a:srgbClr val="C00000"/>
                </a:solidFill>
              </a:rPr>
              <a:t>Nothing is impossible when you put your trust in God,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Nothing is impossible when you’re trusting in his word;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Hearken to the voice of God to thee,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“Is there anything too hard to me?”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Then put your trust in God alone and rest upon his word,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For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, O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!</a:t>
            </a:r>
            <a:br>
              <a:rPr lang="en-SG" sz="2600">
                <a:solidFill>
                  <a:srgbClr val="C00000"/>
                </a:solidFill>
              </a:rPr>
            </a:br>
            <a:r>
              <a:rPr lang="en-SG" sz="2600">
                <a:solidFill>
                  <a:srgbClr val="C00000"/>
                </a:solidFill>
              </a:rPr>
              <a:t>Yes </a:t>
            </a:r>
            <a:r>
              <a:rPr lang="en-SG" sz="2600" err="1">
                <a:solidFill>
                  <a:srgbClr val="C00000"/>
                </a:solidFill>
              </a:rPr>
              <a:t>ev’rything</a:t>
            </a:r>
            <a:r>
              <a:rPr lang="en-SG" sz="2600">
                <a:solidFill>
                  <a:srgbClr val="C00000"/>
                </a:solidFill>
              </a:rPr>
              <a:t> is possible with God!</a:t>
            </a:r>
          </a:p>
        </p:txBody>
      </p:sp>
    </p:spTree>
    <p:extLst>
      <p:ext uri="{BB962C8B-B14F-4D97-AF65-F5344CB8AC3E}">
        <p14:creationId xmlns:p14="http://schemas.microsoft.com/office/powerpoint/2010/main" val="3110100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schemeClr val="bg1"/>
                </a:solidFill>
              </a:rPr>
              <a:t>Confession – Lord Jesus think on me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358778"/>
            <a:ext cx="7301974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And purge away my sin,</a:t>
            </a:r>
            <a:br>
              <a:rPr lang="en-SG" sz="2800"/>
            </a:br>
            <a:r>
              <a:rPr lang="en-SG" sz="2800"/>
              <a:t>From worldly passions set me free,</a:t>
            </a:r>
            <a:br>
              <a:rPr lang="en-SG" sz="2800"/>
            </a:br>
            <a:r>
              <a:rPr lang="en-SG" sz="2800"/>
              <a:t>And make me pure within.</a:t>
            </a:r>
            <a:br>
              <a:rPr lang="en-SG" sz="2800"/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 : 1 of 1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D5DF-FA89-7837-0B24-ADB6FA730AD2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Lord Jesus think on me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Lord Jesus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</a:t>
            </a:r>
            <a:r>
              <a:rPr lang="en-SG" sz="1400"/>
              <a:t>3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1750047" y="851181"/>
            <a:ext cx="563552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And purge away my sin,</a:t>
            </a:r>
            <a:br>
              <a:rPr lang="en-SG" sz="2800"/>
            </a:br>
            <a:r>
              <a:rPr lang="en-SG" sz="2800"/>
              <a:t>From worldly passions set me free,</a:t>
            </a:r>
            <a:br>
              <a:rPr lang="en-SG" sz="2800"/>
            </a:br>
            <a:r>
              <a:rPr lang="en-SG" sz="2800"/>
              <a:t>And make me pure within.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C56DD-ADCC-6DFD-8630-1F687B543B27}"/>
              </a:ext>
            </a:extLst>
          </p:cNvPr>
          <p:cNvSpPr/>
          <p:nvPr/>
        </p:nvSpPr>
        <p:spPr>
          <a:xfrm>
            <a:off x="1794504" y="2912431"/>
            <a:ext cx="554661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With care and woe oppressed;</a:t>
            </a:r>
            <a:br>
              <a:rPr lang="en-SG" sz="2800"/>
            </a:br>
            <a:r>
              <a:rPr lang="en-SG" sz="2800"/>
              <a:t>Let me your loving servant be,</a:t>
            </a:r>
            <a:br>
              <a:rPr lang="en-SG" sz="2800"/>
            </a:br>
            <a:r>
              <a:rPr lang="en-SG" sz="2800"/>
              <a:t>And taste your promised rest.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40D9-2F95-C9BA-7F47-E351E052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BE3F-0689-941B-1586-7D603C21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Lord Jesus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CDB83B5-DD8B-9C3B-762A-932C4FCD0E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0BB17-4CCE-FF00-9468-BA9085C51DE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</a:t>
            </a:r>
            <a:r>
              <a:rPr lang="en-SG" sz="1400"/>
              <a:t>3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77C24-7787-7213-4DA1-5B67DF6D3AD2}"/>
              </a:ext>
            </a:extLst>
          </p:cNvPr>
          <p:cNvSpPr/>
          <p:nvPr/>
        </p:nvSpPr>
        <p:spPr>
          <a:xfrm>
            <a:off x="1555063" y="866986"/>
            <a:ext cx="6025500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Amid the battle's strife;</a:t>
            </a:r>
            <a:br>
              <a:rPr lang="en-SG" sz="2800"/>
            </a:br>
            <a:r>
              <a:rPr lang="en-SG" sz="2800"/>
              <a:t>In all my pain and misery,</a:t>
            </a:r>
            <a:br>
              <a:rPr lang="en-SG" sz="2800"/>
            </a:br>
            <a:r>
              <a:rPr lang="en-SG" sz="2800"/>
              <a:t>Please be my health and life.</a:t>
            </a:r>
          </a:p>
          <a:p>
            <a:pPr algn="ctr">
              <a:spcAft>
                <a:spcPts val="400"/>
              </a:spcAft>
            </a:pPr>
            <a:endParaRPr lang="en-SG" sz="2800"/>
          </a:p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Nor let me go astray;</a:t>
            </a:r>
            <a:br>
              <a:rPr lang="en-SG" sz="2800"/>
            </a:br>
            <a:r>
              <a:rPr lang="en-SG" sz="2800"/>
              <a:t>Thru' darkness and perplexity,</a:t>
            </a:r>
            <a:br>
              <a:rPr lang="en-SG" sz="2800"/>
            </a:br>
            <a:r>
              <a:rPr lang="en-SG" sz="2800"/>
              <a:t>Point to the heav'nly way.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9074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27AC-D1CC-1D3B-9680-9FD67DE8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6DF4-54C0-9B2A-D346-B4585056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cs typeface="Segoe UI"/>
              </a:rPr>
              <a:t>Lord Jesus think on me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87D8E9D-A6BF-AC40-CFDA-8FE2B86A00A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FBFAD-6CC1-26AE-5829-CDFA962768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</a:t>
            </a:r>
            <a:r>
              <a:rPr lang="en-SG" sz="1400"/>
              <a:t>3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B9AFD-F763-CDAC-49BB-4A6CB0624CA1}"/>
              </a:ext>
            </a:extLst>
          </p:cNvPr>
          <p:cNvSpPr/>
          <p:nvPr/>
        </p:nvSpPr>
        <p:spPr>
          <a:xfrm>
            <a:off x="1225608" y="866986"/>
            <a:ext cx="6684410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And grant me this desire,</a:t>
            </a:r>
            <a:br>
              <a:rPr lang="en-SG" sz="2800"/>
            </a:br>
            <a:r>
              <a:rPr lang="en-SG" sz="2800"/>
              <a:t>That I, with mind and limbs set free</a:t>
            </a:r>
            <a:br>
              <a:rPr lang="en-SG" sz="2800"/>
            </a:br>
            <a:r>
              <a:rPr lang="en-SG" sz="2800"/>
              <a:t>May join the heav'nly choir.</a:t>
            </a:r>
          </a:p>
          <a:p>
            <a:pPr algn="ctr">
              <a:spcAft>
                <a:spcPts val="400"/>
              </a:spcAft>
            </a:pPr>
            <a:endParaRPr lang="en-SG" sz="2800"/>
          </a:p>
          <a:p>
            <a:pPr algn="ctr">
              <a:spcAft>
                <a:spcPts val="400"/>
              </a:spcAft>
            </a:pPr>
            <a:r>
              <a:rPr lang="en-SG" sz="2800"/>
              <a:t>Lord Jesus, think on me,</a:t>
            </a:r>
            <a:br>
              <a:rPr lang="en-SG" sz="2800"/>
            </a:br>
            <a:r>
              <a:rPr lang="en-SG" sz="2800"/>
              <a:t>That when the flood is past,</a:t>
            </a:r>
            <a:br>
              <a:rPr lang="en-SG" sz="2800"/>
            </a:br>
            <a:r>
              <a:rPr lang="en-SG" sz="2800"/>
              <a:t>I may </a:t>
            </a:r>
            <a:r>
              <a:rPr lang="en-SG" sz="2800" err="1"/>
              <a:t>th'eternal</a:t>
            </a:r>
            <a:r>
              <a:rPr lang="en-SG" sz="2800"/>
              <a:t> brightness see</a:t>
            </a:r>
            <a:br>
              <a:rPr lang="en-SG" sz="2800"/>
            </a:br>
            <a:r>
              <a:rPr lang="en-SG" sz="2800"/>
              <a:t>And share your joy at last.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20765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5BFD-03C3-4CF7-B5CE-B801F4CC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3C6A-68B9-D5B5-FC17-961BF025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Hymn No 904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961C-FAC0-1B00-C07D-5BF516583F7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49431E-7F72-6BBF-EAC3-31F6FE97E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6198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600E-CD2F-E4D1-B70C-1A437204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E64F-D695-475E-C454-DD244BB1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>
                <a:cs typeface="Segoe UI"/>
              </a:rPr>
              <a:t>Hymn No 904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14476A-AB81-C034-90AA-C81375CC9BD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E7F25-BFED-310D-3A5F-9CDE3312838C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There’s not a friend like the lowly Jesus, </a:t>
            </a:r>
          </a:p>
          <a:p>
            <a:pPr algn="ctr"/>
            <a:r>
              <a:rPr lang="en-SG" sz="2800"/>
              <a:t>No, not one! No, not one!</a:t>
            </a:r>
          </a:p>
          <a:p>
            <a:pPr algn="ctr"/>
            <a:r>
              <a:rPr lang="en-SG" sz="2800"/>
              <a:t>None else could heal all our souls diseases</a:t>
            </a:r>
          </a:p>
          <a:p>
            <a:pPr algn="ctr"/>
            <a:r>
              <a:rPr lang="en-SG" sz="2800"/>
              <a:t>No, not one! No not one!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121B4-1C30-A27B-F90B-A411361893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A5AA7-F994-956B-8339-161B30AB6468}"/>
              </a:ext>
            </a:extLst>
          </p:cNvPr>
          <p:cNvSpPr txBox="1"/>
          <p:nvPr/>
        </p:nvSpPr>
        <p:spPr>
          <a:xfrm>
            <a:off x="80128" y="2970126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Jesus knows all about our struggles;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He will guide till the day is done;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There’s not a friend like the lowly Jesus;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No, not one! No, not one !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9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51A1-1053-7BF7-EC92-CAFF42DA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D97-8E21-5D50-8E24-CC4210D6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>
                <a:cs typeface="Segoe UI"/>
              </a:rPr>
              <a:t>Hymn No 904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AE09CA9-0A9D-D223-3AA7-F32E2E52D72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977B4-8EB2-23FD-A918-88F6020C4C0C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No friend like Him is so high and holy; </a:t>
            </a:r>
          </a:p>
          <a:p>
            <a:pPr algn="ctr"/>
            <a:r>
              <a:rPr lang="en-SG" sz="2800"/>
              <a:t>No, not one! No, not one!</a:t>
            </a:r>
          </a:p>
          <a:p>
            <a:pPr algn="ctr"/>
            <a:r>
              <a:rPr lang="en-SG" sz="2800"/>
              <a:t>And yet no friend is so meek and lowly; </a:t>
            </a:r>
          </a:p>
          <a:p>
            <a:pPr algn="ctr"/>
            <a:r>
              <a:rPr lang="en-SG" sz="2800"/>
              <a:t>No, not one! No not one!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E53D1-FE87-85EE-C647-C9C3561F5FE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2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4CFAE-346D-B694-AC1D-A4B38AAAEA6D}"/>
              </a:ext>
            </a:extLst>
          </p:cNvPr>
          <p:cNvSpPr txBox="1"/>
          <p:nvPr/>
        </p:nvSpPr>
        <p:spPr>
          <a:xfrm>
            <a:off x="80128" y="2970126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Jesus knows all about our struggles;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He will guide till the day is done;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There’s not a friend like the lowly Jesus;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No, not one! No, not one !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389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5D3B-7F8A-4A9A-6354-1D14B99B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4F4D-30C2-AB66-1A68-9D4BAC51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>
                <a:cs typeface="Segoe UI"/>
              </a:rPr>
              <a:t>Hymn No 904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DC7FBE-6C32-325A-B8FA-4D849051894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ECF66-A218-7089-E093-6D7ECF4D2D5C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There’s not an hour that He is not near us</a:t>
            </a:r>
          </a:p>
          <a:p>
            <a:pPr algn="ctr"/>
            <a:r>
              <a:rPr lang="en-SG" sz="2800"/>
              <a:t>No, not one! No, not one!</a:t>
            </a:r>
          </a:p>
          <a:p>
            <a:pPr algn="ctr"/>
            <a:r>
              <a:rPr lang="en-SG" sz="2800"/>
              <a:t>No night so dark but His love can cheer us; </a:t>
            </a:r>
          </a:p>
          <a:p>
            <a:pPr algn="ctr"/>
            <a:r>
              <a:rPr lang="en-SG" sz="2800"/>
              <a:t>No, not one! No not one!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759B6-7AE1-2C30-0785-F7F3D1CD407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3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B1377-4ABC-A168-421D-50AB36B1E424}"/>
              </a:ext>
            </a:extLst>
          </p:cNvPr>
          <p:cNvSpPr txBox="1"/>
          <p:nvPr/>
        </p:nvSpPr>
        <p:spPr>
          <a:xfrm>
            <a:off x="160256" y="2970126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Jesus knows all about our struggles;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He will guide till the day is done;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There’s not a friend like the lowly Jesus;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No, not one! No, not one !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468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7A66-F841-5968-E455-E0304E42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2DB5-A877-E6E0-E91D-332B71C7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>
                <a:cs typeface="Segoe UI"/>
              </a:rPr>
              <a:t>Hymn No 904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76A2250-A59D-9DF0-06B3-B61FD6173A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0F34F-DA72-EEC5-0F98-528957EC6D46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Did ever saint find this Friend forsake him?</a:t>
            </a:r>
          </a:p>
          <a:p>
            <a:pPr algn="ctr"/>
            <a:r>
              <a:rPr lang="en-SG" sz="2800"/>
              <a:t>No, not one! No, not one!</a:t>
            </a:r>
          </a:p>
          <a:p>
            <a:pPr algn="ctr"/>
            <a:r>
              <a:rPr lang="en-SG" sz="2800"/>
              <a:t>Or sinner find that He would not take him; </a:t>
            </a:r>
          </a:p>
          <a:p>
            <a:pPr algn="ctr"/>
            <a:r>
              <a:rPr lang="en-SG" sz="2800"/>
              <a:t>No, not one! No not one!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4801E-D186-99AF-8719-EF20E3D3A8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4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699A-D5BA-1404-6655-48B655F98158}"/>
              </a:ext>
            </a:extLst>
          </p:cNvPr>
          <p:cNvSpPr txBox="1"/>
          <p:nvPr/>
        </p:nvSpPr>
        <p:spPr>
          <a:xfrm>
            <a:off x="80128" y="2970126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Jesus knows all about our struggles;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He will guide till the day is done;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There’s not a friend like the lowly Jesus;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No, not one! No, not one !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073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86A1-32AA-C696-4C65-F71EEAE4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C398-A981-8A3F-9B5E-79B51F76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>
                <a:cs typeface="Segoe UI"/>
              </a:rPr>
              <a:t>Hymn No 904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9C1929A-3001-F3E3-5E3F-B888E1B7123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A4D2B-84D6-DA43-D2BA-C9DE34B50538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Was e’er a gift like the Saviour given?</a:t>
            </a:r>
          </a:p>
          <a:p>
            <a:pPr algn="ctr"/>
            <a:r>
              <a:rPr lang="en-SG" sz="2800"/>
              <a:t>No, not one! No, not one!</a:t>
            </a:r>
          </a:p>
          <a:p>
            <a:pPr algn="ctr"/>
            <a:r>
              <a:rPr lang="en-SG" sz="2800"/>
              <a:t>Will He refuse us a home in heaven? </a:t>
            </a:r>
          </a:p>
          <a:p>
            <a:pPr algn="ctr"/>
            <a:r>
              <a:rPr lang="en-SG" sz="2800"/>
              <a:t>No, not one! No not one!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91F54-9C90-22A9-0648-EFA1AC9CC5E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153B3-538F-E34B-E7FD-D360E1EC1103}"/>
              </a:ext>
            </a:extLst>
          </p:cNvPr>
          <p:cNvSpPr txBox="1"/>
          <p:nvPr/>
        </p:nvSpPr>
        <p:spPr>
          <a:xfrm>
            <a:off x="80128" y="2970126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>
                <a:solidFill>
                  <a:srgbClr val="C00000"/>
                </a:solidFill>
              </a:rPr>
              <a:t>Jesus knows all about our struggles;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He will guide till the day is done;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There’s not a friend like the lowly Jesus;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No, not one! No, not one !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75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CBAD-673B-EB18-FF47-199C96A6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C97E-D088-823A-8D74-8B3FE436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Hymn No 873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05162-5C65-41B5-E5B0-257EA751F21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5D09D94-75BC-573D-9E9A-51D04BD57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842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BAD-BD50-0F90-9E40-4B1F98E3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0570-C7BB-88D9-9CF9-F1E2C00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873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98EED27-A5C4-B31A-C73F-A57F0F85CF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C4A3A-E057-96AD-F3D7-4CD355656C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CBF08-A96F-CB4F-FA9C-16CD6D796E8D}"/>
              </a:ext>
            </a:extLst>
          </p:cNvPr>
          <p:cNvSpPr/>
          <p:nvPr/>
        </p:nvSpPr>
        <p:spPr>
          <a:xfrm>
            <a:off x="349848" y="726140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Blessed assurance, Jesus is mine!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O what a foretaste of glory divine;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Heir of salvation; purchase of God! 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Born of His spirit, washed in His blood!</a:t>
            </a:r>
            <a:endParaRPr lang="en-SG" sz="280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FC785-92B1-E18B-F377-010FF5EFD6CE}"/>
              </a:ext>
            </a:extLst>
          </p:cNvPr>
          <p:cNvSpPr/>
          <p:nvPr/>
        </p:nvSpPr>
        <p:spPr>
          <a:xfrm>
            <a:off x="349848" y="2970126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Praising my Saviour, all the day long;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Praising my Saviour; all the day long!</a:t>
            </a:r>
          </a:p>
        </p:txBody>
      </p:sp>
    </p:spTree>
    <p:extLst>
      <p:ext uri="{BB962C8B-B14F-4D97-AF65-F5344CB8AC3E}">
        <p14:creationId xmlns:p14="http://schemas.microsoft.com/office/powerpoint/2010/main" val="238183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AE41-B8E0-5362-EB40-DB4E60E4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937D-C85E-ED29-191B-A6AFAD4A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873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7215BF-D6A3-1940-36D5-8E923DDBE1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6B44D-C178-9326-05B2-AD34BB57EA4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904DA-CF8D-D943-0658-5D1D89CA20D0}"/>
              </a:ext>
            </a:extLst>
          </p:cNvPr>
          <p:cNvSpPr/>
          <p:nvPr/>
        </p:nvSpPr>
        <p:spPr>
          <a:xfrm>
            <a:off x="478685" y="726140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Perfect submission; perfect delight!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Visions of rapture; burst on my sight!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Angels descending; bring from above;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Echoes of mercy; whispers of love.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4C2473-CAD9-BD5B-821A-A53FB439EB7E}"/>
              </a:ext>
            </a:extLst>
          </p:cNvPr>
          <p:cNvSpPr/>
          <p:nvPr/>
        </p:nvSpPr>
        <p:spPr>
          <a:xfrm>
            <a:off x="349848" y="2970126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Praising my Saviour, all the day long;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cs typeface="Segoe UI"/>
              </a:rPr>
              <a:t>Praising my Saviour; all the day long!</a:t>
            </a:r>
          </a:p>
        </p:txBody>
      </p:sp>
    </p:spTree>
    <p:extLst>
      <p:ext uri="{BB962C8B-B14F-4D97-AF65-F5344CB8AC3E}">
        <p14:creationId xmlns:p14="http://schemas.microsoft.com/office/powerpoint/2010/main" val="580689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FBC5-9E4C-9BB9-755D-EFE783C1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C20B-7F4E-A1B5-BB26-0B11AC91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873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52FBCB2-AAA3-DDD1-3D62-BCF14C06D8F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257F0-2E96-D0B9-A574-2E101DAD1BB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7A45AA-F2FD-1548-47FD-7BC63CACDBF7}"/>
              </a:ext>
            </a:extLst>
          </p:cNvPr>
          <p:cNvSpPr/>
          <p:nvPr/>
        </p:nvSpPr>
        <p:spPr>
          <a:xfrm>
            <a:off x="403271" y="756492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Perfect submission; all is at rest;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I in my Saviour; am happy and blest;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Watching and waiting; looking above;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Filled with His goodness; lost in His love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4CBD38-6819-0934-4FE8-78B89AB090A1}"/>
              </a:ext>
            </a:extLst>
          </p:cNvPr>
          <p:cNvSpPr/>
          <p:nvPr/>
        </p:nvSpPr>
        <p:spPr>
          <a:xfrm>
            <a:off x="349848" y="2970126"/>
            <a:ext cx="8435929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Praising my Saviour, all the day long;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This is my story; this is my song!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Praising my Saviour; all the day long!</a:t>
            </a:r>
          </a:p>
        </p:txBody>
      </p:sp>
    </p:spTree>
    <p:extLst>
      <p:ext uri="{BB962C8B-B14F-4D97-AF65-F5344CB8AC3E}">
        <p14:creationId xmlns:p14="http://schemas.microsoft.com/office/powerpoint/2010/main" val="2617795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Hymn No 726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97272" y="802035"/>
            <a:ext cx="874945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Peace!  perfect peace! In this dark world of sin?</a:t>
            </a:r>
            <a:br>
              <a:rPr lang="en-SG" sz="2800" dirty="0"/>
            </a:br>
            <a:r>
              <a:rPr lang="en-SG" sz="2800" dirty="0"/>
              <a:t>The blood of Jesus whispers peace within.</a:t>
            </a:r>
            <a:br>
              <a:rPr lang="en-SG" sz="2800" dirty="0"/>
            </a:br>
            <a:br>
              <a:rPr lang="en-SG" sz="2800" dirty="0"/>
            </a:br>
            <a:r>
              <a:rPr lang="en-SG" sz="2800" dirty="0"/>
              <a:t> 	Peace!  perfect peace! By thronging duties pressed?</a:t>
            </a:r>
            <a:br>
              <a:rPr lang="en-SG" sz="2800" dirty="0"/>
            </a:br>
            <a:r>
              <a:rPr lang="en-SG" sz="2800" dirty="0"/>
              <a:t>	To do the will of Jesus, this is rest.</a:t>
            </a:r>
            <a:br>
              <a:rPr lang="en-SG" sz="2800" dirty="0"/>
            </a:br>
            <a:br>
              <a:rPr lang="en-SG" sz="2800" dirty="0"/>
            </a:br>
            <a:r>
              <a:rPr lang="en-SG" sz="2800" dirty="0"/>
              <a:t>Peace!  perfect peace! With sorrows surging round?</a:t>
            </a:r>
            <a:br>
              <a:rPr lang="en-SG" sz="2800" dirty="0"/>
            </a:br>
            <a:r>
              <a:rPr lang="en-SG" sz="2800" dirty="0"/>
              <a:t>On Jesus bosom naught but calm is found.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230A-87EC-06F1-255A-3DCB6A0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34B0-246F-A1C1-0F4C-7ED94B85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Hymn No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2D6A6-2C48-2D4F-1C07-F41D2E4ABA3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A2D6E-9A00-5264-BB82-618C07D770F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952E40-5948-E198-1FDC-C58B3E87F433}"/>
              </a:ext>
            </a:extLst>
          </p:cNvPr>
          <p:cNvSpPr/>
          <p:nvPr/>
        </p:nvSpPr>
        <p:spPr>
          <a:xfrm>
            <a:off x="234712" y="740062"/>
            <a:ext cx="8674575" cy="392415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Peace!  perfect peace! With loved ones far away?</a:t>
            </a:r>
            <a:br>
              <a:rPr lang="en-SG" sz="2800" dirty="0"/>
            </a:br>
            <a:r>
              <a:rPr lang="en-SG" sz="2800" dirty="0"/>
              <a:t>In Jesus keeping we are safe, and they.</a:t>
            </a:r>
            <a:endParaRPr lang="en-US" sz="2800" dirty="0"/>
          </a:p>
          <a:p>
            <a:pPr lvl="2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Peace!  perfect peace! Our future all unknown?</a:t>
            </a:r>
            <a:br>
              <a:rPr lang="en-SG" sz="2800" dirty="0"/>
            </a:br>
            <a:r>
              <a:rPr lang="en-SG" sz="2800" dirty="0"/>
              <a:t>Jesus we know, and He is on the throne.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Peace!  perfect peace! Death shadowing  us and ours?</a:t>
            </a:r>
            <a:br>
              <a:rPr lang="en-SG" sz="2800" dirty="0"/>
            </a:br>
            <a:r>
              <a:rPr lang="en-SG" sz="2800" dirty="0"/>
              <a:t>Jesus has vanquished death and all its powers.</a:t>
            </a:r>
          </a:p>
          <a:p>
            <a:pPr lvl="2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It is enough, earth’s struggles soon shall cease</a:t>
            </a:r>
            <a:br>
              <a:rPr lang="en-SG" sz="2800" dirty="0"/>
            </a:br>
            <a:r>
              <a:rPr lang="en-SG" sz="2800" dirty="0"/>
              <a:t>And Jesus call to heaven’s perfect peace.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79949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 sz="2400">
                <a:solidFill>
                  <a:prstClr val="white"/>
                </a:solidFill>
                <a:latin typeface="Segoe UI"/>
                <a:cs typeface="Segoe UI"/>
              </a:rPr>
              <a:t>659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659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5043" y="1529492"/>
            <a:ext cx="7886045" cy="18671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/>
              <a:t>My Jesus I love Thee, I know Thou art mine !</a:t>
            </a:r>
            <a:br>
              <a:rPr lang="en-SG" sz="2800"/>
            </a:br>
            <a:r>
              <a:rPr lang="en-SG" sz="2800"/>
              <a:t>For Thee all the pleasures of sin I resign;</a:t>
            </a:r>
            <a:br>
              <a:rPr lang="en-SG" sz="2800"/>
            </a:br>
            <a:r>
              <a:rPr lang="en-SG" sz="2800"/>
              <a:t>My gracious Redeemer, my Saviour art Thou !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If ever I loved Thee, my Jesus, 'tis now !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95361-CF9C-475B-614E-15CC9FD9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8976-312D-A1F6-06D1-65CD8F5C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659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11442-3C2C-5C72-59A7-8FC27360099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3E22E-B703-97BC-1B3B-C3DE780674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E97FC-9AE7-43EF-AF6B-91513CF17463}"/>
              </a:ext>
            </a:extLst>
          </p:cNvPr>
          <p:cNvSpPr/>
          <p:nvPr/>
        </p:nvSpPr>
        <p:spPr>
          <a:xfrm>
            <a:off x="752357" y="1437913"/>
            <a:ext cx="7639286" cy="18671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I love Thee, because Thou hast first loved me,</a:t>
            </a:r>
            <a:br>
              <a:rPr lang="en-SG" sz="2800"/>
            </a:br>
            <a:r>
              <a:rPr lang="en-SG" sz="2800"/>
              <a:t>And purchased my pardon on Calvary's tree;</a:t>
            </a:r>
            <a:br>
              <a:rPr lang="en-SG" sz="2800"/>
            </a:br>
            <a:r>
              <a:rPr lang="en-SG" sz="2800"/>
              <a:t>I love Thee for wearing the thorns on Thy brow;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If ever I loved Thee, my Jesus, 'tis now !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553112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CE1B-3C87-D644-CB7B-DFCB724A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F757-1EF2-A092-60D7-7E8B23E2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659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6F35C-6DB4-779F-E77C-7E588C06A56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72DD9-108A-1B44-C1A5-F51085957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ED8E9-EFC5-B078-31CE-C33EEFB86088}"/>
              </a:ext>
            </a:extLst>
          </p:cNvPr>
          <p:cNvSpPr/>
          <p:nvPr/>
        </p:nvSpPr>
        <p:spPr>
          <a:xfrm>
            <a:off x="374006" y="1350352"/>
            <a:ext cx="8395988" cy="19184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I will love Thee in life, I will love Thee in death,</a:t>
            </a:r>
            <a:br>
              <a:rPr lang="en-SG" sz="2800"/>
            </a:br>
            <a:r>
              <a:rPr lang="en-SG" sz="2800"/>
              <a:t>And praise Thee as long as Thou </a:t>
            </a:r>
            <a:r>
              <a:rPr lang="en-SG" sz="2800" err="1"/>
              <a:t>lendest</a:t>
            </a:r>
            <a:r>
              <a:rPr lang="en-SG" sz="2800"/>
              <a:t> me breath;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And say when the death-dew lies cold on my brow,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If ever I loved Thee, my Jesus, 'tis now!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23190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F37A-7808-A9F8-880E-49713CA8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FC22-BA9D-5CA6-E316-2981B59D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659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957C-F9B3-5D17-2DA3-5AD421B9A7A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29ECB-DFA1-CA8D-708D-39A3B158CF3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5D3D9E-0E26-5507-8100-27F62BB70B46}"/>
              </a:ext>
            </a:extLst>
          </p:cNvPr>
          <p:cNvSpPr/>
          <p:nvPr/>
        </p:nvSpPr>
        <p:spPr>
          <a:xfrm>
            <a:off x="887928" y="1319942"/>
            <a:ext cx="7368144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In mansions of glory and endless delight,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I'll ever adore Thee in heaven so bright;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I'll sing with the glittering crown on my brow,</a:t>
            </a:r>
          </a:p>
          <a:p>
            <a:pPr algn="ctr">
              <a:spcAft>
                <a:spcPts val="400"/>
              </a:spcAft>
            </a:pPr>
            <a:r>
              <a:rPr lang="en-SG" sz="2800"/>
              <a:t>If ever I loved Thee, my Jesus, 'tis now !</a:t>
            </a:r>
            <a:endParaRPr lang="en-SG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34867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8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319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>
                <a:solidFill>
                  <a:prstClr val="white"/>
                </a:solidFill>
                <a:cs typeface="Segoe UI"/>
              </a:rPr>
              <a:t>319</a:t>
            </a:r>
            <a:endParaRPr lang="en-US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284745" y="1048256"/>
            <a:ext cx="8574510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What a Friend we have in Jesus,</a:t>
            </a:r>
            <a:br>
              <a:rPr lang="en-SG" sz="2800"/>
            </a:br>
            <a:r>
              <a:rPr lang="en-SG" sz="2800"/>
              <a:t>All our sins and griefs to bear!</a:t>
            </a:r>
            <a:br>
              <a:rPr lang="en-SG" sz="2800"/>
            </a:br>
            <a:r>
              <a:rPr lang="en-SG" sz="2800"/>
              <a:t>What a privilege to carry</a:t>
            </a:r>
            <a:br>
              <a:rPr lang="en-SG" sz="2800"/>
            </a:br>
            <a:r>
              <a:rPr lang="en-SG" sz="2800"/>
              <a:t>Everything to God in prayer!</a:t>
            </a:r>
            <a:br>
              <a:rPr lang="en-SG" sz="2800"/>
            </a:br>
            <a:r>
              <a:rPr lang="en-SG" sz="2800"/>
              <a:t>Oh, what peace we often forfeit,</a:t>
            </a:r>
            <a:br>
              <a:rPr lang="en-SG" sz="2800"/>
            </a:br>
            <a:r>
              <a:rPr lang="en-SG" sz="2800"/>
              <a:t>Oh, what needless pain we bear-</a:t>
            </a:r>
            <a:br>
              <a:rPr lang="en-SG" sz="2800"/>
            </a:br>
            <a:r>
              <a:rPr lang="en-SG" sz="2800"/>
              <a:t>All because we do not carry</a:t>
            </a:r>
            <a:br>
              <a:rPr lang="en-SG" sz="2800"/>
            </a:br>
            <a:r>
              <a:rPr lang="en-SG" sz="2800"/>
              <a:t>Everything to God in prayer!</a:t>
            </a:r>
            <a:endParaRPr lang="en-US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595C-3CDC-4E49-CECB-C0C37106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7699-A383-9387-E585-99084A6A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>
                <a:solidFill>
                  <a:prstClr val="white"/>
                </a:solidFill>
                <a:cs typeface="Segoe UI"/>
              </a:rPr>
              <a:t>319</a:t>
            </a:r>
            <a:endParaRPr lang="en-US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A4A4F-7BE6-F2D4-D434-DF439769ECB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872B6-CDC9-4DC1-1A5F-B4129D5CCF0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52DEF-C44D-F3DE-EBA3-26946146F649}"/>
              </a:ext>
            </a:extLst>
          </p:cNvPr>
          <p:cNvSpPr/>
          <p:nvPr/>
        </p:nvSpPr>
        <p:spPr>
          <a:xfrm>
            <a:off x="359253" y="1048256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Have we trials and temptations?</a:t>
            </a:r>
            <a:br>
              <a:rPr lang="en-SG" sz="2800"/>
            </a:br>
            <a:r>
              <a:rPr lang="en-SG" sz="2800"/>
              <a:t>Is there trouble anywhere?</a:t>
            </a:r>
            <a:br>
              <a:rPr lang="en-SG" sz="2800"/>
            </a:br>
            <a:r>
              <a:rPr lang="en-SG" sz="2800"/>
              <a:t>We should never be discouraged;</a:t>
            </a:r>
            <a:br>
              <a:rPr lang="en-SG" sz="2800"/>
            </a:br>
            <a:r>
              <a:rPr lang="en-SG" sz="2800"/>
              <a:t>Take it to the Lord in prayer.</a:t>
            </a:r>
            <a:br>
              <a:rPr lang="en-SG" sz="2800"/>
            </a:br>
            <a:r>
              <a:rPr lang="en-SG" sz="2800"/>
              <a:t>Can we find a Friend so faithful,</a:t>
            </a:r>
            <a:br>
              <a:rPr lang="en-SG" sz="2800"/>
            </a:br>
            <a:r>
              <a:rPr lang="en-SG" sz="2800"/>
              <a:t>Who will all our sorrows share?</a:t>
            </a:r>
            <a:br>
              <a:rPr lang="en-SG" sz="2800"/>
            </a:br>
            <a:r>
              <a:rPr lang="en-SG" sz="2800"/>
              <a:t>Jesus knows our every weakness-</a:t>
            </a:r>
            <a:br>
              <a:rPr lang="en-SG" sz="2800"/>
            </a:br>
            <a:r>
              <a:rPr lang="en-SG" sz="2800"/>
              <a:t>Take it to the Lord in prayer !</a:t>
            </a:r>
            <a:endParaRPr lang="en-US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642109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F03E-6414-E6EA-DA20-6501F5EF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6255-CF28-4E82-F8B6-5E20C7FD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>
                <a:solidFill>
                  <a:prstClr val="white"/>
                </a:solidFill>
                <a:cs typeface="Segoe UI"/>
              </a:rPr>
              <a:t>319</a:t>
            </a:r>
            <a:endParaRPr lang="en-US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5D7B-6756-CD79-DE18-A5038E39ABD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40791-8B2A-92D4-DB57-DB342B61E5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25AA2-F9EF-3F49-45FF-C5AFBF4CAC06}"/>
              </a:ext>
            </a:extLst>
          </p:cNvPr>
          <p:cNvSpPr/>
          <p:nvPr/>
        </p:nvSpPr>
        <p:spPr>
          <a:xfrm>
            <a:off x="359253" y="1048256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/>
              <a:t>Are we weak and heavy-laden,</a:t>
            </a:r>
            <a:br>
              <a:rPr lang="en-SG" sz="2800"/>
            </a:br>
            <a:r>
              <a:rPr lang="en-SG" sz="2800"/>
              <a:t>Cumbered with a load of care?</a:t>
            </a:r>
            <a:br>
              <a:rPr lang="en-SG" sz="2800"/>
            </a:br>
            <a:r>
              <a:rPr lang="en-SG" sz="2800"/>
              <a:t>Precious Saviour, still our refuge</a:t>
            </a:r>
            <a:br>
              <a:rPr lang="en-SG" sz="2800"/>
            </a:br>
            <a:r>
              <a:rPr lang="en-SG" sz="2800"/>
              <a:t>Take it to the Lord in prayer.</a:t>
            </a:r>
            <a:br>
              <a:rPr lang="en-SG" sz="2800"/>
            </a:br>
            <a:r>
              <a:rPr lang="en-SG" sz="2800"/>
              <a:t>Do thy friends despise, forsake thee?</a:t>
            </a:r>
            <a:br>
              <a:rPr lang="en-SG" sz="2800"/>
            </a:br>
            <a:r>
              <a:rPr lang="en-SG" sz="2800"/>
              <a:t>Take it to the Lord in prayer;</a:t>
            </a:r>
            <a:br>
              <a:rPr lang="en-SG" sz="2800"/>
            </a:br>
            <a:r>
              <a:rPr lang="en-SG" sz="2800"/>
              <a:t>In His arms He’ll take and shield thee</a:t>
            </a:r>
            <a:br>
              <a:rPr lang="en-SG" sz="2800"/>
            </a:br>
            <a:r>
              <a:rPr lang="en-SG" sz="2800"/>
              <a:t>Thou wilt find a solace there.</a:t>
            </a:r>
            <a:endParaRPr lang="en-US" sz="2800" i="1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67142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0F5C-01B1-E555-35C9-BAC7C64D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6AE0-9447-4772-F246-6BC5C9A69E1F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000831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>
                <a:solidFill>
                  <a:schemeClr val="bg1"/>
                </a:solidFill>
              </a:rPr>
              <a:t>194 Holy Spirit, faithful Guide</a:t>
            </a:r>
          </a:p>
          <a:p>
            <a:endParaRPr lang="en-US" sz="36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40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sz="240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 sz="2400"/>
              <a:t>194 v1</a:t>
            </a:r>
            <a:endParaRPr lang="en-US" sz="240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438346" y="802035"/>
            <a:ext cx="8267307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/>
              <a:t>Holy Spirit, faithful Guide!</a:t>
            </a:r>
            <a:br>
              <a:rPr lang="en-SG" sz="2800"/>
            </a:br>
            <a:r>
              <a:rPr lang="en-SG" sz="2800"/>
              <a:t>Ever near the Christian’s side,</a:t>
            </a:r>
            <a:br>
              <a:rPr lang="en-SG" sz="2800"/>
            </a:br>
            <a:r>
              <a:rPr lang="en-SG" sz="2800"/>
              <a:t>Gently lead us by the hand,</a:t>
            </a:r>
            <a:br>
              <a:rPr lang="en-SG" sz="2800"/>
            </a:br>
            <a:r>
              <a:rPr lang="en-SG" sz="2800"/>
              <a:t>Pilgrims in a desert land;</a:t>
            </a:r>
            <a:br>
              <a:rPr lang="en-SG" sz="2800"/>
            </a:br>
            <a:r>
              <a:rPr lang="en-SG" sz="2800"/>
              <a:t>Weary souls for aye rejoice,</a:t>
            </a:r>
            <a:br>
              <a:rPr lang="en-SG" sz="2800"/>
            </a:br>
            <a:r>
              <a:rPr lang="en-SG" sz="2800"/>
              <a:t>While they hear that sweetest voice,</a:t>
            </a:r>
            <a:br>
              <a:rPr lang="en-SG" sz="2800"/>
            </a:br>
            <a:r>
              <a:rPr lang="en-SG" sz="2800"/>
              <a:t>Whisp’ring softly, “Wanderer, come!</a:t>
            </a:r>
            <a:br>
              <a:rPr lang="en-SG" sz="2800"/>
            </a:br>
            <a:r>
              <a:rPr lang="en-SG" sz="2800"/>
              <a:t>Follow Me, I’ll guide thee home!”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8E9C-C22B-84C0-FA8A-A33227064885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58</Slides>
  <Notes>5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PowerPoint Presentation</vt:lpstr>
      <vt:lpstr>Opening Hymn: Hymn No 23</vt:lpstr>
      <vt:lpstr>Opening Hymn: Hymn No 23</vt:lpstr>
      <vt:lpstr>Opening Hymn: Hymn No 23</vt:lpstr>
      <vt:lpstr>Opening Hymn: Hymn No 23</vt:lpstr>
      <vt:lpstr>Opening Hymn: Hymn No 23</vt:lpstr>
      <vt:lpstr>Opening Hymn: Hymn No 23</vt:lpstr>
      <vt:lpstr>PowerPoint Presentation</vt:lpstr>
      <vt:lpstr>PowerPoint Presentation</vt:lpstr>
      <vt:lpstr>Thanksgiving – Hymn No 562; v1</vt:lpstr>
      <vt:lpstr>PowerPoint Presentation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Offertory – Nothing is impossible</vt:lpstr>
      <vt:lpstr>PowerPoint Presentation</vt:lpstr>
      <vt:lpstr>PowerPoint Presentation</vt:lpstr>
      <vt:lpstr>PowerPoint Presentation</vt:lpstr>
      <vt:lpstr>Confession – Lord Jesus think on me</vt:lpstr>
      <vt:lpstr>PowerPoint Presentation</vt:lpstr>
      <vt:lpstr>Holy Communion – Lord Jesus think on me</vt:lpstr>
      <vt:lpstr>Holy Communion – Lord Jesus think on me</vt:lpstr>
      <vt:lpstr>Holy Communion – Lord Jesus think on me</vt:lpstr>
      <vt:lpstr>Holy Communion – Lord Jesus think on me</vt:lpstr>
      <vt:lpstr>Holy Communion – Hymn No 904 </vt:lpstr>
      <vt:lpstr>Holy Communion – Hymn No 904</vt:lpstr>
      <vt:lpstr>Holy Communion – Hymn No 904</vt:lpstr>
      <vt:lpstr>Holy Communion – Hymn No 904</vt:lpstr>
      <vt:lpstr>Holy Communion – Hymn No 904</vt:lpstr>
      <vt:lpstr>Holy Communion – Hymn No 904</vt:lpstr>
      <vt:lpstr>Holy Communion – Hymn No 873</vt:lpstr>
      <vt:lpstr>Holy Communion – Hymn No 873</vt:lpstr>
      <vt:lpstr>Holy Communion – Hymn No 873</vt:lpstr>
      <vt:lpstr>Holy Communion – Hymn No 873</vt:lpstr>
      <vt:lpstr>Holy Communion – Hymn No 726</vt:lpstr>
      <vt:lpstr>Holy Communion – Hymn No 726</vt:lpstr>
      <vt:lpstr>Holy Communion – Hymn No 726</vt:lpstr>
      <vt:lpstr>Holy Communion – Hymn No 659</vt:lpstr>
      <vt:lpstr>Holy Communion – Hymn No 659</vt:lpstr>
      <vt:lpstr>Holy Communion – Hymn No 659</vt:lpstr>
      <vt:lpstr>Holy Communion – Hymn No 659</vt:lpstr>
      <vt:lpstr>Holy Communion – Hymn No 659</vt:lpstr>
      <vt:lpstr>Holy Communion – Hymn No 319</vt:lpstr>
      <vt:lpstr>Holy Communion – Hymn No 319</vt:lpstr>
      <vt:lpstr>Holy Communion – Hymn No 319</vt:lpstr>
      <vt:lpstr>Holy Communion – Hymn No 319</vt:lpstr>
      <vt:lpstr>PowerPoint Presentation</vt:lpstr>
      <vt:lpstr>PowerPoint Presentation</vt:lpstr>
      <vt:lpstr>PowerPoint Presentation</vt:lpstr>
      <vt:lpstr>Closing Hymn –  Hymn No 194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3</cp:revision>
  <dcterms:created xsi:type="dcterms:W3CDTF">2020-09-02T02:55:07Z</dcterms:created>
  <dcterms:modified xsi:type="dcterms:W3CDTF">2025-05-24T05:32:06Z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