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9"/>
  </p:notesMasterIdLst>
  <p:sldIdLst>
    <p:sldId id="811" r:id="rId7"/>
    <p:sldId id="813" r:id="rId8"/>
    <p:sldId id="1390" r:id="rId9"/>
    <p:sldId id="1648" r:id="rId10"/>
    <p:sldId id="1650" r:id="rId11"/>
    <p:sldId id="1651" r:id="rId12"/>
    <p:sldId id="1298" r:id="rId13"/>
    <p:sldId id="821" r:id="rId14"/>
    <p:sldId id="851" r:id="rId15"/>
    <p:sldId id="1318" r:id="rId16"/>
    <p:sldId id="822" r:id="rId17"/>
    <p:sldId id="1652" r:id="rId18"/>
    <p:sldId id="1653" r:id="rId19"/>
    <p:sldId id="1324" r:id="rId20"/>
    <p:sldId id="823" r:id="rId21"/>
    <p:sldId id="824" r:id="rId22"/>
    <p:sldId id="1277" r:id="rId23"/>
    <p:sldId id="825" r:id="rId24"/>
    <p:sldId id="1388" r:id="rId25"/>
    <p:sldId id="1396" r:id="rId26"/>
    <p:sldId id="1632" r:id="rId27"/>
    <p:sldId id="1633" r:id="rId28"/>
    <p:sldId id="1634" r:id="rId29"/>
    <p:sldId id="949" r:id="rId30"/>
    <p:sldId id="1389" r:id="rId31"/>
    <p:sldId id="1400" r:id="rId32"/>
    <p:sldId id="1635" r:id="rId33"/>
    <p:sldId id="1402" r:id="rId34"/>
    <p:sldId id="1403" r:id="rId35"/>
    <p:sldId id="1636" r:id="rId36"/>
    <p:sldId id="1637" r:id="rId37"/>
    <p:sldId id="1407" r:id="rId38"/>
    <p:sldId id="1408" r:id="rId39"/>
    <p:sldId id="1638" r:id="rId40"/>
    <p:sldId id="1639" r:id="rId41"/>
    <p:sldId id="1411" r:id="rId42"/>
    <p:sldId id="1606" r:id="rId43"/>
    <p:sldId id="1640" r:id="rId44"/>
    <p:sldId id="1641" r:id="rId45"/>
    <p:sldId id="1642" r:id="rId46"/>
    <p:sldId id="1643" r:id="rId47"/>
    <p:sldId id="1644" r:id="rId48"/>
    <p:sldId id="1608" r:id="rId49"/>
    <p:sldId id="1609" r:id="rId50"/>
    <p:sldId id="1645" r:id="rId51"/>
    <p:sldId id="1646" r:id="rId52"/>
    <p:sldId id="1259" r:id="rId53"/>
    <p:sldId id="820" r:id="rId54"/>
    <p:sldId id="1201" r:id="rId55"/>
    <p:sldId id="858" r:id="rId56"/>
    <p:sldId id="1647" r:id="rId57"/>
    <p:sldId id="829" r:id="rId5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E35E58-DB5E-4849-8155-350D2EE60875}" v="6" dt="2025-01-22T15:07:16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91" autoAdjust="0"/>
    <p:restoredTop sz="94660"/>
  </p:normalViewPr>
  <p:slideViewPr>
    <p:cSldViewPr snapToGrid="0">
      <p:cViewPr>
        <p:scale>
          <a:sx n="147" d="100"/>
          <a:sy n="147" d="100"/>
        </p:scale>
        <p:origin x="80" y="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microsoft.com/office/2015/10/relationships/revisionInfo" Target="revisionInfo.xml"/><Relationship Id="rId5" Type="http://schemas.openxmlformats.org/officeDocument/2006/relationships/slideMaster" Target="slideMasters/slideMaster5.xml"/><Relationship Id="rId61" Type="http://schemas.openxmlformats.org/officeDocument/2006/relationships/presProps" Target="presProps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notesMaster" Target="notesMasters/notesMaster1.xml"/><Relationship Id="rId67" Type="http://schemas.microsoft.com/office/2018/10/relationships/authors" Target="author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commentAuthors" Target="commentAuthors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nce Chandapillai" userId="4fad049182ddc57b" providerId="LiveId" clId="{7BE35E58-DB5E-4849-8155-350D2EE60875}"/>
    <pc:docChg chg="undo redo custSel addSld delSld modSld modMainMaster">
      <pc:chgData name="Prince Chandapillai" userId="4fad049182ddc57b" providerId="LiveId" clId="{7BE35E58-DB5E-4849-8155-350D2EE60875}" dt="2025-01-22T15:13:17.835" v="403" actId="20577"/>
      <pc:docMkLst>
        <pc:docMk/>
      </pc:docMkLst>
      <pc:sldChg chg="modSp mod">
        <pc:chgData name="Prince Chandapillai" userId="4fad049182ddc57b" providerId="LiveId" clId="{7BE35E58-DB5E-4849-8155-350D2EE60875}" dt="2025-01-22T14:32:34.454" v="103" actId="20577"/>
        <pc:sldMkLst>
          <pc:docMk/>
          <pc:sldMk cId="4206118844" sldId="811"/>
        </pc:sldMkLst>
        <pc:spChg chg="mod">
          <ac:chgData name="Prince Chandapillai" userId="4fad049182ddc57b" providerId="LiveId" clId="{7BE35E58-DB5E-4849-8155-350D2EE60875}" dt="2025-01-22T14:32:34.454" v="103" actId="20577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Prince Chandapillai" userId="4fad049182ddc57b" providerId="LiveId" clId="{7BE35E58-DB5E-4849-8155-350D2EE60875}" dt="2025-01-22T14:32:48.716" v="104" actId="20577"/>
        <pc:sldMkLst>
          <pc:docMk/>
          <pc:sldMk cId="717388547" sldId="813"/>
        </pc:sldMkLst>
        <pc:spChg chg="mod">
          <ac:chgData name="Prince Chandapillai" userId="4fad049182ddc57b" providerId="LiveId" clId="{7BE35E58-DB5E-4849-8155-350D2EE60875}" dt="2025-01-22T14:32:48.716" v="104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Prince Chandapillai" userId="4fad049182ddc57b" providerId="LiveId" clId="{7BE35E58-DB5E-4849-8155-350D2EE60875}" dt="2025-01-22T14:47:29.001" v="242" actId="20577"/>
        <pc:sldMkLst>
          <pc:docMk/>
          <pc:sldMk cId="3717493800" sldId="821"/>
        </pc:sldMkLst>
        <pc:spChg chg="mod">
          <ac:chgData name="Prince Chandapillai" userId="4fad049182ddc57b" providerId="LiveId" clId="{7BE35E58-DB5E-4849-8155-350D2EE60875}" dt="2025-01-22T14:47:29.001" v="242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Prince Chandapillai" userId="4fad049182ddc57b" providerId="LiveId" clId="{7BE35E58-DB5E-4849-8155-350D2EE60875}" dt="2025-01-22T15:00:52.676" v="332" actId="14100"/>
        <pc:sldMkLst>
          <pc:docMk/>
          <pc:sldMk cId="140346443" sldId="822"/>
        </pc:sldMkLst>
        <pc:spChg chg="mod">
          <ac:chgData name="Prince Chandapillai" userId="4fad049182ddc57b" providerId="LiveId" clId="{7BE35E58-DB5E-4849-8155-350D2EE60875}" dt="2025-01-22T14:50:53.799" v="283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Prince Chandapillai" userId="4fad049182ddc57b" providerId="LiveId" clId="{7BE35E58-DB5E-4849-8155-350D2EE60875}" dt="2025-01-22T15:00:52.676" v="332" actId="14100"/>
          <ac:spMkLst>
            <pc:docMk/>
            <pc:sldMk cId="140346443" sldId="822"/>
            <ac:spMk id="3" creationId="{DFD3087A-542A-9E8A-2F04-286C1B72B61A}"/>
          </ac:spMkLst>
        </pc:spChg>
        <pc:picChg chg="mod">
          <ac:chgData name="Prince Chandapillai" userId="4fad049182ddc57b" providerId="LiveId" clId="{7BE35E58-DB5E-4849-8155-350D2EE60875}" dt="2025-01-22T15:00:33.275" v="331" actId="14100"/>
          <ac:picMkLst>
            <pc:docMk/>
            <pc:sldMk cId="140346443" sldId="822"/>
            <ac:picMk id="9" creationId="{4BC5C584-7550-42C0-5176-232FC90F0FD6}"/>
          </ac:picMkLst>
        </pc:picChg>
      </pc:sldChg>
      <pc:sldChg chg="modSp mod">
        <pc:chgData name="Prince Chandapillai" userId="4fad049182ddc57b" providerId="LiveId" clId="{7BE35E58-DB5E-4849-8155-350D2EE60875}" dt="2025-01-22T14:48:28.054" v="258" actId="20577"/>
        <pc:sldMkLst>
          <pc:docMk/>
          <pc:sldMk cId="2771250690" sldId="851"/>
        </pc:sldMkLst>
        <pc:spChg chg="mod">
          <ac:chgData name="Prince Chandapillai" userId="4fad049182ddc57b" providerId="LiveId" clId="{7BE35E58-DB5E-4849-8155-350D2EE60875}" dt="2025-01-22T14:48:28.054" v="258" actId="20577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Prince Chandapillai" userId="4fad049182ddc57b" providerId="LiveId" clId="{7BE35E58-DB5E-4849-8155-350D2EE60875}" dt="2025-01-22T14:49:56.827" v="264" actId="20577"/>
        <pc:sldMkLst>
          <pc:docMk/>
          <pc:sldMk cId="1217883548" sldId="1318"/>
        </pc:sldMkLst>
        <pc:spChg chg="mod">
          <ac:chgData name="Prince Chandapillai" userId="4fad049182ddc57b" providerId="LiveId" clId="{7BE35E58-DB5E-4849-8155-350D2EE60875}" dt="2025-01-22T14:49:56.827" v="264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del">
        <pc:chgData name="Prince Chandapillai" userId="4fad049182ddc57b" providerId="LiveId" clId="{7BE35E58-DB5E-4849-8155-350D2EE60875}" dt="2025-01-22T14:49:06.698" v="259" actId="47"/>
        <pc:sldMkLst>
          <pc:docMk/>
          <pc:sldMk cId="180396868" sldId="1320"/>
        </pc:sldMkLst>
      </pc:sldChg>
      <pc:sldChg chg="modSp mod">
        <pc:chgData name="Prince Chandapillai" userId="4fad049182ddc57b" providerId="LiveId" clId="{7BE35E58-DB5E-4849-8155-350D2EE60875}" dt="2025-01-22T14:44:19.450" v="221" actId="20577"/>
        <pc:sldMkLst>
          <pc:docMk/>
          <pc:sldMk cId="2716954731" sldId="1390"/>
        </pc:sldMkLst>
        <pc:spChg chg="mod">
          <ac:chgData name="Prince Chandapillai" userId="4fad049182ddc57b" providerId="LiveId" clId="{7BE35E58-DB5E-4849-8155-350D2EE60875}" dt="2025-01-22T14:32:53.935" v="105" actId="20577"/>
          <ac:spMkLst>
            <pc:docMk/>
            <pc:sldMk cId="2716954731" sldId="1390"/>
            <ac:spMk id="2" creationId="{00000000-0000-0000-0000-000000000000}"/>
          </ac:spMkLst>
        </pc:spChg>
        <pc:spChg chg="mod">
          <ac:chgData name="Prince Chandapillai" userId="4fad049182ddc57b" providerId="LiveId" clId="{7BE35E58-DB5E-4849-8155-350D2EE60875}" dt="2025-01-22T14:44:19.450" v="221" actId="20577"/>
          <ac:spMkLst>
            <pc:docMk/>
            <pc:sldMk cId="2716954731" sldId="1390"/>
            <ac:spMk id="5" creationId="{F23B1A82-CA2E-08BD-1D0D-5AA03047C3D2}"/>
          </ac:spMkLst>
        </pc:spChg>
        <pc:spChg chg="mod">
          <ac:chgData name="Prince Chandapillai" userId="4fad049182ddc57b" providerId="LiveId" clId="{7BE35E58-DB5E-4849-8155-350D2EE60875}" dt="2025-01-22T14:42:12.541" v="205" actId="20577"/>
          <ac:spMkLst>
            <pc:docMk/>
            <pc:sldMk cId="2716954731" sldId="1390"/>
            <ac:spMk id="7" creationId="{094E9A69-B612-35E4-DEEF-5092DA0A0A97}"/>
          </ac:spMkLst>
        </pc:spChg>
      </pc:sldChg>
      <pc:sldChg chg="modSp del mod">
        <pc:chgData name="Prince Chandapillai" userId="4fad049182ddc57b" providerId="LiveId" clId="{7BE35E58-DB5E-4849-8155-350D2EE60875}" dt="2025-01-22T15:12:53.609" v="394" actId="47"/>
        <pc:sldMkLst>
          <pc:docMk/>
          <pc:sldMk cId="195110158" sldId="1393"/>
        </pc:sldMkLst>
        <pc:spChg chg="mod">
          <ac:chgData name="Prince Chandapillai" userId="4fad049182ddc57b" providerId="LiveId" clId="{7BE35E58-DB5E-4849-8155-350D2EE60875}" dt="2025-01-22T14:51:05.480" v="284"/>
          <ac:spMkLst>
            <pc:docMk/>
            <pc:sldMk cId="195110158" sldId="1393"/>
            <ac:spMk id="2" creationId="{69072751-0DFD-E04D-8DBC-6192EE4B4B2A}"/>
          </ac:spMkLst>
        </pc:spChg>
      </pc:sldChg>
      <pc:sldChg chg="modSp del mod">
        <pc:chgData name="Prince Chandapillai" userId="4fad049182ddc57b" providerId="LiveId" clId="{7BE35E58-DB5E-4849-8155-350D2EE60875}" dt="2025-01-22T15:12:55.919" v="395" actId="47"/>
        <pc:sldMkLst>
          <pc:docMk/>
          <pc:sldMk cId="793142237" sldId="1394"/>
        </pc:sldMkLst>
        <pc:spChg chg="mod">
          <ac:chgData name="Prince Chandapillai" userId="4fad049182ddc57b" providerId="LiveId" clId="{7BE35E58-DB5E-4849-8155-350D2EE60875}" dt="2025-01-22T14:51:10.985" v="285"/>
          <ac:spMkLst>
            <pc:docMk/>
            <pc:sldMk cId="793142237" sldId="1394"/>
            <ac:spMk id="2" creationId="{69072751-0DFD-E04D-8DBC-6192EE4B4B2A}"/>
          </ac:spMkLst>
        </pc:spChg>
      </pc:sldChg>
      <pc:sldChg chg="modSp del mod">
        <pc:chgData name="Prince Chandapillai" userId="4fad049182ddc57b" providerId="LiveId" clId="{7BE35E58-DB5E-4849-8155-350D2EE60875}" dt="2025-01-22T14:46:09.821" v="239" actId="47"/>
        <pc:sldMkLst>
          <pc:docMk/>
          <pc:sldMk cId="3781230212" sldId="1618"/>
        </pc:sldMkLst>
        <pc:spChg chg="mod">
          <ac:chgData name="Prince Chandapillai" userId="4fad049182ddc57b" providerId="LiveId" clId="{7BE35E58-DB5E-4849-8155-350D2EE60875}" dt="2025-01-22T14:33:00.777" v="106" actId="20577"/>
          <ac:spMkLst>
            <pc:docMk/>
            <pc:sldMk cId="3781230212" sldId="1618"/>
            <ac:spMk id="2" creationId="{00000000-0000-0000-0000-000000000000}"/>
          </ac:spMkLst>
        </pc:spChg>
      </pc:sldChg>
      <pc:sldChg chg="del">
        <pc:chgData name="Prince Chandapillai" userId="4fad049182ddc57b" providerId="LiveId" clId="{7BE35E58-DB5E-4849-8155-350D2EE60875}" dt="2025-01-22T14:49:12.024" v="260" actId="47"/>
        <pc:sldMkLst>
          <pc:docMk/>
          <pc:sldMk cId="2067775676" sldId="1631"/>
        </pc:sldMkLst>
      </pc:sldChg>
      <pc:sldChg chg="modSp add mod">
        <pc:chgData name="Prince Chandapillai" userId="4fad049182ddc57b" providerId="LiveId" clId="{7BE35E58-DB5E-4849-8155-350D2EE60875}" dt="2025-01-22T14:44:29.702" v="223" actId="20577"/>
        <pc:sldMkLst>
          <pc:docMk/>
          <pc:sldMk cId="2217838844" sldId="1648"/>
        </pc:sldMkLst>
        <pc:spChg chg="mod">
          <ac:chgData name="Prince Chandapillai" userId="4fad049182ddc57b" providerId="LiveId" clId="{7BE35E58-DB5E-4849-8155-350D2EE60875}" dt="2025-01-22T14:44:29.702" v="223" actId="20577"/>
          <ac:spMkLst>
            <pc:docMk/>
            <pc:sldMk cId="2217838844" sldId="1648"/>
            <ac:spMk id="5" creationId="{1A3D04E0-2BA2-B70E-C21F-60C1511AA590}"/>
          </ac:spMkLst>
        </pc:spChg>
        <pc:spChg chg="mod">
          <ac:chgData name="Prince Chandapillai" userId="4fad049182ddc57b" providerId="LiveId" clId="{7BE35E58-DB5E-4849-8155-350D2EE60875}" dt="2025-01-22T14:41:52.189" v="204"/>
          <ac:spMkLst>
            <pc:docMk/>
            <pc:sldMk cId="2217838844" sldId="1648"/>
            <ac:spMk id="7" creationId="{E29A6687-39DF-B246-979B-08C80C08F7D4}"/>
          </ac:spMkLst>
        </pc:spChg>
      </pc:sldChg>
      <pc:sldChg chg="add del">
        <pc:chgData name="Prince Chandapillai" userId="4fad049182ddc57b" providerId="LiveId" clId="{7BE35E58-DB5E-4849-8155-350D2EE60875}" dt="2025-01-22T14:43:18.870" v="207" actId="47"/>
        <pc:sldMkLst>
          <pc:docMk/>
          <pc:sldMk cId="559812087" sldId="1649"/>
        </pc:sldMkLst>
      </pc:sldChg>
      <pc:sldChg chg="modSp add mod">
        <pc:chgData name="Prince Chandapillai" userId="4fad049182ddc57b" providerId="LiveId" clId="{7BE35E58-DB5E-4849-8155-350D2EE60875}" dt="2025-01-22T14:44:38.971" v="225" actId="20577"/>
        <pc:sldMkLst>
          <pc:docMk/>
          <pc:sldMk cId="3067729131" sldId="1650"/>
        </pc:sldMkLst>
        <pc:spChg chg="mod">
          <ac:chgData name="Prince Chandapillai" userId="4fad049182ddc57b" providerId="LiveId" clId="{7BE35E58-DB5E-4849-8155-350D2EE60875}" dt="2025-01-22T14:44:38.971" v="225" actId="20577"/>
          <ac:spMkLst>
            <pc:docMk/>
            <pc:sldMk cId="3067729131" sldId="1650"/>
            <ac:spMk id="5" creationId="{5B5AB6B8-6EE4-4538-3B88-89DD2F615143}"/>
          </ac:spMkLst>
        </pc:spChg>
        <pc:spChg chg="mod">
          <ac:chgData name="Prince Chandapillai" userId="4fad049182ddc57b" providerId="LiveId" clId="{7BE35E58-DB5E-4849-8155-350D2EE60875}" dt="2025-01-22T14:43:58.576" v="219" actId="20577"/>
          <ac:spMkLst>
            <pc:docMk/>
            <pc:sldMk cId="3067729131" sldId="1650"/>
            <ac:spMk id="7" creationId="{80E38BDA-FE8E-E9F8-FE50-2A850A81255E}"/>
          </ac:spMkLst>
        </pc:spChg>
      </pc:sldChg>
      <pc:sldChg chg="modSp add mod">
        <pc:chgData name="Prince Chandapillai" userId="4fad049182ddc57b" providerId="LiveId" clId="{7BE35E58-DB5E-4849-8155-350D2EE60875}" dt="2025-01-22T14:45:54.247" v="238" actId="20577"/>
        <pc:sldMkLst>
          <pc:docMk/>
          <pc:sldMk cId="986701546" sldId="1651"/>
        </pc:sldMkLst>
        <pc:spChg chg="mod">
          <ac:chgData name="Prince Chandapillai" userId="4fad049182ddc57b" providerId="LiveId" clId="{7BE35E58-DB5E-4849-8155-350D2EE60875}" dt="2025-01-22T14:45:54.247" v="238" actId="20577"/>
          <ac:spMkLst>
            <pc:docMk/>
            <pc:sldMk cId="986701546" sldId="1651"/>
            <ac:spMk id="5" creationId="{8256889D-7E5D-259C-8015-2AE2549FBB73}"/>
          </ac:spMkLst>
        </pc:spChg>
        <pc:spChg chg="mod">
          <ac:chgData name="Prince Chandapillai" userId="4fad049182ddc57b" providerId="LiveId" clId="{7BE35E58-DB5E-4849-8155-350D2EE60875}" dt="2025-01-22T14:45:34.480" v="235" actId="20577"/>
          <ac:spMkLst>
            <pc:docMk/>
            <pc:sldMk cId="986701546" sldId="1651"/>
            <ac:spMk id="7" creationId="{9DE9F646-38A7-A135-82CB-CB7704755801}"/>
          </ac:spMkLst>
        </pc:spChg>
      </pc:sldChg>
      <pc:sldChg chg="modSp add mod">
        <pc:chgData name="Prince Chandapillai" userId="4fad049182ddc57b" providerId="LiveId" clId="{7BE35E58-DB5E-4849-8155-350D2EE60875}" dt="2025-01-22T15:13:12.031" v="401" actId="20577"/>
        <pc:sldMkLst>
          <pc:docMk/>
          <pc:sldMk cId="3217866785" sldId="1652"/>
        </pc:sldMkLst>
        <pc:spChg chg="mod">
          <ac:chgData name="Prince Chandapillai" userId="4fad049182ddc57b" providerId="LiveId" clId="{7BE35E58-DB5E-4849-8155-350D2EE60875}" dt="2025-01-22T15:12:30.123" v="391"/>
          <ac:spMkLst>
            <pc:docMk/>
            <pc:sldMk cId="3217866785" sldId="1652"/>
            <ac:spMk id="3" creationId="{9360F643-EC6D-AF12-0E46-3DE2699A0EDF}"/>
          </ac:spMkLst>
        </pc:spChg>
        <pc:spChg chg="mod">
          <ac:chgData name="Prince Chandapillai" userId="4fad049182ddc57b" providerId="LiveId" clId="{7BE35E58-DB5E-4849-8155-350D2EE60875}" dt="2025-01-22T15:13:12.031" v="401" actId="20577"/>
          <ac:spMkLst>
            <pc:docMk/>
            <pc:sldMk cId="3217866785" sldId="1652"/>
            <ac:spMk id="6" creationId="{4E25969D-748D-C9D9-F7EC-2D87129B9A5A}"/>
          </ac:spMkLst>
        </pc:spChg>
      </pc:sldChg>
      <pc:sldChg chg="modSp add mod">
        <pc:chgData name="Prince Chandapillai" userId="4fad049182ddc57b" providerId="LiveId" clId="{7BE35E58-DB5E-4849-8155-350D2EE60875}" dt="2025-01-22T15:13:17.835" v="403" actId="20577"/>
        <pc:sldMkLst>
          <pc:docMk/>
          <pc:sldMk cId="1079567730" sldId="1653"/>
        </pc:sldMkLst>
        <pc:spChg chg="mod">
          <ac:chgData name="Prince Chandapillai" userId="4fad049182ddc57b" providerId="LiveId" clId="{7BE35E58-DB5E-4849-8155-350D2EE60875}" dt="2025-01-22T15:12:48.810" v="393"/>
          <ac:spMkLst>
            <pc:docMk/>
            <pc:sldMk cId="1079567730" sldId="1653"/>
            <ac:spMk id="3" creationId="{96BB7DF4-5D24-CADE-EE48-6C7727E9E18C}"/>
          </ac:spMkLst>
        </pc:spChg>
        <pc:spChg chg="mod">
          <ac:chgData name="Prince Chandapillai" userId="4fad049182ddc57b" providerId="LiveId" clId="{7BE35E58-DB5E-4849-8155-350D2EE60875}" dt="2025-01-22T15:13:17.835" v="403" actId="20577"/>
          <ac:spMkLst>
            <pc:docMk/>
            <pc:sldMk cId="1079567730" sldId="1653"/>
            <ac:spMk id="6" creationId="{80910726-B6CC-8764-2848-996E73A9E34A}"/>
          </ac:spMkLst>
        </pc:spChg>
      </pc:sldChg>
      <pc:sldMasterChg chg="delSldLayout modSldLayout">
        <pc:chgData name="Prince Chandapillai" userId="4fad049182ddc57b" providerId="LiveId" clId="{7BE35E58-DB5E-4849-8155-350D2EE60875}" dt="2025-01-22T14:49:12.024" v="260" actId="47"/>
        <pc:sldMasterMkLst>
          <pc:docMk/>
          <pc:sldMasterMk cId="2021402228" sldId="2147483673"/>
        </pc:sldMasterMkLst>
        <pc:sldLayoutChg chg="modSp mod">
          <pc:chgData name="Prince Chandapillai" userId="4fad049182ddc57b" providerId="LiveId" clId="{7BE35E58-DB5E-4849-8155-350D2EE60875}" dt="2025-01-22T14:28:07.777" v="1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Prince Chandapillai" userId="4fad049182ddc57b" providerId="LiveId" clId="{7BE35E58-DB5E-4849-8155-350D2EE60875}" dt="2025-01-22T14:28:07.777" v="1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Prince Chandapillai" userId="4fad049182ddc57b" providerId="LiveId" clId="{7BE35E58-DB5E-4849-8155-350D2EE60875}" dt="2025-01-22T14:28:34.596" v="3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Prince Chandapillai" userId="4fad049182ddc57b" providerId="LiveId" clId="{7BE35E58-DB5E-4849-8155-350D2EE60875}" dt="2025-01-22T14:28:34.596" v="3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Prince Chandapillai" userId="4fad049182ddc57b" providerId="LiveId" clId="{7BE35E58-DB5E-4849-8155-350D2EE60875}" dt="2025-01-22T14:29:35.708" v="9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Prince Chandapillai" userId="4fad049182ddc57b" providerId="LiveId" clId="{7BE35E58-DB5E-4849-8155-350D2EE60875}" dt="2025-01-22T14:29:35.708" v="9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Prince Chandapillai" userId="4fad049182ddc57b" providerId="LiveId" clId="{7BE35E58-DB5E-4849-8155-350D2EE60875}" dt="2025-01-22T14:29:24.401" v="7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Prince Chandapillai" userId="4fad049182ddc57b" providerId="LiveId" clId="{7BE35E58-DB5E-4849-8155-350D2EE60875}" dt="2025-01-22T14:29:24.401" v="7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  <pc:sldLayoutChg chg="del">
          <pc:chgData name="Prince Chandapillai" userId="4fad049182ddc57b" providerId="LiveId" clId="{7BE35E58-DB5E-4849-8155-350D2EE60875}" dt="2025-01-22T14:49:12.024" v="260" actId="47"/>
          <pc:sldLayoutMkLst>
            <pc:docMk/>
            <pc:sldMasterMk cId="2021402228" sldId="2147483673"/>
            <pc:sldLayoutMk cId="1413282158" sldId="2147483796"/>
          </pc:sldLayoutMkLst>
        </pc:sldLayoutChg>
      </pc:sldMasterChg>
    </pc:docChg>
  </pc:docChgLst>
  <pc:docChgLst>
    <pc:chgData name="Rosmin Elsa Mohan" userId="7f6a9fc7-46b4-4eac-90cd-058eb48f67de" providerId="ADAL" clId="{F7C7D2B1-702B-4EB1-996D-A4E8EF7DB734}"/>
    <pc:docChg chg="undo custSel modSld">
      <pc:chgData name="Rosmin Elsa Mohan" userId="7f6a9fc7-46b4-4eac-90cd-058eb48f67de" providerId="ADAL" clId="{F7C7D2B1-702B-4EB1-996D-A4E8EF7DB734}" dt="2024-10-30T08:52:42.057" v="133" actId="1076"/>
      <pc:docMkLst>
        <pc:docMk/>
      </pc:docMkLst>
      <pc:sldChg chg="modSp mod">
        <pc:chgData name="Rosmin Elsa Mohan" userId="7f6a9fc7-46b4-4eac-90cd-058eb48f67de" providerId="ADAL" clId="{F7C7D2B1-702B-4EB1-996D-A4E8EF7DB734}" dt="2024-10-30T08:52:42.057" v="133" actId="1076"/>
        <pc:sldMkLst>
          <pc:docMk/>
          <pc:sldMk cId="4206118844" sldId="811"/>
        </pc:sldMkLst>
        <pc:spChg chg="mod">
          <ac:chgData name="Rosmin Elsa Mohan" userId="7f6a9fc7-46b4-4eac-90cd-058eb48f67de" providerId="ADAL" clId="{F7C7D2B1-702B-4EB1-996D-A4E8EF7DB734}" dt="2024-10-30T08:52:42.057" v="133" actId="1076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F7C7D2B1-702B-4EB1-996D-A4E8EF7DB734}" dt="2024-10-30T08:33:07.652" v="103" actId="20577"/>
        <pc:sldMkLst>
          <pc:docMk/>
          <pc:sldMk cId="3441406009" sldId="858"/>
        </pc:sldMkLst>
        <pc:spChg chg="mod">
          <ac:chgData name="Rosmin Elsa Mohan" userId="7f6a9fc7-46b4-4eac-90cd-058eb48f67de" providerId="ADAL" clId="{F7C7D2B1-702B-4EB1-996D-A4E8EF7DB734}" dt="2024-10-30T08:33:07.652" v="103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">
        <pc:chgData name="Rosmin Elsa Mohan" userId="7f6a9fc7-46b4-4eac-90cd-058eb48f67de" providerId="ADAL" clId="{F7C7D2B1-702B-4EB1-996D-A4E8EF7DB734}" dt="2024-10-30T08:50:29.292" v="110" actId="20577"/>
        <pc:sldMkLst>
          <pc:docMk/>
          <pc:sldMk cId="430881365" sldId="1259"/>
        </pc:sldMkLst>
        <pc:spChg chg="mod">
          <ac:chgData name="Rosmin Elsa Mohan" userId="7f6a9fc7-46b4-4eac-90cd-058eb48f67de" providerId="ADAL" clId="{F7C7D2B1-702B-4EB1-996D-A4E8EF7DB734}" dt="2024-10-30T08:50:29.292" v="110" actId="20577"/>
          <ac:spMkLst>
            <pc:docMk/>
            <pc:sldMk cId="430881365" sldId="1259"/>
            <ac:spMk id="3" creationId="{5A24BF63-9600-AB32-BCBE-CD0D63783073}"/>
          </ac:spMkLst>
        </pc:spChg>
      </pc:sldChg>
      <pc:sldChg chg="modSp mod">
        <pc:chgData name="Rosmin Elsa Mohan" userId="7f6a9fc7-46b4-4eac-90cd-058eb48f67de" providerId="ADAL" clId="{F7C7D2B1-702B-4EB1-996D-A4E8EF7DB734}" dt="2024-10-30T08:51:09.122" v="118" actId="20577"/>
        <pc:sldMkLst>
          <pc:docMk/>
          <pc:sldMk cId="56519740" sldId="1627"/>
        </pc:sldMkLst>
      </pc:sldChg>
      <pc:sldChg chg="modSp mod">
        <pc:chgData name="Rosmin Elsa Mohan" userId="7f6a9fc7-46b4-4eac-90cd-058eb48f67de" providerId="ADAL" clId="{F7C7D2B1-702B-4EB1-996D-A4E8EF7DB734}" dt="2024-10-30T08:51:12.841" v="119" actId="20577"/>
        <pc:sldMkLst>
          <pc:docMk/>
          <pc:sldMk cId="3323848313" sldId="1628"/>
        </pc:sldMkLst>
      </pc:sldChg>
      <pc:sldChg chg="modSp mod">
        <pc:chgData name="Rosmin Elsa Mohan" userId="7f6a9fc7-46b4-4eac-90cd-058eb48f67de" providerId="ADAL" clId="{F7C7D2B1-702B-4EB1-996D-A4E8EF7DB734}" dt="2024-10-30T08:51:47.672" v="132"/>
        <pc:sldMkLst>
          <pc:docMk/>
          <pc:sldMk cId="660300182" sldId="1629"/>
        </pc:sldMkLst>
      </pc:sldChg>
    </pc:docChg>
  </pc:docChgLst>
  <pc:docChgLst>
    <pc:chgData name="Rosmin Elsa" userId="8f13a6be4da41318" providerId="Windows Live" clId="Web-{E7159006-4A08-9B37-7CE1-CA7EA11E6BF5}"/>
    <pc:docChg chg="addSld modSld">
      <pc:chgData name="Rosmin Elsa" userId="8f13a6be4da41318" providerId="Windows Live" clId="Web-{E7159006-4A08-9B37-7CE1-CA7EA11E6BF5}" dt="2025-01-18T05:15:28.622" v="130" actId="1076"/>
      <pc:docMkLst>
        <pc:docMk/>
      </pc:docMkLst>
      <pc:sldChg chg="modSp">
        <pc:chgData name="Rosmin Elsa" userId="8f13a6be4da41318" providerId="Windows Live" clId="Web-{E7159006-4A08-9B37-7CE1-CA7EA11E6BF5}" dt="2025-01-18T05:15:13.043" v="128" actId="20577"/>
        <pc:sldMkLst>
          <pc:docMk/>
          <pc:sldMk cId="3441406009" sldId="858"/>
        </pc:sldMkLst>
        <pc:spChg chg="mod">
          <ac:chgData name="Rosmin Elsa" userId="8f13a6be4da41318" providerId="Windows Live" clId="Web-{E7159006-4A08-9B37-7CE1-CA7EA11E6BF5}" dt="2025-01-18T05:10:27.110" v="3" actId="20577"/>
          <ac:spMkLst>
            <pc:docMk/>
            <pc:sldMk cId="3441406009" sldId="858"/>
            <ac:spMk id="5" creationId="{089B1927-DD5B-EE66-1640-FBE3EE92B17A}"/>
          </ac:spMkLst>
        </pc:spChg>
        <pc:spChg chg="mod">
          <ac:chgData name="Rosmin Elsa" userId="8f13a6be4da41318" providerId="Windows Live" clId="Web-{E7159006-4A08-9B37-7CE1-CA7EA11E6BF5}" dt="2025-01-18T05:15:13.043" v="128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 add replId">
        <pc:chgData name="Rosmin Elsa" userId="8f13a6be4da41318" providerId="Windows Live" clId="Web-{E7159006-4A08-9B37-7CE1-CA7EA11E6BF5}" dt="2025-01-18T05:15:28.622" v="130" actId="1076"/>
        <pc:sldMkLst>
          <pc:docMk/>
          <pc:sldMk cId="3146644994" sldId="1647"/>
        </pc:sldMkLst>
        <pc:spChg chg="mod">
          <ac:chgData name="Rosmin Elsa" userId="8f13a6be4da41318" providerId="Windows Live" clId="Web-{E7159006-4A08-9B37-7CE1-CA7EA11E6BF5}" dt="2025-01-18T05:10:23.876" v="2" actId="20577"/>
          <ac:spMkLst>
            <pc:docMk/>
            <pc:sldMk cId="3146644994" sldId="1647"/>
            <ac:spMk id="5" creationId="{089B1927-DD5B-EE66-1640-FBE3EE92B17A}"/>
          </ac:spMkLst>
        </pc:spChg>
        <pc:spChg chg="mod">
          <ac:chgData name="Rosmin Elsa" userId="8f13a6be4da41318" providerId="Windows Live" clId="Web-{E7159006-4A08-9B37-7CE1-CA7EA11E6BF5}" dt="2025-01-18T05:15:28.622" v="130" actId="1076"/>
          <ac:spMkLst>
            <pc:docMk/>
            <pc:sldMk cId="3146644994" sldId="1647"/>
            <ac:spMk id="6" creationId="{CA0575D6-2132-A304-BD4D-E123FFDE7A28}"/>
          </ac:spMkLst>
        </pc:spChg>
      </pc:sldChg>
    </pc:docChg>
  </pc:docChgLst>
  <pc:docChgLst>
    <pc:chgData name="Rosmin Elsa Mohan" userId="7f6a9fc7-46b4-4eac-90cd-058eb48f67de" providerId="ADAL" clId="{43394ABC-3558-484C-82D6-867B083F1C23}"/>
    <pc:docChg chg="undo redo custSel addSld delSld modSld modMainMaster">
      <pc:chgData name="Rosmin Elsa Mohan" userId="7f6a9fc7-46b4-4eac-90cd-058eb48f67de" providerId="ADAL" clId="{43394ABC-3558-484C-82D6-867B083F1C23}" dt="2025-01-16T03:05:43.399" v="1058" actId="6549"/>
      <pc:docMkLst>
        <pc:docMk/>
      </pc:docMkLst>
      <pc:sldChg chg="modSp mod">
        <pc:chgData name="Rosmin Elsa Mohan" userId="7f6a9fc7-46b4-4eac-90cd-058eb48f67de" providerId="ADAL" clId="{43394ABC-3558-484C-82D6-867B083F1C23}" dt="2025-01-12T04:17:42.283" v="134" actId="114"/>
        <pc:sldMkLst>
          <pc:docMk/>
          <pc:sldMk cId="4206118844" sldId="811"/>
        </pc:sldMkLst>
        <pc:spChg chg="mod">
          <ac:chgData name="Rosmin Elsa Mohan" userId="7f6a9fc7-46b4-4eac-90cd-058eb48f67de" providerId="ADAL" clId="{43394ABC-3558-484C-82D6-867B083F1C23}" dt="2025-01-12T04:17:42.283" v="134" actId="114"/>
          <ac:spMkLst>
            <pc:docMk/>
            <pc:sldMk cId="4206118844" sldId="811"/>
            <ac:spMk id="2" creationId="{5DE3A813-6DBA-F993-8DA0-D81B4057E015}"/>
          </ac:spMkLst>
        </pc:spChg>
      </pc:sldChg>
      <pc:sldChg chg="modSp mod">
        <pc:chgData name="Rosmin Elsa Mohan" userId="7f6a9fc7-46b4-4eac-90cd-058eb48f67de" providerId="ADAL" clId="{43394ABC-3558-484C-82D6-867B083F1C23}" dt="2025-01-12T04:19:31.772" v="135" actId="20577"/>
        <pc:sldMkLst>
          <pc:docMk/>
          <pc:sldMk cId="717388547" sldId="813"/>
        </pc:sldMkLst>
        <pc:spChg chg="mod">
          <ac:chgData name="Rosmin Elsa Mohan" userId="7f6a9fc7-46b4-4eac-90cd-058eb48f67de" providerId="ADAL" clId="{43394ABC-3558-484C-82D6-867B083F1C23}" dt="2025-01-12T04:19:31.772" v="135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Rosmin Elsa Mohan" userId="7f6a9fc7-46b4-4eac-90cd-058eb48f67de" providerId="ADAL" clId="{43394ABC-3558-484C-82D6-867B083F1C23}" dt="2025-01-16T02:03:30.583" v="265" actId="14100"/>
        <pc:sldMkLst>
          <pc:docMk/>
          <pc:sldMk cId="3717493800" sldId="821"/>
        </pc:sldMkLst>
        <pc:spChg chg="mod">
          <ac:chgData name="Rosmin Elsa Mohan" userId="7f6a9fc7-46b4-4eac-90cd-058eb48f67de" providerId="ADAL" clId="{43394ABC-3558-484C-82D6-867B083F1C23}" dt="2025-01-16T02:03:30.583" v="265" actId="14100"/>
          <ac:spMkLst>
            <pc:docMk/>
            <pc:sldMk cId="3717493800" sldId="821"/>
            <ac:spMk id="2" creationId="{BDDA26F8-E366-2B5B-C348-C507B3038F2B}"/>
          </ac:spMkLst>
        </pc:spChg>
        <pc:spChg chg="mod">
          <ac:chgData name="Rosmin Elsa Mohan" userId="7f6a9fc7-46b4-4eac-90cd-058eb48f67de" providerId="ADAL" clId="{43394ABC-3558-484C-82D6-867B083F1C23}" dt="2025-01-16T01:58:42.211" v="219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 mod">
        <pc:chgData name="Rosmin Elsa Mohan" userId="7f6a9fc7-46b4-4eac-90cd-058eb48f67de" providerId="ADAL" clId="{43394ABC-3558-484C-82D6-867B083F1C23}" dt="2025-01-16T02:19:20.315" v="427" actId="14100"/>
        <pc:sldMkLst>
          <pc:docMk/>
          <pc:sldMk cId="140346443" sldId="822"/>
        </pc:sldMkLst>
        <pc:spChg chg="mod">
          <ac:chgData name="Rosmin Elsa Mohan" userId="7f6a9fc7-46b4-4eac-90cd-058eb48f67de" providerId="ADAL" clId="{43394ABC-3558-484C-82D6-867B083F1C23}" dt="2025-01-16T02:17:46.032" v="409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Rosmin Elsa Mohan" userId="7f6a9fc7-46b4-4eac-90cd-058eb48f67de" providerId="ADAL" clId="{43394ABC-3558-484C-82D6-867B083F1C23}" dt="2025-01-16T02:19:12.643" v="426" actId="255"/>
          <ac:spMkLst>
            <pc:docMk/>
            <pc:sldMk cId="140346443" sldId="822"/>
            <ac:spMk id="3" creationId="{DFD3087A-542A-9E8A-2F04-286C1B72B61A}"/>
          </ac:spMkLst>
        </pc:spChg>
        <pc:picChg chg="mod">
          <ac:chgData name="Rosmin Elsa Mohan" userId="7f6a9fc7-46b4-4eac-90cd-058eb48f67de" providerId="ADAL" clId="{43394ABC-3558-484C-82D6-867B083F1C23}" dt="2025-01-16T02:19:20.315" v="427" actId="14100"/>
          <ac:picMkLst>
            <pc:docMk/>
            <pc:sldMk cId="140346443" sldId="822"/>
            <ac:picMk id="9" creationId="{4BC5C584-7550-42C0-5176-232FC90F0FD6}"/>
          </ac:picMkLst>
        </pc:picChg>
      </pc:sldChg>
      <pc:sldChg chg="modSp mod">
        <pc:chgData name="Rosmin Elsa Mohan" userId="7f6a9fc7-46b4-4eac-90cd-058eb48f67de" providerId="ADAL" clId="{43394ABC-3558-484C-82D6-867B083F1C23}" dt="2025-01-16T02:10:11.799" v="304" actId="1076"/>
        <pc:sldMkLst>
          <pc:docMk/>
          <pc:sldMk cId="2771250690" sldId="851"/>
        </pc:sldMkLst>
        <pc:spChg chg="mod">
          <ac:chgData name="Rosmin Elsa Mohan" userId="7f6a9fc7-46b4-4eac-90cd-058eb48f67de" providerId="ADAL" clId="{43394ABC-3558-484C-82D6-867B083F1C23}" dt="2025-01-16T02:10:11.799" v="304" actId="1076"/>
          <ac:spMkLst>
            <pc:docMk/>
            <pc:sldMk cId="2771250690" sldId="851"/>
            <ac:spMk id="5" creationId="{EF0E83AD-AD85-5E6C-33F5-D8EF739355C5}"/>
          </ac:spMkLst>
        </pc:spChg>
      </pc:sldChg>
      <pc:sldChg chg="modSp mod">
        <pc:chgData name="Rosmin Elsa Mohan" userId="7f6a9fc7-46b4-4eac-90cd-058eb48f67de" providerId="ADAL" clId="{43394ABC-3558-484C-82D6-867B083F1C23}" dt="2025-01-16T03:02:41.223" v="976" actId="20577"/>
        <pc:sldMkLst>
          <pc:docMk/>
          <pc:sldMk cId="1416329417" sldId="949"/>
        </pc:sldMkLst>
        <pc:spChg chg="mod">
          <ac:chgData name="Rosmin Elsa Mohan" userId="7f6a9fc7-46b4-4eac-90cd-058eb48f67de" providerId="ADAL" clId="{43394ABC-3558-484C-82D6-867B083F1C23}" dt="2025-01-16T03:02:41.223" v="976" actId="20577"/>
          <ac:spMkLst>
            <pc:docMk/>
            <pc:sldMk cId="1416329417" sldId="949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43394ABC-3558-484C-82D6-867B083F1C23}" dt="2025-01-16T02:28:37.015" v="488" actId="20577"/>
        <pc:sldMkLst>
          <pc:docMk/>
          <pc:sldMk cId="858007124" sldId="1277"/>
        </pc:sldMkLst>
        <pc:spChg chg="mod">
          <ac:chgData name="Rosmin Elsa Mohan" userId="7f6a9fc7-46b4-4eac-90cd-058eb48f67de" providerId="ADAL" clId="{43394ABC-3558-484C-82D6-867B083F1C23}" dt="2025-01-16T02:24:10.406" v="437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Rosmin Elsa Mohan" userId="7f6a9fc7-46b4-4eac-90cd-058eb48f67de" providerId="ADAL" clId="{43394ABC-3558-484C-82D6-867B083F1C23}" dt="2025-01-16T02:28:37.015" v="488" actId="20577"/>
          <ac:spMkLst>
            <pc:docMk/>
            <pc:sldMk cId="858007124" sldId="1277"/>
            <ac:spMk id="3" creationId="{DDD24EDA-CE43-82A2-B3E8-E6C307C397E9}"/>
          </ac:spMkLst>
        </pc:spChg>
      </pc:sldChg>
      <pc:sldChg chg="modSp mod">
        <pc:chgData name="Rosmin Elsa Mohan" userId="7f6a9fc7-46b4-4eac-90cd-058eb48f67de" providerId="ADAL" clId="{43394ABC-3558-484C-82D6-867B083F1C23}" dt="2025-01-16T02:17:22.049" v="364" actId="20577"/>
        <pc:sldMkLst>
          <pc:docMk/>
          <pc:sldMk cId="1217883548" sldId="1318"/>
        </pc:sldMkLst>
        <pc:spChg chg="mod">
          <ac:chgData name="Rosmin Elsa Mohan" userId="7f6a9fc7-46b4-4eac-90cd-058eb48f67de" providerId="ADAL" clId="{43394ABC-3558-484C-82D6-867B083F1C23}" dt="2025-01-16T02:17:22.049" v="364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addSp delSp modSp mod">
        <pc:chgData name="Rosmin Elsa Mohan" userId="7f6a9fc7-46b4-4eac-90cd-058eb48f67de" providerId="ADAL" clId="{43394ABC-3558-484C-82D6-867B083F1C23}" dt="2025-01-16T02:08:29.963" v="280" actId="20577"/>
        <pc:sldMkLst>
          <pc:docMk/>
          <pc:sldMk cId="180396868" sldId="1320"/>
        </pc:sldMkLst>
      </pc:sldChg>
      <pc:sldChg chg="modSp mod">
        <pc:chgData name="Rosmin Elsa Mohan" userId="7f6a9fc7-46b4-4eac-90cd-058eb48f67de" providerId="ADAL" clId="{43394ABC-3558-484C-82D6-867B083F1C23}" dt="2025-01-16T02:38:20.553" v="509" actId="20577"/>
        <pc:sldMkLst>
          <pc:docMk/>
          <pc:sldMk cId="4765592" sldId="1388"/>
        </pc:sldMkLst>
        <pc:spChg chg="mod">
          <ac:chgData name="Rosmin Elsa Mohan" userId="7f6a9fc7-46b4-4eac-90cd-058eb48f67de" providerId="ADAL" clId="{43394ABC-3558-484C-82D6-867B083F1C23}" dt="2025-01-16T02:38:20.553" v="509" actId="20577"/>
          <ac:spMkLst>
            <pc:docMk/>
            <pc:sldMk cId="4765592" sldId="1388"/>
            <ac:spMk id="2" creationId="{00000000-0000-0000-0000-000000000000}"/>
          </ac:spMkLst>
        </pc:spChg>
      </pc:sldChg>
      <pc:sldChg chg="modSp mod">
        <pc:chgData name="Rosmin Elsa Mohan" userId="7f6a9fc7-46b4-4eac-90cd-058eb48f67de" providerId="ADAL" clId="{43394ABC-3558-484C-82D6-867B083F1C23}" dt="2025-01-16T03:05:27.160" v="1050" actId="1076"/>
        <pc:sldMkLst>
          <pc:docMk/>
          <pc:sldMk cId="397177493" sldId="1389"/>
        </pc:sldMkLst>
        <pc:spChg chg="mod">
          <ac:chgData name="Rosmin Elsa Mohan" userId="7f6a9fc7-46b4-4eac-90cd-058eb48f67de" providerId="ADAL" clId="{43394ABC-3558-484C-82D6-867B083F1C23}" dt="2025-01-16T03:03:25.003" v="1013" actId="20577"/>
          <ac:spMkLst>
            <pc:docMk/>
            <pc:sldMk cId="397177493" sldId="1389"/>
            <ac:spMk id="2" creationId="{00000000-0000-0000-0000-000000000000}"/>
          </ac:spMkLst>
        </pc:spChg>
        <pc:spChg chg="mod">
          <ac:chgData name="Rosmin Elsa Mohan" userId="7f6a9fc7-46b4-4eac-90cd-058eb48f67de" providerId="ADAL" clId="{43394ABC-3558-484C-82D6-867B083F1C23}" dt="2025-01-16T03:05:27.160" v="1050" actId="1076"/>
          <ac:spMkLst>
            <pc:docMk/>
            <pc:sldMk cId="397177493" sldId="1389"/>
            <ac:spMk id="6" creationId="{00B7E6C3-DC3B-BC8E-EE75-86995C7F8ADF}"/>
          </ac:spMkLst>
        </pc:spChg>
      </pc:sldChg>
      <pc:sldChg chg="modSp mod">
        <pc:chgData name="Rosmin Elsa Mohan" userId="7f6a9fc7-46b4-4eac-90cd-058eb48f67de" providerId="ADAL" clId="{43394ABC-3558-484C-82D6-867B083F1C23}" dt="2025-01-12T04:21:08.995" v="155" actId="15"/>
        <pc:sldMkLst>
          <pc:docMk/>
          <pc:sldMk cId="2716954731" sldId="1390"/>
        </pc:sldMkLst>
        <pc:spChg chg="mod">
          <ac:chgData name="Rosmin Elsa Mohan" userId="7f6a9fc7-46b4-4eac-90cd-058eb48f67de" providerId="ADAL" clId="{43394ABC-3558-484C-82D6-867B083F1C23}" dt="2025-01-12T04:19:41.486" v="136" actId="20577"/>
          <ac:spMkLst>
            <pc:docMk/>
            <pc:sldMk cId="2716954731" sldId="1390"/>
            <ac:spMk id="2" creationId="{00000000-0000-0000-0000-000000000000}"/>
          </ac:spMkLst>
        </pc:spChg>
        <pc:spChg chg="mod">
          <ac:chgData name="Rosmin Elsa Mohan" userId="7f6a9fc7-46b4-4eac-90cd-058eb48f67de" providerId="ADAL" clId="{43394ABC-3558-484C-82D6-867B083F1C23}" dt="2025-01-12T04:21:08.995" v="155" actId="15"/>
          <ac:spMkLst>
            <pc:docMk/>
            <pc:sldMk cId="2716954731" sldId="1390"/>
            <ac:spMk id="7" creationId="{094E9A69-B612-35E4-DEEF-5092DA0A0A97}"/>
          </ac:spMkLst>
        </pc:spChg>
      </pc:sldChg>
      <pc:sldChg chg="addSp delSp modSp mod">
        <pc:chgData name="Rosmin Elsa Mohan" userId="7f6a9fc7-46b4-4eac-90cd-058eb48f67de" providerId="ADAL" clId="{43394ABC-3558-484C-82D6-867B083F1C23}" dt="2025-01-16T02:19:34.383" v="429"/>
        <pc:sldMkLst>
          <pc:docMk/>
          <pc:sldMk cId="195110158" sldId="1393"/>
        </pc:sldMkLst>
        <pc:spChg chg="mod">
          <ac:chgData name="Rosmin Elsa Mohan" userId="7f6a9fc7-46b4-4eac-90cd-058eb48f67de" providerId="ADAL" clId="{43394ABC-3558-484C-82D6-867B083F1C23}" dt="2025-01-16T02:17:51.454" v="411"/>
          <ac:spMkLst>
            <pc:docMk/>
            <pc:sldMk cId="195110158" sldId="1393"/>
            <ac:spMk id="2" creationId="{69072751-0DFD-E04D-8DBC-6192EE4B4B2A}"/>
          </ac:spMkLst>
        </pc:spChg>
        <pc:spChg chg="mod">
          <ac:chgData name="Rosmin Elsa Mohan" userId="7f6a9fc7-46b4-4eac-90cd-058eb48f67de" providerId="ADAL" clId="{43394ABC-3558-484C-82D6-867B083F1C23}" dt="2025-01-16T02:18:58.328" v="424" actId="14100"/>
          <ac:spMkLst>
            <pc:docMk/>
            <pc:sldMk cId="195110158" sldId="1393"/>
            <ac:spMk id="4" creationId="{2B119C6D-813D-2D08-F38A-6DE5BB788FE1}"/>
          </ac:spMkLst>
        </pc:spChg>
        <pc:picChg chg="add mod">
          <ac:chgData name="Rosmin Elsa Mohan" userId="7f6a9fc7-46b4-4eac-90cd-058eb48f67de" providerId="ADAL" clId="{43394ABC-3558-484C-82D6-867B083F1C23}" dt="2025-01-16T02:19:34.383" v="429"/>
          <ac:picMkLst>
            <pc:docMk/>
            <pc:sldMk cId="195110158" sldId="1393"/>
            <ac:picMk id="3" creationId="{CDBEB297-0316-6542-82AC-F6DA2501A8EF}"/>
          </ac:picMkLst>
        </pc:picChg>
      </pc:sldChg>
      <pc:sldChg chg="addSp delSp modSp mod">
        <pc:chgData name="Rosmin Elsa Mohan" userId="7f6a9fc7-46b4-4eac-90cd-058eb48f67de" providerId="ADAL" clId="{43394ABC-3558-484C-82D6-867B083F1C23}" dt="2025-01-16T02:19:37.081" v="431"/>
        <pc:sldMkLst>
          <pc:docMk/>
          <pc:sldMk cId="793142237" sldId="1394"/>
        </pc:sldMkLst>
        <pc:spChg chg="mod">
          <ac:chgData name="Rosmin Elsa Mohan" userId="7f6a9fc7-46b4-4eac-90cd-058eb48f67de" providerId="ADAL" clId="{43394ABC-3558-484C-82D6-867B083F1C23}" dt="2025-01-16T02:17:54.411" v="412"/>
          <ac:spMkLst>
            <pc:docMk/>
            <pc:sldMk cId="793142237" sldId="1394"/>
            <ac:spMk id="2" creationId="{69072751-0DFD-E04D-8DBC-6192EE4B4B2A}"/>
          </ac:spMkLst>
        </pc:spChg>
        <pc:spChg chg="mod">
          <ac:chgData name="Rosmin Elsa Mohan" userId="7f6a9fc7-46b4-4eac-90cd-058eb48f67de" providerId="ADAL" clId="{43394ABC-3558-484C-82D6-867B083F1C23}" dt="2025-01-16T02:18:51.709" v="423" actId="14100"/>
          <ac:spMkLst>
            <pc:docMk/>
            <pc:sldMk cId="793142237" sldId="1394"/>
            <ac:spMk id="4" creationId="{98B2755F-B797-A636-3786-F9533FC0B1C7}"/>
          </ac:spMkLst>
        </pc:spChg>
        <pc:picChg chg="add mod">
          <ac:chgData name="Rosmin Elsa Mohan" userId="7f6a9fc7-46b4-4eac-90cd-058eb48f67de" providerId="ADAL" clId="{43394ABC-3558-484C-82D6-867B083F1C23}" dt="2025-01-16T02:19:37.081" v="431"/>
          <ac:picMkLst>
            <pc:docMk/>
            <pc:sldMk cId="793142237" sldId="1394"/>
            <ac:picMk id="3" creationId="{B3B4951F-5004-857A-8030-BFA8CE7B61F8}"/>
          </ac:picMkLst>
        </pc:picChg>
      </pc:sldChg>
      <pc:sldChg chg="del">
        <pc:chgData name="Rosmin Elsa Mohan" userId="7f6a9fc7-46b4-4eac-90cd-058eb48f67de" providerId="ADAL" clId="{43394ABC-3558-484C-82D6-867B083F1C23}" dt="2025-01-16T02:18:42.580" v="422" actId="2696"/>
        <pc:sldMkLst>
          <pc:docMk/>
          <pc:sldMk cId="2409815257" sldId="1395"/>
        </pc:sldMkLst>
      </pc:sldChg>
      <pc:sldChg chg="modSp mod">
        <pc:chgData name="Rosmin Elsa Mohan" userId="7f6a9fc7-46b4-4eac-90cd-058eb48f67de" providerId="ADAL" clId="{43394ABC-3558-484C-82D6-867B083F1C23}" dt="2025-01-16T02:49:51.418" v="589" actId="20577"/>
        <pc:sldMkLst>
          <pc:docMk/>
          <pc:sldMk cId="3559088401" sldId="1396"/>
        </pc:sldMkLst>
        <pc:spChg chg="mod">
          <ac:chgData name="Rosmin Elsa Mohan" userId="7f6a9fc7-46b4-4eac-90cd-058eb48f67de" providerId="ADAL" clId="{43394ABC-3558-484C-82D6-867B083F1C23}" dt="2025-01-16T02:32:24.424" v="505" actId="20577"/>
          <ac:spMkLst>
            <pc:docMk/>
            <pc:sldMk cId="3559088401" sldId="1396"/>
            <ac:spMk id="2" creationId="{1DA63A6A-450D-4603-B02C-80F270CA1D46}"/>
          </ac:spMkLst>
        </pc:spChg>
        <pc:spChg chg="mod">
          <ac:chgData name="Rosmin Elsa Mohan" userId="7f6a9fc7-46b4-4eac-90cd-058eb48f67de" providerId="ADAL" clId="{43394ABC-3558-484C-82D6-867B083F1C23}" dt="2025-01-16T02:49:51.418" v="589" actId="20577"/>
          <ac:spMkLst>
            <pc:docMk/>
            <pc:sldMk cId="3559088401" sldId="1396"/>
            <ac:spMk id="12" creationId="{744042C2-B4E0-CA2C-4D84-9A8D229A26A8}"/>
          </ac:spMkLst>
        </pc:spChg>
      </pc:sldChg>
      <pc:sldChg chg="del">
        <pc:chgData name="Rosmin Elsa Mohan" userId="7f6a9fc7-46b4-4eac-90cd-058eb48f67de" providerId="ADAL" clId="{43394ABC-3558-484C-82D6-867B083F1C23}" dt="2025-01-16T02:46:07.679" v="523" actId="2696"/>
        <pc:sldMkLst>
          <pc:docMk/>
          <pc:sldMk cId="3272556195" sldId="1397"/>
        </pc:sldMkLst>
      </pc:sldChg>
      <pc:sldChg chg="del">
        <pc:chgData name="Rosmin Elsa Mohan" userId="7f6a9fc7-46b4-4eac-90cd-058eb48f67de" providerId="ADAL" clId="{43394ABC-3558-484C-82D6-867B083F1C23}" dt="2025-01-16T02:46:07.679" v="523" actId="2696"/>
        <pc:sldMkLst>
          <pc:docMk/>
          <pc:sldMk cId="4055310832" sldId="1398"/>
        </pc:sldMkLst>
      </pc:sldChg>
      <pc:sldChg chg="del">
        <pc:chgData name="Rosmin Elsa Mohan" userId="7f6a9fc7-46b4-4eac-90cd-058eb48f67de" providerId="ADAL" clId="{43394ABC-3558-484C-82D6-867B083F1C23}" dt="2025-01-16T02:46:07.679" v="523" actId="2696"/>
        <pc:sldMkLst>
          <pc:docMk/>
          <pc:sldMk cId="2414535473" sldId="1399"/>
        </pc:sldMkLst>
      </pc:sldChg>
      <pc:sldChg chg="addSp delSp modSp mod">
        <pc:chgData name="Rosmin Elsa Mohan" userId="7f6a9fc7-46b4-4eac-90cd-058eb48f67de" providerId="ADAL" clId="{43394ABC-3558-484C-82D6-867B083F1C23}" dt="2025-01-16T03:05:43.399" v="1058" actId="6549"/>
        <pc:sldMkLst>
          <pc:docMk/>
          <pc:sldMk cId="431471696" sldId="1400"/>
        </pc:sldMkLst>
        <pc:spChg chg="add mod">
          <ac:chgData name="Rosmin Elsa Mohan" userId="7f6a9fc7-46b4-4eac-90cd-058eb48f67de" providerId="ADAL" clId="{43394ABC-3558-484C-82D6-867B083F1C23}" dt="2025-01-16T03:05:43.399" v="1058" actId="6549"/>
          <ac:spMkLst>
            <pc:docMk/>
            <pc:sldMk cId="431471696" sldId="1400"/>
            <ac:spMk id="6" creationId="{E507F7B4-CD9B-57A5-7749-5CBC7AD2871D}"/>
          </ac:spMkLst>
        </pc:spChg>
      </pc:sldChg>
      <pc:sldChg chg="addSp delSp modSp mod">
        <pc:chgData name="Rosmin Elsa Mohan" userId="7f6a9fc7-46b4-4eac-90cd-058eb48f67de" providerId="ADAL" clId="{43394ABC-3558-484C-82D6-867B083F1C23}" dt="2025-01-12T04:23:04.132" v="194" actId="20577"/>
        <pc:sldMkLst>
          <pc:docMk/>
          <pc:sldMk cId="3781230212" sldId="1618"/>
        </pc:sldMkLst>
      </pc:sldChg>
      <pc:sldChg chg="modSp add mod">
        <pc:chgData name="Rosmin Elsa Mohan" userId="7f6a9fc7-46b4-4eac-90cd-058eb48f67de" providerId="ADAL" clId="{43394ABC-3558-484C-82D6-867B083F1C23}" dt="2025-01-16T02:12:19.106" v="351" actId="1076"/>
        <pc:sldMkLst>
          <pc:docMk/>
          <pc:sldMk cId="2067775676" sldId="1631"/>
        </pc:sldMkLst>
      </pc:sldChg>
      <pc:sldChg chg="modSp add mod">
        <pc:chgData name="Rosmin Elsa Mohan" userId="7f6a9fc7-46b4-4eac-90cd-058eb48f67de" providerId="ADAL" clId="{43394ABC-3558-484C-82D6-867B083F1C23}" dt="2025-01-16T02:50:28.704" v="595" actId="20577"/>
        <pc:sldMkLst>
          <pc:docMk/>
          <pc:sldMk cId="3486521272" sldId="1632"/>
        </pc:sldMkLst>
        <pc:spChg chg="mod">
          <ac:chgData name="Rosmin Elsa Mohan" userId="7f6a9fc7-46b4-4eac-90cd-058eb48f67de" providerId="ADAL" clId="{43394ABC-3558-484C-82D6-867B083F1C23}" dt="2025-01-16T02:50:28.704" v="595" actId="20577"/>
          <ac:spMkLst>
            <pc:docMk/>
            <pc:sldMk cId="3486521272" sldId="1632"/>
            <ac:spMk id="12" creationId="{E6569F9C-4B9A-ACAD-1B28-41FA1B1FE62F}"/>
          </ac:spMkLst>
        </pc:spChg>
      </pc:sldChg>
      <pc:sldChg chg="modSp add mod">
        <pc:chgData name="Rosmin Elsa Mohan" userId="7f6a9fc7-46b4-4eac-90cd-058eb48f67de" providerId="ADAL" clId="{43394ABC-3558-484C-82D6-867B083F1C23}" dt="2025-01-16T02:51:04.966" v="598" actId="20577"/>
        <pc:sldMkLst>
          <pc:docMk/>
          <pc:sldMk cId="1004603431" sldId="1633"/>
        </pc:sldMkLst>
        <pc:spChg chg="mod">
          <ac:chgData name="Rosmin Elsa Mohan" userId="7f6a9fc7-46b4-4eac-90cd-058eb48f67de" providerId="ADAL" clId="{43394ABC-3558-484C-82D6-867B083F1C23}" dt="2025-01-16T02:51:04.966" v="598" actId="20577"/>
          <ac:spMkLst>
            <pc:docMk/>
            <pc:sldMk cId="1004603431" sldId="1633"/>
            <ac:spMk id="12" creationId="{4131FDCD-936E-0855-CAA3-9498D8546990}"/>
          </ac:spMkLst>
        </pc:spChg>
      </pc:sldChg>
      <pc:sldChg chg="modSp add del mod">
        <pc:chgData name="Rosmin Elsa Mohan" userId="7f6a9fc7-46b4-4eac-90cd-058eb48f67de" providerId="ADAL" clId="{43394ABC-3558-484C-82D6-867B083F1C23}" dt="2025-01-16T03:00:18.250" v="698" actId="2696"/>
        <pc:sldMkLst>
          <pc:docMk/>
          <pc:sldMk cId="2754893969" sldId="1634"/>
        </pc:sldMkLst>
      </pc:sldChg>
      <pc:sldChg chg="modSp add mod">
        <pc:chgData name="Rosmin Elsa Mohan" userId="7f6a9fc7-46b4-4eac-90cd-058eb48f67de" providerId="ADAL" clId="{43394ABC-3558-484C-82D6-867B083F1C23}" dt="2025-01-16T03:02:14.194" v="944" actId="20577"/>
        <pc:sldMkLst>
          <pc:docMk/>
          <pc:sldMk cId="3968835907" sldId="1634"/>
        </pc:sldMkLst>
        <pc:spChg chg="mod">
          <ac:chgData name="Rosmin Elsa Mohan" userId="7f6a9fc7-46b4-4eac-90cd-058eb48f67de" providerId="ADAL" clId="{43394ABC-3558-484C-82D6-867B083F1C23}" dt="2025-01-16T03:02:14.194" v="944" actId="20577"/>
          <ac:spMkLst>
            <pc:docMk/>
            <pc:sldMk cId="3968835907" sldId="1634"/>
            <ac:spMk id="12" creationId="{FFC57061-1B4D-527A-D605-4861CAA7F632}"/>
          </ac:spMkLst>
        </pc:spChg>
      </pc:sldChg>
      <pc:sldMasterChg chg="modSldLayout">
        <pc:chgData name="Rosmin Elsa Mohan" userId="7f6a9fc7-46b4-4eac-90cd-058eb48f67de" providerId="ADAL" clId="{43394ABC-3558-484C-82D6-867B083F1C23}" dt="2025-01-12T04:17:15.476" v="131" actId="20577"/>
        <pc:sldMasterMkLst>
          <pc:docMk/>
          <pc:sldMasterMk cId="2021402228" sldId="2147483673"/>
        </pc:sldMasterMkLst>
        <pc:sldLayoutChg chg="modSp mod">
          <pc:chgData name="Rosmin Elsa Mohan" userId="7f6a9fc7-46b4-4eac-90cd-058eb48f67de" providerId="ADAL" clId="{43394ABC-3558-484C-82D6-867B083F1C23}" dt="2025-01-12T04:16:37.162" v="109" actId="20577"/>
          <pc:sldLayoutMkLst>
            <pc:docMk/>
            <pc:sldMasterMk cId="2021402228" sldId="2147483673"/>
            <pc:sldLayoutMk cId="972620569" sldId="2147483686"/>
          </pc:sldLayoutMkLst>
          <pc:spChg chg="mod">
            <ac:chgData name="Rosmin Elsa Mohan" userId="7f6a9fc7-46b4-4eac-90cd-058eb48f67de" providerId="ADAL" clId="{43394ABC-3558-484C-82D6-867B083F1C23}" dt="2025-01-12T04:16:37.162" v="109" actId="20577"/>
            <ac:spMkLst>
              <pc:docMk/>
              <pc:sldMasterMk cId="2021402228" sldId="2147483673"/>
              <pc:sldLayoutMk cId="972620569" sldId="2147483686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43394ABC-3558-484C-82D6-867B083F1C23}" dt="2025-01-12T04:16:46.889" v="115" actId="20577"/>
          <pc:sldLayoutMkLst>
            <pc:docMk/>
            <pc:sldMasterMk cId="2021402228" sldId="2147483673"/>
            <pc:sldLayoutMk cId="3929588466" sldId="2147483687"/>
          </pc:sldLayoutMkLst>
          <pc:spChg chg="mod">
            <ac:chgData name="Rosmin Elsa Mohan" userId="7f6a9fc7-46b4-4eac-90cd-058eb48f67de" providerId="ADAL" clId="{43394ABC-3558-484C-82D6-867B083F1C23}" dt="2025-01-12T04:16:46.889" v="115" actId="20577"/>
            <ac:spMkLst>
              <pc:docMk/>
              <pc:sldMasterMk cId="2021402228" sldId="2147483673"/>
              <pc:sldLayoutMk cId="3929588466" sldId="2147483687"/>
              <ac:spMk id="7" creationId="{99B39CA7-ADE3-4147-9B4D-BE10E585E948}"/>
            </ac:spMkLst>
          </pc:spChg>
        </pc:sldLayoutChg>
        <pc:sldLayoutChg chg="modSp mod">
          <pc:chgData name="Rosmin Elsa Mohan" userId="7f6a9fc7-46b4-4eac-90cd-058eb48f67de" providerId="ADAL" clId="{43394ABC-3558-484C-82D6-867B083F1C23}" dt="2025-01-12T04:17:15.476" v="131" actId="20577"/>
          <pc:sldLayoutMkLst>
            <pc:docMk/>
            <pc:sldMasterMk cId="2021402228" sldId="2147483673"/>
            <pc:sldLayoutMk cId="559836863" sldId="2147483688"/>
          </pc:sldLayoutMkLst>
          <pc:spChg chg="mod">
            <ac:chgData name="Rosmin Elsa Mohan" userId="7f6a9fc7-46b4-4eac-90cd-058eb48f67de" providerId="ADAL" clId="{43394ABC-3558-484C-82D6-867B083F1C23}" dt="2025-01-12T04:17:15.476" v="131" actId="20577"/>
            <ac:spMkLst>
              <pc:docMk/>
              <pc:sldMasterMk cId="2021402228" sldId="2147483673"/>
              <pc:sldLayoutMk cId="559836863" sldId="2147483688"/>
              <ac:spMk id="6" creationId="{35F845F3-CC22-433F-9120-253A2A1338E7}"/>
            </ac:spMkLst>
          </pc:spChg>
        </pc:sldLayoutChg>
        <pc:sldLayoutChg chg="modSp mod">
          <pc:chgData name="Rosmin Elsa Mohan" userId="7f6a9fc7-46b4-4eac-90cd-058eb48f67de" providerId="ADAL" clId="{43394ABC-3558-484C-82D6-867B083F1C23}" dt="2025-01-12T04:17:02.442" v="125" actId="20577"/>
          <pc:sldLayoutMkLst>
            <pc:docMk/>
            <pc:sldMasterMk cId="2021402228" sldId="2147483673"/>
            <pc:sldLayoutMk cId="3490850578" sldId="2147483689"/>
          </pc:sldLayoutMkLst>
          <pc:spChg chg="mod">
            <ac:chgData name="Rosmin Elsa Mohan" userId="7f6a9fc7-46b4-4eac-90cd-058eb48f67de" providerId="ADAL" clId="{43394ABC-3558-484C-82D6-867B083F1C23}" dt="2025-01-12T04:17:02.442" v="125" actId="20577"/>
            <ac:spMkLst>
              <pc:docMk/>
              <pc:sldMasterMk cId="2021402228" sldId="2147483673"/>
              <pc:sldLayoutMk cId="3490850578" sldId="2147483689"/>
              <ac:spMk id="7" creationId="{99B39CA7-ADE3-4147-9B4D-BE10E585E948}"/>
            </ac:spMkLst>
          </pc:spChg>
        </pc:sldLayoutChg>
      </pc:sldMasterChg>
    </pc:docChg>
  </pc:docChgLst>
  <pc:docChgLst>
    <pc:chgData name="Rosmin Elsa" userId="8f13a6be4da41318" providerId="LiveId" clId="{AC34DC61-C153-4C8F-996B-D94EAF10FC41}"/>
    <pc:docChg chg="undo redo custSel addSld delSld modSld">
      <pc:chgData name="Rosmin Elsa" userId="8f13a6be4da41318" providerId="LiveId" clId="{AC34DC61-C153-4C8F-996B-D94EAF10FC41}" dt="2025-01-17T10:09:45.321" v="771" actId="20577"/>
      <pc:docMkLst>
        <pc:docMk/>
      </pc:docMkLst>
      <pc:sldChg chg="modSp mod">
        <pc:chgData name="Rosmin Elsa" userId="8f13a6be4da41318" providerId="LiveId" clId="{AC34DC61-C153-4C8F-996B-D94EAF10FC41}" dt="2025-01-17T10:03:29.891" v="733" actId="20577"/>
        <pc:sldMkLst>
          <pc:docMk/>
          <pc:sldMk cId="140346443" sldId="822"/>
        </pc:sldMkLst>
        <pc:spChg chg="mod">
          <ac:chgData name="Rosmin Elsa" userId="8f13a6be4da41318" providerId="LiveId" clId="{AC34DC61-C153-4C8F-996B-D94EAF10FC41}" dt="2025-01-17T10:03:29.891" v="733" actId="20577"/>
          <ac:spMkLst>
            <pc:docMk/>
            <pc:sldMk cId="140346443" sldId="822"/>
            <ac:spMk id="6" creationId="{B48AEF40-D79D-77F3-773C-095D81075E36}"/>
          </ac:spMkLst>
        </pc:spChg>
      </pc:sldChg>
      <pc:sldChg chg="modSp mod modShow">
        <pc:chgData name="Rosmin Elsa" userId="8f13a6be4da41318" providerId="LiveId" clId="{AC34DC61-C153-4C8F-996B-D94EAF10FC41}" dt="2025-01-17T10:09:45.321" v="771" actId="20577"/>
        <pc:sldMkLst>
          <pc:docMk/>
          <pc:sldMk cId="3441406009" sldId="858"/>
        </pc:sldMkLst>
        <pc:spChg chg="mod">
          <ac:chgData name="Rosmin Elsa" userId="8f13a6be4da41318" providerId="LiveId" clId="{AC34DC61-C153-4C8F-996B-D94EAF10FC41}" dt="2025-01-17T10:00:37.595" v="585" actId="20577"/>
          <ac:spMkLst>
            <pc:docMk/>
            <pc:sldMk cId="3441406009" sldId="858"/>
            <ac:spMk id="2" creationId="{00000000-0000-0000-0000-000000000000}"/>
          </ac:spMkLst>
        </pc:spChg>
        <pc:spChg chg="mod">
          <ac:chgData name="Rosmin Elsa" userId="8f13a6be4da41318" providerId="LiveId" clId="{AC34DC61-C153-4C8F-996B-D94EAF10FC41}" dt="2025-01-17T10:09:45.321" v="771" actId="20577"/>
          <ac:spMkLst>
            <pc:docMk/>
            <pc:sldMk cId="3441406009" sldId="858"/>
            <ac:spMk id="6" creationId="{CA0575D6-2132-A304-BD4D-E123FFDE7A28}"/>
          </ac:spMkLst>
        </pc:spChg>
      </pc:sldChg>
      <pc:sldChg chg="modSp mod modShow">
        <pc:chgData name="Rosmin Elsa" userId="8f13a6be4da41318" providerId="LiveId" clId="{AC34DC61-C153-4C8F-996B-D94EAF10FC41}" dt="2025-01-17T10:00:44.667" v="601" actId="20577"/>
        <pc:sldMkLst>
          <pc:docMk/>
          <pc:sldMk cId="1180184608" sldId="1201"/>
        </pc:sldMkLst>
        <pc:spChg chg="mod">
          <ac:chgData name="Rosmin Elsa" userId="8f13a6be4da41318" providerId="LiveId" clId="{AC34DC61-C153-4C8F-996B-D94EAF10FC41}" dt="2025-01-17T10:00:44.667" v="601" actId="20577"/>
          <ac:spMkLst>
            <pc:docMk/>
            <pc:sldMk cId="1180184608" sldId="1201"/>
            <ac:spMk id="3" creationId="{BD7AE418-84FE-0E25-B13A-DAD0615A2C9F}"/>
          </ac:spMkLst>
        </pc:spChg>
      </pc:sldChg>
      <pc:sldChg chg="modSp mod">
        <pc:chgData name="Rosmin Elsa" userId="8f13a6be4da41318" providerId="LiveId" clId="{AC34DC61-C153-4C8F-996B-D94EAF10FC41}" dt="2025-01-17T10:03:32.855" v="734" actId="20577"/>
        <pc:sldMkLst>
          <pc:docMk/>
          <pc:sldMk cId="195110158" sldId="1393"/>
        </pc:sldMkLst>
        <pc:spChg chg="mod">
          <ac:chgData name="Rosmin Elsa" userId="8f13a6be4da41318" providerId="LiveId" clId="{AC34DC61-C153-4C8F-996B-D94EAF10FC41}" dt="2025-01-17T10:03:32.855" v="734" actId="20577"/>
          <ac:spMkLst>
            <pc:docMk/>
            <pc:sldMk cId="195110158" sldId="1393"/>
            <ac:spMk id="6" creationId="{B48AEF40-D79D-77F3-773C-095D81075E36}"/>
          </ac:spMkLst>
        </pc:spChg>
      </pc:sldChg>
      <pc:sldChg chg="modSp mod">
        <pc:chgData name="Rosmin Elsa" userId="8f13a6be4da41318" providerId="LiveId" clId="{AC34DC61-C153-4C8F-996B-D94EAF10FC41}" dt="2025-01-17T10:03:35.919" v="735" actId="20577"/>
        <pc:sldMkLst>
          <pc:docMk/>
          <pc:sldMk cId="793142237" sldId="1394"/>
        </pc:sldMkLst>
        <pc:spChg chg="mod">
          <ac:chgData name="Rosmin Elsa" userId="8f13a6be4da41318" providerId="LiveId" clId="{AC34DC61-C153-4C8F-996B-D94EAF10FC41}" dt="2025-01-17T10:03:35.919" v="735" actId="20577"/>
          <ac:spMkLst>
            <pc:docMk/>
            <pc:sldMk cId="793142237" sldId="1394"/>
            <ac:spMk id="6" creationId="{B48AEF40-D79D-77F3-773C-095D81075E36}"/>
          </ac:spMkLst>
        </pc:spChg>
      </pc:sldChg>
      <pc:sldChg chg="addSp delSp modSp mod">
        <pc:chgData name="Rosmin Elsa" userId="8f13a6be4da41318" providerId="LiveId" clId="{AC34DC61-C153-4C8F-996B-D94EAF10FC41}" dt="2025-01-17T10:04:19.368" v="739"/>
        <pc:sldMkLst>
          <pc:docMk/>
          <pc:sldMk cId="431471696" sldId="1400"/>
        </pc:sldMkLst>
        <pc:spChg chg="mod">
          <ac:chgData name="Rosmin Elsa" userId="8f13a6be4da41318" providerId="LiveId" clId="{AC34DC61-C153-4C8F-996B-D94EAF10FC41}" dt="2025-01-17T10:04:19.368" v="739"/>
          <ac:spMkLst>
            <pc:docMk/>
            <pc:sldMk cId="431471696" sldId="1400"/>
            <ac:spMk id="2" creationId="{00000000-0000-0000-0000-000000000000}"/>
          </ac:spMkLst>
        </pc:spChg>
      </pc:sldChg>
      <pc:sldChg chg="del">
        <pc:chgData name="Rosmin Elsa" userId="8f13a6be4da41318" providerId="LiveId" clId="{AC34DC61-C153-4C8F-996B-D94EAF10FC41}" dt="2025-01-17T08:40:00.580" v="0" actId="2696"/>
        <pc:sldMkLst>
          <pc:docMk/>
          <pc:sldMk cId="1824731272" sldId="1401"/>
        </pc:sldMkLst>
      </pc:sldChg>
      <pc:sldChg chg="modSp mod">
        <pc:chgData name="Rosmin Elsa" userId="8f13a6be4da41318" providerId="LiveId" clId="{AC34DC61-C153-4C8F-996B-D94EAF10FC41}" dt="2025-01-17T08:46:09.695" v="120" actId="20577"/>
        <pc:sldMkLst>
          <pc:docMk/>
          <pc:sldMk cId="2451994672" sldId="1402"/>
        </pc:sldMkLst>
        <pc:spChg chg="mod">
          <ac:chgData name="Rosmin Elsa" userId="8f13a6be4da41318" providerId="LiveId" clId="{AC34DC61-C153-4C8F-996B-D94EAF10FC41}" dt="2025-01-17T08:46:09.695" v="120" actId="20577"/>
          <ac:spMkLst>
            <pc:docMk/>
            <pc:sldMk cId="2451994672" sldId="1402"/>
            <ac:spMk id="2" creationId="{00000000-0000-0000-0000-000000000000}"/>
          </ac:spMkLst>
        </pc:spChg>
      </pc:sldChg>
      <pc:sldChg chg="modSp mod">
        <pc:chgData name="Rosmin Elsa" userId="8f13a6be4da41318" providerId="LiveId" clId="{AC34DC61-C153-4C8F-996B-D94EAF10FC41}" dt="2025-01-17T08:55:20.016" v="137" actId="15"/>
        <pc:sldMkLst>
          <pc:docMk/>
          <pc:sldMk cId="1432198362" sldId="1403"/>
        </pc:sldMkLst>
        <pc:spChg chg="mod">
          <ac:chgData name="Rosmin Elsa" userId="8f13a6be4da41318" providerId="LiveId" clId="{AC34DC61-C153-4C8F-996B-D94EAF10FC41}" dt="2025-01-17T08:46:17.907" v="121"/>
          <ac:spMkLst>
            <pc:docMk/>
            <pc:sldMk cId="1432198362" sldId="1403"/>
            <ac:spMk id="2" creationId="{00000000-0000-0000-0000-000000000000}"/>
          </ac:spMkLst>
        </pc:spChg>
        <pc:spChg chg="mod">
          <ac:chgData name="Rosmin Elsa" userId="8f13a6be4da41318" providerId="LiveId" clId="{AC34DC61-C153-4C8F-996B-D94EAF10FC41}" dt="2025-01-17T08:55:20.016" v="137" actId="15"/>
          <ac:spMkLst>
            <pc:docMk/>
            <pc:sldMk cId="1432198362" sldId="1403"/>
            <ac:spMk id="6" creationId="{00B7E6C3-DC3B-BC8E-EE75-86995C7F8ADF}"/>
          </ac:spMkLst>
        </pc:spChg>
      </pc:sldChg>
      <pc:sldChg chg="modSp mod">
        <pc:chgData name="Rosmin Elsa" userId="8f13a6be4da41318" providerId="LiveId" clId="{AC34DC61-C153-4C8F-996B-D94EAF10FC41}" dt="2025-01-17T09:03:37.421" v="303" actId="20577"/>
        <pc:sldMkLst>
          <pc:docMk/>
          <pc:sldMk cId="434740199" sldId="1407"/>
        </pc:sldMkLst>
        <pc:spChg chg="mod">
          <ac:chgData name="Rosmin Elsa" userId="8f13a6be4da41318" providerId="LiveId" clId="{AC34DC61-C153-4C8F-996B-D94EAF10FC41}" dt="2025-01-17T09:03:37.421" v="303" actId="20577"/>
          <ac:spMkLst>
            <pc:docMk/>
            <pc:sldMk cId="434740199" sldId="1407"/>
            <ac:spMk id="2" creationId="{00000000-0000-0000-0000-000000000000}"/>
          </ac:spMkLst>
        </pc:spChg>
      </pc:sldChg>
      <pc:sldChg chg="modSp mod">
        <pc:chgData name="Rosmin Elsa" userId="8f13a6be4da41318" providerId="LiveId" clId="{AC34DC61-C153-4C8F-996B-D94EAF10FC41}" dt="2025-01-17T10:05:08.507" v="745" actId="20577"/>
        <pc:sldMkLst>
          <pc:docMk/>
          <pc:sldMk cId="584892078" sldId="1408"/>
        </pc:sldMkLst>
        <pc:spChg chg="mod">
          <ac:chgData name="Rosmin Elsa" userId="8f13a6be4da41318" providerId="LiveId" clId="{AC34DC61-C153-4C8F-996B-D94EAF10FC41}" dt="2025-01-17T09:03:42.978" v="304"/>
          <ac:spMkLst>
            <pc:docMk/>
            <pc:sldMk cId="584892078" sldId="1408"/>
            <ac:spMk id="2" creationId="{00000000-0000-0000-0000-000000000000}"/>
          </ac:spMkLst>
        </pc:spChg>
        <pc:spChg chg="mod">
          <ac:chgData name="Rosmin Elsa" userId="8f13a6be4da41318" providerId="LiveId" clId="{AC34DC61-C153-4C8F-996B-D94EAF10FC41}" dt="2025-01-17T10:05:08.507" v="745" actId="20577"/>
          <ac:spMkLst>
            <pc:docMk/>
            <pc:sldMk cId="584892078" sldId="1408"/>
            <ac:spMk id="5" creationId="{D15CBCA4-8279-49A0-BDA5-8F1C3F65A437}"/>
          </ac:spMkLst>
        </pc:spChg>
        <pc:spChg chg="mod">
          <ac:chgData name="Rosmin Elsa" userId="8f13a6be4da41318" providerId="LiveId" clId="{AC34DC61-C153-4C8F-996B-D94EAF10FC41}" dt="2025-01-17T09:05:06.994" v="326" actId="20577"/>
          <ac:spMkLst>
            <pc:docMk/>
            <pc:sldMk cId="584892078" sldId="1408"/>
            <ac:spMk id="6" creationId="{00B7E6C3-DC3B-BC8E-EE75-86995C7F8ADF}"/>
          </ac:spMkLst>
        </pc:spChg>
      </pc:sldChg>
      <pc:sldChg chg="del">
        <pc:chgData name="Rosmin Elsa" userId="8f13a6be4da41318" providerId="LiveId" clId="{AC34DC61-C153-4C8F-996B-D94EAF10FC41}" dt="2025-01-17T09:05:37.672" v="327" actId="2696"/>
        <pc:sldMkLst>
          <pc:docMk/>
          <pc:sldMk cId="454178853" sldId="1409"/>
        </pc:sldMkLst>
      </pc:sldChg>
      <pc:sldChg chg="del">
        <pc:chgData name="Rosmin Elsa" userId="8f13a6be4da41318" providerId="LiveId" clId="{AC34DC61-C153-4C8F-996B-D94EAF10FC41}" dt="2025-01-17T09:05:37.672" v="327" actId="2696"/>
        <pc:sldMkLst>
          <pc:docMk/>
          <pc:sldMk cId="3496069854" sldId="1410"/>
        </pc:sldMkLst>
      </pc:sldChg>
      <pc:sldChg chg="modSp mod">
        <pc:chgData name="Rosmin Elsa" userId="8f13a6be4da41318" providerId="LiveId" clId="{AC34DC61-C153-4C8F-996B-D94EAF10FC41}" dt="2025-01-17T09:11:34.546" v="378" actId="20577"/>
        <pc:sldMkLst>
          <pc:docMk/>
          <pc:sldMk cId="2785602331" sldId="1411"/>
        </pc:sldMkLst>
        <pc:spChg chg="mod">
          <ac:chgData name="Rosmin Elsa" userId="8f13a6be4da41318" providerId="LiveId" clId="{AC34DC61-C153-4C8F-996B-D94EAF10FC41}" dt="2025-01-17T09:11:34.546" v="378" actId="20577"/>
          <ac:spMkLst>
            <pc:docMk/>
            <pc:sldMk cId="2785602331" sldId="1411"/>
            <ac:spMk id="2" creationId="{00000000-0000-0000-0000-000000000000}"/>
          </ac:spMkLst>
        </pc:spChg>
      </pc:sldChg>
      <pc:sldChg chg="addSp delSp modSp mod">
        <pc:chgData name="Rosmin Elsa" userId="8f13a6be4da41318" providerId="LiveId" clId="{AC34DC61-C153-4C8F-996B-D94EAF10FC41}" dt="2025-01-17T10:05:37.899" v="750" actId="20577"/>
        <pc:sldMkLst>
          <pc:docMk/>
          <pc:sldMk cId="2785920718" sldId="1606"/>
        </pc:sldMkLst>
        <pc:spChg chg="mod">
          <ac:chgData name="Rosmin Elsa" userId="8f13a6be4da41318" providerId="LiveId" clId="{AC34DC61-C153-4C8F-996B-D94EAF10FC41}" dt="2025-01-17T09:15:03.704" v="406"/>
          <ac:spMkLst>
            <pc:docMk/>
            <pc:sldMk cId="2785920718" sldId="1606"/>
            <ac:spMk id="2" creationId="{00000000-0000-0000-0000-000000000000}"/>
          </ac:spMkLst>
        </pc:spChg>
        <pc:spChg chg="mod">
          <ac:chgData name="Rosmin Elsa" userId="8f13a6be4da41318" providerId="LiveId" clId="{AC34DC61-C153-4C8F-996B-D94EAF10FC41}" dt="2025-01-17T10:05:37.899" v="750" actId="20577"/>
          <ac:spMkLst>
            <pc:docMk/>
            <pc:sldMk cId="2785920718" sldId="1606"/>
            <ac:spMk id="5" creationId="{D15CBCA4-8279-49A0-BDA5-8F1C3F65A437}"/>
          </ac:spMkLst>
        </pc:spChg>
        <pc:spChg chg="add del mod">
          <ac:chgData name="Rosmin Elsa" userId="8f13a6be4da41318" providerId="LiveId" clId="{AC34DC61-C153-4C8F-996B-D94EAF10FC41}" dt="2025-01-17T09:18:40.720" v="425" actId="1076"/>
          <ac:spMkLst>
            <pc:docMk/>
            <pc:sldMk cId="2785920718" sldId="1606"/>
            <ac:spMk id="7" creationId="{BDDFE297-14FD-8C75-D483-AE1329AD46AD}"/>
          </ac:spMkLst>
        </pc:spChg>
      </pc:sldChg>
      <pc:sldChg chg="modSp del mod">
        <pc:chgData name="Rosmin Elsa" userId="8f13a6be4da41318" providerId="LiveId" clId="{AC34DC61-C153-4C8F-996B-D94EAF10FC41}" dt="2025-01-17T09:15:37.061" v="409" actId="2696"/>
        <pc:sldMkLst>
          <pc:docMk/>
          <pc:sldMk cId="3740502829" sldId="1607"/>
        </pc:sldMkLst>
      </pc:sldChg>
      <pc:sldChg chg="modSp mod">
        <pc:chgData name="Rosmin Elsa" userId="8f13a6be4da41318" providerId="LiveId" clId="{AC34DC61-C153-4C8F-996B-D94EAF10FC41}" dt="2025-01-17T09:29:22.880" v="493" actId="20577"/>
        <pc:sldMkLst>
          <pc:docMk/>
          <pc:sldMk cId="1850048300" sldId="1608"/>
        </pc:sldMkLst>
        <pc:spChg chg="mod">
          <ac:chgData name="Rosmin Elsa" userId="8f13a6be4da41318" providerId="LiveId" clId="{AC34DC61-C153-4C8F-996B-D94EAF10FC41}" dt="2025-01-17T09:29:22.880" v="493" actId="20577"/>
          <ac:spMkLst>
            <pc:docMk/>
            <pc:sldMk cId="1850048300" sldId="1608"/>
            <ac:spMk id="2" creationId="{00000000-0000-0000-0000-000000000000}"/>
          </ac:spMkLst>
        </pc:spChg>
      </pc:sldChg>
      <pc:sldChg chg="modSp mod">
        <pc:chgData name="Rosmin Elsa" userId="8f13a6be4da41318" providerId="LiveId" clId="{AC34DC61-C153-4C8F-996B-D94EAF10FC41}" dt="2025-01-17T10:06:25.876" v="761" actId="20577"/>
        <pc:sldMkLst>
          <pc:docMk/>
          <pc:sldMk cId="2076299123" sldId="1609"/>
        </pc:sldMkLst>
        <pc:spChg chg="mod">
          <ac:chgData name="Rosmin Elsa" userId="8f13a6be4da41318" providerId="LiveId" clId="{AC34DC61-C153-4C8F-996B-D94EAF10FC41}" dt="2025-01-17T09:34:04.366" v="558"/>
          <ac:spMkLst>
            <pc:docMk/>
            <pc:sldMk cId="2076299123" sldId="1609"/>
            <ac:spMk id="2" creationId="{00000000-0000-0000-0000-000000000000}"/>
          </ac:spMkLst>
        </pc:spChg>
        <pc:spChg chg="mod">
          <ac:chgData name="Rosmin Elsa" userId="8f13a6be4da41318" providerId="LiveId" clId="{AC34DC61-C153-4C8F-996B-D94EAF10FC41}" dt="2025-01-17T10:06:25.876" v="761" actId="20577"/>
          <ac:spMkLst>
            <pc:docMk/>
            <pc:sldMk cId="2076299123" sldId="1609"/>
            <ac:spMk id="5" creationId="{D15CBCA4-8279-49A0-BDA5-8F1C3F65A437}"/>
          </ac:spMkLst>
        </pc:spChg>
        <pc:spChg chg="mod">
          <ac:chgData name="Rosmin Elsa" userId="8f13a6be4da41318" providerId="LiveId" clId="{AC34DC61-C153-4C8F-996B-D94EAF10FC41}" dt="2025-01-17T09:31:36.479" v="506" actId="20577"/>
          <ac:spMkLst>
            <pc:docMk/>
            <pc:sldMk cId="2076299123" sldId="1609"/>
            <ac:spMk id="6" creationId="{00B7E6C3-DC3B-BC8E-EE75-86995C7F8ADF}"/>
          </ac:spMkLst>
        </pc:spChg>
      </pc:sldChg>
      <pc:sldChg chg="del">
        <pc:chgData name="Rosmin Elsa" userId="8f13a6be4da41318" providerId="LiveId" clId="{AC34DC61-C153-4C8F-996B-D94EAF10FC41}" dt="2025-01-17T09:31:54.630" v="507" actId="2696"/>
        <pc:sldMkLst>
          <pc:docMk/>
          <pc:sldMk cId="2307096840" sldId="1610"/>
        </pc:sldMkLst>
      </pc:sldChg>
      <pc:sldChg chg="del">
        <pc:chgData name="Rosmin Elsa" userId="8f13a6be4da41318" providerId="LiveId" clId="{AC34DC61-C153-4C8F-996B-D94EAF10FC41}" dt="2025-01-17T09:31:54.630" v="507" actId="2696"/>
        <pc:sldMkLst>
          <pc:docMk/>
          <pc:sldMk cId="3589901763" sldId="1611"/>
        </pc:sldMkLst>
      </pc:sldChg>
      <pc:sldChg chg="del">
        <pc:chgData name="Rosmin Elsa" userId="8f13a6be4da41318" providerId="LiveId" clId="{AC34DC61-C153-4C8F-996B-D94EAF10FC41}" dt="2025-01-17T10:00:25.827" v="565" actId="2696"/>
        <pc:sldMkLst>
          <pc:docMk/>
          <pc:sldMk cId="3074485617" sldId="1612"/>
        </pc:sldMkLst>
      </pc:sldChg>
      <pc:sldChg chg="del">
        <pc:chgData name="Rosmin Elsa" userId="8f13a6be4da41318" providerId="LiveId" clId="{AC34DC61-C153-4C8F-996B-D94EAF10FC41}" dt="2025-01-17T10:00:25.827" v="565" actId="2696"/>
        <pc:sldMkLst>
          <pc:docMk/>
          <pc:sldMk cId="2656029052" sldId="1613"/>
        </pc:sldMkLst>
      </pc:sldChg>
      <pc:sldChg chg="del">
        <pc:chgData name="Rosmin Elsa" userId="8f13a6be4da41318" providerId="LiveId" clId="{AC34DC61-C153-4C8F-996B-D94EAF10FC41}" dt="2025-01-17T10:00:25.827" v="565" actId="2696"/>
        <pc:sldMkLst>
          <pc:docMk/>
          <pc:sldMk cId="4153007353" sldId="1614"/>
        </pc:sldMkLst>
      </pc:sldChg>
      <pc:sldChg chg="del">
        <pc:chgData name="Rosmin Elsa" userId="8f13a6be4da41318" providerId="LiveId" clId="{AC34DC61-C153-4C8F-996B-D94EAF10FC41}" dt="2025-01-17T10:00:25.827" v="565" actId="2696"/>
        <pc:sldMkLst>
          <pc:docMk/>
          <pc:sldMk cId="1961774020" sldId="1615"/>
        </pc:sldMkLst>
      </pc:sldChg>
      <pc:sldChg chg="del">
        <pc:chgData name="Rosmin Elsa" userId="8f13a6be4da41318" providerId="LiveId" clId="{AC34DC61-C153-4C8F-996B-D94EAF10FC41}" dt="2025-01-17T09:59:40.477" v="562" actId="2696"/>
        <pc:sldMkLst>
          <pc:docMk/>
          <pc:sldMk cId="3084689257" sldId="1617"/>
        </pc:sldMkLst>
      </pc:sldChg>
      <pc:sldChg chg="modSp del mod">
        <pc:chgData name="Rosmin Elsa" userId="8f13a6be4da41318" providerId="LiveId" clId="{AC34DC61-C153-4C8F-996B-D94EAF10FC41}" dt="2025-01-17T08:55:34.274" v="138" actId="2696"/>
        <pc:sldMkLst>
          <pc:docMk/>
          <pc:sldMk cId="253385647" sldId="1619"/>
        </pc:sldMkLst>
      </pc:sldChg>
      <pc:sldChg chg="del">
        <pc:chgData name="Rosmin Elsa" userId="8f13a6be4da41318" providerId="LiveId" clId="{AC34DC61-C153-4C8F-996B-D94EAF10FC41}" dt="2025-01-17T09:05:37.672" v="327" actId="2696"/>
        <pc:sldMkLst>
          <pc:docMk/>
          <pc:sldMk cId="3461543029" sldId="1620"/>
        </pc:sldMkLst>
      </pc:sldChg>
      <pc:sldChg chg="del">
        <pc:chgData name="Rosmin Elsa" userId="8f13a6be4da41318" providerId="LiveId" clId="{AC34DC61-C153-4C8F-996B-D94EAF10FC41}" dt="2025-01-17T09:05:37.672" v="327" actId="2696"/>
        <pc:sldMkLst>
          <pc:docMk/>
          <pc:sldMk cId="1601103554" sldId="1621"/>
        </pc:sldMkLst>
      </pc:sldChg>
      <pc:sldChg chg="del">
        <pc:chgData name="Rosmin Elsa" userId="8f13a6be4da41318" providerId="LiveId" clId="{AC34DC61-C153-4C8F-996B-D94EAF10FC41}" dt="2025-01-17T09:05:37.672" v="327" actId="2696"/>
        <pc:sldMkLst>
          <pc:docMk/>
          <pc:sldMk cId="2301432681" sldId="1622"/>
        </pc:sldMkLst>
      </pc:sldChg>
      <pc:sldChg chg="modSp del mod">
        <pc:chgData name="Rosmin Elsa" userId="8f13a6be4da41318" providerId="LiveId" clId="{AC34DC61-C153-4C8F-996B-D94EAF10FC41}" dt="2025-01-17T09:15:37.061" v="409" actId="2696"/>
        <pc:sldMkLst>
          <pc:docMk/>
          <pc:sldMk cId="1316398582" sldId="1623"/>
        </pc:sldMkLst>
      </pc:sldChg>
      <pc:sldChg chg="del">
        <pc:chgData name="Rosmin Elsa" userId="8f13a6be4da41318" providerId="LiveId" clId="{AC34DC61-C153-4C8F-996B-D94EAF10FC41}" dt="2025-01-17T09:31:54.630" v="507" actId="2696"/>
        <pc:sldMkLst>
          <pc:docMk/>
          <pc:sldMk cId="3924607803" sldId="1624"/>
        </pc:sldMkLst>
      </pc:sldChg>
      <pc:sldChg chg="del">
        <pc:chgData name="Rosmin Elsa" userId="8f13a6be4da41318" providerId="LiveId" clId="{AC34DC61-C153-4C8F-996B-D94EAF10FC41}" dt="2025-01-17T09:31:54.630" v="507" actId="2696"/>
        <pc:sldMkLst>
          <pc:docMk/>
          <pc:sldMk cId="3339055648" sldId="1625"/>
        </pc:sldMkLst>
      </pc:sldChg>
      <pc:sldChg chg="del">
        <pc:chgData name="Rosmin Elsa" userId="8f13a6be4da41318" providerId="LiveId" clId="{AC34DC61-C153-4C8F-996B-D94EAF10FC41}" dt="2025-01-17T09:31:54.630" v="507" actId="2696"/>
        <pc:sldMkLst>
          <pc:docMk/>
          <pc:sldMk cId="1174789595" sldId="1626"/>
        </pc:sldMkLst>
      </pc:sldChg>
      <pc:sldChg chg="del">
        <pc:chgData name="Rosmin Elsa" userId="8f13a6be4da41318" providerId="LiveId" clId="{AC34DC61-C153-4C8F-996B-D94EAF10FC41}" dt="2025-01-17T09:59:35.594" v="561" actId="2696"/>
        <pc:sldMkLst>
          <pc:docMk/>
          <pc:sldMk cId="56519740" sldId="1627"/>
        </pc:sldMkLst>
      </pc:sldChg>
      <pc:sldChg chg="del">
        <pc:chgData name="Rosmin Elsa" userId="8f13a6be4da41318" providerId="LiveId" clId="{AC34DC61-C153-4C8F-996B-D94EAF10FC41}" dt="2025-01-17T09:59:35.594" v="561" actId="2696"/>
        <pc:sldMkLst>
          <pc:docMk/>
          <pc:sldMk cId="3323848313" sldId="1628"/>
        </pc:sldMkLst>
      </pc:sldChg>
      <pc:sldChg chg="del">
        <pc:chgData name="Rosmin Elsa" userId="8f13a6be4da41318" providerId="LiveId" clId="{AC34DC61-C153-4C8F-996B-D94EAF10FC41}" dt="2025-01-17T09:59:35.594" v="561" actId="2696"/>
        <pc:sldMkLst>
          <pc:docMk/>
          <pc:sldMk cId="660300182" sldId="1629"/>
        </pc:sldMkLst>
      </pc:sldChg>
      <pc:sldChg chg="modSp del mod">
        <pc:chgData name="Rosmin Elsa" userId="8f13a6be4da41318" providerId="LiveId" clId="{AC34DC61-C153-4C8F-996B-D94EAF10FC41}" dt="2025-01-17T08:55:34.274" v="138" actId="2696"/>
        <pc:sldMkLst>
          <pc:docMk/>
          <pc:sldMk cId="3699814327" sldId="1630"/>
        </pc:sldMkLst>
      </pc:sldChg>
      <pc:sldChg chg="modSp mod">
        <pc:chgData name="Rosmin Elsa" userId="8f13a6be4da41318" providerId="LiveId" clId="{AC34DC61-C153-4C8F-996B-D94EAF10FC41}" dt="2025-01-17T10:03:53.558" v="736" actId="20577"/>
        <pc:sldMkLst>
          <pc:docMk/>
          <pc:sldMk cId="3486521272" sldId="1632"/>
        </pc:sldMkLst>
        <pc:spChg chg="mod">
          <ac:chgData name="Rosmin Elsa" userId="8f13a6be4da41318" providerId="LiveId" clId="{AC34DC61-C153-4C8F-996B-D94EAF10FC41}" dt="2025-01-17T10:03:53.558" v="736" actId="20577"/>
          <ac:spMkLst>
            <pc:docMk/>
            <pc:sldMk cId="3486521272" sldId="1632"/>
            <ac:spMk id="4" creationId="{FCA06A5D-3B75-8DE6-0D59-53A9C570391E}"/>
          </ac:spMkLst>
        </pc:spChg>
      </pc:sldChg>
      <pc:sldChg chg="modSp mod">
        <pc:chgData name="Rosmin Elsa" userId="8f13a6be4da41318" providerId="LiveId" clId="{AC34DC61-C153-4C8F-996B-D94EAF10FC41}" dt="2025-01-17T10:03:56.965" v="737" actId="20577"/>
        <pc:sldMkLst>
          <pc:docMk/>
          <pc:sldMk cId="1004603431" sldId="1633"/>
        </pc:sldMkLst>
        <pc:spChg chg="mod">
          <ac:chgData name="Rosmin Elsa" userId="8f13a6be4da41318" providerId="LiveId" clId="{AC34DC61-C153-4C8F-996B-D94EAF10FC41}" dt="2025-01-17T10:03:56.965" v="737" actId="20577"/>
          <ac:spMkLst>
            <pc:docMk/>
            <pc:sldMk cId="1004603431" sldId="1633"/>
            <ac:spMk id="4" creationId="{7E88D1C0-BA56-0BDF-1463-A83373585256}"/>
          </ac:spMkLst>
        </pc:spChg>
      </pc:sldChg>
      <pc:sldChg chg="modSp mod">
        <pc:chgData name="Rosmin Elsa" userId="8f13a6be4da41318" providerId="LiveId" clId="{AC34DC61-C153-4C8F-996B-D94EAF10FC41}" dt="2025-01-17T10:03:59.862" v="738" actId="20577"/>
        <pc:sldMkLst>
          <pc:docMk/>
          <pc:sldMk cId="3968835907" sldId="1634"/>
        </pc:sldMkLst>
        <pc:spChg chg="mod">
          <ac:chgData name="Rosmin Elsa" userId="8f13a6be4da41318" providerId="LiveId" clId="{AC34DC61-C153-4C8F-996B-D94EAF10FC41}" dt="2025-01-17T10:03:59.862" v="738" actId="20577"/>
          <ac:spMkLst>
            <pc:docMk/>
            <pc:sldMk cId="3968835907" sldId="1634"/>
            <ac:spMk id="4" creationId="{10D04B4B-A627-D36C-BB2A-2C83EB4FD518}"/>
          </ac:spMkLst>
        </pc:spChg>
      </pc:sldChg>
      <pc:sldChg chg="modSp add mod">
        <pc:chgData name="Rosmin Elsa" userId="8f13a6be4da41318" providerId="LiveId" clId="{AC34DC61-C153-4C8F-996B-D94EAF10FC41}" dt="2025-01-17T10:04:33.804" v="741" actId="20577"/>
        <pc:sldMkLst>
          <pc:docMk/>
          <pc:sldMk cId="2324617160" sldId="1635"/>
        </pc:sldMkLst>
        <pc:spChg chg="mod">
          <ac:chgData name="Rosmin Elsa" userId="8f13a6be4da41318" providerId="LiveId" clId="{AC34DC61-C153-4C8F-996B-D94EAF10FC41}" dt="2025-01-17T10:04:24.034" v="740"/>
          <ac:spMkLst>
            <pc:docMk/>
            <pc:sldMk cId="2324617160" sldId="1635"/>
            <ac:spMk id="2" creationId="{48481B1C-600C-5D95-3A28-0CD80409D4B4}"/>
          </ac:spMkLst>
        </pc:spChg>
        <pc:spChg chg="mod">
          <ac:chgData name="Rosmin Elsa" userId="8f13a6be4da41318" providerId="LiveId" clId="{AC34DC61-C153-4C8F-996B-D94EAF10FC41}" dt="2025-01-17T10:04:33.804" v="741" actId="20577"/>
          <ac:spMkLst>
            <pc:docMk/>
            <pc:sldMk cId="2324617160" sldId="1635"/>
            <ac:spMk id="5" creationId="{B4D24CBB-84FF-BFE1-69C1-7240EFD2111E}"/>
          </ac:spMkLst>
        </pc:spChg>
        <pc:spChg chg="mod">
          <ac:chgData name="Rosmin Elsa" userId="8f13a6be4da41318" providerId="LiveId" clId="{AC34DC61-C153-4C8F-996B-D94EAF10FC41}" dt="2025-01-17T08:45:15.689" v="98" actId="20577"/>
          <ac:spMkLst>
            <pc:docMk/>
            <pc:sldMk cId="2324617160" sldId="1635"/>
            <ac:spMk id="6" creationId="{B5CBBE0B-C19C-C00C-2BFA-364A36EF9788}"/>
          </ac:spMkLst>
        </pc:spChg>
      </pc:sldChg>
      <pc:sldChg chg="modSp add mod">
        <pc:chgData name="Rosmin Elsa" userId="8f13a6be4da41318" providerId="LiveId" clId="{AC34DC61-C153-4C8F-996B-D94EAF10FC41}" dt="2025-01-17T10:04:49.841" v="743" actId="20577"/>
        <pc:sldMkLst>
          <pc:docMk/>
          <pc:sldMk cId="1973022940" sldId="1636"/>
        </pc:sldMkLst>
        <pc:spChg chg="mod">
          <ac:chgData name="Rosmin Elsa" userId="8f13a6be4da41318" providerId="LiveId" clId="{AC34DC61-C153-4C8F-996B-D94EAF10FC41}" dt="2025-01-17T10:04:49.841" v="743" actId="20577"/>
          <ac:spMkLst>
            <pc:docMk/>
            <pc:sldMk cId="1973022940" sldId="1636"/>
            <ac:spMk id="5" creationId="{50E261D5-3B84-9BD2-2984-9C6871AE27BC}"/>
          </ac:spMkLst>
        </pc:spChg>
        <pc:spChg chg="mod">
          <ac:chgData name="Rosmin Elsa" userId="8f13a6be4da41318" providerId="LiveId" clId="{AC34DC61-C153-4C8F-996B-D94EAF10FC41}" dt="2025-01-17T08:56:56.448" v="161" actId="1076"/>
          <ac:spMkLst>
            <pc:docMk/>
            <pc:sldMk cId="1973022940" sldId="1636"/>
            <ac:spMk id="6" creationId="{6079BEF7-2D22-571E-2622-FC1108A09A00}"/>
          </ac:spMkLst>
        </pc:spChg>
      </pc:sldChg>
      <pc:sldChg chg="modSp add mod">
        <pc:chgData name="Rosmin Elsa" userId="8f13a6be4da41318" providerId="LiveId" clId="{AC34DC61-C153-4C8F-996B-D94EAF10FC41}" dt="2025-01-17T10:04:53.511" v="744" actId="20577"/>
        <pc:sldMkLst>
          <pc:docMk/>
          <pc:sldMk cId="492332606" sldId="1637"/>
        </pc:sldMkLst>
        <pc:spChg chg="mod">
          <ac:chgData name="Rosmin Elsa" userId="8f13a6be4da41318" providerId="LiveId" clId="{AC34DC61-C153-4C8F-996B-D94EAF10FC41}" dt="2025-01-17T10:04:53.511" v="744" actId="20577"/>
          <ac:spMkLst>
            <pc:docMk/>
            <pc:sldMk cId="492332606" sldId="1637"/>
            <ac:spMk id="5" creationId="{401DF5D2-4F3A-26F8-4AF6-678D174C1985}"/>
          </ac:spMkLst>
        </pc:spChg>
        <pc:spChg chg="mod">
          <ac:chgData name="Rosmin Elsa" userId="8f13a6be4da41318" providerId="LiveId" clId="{AC34DC61-C153-4C8F-996B-D94EAF10FC41}" dt="2025-01-17T08:57:19.698" v="169" actId="20577"/>
          <ac:spMkLst>
            <pc:docMk/>
            <pc:sldMk cId="492332606" sldId="1637"/>
            <ac:spMk id="6" creationId="{94023E39-37D4-E3AC-2189-1A06E489D662}"/>
          </ac:spMkLst>
        </pc:spChg>
      </pc:sldChg>
      <pc:sldChg chg="modSp add mod">
        <pc:chgData name="Rosmin Elsa" userId="8f13a6be4da41318" providerId="LiveId" clId="{AC34DC61-C153-4C8F-996B-D94EAF10FC41}" dt="2025-01-17T10:05:13.653" v="747" actId="20577"/>
        <pc:sldMkLst>
          <pc:docMk/>
          <pc:sldMk cId="512280322" sldId="1638"/>
        </pc:sldMkLst>
        <pc:spChg chg="mod">
          <ac:chgData name="Rosmin Elsa" userId="8f13a6be4da41318" providerId="LiveId" clId="{AC34DC61-C153-4C8F-996B-D94EAF10FC41}" dt="2025-01-17T10:05:13.653" v="747" actId="20577"/>
          <ac:spMkLst>
            <pc:docMk/>
            <pc:sldMk cId="512280322" sldId="1638"/>
            <ac:spMk id="5" creationId="{8EC8F43F-29CA-3642-EA06-2779C9CF2473}"/>
          </ac:spMkLst>
        </pc:spChg>
        <pc:spChg chg="mod">
          <ac:chgData name="Rosmin Elsa" userId="8f13a6be4da41318" providerId="LiveId" clId="{AC34DC61-C153-4C8F-996B-D94EAF10FC41}" dt="2025-01-17T09:05:56.777" v="335" actId="20577"/>
          <ac:spMkLst>
            <pc:docMk/>
            <pc:sldMk cId="512280322" sldId="1638"/>
            <ac:spMk id="6" creationId="{44354AAB-489D-9B13-2AEA-C13909F8854C}"/>
          </ac:spMkLst>
        </pc:spChg>
      </pc:sldChg>
      <pc:sldChg chg="modSp add mod">
        <pc:chgData name="Rosmin Elsa" userId="8f13a6be4da41318" providerId="LiveId" clId="{AC34DC61-C153-4C8F-996B-D94EAF10FC41}" dt="2025-01-17T10:05:18.903" v="749" actId="20577"/>
        <pc:sldMkLst>
          <pc:docMk/>
          <pc:sldMk cId="3402695695" sldId="1639"/>
        </pc:sldMkLst>
        <pc:spChg chg="mod">
          <ac:chgData name="Rosmin Elsa" userId="8f13a6be4da41318" providerId="LiveId" clId="{AC34DC61-C153-4C8F-996B-D94EAF10FC41}" dt="2025-01-17T10:05:18.903" v="749" actId="20577"/>
          <ac:spMkLst>
            <pc:docMk/>
            <pc:sldMk cId="3402695695" sldId="1639"/>
            <ac:spMk id="5" creationId="{3F7AB612-BDA6-D0D9-9E9E-572C6CC66F96}"/>
          </ac:spMkLst>
        </pc:spChg>
        <pc:spChg chg="mod">
          <ac:chgData name="Rosmin Elsa" userId="8f13a6be4da41318" providerId="LiveId" clId="{AC34DC61-C153-4C8F-996B-D94EAF10FC41}" dt="2025-01-17T09:06:27.889" v="340" actId="20577"/>
          <ac:spMkLst>
            <pc:docMk/>
            <pc:sldMk cId="3402695695" sldId="1639"/>
            <ac:spMk id="6" creationId="{1C99118C-5BC6-AD6F-25A8-B5FD54581C50}"/>
          </ac:spMkLst>
        </pc:spChg>
      </pc:sldChg>
      <pc:sldChg chg="modSp add mod">
        <pc:chgData name="Rosmin Elsa" userId="8f13a6be4da41318" providerId="LiveId" clId="{AC34DC61-C153-4C8F-996B-D94EAF10FC41}" dt="2025-01-17T10:05:44.305" v="752" actId="20577"/>
        <pc:sldMkLst>
          <pc:docMk/>
          <pc:sldMk cId="1178518907" sldId="1640"/>
        </pc:sldMkLst>
        <pc:spChg chg="mod">
          <ac:chgData name="Rosmin Elsa" userId="8f13a6be4da41318" providerId="LiveId" clId="{AC34DC61-C153-4C8F-996B-D94EAF10FC41}" dt="2025-01-17T10:05:44.305" v="752" actId="20577"/>
          <ac:spMkLst>
            <pc:docMk/>
            <pc:sldMk cId="1178518907" sldId="1640"/>
            <ac:spMk id="5" creationId="{197E5EC1-3483-8105-3BD7-D94C7B1411AF}"/>
          </ac:spMkLst>
        </pc:spChg>
        <pc:spChg chg="mod">
          <ac:chgData name="Rosmin Elsa" userId="8f13a6be4da41318" providerId="LiveId" clId="{AC34DC61-C153-4C8F-996B-D94EAF10FC41}" dt="2025-01-17T09:18:28.529" v="424" actId="207"/>
          <ac:spMkLst>
            <pc:docMk/>
            <pc:sldMk cId="1178518907" sldId="1640"/>
            <ac:spMk id="7" creationId="{B7556CF2-2ACC-2EF9-7800-93E9980DCE9C}"/>
          </ac:spMkLst>
        </pc:spChg>
      </pc:sldChg>
      <pc:sldChg chg="modSp add mod">
        <pc:chgData name="Rosmin Elsa" userId="8f13a6be4da41318" providerId="LiveId" clId="{AC34DC61-C153-4C8F-996B-D94EAF10FC41}" dt="2025-01-17T10:05:50.120" v="754" actId="20577"/>
        <pc:sldMkLst>
          <pc:docMk/>
          <pc:sldMk cId="4062551757" sldId="1641"/>
        </pc:sldMkLst>
        <pc:spChg chg="mod">
          <ac:chgData name="Rosmin Elsa" userId="8f13a6be4da41318" providerId="LiveId" clId="{AC34DC61-C153-4C8F-996B-D94EAF10FC41}" dt="2025-01-17T10:05:50.120" v="754" actId="20577"/>
          <ac:spMkLst>
            <pc:docMk/>
            <pc:sldMk cId="4062551757" sldId="1641"/>
            <ac:spMk id="5" creationId="{4C58AC9E-6B3C-59CA-9C9E-B36C3DB3C58E}"/>
          </ac:spMkLst>
        </pc:spChg>
        <pc:spChg chg="mod">
          <ac:chgData name="Rosmin Elsa" userId="8f13a6be4da41318" providerId="LiveId" clId="{AC34DC61-C153-4C8F-996B-D94EAF10FC41}" dt="2025-01-17T09:21:37.926" v="437" actId="20577"/>
          <ac:spMkLst>
            <pc:docMk/>
            <pc:sldMk cId="4062551757" sldId="1641"/>
            <ac:spMk id="7" creationId="{5510765F-3A74-4B41-4EC8-BAC4D37B7640}"/>
          </ac:spMkLst>
        </pc:spChg>
      </pc:sldChg>
      <pc:sldChg chg="modSp add mod">
        <pc:chgData name="Rosmin Elsa" userId="8f13a6be4da41318" providerId="LiveId" clId="{AC34DC61-C153-4C8F-996B-D94EAF10FC41}" dt="2025-01-17T10:05:55.527" v="756" actId="20577"/>
        <pc:sldMkLst>
          <pc:docMk/>
          <pc:sldMk cId="4074834426" sldId="1642"/>
        </pc:sldMkLst>
        <pc:spChg chg="mod">
          <ac:chgData name="Rosmin Elsa" userId="8f13a6be4da41318" providerId="LiveId" clId="{AC34DC61-C153-4C8F-996B-D94EAF10FC41}" dt="2025-01-17T10:05:55.527" v="756" actId="20577"/>
          <ac:spMkLst>
            <pc:docMk/>
            <pc:sldMk cId="4074834426" sldId="1642"/>
            <ac:spMk id="5" creationId="{C023A947-1BD4-E93F-25E9-A5FA33710682}"/>
          </ac:spMkLst>
        </pc:spChg>
      </pc:sldChg>
      <pc:sldChg chg="modSp add mod">
        <pc:chgData name="Rosmin Elsa" userId="8f13a6be4da41318" providerId="LiveId" clId="{AC34DC61-C153-4C8F-996B-D94EAF10FC41}" dt="2025-01-17T10:06:01.569" v="758" actId="20577"/>
        <pc:sldMkLst>
          <pc:docMk/>
          <pc:sldMk cId="2104275944" sldId="1643"/>
        </pc:sldMkLst>
        <pc:spChg chg="mod">
          <ac:chgData name="Rosmin Elsa" userId="8f13a6be4da41318" providerId="LiveId" clId="{AC34DC61-C153-4C8F-996B-D94EAF10FC41}" dt="2025-01-17T10:06:01.569" v="758" actId="20577"/>
          <ac:spMkLst>
            <pc:docMk/>
            <pc:sldMk cId="2104275944" sldId="1643"/>
            <ac:spMk id="5" creationId="{7EDF1DC4-A143-567F-0133-C598CFE5B6E6}"/>
          </ac:spMkLst>
        </pc:spChg>
        <pc:spChg chg="mod">
          <ac:chgData name="Rosmin Elsa" userId="8f13a6be4da41318" providerId="LiveId" clId="{AC34DC61-C153-4C8F-996B-D94EAF10FC41}" dt="2025-01-17T09:27:12.780" v="471" actId="20577"/>
          <ac:spMkLst>
            <pc:docMk/>
            <pc:sldMk cId="2104275944" sldId="1643"/>
            <ac:spMk id="7" creationId="{671E7AEB-500C-D859-BF0A-A18122B365B8}"/>
          </ac:spMkLst>
        </pc:spChg>
      </pc:sldChg>
      <pc:sldChg chg="modSp add mod">
        <pc:chgData name="Rosmin Elsa" userId="8f13a6be4da41318" providerId="LiveId" clId="{AC34DC61-C153-4C8F-996B-D94EAF10FC41}" dt="2025-01-17T10:06:05.954" v="760" actId="20577"/>
        <pc:sldMkLst>
          <pc:docMk/>
          <pc:sldMk cId="1304755350" sldId="1644"/>
        </pc:sldMkLst>
        <pc:spChg chg="mod">
          <ac:chgData name="Rosmin Elsa" userId="8f13a6be4da41318" providerId="LiveId" clId="{AC34DC61-C153-4C8F-996B-D94EAF10FC41}" dt="2025-01-17T10:06:05.954" v="760" actId="20577"/>
          <ac:spMkLst>
            <pc:docMk/>
            <pc:sldMk cId="1304755350" sldId="1644"/>
            <ac:spMk id="5" creationId="{E7EA3986-E824-CEC6-A702-A1B7EE6D005B}"/>
          </ac:spMkLst>
        </pc:spChg>
      </pc:sldChg>
      <pc:sldChg chg="modSp add mod">
        <pc:chgData name="Rosmin Elsa" userId="8f13a6be4da41318" providerId="LiveId" clId="{AC34DC61-C153-4C8F-996B-D94EAF10FC41}" dt="2025-01-17T10:06:34.648" v="767" actId="20577"/>
        <pc:sldMkLst>
          <pc:docMk/>
          <pc:sldMk cId="1643908081" sldId="1645"/>
        </pc:sldMkLst>
        <pc:spChg chg="mod">
          <ac:chgData name="Rosmin Elsa" userId="8f13a6be4da41318" providerId="LiveId" clId="{AC34DC61-C153-4C8F-996B-D94EAF10FC41}" dt="2025-01-17T09:34:07.653" v="559"/>
          <ac:spMkLst>
            <pc:docMk/>
            <pc:sldMk cId="1643908081" sldId="1645"/>
            <ac:spMk id="2" creationId="{FA4B81B2-1FA0-41B2-B1ED-EDF275A409B5}"/>
          </ac:spMkLst>
        </pc:spChg>
        <pc:spChg chg="mod">
          <ac:chgData name="Rosmin Elsa" userId="8f13a6be4da41318" providerId="LiveId" clId="{AC34DC61-C153-4C8F-996B-D94EAF10FC41}" dt="2025-01-17T10:06:34.648" v="767" actId="20577"/>
          <ac:spMkLst>
            <pc:docMk/>
            <pc:sldMk cId="1643908081" sldId="1645"/>
            <ac:spMk id="5" creationId="{52047520-8E09-6CC1-88AB-BAB500346A21}"/>
          </ac:spMkLst>
        </pc:spChg>
        <pc:spChg chg="mod">
          <ac:chgData name="Rosmin Elsa" userId="8f13a6be4da41318" providerId="LiveId" clId="{AC34DC61-C153-4C8F-996B-D94EAF10FC41}" dt="2025-01-17T09:32:25.013" v="543" actId="20577"/>
          <ac:spMkLst>
            <pc:docMk/>
            <pc:sldMk cId="1643908081" sldId="1645"/>
            <ac:spMk id="6" creationId="{82D3433B-75FE-711A-EE5E-4477B2EE967B}"/>
          </ac:spMkLst>
        </pc:spChg>
      </pc:sldChg>
      <pc:sldChg chg="modSp add mod">
        <pc:chgData name="Rosmin Elsa" userId="8f13a6be4da41318" providerId="LiveId" clId="{AC34DC61-C153-4C8F-996B-D94EAF10FC41}" dt="2025-01-17T10:06:44.272" v="769" actId="20577"/>
        <pc:sldMkLst>
          <pc:docMk/>
          <pc:sldMk cId="565098258" sldId="1646"/>
        </pc:sldMkLst>
        <pc:spChg chg="mod">
          <ac:chgData name="Rosmin Elsa" userId="8f13a6be4da41318" providerId="LiveId" clId="{AC34DC61-C153-4C8F-996B-D94EAF10FC41}" dt="2025-01-17T09:34:10.650" v="560"/>
          <ac:spMkLst>
            <pc:docMk/>
            <pc:sldMk cId="565098258" sldId="1646"/>
            <ac:spMk id="2" creationId="{9EB66793-E115-D26B-8BF2-AE3602F92D4A}"/>
          </ac:spMkLst>
        </pc:spChg>
        <pc:spChg chg="mod">
          <ac:chgData name="Rosmin Elsa" userId="8f13a6be4da41318" providerId="LiveId" clId="{AC34DC61-C153-4C8F-996B-D94EAF10FC41}" dt="2025-01-17T10:06:44.272" v="769" actId="20577"/>
          <ac:spMkLst>
            <pc:docMk/>
            <pc:sldMk cId="565098258" sldId="1646"/>
            <ac:spMk id="5" creationId="{E76CEFFE-7FCD-1389-8533-D5C27F665C68}"/>
          </ac:spMkLst>
        </pc:spChg>
        <pc:spChg chg="mod">
          <ac:chgData name="Rosmin Elsa" userId="8f13a6be4da41318" providerId="LiveId" clId="{AC34DC61-C153-4C8F-996B-D94EAF10FC41}" dt="2025-01-17T09:33:04.208" v="557" actId="15"/>
          <ac:spMkLst>
            <pc:docMk/>
            <pc:sldMk cId="565098258" sldId="1646"/>
            <ac:spMk id="6" creationId="{AF493A6A-8059-CFE8-A480-9FF9B24FB10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22/01/2025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26 Jan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26 Jan 2025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26 Jan 2025</a:t>
            </a:r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 dirty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26 Jan 2025</a:t>
            </a:r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3A813-6DBA-F993-8DA0-D81B4057E015}"/>
              </a:ext>
            </a:extLst>
          </p:cNvPr>
          <p:cNvSpPr txBox="1">
            <a:spLocks/>
          </p:cNvSpPr>
          <p:nvPr/>
        </p:nvSpPr>
        <p:spPr>
          <a:xfrm>
            <a:off x="1009567" y="1032065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3600" b="1" i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Gifts of the Holy Spirit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3600" b="1" i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For the Spiritual Nourishment 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GB" sz="3600" b="1" i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of the People of God</a:t>
            </a: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868291" y="1809497"/>
            <a:ext cx="5407417" cy="152450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670550" y="1755777"/>
            <a:ext cx="5802900" cy="163194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</a:rPr>
              <a:t>Song no: 6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 6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736001" y="831409"/>
            <a:ext cx="791583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sz="2400" dirty="0"/>
          </a:p>
          <a:p>
            <a:r>
              <a:rPr lang="en-GB" sz="2800" dirty="0"/>
              <a:t>Come, Thou almighty King, </a:t>
            </a:r>
          </a:p>
          <a:p>
            <a:r>
              <a:rPr lang="en-GB" sz="2800" dirty="0"/>
              <a:t>Help us Thy name to sing, </a:t>
            </a:r>
          </a:p>
          <a:p>
            <a:r>
              <a:rPr lang="en-GB" sz="2800" dirty="0"/>
              <a:t>Help us to praise </a:t>
            </a:r>
          </a:p>
          <a:p>
            <a:r>
              <a:rPr lang="en-GB" sz="2800" dirty="0"/>
              <a:t>Father all-glorious, </a:t>
            </a:r>
          </a:p>
          <a:p>
            <a:r>
              <a:rPr lang="en-GB" sz="2800" dirty="0"/>
              <a:t>O'er all victorious, </a:t>
            </a:r>
          </a:p>
          <a:p>
            <a:r>
              <a:rPr lang="en-GB" sz="2800" dirty="0"/>
              <a:t>Come, and reign over us, </a:t>
            </a:r>
          </a:p>
          <a:p>
            <a:r>
              <a:rPr lang="en-GB" sz="2800" dirty="0"/>
              <a:t>Ancient of Days ! </a:t>
            </a:r>
          </a:p>
          <a:p>
            <a:r>
              <a:rPr lang="en-GB" sz="2400" dirty="0"/>
              <a:t>			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9DCC-FF1C-627E-B31C-A8F1C322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6877-2B4C-ACDD-1D0F-6A4EF360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 6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BF0D2C0-8780-3569-4798-4330D727F88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9A6687-39DF-B246-979B-08C80C08F7D4}"/>
              </a:ext>
            </a:extLst>
          </p:cNvPr>
          <p:cNvSpPr txBox="1"/>
          <p:nvPr/>
        </p:nvSpPr>
        <p:spPr>
          <a:xfrm>
            <a:off x="923365" y="1193734"/>
            <a:ext cx="79158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Come, Thou incarnate Word, </a:t>
            </a:r>
          </a:p>
          <a:p>
            <a:r>
              <a:rPr lang="en-GB" sz="2800" dirty="0"/>
              <a:t>Gird on Thy mighty sword </a:t>
            </a:r>
          </a:p>
          <a:p>
            <a:r>
              <a:rPr lang="en-GB" sz="2800" dirty="0"/>
              <a:t>Our prayer attend </a:t>
            </a:r>
          </a:p>
          <a:p>
            <a:r>
              <a:rPr lang="en-GB" sz="2800" dirty="0"/>
              <a:t>Come, and Thy people bless, </a:t>
            </a:r>
          </a:p>
          <a:p>
            <a:r>
              <a:rPr lang="en-GB" sz="2800" dirty="0"/>
              <a:t>And give Thy Word success </a:t>
            </a:r>
          </a:p>
          <a:p>
            <a:r>
              <a:rPr lang="en-GB" sz="2800" dirty="0"/>
              <a:t>Spirit of holiness, </a:t>
            </a:r>
          </a:p>
          <a:p>
            <a:r>
              <a:rPr lang="en-GB" sz="2800" dirty="0"/>
              <a:t>On us descend !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D04E0-2BA2-B70E-C21F-60C1511AA59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2 of 4</a:t>
            </a:r>
          </a:p>
        </p:txBody>
      </p:sp>
    </p:spTree>
    <p:extLst>
      <p:ext uri="{BB962C8B-B14F-4D97-AF65-F5344CB8AC3E}">
        <p14:creationId xmlns:p14="http://schemas.microsoft.com/office/powerpoint/2010/main" val="221783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F6C1-ACA7-CB03-7D98-F1063313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A7FB-B28B-77E6-5E83-24123D1F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 6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C9E51F-13F8-65B7-1C0C-CCEC88DE61A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E38BDA-FE8E-E9F8-FE50-2A850A81255E}"/>
              </a:ext>
            </a:extLst>
          </p:cNvPr>
          <p:cNvSpPr txBox="1"/>
          <p:nvPr/>
        </p:nvSpPr>
        <p:spPr>
          <a:xfrm>
            <a:off x="923365" y="1193734"/>
            <a:ext cx="79158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Come, Holy Comforter, </a:t>
            </a:r>
          </a:p>
          <a:p>
            <a:r>
              <a:rPr lang="en-GB" sz="2800" dirty="0"/>
              <a:t>Thy sacred witness bear,</a:t>
            </a:r>
          </a:p>
          <a:p>
            <a:r>
              <a:rPr lang="en-GB" sz="2800" dirty="0"/>
              <a:t>In this glad hour Thou, </a:t>
            </a:r>
          </a:p>
          <a:p>
            <a:r>
              <a:rPr lang="en-GB" sz="2800" dirty="0"/>
              <a:t>who almighty art,</a:t>
            </a:r>
          </a:p>
          <a:p>
            <a:r>
              <a:rPr lang="en-GB" sz="2800" dirty="0"/>
              <a:t>Now rule in every heart, </a:t>
            </a:r>
          </a:p>
          <a:p>
            <a:r>
              <a:rPr lang="en-GB" sz="2800" dirty="0"/>
              <a:t>And ne'er from us depart, </a:t>
            </a:r>
          </a:p>
          <a:p>
            <a:r>
              <a:rPr lang="en-GB" sz="2800" dirty="0"/>
              <a:t>Spirit of power 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AB6B8-6EE4-4538-3B88-89DD2F6151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3 of 4</a:t>
            </a:r>
          </a:p>
        </p:txBody>
      </p:sp>
    </p:spTree>
    <p:extLst>
      <p:ext uri="{BB962C8B-B14F-4D97-AF65-F5344CB8AC3E}">
        <p14:creationId xmlns:p14="http://schemas.microsoft.com/office/powerpoint/2010/main" val="306772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D98DF-184E-3106-6AF8-B555F75A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8A829-C4F2-A2F2-B628-D2001A46B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Song no: 6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FBA177A-2C15-ECC9-3ACF-4E7DCF31563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9F646-38A7-A135-82CB-CB7704755801}"/>
              </a:ext>
            </a:extLst>
          </p:cNvPr>
          <p:cNvSpPr txBox="1"/>
          <p:nvPr/>
        </p:nvSpPr>
        <p:spPr>
          <a:xfrm>
            <a:off x="923365" y="1193734"/>
            <a:ext cx="79158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To the great One in Three</a:t>
            </a:r>
          </a:p>
          <a:p>
            <a:r>
              <a:rPr lang="en-GB" sz="2800" dirty="0"/>
              <a:t>The highest praises be, </a:t>
            </a:r>
          </a:p>
          <a:p>
            <a:r>
              <a:rPr lang="en-GB" sz="2800" dirty="0"/>
              <a:t>Hence evermore ! </a:t>
            </a:r>
          </a:p>
          <a:p>
            <a:r>
              <a:rPr lang="en-GB" sz="2800" dirty="0"/>
              <a:t>His sovereign majesty </a:t>
            </a:r>
          </a:p>
          <a:p>
            <a:r>
              <a:rPr lang="en-GB" sz="2800" dirty="0"/>
              <a:t>May we in glory see, </a:t>
            </a:r>
          </a:p>
          <a:p>
            <a:r>
              <a:rPr lang="en-GB" sz="2800" dirty="0"/>
              <a:t>And to eternity </a:t>
            </a:r>
          </a:p>
          <a:p>
            <a:r>
              <a:rPr lang="en-GB" sz="2800" dirty="0"/>
              <a:t>Love and adore.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56889D-7E5D-259C-8015-2AE2549FBB7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Opening: 4 of 4</a:t>
            </a:r>
          </a:p>
        </p:txBody>
      </p:sp>
    </p:spTree>
    <p:extLst>
      <p:ext uri="{BB962C8B-B14F-4D97-AF65-F5344CB8AC3E}">
        <p14:creationId xmlns:p14="http://schemas.microsoft.com/office/powerpoint/2010/main" val="986701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1753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117328" cy="2120444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Thanksgiving Prayers </a:t>
            </a:r>
          </a:p>
          <a:p>
            <a:r>
              <a:rPr lang="en-GB" sz="4400" dirty="0">
                <a:solidFill>
                  <a:schemeClr val="bg1"/>
                </a:solidFill>
              </a:rPr>
              <a:t>Song no (599)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>
                <a:latin typeface="Segoe UI" panose="020B0502040204020203" pitchFamily="34" charset="0"/>
                <a:cs typeface="Segoe UI" panose="020B0502040204020203" pitchFamily="34" charset="0"/>
              </a:rPr>
              <a:t>Thanksgiving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142322" y="1432976"/>
            <a:ext cx="685935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O blessed life ! the mind that sees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 Whatever change the years may bring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 A mercy still in everything,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GB" sz="2800" dirty="0"/>
              <a:t> And shining through all mysteries.</a:t>
            </a:r>
            <a:endParaRPr lang="en-US" sz="2800" i="1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2141910" y="1757052"/>
            <a:ext cx="4860177" cy="1629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89" y="1754363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  <a:p>
            <a:r>
              <a:rPr lang="en-GB" sz="4800" dirty="0">
                <a:solidFill>
                  <a:schemeClr val="bg1"/>
                </a:solidFill>
              </a:rPr>
              <a:t>Song no (703)</a:t>
            </a: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C5C584-7550-42C0-5176-232FC90F0F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28" y="872600"/>
            <a:ext cx="2824607" cy="29852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1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D3087A-542A-9E8A-2F04-286C1B72B61A}"/>
              </a:ext>
            </a:extLst>
          </p:cNvPr>
          <p:cNvSpPr txBox="1"/>
          <p:nvPr/>
        </p:nvSpPr>
        <p:spPr>
          <a:xfrm>
            <a:off x="92763" y="762000"/>
            <a:ext cx="6347225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dirty="0"/>
              <a:t>Sound the battle-cry ! See ! the foe is nigh </a:t>
            </a:r>
          </a:p>
          <a:p>
            <a:r>
              <a:rPr lang="en-GB" sz="2500" dirty="0"/>
              <a:t>Raise the standard high for the Lord ! </a:t>
            </a:r>
          </a:p>
          <a:p>
            <a:r>
              <a:rPr lang="en-GB" sz="2500" dirty="0"/>
              <a:t>Gird your armour on, stand firm every one, </a:t>
            </a:r>
          </a:p>
          <a:p>
            <a:r>
              <a:rPr lang="en-GB" sz="2500" dirty="0"/>
              <a:t>Rest your cause upon His holy Word !</a:t>
            </a:r>
          </a:p>
          <a:p>
            <a:endParaRPr lang="en-GB" sz="2500" dirty="0">
              <a:solidFill>
                <a:srgbClr val="731A02"/>
              </a:solidFill>
            </a:endParaRPr>
          </a:p>
          <a:p>
            <a:r>
              <a:rPr lang="en-GB" sz="2500" dirty="0">
                <a:solidFill>
                  <a:srgbClr val="731A02"/>
                </a:solidFill>
              </a:rPr>
              <a:t>Rouse then, soldiers ! rally round the banner ! Ready, steady, pass the word along forward ! Onward I shout aloud Hosanna ! Christ is Captain of the mighty throng !</a:t>
            </a:r>
            <a:endParaRPr lang="en-US" sz="2500" i="1" dirty="0">
              <a:solidFill>
                <a:srgbClr val="731A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4C686-53D5-C30D-900F-0B873723C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64857-B6BE-734D-1E0C-CC867B61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0A9E012-FC1E-3FD4-8E4B-2CC7553E7C98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00FB69-7124-66A2-85AB-C127E65FF9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28" y="872600"/>
            <a:ext cx="2824607" cy="29852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25969D-748D-C9D9-F7EC-2D87129B9A5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2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0F643-EC6D-AF12-0E46-3DE2699A0EDF}"/>
              </a:ext>
            </a:extLst>
          </p:cNvPr>
          <p:cNvSpPr txBox="1"/>
          <p:nvPr/>
        </p:nvSpPr>
        <p:spPr>
          <a:xfrm>
            <a:off x="92763" y="762000"/>
            <a:ext cx="6347225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dirty="0"/>
              <a:t>Strong to meet the foe, marching on we go, </a:t>
            </a:r>
          </a:p>
          <a:p>
            <a:r>
              <a:rPr lang="en-GB" sz="2500" dirty="0"/>
              <a:t>While our cause we know must prevail ; Shield and banner bright gleaming in the light,</a:t>
            </a:r>
          </a:p>
          <a:p>
            <a:r>
              <a:rPr lang="en-GB" sz="2500" dirty="0"/>
              <a:t>Battling for the right, we ne'er can fail !</a:t>
            </a:r>
          </a:p>
          <a:p>
            <a:endParaRPr lang="en-GB" sz="2500" dirty="0"/>
          </a:p>
          <a:p>
            <a:r>
              <a:rPr lang="en-GB" sz="2500" dirty="0">
                <a:solidFill>
                  <a:srgbClr val="731A02"/>
                </a:solidFill>
              </a:rPr>
              <a:t>Rouse then, soldiers ! rally round the banner ! Ready, steady, pass the word along forward ! Onward I shout aloud Hosanna ! Christ is Captain of the mighty throng !</a:t>
            </a:r>
            <a:endParaRPr lang="en-US" sz="2500" i="1" dirty="0">
              <a:solidFill>
                <a:srgbClr val="731A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866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FD017-73C9-D4E9-3559-55CA3AC21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CF06D-C914-2A55-DF20-24B365F32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Offertory – Song no. (703)</a:t>
            </a:r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190197E-933A-0389-58CF-B3F6719F137D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6716DB-B4AC-3E23-4AC0-BE360EF07A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28" y="872600"/>
            <a:ext cx="2824607" cy="29852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910726-B6CC-8764-2848-996E73A9E34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Offertory : 3 of 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BB7DF4-5D24-CADE-EE48-6C7727E9E18C}"/>
              </a:ext>
            </a:extLst>
          </p:cNvPr>
          <p:cNvSpPr txBox="1"/>
          <p:nvPr/>
        </p:nvSpPr>
        <p:spPr>
          <a:xfrm>
            <a:off x="92763" y="827314"/>
            <a:ext cx="6429957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500" dirty="0"/>
              <a:t>O Thou God of all, hear us when we call ; Help us one and all, by Thy grace ; </a:t>
            </a:r>
          </a:p>
          <a:p>
            <a:r>
              <a:rPr lang="en-GB" sz="2500" dirty="0"/>
              <a:t>When the battle's done, and the victory won, </a:t>
            </a:r>
          </a:p>
          <a:p>
            <a:r>
              <a:rPr lang="en-GB" sz="2500" dirty="0"/>
              <a:t>May we wear the crown before Thy face !</a:t>
            </a:r>
          </a:p>
          <a:p>
            <a:r>
              <a:rPr lang="en-GB" sz="2500" dirty="0"/>
              <a:t> </a:t>
            </a:r>
          </a:p>
          <a:p>
            <a:r>
              <a:rPr lang="en-GB" sz="2500" dirty="0">
                <a:solidFill>
                  <a:srgbClr val="731A02"/>
                </a:solidFill>
              </a:rPr>
              <a:t>Rouse then, soldiers ! rally round the banner ! Ready, steady, pass the word along forward ! Onward I shout aloud Hosanna ! Christ is Captain of the mighty throng !</a:t>
            </a:r>
            <a:endParaRPr lang="en-US" sz="2500" i="1" dirty="0">
              <a:solidFill>
                <a:srgbClr val="731A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567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Confession – Song no. (43), v1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42026" y="605813"/>
            <a:ext cx="73019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Breathe on me, Breath of God,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Fill me with life anew,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I may love what Thou dost love,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do what Thou wouldst do.</a:t>
            </a: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(17)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(17)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1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942026" y="605813"/>
            <a:ext cx="730197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Be thou my Vision, O Lord of my heart;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Naught be all else to me save that Thou art.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 my best thought by day and by night;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Waking or sleeping, Thy presence my light.</a:t>
            </a: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FEE8-9166-609D-69D4-A0F256C0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064F-8FEA-7732-AF60-04F2FE84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(17)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56D1E71-1BF5-F60F-4558-3B7E4E099F3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06A5D-3B75-8DE6-0D59-53A9C570391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2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69F9C-4B9A-ACAD-1B28-41FA1B1FE62F}"/>
              </a:ext>
            </a:extLst>
          </p:cNvPr>
          <p:cNvSpPr/>
          <p:nvPr/>
        </p:nvSpPr>
        <p:spPr>
          <a:xfrm>
            <a:off x="942026" y="605813"/>
            <a:ext cx="74171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Be thou my Wisdom, and Thou my true Word;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ever with Thee and Thou with me, Lord.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 my great Father, I Thy true son;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 in me dwelling, and I with Thee one.</a:t>
            </a:r>
          </a:p>
        </p:txBody>
      </p:sp>
    </p:spTree>
    <p:extLst>
      <p:ext uri="{BB962C8B-B14F-4D97-AF65-F5344CB8AC3E}">
        <p14:creationId xmlns:p14="http://schemas.microsoft.com/office/powerpoint/2010/main" val="34865212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A615C-E6CB-EF90-105D-6EF0E5CF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B723-F67B-77F9-DC36-F30BA08F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(17)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5069C52-C941-82A8-9560-3679A8CA285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D1C0-BA56-0BDF-1463-A8337358525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3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31FDCD-936E-0855-CAA3-9498D8546990}"/>
              </a:ext>
            </a:extLst>
          </p:cNvPr>
          <p:cNvSpPr/>
          <p:nvPr/>
        </p:nvSpPr>
        <p:spPr>
          <a:xfrm>
            <a:off x="942026" y="605813"/>
            <a:ext cx="73019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Riches I heed not, nor man’s empty praise;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 mine inheritance, now and always.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Thou and Thou only, first in my heart,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High King of Heaven, my Treasure Thou art.</a:t>
            </a:r>
          </a:p>
        </p:txBody>
      </p:sp>
    </p:spTree>
    <p:extLst>
      <p:ext uri="{BB962C8B-B14F-4D97-AF65-F5344CB8AC3E}">
        <p14:creationId xmlns:p14="http://schemas.microsoft.com/office/powerpoint/2010/main" val="1004603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A9B14-A9D3-C65A-C09C-E95CE22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D01A-F8CC-074B-2038-88EA8C883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Song no: (17)</a:t>
            </a:r>
            <a:endParaRPr lang="en-US" sz="2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87A03D9-3C29-01ED-CC98-390B4DE8678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04B4B-A627-D36C-BB2A-2C83EB4FD51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1 : 4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C57061-1B4D-527A-D605-4861CAA7F632}"/>
              </a:ext>
            </a:extLst>
          </p:cNvPr>
          <p:cNvSpPr/>
          <p:nvPr/>
        </p:nvSpPr>
        <p:spPr>
          <a:xfrm>
            <a:off x="942026" y="605813"/>
            <a:ext cx="7834774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High King of heaven, my victory won,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May I reach heaven’s joys, O bright 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heav’n’s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 Sun!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Heart of my own heart, whatever befall,</a:t>
            </a:r>
          </a:p>
          <a:p>
            <a:pPr algn="ctr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Still be my Vision, O Ruler of all. </a:t>
            </a:r>
          </a:p>
        </p:txBody>
      </p:sp>
    </p:spTree>
    <p:extLst>
      <p:ext uri="{BB962C8B-B14F-4D97-AF65-F5344CB8AC3E}">
        <p14:creationId xmlns:p14="http://schemas.microsoft.com/office/powerpoint/2010/main" val="3968835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 are one in the Spirit 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 are one in the Spirit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763200" y="613695"/>
            <a:ext cx="8229600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We are one in the Spirit, we are one in the Lord;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We are one int he Spirit, we are one in the Lord;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we pray that all unity will one day be restored.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they'll know we are Christians 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 our Love, by our Love,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they'll know we are Christians 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 our Love. 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 are one in the Spirit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07F7B4-CD9B-57A5-7749-5CBC7AD2871D}"/>
              </a:ext>
            </a:extLst>
          </p:cNvPr>
          <p:cNvSpPr/>
          <p:nvPr/>
        </p:nvSpPr>
        <p:spPr>
          <a:xfrm>
            <a:off x="194400" y="505695"/>
            <a:ext cx="9216000" cy="4329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We will walk with each other, we will walk hand in hand;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We will walk with each other, we will walk hand in hand;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together we'll spread the news that </a:t>
            </a:r>
          </a:p>
          <a:p>
            <a:pPr>
              <a:spcAft>
                <a:spcPts val="400"/>
              </a:spcAft>
            </a:pPr>
            <a:r>
              <a:rPr lang="en-SG" sz="2800">
                <a:latin typeface="Segoe UI" panose="020B0502040204020203" pitchFamily="34" charset="0"/>
                <a:cs typeface="Segoe UI" panose="020B0502040204020203" pitchFamily="34" charset="0"/>
              </a:rPr>
              <a:t>God is 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our land.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they'll know we are Christians 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 our Love, by our Love,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they'll know we are Christians 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 our Love. 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471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F5295-59F5-BEBD-CD84-4D381573E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81B1C-600C-5D95-3A28-0CD80409D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We are one in the Spirit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39CEE-F7C6-84E3-E69B-E8831DC9BCB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24CBB-84FF-BFE1-69C1-7240EFD2111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CBBE0B-C19C-C00C-2BFA-364A36EF9788}"/>
              </a:ext>
            </a:extLst>
          </p:cNvPr>
          <p:cNvSpPr/>
          <p:nvPr/>
        </p:nvSpPr>
        <p:spPr>
          <a:xfrm>
            <a:off x="194400" y="505695"/>
            <a:ext cx="9216000" cy="4329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We will work with each other, we will work side by side;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We will work with each other, we will work side by side;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we’ll guard human dignity, and we’ll save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human pride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they'll know we are Christians 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 our Love, by our Love,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yes, they'll know we are Christians </a:t>
            </a:r>
          </a:p>
          <a:p>
            <a:pPr lvl="2">
              <a:spcAft>
                <a:spcPts val="400"/>
              </a:spcAft>
            </a:pPr>
            <a:r>
              <a:rPr lang="en-SG" sz="2800" i="1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 our Love.  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6171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805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805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94698" y="730081"/>
            <a:ext cx="7354603" cy="4380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Brightly beams our Father's mercy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From His lighthouse evermore;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to us He gives the keeping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Of the lights along the shore.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the lower lights be burning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Send a gleam across the wave !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Some poor fainting, struggling seaman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 may rescue, you may save.</a:t>
            </a:r>
          </a:p>
          <a:p>
            <a:pPr>
              <a:spcAft>
                <a:spcPts val="400"/>
              </a:spcAft>
            </a:pP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0614D-6A13-3CC3-4C7B-20F4BC3C2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3182A-FE30-FDE5-7C93-B014EFE0C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805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62503-A15A-A473-F53A-EE769FF76A0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261D5-3B84-9BD2-2984-9C6871AE27B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79BEF7-2D22-571E-2622-FC1108A09A00}"/>
              </a:ext>
            </a:extLst>
          </p:cNvPr>
          <p:cNvSpPr/>
          <p:nvPr/>
        </p:nvSpPr>
        <p:spPr>
          <a:xfrm>
            <a:off x="894698" y="746719"/>
            <a:ext cx="735460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Dark the night of sin has settled;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Loud the angry billows roar;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Eager eyes are watching, longing,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For the lights along the shore.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Let the lower lights be burning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Send a gleam across the wave !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Some poor fainting, struggling seaman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 may rescue, you may save.</a:t>
            </a:r>
          </a:p>
        </p:txBody>
      </p:sp>
    </p:spTree>
    <p:extLst>
      <p:ext uri="{BB962C8B-B14F-4D97-AF65-F5344CB8AC3E}">
        <p14:creationId xmlns:p14="http://schemas.microsoft.com/office/powerpoint/2010/main" val="19730229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D76B4-2C33-6250-74C5-C04BD49D6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9757-2D86-F1C1-871A-8736AB254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805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D47AA-F450-7377-77DD-2E62C4DB41A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1DF5D2-4F3A-26F8-4AF6-678D174C1985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023E39-37D4-E3AC-2189-1A06E489D662}"/>
              </a:ext>
            </a:extLst>
          </p:cNvPr>
          <p:cNvSpPr/>
          <p:nvPr/>
        </p:nvSpPr>
        <p:spPr>
          <a:xfrm>
            <a:off x="894698" y="746719"/>
            <a:ext cx="735460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Trim your feeble lamp, my brother: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Some poor seaman, tempest-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tost</a:t>
            </a: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Trying now to make the harbour,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In the darkness may be lost.</a:t>
            </a: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Let the lower lights be burning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Send a gleam across the wave !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Some poor fainting, struggling seaman</a:t>
            </a:r>
          </a:p>
          <a:p>
            <a:pPr lvl="2">
              <a:spcAft>
                <a:spcPts val="400"/>
              </a:spcAft>
            </a:pPr>
            <a:r>
              <a:rPr lang="en-SG" sz="2800" dirty="0">
                <a:solidFill>
                  <a:srgbClr val="C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 may rescue, you may save.</a:t>
            </a:r>
          </a:p>
        </p:txBody>
      </p:sp>
    </p:spTree>
    <p:extLst>
      <p:ext uri="{BB962C8B-B14F-4D97-AF65-F5344CB8AC3E}">
        <p14:creationId xmlns:p14="http://schemas.microsoft.com/office/powerpoint/2010/main" val="4923326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Leaning on the everlasting arms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Leaning on the everlasting arms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a fellowship, what a joy divine,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Leaning on the everlasting arms,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a blessedness, what a peace is mine,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Leaning on the everlasting arms. 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Leaning, leaning, 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 and secure from all alarms, 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Leaning, leaning, 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 on the everlasting arms. 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EFA9-10E4-681A-2B02-DC5A3FA6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9294-F742-0DA7-B126-58954EE7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Leaning on the everlasting arms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F41C6-EB02-4952-FF86-EA9B8722AAF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8F43F-29CA-3642-EA06-2779C9CF247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354AAB-489D-9B13-2AEA-C13909F8854C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Oh, how sweet to walk in this pilgrim way,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Leaning on the everlasting arms,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Oh, how bright the path grows from day to day,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Leaning on the everlasting arms. </a:t>
            </a: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Leaning, leaning, 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 and secure from all alarms, 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Leaning, leaning, 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 on the everlasting arms. 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280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DE84-47A2-15D6-CB87-8F097347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B6AB-65AD-1CAC-23AA-C6FF4BB5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Leaning on the everlasting arms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10F4D-65F1-2FA2-7451-AEB18A9112C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AB612-BDA6-D0D9-9E9E-572C6CC66F9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4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99118C-5BC6-AD6F-25A8-B5FD54581C50}"/>
              </a:ext>
            </a:extLst>
          </p:cNvPr>
          <p:cNvSpPr/>
          <p:nvPr/>
        </p:nvSpPr>
        <p:spPr>
          <a:xfrm>
            <a:off x="588907" y="691499"/>
            <a:ext cx="8425493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What have I to dread, what have I to fear,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Leaning on the everlasting arms?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I have blessed peace with my Lord so near, </a:t>
            </a:r>
          </a:p>
          <a:p>
            <a:pPr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Leaning on the everlasting arms. </a:t>
            </a:r>
          </a:p>
          <a:p>
            <a:pPr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		Leaning, leaning, 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Safe and secure from all alarms, 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Leaning, leaning, </a:t>
            </a:r>
          </a:p>
          <a:p>
            <a:pPr lvl="3">
              <a:spcAft>
                <a:spcPts val="400"/>
              </a:spcAft>
            </a:pPr>
            <a:r>
              <a:rPr lang="en-SG" sz="2800" i="1" dirty="0">
                <a:solidFill>
                  <a:srgbClr val="8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leaning on the everlasting arms. </a:t>
            </a:r>
            <a:endParaRPr lang="en-US" sz="2800" i="1" dirty="0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6956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Will there be any stars?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60233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Will there be any stars?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229870" y="613695"/>
            <a:ext cx="868425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am thinking today of that beautiful land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 shall reach when the sun </a:t>
            </a:r>
            <a:r>
              <a:rPr kumimoji="0" lang="en-SG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goeth</a:t>
            </a: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down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When through wonderful grace by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my Saviour I stand, </a:t>
            </a:r>
          </a:p>
          <a:p>
            <a:pPr algn="ctr">
              <a:spcAft>
                <a:spcPts val="400"/>
              </a:spcAft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Will there be any stars in my crown 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207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6494C-BC09-6851-F8CE-12CAC631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6821-2448-1508-80C1-22FB87436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Will there be any stars?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1A535-3D0F-FEB5-28D6-A6FEAC23624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7E5EC1-3483-8105-3BD7-D94C7B1411A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556CF2-2ACC-2EF9-7800-93E9980DCE9C}"/>
              </a:ext>
            </a:extLst>
          </p:cNvPr>
          <p:cNvSpPr/>
          <p:nvPr/>
        </p:nvSpPr>
        <p:spPr>
          <a:xfrm>
            <a:off x="229870" y="556095"/>
            <a:ext cx="868425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SG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Will there be any stars, any stars in my crown,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When at evening the sun </a:t>
            </a:r>
            <a:r>
              <a:rPr kumimoji="0" lang="en-SG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goeth</a:t>
            </a: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down ?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When I wake with the blest in the mansions of rest,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Will there be any stars in my crown ? 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5189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549D9-7299-4631-B61E-EF3549CCF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7B1D-4996-263B-15B9-C87753C74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Will there be any stars?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64E55-0B38-FDA6-D0E9-9C78BC0B7C4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58AC9E-6B3C-59CA-9C9E-B36C3DB3C58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3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10765F-3A74-4B41-4EC8-BAC4D37B7640}"/>
              </a:ext>
            </a:extLst>
          </p:cNvPr>
          <p:cNvSpPr/>
          <p:nvPr/>
        </p:nvSpPr>
        <p:spPr>
          <a:xfrm>
            <a:off x="229870" y="613695"/>
            <a:ext cx="868425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In the strength of the Lord let 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labour and pray,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Let me watch as a winner of souls,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That bright stars may be mine in the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glorious day.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When His praise like the sea-billow rolls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5517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A7BB5-0341-0BAC-2DE3-3395C0BF2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6C24C-EE82-F803-1D09-6BE4F5F76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Will there be any stars?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744C3B-AFC4-BCF8-002E-6683E9E1FBF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23A947-1BD4-E93F-25E9-A5FA3371068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4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4BBA59-04E5-88E7-74A4-C26D22AF4A65}"/>
              </a:ext>
            </a:extLst>
          </p:cNvPr>
          <p:cNvSpPr/>
          <p:nvPr/>
        </p:nvSpPr>
        <p:spPr>
          <a:xfrm>
            <a:off x="229870" y="556095"/>
            <a:ext cx="868425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SG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Will there be any stars, any stars in my crown,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When at evening the sun </a:t>
            </a:r>
            <a:r>
              <a:rPr kumimoji="0" lang="en-SG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goeth</a:t>
            </a: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down ?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When I wake with the blest in the mansions of rest,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Will there be any stars in my crown ? 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834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A00D9-9C60-C295-3C8A-2B3B21BE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47C0-FC79-7B49-D475-8AFE0234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Will there be any stars?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4E8FE-B756-194C-26FA-3EF8F547B85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DF1DC4-A143-567F-0133-C598CFE5B6E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5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1E7AEB-500C-D859-BF0A-A18122B365B8}"/>
              </a:ext>
            </a:extLst>
          </p:cNvPr>
          <p:cNvSpPr/>
          <p:nvPr/>
        </p:nvSpPr>
        <p:spPr>
          <a:xfrm>
            <a:off x="229870" y="613695"/>
            <a:ext cx="868425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Oh, what joy will it be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when His face I behold,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Living gems at His feet to lay down;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It would sweeten my bliss in the city of gold,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Should there be any stars in my crown.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2759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165E6-4AA9-2595-69D9-31758B51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2CE4-5A2C-D709-DA2D-F30D19139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Will there be any stars?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555DA-7AAE-90AF-8917-69E44E1CCB2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A3986-E824-CEC6-A702-A1B7EE6D005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6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AE0ABD-B33B-EAD6-5DFC-3C51CC0D31DF}"/>
              </a:ext>
            </a:extLst>
          </p:cNvPr>
          <p:cNvSpPr/>
          <p:nvPr/>
        </p:nvSpPr>
        <p:spPr>
          <a:xfrm>
            <a:off x="229870" y="556095"/>
            <a:ext cx="8684259" cy="2934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lang="en-SG" sz="2800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SG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Will there be any stars, any stars in my crown,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When at evening the sun </a:t>
            </a:r>
            <a:r>
              <a:rPr kumimoji="0" lang="en-SG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goeth</a:t>
            </a: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down ?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When I wake with the blest in the mansions of rest,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Will there be any stars in my crown ? </a:t>
            </a:r>
            <a:endParaRPr kumimoji="0" lang="en-US" sz="2800" b="0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7553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(43)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0483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(43)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Breathe on me, Breath of God,</a:t>
            </a:r>
          </a:p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Fill me with life anew,</a:t>
            </a:r>
          </a:p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I may love what Thou dost love,</a:t>
            </a:r>
          </a:p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do what Thou wouldst do</a:t>
            </a:r>
          </a:p>
          <a:p>
            <a:pPr lvl="4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Breathe on me, Breath of God,</a:t>
            </a:r>
          </a:p>
          <a:p>
            <a:pPr lvl="4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Until my heart is pure,</a:t>
            </a:r>
          </a:p>
          <a:p>
            <a:pPr lvl="4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Until with Thee I will one will,</a:t>
            </a:r>
          </a:p>
          <a:p>
            <a:pPr lvl="4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do and to endure. </a:t>
            </a:r>
          </a:p>
        </p:txBody>
      </p:sp>
    </p:spTree>
    <p:extLst>
      <p:ext uri="{BB962C8B-B14F-4D97-AF65-F5344CB8AC3E}">
        <p14:creationId xmlns:p14="http://schemas.microsoft.com/office/powerpoint/2010/main" val="20762991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8A3FA-CB63-73E6-9109-051399EC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B81B2-1FA0-41B2-B1ED-EDF275A40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(43)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3557BB-5DC3-8423-C488-98EAD0400BA1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047520-8E09-6CC1-88AB-BAB500346A2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2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D3433B-75FE-711A-EE5E-4477B2EE967B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Breathe on me, Breath of God,</a:t>
            </a:r>
          </a:p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Fill me with life anew,</a:t>
            </a:r>
          </a:p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That I may love what Thou dost love,</a:t>
            </a:r>
          </a:p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And do what Thou wouldst do</a:t>
            </a:r>
          </a:p>
          <a:p>
            <a:pPr lvl="4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Breathe on me, Breath of God,</a:t>
            </a:r>
          </a:p>
          <a:p>
            <a:pPr lvl="4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Until my heart is pure,</a:t>
            </a:r>
          </a:p>
          <a:p>
            <a:pPr lvl="4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Until my will is one with Thine,</a:t>
            </a:r>
          </a:p>
          <a:p>
            <a:pPr lvl="4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To do and to endure. </a:t>
            </a:r>
          </a:p>
        </p:txBody>
      </p:sp>
    </p:spTree>
    <p:extLst>
      <p:ext uri="{BB962C8B-B14F-4D97-AF65-F5344CB8AC3E}">
        <p14:creationId xmlns:p14="http://schemas.microsoft.com/office/powerpoint/2010/main" val="16439080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60790-6F1A-AAD4-B523-646536D1C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66793-E115-D26B-8BF2-AE3602F92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Holy Communion – Song no. (43)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2BE73-8F1C-002F-85BA-9658E7BDF53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6CEFFE-7FCD-1389-8533-D5C27F665C6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 : 3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93A6A-8059-CFE8-A480-9FF9B24FB10E}"/>
              </a:ext>
            </a:extLst>
          </p:cNvPr>
          <p:cNvSpPr/>
          <p:nvPr/>
        </p:nvSpPr>
        <p:spPr>
          <a:xfrm>
            <a:off x="127590" y="887505"/>
            <a:ext cx="8888819" cy="3898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Breathe on me, Breath of God,</a:t>
            </a:r>
          </a:p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Till I am wholly Thine,</a:t>
            </a:r>
          </a:p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Until this earthly part of me</a:t>
            </a:r>
          </a:p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Glows with Thy fire divine.</a:t>
            </a:r>
          </a:p>
          <a:p>
            <a:pPr lvl="1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			Breathe on me, Breath of God,</a:t>
            </a:r>
          </a:p>
          <a:p>
            <a:pPr lvl="4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So shall I never die,</a:t>
            </a:r>
          </a:p>
          <a:p>
            <a:pPr lvl="4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But live with Thee the perfect life</a:t>
            </a:r>
          </a:p>
          <a:p>
            <a:pPr lvl="4">
              <a:spcAft>
                <a:spcPts val="400"/>
              </a:spcAft>
            </a:pPr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Of Thine eternity.</a:t>
            </a:r>
          </a:p>
        </p:txBody>
      </p:sp>
    </p:spTree>
    <p:extLst>
      <p:ext uri="{BB962C8B-B14F-4D97-AF65-F5344CB8AC3E}">
        <p14:creationId xmlns:p14="http://schemas.microsoft.com/office/powerpoint/2010/main" val="5650982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4BF63-9600-AB32-BCBE-CD0D63783073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kern="1400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  <a:cs typeface="IrisUPC" panose="020B0604020202020204" pitchFamily="34" charset="-34"/>
              </a:rPr>
              <a:t>Theme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US" sz="60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1656289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051895" y="1699813"/>
            <a:ext cx="7040197" cy="87193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</a:rPr>
              <a:t>Closing Hymn</a:t>
            </a:r>
          </a:p>
          <a:p>
            <a:r>
              <a:rPr lang="en-US" dirty="0">
                <a:solidFill>
                  <a:schemeClr val="bg1"/>
                </a:solidFill>
              </a:rPr>
              <a:t>Bind us together</a:t>
            </a: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Bind us together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50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: 1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802035"/>
            <a:ext cx="7698657" cy="349326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br>
              <a:rPr lang="en-SG" sz="2800" dirty="0"/>
            </a:br>
            <a:r>
              <a:rPr lang="en-SG" sz="2800" dirty="0"/>
              <a:t>Bind us together, Lord; bind us together </a:t>
            </a:r>
            <a:endParaRPr lang="en-SG" sz="2800" dirty="0">
              <a:cs typeface="Segoe UI"/>
            </a:endParaRPr>
          </a:p>
          <a:p>
            <a:pPr algn="ctr">
              <a:spcAft>
                <a:spcPts val="600"/>
              </a:spcAft>
            </a:pPr>
            <a:r>
              <a:rPr lang="en-SG" sz="2800" dirty="0"/>
              <a:t>with cords that cannot be broken</a:t>
            </a:r>
            <a:endParaRPr lang="en-SG" sz="2800" dirty="0">
              <a:cs typeface="Segoe UI"/>
            </a:endParaRPr>
          </a:p>
          <a:p>
            <a:pPr algn="ctr">
              <a:spcAft>
                <a:spcPts val="600"/>
              </a:spcAft>
            </a:pPr>
            <a:r>
              <a:rPr lang="en-SG" sz="2800" dirty="0"/>
              <a:t>Bind us together, Lord;</a:t>
            </a:r>
            <a:endParaRPr lang="en-SG" sz="2800" dirty="0">
              <a:cs typeface="Segoe UI"/>
            </a:endParaRPr>
          </a:p>
          <a:p>
            <a:pPr algn="ctr">
              <a:spcAft>
                <a:spcPts val="600"/>
              </a:spcAft>
            </a:pPr>
            <a:r>
              <a:rPr lang="en-SG" sz="2800" dirty="0"/>
              <a:t>Bind us together, Lord, </a:t>
            </a:r>
            <a:endParaRPr lang="en-SG" sz="2800" dirty="0">
              <a:cs typeface="Segoe UI"/>
            </a:endParaRPr>
          </a:p>
          <a:p>
            <a:pPr algn="ctr">
              <a:spcAft>
                <a:spcPts val="600"/>
              </a:spcAft>
            </a:pPr>
            <a:r>
              <a:rPr lang="en-SG" sz="2800" dirty="0"/>
              <a:t>Bind us together with love.</a:t>
            </a:r>
            <a:endParaRPr lang="en-SG" sz="2800" dirty="0">
              <a:cs typeface="Segoe UI"/>
            </a:endParaRPr>
          </a:p>
          <a:p>
            <a:pPr algn="ctr"/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34414060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marR="0" indent="-3600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Closing Hymn – Bind us together</a:t>
            </a:r>
            <a:endParaRPr lang="en-US" dirty="0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 dirty="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9B1927-DD5B-EE66-1640-FBE3EE92B17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: 2 of 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0575D6-2132-A304-BD4D-E123FFDE7A28}"/>
              </a:ext>
            </a:extLst>
          </p:cNvPr>
          <p:cNvSpPr/>
          <p:nvPr/>
        </p:nvSpPr>
        <p:spPr>
          <a:xfrm>
            <a:off x="722671" y="954435"/>
            <a:ext cx="7698657" cy="361637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SG" sz="2800" dirty="0"/>
              <a:t>There is only one God</a:t>
            </a:r>
            <a:br>
              <a:rPr lang="en-SG" sz="2800" dirty="0">
                <a:cs typeface="Segoe UI"/>
              </a:rPr>
            </a:br>
            <a:r>
              <a:rPr lang="en-SG" sz="2800" dirty="0"/>
              <a:t>There is only one King</a:t>
            </a:r>
            <a:br>
              <a:rPr lang="en-SG" sz="2800" dirty="0"/>
            </a:br>
            <a:r>
              <a:rPr lang="en-SG" sz="2800" dirty="0">
                <a:cs typeface="Segoe UI"/>
              </a:rPr>
              <a:t>There is only one body,</a:t>
            </a:r>
            <a:br>
              <a:rPr lang="en-SG" sz="2800" dirty="0">
                <a:cs typeface="Segoe UI"/>
              </a:rPr>
            </a:br>
            <a:r>
              <a:rPr lang="en-SG" sz="2800" dirty="0">
                <a:cs typeface="Segoe UI"/>
              </a:rPr>
              <a:t>That is why we can sing:</a:t>
            </a:r>
            <a:endParaRPr lang="en-US" dirty="0">
              <a:cs typeface="Segoe UI"/>
            </a:endParaRPr>
          </a:p>
          <a:p>
            <a:pPr algn="ctr">
              <a:spcAft>
                <a:spcPts val="600"/>
              </a:spcAft>
            </a:pPr>
            <a:r>
              <a:rPr lang="en-SG" sz="2800" i="1" dirty="0">
                <a:solidFill>
                  <a:srgbClr val="C00000"/>
                </a:solidFill>
                <a:cs typeface="Segoe UI"/>
              </a:rPr>
              <a:t>  Bind us together Lord, bind us together </a:t>
            </a:r>
            <a:br>
              <a:rPr lang="en-SG" sz="2800" i="1" dirty="0">
                <a:cs typeface="Segoe UI"/>
              </a:rPr>
            </a:br>
            <a:r>
              <a:rPr lang="en-SG" sz="2800" i="1" dirty="0">
                <a:solidFill>
                  <a:srgbClr val="C00000"/>
                </a:solidFill>
                <a:cs typeface="Segoe UI"/>
              </a:rPr>
              <a:t>  with cords that cannot be broken</a:t>
            </a:r>
            <a:br>
              <a:rPr lang="en-SG" sz="2800" i="1" dirty="0">
                <a:cs typeface="Segoe UI"/>
              </a:rPr>
            </a:br>
            <a:r>
              <a:rPr lang="en-SG" sz="2800" i="1" dirty="0">
                <a:solidFill>
                  <a:srgbClr val="C00000"/>
                </a:solidFill>
                <a:cs typeface="Segoe UI"/>
              </a:rPr>
              <a:t>  Bind us together Lord, bind us together Lord</a:t>
            </a:r>
            <a:br>
              <a:rPr lang="en-SG" sz="2800" i="1" dirty="0">
                <a:cs typeface="Segoe UI"/>
              </a:rPr>
            </a:br>
            <a:r>
              <a:rPr lang="en-SG" sz="2800" i="1" dirty="0">
                <a:solidFill>
                  <a:srgbClr val="C00000"/>
                </a:solidFill>
                <a:cs typeface="Segoe UI"/>
              </a:rPr>
              <a:t>  Bind us together with love. </a:t>
            </a:r>
          </a:p>
        </p:txBody>
      </p:sp>
    </p:spTree>
    <p:extLst>
      <p:ext uri="{BB962C8B-B14F-4D97-AF65-F5344CB8AC3E}">
        <p14:creationId xmlns:p14="http://schemas.microsoft.com/office/powerpoint/2010/main" val="314664499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654307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 panose="0204060206030A020304" pitchFamily="18" charset="77"/>
              </a:rPr>
              <a:t>Theme</a:t>
            </a:r>
            <a:endParaRPr lang="en-GB" sz="5400" b="1" kern="1400" dirty="0">
              <a:solidFill>
                <a:schemeClr val="bg1"/>
              </a:solidFill>
              <a:effectLst>
                <a:outerShdw blurRad="38100" dist="63500" dir="2700000" algn="tl">
                  <a:schemeClr val="tx1">
                    <a:alpha val="43000"/>
                  </a:schemeClr>
                </a:outerShdw>
              </a:effectLst>
              <a:latin typeface="Footlight MT Light" panose="0204060206030A020304" pitchFamily="18" charset="77"/>
              <a:cs typeface="IrisUPC" panose="020B06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18043</TotalTime>
  <Words>2185</Words>
  <Application>Microsoft Office PowerPoint</Application>
  <PresentationFormat>On-screen Show (16:9)</PresentationFormat>
  <Paragraphs>348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52</vt:i4>
      </vt:variant>
    </vt:vector>
  </HeadingPairs>
  <TitlesOfParts>
    <vt:vector size="65" baseType="lpstr">
      <vt:lpstr>Arial</vt:lpstr>
      <vt:lpstr>Bahnschrift</vt:lpstr>
      <vt:lpstr>Calibri</vt:lpstr>
      <vt:lpstr>Calibri Light</vt:lpstr>
      <vt:lpstr>Footlight MT Light</vt:lpstr>
      <vt:lpstr>Gill Sans MT</vt:lpstr>
      <vt:lpstr>Segoe UI</vt:lpstr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Song no: 6</vt:lpstr>
      <vt:lpstr>Song no: 6</vt:lpstr>
      <vt:lpstr>Song no: 6</vt:lpstr>
      <vt:lpstr>Song no: 6</vt:lpstr>
      <vt:lpstr>PowerPoint Presentation</vt:lpstr>
      <vt:lpstr>PowerPoint Presentation</vt:lpstr>
      <vt:lpstr>Thanksgiving</vt:lpstr>
      <vt:lpstr>PowerPoint Presentation</vt:lpstr>
      <vt:lpstr>Offertory – Song no. (703)</vt:lpstr>
      <vt:lpstr>Offertory – Song no. (703)</vt:lpstr>
      <vt:lpstr>Offertory – Song no. (703)</vt:lpstr>
      <vt:lpstr>PowerPoint Presentation</vt:lpstr>
      <vt:lpstr>PowerPoint Presentation</vt:lpstr>
      <vt:lpstr>PowerPoint Presentation</vt:lpstr>
      <vt:lpstr>Confession – Song no. (43), v1</vt:lpstr>
      <vt:lpstr>PowerPoint Presentation</vt:lpstr>
      <vt:lpstr>Holy Communion – Song no: (17)</vt:lpstr>
      <vt:lpstr>Holy Communion – Song no: (17)</vt:lpstr>
      <vt:lpstr>Holy Communion – Song no: (17)</vt:lpstr>
      <vt:lpstr>Holy Communion – Song no: (17)</vt:lpstr>
      <vt:lpstr>Holy Communion – Song no: (17)</vt:lpstr>
      <vt:lpstr>Holy Communion – We are one in the Spirit </vt:lpstr>
      <vt:lpstr>Holy Communion – We are one in the Spirit</vt:lpstr>
      <vt:lpstr>Holy Communion – We are one in the Spirit</vt:lpstr>
      <vt:lpstr>Holy Communion – We are one in the Spirit</vt:lpstr>
      <vt:lpstr>Holy Communion – Song no. 805</vt:lpstr>
      <vt:lpstr>Holy Communion – Song no. 805</vt:lpstr>
      <vt:lpstr>Holy Communion – Song no. 805</vt:lpstr>
      <vt:lpstr>Holy Communion – Song no. 805</vt:lpstr>
      <vt:lpstr>Holy Communion – Leaning on the everlasting arms</vt:lpstr>
      <vt:lpstr>Holy Communion – Leaning on the everlasting arms</vt:lpstr>
      <vt:lpstr>Holy Communion – Leaning on the everlasting arms</vt:lpstr>
      <vt:lpstr>Holy Communion – Leaning on the everlasting arms</vt:lpstr>
      <vt:lpstr>Holy Communion – Will there be any stars?</vt:lpstr>
      <vt:lpstr>Holy Communion – Will there be any stars?</vt:lpstr>
      <vt:lpstr>Holy Communion – Will there be any stars?</vt:lpstr>
      <vt:lpstr>Holy Communion – Will there be any stars?</vt:lpstr>
      <vt:lpstr>Holy Communion – Will there be any stars?</vt:lpstr>
      <vt:lpstr>Holy Communion – Will there be any stars?</vt:lpstr>
      <vt:lpstr>Holy Communion – Will there be any stars?</vt:lpstr>
      <vt:lpstr>Holy Communion – Song no. (43)</vt:lpstr>
      <vt:lpstr>Holy Communion – Song no. (43)</vt:lpstr>
      <vt:lpstr>Holy Communion – Song no. (43)</vt:lpstr>
      <vt:lpstr>Holy Communion – Song no. (43)</vt:lpstr>
      <vt:lpstr>PowerPoint Presentation</vt:lpstr>
      <vt:lpstr>PowerPoint Presentation</vt:lpstr>
      <vt:lpstr>PowerPoint Presentation</vt:lpstr>
      <vt:lpstr>Closing Hymn – Bind us together</vt:lpstr>
      <vt:lpstr>Closing Hymn – Bind us together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Prince Chandapillai</cp:lastModifiedBy>
  <cp:revision>1665</cp:revision>
  <dcterms:created xsi:type="dcterms:W3CDTF">2020-09-02T02:55:07Z</dcterms:created>
  <dcterms:modified xsi:type="dcterms:W3CDTF">2025-01-22T15:13:24Z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