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288" r:id="rId18"/>
    <p:sldId id="289" r:id="rId19"/>
    <p:sldId id="290" r:id="rId20"/>
    <p:sldId id="291" r:id="rId21"/>
    <p:sldId id="329" r:id="rId22"/>
    <p:sldId id="330" r:id="rId23"/>
    <p:sldId id="331" r:id="rId24"/>
    <p:sldId id="326" r:id="rId25"/>
    <p:sldId id="327" r:id="rId26"/>
    <p:sldId id="32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948BE-5A42-4A99-9FF9-DDADAB15754A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BF6F9-B36A-4DB1-AA82-F3048FD732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5577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28A69-2202-E928-BFC4-8A8C88C4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6CA425-EDCC-228C-B8E3-AB5EB42CF0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8260C-25DE-398E-D711-E83D263E654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71502AF-0557-9C29-1E1F-E2F740962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BB75494-B4E3-625A-24B7-B52DAECF2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Song order</a:t>
            </a:r>
          </a:p>
          <a:p>
            <a:r>
              <a:rPr lang="en-US"/>
              <a:t>1. Nee ennum parishudhan</a:t>
            </a:r>
          </a:p>
          <a:p>
            <a:r>
              <a:rPr lang="en-US"/>
              <a:t>2. Innu pakal/Vandanam/Aaradhyane/Yeshu en swantham</a:t>
            </a:r>
          </a:p>
          <a:p>
            <a:r>
              <a:rPr lang="en-US"/>
              <a:t>3. Open the eyes of my heart</a:t>
            </a:r>
          </a:p>
          <a:p>
            <a:r>
              <a:rPr lang="en-US"/>
              <a:t>4. Because He Lives</a:t>
            </a:r>
          </a:p>
          <a:p>
            <a:r>
              <a:rPr lang="en-US"/>
              <a:t>5. Thenilum madhuram</a:t>
            </a:r>
          </a:p>
          <a:p>
            <a:r>
              <a:rPr lang="en-US"/>
              <a:t>6. Pranapriya</a:t>
            </a:r>
          </a:p>
          <a:p>
            <a:r>
              <a:rPr lang="en-US"/>
              <a:t>7. That's my King</a:t>
            </a:r>
          </a:p>
          <a:p>
            <a:r>
              <a:rPr lang="en-US"/>
              <a:t>8. Neele Aasman</a:t>
            </a:r>
          </a:p>
          <a:p>
            <a:r>
              <a:rPr lang="en-US"/>
              <a:t>9. Goodness of God</a:t>
            </a:r>
          </a:p>
          <a:p>
            <a:r>
              <a:rPr lang="en-US"/>
              <a:t>10. Enne Karuthum</a:t>
            </a:r>
          </a:p>
          <a:p>
            <a:r>
              <a:rPr lang="en-US"/>
              <a:t>11. Vayalu D</a:t>
            </a:r>
          </a:p>
          <a:p>
            <a:r>
              <a:rPr lang="en-US"/>
              <a:t>12. Praise</a:t>
            </a:r>
          </a:p>
          <a:p>
            <a:r>
              <a:rPr lang="en-US"/>
              <a:t>13. Yaahe - Parishudhan mahonnatha Devan</a:t>
            </a:r>
          </a:p>
          <a:p>
            <a:endParaRPr lang="en-US"/>
          </a:p>
          <a:p>
            <a:r>
              <a:rPr lang="en-US"/>
              <a:t>14. Medley 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Church </a:t>
            </a:r>
          </a:p>
          <a:p>
            <a:r>
              <a:rPr lang="en-US"/>
              <a:t>1. Srishtavaam - Holy Forever</a:t>
            </a:r>
          </a:p>
          <a:p>
            <a:r>
              <a:rPr lang="en-US"/>
              <a:t>2. Sarvananmakalkkum - Yahovayireh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4CF6B-62F1-4F04-CFD9-981DCB4589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62013-2EFB-F2A2-5A77-CBFB93B26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13558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D5CBF-8CE7-DBA1-0F56-88825A94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5BCED6-B739-3B92-3C2F-FEF8F346C0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B8D80-75D8-2ADC-5467-913E927F6EA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42D148-D80F-7E97-F059-FC1601DC2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6E91C06-0BCF-03E7-45EC-E4BB2FC70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Song order</a:t>
            </a:r>
          </a:p>
          <a:p>
            <a:r>
              <a:rPr lang="en-US"/>
              <a:t>1. Nee ennum parishudhan</a:t>
            </a:r>
          </a:p>
          <a:p>
            <a:r>
              <a:rPr lang="en-US"/>
              <a:t>2. Innu pakal/Vandanam/Aaradhyane/Yeshu en swantham</a:t>
            </a:r>
          </a:p>
          <a:p>
            <a:r>
              <a:rPr lang="en-US"/>
              <a:t>3. Open the eyes of my heart</a:t>
            </a:r>
          </a:p>
          <a:p>
            <a:r>
              <a:rPr lang="en-US"/>
              <a:t>4. Because He Lives</a:t>
            </a:r>
          </a:p>
          <a:p>
            <a:r>
              <a:rPr lang="en-US"/>
              <a:t>5. Thenilum madhuram</a:t>
            </a:r>
          </a:p>
          <a:p>
            <a:r>
              <a:rPr lang="en-US"/>
              <a:t>6. Pranapriya</a:t>
            </a:r>
          </a:p>
          <a:p>
            <a:r>
              <a:rPr lang="en-US"/>
              <a:t>7. That's my King</a:t>
            </a:r>
          </a:p>
          <a:p>
            <a:r>
              <a:rPr lang="en-US"/>
              <a:t>8. Neele Aasman</a:t>
            </a:r>
          </a:p>
          <a:p>
            <a:r>
              <a:rPr lang="en-US"/>
              <a:t>9. Goodness of God</a:t>
            </a:r>
          </a:p>
          <a:p>
            <a:r>
              <a:rPr lang="en-US"/>
              <a:t>10. Enne Karuthum</a:t>
            </a:r>
          </a:p>
          <a:p>
            <a:r>
              <a:rPr lang="en-US"/>
              <a:t>11. Vayalu D</a:t>
            </a:r>
          </a:p>
          <a:p>
            <a:r>
              <a:rPr lang="en-US"/>
              <a:t>12. Praise</a:t>
            </a:r>
          </a:p>
          <a:p>
            <a:r>
              <a:rPr lang="en-US"/>
              <a:t>13. Yaahe - Parishudhan mahonnatha Devan</a:t>
            </a:r>
          </a:p>
          <a:p>
            <a:endParaRPr lang="en-US"/>
          </a:p>
          <a:p>
            <a:r>
              <a:rPr lang="en-US"/>
              <a:t>14. Medley 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Church </a:t>
            </a:r>
          </a:p>
          <a:p>
            <a:r>
              <a:rPr lang="en-US"/>
              <a:t>1. Srishtavaam - Holy Forever</a:t>
            </a:r>
          </a:p>
          <a:p>
            <a:r>
              <a:rPr lang="en-US"/>
              <a:t>2. Sarvananmakalkkum - Yahovayireh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1E216-C800-4D30-38A0-7A89351828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EB115-8CBB-B0BB-D8D4-3EFB3AA35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29857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Song order</a:t>
            </a:r>
          </a:p>
          <a:p>
            <a:r>
              <a:rPr lang="en-US"/>
              <a:t>1. Nee ennum parishudhan</a:t>
            </a:r>
          </a:p>
          <a:p>
            <a:r>
              <a:rPr lang="en-US"/>
              <a:t>2. Innu pakal/Vandanam/Aaradhyane/Yeshu en swantham</a:t>
            </a:r>
          </a:p>
          <a:p>
            <a:r>
              <a:rPr lang="en-US"/>
              <a:t>3. Open the eyes of my heart</a:t>
            </a:r>
          </a:p>
          <a:p>
            <a:r>
              <a:rPr lang="en-US"/>
              <a:t>4. Because He Lives</a:t>
            </a:r>
          </a:p>
          <a:p>
            <a:r>
              <a:rPr lang="en-US"/>
              <a:t>5. Thenilum madhuram</a:t>
            </a:r>
          </a:p>
          <a:p>
            <a:r>
              <a:rPr lang="en-US"/>
              <a:t>6. Pranapriya</a:t>
            </a:r>
          </a:p>
          <a:p>
            <a:r>
              <a:rPr lang="en-US"/>
              <a:t>7. That's my King</a:t>
            </a:r>
          </a:p>
          <a:p>
            <a:r>
              <a:rPr lang="en-US"/>
              <a:t>8. Neele Aasman</a:t>
            </a:r>
          </a:p>
          <a:p>
            <a:r>
              <a:rPr lang="en-US"/>
              <a:t>9. Goodness of God</a:t>
            </a:r>
          </a:p>
          <a:p>
            <a:r>
              <a:rPr lang="en-US"/>
              <a:t>10. Enne Karuthum</a:t>
            </a:r>
          </a:p>
          <a:p>
            <a:r>
              <a:rPr lang="en-US"/>
              <a:t>11. Vayalu D</a:t>
            </a:r>
          </a:p>
          <a:p>
            <a:r>
              <a:rPr lang="en-US"/>
              <a:t>12. Praise</a:t>
            </a:r>
          </a:p>
          <a:p>
            <a:r>
              <a:rPr lang="en-US"/>
              <a:t>13. Yaahe - Parishudhan mahonnatha Devan</a:t>
            </a:r>
          </a:p>
          <a:p>
            <a:endParaRPr lang="en-US"/>
          </a:p>
          <a:p>
            <a:r>
              <a:rPr lang="en-US"/>
              <a:t>14. Medley 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Church </a:t>
            </a:r>
          </a:p>
          <a:p>
            <a:r>
              <a:rPr lang="en-US"/>
              <a:t>1. Srishtavaam - Holy Forever</a:t>
            </a:r>
          </a:p>
          <a:p>
            <a:r>
              <a:rPr lang="en-US"/>
              <a:t>2. Sarvananmakalkkum - Yahovayireh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Song order</a:t>
            </a:r>
          </a:p>
          <a:p>
            <a:r>
              <a:rPr lang="en-US"/>
              <a:t>1. Nee ennum parishudhan</a:t>
            </a:r>
          </a:p>
          <a:p>
            <a:r>
              <a:rPr lang="en-US"/>
              <a:t>2. Innu pakal/Vandanam/Aaradhyane/Yeshu en swantham</a:t>
            </a:r>
          </a:p>
          <a:p>
            <a:r>
              <a:rPr lang="en-US"/>
              <a:t>3. Open the eyes of my heart</a:t>
            </a:r>
          </a:p>
          <a:p>
            <a:r>
              <a:rPr lang="en-US"/>
              <a:t>4. Because He Lives</a:t>
            </a:r>
          </a:p>
          <a:p>
            <a:r>
              <a:rPr lang="en-US"/>
              <a:t>5. Thenilum madhuram</a:t>
            </a:r>
          </a:p>
          <a:p>
            <a:r>
              <a:rPr lang="en-US"/>
              <a:t>6. Pranapriya</a:t>
            </a:r>
          </a:p>
          <a:p>
            <a:r>
              <a:rPr lang="en-US"/>
              <a:t>7. That's my King</a:t>
            </a:r>
          </a:p>
          <a:p>
            <a:r>
              <a:rPr lang="en-US"/>
              <a:t>8. Neele Aasman</a:t>
            </a:r>
          </a:p>
          <a:p>
            <a:r>
              <a:rPr lang="en-US"/>
              <a:t>9. Goodness of God</a:t>
            </a:r>
          </a:p>
          <a:p>
            <a:r>
              <a:rPr lang="en-US"/>
              <a:t>10. Enne Karuthum</a:t>
            </a:r>
          </a:p>
          <a:p>
            <a:r>
              <a:rPr lang="en-US"/>
              <a:t>11. Vayalu D</a:t>
            </a:r>
          </a:p>
          <a:p>
            <a:r>
              <a:rPr lang="en-US"/>
              <a:t>12. Praise</a:t>
            </a:r>
          </a:p>
          <a:p>
            <a:r>
              <a:rPr lang="en-US"/>
              <a:t>13. Yaahe - Parishudhan mahonnatha Devan</a:t>
            </a:r>
          </a:p>
          <a:p>
            <a:endParaRPr lang="en-US"/>
          </a:p>
          <a:p>
            <a:r>
              <a:rPr lang="en-US"/>
              <a:t>14. Medley 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Church </a:t>
            </a:r>
          </a:p>
          <a:p>
            <a:r>
              <a:rPr lang="en-US"/>
              <a:t>1. Srishtavaam - Holy Forever</a:t>
            </a:r>
          </a:p>
          <a:p>
            <a:r>
              <a:rPr lang="en-US"/>
              <a:t>2. Sarvananmakalkkum - Yahovayireh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AB1C-B41E-1E48-E609-F0365823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774FBA-1F65-FA40-ACCA-137154385C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F45D4-35E9-DEBE-924B-AA52E09EC0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44F28A5-6B8C-9BEB-67B8-DF91C8F5A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3C7403-098D-9783-E61D-2A9B7245E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Song order</a:t>
            </a:r>
          </a:p>
          <a:p>
            <a:r>
              <a:rPr lang="en-US"/>
              <a:t>1. Nee ennum parishudhan</a:t>
            </a:r>
          </a:p>
          <a:p>
            <a:r>
              <a:rPr lang="en-US"/>
              <a:t>2. Innu pakal/Vandanam/Aaradhyane/Yeshu en swantham</a:t>
            </a:r>
          </a:p>
          <a:p>
            <a:r>
              <a:rPr lang="en-US"/>
              <a:t>3. Open the eyes of my heart</a:t>
            </a:r>
          </a:p>
          <a:p>
            <a:r>
              <a:rPr lang="en-US"/>
              <a:t>4. Because He Lives</a:t>
            </a:r>
          </a:p>
          <a:p>
            <a:r>
              <a:rPr lang="en-US"/>
              <a:t>5. Thenilum madhuram</a:t>
            </a:r>
          </a:p>
          <a:p>
            <a:r>
              <a:rPr lang="en-US"/>
              <a:t>6. Pranapriya</a:t>
            </a:r>
          </a:p>
          <a:p>
            <a:r>
              <a:rPr lang="en-US"/>
              <a:t>7. That's my King</a:t>
            </a:r>
          </a:p>
          <a:p>
            <a:r>
              <a:rPr lang="en-US"/>
              <a:t>8. Neele Aasman</a:t>
            </a:r>
          </a:p>
          <a:p>
            <a:r>
              <a:rPr lang="en-US"/>
              <a:t>9. Goodness of God</a:t>
            </a:r>
          </a:p>
          <a:p>
            <a:r>
              <a:rPr lang="en-US"/>
              <a:t>10. Enne Karuthum</a:t>
            </a:r>
          </a:p>
          <a:p>
            <a:r>
              <a:rPr lang="en-US"/>
              <a:t>11. Vayalu D</a:t>
            </a:r>
          </a:p>
          <a:p>
            <a:r>
              <a:rPr lang="en-US"/>
              <a:t>12. Praise</a:t>
            </a:r>
          </a:p>
          <a:p>
            <a:r>
              <a:rPr lang="en-US"/>
              <a:t>13. Yaahe - Parishudhan mahonnatha Devan</a:t>
            </a:r>
          </a:p>
          <a:p>
            <a:endParaRPr lang="en-US"/>
          </a:p>
          <a:p>
            <a:r>
              <a:rPr lang="en-US"/>
              <a:t>14. Medley 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Church </a:t>
            </a:r>
          </a:p>
          <a:p>
            <a:r>
              <a:rPr lang="en-US"/>
              <a:t>1. Srishtavaam - Holy Forever</a:t>
            </a:r>
          </a:p>
          <a:p>
            <a:r>
              <a:rPr lang="en-US"/>
              <a:t>2. Sarvananmakalkkum - Yahovayireh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09E48-095C-0839-98BD-B1E701C873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9FE0E-BD65-0EC2-5310-F6AD01D21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52087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E44-546D-EEE6-1CA3-F9B11182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FAA8F3-6473-779E-6CE8-5DD7255D81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6F625-9CA7-4FFB-B0A1-FFAE61238A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B118DA0-A4E7-734F-8C8E-459200F5B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73DFC2A-78AA-62F9-AF7F-30402E740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Song order</a:t>
            </a:r>
          </a:p>
          <a:p>
            <a:r>
              <a:rPr lang="en-US"/>
              <a:t>1. Nee ennum parishudhan</a:t>
            </a:r>
          </a:p>
          <a:p>
            <a:r>
              <a:rPr lang="en-US"/>
              <a:t>2. Innu pakal/Vandanam/Aaradhyane/Yeshu en swantham</a:t>
            </a:r>
          </a:p>
          <a:p>
            <a:r>
              <a:rPr lang="en-US"/>
              <a:t>3. Open the eyes of my heart</a:t>
            </a:r>
          </a:p>
          <a:p>
            <a:r>
              <a:rPr lang="en-US"/>
              <a:t>4. Because He Lives</a:t>
            </a:r>
          </a:p>
          <a:p>
            <a:r>
              <a:rPr lang="en-US"/>
              <a:t>5. Thenilum madhuram</a:t>
            </a:r>
          </a:p>
          <a:p>
            <a:r>
              <a:rPr lang="en-US"/>
              <a:t>6. Pranapriya</a:t>
            </a:r>
          </a:p>
          <a:p>
            <a:r>
              <a:rPr lang="en-US"/>
              <a:t>7. That's my King</a:t>
            </a:r>
          </a:p>
          <a:p>
            <a:r>
              <a:rPr lang="en-US"/>
              <a:t>8. Neele Aasman</a:t>
            </a:r>
          </a:p>
          <a:p>
            <a:r>
              <a:rPr lang="en-US"/>
              <a:t>9. Goodness of God</a:t>
            </a:r>
          </a:p>
          <a:p>
            <a:r>
              <a:rPr lang="en-US"/>
              <a:t>10. Enne Karuthum</a:t>
            </a:r>
          </a:p>
          <a:p>
            <a:r>
              <a:rPr lang="en-US"/>
              <a:t>11. Vayalu D</a:t>
            </a:r>
          </a:p>
          <a:p>
            <a:r>
              <a:rPr lang="en-US"/>
              <a:t>12. Praise</a:t>
            </a:r>
          </a:p>
          <a:p>
            <a:r>
              <a:rPr lang="en-US"/>
              <a:t>13. Yaahe - Parishudhan mahonnatha Devan</a:t>
            </a:r>
          </a:p>
          <a:p>
            <a:endParaRPr lang="en-US"/>
          </a:p>
          <a:p>
            <a:r>
              <a:rPr lang="en-US"/>
              <a:t>14. Medley 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Church </a:t>
            </a:r>
          </a:p>
          <a:p>
            <a:r>
              <a:rPr lang="en-US"/>
              <a:t>1. Srishtavaam - Holy Forever</a:t>
            </a:r>
          </a:p>
          <a:p>
            <a:r>
              <a:rPr lang="en-US"/>
              <a:t>2. Sarvananmakalkkum - Yahovayireh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4C13F-2E4E-4B96-A513-3FACB5D262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4D7CE-3483-9D12-0401-743E40CE5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1432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3C58-09FF-1924-7A2F-06239FEE4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4F66-DE1A-CF94-2FB2-19738E831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EBD62-4650-7D25-2C89-9E71A99D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7FF53-3683-34DE-0D83-DD6104F9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74AFC-C312-9441-CCF7-2EA51A44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164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CC43-A387-8E29-1352-2E54C0847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09BE3-F376-EAA8-5536-D012CC77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9D11-3F6B-9391-7C15-12FDBC6A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0495-D3DA-940D-AD37-30D9B33D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A1AC0-9C06-FC95-8957-9D58D542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540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7BEB-2E06-3AB1-2BAB-BBC72E46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95A1E-9BFB-6ED0-6CCA-E987B124B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29FA0-8C79-0B6F-9C56-4D006D42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F5095-B497-A321-A2EB-6630994ED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7EC8C-A638-5A8D-20DD-BA192363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328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A053-7116-8EC3-748A-E17940C1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2D151-39C5-6666-22B8-C96EBC586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C26FE-3A88-66CB-4FC4-DE6AD65CE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45157-5219-FEE5-4717-B91484B3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BAB2E-42C8-D785-B78A-2AEC60AF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B7BB5-5981-7DA2-596D-7E78A80C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925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7BF6-B9C9-E812-9263-3A8734DB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4E096-E8DD-3844-2A49-56CEDE24E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3737E-0552-CAFA-BAB3-516390833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056D3-7E5F-251B-BFE6-6207DE3EC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D1778-51D2-35C3-FB0D-39C0CA967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BB1A8-E4B1-6251-144A-2048E32E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9F71C-4366-006E-B3CE-E207DA9B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78826-B3AE-0433-B55D-E83293C2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97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CA4A-34F9-3EE4-9803-97E91093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08F5F-164E-BE3E-E3A4-922C7CEB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181B0-0E8C-969D-E9E3-25E0605B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AD626-066F-407F-A0D5-41B09166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465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09E45-991C-3A20-BC6E-14CA2090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9F93A-73DA-A6D2-3CCB-19EE8442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F155B-996F-70A6-B2FB-03523546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305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29A75-45AB-4A36-A1CC-9366FBA1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F28D-2AE8-4B94-6137-C3110DB79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8965B-454F-DDBB-B83B-159229DD5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7C787-2BA6-9BA5-74E0-EF1A332C9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C3C0E-F4E7-82D5-11CB-65151699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0965B-133A-D53E-D9AE-52D46C27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986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D18E-5EB2-7DBB-F914-C9D873A4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8FE5A-766D-1120-1ECD-B576A3810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A7206-3F60-2836-3EF0-8FDE11912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84E2A-ED10-8B1B-1272-390FC1A4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F27E3-694C-BB58-087A-976A32199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4611-9D40-6E86-F2B5-E81D9C59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809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89DC-6232-4437-FF9E-A1197366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690BD-61C9-3AEF-C486-BDC1C32E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2238-740B-F1C4-6516-46FBD56D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5A4EE-EF55-825E-1CEF-87647C01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547B7-0C2A-C186-2131-10A44BBC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27179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3A7C2-B2C7-A2FE-8750-05C28FEEF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23414-E21A-920E-DB88-8C8B20DD9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92C3D-2168-A1CA-1EE9-2660FBA7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281B3-FA87-C882-31B5-978294F2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CA866-4EFF-202D-7582-CD00EA67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210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8757AC-4146-A86B-297F-BC501E3A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476A9-4F21-E25D-7D99-A95027B55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91153-2D0B-3C1D-208A-B5F3EC0BE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9281D-E879-47D4-B8EC-71880355FC44}" type="datetimeFigureOut">
              <a:rPr lang="en-SG" smtClean="0"/>
              <a:t>11/5/2025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F3B11-2FBE-8306-EC4F-DB74CD05A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D7A4-E27A-50BB-F553-63B4E7A86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CAA5B-0F96-4EE1-96C8-C10C7FB452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4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2D1C-DB06-0896-627A-4C9324AA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882222-3C75-F6E6-6FE7-72E02E9E41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30C64E3-A641-C08F-6F24-C489E6EF9A2A}"/>
              </a:ext>
            </a:extLst>
          </p:cNvPr>
          <p:cNvSpPr/>
          <p:nvPr/>
        </p:nvSpPr>
        <p:spPr>
          <a:xfrm>
            <a:off x="7983733" y="12257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69" y="0"/>
                </a:lnTo>
                <a:lnTo>
                  <a:pt x="5831569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98E3162-D3EA-B79B-EE23-70AAC0247453}"/>
              </a:ext>
            </a:extLst>
          </p:cNvPr>
          <p:cNvSpPr txBox="1"/>
          <p:nvPr/>
        </p:nvSpPr>
        <p:spPr>
          <a:xfrm>
            <a:off x="1126841" y="2990752"/>
            <a:ext cx="6388147" cy="73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4492" b="1" dirty="0" err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Srishtavam</a:t>
            </a:r>
            <a:r>
              <a:rPr lang="en-US" sz="4492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</a:t>
            </a:r>
            <a:r>
              <a:rPr lang="en-US" sz="4492" b="1" dirty="0" err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Daivame</a:t>
            </a:r>
            <a:endParaRPr lang="en-US" sz="4492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89266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DDA8-C809-7A6F-5208-7AF21C1B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3A86EE-1CEA-D991-1907-89704B6B68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D7F0F74-1A62-483F-762B-6FE5863FBAA1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616901-7AB9-4877-EFBE-8CD696F65C4C}"/>
              </a:ext>
            </a:extLst>
          </p:cNvPr>
          <p:cNvSpPr txBox="1"/>
          <p:nvPr/>
        </p:nvSpPr>
        <p:spPr>
          <a:xfrm>
            <a:off x="246082" y="1150406"/>
            <a:ext cx="5700543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Srishtavam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Yeshuve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Nithyanam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Yeshuve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Unnathanam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naayakane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vandithanam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naayakane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Soughyathin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daayakane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Karthaadhi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Karthaave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Varunnu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njan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thiru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sannidhiyil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Parishudhane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Rajave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ange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vazhtheedunnitha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Veeranam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ange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namicheedunne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F69CA22-BF8A-684D-9E99-90C6AE61C80B}"/>
              </a:ext>
            </a:extLst>
          </p:cNvPr>
          <p:cNvSpPr txBox="1"/>
          <p:nvPr/>
        </p:nvSpPr>
        <p:spPr>
          <a:xfrm>
            <a:off x="6330359" y="1765958"/>
            <a:ext cx="5242017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My Jesus, God of all creation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My Jesus, eternal God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Our highest authority and revered Master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Our healer and Lord of lords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come unto your holy presence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 holy One, our King, we praise You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Our mighty God, we bow before You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73FBE83-4FBB-598C-FD96-A2F2FBB17558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F639EBF9-4C8C-FF0B-8C8D-AC3EC3FE1F10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Srishtavam</a:t>
            </a: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Daivame</a:t>
            </a:r>
            <a:endParaRPr lang="en-US" sz="3359" b="1" dirty="0">
              <a:solidFill>
                <a:srgbClr val="242125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31058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84AB0-0B4E-5B3F-CCFB-8823B812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7C073B-89DE-9761-EBA6-B5E011EF77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588ACC-610A-0108-1A38-7CDA893670AC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C2F57F3-B6DB-7639-BA02-3903CAE5C416}"/>
              </a:ext>
            </a:extLst>
          </p:cNvPr>
          <p:cNvSpPr txBox="1"/>
          <p:nvPr/>
        </p:nvSpPr>
        <p:spPr>
          <a:xfrm>
            <a:off x="246082" y="1150406"/>
            <a:ext cx="5700543" cy="451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Avanente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shailavum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kottayum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Avanente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rakshayum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aashrayam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paarayaakunnavan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parichayaakunnavan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Avanente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upanidhiye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Parishudhane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Rajave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ange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vazhtheedunnitha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Veeranam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ange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namicheedunne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077EA92-65F6-BE5F-0BE4-825A4940CDD7}"/>
              </a:ext>
            </a:extLst>
          </p:cNvPr>
          <p:cNvSpPr txBox="1"/>
          <p:nvPr/>
        </p:nvSpPr>
        <p:spPr>
          <a:xfrm>
            <a:off x="6330359" y="1765958"/>
            <a:ext cx="5242017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 is my rock and my fortress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 is my </a:t>
            </a:r>
            <a:r>
              <a:rPr lang="en-US" sz="2800" dirty="0" err="1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saviour</a:t>
            </a: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and my refuge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 is my rock and my shield, and my portion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 holy One, our King, we praise You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Our mighty God, we bow before You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9E429AB-3247-986D-3B6F-DB867784AB0F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C77DF36C-0725-923E-7CE3-F1F1D62A4C51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Srishtavam</a:t>
            </a: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Daivame</a:t>
            </a:r>
            <a:endParaRPr lang="en-US" sz="3359" b="1" dirty="0">
              <a:solidFill>
                <a:srgbClr val="242125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69820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79F4-2925-1573-324D-F23F8190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2081E1-5EE7-1A85-BA92-EDA2113856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B489D53-6F7D-8C02-C5D5-8B1FBFA1C9D9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1966FFC-B299-9287-4D35-303BC60DCD95}"/>
              </a:ext>
            </a:extLst>
          </p:cNvPr>
          <p:cNvSpPr txBox="1"/>
          <p:nvPr/>
        </p:nvSpPr>
        <p:spPr>
          <a:xfrm>
            <a:off x="246082" y="1150406"/>
            <a:ext cx="5700543" cy="410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Nin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hitham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polenne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nadathane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Pokenda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vazhiyenne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kaanikkane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Koorirulayaalum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thaazhvarayayaalum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irikkunnone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Parishudhane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Rajave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ange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vazhtheedunnitha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Veeranam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ange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namicheedunne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7EF4A33-B683-24B4-43AA-33DD3F54861A}"/>
              </a:ext>
            </a:extLst>
          </p:cNvPr>
          <p:cNvSpPr txBox="1"/>
          <p:nvPr/>
        </p:nvSpPr>
        <p:spPr>
          <a:xfrm>
            <a:off x="6330359" y="1765958"/>
            <a:ext cx="5242017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Help me walk according to Your will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Show me the path I should take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Whether in the darkness or the deep valley, You are always right beside me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 holy One, our King, we praise You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Our mighty God, we bow before You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AD52C56-D54E-D7EF-1179-FCAFD5E6557A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BC8961E-A4A0-840C-80BA-489A785115FC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Srishtavam</a:t>
            </a: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Daivame</a:t>
            </a:r>
            <a:endParaRPr lang="en-US" sz="3359" b="1" dirty="0">
              <a:solidFill>
                <a:srgbClr val="242125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269344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91F8-7466-D888-BDEA-E0A6832B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03AB85-A7B6-92B7-FDAC-B9B92D20EA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E1D9B9-3D8B-FDB0-B36C-1F6C2FC91601}"/>
              </a:ext>
            </a:extLst>
          </p:cNvPr>
          <p:cNvSpPr/>
          <p:nvPr/>
        </p:nvSpPr>
        <p:spPr>
          <a:xfrm>
            <a:off x="7983733" y="12257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69" y="0"/>
                </a:lnTo>
                <a:lnTo>
                  <a:pt x="5831569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5CC074-F50A-50E7-721B-5D471090B08B}"/>
              </a:ext>
            </a:extLst>
          </p:cNvPr>
          <p:cNvSpPr txBox="1"/>
          <p:nvPr/>
        </p:nvSpPr>
        <p:spPr>
          <a:xfrm>
            <a:off x="1126841" y="2990752"/>
            <a:ext cx="6388147" cy="73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4492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07999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DCF9-EADC-15BA-35CB-2083BF31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11C11F-A9CB-A66C-D37E-9F998E1B6D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B24B768-6D60-AB8D-2211-5E5E4FB38C70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803F2D4-7B9D-8533-29CD-50112DF2B6E7}"/>
              </a:ext>
            </a:extLst>
          </p:cNvPr>
          <p:cNvSpPr txBox="1"/>
          <p:nvPr/>
        </p:nvSpPr>
        <p:spPr>
          <a:xfrm>
            <a:off x="314908" y="869285"/>
            <a:ext cx="5535563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 thousand generations falling down in worship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To sing the song of ages to the Lamb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And all who've gone before us and all who will believe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Will sing the song of ages to the Lamb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is the highest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is the greatest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stands above them all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thrones and dominions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powers and positions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stands above them all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78E0C1-35B4-D11E-7245-DAEEF9CAF37F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70D76C9-0F8A-85E2-0285-03C5A490C128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Holy Forever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1EB7447A-9BCA-674C-B283-53EB910F5640}"/>
              </a:ext>
            </a:extLst>
          </p:cNvPr>
          <p:cNvSpPr txBox="1"/>
          <p:nvPr/>
        </p:nvSpPr>
        <p:spPr>
          <a:xfrm>
            <a:off x="6341529" y="2608262"/>
            <a:ext cx="5535563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And the angels cry,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creation cries,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 are lifted high,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33283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87BD-5A28-0D7A-9EB6-839679D8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16AE9F-8B3C-7216-E949-990B3EBC2A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6D6B60-5BEA-937B-98C2-250E55BE3204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4C7A02B-40EE-8C33-C9C8-50B12C85B66A}"/>
              </a:ext>
            </a:extLst>
          </p:cNvPr>
          <p:cNvSpPr txBox="1"/>
          <p:nvPr/>
        </p:nvSpPr>
        <p:spPr>
          <a:xfrm>
            <a:off x="314908" y="1150406"/>
            <a:ext cx="5535563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If you've been forgiven and if you've been redeemed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Sing the song forever to the Lamb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If you walk in freedom and if you bear His name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Sing the song forever to the Lamb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We'll sing the song forever and amen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And the angels cry,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creation cries,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 are lifted high,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Holy forever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D26BD4F-9EB5-3AF8-E430-D07068683DCA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A6284E3-D7A8-CA49-0196-B7367A98C7AC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Holy Forever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BB917219-3F28-90EF-4FE5-65166178922D}"/>
              </a:ext>
            </a:extLst>
          </p:cNvPr>
          <p:cNvSpPr txBox="1"/>
          <p:nvPr/>
        </p:nvSpPr>
        <p:spPr>
          <a:xfrm>
            <a:off x="6341529" y="2608262"/>
            <a:ext cx="5535563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Hear your people sing,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To the King of Kings,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 will always be,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05085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7A2D-301A-1453-1CE1-BFF80B27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79ED9C-1BDD-B6BA-4B0E-DD5047CEBC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B10D540-CA27-999E-0579-BB4B6DB12441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96D89C2-87F2-70EE-673E-15D37A79DAFA}"/>
              </a:ext>
            </a:extLst>
          </p:cNvPr>
          <p:cNvSpPr txBox="1"/>
          <p:nvPr/>
        </p:nvSpPr>
        <p:spPr>
          <a:xfrm>
            <a:off x="314908" y="1150406"/>
            <a:ext cx="5535563" cy="4514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is the highest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is the greatest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stands above them all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thrones and dominions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powers and positions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Your name stands above them all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And the angels cry,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creation cries,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 are lifted high,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Holy forever (forever)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A1C9209-3226-E411-AFAB-D1AE7B44E524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49AB002-E09A-68F7-6784-490FD69D668B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Holy Forever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278FFB27-6905-66A4-C808-068A7832DB79}"/>
              </a:ext>
            </a:extLst>
          </p:cNvPr>
          <p:cNvSpPr txBox="1"/>
          <p:nvPr/>
        </p:nvSpPr>
        <p:spPr>
          <a:xfrm>
            <a:off x="6296603" y="1765959"/>
            <a:ext cx="5535563" cy="328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Hear your people sing, (we will sing)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To the King of Kings, (holy) Holy (holy is the Lord)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 will always be,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Holy forever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 will always be, Holy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4029400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3733" y="12257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69" y="0"/>
                </a:lnTo>
                <a:lnTo>
                  <a:pt x="5831569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4" name="TextBox 4"/>
          <p:cNvSpPr txBox="1"/>
          <p:nvPr/>
        </p:nvSpPr>
        <p:spPr>
          <a:xfrm>
            <a:off x="1126841" y="2990752"/>
            <a:ext cx="6388147" cy="73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4492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7" name="TextBox 7"/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2437" y="1613112"/>
            <a:ext cx="4790083" cy="410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Sthuthichiduvin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keerthanangal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Devanu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paadiduvin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Sthuthi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uchitham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manoharavum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Nallathum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ennarivin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Devadhidevanee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paaril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vannu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Paapiye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thedi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vannu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Vallabhanai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marichuyirthu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Jeevikkunnu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namukkai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86082" y="1806787"/>
            <a:ext cx="5346084" cy="325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Sing hymns and praise the Lord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 is worthy of praise,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Know that it is good and beautiful 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 Lord of Lords came to this world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In search of the sinner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 died and rose majestically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And lives for 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1/7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432885" y="1150406"/>
            <a:ext cx="5620313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Puthanam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Yerushalemil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kaalamorkkumbol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Idharayin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khedamellaam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Maanjupokunne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Kashtatha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pattini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illaaththa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naatil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naam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Karthavorukkunna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santhosha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veettil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naam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Thejasserum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mohana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kireedangal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dharichu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naam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Rajarajaneshuvodu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vaazhume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86083" y="1150406"/>
            <a:ext cx="5346084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Entering the new Jerusalem,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Dreaming of the moment, 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 melancholy of this land fades away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We, in the land without suffering or hunger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We, in the happy house that the Lord prepares,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We, wearing radiant beautiful crowns, 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Will rule with Jesus, the King of kings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2/7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3398DDD2-20D4-1D47-BE79-EC4AB753E331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750567" y="2196517"/>
            <a:ext cx="4984949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Onneyullenikkaanandamulakil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Yeshuvin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sannidhi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anayuvathe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Anneram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mama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maanasakhedam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Onnaayakalum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veyilil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himam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86082" y="2608263"/>
            <a:ext cx="5346084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 sole joy in this universe is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Reaching Jesus’ presence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 sorrows of my heart will then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melt like snow in the sun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3/7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92330F58-A672-2D8B-8D5F-B21C9F84BA20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320289" y="2013161"/>
            <a:ext cx="5618395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Njanennum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sthuthikkum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thirumanusuthane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Aanandagaanangal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paadi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pukazhthi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Paapaththin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shaapathil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ninnum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Ente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praanane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kaaththavan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Paaril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thannanpinu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thulyamillonnum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Njanennum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sthuthikkum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86082" y="2006812"/>
            <a:ext cx="5346084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will always praise my God, the Son of God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Praising and singing songs of joy 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From the curse of sin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 always protected 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There is nothing in the universe that can match His love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will always praise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4/7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26596BE-CF38-5D13-0A5F-D67D9E371755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520578" y="1116462"/>
            <a:ext cx="5444927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Kripayerum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Karthavilen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vishwasam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Athinaal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hridiyenthu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aashwasam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Durithangal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nirayumee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bhoovaasam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Kripayaal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manoharamai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Kripa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kripayonnen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aashrayamai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Kripa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kripayonnen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aanandamai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Vairikal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vannaalum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ethiruyarnnaalum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Kripa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mathiyennaalum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86082" y="1116462"/>
            <a:ext cx="5346084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My trust is in the Lord whose grace overflows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With that, there’s great peace in my heart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Life in this world, filled with suffering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Has become beautiful with grace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Grace, grace alone, is my refuge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Grace, grace alone, is my joy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Enemies may come, opposition may rise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But grace is sufficient for me any day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5/7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BF6487B-F2F9-AEF9-A00D-2BACD16C0042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359834" y="1116462"/>
            <a:ext cx="5592068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Allalla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njaaninnanaadhanalla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Allalil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valayum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agathiyalla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Vallabhan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pithavai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Nallavanaayenikkundu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nithyam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Enikkundoru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puththan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paattu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paadan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Enikkundoru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koottu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koodaan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Enikkundoru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swantha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naadu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pookaan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Enikkundoru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nalla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veedu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paarkkaan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86082" y="1606762"/>
            <a:ext cx="5346084" cy="366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No, no I’m not forsaken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Not a refugee caught in distress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 Almighty God as my good Father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Is there for me always 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have a new song to sing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have a friend to befriend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have a land, my own, to go to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have a good house to live 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6/7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A15889B6-D9F2-F8E8-AA80-E4D0CBF8A7EC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395457" y="2013162"/>
            <a:ext cx="5700543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Kashtatha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pattini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illaaththa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naatil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naam</a:t>
            </a: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Karthavorukkunna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santhosha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veettil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naam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Thejasserum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mohana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kireedangal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dharichu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naam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Rajarajaneshuvodu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vaazhume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90150" y="2406862"/>
            <a:ext cx="5242017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We, in the land without suffering or hunger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We, in the happy house that the Lord prepares,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We, wearing radiant beautiful crowns, 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Will rule with Jesus, the King of kings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68373DD4-C292-FA17-CF22-2A410A3660DD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M. E. Cherian Medley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3733" y="12257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69" y="0"/>
                </a:lnTo>
                <a:lnTo>
                  <a:pt x="5831569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4" name="TextBox 4"/>
          <p:cNvSpPr txBox="1"/>
          <p:nvPr/>
        </p:nvSpPr>
        <p:spPr>
          <a:xfrm>
            <a:off x="909265" y="2590702"/>
            <a:ext cx="6823296" cy="154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4492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Enne </a:t>
            </a:r>
            <a:r>
              <a:rPr lang="en-US" sz="4492" b="1" dirty="0" err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Karuthum</a:t>
            </a:r>
            <a:endParaRPr lang="en-US" sz="4492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ctr">
              <a:lnSpc>
                <a:spcPts val="6289"/>
              </a:lnSpc>
            </a:pPr>
            <a:r>
              <a:rPr lang="en-US" sz="4492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(The Lord Cares for Me)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7" name="TextBox 7"/>
          <p:cNvSpPr txBox="1"/>
          <p:nvPr/>
        </p:nvSpPr>
        <p:spPr>
          <a:xfrm>
            <a:off x="1933445" y="142441"/>
            <a:ext cx="8325110" cy="550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Enne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Karuthum</a:t>
            </a: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(The Lord Cares for Me)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3258" y="1157393"/>
            <a:ext cx="5165130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karuthum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pularthum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Ente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aavashyangal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ellaam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ariyum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Dukha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naalil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kaividaathe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Thante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chirakin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nizhalil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maraykkum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Aashrayippaan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enikkennum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Sarvvashakthan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koodeyunde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Thalaraathe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marubhoovil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Yaathra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cheyyum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prathyaashayode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33614" y="902714"/>
            <a:ext cx="5072587" cy="574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 Lord cares for me and sustains me everyday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 knows all my needs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In my days of sorrows, He won’t forsake 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And will cover me under the shadow of His wings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have the Almighty to rely on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the days of my life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Without becoming weary in the desert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will continue this journey with hope in my heart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1/3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490600" y="1206712"/>
            <a:ext cx="5165130" cy="451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Anardhangal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bhavikkayilla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Baadhayo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thodukayilla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Paathakalil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Daivatthinte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Doothanmaar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karangalil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vahikkum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Aashrayippaan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enikkennum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Sarvvashakthan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koodeyunde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Thalaraathe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marubhoovil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Yaathra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cheyyum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prathyaashayode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33613" y="1206712"/>
            <a:ext cx="5072587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No harm or disaster shall befall 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No plague will come after 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As I walk through the path of life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God’s angels will surround me and uphold me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have the Almighty to rely on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the days of my life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Without becoming weary in the desert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will continue this journey with hope in my heart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2/3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1C428CA0-2BAC-428A-409B-9D4F3C53C4A8}"/>
              </a:ext>
            </a:extLst>
          </p:cNvPr>
          <p:cNvSpPr txBox="1"/>
          <p:nvPr/>
        </p:nvSpPr>
        <p:spPr>
          <a:xfrm>
            <a:off x="1933445" y="142441"/>
            <a:ext cx="8325110" cy="550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Enne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Karuthum</a:t>
            </a: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(The Lord Cares for Me)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/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/>
          <p:cNvSpPr txBox="1"/>
          <p:nvPr/>
        </p:nvSpPr>
        <p:spPr>
          <a:xfrm>
            <a:off x="314908" y="1206712"/>
            <a:ext cx="5443537" cy="451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Raathriyile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bhayattheyum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Pakalil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parakkum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asthrattheyum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Irulathile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mahaamaari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Samhaarattheyum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njaan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pedikkayilla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Aashrayippaan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enikkennum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Sarvvashakthan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koodeyunde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Thalaraathe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marubhoovil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Yaathra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cheyyum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prathyaashayode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33613" y="1206712"/>
            <a:ext cx="5072587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need not fear the terror by night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Nor the arrow that flies by day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Or the plague or destruction that strike in the night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It will not make me fearful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have the Almighty to rely on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All the days of my life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Without becoming weary in the desert</a:t>
            </a:r>
          </a:p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will continue this journey with hope in my heart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3/3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6029752B-61EE-C317-8A00-ECFD8299CBC2}"/>
              </a:ext>
            </a:extLst>
          </p:cNvPr>
          <p:cNvSpPr txBox="1"/>
          <p:nvPr/>
        </p:nvSpPr>
        <p:spPr>
          <a:xfrm>
            <a:off x="1933445" y="142441"/>
            <a:ext cx="8325110" cy="550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Enne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Karuthum</a:t>
            </a: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(The Lord Cares for Me)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518BB3-F1E3-136B-09DF-0098529E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E751AE-BAD0-EFAB-5878-815B6ACE33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4D36D0-934C-20BB-84DF-D969A95AB867}"/>
              </a:ext>
            </a:extLst>
          </p:cNvPr>
          <p:cNvSpPr/>
          <p:nvPr/>
        </p:nvSpPr>
        <p:spPr>
          <a:xfrm>
            <a:off x="7983733" y="12257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69" y="0"/>
                </a:lnTo>
                <a:lnTo>
                  <a:pt x="5831569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46A10A8-6910-7DE9-B4AC-42FCD5E7092D}"/>
              </a:ext>
            </a:extLst>
          </p:cNvPr>
          <p:cNvSpPr txBox="1"/>
          <p:nvPr/>
        </p:nvSpPr>
        <p:spPr>
          <a:xfrm>
            <a:off x="1126841" y="2990752"/>
            <a:ext cx="6388147" cy="73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4492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Sarva </a:t>
            </a:r>
            <a:r>
              <a:rPr lang="en-US" sz="4492" b="1" dirty="0" err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nanmakalkkum</a:t>
            </a:r>
            <a:endParaRPr lang="en-US" sz="4492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3432300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614065-D71B-052A-0A8D-14253AE9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0B9A82-8D73-79B7-35E9-BAB6BFC6C1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DD7FEFA-6BF1-1330-7655-0E9BE995F51D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B53D4D1-5574-C18C-B0C9-7E000A3E1C3C}"/>
              </a:ext>
            </a:extLst>
          </p:cNvPr>
          <p:cNvSpPr txBox="1"/>
          <p:nvPr/>
        </p:nvSpPr>
        <p:spPr>
          <a:xfrm>
            <a:off x="395456" y="1675954"/>
            <a:ext cx="5700543" cy="451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Sarvananmakalkkum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sarvadaanangalkkum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Uravidamam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Yeshuve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Ange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njan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sthuthichidunnu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Dinavum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parane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nanniyaal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Aazhiyaazhathil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njan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kidannu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Koorirul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marapidichchu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Thaathan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thirukkaram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thediyeththi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maarvodu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cherththanachchu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4FB05EC-AC98-C2F2-F5BC-7958FC512F0E}"/>
              </a:ext>
            </a:extLst>
          </p:cNvPr>
          <p:cNvSpPr txBox="1"/>
          <p:nvPr/>
        </p:nvSpPr>
        <p:spPr>
          <a:xfrm>
            <a:off x="6491455" y="1150406"/>
            <a:ext cx="5242017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Source of all good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Source of all gifts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My Jesus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praise You everyday Lord, with thankfulness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lay in the deepest of the deep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Darkness covered 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 Father’s divine hand in search of 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Held me in His bosom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4D78A55-CB36-99FA-B5F2-1BCBC1012602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54743CE-009E-E1ED-CECA-F3755CD2D12C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Sarva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nanmakalkkum</a:t>
            </a:r>
            <a:endParaRPr lang="en-US" sz="3359" b="1" dirty="0">
              <a:solidFill>
                <a:srgbClr val="242125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114553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95B077-FEC9-6106-01E9-18C62C62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5B5BA2-482D-294D-5238-B731F5010C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AB2AB4C-2199-8C93-2885-1B7587574F0C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0CB20A2-3434-C2C4-CA04-DBA63BC23239}"/>
              </a:ext>
            </a:extLst>
          </p:cNvPr>
          <p:cNvSpPr txBox="1"/>
          <p:nvPr/>
        </p:nvSpPr>
        <p:spPr>
          <a:xfrm>
            <a:off x="314908" y="2608262"/>
            <a:ext cx="5700543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Parishudhdhaathmaavaal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nirakka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Anudinavum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parane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Thiruvelaye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thikachcheeduvaan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Nalvarangale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nalkeeduka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21AE50-5CA2-B839-DC2E-D28EF540708A}"/>
              </a:ext>
            </a:extLst>
          </p:cNvPr>
          <p:cNvSpPr txBox="1"/>
          <p:nvPr/>
        </p:nvSpPr>
        <p:spPr>
          <a:xfrm>
            <a:off x="6491455" y="2608262"/>
            <a:ext cx="5242017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Fill me with the Holy Spirit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Everyday Lord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To complete Your work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Give Your boons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25AF17C-2F56-7D8D-C052-BF7B36202C8F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937DF904-D5EA-CF37-C955-97BDD4A9FCEF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Sarva </a:t>
            </a:r>
            <a:r>
              <a:rPr lang="en-US" sz="3359" b="1" dirty="0" err="1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nanmakalkkum</a:t>
            </a:r>
            <a:endParaRPr lang="en-US" sz="3359" b="1" dirty="0">
              <a:solidFill>
                <a:srgbClr val="242125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2164275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313BF3-9AE7-9419-072E-0CDBE4D7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C1C730-6751-170F-877A-CF034370A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DDE0ABF-7493-9BE0-49DF-43978BF506AD}"/>
              </a:ext>
            </a:extLst>
          </p:cNvPr>
          <p:cNvSpPr/>
          <p:nvPr/>
        </p:nvSpPr>
        <p:spPr>
          <a:xfrm>
            <a:off x="7983733" y="12257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69" y="0"/>
                </a:lnTo>
                <a:lnTo>
                  <a:pt x="5831569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407B161-F053-74E5-CA61-2D492F996AA8}"/>
              </a:ext>
            </a:extLst>
          </p:cNvPr>
          <p:cNvSpPr txBox="1"/>
          <p:nvPr/>
        </p:nvSpPr>
        <p:spPr>
          <a:xfrm>
            <a:off x="1126841" y="2990752"/>
            <a:ext cx="6388147" cy="73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4492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Yehovah Yireh</a:t>
            </a:r>
          </a:p>
        </p:txBody>
      </p:sp>
    </p:spTree>
    <p:extLst>
      <p:ext uri="{BB962C8B-B14F-4D97-AF65-F5344CB8AC3E}">
        <p14:creationId xmlns:p14="http://schemas.microsoft.com/office/powerpoint/2010/main" val="3557887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10D924-5A62-69ED-A090-A0B8284E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92AC2E-CF47-AD96-C92D-71EB383848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8CC0AF3-03D0-58C9-1D00-700198311A4D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F304F5-E0D2-F8C9-048C-074187F2951E}"/>
              </a:ext>
            </a:extLst>
          </p:cNvPr>
          <p:cNvSpPr txBox="1"/>
          <p:nvPr/>
        </p:nvSpPr>
        <p:spPr>
          <a:xfrm>
            <a:off x="189992" y="1377156"/>
            <a:ext cx="5700543" cy="410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Yehova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yire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dathavam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yenike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Yehova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rafa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saukya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dayakan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Than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adipinaral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saukyam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Yehova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samma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koode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irikum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Nalkum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aavasyangal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nee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27C9FE-9011-79B9-F7B0-8FA44420AB77}"/>
              </a:ext>
            </a:extLst>
          </p:cNvPr>
          <p:cNvSpPr txBox="1"/>
          <p:nvPr/>
        </p:nvSpPr>
        <p:spPr>
          <a:xfrm>
            <a:off x="6403337" y="1582340"/>
            <a:ext cx="5242017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Jehovah Jireh, God who provides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 need only You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Jehovah Rapha, the Healer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His wounds heal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Jehovah Shammah, will be with me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Will provide for my needs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Need only You, need only You, I need only You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78AFA23-824A-56C8-7EA4-10C4D9B9090A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62523828-0369-DFD9-2B2D-7D79EAB72048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Yehovah Yireh</a:t>
            </a:r>
          </a:p>
        </p:txBody>
      </p:sp>
    </p:spTree>
    <p:extLst>
      <p:ext uri="{BB962C8B-B14F-4D97-AF65-F5344CB8AC3E}">
        <p14:creationId xmlns:p14="http://schemas.microsoft.com/office/powerpoint/2010/main" val="1710523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343498-BDDC-1B06-ECA3-347ADC0B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935D94-EB87-6495-A722-96B27D9076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77" b="-35777"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366DCDC-802E-B98C-FD85-C6335F038D6F}"/>
              </a:ext>
            </a:extLst>
          </p:cNvPr>
          <p:cNvSpPr/>
          <p:nvPr/>
        </p:nvSpPr>
        <p:spPr>
          <a:xfrm>
            <a:off x="7989379" y="1150406"/>
            <a:ext cx="3887713" cy="5565153"/>
          </a:xfrm>
          <a:custGeom>
            <a:avLst/>
            <a:gdLst/>
            <a:ahLst/>
            <a:cxnLst/>
            <a:rect l="l" t="t" r="r" b="b"/>
            <a:pathLst>
              <a:path w="5831569" h="8347729">
                <a:moveTo>
                  <a:pt x="0" y="0"/>
                </a:moveTo>
                <a:lnTo>
                  <a:pt x="5831570" y="0"/>
                </a:lnTo>
                <a:lnTo>
                  <a:pt x="5831570" y="8347729"/>
                </a:lnTo>
                <a:lnTo>
                  <a:pt x="0" y="834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34141E7-3FA7-5821-6CD1-AA6C5BC5B54C}"/>
              </a:ext>
            </a:extLst>
          </p:cNvPr>
          <p:cNvSpPr txBox="1"/>
          <p:nvPr/>
        </p:nvSpPr>
        <p:spPr>
          <a:xfrm>
            <a:off x="189992" y="1377156"/>
            <a:ext cx="5700543" cy="410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Yehova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elohim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srishtavam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daivam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Nin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vachanathal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ulavayellam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Yehova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ellyon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athyunnathan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nee</a:t>
            </a: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Ninnepole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mattarumilla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Yehova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shalom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samathanam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Nalki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nin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shandhi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ennil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nee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Nee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mathram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mathi</a:t>
            </a:r>
            <a:r>
              <a:rPr lang="en-US" sz="2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enike</a:t>
            </a: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14968CE-10EE-9005-AC3F-F063F7D0A7AB}"/>
              </a:ext>
            </a:extLst>
          </p:cNvPr>
          <p:cNvSpPr txBox="1"/>
          <p:nvPr/>
        </p:nvSpPr>
        <p:spPr>
          <a:xfrm>
            <a:off x="6403337" y="1582340"/>
            <a:ext cx="5242017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Jehovah Elohim, God creator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By Your Word all came into being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Jehovah Elyon, You are most high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There is none like You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Jehovah Shalom, my peace</a:t>
            </a: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You gave Your peace in me</a:t>
            </a:r>
          </a:p>
          <a:p>
            <a:pPr algn="ctr">
              <a:lnSpc>
                <a:spcPts val="3173"/>
              </a:lnSpc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algn="ctr">
              <a:lnSpc>
                <a:spcPts val="3173"/>
              </a:lnSpc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Need only You, need only You, I need only You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3374AB5-AD61-FF72-3F65-26FFBBFDF6CE}"/>
              </a:ext>
            </a:extLst>
          </p:cNvPr>
          <p:cNvSpPr txBox="1"/>
          <p:nvPr/>
        </p:nvSpPr>
        <p:spPr>
          <a:xfrm>
            <a:off x="11832166" y="6617640"/>
            <a:ext cx="323190" cy="1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946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7/7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5604A34-7DE6-0810-6BB6-119683325FD4}"/>
              </a:ext>
            </a:extLst>
          </p:cNvPr>
          <p:cNvSpPr txBox="1"/>
          <p:nvPr/>
        </p:nvSpPr>
        <p:spPr>
          <a:xfrm>
            <a:off x="2896127" y="159567"/>
            <a:ext cx="6399745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9" b="1" dirty="0">
                <a:solidFill>
                  <a:srgbClr val="24212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Yehovah Yireh</a:t>
            </a:r>
          </a:p>
        </p:txBody>
      </p:sp>
    </p:spTree>
    <p:extLst>
      <p:ext uri="{BB962C8B-B14F-4D97-AF65-F5344CB8AC3E}">
        <p14:creationId xmlns:p14="http://schemas.microsoft.com/office/powerpoint/2010/main" val="19332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2075</Words>
  <Application>Microsoft Office PowerPoint</Application>
  <PresentationFormat>Widescreen</PresentationFormat>
  <Paragraphs>486</Paragraphs>
  <Slides>26</Slides>
  <Notes>6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Arapey</vt:lpstr>
      <vt:lpstr>Arial</vt:lpstr>
      <vt:lpstr>Garet</vt:lpstr>
      <vt:lpstr>The Seasons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Reuben Stephen</dc:creator>
  <cp:lastModifiedBy>Reuben Stephen</cp:lastModifiedBy>
  <cp:revision>1</cp:revision>
  <dcterms:created xsi:type="dcterms:W3CDTF">2025-05-10T23:53:35Z</dcterms:created>
  <dcterms:modified xsi:type="dcterms:W3CDTF">2025-05-11T00:26:27Z</dcterms:modified>
</cp:coreProperties>
</file>