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29"/>
  </p:notesMasterIdLst>
  <p:handoutMasterIdLst>
    <p:handoutMasterId r:id="rId30"/>
  </p:handoutMasterIdLst>
  <p:sldIdLst>
    <p:sldId id="1727" r:id="rId7"/>
    <p:sldId id="813" r:id="rId8"/>
    <p:sldId id="1915" r:id="rId9"/>
    <p:sldId id="821" r:id="rId10"/>
    <p:sldId id="851" r:id="rId11"/>
    <p:sldId id="2021" r:id="rId12"/>
    <p:sldId id="822" r:id="rId13"/>
    <p:sldId id="823" r:id="rId14"/>
    <p:sldId id="824" r:id="rId15"/>
    <p:sldId id="1989" r:id="rId16"/>
    <p:sldId id="1388" r:id="rId17"/>
    <p:sldId id="2045" r:id="rId18"/>
    <p:sldId id="1829" r:id="rId19"/>
    <p:sldId id="2064" r:id="rId20"/>
    <p:sldId id="2016" r:id="rId21"/>
    <p:sldId id="2030" r:id="rId22"/>
    <p:sldId id="1826" r:id="rId23"/>
    <p:sldId id="1827" r:id="rId24"/>
    <p:sldId id="2076" r:id="rId25"/>
    <p:sldId id="2017" r:id="rId26"/>
    <p:sldId id="820" r:id="rId27"/>
    <p:sldId id="858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delSld modSld">
      <pc:chgData name="Sini Mathew" userId="3875fe58a975fc01" providerId="LiveId" clId="{01228244-6B25-4D01-85AC-4B8EA41E8750}" dt="2025-12-16T01:32:39.242" v="208" actId="47"/>
      <pc:docMkLst>
        <pc:docMk/>
      </pc:docMkLst>
      <pc:sldChg chg="modSp mod">
        <pc:chgData name="Sini Mathew" userId="3875fe58a975fc01" providerId="LiveId" clId="{01228244-6B25-4D01-85AC-4B8EA41E8750}" dt="2025-12-16T01:28:34.816" v="0" actId="6549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5-12-16T01:28:34.816" v="0" actId="6549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01228244-6B25-4D01-85AC-4B8EA41E8750}" dt="2025-12-16T01:30:29.755" v="51" actId="20577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5-12-16T01:30:23.150" v="35" actId="6549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1228244-6B25-4D01-85AC-4B8EA41E8750}" dt="2025-12-16T01:30:29.755" v="51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01228244-6B25-4D01-85AC-4B8EA41E8750}" dt="2025-12-16T01:30:17.644" v="34" actId="20577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5-12-16T01:30:17.644" v="34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01228244-6B25-4D01-85AC-4B8EA41E8750}" dt="2025-12-16T01:32:36.802" v="207" actId="20577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5-12-16T01:32:30.861" v="191" actId="6549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16T01:32:36.802" v="207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Sini Mathew" userId="3875fe58a975fc01" providerId="LiveId" clId="{01228244-6B25-4D01-85AC-4B8EA41E8750}" dt="2025-12-16T01:31:35.817" v="130" actId="6549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5-12-16T01:31:35.817" v="130" actId="6549"/>
          <ac:spMkLst>
            <pc:docMk/>
            <pc:sldMk cId="2406581127" sldId="1826"/>
            <ac:spMk id="7" creationId="{F5DD54E3-DC06-0B2F-B4DC-3A634421A604}"/>
          </ac:spMkLst>
        </pc:spChg>
      </pc:sldChg>
      <pc:sldChg chg="modSp mod">
        <pc:chgData name="Sini Mathew" userId="3875fe58a975fc01" providerId="LiveId" clId="{01228244-6B25-4D01-85AC-4B8EA41E8750}" dt="2025-12-16T01:31:43.327" v="146" actId="20577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5-12-16T01:31:43.327" v="146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Sini Mathew" userId="3875fe58a975fc01" providerId="LiveId" clId="{01228244-6B25-4D01-85AC-4B8EA41E8750}" dt="2025-12-16T01:31:02.819" v="91" actId="6549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5-12-16T01:31:02.819" v="91" actId="6549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01228244-6B25-4D01-85AC-4B8EA41E8750}" dt="2025-12-16T01:28:48.504" v="17" actId="6549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5-12-16T01:28:48.504" v="17" actId="6549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5-12-16T01:28:43.139" v="16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modSp mod">
        <pc:chgData name="Sini Mathew" userId="3875fe58a975fc01" providerId="LiveId" clId="{01228244-6B25-4D01-85AC-4B8EA41E8750}" dt="2025-12-16T01:30:43.536" v="72" actId="20577"/>
        <pc:sldMkLst>
          <pc:docMk/>
          <pc:sldMk cId="4050471080" sldId="1989"/>
        </pc:sldMkLst>
        <pc:spChg chg="mod">
          <ac:chgData name="Sini Mathew" userId="3875fe58a975fc01" providerId="LiveId" clId="{01228244-6B25-4D01-85AC-4B8EA41E8750}" dt="2025-12-16T01:30:43.536" v="72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Sini Mathew" userId="3875fe58a975fc01" providerId="LiveId" clId="{01228244-6B25-4D01-85AC-4B8EA41E8750}" dt="2025-12-16T01:31:20.683" v="111" actId="6549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5-12-16T01:31:20.683" v="111" actId="6549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5-12-16T01:32:22.091" v="190" actId="20577"/>
        <pc:sldMkLst>
          <pc:docMk/>
          <pc:sldMk cId="402026690" sldId="2017"/>
        </pc:sldMkLst>
        <pc:spChg chg="mod">
          <ac:chgData name="Sini Mathew" userId="3875fe58a975fc01" providerId="LiveId" clId="{01228244-6B25-4D01-85AC-4B8EA41E8750}" dt="2025-12-16T01:31:58.123" v="165" actId="20577"/>
          <ac:spMkLst>
            <pc:docMk/>
            <pc:sldMk cId="402026690" sldId="2017"/>
            <ac:spMk id="2" creationId="{C82C73B0-DDAA-F443-75D4-17503BF5F0F8}"/>
          </ac:spMkLst>
        </pc:spChg>
        <pc:spChg chg="mod">
          <ac:chgData name="Sini Mathew" userId="3875fe58a975fc01" providerId="LiveId" clId="{01228244-6B25-4D01-85AC-4B8EA41E8750}" dt="2025-12-16T01:32:22.091" v="190" actId="20577"/>
          <ac:spMkLst>
            <pc:docMk/>
            <pc:sldMk cId="402026690" sldId="2017"/>
            <ac:spMk id="9" creationId="{25D4BBBF-5ABA-E6A0-B7E0-37C92FABA217}"/>
          </ac:spMkLst>
        </pc:spChg>
      </pc:sldChg>
      <pc:sldChg chg="modSp mod">
        <pc:chgData name="Sini Mathew" userId="3875fe58a975fc01" providerId="LiveId" clId="{01228244-6B25-4D01-85AC-4B8EA41E8750}" dt="2025-12-16T01:31:28.429" v="127" actId="20577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5-12-16T01:31:28.429" v="127" actId="20577"/>
          <ac:spMkLst>
            <pc:docMk/>
            <pc:sldMk cId="1973655286" sldId="2030"/>
            <ac:spMk id="9" creationId="{EC1D59EC-CD8C-F999-74F8-B79769C11A43}"/>
          </ac:spMkLst>
        </pc:spChg>
      </pc:sldChg>
      <pc:sldChg chg="modSp mod">
        <pc:chgData name="Sini Mathew" userId="3875fe58a975fc01" providerId="LiveId" clId="{01228244-6B25-4D01-85AC-4B8EA41E8750}" dt="2025-12-16T01:30:57.790" v="89" actId="6549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5-12-16T01:30:57.790" v="89" actId="6549"/>
          <ac:spMkLst>
            <pc:docMk/>
            <pc:sldMk cId="1830807856" sldId="2045"/>
            <ac:spMk id="2" creationId="{8F227A13-13E7-8349-7588-9EA80AF984BF}"/>
          </ac:spMkLst>
        </pc:spChg>
        <pc:spChg chg="mod">
          <ac:chgData name="Sini Mathew" userId="3875fe58a975fc01" providerId="LiveId" clId="{01228244-6B25-4D01-85AC-4B8EA41E8750}" dt="2025-12-16T01:30:54.751" v="88" actId="20577"/>
          <ac:spMkLst>
            <pc:docMk/>
            <pc:sldMk cId="1830807856" sldId="2045"/>
            <ac:spMk id="3" creationId="{4D8B4B08-B89A-2DE8-9D55-4BEDD01F5474}"/>
          </ac:spMkLst>
        </pc:spChg>
      </pc:sldChg>
      <pc:sldChg chg="del">
        <pc:chgData name="Sini Mathew" userId="3875fe58a975fc01" providerId="LiveId" clId="{01228244-6B25-4D01-85AC-4B8EA41E8750}" dt="2025-12-16T01:32:04.716" v="166" actId="47"/>
        <pc:sldMkLst>
          <pc:docMk/>
          <pc:sldMk cId="2832870860" sldId="2055"/>
        </pc:sldMkLst>
      </pc:sldChg>
      <pc:sldChg chg="del">
        <pc:chgData name="Sini Mathew" userId="3875fe58a975fc01" providerId="LiveId" clId="{01228244-6B25-4D01-85AC-4B8EA41E8750}" dt="2025-12-16T01:32:05.645" v="167" actId="47"/>
        <pc:sldMkLst>
          <pc:docMk/>
          <pc:sldMk cId="2461821456" sldId="2056"/>
        </pc:sldMkLst>
      </pc:sldChg>
      <pc:sldChg chg="del">
        <pc:chgData name="Sini Mathew" userId="3875fe58a975fc01" providerId="LiveId" clId="{01228244-6B25-4D01-85AC-4B8EA41E8750}" dt="2025-12-16T01:32:06.454" v="168" actId="47"/>
        <pc:sldMkLst>
          <pc:docMk/>
          <pc:sldMk cId="3156389510" sldId="2057"/>
        </pc:sldMkLst>
      </pc:sldChg>
      <pc:sldChg chg="del">
        <pc:chgData name="Sini Mathew" userId="3875fe58a975fc01" providerId="LiveId" clId="{01228244-6B25-4D01-85AC-4B8EA41E8750}" dt="2025-12-16T01:32:07.145" v="169" actId="47"/>
        <pc:sldMkLst>
          <pc:docMk/>
          <pc:sldMk cId="3844980713" sldId="2058"/>
        </pc:sldMkLst>
      </pc:sldChg>
      <pc:sldChg chg="del">
        <pc:chgData name="Sini Mathew" userId="3875fe58a975fc01" providerId="LiveId" clId="{01228244-6B25-4D01-85AC-4B8EA41E8750}" dt="2025-12-16T01:32:07.740" v="170" actId="47"/>
        <pc:sldMkLst>
          <pc:docMk/>
          <pc:sldMk cId="529948846" sldId="2059"/>
        </pc:sldMkLst>
      </pc:sldChg>
      <pc:sldChg chg="del">
        <pc:chgData name="Sini Mathew" userId="3875fe58a975fc01" providerId="LiveId" clId="{01228244-6B25-4D01-85AC-4B8EA41E8750}" dt="2025-12-16T01:32:08.410" v="171" actId="47"/>
        <pc:sldMkLst>
          <pc:docMk/>
          <pc:sldMk cId="3533926469" sldId="2060"/>
        </pc:sldMkLst>
      </pc:sldChg>
      <pc:sldChg chg="del">
        <pc:chgData name="Sini Mathew" userId="3875fe58a975fc01" providerId="LiveId" clId="{01228244-6B25-4D01-85AC-4B8EA41E8750}" dt="2025-12-16T01:32:09.065" v="172" actId="47"/>
        <pc:sldMkLst>
          <pc:docMk/>
          <pc:sldMk cId="3558586294" sldId="2061"/>
        </pc:sldMkLst>
      </pc:sldChg>
      <pc:sldChg chg="del">
        <pc:chgData name="Sini Mathew" userId="3875fe58a975fc01" providerId="LiveId" clId="{01228244-6B25-4D01-85AC-4B8EA41E8750}" dt="2025-12-16T01:32:09.783" v="173" actId="47"/>
        <pc:sldMkLst>
          <pc:docMk/>
          <pc:sldMk cId="2061933630" sldId="2062"/>
        </pc:sldMkLst>
      </pc:sldChg>
      <pc:sldChg chg="del">
        <pc:chgData name="Sini Mathew" userId="3875fe58a975fc01" providerId="LiveId" clId="{01228244-6B25-4D01-85AC-4B8EA41E8750}" dt="2025-12-16T01:32:10.560" v="174" actId="47"/>
        <pc:sldMkLst>
          <pc:docMk/>
          <pc:sldMk cId="3645895075" sldId="2063"/>
        </pc:sldMkLst>
      </pc:sldChg>
      <pc:sldChg chg="modSp mod">
        <pc:chgData name="Sini Mathew" userId="3875fe58a975fc01" providerId="LiveId" clId="{01228244-6B25-4D01-85AC-4B8EA41E8750}" dt="2025-12-16T01:31:13.093" v="108" actId="20577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5-12-16T01:31:06.762" v="92" actId="6549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Sini Mathew" userId="3875fe58a975fc01" providerId="LiveId" clId="{01228244-6B25-4D01-85AC-4B8EA41E8750}" dt="2025-12-16T01:31:13.093" v="108" actId="20577"/>
          <ac:spMkLst>
            <pc:docMk/>
            <pc:sldMk cId="1319081704" sldId="2064"/>
            <ac:spMk id="6" creationId="{02FCB3C4-ACB9-4791-CF0B-D2D340BB7563}"/>
          </ac:spMkLst>
        </pc:spChg>
      </pc:sldChg>
      <pc:sldChg chg="del">
        <pc:chgData name="Sini Mathew" userId="3875fe58a975fc01" providerId="LiveId" clId="{01228244-6B25-4D01-85AC-4B8EA41E8750}" dt="2025-12-16T01:31:15.741" v="109" actId="47"/>
        <pc:sldMkLst>
          <pc:docMk/>
          <pc:sldMk cId="3820782253" sldId="2065"/>
        </pc:sldMkLst>
      </pc:sldChg>
      <pc:sldChg chg="del">
        <pc:chgData name="Sini Mathew" userId="3875fe58a975fc01" providerId="LiveId" clId="{01228244-6B25-4D01-85AC-4B8EA41E8750}" dt="2025-12-16T01:31:16.548" v="110" actId="47"/>
        <pc:sldMkLst>
          <pc:docMk/>
          <pc:sldMk cId="4075723723" sldId="2066"/>
        </pc:sldMkLst>
      </pc:sldChg>
      <pc:sldChg chg="del">
        <pc:chgData name="Sini Mathew" userId="3875fe58a975fc01" providerId="LiveId" clId="{01228244-6B25-4D01-85AC-4B8EA41E8750}" dt="2025-12-16T01:30:09.450" v="18" actId="47"/>
        <pc:sldMkLst>
          <pc:docMk/>
          <pc:sldMk cId="13004598" sldId="2067"/>
        </pc:sldMkLst>
      </pc:sldChg>
      <pc:sldChg chg="del">
        <pc:chgData name="Sini Mathew" userId="3875fe58a975fc01" providerId="LiveId" clId="{01228244-6B25-4D01-85AC-4B8EA41E8750}" dt="2025-12-16T01:30:32.397" v="52" actId="47"/>
        <pc:sldMkLst>
          <pc:docMk/>
          <pc:sldMk cId="1009033914" sldId="2068"/>
        </pc:sldMkLst>
      </pc:sldChg>
      <pc:sldChg chg="del">
        <pc:chgData name="Sini Mathew" userId="3875fe58a975fc01" providerId="LiveId" clId="{01228244-6B25-4D01-85AC-4B8EA41E8750}" dt="2025-12-16T01:30:33.025" v="53" actId="47"/>
        <pc:sldMkLst>
          <pc:docMk/>
          <pc:sldMk cId="136177483" sldId="2069"/>
        </pc:sldMkLst>
      </pc:sldChg>
      <pc:sldChg chg="del">
        <pc:chgData name="Sini Mathew" userId="3875fe58a975fc01" providerId="LiveId" clId="{01228244-6B25-4D01-85AC-4B8EA41E8750}" dt="2025-12-16T01:30:33.776" v="54" actId="47"/>
        <pc:sldMkLst>
          <pc:docMk/>
          <pc:sldMk cId="4006872771" sldId="2070"/>
        </pc:sldMkLst>
      </pc:sldChg>
      <pc:sldChg chg="del">
        <pc:chgData name="Sini Mathew" userId="3875fe58a975fc01" providerId="LiveId" clId="{01228244-6B25-4D01-85AC-4B8EA41E8750}" dt="2025-12-16T01:30:34.760" v="55" actId="47"/>
        <pc:sldMkLst>
          <pc:docMk/>
          <pc:sldMk cId="2936950957" sldId="2071"/>
        </pc:sldMkLst>
      </pc:sldChg>
      <pc:sldChg chg="del">
        <pc:chgData name="Sini Mathew" userId="3875fe58a975fc01" providerId="LiveId" clId="{01228244-6B25-4D01-85AC-4B8EA41E8750}" dt="2025-12-16T01:30:35.309" v="56" actId="47"/>
        <pc:sldMkLst>
          <pc:docMk/>
          <pc:sldMk cId="3408330880" sldId="2072"/>
        </pc:sldMkLst>
      </pc:sldChg>
      <pc:sldChg chg="del">
        <pc:chgData name="Sini Mathew" userId="3875fe58a975fc01" providerId="LiveId" clId="{01228244-6B25-4D01-85AC-4B8EA41E8750}" dt="2025-12-16T01:30:58.931" v="90" actId="47"/>
        <pc:sldMkLst>
          <pc:docMk/>
          <pc:sldMk cId="2964587561" sldId="2073"/>
        </pc:sldMkLst>
      </pc:sldChg>
      <pc:sldChg chg="del">
        <pc:chgData name="Sini Mathew" userId="3875fe58a975fc01" providerId="LiveId" clId="{01228244-6B25-4D01-85AC-4B8EA41E8750}" dt="2025-12-16T01:31:46.254" v="147" actId="47"/>
        <pc:sldMkLst>
          <pc:docMk/>
          <pc:sldMk cId="2205832812" sldId="2074"/>
        </pc:sldMkLst>
      </pc:sldChg>
      <pc:sldChg chg="del">
        <pc:chgData name="Sini Mathew" userId="3875fe58a975fc01" providerId="LiveId" clId="{01228244-6B25-4D01-85AC-4B8EA41E8750}" dt="2025-12-16T01:32:39.242" v="208" actId="47"/>
        <pc:sldMkLst>
          <pc:docMk/>
          <pc:sldMk cId="4286698758" sldId="2075"/>
        </pc:sldMkLst>
      </pc:sldChg>
      <pc:sldChg chg="modSp mod">
        <pc:chgData name="Sini Mathew" userId="3875fe58a975fc01" providerId="LiveId" clId="{01228244-6B25-4D01-85AC-4B8EA41E8750}" dt="2025-12-16T01:31:50.957" v="148" actId="6549"/>
        <pc:sldMkLst>
          <pc:docMk/>
          <pc:sldMk cId="3058911311" sldId="2076"/>
        </pc:sldMkLst>
        <pc:spChg chg="mod">
          <ac:chgData name="Sini Mathew" userId="3875fe58a975fc01" providerId="LiveId" clId="{01228244-6B25-4D01-85AC-4B8EA41E8750}" dt="2025-12-16T01:31:50.957" v="148" actId="6549"/>
          <ac:spMkLst>
            <pc:docMk/>
            <pc:sldMk cId="3058911311" sldId="2076"/>
            <ac:spMk id="7" creationId="{9DEDF1C9-60AF-263F-1456-E627E43C6AFF}"/>
          </ac:spMkLst>
        </pc:spChg>
      </pc:sldChg>
      <pc:sldChg chg="del">
        <pc:chgData name="Sini Mathew" userId="3875fe58a975fc01" providerId="LiveId" clId="{01228244-6B25-4D01-85AC-4B8EA41E8750}" dt="2025-12-16T01:31:31.878" v="128" actId="47"/>
        <pc:sldMkLst>
          <pc:docMk/>
          <pc:sldMk cId="128051702" sldId="2077"/>
        </pc:sldMkLst>
      </pc:sldChg>
      <pc:sldChg chg="del">
        <pc:chgData name="Sini Mathew" userId="3875fe58a975fc01" providerId="LiveId" clId="{01228244-6B25-4D01-85AC-4B8EA41E8750}" dt="2025-12-16T01:31:32.898" v="129" actId="47"/>
        <pc:sldMkLst>
          <pc:docMk/>
          <pc:sldMk cId="1990989027" sldId="20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760-B0B7-C139-31CC-3F4486AE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6FF1C-24BB-765D-A250-7A83C933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89C6-722B-167B-BB18-3B902E420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5C7E3-9D83-12CC-6C55-2CF8A3BF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533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Nov 23,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2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0" y="1094484"/>
            <a:ext cx="91420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To add in lyrics</a:t>
            </a: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 dirty="0">
                <a:solidFill>
                  <a:srgbClr val="FFFFFF"/>
                </a:solidFill>
                <a:latin typeface="Tenorite"/>
                <a:cs typeface="Segoe UI"/>
              </a:rPr>
              <a:t>Hymn No 306</a:t>
            </a:r>
            <a:endParaRPr lang="en-SG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cs typeface="Segoe UI"/>
              </a:rPr>
              <a:t>Thanksgiving – </a:t>
            </a:r>
            <a:r>
              <a:rPr lang="en-SG" sz="2800" dirty="0">
                <a:solidFill>
                  <a:srgbClr val="FFFFFF"/>
                </a:solidFill>
                <a:latin typeface="Segoe UI"/>
                <a:cs typeface="Segoe UI"/>
              </a:rPr>
              <a:t>Hymn No 306</a:t>
            </a:r>
            <a:endParaRPr lang="en-SG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-405161" y="713845"/>
            <a:ext cx="954916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cs typeface="Segoe UI"/>
              </a:rPr>
              <a:t>To add in lyrics</a:t>
            </a:r>
            <a:endParaRPr lang="en-SG" sz="2800" i="1" dirty="0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The First Noel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612588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TO add in lyrics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-149260" y="1323337"/>
            <a:ext cx="914318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To add in lyrics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473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B646A-33D3-6781-E901-E023277C66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1: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B4B08-B89A-2DE8-9D55-4BEDD01F5474}"/>
              </a:ext>
            </a:extLst>
          </p:cNvPr>
          <p:cNvSpPr txBox="1"/>
          <p:nvPr/>
        </p:nvSpPr>
        <p:spPr>
          <a:xfrm>
            <a:off x="-138108" y="880028"/>
            <a:ext cx="914318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To add in lyrics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35D21-174A-6D3C-3E6C-E85A610ACE43}"/>
              </a:ext>
            </a:extLst>
          </p:cNvPr>
          <p:cNvSpPr txBox="1"/>
          <p:nvPr/>
        </p:nvSpPr>
        <p:spPr>
          <a:xfrm>
            <a:off x="-138108" y="2833018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poor, wretched, blind;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Sight, riches, healing of the mind;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Yes, all I need, in Thee to find,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come,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2: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-149260" y="832683"/>
            <a:ext cx="914318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To add in lyrics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30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ea typeface="Calibri"/>
                <a:cs typeface="Calibri"/>
              </a:rPr>
              <a:t>TO add in lyrics</a:t>
            </a:r>
            <a:endParaRPr lang="en-SG" sz="2600" i="1" dirty="0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-28717" y="807573"/>
            <a:ext cx="886791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To add in lyrics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06AB0-20C4-0399-1C5E-ADD8E600E248}"/>
              </a:ext>
            </a:extLst>
          </p:cNvPr>
          <p:cNvSpPr txBox="1"/>
          <p:nvPr/>
        </p:nvSpPr>
        <p:spPr>
          <a:xfrm>
            <a:off x="0" y="2822857"/>
            <a:ext cx="91440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For Christ is born of Mary; and, gathered all above,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while mortals sleep, the angels keep their watch of wondering love.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O morning stars, together proclaim the holy birth,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and praises sing to God the King, and peace to men on earth.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93DD-8B5A-C55B-7611-0FD659A3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6D7F-D933-9897-F186-7DEDE225D4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FAFF5D49-E45B-1394-4D49-88B5BFF24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DEDF1C9-60AF-263F-1456-E627E43C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</a:p>
        </p:txBody>
      </p:sp>
    </p:spTree>
    <p:extLst>
      <p:ext uri="{BB962C8B-B14F-4D97-AF65-F5344CB8AC3E}">
        <p14:creationId xmlns:p14="http://schemas.microsoft.com/office/powerpoint/2010/main" val="3058911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9236-9852-6C7B-05A6-7A022EB6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B0-DDAA-F443-75D4-17503BF5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To add in lyrics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35A23-AC28-2BF5-587D-62D45A75B75A}"/>
              </a:ext>
            </a:extLst>
          </p:cNvPr>
          <p:cNvSpPr txBox="1"/>
          <p:nvPr/>
        </p:nvSpPr>
        <p:spPr>
          <a:xfrm>
            <a:off x="6657278" y="4806176"/>
            <a:ext cx="248672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 5: 1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BBBF-5ABA-E6A0-B7E0-37C92FABA217}"/>
              </a:ext>
            </a:extLst>
          </p:cNvPr>
          <p:cNvSpPr txBox="1"/>
          <p:nvPr/>
        </p:nvSpPr>
        <p:spPr>
          <a:xfrm>
            <a:off x="103696" y="672839"/>
            <a:ext cx="904030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To add in lyrics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6568B3B-EC6B-7DEA-9254-1EC1BF820A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26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1014516"/>
            <a:ext cx="7698657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dirty="0">
                <a:latin typeface="Segoe UI"/>
                <a:cs typeface="Segoe UI"/>
              </a:rPr>
              <a:t>To add in lyrics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</TotalTime>
  <Words>333</Words>
  <Application>Microsoft Office PowerPoint</Application>
  <PresentationFormat>On-screen Show (16:9)</PresentationFormat>
  <Paragraphs>81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Aptos</vt:lpstr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Tenorite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 </vt:lpstr>
      <vt:lpstr>PowerPoint Presentation</vt:lpstr>
      <vt:lpstr>Thanksgiving – Hymn No 306</vt:lpstr>
      <vt:lpstr>PowerPoint Presentation</vt:lpstr>
      <vt:lpstr>Offertory – </vt:lpstr>
      <vt:lpstr>PowerPoint Presentation</vt:lpstr>
      <vt:lpstr>PowerPoint Presentation</vt:lpstr>
      <vt:lpstr>Confession – Hymn No 473</vt:lpstr>
      <vt:lpstr>Holy Communion – Hymn No 473</vt:lpstr>
      <vt:lpstr>Holy Communion – Hymn No</vt:lpstr>
      <vt:lpstr>Holy Communion – </vt:lpstr>
      <vt:lpstr>Holy Communion – </vt:lpstr>
      <vt:lpstr>Holy Communion – Hymn No</vt:lpstr>
      <vt:lpstr>Holy Communion – Hymn No 30</vt:lpstr>
      <vt:lpstr>Holy Communion – Hymn No</vt:lpstr>
      <vt:lpstr>Holy Communion – Hymn No 26</vt:lpstr>
      <vt:lpstr>Holy Communion – </vt:lpstr>
      <vt:lpstr>Holy Communion – To add in lyrics</vt:lpstr>
      <vt:lpstr>PowerPoint Presentation</vt:lpstr>
      <vt:lpstr>Closing Hymn – 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4</cp:revision>
  <dcterms:created xsi:type="dcterms:W3CDTF">2020-09-02T02:55:07Z</dcterms:created>
  <dcterms:modified xsi:type="dcterms:W3CDTF">2025-12-16T01:32:42Z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