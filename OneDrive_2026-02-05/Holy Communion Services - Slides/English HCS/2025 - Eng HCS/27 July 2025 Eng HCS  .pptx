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theme/theme5.xml" ContentType="application/vnd.openxmlformats-officedocument.theme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3" r:id="rId2"/>
    <p:sldMasterId id="2147483744" r:id="rId3"/>
    <p:sldMasterId id="2147483757" r:id="rId4"/>
    <p:sldMasterId id="2147483770" r:id="rId5"/>
    <p:sldMasterId id="2147483783" r:id="rId6"/>
  </p:sldMasterIdLst>
  <p:notesMasterIdLst>
    <p:notesMasterId r:id="rId53"/>
  </p:notesMasterIdLst>
  <p:handoutMasterIdLst>
    <p:handoutMasterId r:id="rId54"/>
  </p:handoutMasterIdLst>
  <p:sldIdLst>
    <p:sldId id="1746" r:id="rId7"/>
    <p:sldId id="1727" r:id="rId8"/>
    <p:sldId id="813" r:id="rId9"/>
    <p:sldId id="1766" r:id="rId10"/>
    <p:sldId id="1845" r:id="rId11"/>
    <p:sldId id="1846" r:id="rId12"/>
    <p:sldId id="1847" r:id="rId13"/>
    <p:sldId id="821" r:id="rId14"/>
    <p:sldId id="851" r:id="rId15"/>
    <p:sldId id="1318" r:id="rId16"/>
    <p:sldId id="822" r:id="rId17"/>
    <p:sldId id="1848" r:id="rId18"/>
    <p:sldId id="1849" r:id="rId19"/>
    <p:sldId id="1324" r:id="rId20"/>
    <p:sldId id="823" r:id="rId21"/>
    <p:sldId id="824" r:id="rId22"/>
    <p:sldId id="1277" r:id="rId23"/>
    <p:sldId id="1388" r:id="rId24"/>
    <p:sldId id="1822" r:id="rId25"/>
    <p:sldId id="1850" r:id="rId26"/>
    <p:sldId id="1851" r:id="rId27"/>
    <p:sldId id="1852" r:id="rId28"/>
    <p:sldId id="1853" r:id="rId29"/>
    <p:sldId id="1829" r:id="rId30"/>
    <p:sldId id="1830" r:id="rId31"/>
    <p:sldId id="1855" r:id="rId32"/>
    <p:sldId id="1854" r:id="rId33"/>
    <p:sldId id="1826" r:id="rId34"/>
    <p:sldId id="1827" r:id="rId35"/>
    <p:sldId id="1862" r:id="rId36"/>
    <p:sldId id="1863" r:id="rId37"/>
    <p:sldId id="1864" r:id="rId38"/>
    <p:sldId id="1856" r:id="rId39"/>
    <p:sldId id="1857" r:id="rId40"/>
    <p:sldId id="1871" r:id="rId41"/>
    <p:sldId id="1872" r:id="rId42"/>
    <p:sldId id="1873" r:id="rId43"/>
    <p:sldId id="1858" r:id="rId44"/>
    <p:sldId id="1859" r:id="rId45"/>
    <p:sldId id="1866" r:id="rId46"/>
    <p:sldId id="1867" r:id="rId47"/>
    <p:sldId id="1860" r:id="rId48"/>
    <p:sldId id="1861" r:id="rId49"/>
    <p:sldId id="1868" r:id="rId50"/>
    <p:sldId id="820" r:id="rId51"/>
    <p:sldId id="1869" r:id="rId5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31A02"/>
    <a:srgbClr val="905562"/>
    <a:srgbClr val="B6807C"/>
    <a:srgbClr val="AE7C76"/>
    <a:srgbClr val="A1889D"/>
    <a:srgbClr val="432545"/>
    <a:srgbClr val="42475E"/>
    <a:srgbClr val="BDBCC4"/>
    <a:srgbClr val="FAC983"/>
    <a:srgbClr val="FF9F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847428-C94E-E745-7824-1AB76A6E1D92}" v="354" dt="2025-07-23T09:07:38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826" y="8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slide" Target="slides/slide44.xml"/><Relationship Id="rId55" Type="http://schemas.openxmlformats.org/officeDocument/2006/relationships/commentAuthors" Target="commentAuthor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61" Type="http://schemas.microsoft.com/office/2015/10/relationships/revisionInfo" Target="revisionInfo.xml"/><Relationship Id="rId19" Type="http://schemas.openxmlformats.org/officeDocument/2006/relationships/slide" Target="slides/slide1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slide" Target="slides/slide42.xml"/><Relationship Id="rId56" Type="http://schemas.openxmlformats.org/officeDocument/2006/relationships/presProps" Target="presProps.xml"/><Relationship Id="rId8" Type="http://schemas.openxmlformats.org/officeDocument/2006/relationships/slide" Target="slides/slide2.xml"/><Relationship Id="rId51" Type="http://schemas.openxmlformats.org/officeDocument/2006/relationships/slide" Target="slides/slide4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59" Type="http://schemas.openxmlformats.org/officeDocument/2006/relationships/tableStyles" Target="tableStyles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54" Type="http://schemas.openxmlformats.org/officeDocument/2006/relationships/handoutMaster" Target="handoutMasters/handoutMaster1.xml"/><Relationship Id="rId62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slide" Target="slides/slide43.xml"/><Relationship Id="rId57" Type="http://schemas.openxmlformats.org/officeDocument/2006/relationships/viewProps" Target="viewProps.xml"/><Relationship Id="rId10" Type="http://schemas.openxmlformats.org/officeDocument/2006/relationships/slide" Target="slides/slide4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slide" Target="slides/slide46.xml"/><Relationship Id="rId60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thia George" userId="8e4ca16d49ed6304" providerId="Windows Live" clId="Web-{FC847428-C94E-E745-7824-1AB76A6E1D92}"/>
    <pc:docChg chg="addSld delSld modSld">
      <pc:chgData name="Cynthia George" userId="8e4ca16d49ed6304" providerId="Windows Live" clId="Web-{FC847428-C94E-E745-7824-1AB76A6E1D92}" dt="2025-07-23T09:07:38.983" v="188" actId="20577"/>
      <pc:docMkLst>
        <pc:docMk/>
      </pc:docMkLst>
      <pc:sldChg chg="modSp">
        <pc:chgData name="Cynthia George" userId="8e4ca16d49ed6304" providerId="Windows Live" clId="Web-{FC847428-C94E-E745-7824-1AB76A6E1D92}" dt="2025-07-23T08:26:07.949" v="37" actId="20577"/>
        <pc:sldMkLst>
          <pc:docMk/>
          <pc:sldMk cId="140346443" sldId="822"/>
        </pc:sldMkLst>
        <pc:spChg chg="mod">
          <ac:chgData name="Cynthia George" userId="8e4ca16d49ed6304" providerId="Windows Live" clId="Web-{FC847428-C94E-E745-7824-1AB76A6E1D92}" dt="2025-07-23T08:26:07.949" v="37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Cynthia George" userId="8e4ca16d49ed6304" providerId="Windows Live" clId="Web-{FC847428-C94E-E745-7824-1AB76A6E1D92}" dt="2025-07-23T08:24:19.540" v="24" actId="20577"/>
        <pc:sldMkLst>
          <pc:docMk/>
          <pc:sldMk cId="2771250690" sldId="851"/>
        </pc:sldMkLst>
        <pc:spChg chg="mod">
          <ac:chgData name="Cynthia George" userId="8e4ca16d49ed6304" providerId="Windows Live" clId="Web-{FC847428-C94E-E745-7824-1AB76A6E1D92}" dt="2025-07-23T08:24:19.540" v="24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Cynthia George" userId="8e4ca16d49ed6304" providerId="Windows Live" clId="Web-{FC847428-C94E-E745-7824-1AB76A6E1D92}" dt="2025-07-23T09:07:38.983" v="188" actId="20577"/>
        <pc:sldMkLst>
          <pc:docMk/>
          <pc:sldMk cId="126902895" sldId="1746"/>
        </pc:sldMkLst>
        <pc:spChg chg="mod">
          <ac:chgData name="Cynthia George" userId="8e4ca16d49ed6304" providerId="Windows Live" clId="Web-{FC847428-C94E-E745-7824-1AB76A6E1D92}" dt="2025-07-23T09:07:38.983" v="188" actId="20577"/>
          <ac:spMkLst>
            <pc:docMk/>
            <pc:sldMk cId="126902895" sldId="1746"/>
            <ac:spMk id="7" creationId="{565A7DE2-A0D3-0201-4DD7-DCA2BFDB505C}"/>
          </ac:spMkLst>
        </pc:spChg>
      </pc:sldChg>
      <pc:sldChg chg="modSp">
        <pc:chgData name="Cynthia George" userId="8e4ca16d49ed6304" providerId="Windows Live" clId="Web-{FC847428-C94E-E745-7824-1AB76A6E1D92}" dt="2025-07-23T08:20:44.862" v="2" actId="20577"/>
        <pc:sldMkLst>
          <pc:docMk/>
          <pc:sldMk cId="3192769657" sldId="1766"/>
        </pc:sldMkLst>
        <pc:spChg chg="mod">
          <ac:chgData name="Cynthia George" userId="8e4ca16d49ed6304" providerId="Windows Live" clId="Web-{FC847428-C94E-E745-7824-1AB76A6E1D92}" dt="2025-07-23T08:20:44.862" v="2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modSp">
        <pc:chgData name="Cynthia George" userId="8e4ca16d49ed6304" providerId="Windows Live" clId="Web-{FC847428-C94E-E745-7824-1AB76A6E1D92}" dt="2025-07-23T08:41:35.898" v="59" actId="20577"/>
        <pc:sldMkLst>
          <pc:docMk/>
          <pc:sldMk cId="3359142403" sldId="1827"/>
        </pc:sldMkLst>
        <pc:spChg chg="mod">
          <ac:chgData name="Cynthia George" userId="8e4ca16d49ed6304" providerId="Windows Live" clId="Web-{FC847428-C94E-E745-7824-1AB76A6E1D92}" dt="2025-07-23T08:41:35.898" v="59" actId="20577"/>
          <ac:spMkLst>
            <pc:docMk/>
            <pc:sldMk cId="3359142403" sldId="1827"/>
            <ac:spMk id="9" creationId="{4536F35D-48AB-EDB2-4394-D9653B1CDDAF}"/>
          </ac:spMkLst>
        </pc:spChg>
      </pc:sldChg>
      <pc:sldChg chg="modSp">
        <pc:chgData name="Cynthia George" userId="8e4ca16d49ed6304" providerId="Windows Live" clId="Web-{FC847428-C94E-E745-7824-1AB76A6E1D92}" dt="2025-07-23T08:21:17.943" v="4" actId="20577"/>
        <pc:sldMkLst>
          <pc:docMk/>
          <pc:sldMk cId="2727815850" sldId="1845"/>
        </pc:sldMkLst>
        <pc:spChg chg="mod">
          <ac:chgData name="Cynthia George" userId="8e4ca16d49ed6304" providerId="Windows Live" clId="Web-{FC847428-C94E-E745-7824-1AB76A6E1D92}" dt="2025-07-23T08:21:17.943" v="4" actId="20577"/>
          <ac:spMkLst>
            <pc:docMk/>
            <pc:sldMk cId="2727815850" sldId="1845"/>
            <ac:spMk id="7" creationId="{BC12BBF3-2559-17C6-2B19-A1167C661C3E}"/>
          </ac:spMkLst>
        </pc:spChg>
      </pc:sldChg>
      <pc:sldChg chg="modSp">
        <pc:chgData name="Cynthia George" userId="8e4ca16d49ed6304" providerId="Windows Live" clId="Web-{FC847428-C94E-E745-7824-1AB76A6E1D92}" dt="2025-07-23T08:21:47.317" v="5" actId="20577"/>
        <pc:sldMkLst>
          <pc:docMk/>
          <pc:sldMk cId="2871942205" sldId="1846"/>
        </pc:sldMkLst>
        <pc:spChg chg="mod">
          <ac:chgData name="Cynthia George" userId="8e4ca16d49ed6304" providerId="Windows Live" clId="Web-{FC847428-C94E-E745-7824-1AB76A6E1D92}" dt="2025-07-23T08:21:47.317" v="5" actId="20577"/>
          <ac:spMkLst>
            <pc:docMk/>
            <pc:sldMk cId="2871942205" sldId="1846"/>
            <ac:spMk id="7" creationId="{5C4FB7C0-4F08-1F2D-11E1-B81C7DCB21EB}"/>
          </ac:spMkLst>
        </pc:spChg>
      </pc:sldChg>
      <pc:sldChg chg="modSp">
        <pc:chgData name="Cynthia George" userId="8e4ca16d49ed6304" providerId="Windows Live" clId="Web-{FC847428-C94E-E745-7824-1AB76A6E1D92}" dt="2025-07-23T08:22:33.302" v="9" actId="20577"/>
        <pc:sldMkLst>
          <pc:docMk/>
          <pc:sldMk cId="2056986253" sldId="1847"/>
        </pc:sldMkLst>
        <pc:spChg chg="mod">
          <ac:chgData name="Cynthia George" userId="8e4ca16d49ed6304" providerId="Windows Live" clId="Web-{FC847428-C94E-E745-7824-1AB76A6E1D92}" dt="2025-07-23T08:22:33.302" v="9" actId="20577"/>
          <ac:spMkLst>
            <pc:docMk/>
            <pc:sldMk cId="2056986253" sldId="1847"/>
            <ac:spMk id="7" creationId="{0A66DE6E-A0D0-B442-9371-0840DE0BAA3E}"/>
          </ac:spMkLst>
        </pc:spChg>
      </pc:sldChg>
      <pc:sldChg chg="modSp">
        <pc:chgData name="Cynthia George" userId="8e4ca16d49ed6304" providerId="Windows Live" clId="Web-{FC847428-C94E-E745-7824-1AB76A6E1D92}" dt="2025-07-23T08:26:51.529" v="42" actId="20577"/>
        <pc:sldMkLst>
          <pc:docMk/>
          <pc:sldMk cId="2866292097" sldId="1848"/>
        </pc:sldMkLst>
        <pc:spChg chg="mod">
          <ac:chgData name="Cynthia George" userId="8e4ca16d49ed6304" providerId="Windows Live" clId="Web-{FC847428-C94E-E745-7824-1AB76A6E1D92}" dt="2025-07-23T08:26:51.529" v="42" actId="20577"/>
          <ac:spMkLst>
            <pc:docMk/>
            <pc:sldMk cId="2866292097" sldId="1848"/>
            <ac:spMk id="10" creationId="{F25A2108-D43B-4E36-36EA-5468E99368CF}"/>
          </ac:spMkLst>
        </pc:spChg>
      </pc:sldChg>
      <pc:sldChg chg="modSp">
        <pc:chgData name="Cynthia George" userId="8e4ca16d49ed6304" providerId="Windows Live" clId="Web-{FC847428-C94E-E745-7824-1AB76A6E1D92}" dt="2025-07-23T08:28:17.609" v="51" actId="20577"/>
        <pc:sldMkLst>
          <pc:docMk/>
          <pc:sldMk cId="1132766400" sldId="1849"/>
        </pc:sldMkLst>
        <pc:spChg chg="mod">
          <ac:chgData name="Cynthia George" userId="8e4ca16d49ed6304" providerId="Windows Live" clId="Web-{FC847428-C94E-E745-7824-1AB76A6E1D92}" dt="2025-07-23T08:28:17.609" v="51" actId="20577"/>
          <ac:spMkLst>
            <pc:docMk/>
            <pc:sldMk cId="1132766400" sldId="1849"/>
            <ac:spMk id="10" creationId="{EF9BA657-1251-D117-39A0-CE0DAFA63E40}"/>
          </ac:spMkLst>
        </pc:spChg>
      </pc:sldChg>
      <pc:sldChg chg="modSp">
        <pc:chgData name="Cynthia George" userId="8e4ca16d49ed6304" providerId="Windows Live" clId="Web-{FC847428-C94E-E745-7824-1AB76A6E1D92}" dt="2025-07-23T08:34:44.011" v="53" actId="20577"/>
        <pc:sldMkLst>
          <pc:docMk/>
          <pc:sldMk cId="829751648" sldId="1852"/>
        </pc:sldMkLst>
        <pc:spChg chg="mod">
          <ac:chgData name="Cynthia George" userId="8e4ca16d49ed6304" providerId="Windows Live" clId="Web-{FC847428-C94E-E745-7824-1AB76A6E1D92}" dt="2025-07-23T08:34:44.011" v="53" actId="20577"/>
          <ac:spMkLst>
            <pc:docMk/>
            <pc:sldMk cId="829751648" sldId="1852"/>
            <ac:spMk id="3" creationId="{BBA03313-A4A2-4CAC-DDE3-BA261FEC5EBA}"/>
          </ac:spMkLst>
        </pc:spChg>
      </pc:sldChg>
      <pc:sldChg chg="modSp">
        <pc:chgData name="Cynthia George" userId="8e4ca16d49ed6304" providerId="Windows Live" clId="Web-{FC847428-C94E-E745-7824-1AB76A6E1D92}" dt="2025-07-23T08:35:11.730" v="55" actId="20577"/>
        <pc:sldMkLst>
          <pc:docMk/>
          <pc:sldMk cId="1065835665" sldId="1853"/>
        </pc:sldMkLst>
        <pc:spChg chg="mod">
          <ac:chgData name="Cynthia George" userId="8e4ca16d49ed6304" providerId="Windows Live" clId="Web-{FC847428-C94E-E745-7824-1AB76A6E1D92}" dt="2025-07-23T08:35:11.730" v="55" actId="20577"/>
          <ac:spMkLst>
            <pc:docMk/>
            <pc:sldMk cId="1065835665" sldId="1853"/>
            <ac:spMk id="3" creationId="{285D14B9-EFE7-39C3-7D20-BC3E08FE3588}"/>
          </ac:spMkLst>
        </pc:spChg>
      </pc:sldChg>
      <pc:sldChg chg="modSp">
        <pc:chgData name="Cynthia George" userId="8e4ca16d49ed6304" providerId="Windows Live" clId="Web-{FC847428-C94E-E745-7824-1AB76A6E1D92}" dt="2025-07-23T08:48:05.514" v="113" actId="20577"/>
        <pc:sldMkLst>
          <pc:docMk/>
          <pc:sldMk cId="3293755102" sldId="1857"/>
        </pc:sldMkLst>
        <pc:spChg chg="mod">
          <ac:chgData name="Cynthia George" userId="8e4ca16d49ed6304" providerId="Windows Live" clId="Web-{FC847428-C94E-E745-7824-1AB76A6E1D92}" dt="2025-07-23T08:48:05.514" v="113" actId="20577"/>
          <ac:spMkLst>
            <pc:docMk/>
            <pc:sldMk cId="3293755102" sldId="1857"/>
            <ac:spMk id="4" creationId="{2258A9CB-5F4B-9ADD-4E1B-E2EEABB94798}"/>
          </ac:spMkLst>
        </pc:spChg>
        <pc:spChg chg="mod">
          <ac:chgData name="Cynthia George" userId="8e4ca16d49ed6304" providerId="Windows Live" clId="Web-{FC847428-C94E-E745-7824-1AB76A6E1D92}" dt="2025-07-23T08:46:45.152" v="101" actId="1076"/>
          <ac:spMkLst>
            <pc:docMk/>
            <pc:sldMk cId="3293755102" sldId="1857"/>
            <ac:spMk id="9" creationId="{20382523-5A83-6DCC-FE22-D6F98D066306}"/>
          </ac:spMkLst>
        </pc:spChg>
      </pc:sldChg>
      <pc:sldChg chg="modSp">
        <pc:chgData name="Cynthia George" userId="8e4ca16d49ed6304" providerId="Windows Live" clId="Web-{FC847428-C94E-E745-7824-1AB76A6E1D92}" dt="2025-07-23T08:52:14.446" v="142" actId="20577"/>
        <pc:sldMkLst>
          <pc:docMk/>
          <pc:sldMk cId="1043272489" sldId="1859"/>
        </pc:sldMkLst>
        <pc:spChg chg="mod">
          <ac:chgData name="Cynthia George" userId="8e4ca16d49ed6304" providerId="Windows Live" clId="Web-{FC847428-C94E-E745-7824-1AB76A6E1D92}" dt="2025-07-23T08:52:14.446" v="142" actId="20577"/>
          <ac:spMkLst>
            <pc:docMk/>
            <pc:sldMk cId="1043272489" sldId="1859"/>
            <ac:spMk id="9" creationId="{728B144C-DD4D-EB9B-9E29-689BD702DFE5}"/>
          </ac:spMkLst>
        </pc:spChg>
      </pc:sldChg>
      <pc:sldChg chg="modSp">
        <pc:chgData name="Cynthia George" userId="8e4ca16d49ed6304" providerId="Windows Live" clId="Web-{FC847428-C94E-E745-7824-1AB76A6E1D92}" dt="2025-07-23T08:56:57.676" v="151" actId="20577"/>
        <pc:sldMkLst>
          <pc:docMk/>
          <pc:sldMk cId="881079037" sldId="1860"/>
        </pc:sldMkLst>
        <pc:spChg chg="mod">
          <ac:chgData name="Cynthia George" userId="8e4ca16d49ed6304" providerId="Windows Live" clId="Web-{FC847428-C94E-E745-7824-1AB76A6E1D92}" dt="2025-07-23T08:56:57.676" v="151" actId="20577"/>
          <ac:spMkLst>
            <pc:docMk/>
            <pc:sldMk cId="881079037" sldId="1860"/>
            <ac:spMk id="7" creationId="{8D4D5A84-A861-E4C7-65A9-FD4AB14B3099}"/>
          </ac:spMkLst>
        </pc:spChg>
      </pc:sldChg>
      <pc:sldChg chg="modSp">
        <pc:chgData name="Cynthia George" userId="8e4ca16d49ed6304" providerId="Windows Live" clId="Web-{FC847428-C94E-E745-7824-1AB76A6E1D92}" dt="2025-07-23T08:58:18.055" v="153" actId="20577"/>
        <pc:sldMkLst>
          <pc:docMk/>
          <pc:sldMk cId="318172805" sldId="1861"/>
        </pc:sldMkLst>
        <pc:spChg chg="mod">
          <ac:chgData name="Cynthia George" userId="8e4ca16d49ed6304" providerId="Windows Live" clId="Web-{FC847428-C94E-E745-7824-1AB76A6E1D92}" dt="2025-07-23T08:58:18.055" v="153" actId="20577"/>
          <ac:spMkLst>
            <pc:docMk/>
            <pc:sldMk cId="318172805" sldId="1861"/>
            <ac:spMk id="2" creationId="{FEA397D1-5BF5-0E0C-C161-585F35D9E1AF}"/>
          </ac:spMkLst>
        </pc:spChg>
      </pc:sldChg>
      <pc:sldChg chg="modSp">
        <pc:chgData name="Cynthia George" userId="8e4ca16d49ed6304" providerId="Windows Live" clId="Web-{FC847428-C94E-E745-7824-1AB76A6E1D92}" dt="2025-07-23T08:42:46.744" v="70" actId="20577"/>
        <pc:sldMkLst>
          <pc:docMk/>
          <pc:sldMk cId="4189276596" sldId="1862"/>
        </pc:sldMkLst>
        <pc:spChg chg="mod">
          <ac:chgData name="Cynthia George" userId="8e4ca16d49ed6304" providerId="Windows Live" clId="Web-{FC847428-C94E-E745-7824-1AB76A6E1D92}" dt="2025-07-23T08:42:46.744" v="70" actId="20577"/>
          <ac:spMkLst>
            <pc:docMk/>
            <pc:sldMk cId="4189276596" sldId="1862"/>
            <ac:spMk id="9" creationId="{DFF04A69-196C-752F-A11A-3D349F5B361D}"/>
          </ac:spMkLst>
        </pc:spChg>
      </pc:sldChg>
      <pc:sldChg chg="modSp">
        <pc:chgData name="Cynthia George" userId="8e4ca16d49ed6304" providerId="Windows Live" clId="Web-{FC847428-C94E-E745-7824-1AB76A6E1D92}" dt="2025-07-23T08:42:42.665" v="68" actId="20577"/>
        <pc:sldMkLst>
          <pc:docMk/>
          <pc:sldMk cId="2626465139" sldId="1863"/>
        </pc:sldMkLst>
        <pc:spChg chg="mod">
          <ac:chgData name="Cynthia George" userId="8e4ca16d49ed6304" providerId="Windows Live" clId="Web-{FC847428-C94E-E745-7824-1AB76A6E1D92}" dt="2025-07-23T08:42:42.665" v="68" actId="20577"/>
          <ac:spMkLst>
            <pc:docMk/>
            <pc:sldMk cId="2626465139" sldId="1863"/>
            <ac:spMk id="9" creationId="{1311B001-FBD5-A43A-0BD1-2266AB0DB03D}"/>
          </ac:spMkLst>
        </pc:spChg>
      </pc:sldChg>
      <pc:sldChg chg="modSp">
        <pc:chgData name="Cynthia George" userId="8e4ca16d49ed6304" providerId="Windows Live" clId="Web-{FC847428-C94E-E745-7824-1AB76A6E1D92}" dt="2025-07-23T08:43:24.198" v="75" actId="20577"/>
        <pc:sldMkLst>
          <pc:docMk/>
          <pc:sldMk cId="3575416462" sldId="1864"/>
        </pc:sldMkLst>
        <pc:spChg chg="mod">
          <ac:chgData name="Cynthia George" userId="8e4ca16d49ed6304" providerId="Windows Live" clId="Web-{FC847428-C94E-E745-7824-1AB76A6E1D92}" dt="2025-07-23T08:43:24.198" v="75" actId="20577"/>
          <ac:spMkLst>
            <pc:docMk/>
            <pc:sldMk cId="3575416462" sldId="1864"/>
            <ac:spMk id="9" creationId="{A76CE3D4-823B-2BD7-B37E-4CDA29017AF3}"/>
          </ac:spMkLst>
        </pc:spChg>
      </pc:sldChg>
      <pc:sldChg chg="modSp del">
        <pc:chgData name="Cynthia George" userId="8e4ca16d49ed6304" providerId="Windows Live" clId="Web-{FC847428-C94E-E745-7824-1AB76A6E1D92}" dt="2025-07-23T08:49:19.252" v="133"/>
        <pc:sldMkLst>
          <pc:docMk/>
          <pc:sldMk cId="2475465766" sldId="1865"/>
        </pc:sldMkLst>
        <pc:spChg chg="mod">
          <ac:chgData name="Cynthia George" userId="8e4ca16d49ed6304" providerId="Windows Live" clId="Web-{FC847428-C94E-E745-7824-1AB76A6E1D92}" dt="2025-07-23T08:48:58.266" v="124" actId="20577"/>
          <ac:spMkLst>
            <pc:docMk/>
            <pc:sldMk cId="2475465766" sldId="1865"/>
            <ac:spMk id="9" creationId="{8A14A842-BEE7-482B-1ADF-F5A631478747}"/>
          </ac:spMkLst>
        </pc:spChg>
      </pc:sldChg>
      <pc:sldChg chg="modSp">
        <pc:chgData name="Cynthia George" userId="8e4ca16d49ed6304" providerId="Windows Live" clId="Web-{FC847428-C94E-E745-7824-1AB76A6E1D92}" dt="2025-07-23T08:52:39.838" v="146" actId="20577"/>
        <pc:sldMkLst>
          <pc:docMk/>
          <pc:sldMk cId="3687645466" sldId="1866"/>
        </pc:sldMkLst>
        <pc:spChg chg="mod">
          <ac:chgData name="Cynthia George" userId="8e4ca16d49ed6304" providerId="Windows Live" clId="Web-{FC847428-C94E-E745-7824-1AB76A6E1D92}" dt="2025-07-23T08:52:39.838" v="146" actId="20577"/>
          <ac:spMkLst>
            <pc:docMk/>
            <pc:sldMk cId="3687645466" sldId="1866"/>
            <ac:spMk id="4" creationId="{0BD5425E-949C-86D8-369B-58E56963010F}"/>
          </ac:spMkLst>
        </pc:spChg>
        <pc:spChg chg="mod">
          <ac:chgData name="Cynthia George" userId="8e4ca16d49ed6304" providerId="Windows Live" clId="Web-{FC847428-C94E-E745-7824-1AB76A6E1D92}" dt="2025-07-23T08:52:37.353" v="145" actId="20577"/>
          <ac:spMkLst>
            <pc:docMk/>
            <pc:sldMk cId="3687645466" sldId="1866"/>
            <ac:spMk id="9" creationId="{1A32E006-5047-EA8C-7D95-7CAAF4CA04E9}"/>
          </ac:spMkLst>
        </pc:spChg>
      </pc:sldChg>
      <pc:sldChg chg="modSp">
        <pc:chgData name="Cynthia George" userId="8e4ca16d49ed6304" providerId="Windows Live" clId="Web-{FC847428-C94E-E745-7824-1AB76A6E1D92}" dt="2025-07-23T08:53:14.120" v="149" actId="20577"/>
        <pc:sldMkLst>
          <pc:docMk/>
          <pc:sldMk cId="1530635650" sldId="1867"/>
        </pc:sldMkLst>
        <pc:spChg chg="mod">
          <ac:chgData name="Cynthia George" userId="8e4ca16d49ed6304" providerId="Windows Live" clId="Web-{FC847428-C94E-E745-7824-1AB76A6E1D92}" dt="2025-07-23T08:53:14.120" v="149" actId="20577"/>
          <ac:spMkLst>
            <pc:docMk/>
            <pc:sldMk cId="1530635650" sldId="1867"/>
            <ac:spMk id="4" creationId="{CA257BD3-C6D3-4A8E-0E77-51CECB12BE7E}"/>
          </ac:spMkLst>
        </pc:spChg>
        <pc:spChg chg="mod">
          <ac:chgData name="Cynthia George" userId="8e4ca16d49ed6304" providerId="Windows Live" clId="Web-{FC847428-C94E-E745-7824-1AB76A6E1D92}" dt="2025-07-23T08:53:11.683" v="148" actId="20577"/>
          <ac:spMkLst>
            <pc:docMk/>
            <pc:sldMk cId="1530635650" sldId="1867"/>
            <ac:spMk id="9" creationId="{12377EDA-28A9-5FC5-14E8-F9BDFA6515FC}"/>
          </ac:spMkLst>
        </pc:spChg>
      </pc:sldChg>
      <pc:sldChg chg="modSp">
        <pc:chgData name="Cynthia George" userId="8e4ca16d49ed6304" providerId="Windows Live" clId="Web-{FC847428-C94E-E745-7824-1AB76A6E1D92}" dt="2025-07-23T09:00:30.482" v="160" actId="20577"/>
        <pc:sldMkLst>
          <pc:docMk/>
          <pc:sldMk cId="168504226" sldId="1868"/>
        </pc:sldMkLst>
        <pc:spChg chg="mod">
          <ac:chgData name="Cynthia George" userId="8e4ca16d49ed6304" providerId="Windows Live" clId="Web-{FC847428-C94E-E745-7824-1AB76A6E1D92}" dt="2025-07-23T08:59:40.120" v="155" actId="20577"/>
          <ac:spMkLst>
            <pc:docMk/>
            <pc:sldMk cId="168504226" sldId="1868"/>
            <ac:spMk id="2" creationId="{0B9BBA2D-CC0F-2759-BCBC-8BF5636DF8B0}"/>
          </ac:spMkLst>
        </pc:spChg>
        <pc:spChg chg="mod">
          <ac:chgData name="Cynthia George" userId="8e4ca16d49ed6304" providerId="Windows Live" clId="Web-{FC847428-C94E-E745-7824-1AB76A6E1D92}" dt="2025-07-23T09:00:30.482" v="160" actId="20577"/>
          <ac:spMkLst>
            <pc:docMk/>
            <pc:sldMk cId="168504226" sldId="1868"/>
            <ac:spMk id="9" creationId="{0CCAC802-5D7B-8509-FF77-858CB07F27C5}"/>
          </ac:spMkLst>
        </pc:spChg>
      </pc:sldChg>
      <pc:sldChg chg="modSp">
        <pc:chgData name="Cynthia George" userId="8e4ca16d49ed6304" providerId="Windows Live" clId="Web-{FC847428-C94E-E745-7824-1AB76A6E1D92}" dt="2025-07-23T09:04:21.085" v="177" actId="20577"/>
        <pc:sldMkLst>
          <pc:docMk/>
          <pc:sldMk cId="1456485608" sldId="1869"/>
        </pc:sldMkLst>
        <pc:spChg chg="mod">
          <ac:chgData name="Cynthia George" userId="8e4ca16d49ed6304" providerId="Windows Live" clId="Web-{FC847428-C94E-E745-7824-1AB76A6E1D92}" dt="2025-07-23T09:02:53.988" v="174" actId="20577"/>
          <ac:spMkLst>
            <pc:docMk/>
            <pc:sldMk cId="1456485608" sldId="1869"/>
            <ac:spMk id="4" creationId="{45E6922C-AC22-5398-575C-E49A2290F82C}"/>
          </ac:spMkLst>
        </pc:spChg>
        <pc:spChg chg="mod">
          <ac:chgData name="Cynthia George" userId="8e4ca16d49ed6304" providerId="Windows Live" clId="Web-{FC847428-C94E-E745-7824-1AB76A6E1D92}" dt="2025-07-23T09:04:21.085" v="177" actId="20577"/>
          <ac:spMkLst>
            <pc:docMk/>
            <pc:sldMk cId="1456485608" sldId="1869"/>
            <ac:spMk id="9" creationId="{31B70656-FB88-CE96-2822-C8FD37D82759}"/>
          </ac:spMkLst>
        </pc:spChg>
      </pc:sldChg>
      <pc:sldChg chg="modSp add del replId">
        <pc:chgData name="Cynthia George" userId="8e4ca16d49ed6304" providerId="Windows Live" clId="Web-{FC847428-C94E-E745-7824-1AB76A6E1D92}" dt="2025-07-23T08:48:14.374" v="114"/>
        <pc:sldMkLst>
          <pc:docMk/>
          <pc:sldMk cId="1299518507" sldId="1870"/>
        </pc:sldMkLst>
        <pc:spChg chg="mod">
          <ac:chgData name="Cynthia George" userId="8e4ca16d49ed6304" providerId="Windows Live" clId="Web-{FC847428-C94E-E745-7824-1AB76A6E1D92}" dt="2025-07-23T08:47:06.715" v="104" actId="20577"/>
          <ac:spMkLst>
            <pc:docMk/>
            <pc:sldMk cId="1299518507" sldId="1870"/>
            <ac:spMk id="9" creationId="{14FB8207-F1D7-1DEE-D02C-EB691B93FDF1}"/>
          </ac:spMkLst>
        </pc:spChg>
      </pc:sldChg>
      <pc:sldChg chg="modSp add replId">
        <pc:chgData name="Cynthia George" userId="8e4ca16d49ed6304" providerId="Windows Live" clId="Web-{FC847428-C94E-E745-7824-1AB76A6E1D92}" dt="2025-07-23T08:50:16.176" v="136" actId="20577"/>
        <pc:sldMkLst>
          <pc:docMk/>
          <pc:sldMk cId="484376143" sldId="1871"/>
        </pc:sldMkLst>
        <pc:spChg chg="mod">
          <ac:chgData name="Cynthia George" userId="8e4ca16d49ed6304" providerId="Windows Live" clId="Web-{FC847428-C94E-E745-7824-1AB76A6E1D92}" dt="2025-07-23T08:47:56.608" v="112" actId="20577"/>
          <ac:spMkLst>
            <pc:docMk/>
            <pc:sldMk cId="484376143" sldId="1871"/>
            <ac:spMk id="4" creationId="{3158220D-E76C-04D1-DD6F-F7001999E09C}"/>
          </ac:spMkLst>
        </pc:spChg>
        <pc:spChg chg="mod">
          <ac:chgData name="Cynthia George" userId="8e4ca16d49ed6304" providerId="Windows Live" clId="Web-{FC847428-C94E-E745-7824-1AB76A6E1D92}" dt="2025-07-23T08:50:16.176" v="136" actId="20577"/>
          <ac:spMkLst>
            <pc:docMk/>
            <pc:sldMk cId="484376143" sldId="1871"/>
            <ac:spMk id="9" creationId="{D7A303D6-9E6F-9D06-1563-E53C25103E70}"/>
          </ac:spMkLst>
        </pc:spChg>
      </pc:sldChg>
      <pc:sldChg chg="modSp add replId">
        <pc:chgData name="Cynthia George" userId="8e4ca16d49ed6304" providerId="Windows Live" clId="Web-{FC847428-C94E-E745-7824-1AB76A6E1D92}" dt="2025-07-23T08:48:46.641" v="121" actId="20577"/>
        <pc:sldMkLst>
          <pc:docMk/>
          <pc:sldMk cId="3097206784" sldId="1872"/>
        </pc:sldMkLst>
        <pc:spChg chg="mod">
          <ac:chgData name="Cynthia George" userId="8e4ca16d49ed6304" providerId="Windows Live" clId="Web-{FC847428-C94E-E745-7824-1AB76A6E1D92}" dt="2025-07-23T08:48:46.641" v="121" actId="20577"/>
          <ac:spMkLst>
            <pc:docMk/>
            <pc:sldMk cId="3097206784" sldId="1872"/>
            <ac:spMk id="4" creationId="{C6347493-193E-EF31-BDB4-48C067F365DD}"/>
          </ac:spMkLst>
        </pc:spChg>
        <pc:spChg chg="mod">
          <ac:chgData name="Cynthia George" userId="8e4ca16d49ed6304" providerId="Windows Live" clId="Web-{FC847428-C94E-E745-7824-1AB76A6E1D92}" dt="2025-07-23T08:48:44.328" v="120" actId="20577"/>
          <ac:spMkLst>
            <pc:docMk/>
            <pc:sldMk cId="3097206784" sldId="1872"/>
            <ac:spMk id="9" creationId="{19470B12-6C09-FC2B-ED60-6ADCC45347F1}"/>
          </ac:spMkLst>
        </pc:spChg>
      </pc:sldChg>
      <pc:sldChg chg="modSp add replId">
        <pc:chgData name="Cynthia George" userId="8e4ca16d49ed6304" providerId="Windows Live" clId="Web-{FC847428-C94E-E745-7824-1AB76A6E1D92}" dt="2025-07-23T08:51:19.178" v="140" actId="20577"/>
        <pc:sldMkLst>
          <pc:docMk/>
          <pc:sldMk cId="639542134" sldId="1873"/>
        </pc:sldMkLst>
        <pc:spChg chg="mod">
          <ac:chgData name="Cynthia George" userId="8e4ca16d49ed6304" providerId="Windows Live" clId="Web-{FC847428-C94E-E745-7824-1AB76A6E1D92}" dt="2025-07-23T08:49:23.705" v="134" actId="20577"/>
          <ac:spMkLst>
            <pc:docMk/>
            <pc:sldMk cId="639542134" sldId="1873"/>
            <ac:spMk id="4" creationId="{3934C5C8-5746-F6B0-F632-D927B007AE7D}"/>
          </ac:spMkLst>
        </pc:spChg>
        <pc:spChg chg="mod">
          <ac:chgData name="Cynthia George" userId="8e4ca16d49ed6304" providerId="Windows Live" clId="Web-{FC847428-C94E-E745-7824-1AB76A6E1D92}" dt="2025-07-23T08:51:19.178" v="140" actId="20577"/>
          <ac:spMkLst>
            <pc:docMk/>
            <pc:sldMk cId="639542134" sldId="1873"/>
            <ac:spMk id="9" creationId="{B0F50979-1C84-0B8F-7FEA-BEAE701AFFBF}"/>
          </ac:spMkLst>
        </pc:spChg>
      </pc:sldChg>
    </pc:docChg>
  </pc:docChgLst>
  <pc:docChgLst>
    <pc:chgData name="Cynthia George" userId="8e4ca16d49ed6304" providerId="LiveId" clId="{2A4908BF-F724-4A16-B18C-57E4CCD4A7AF}"/>
    <pc:docChg chg="undo custSel addSld delSld modSld sldOrd">
      <pc:chgData name="Cynthia George" userId="8e4ca16d49ed6304" providerId="LiveId" clId="{2A4908BF-F724-4A16-B18C-57E4CCD4A7AF}" dt="2025-07-22T15:26:44.998" v="991" actId="15"/>
      <pc:docMkLst>
        <pc:docMk/>
      </pc:docMkLst>
      <pc:sldChg chg="modSp mod">
        <pc:chgData name="Cynthia George" userId="8e4ca16d49ed6304" providerId="LiveId" clId="{2A4908BF-F724-4A16-B18C-57E4CCD4A7AF}" dt="2025-07-22T13:17:38.271" v="38" actId="20577"/>
        <pc:sldMkLst>
          <pc:docMk/>
          <pc:sldMk cId="717388547" sldId="813"/>
        </pc:sldMkLst>
        <pc:spChg chg="mod">
          <ac:chgData name="Cynthia George" userId="8e4ca16d49ed6304" providerId="LiveId" clId="{2A4908BF-F724-4A16-B18C-57E4CCD4A7AF}" dt="2025-07-22T13:17:38.271" v="38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 mod">
        <pc:chgData name="Cynthia George" userId="8e4ca16d49ed6304" providerId="LiveId" clId="{2A4908BF-F724-4A16-B18C-57E4CCD4A7AF}" dt="2025-07-22T15:15:03.595" v="754" actId="20577"/>
        <pc:sldMkLst>
          <pc:docMk/>
          <pc:sldMk cId="3071323988" sldId="820"/>
        </pc:sldMkLst>
        <pc:spChg chg="mod">
          <ac:chgData name="Cynthia George" userId="8e4ca16d49ed6304" providerId="LiveId" clId="{2A4908BF-F724-4A16-B18C-57E4CCD4A7AF}" dt="2025-07-22T15:15:03.595" v="754" actId="20577"/>
          <ac:spMkLst>
            <pc:docMk/>
            <pc:sldMk cId="3071323988" sldId="820"/>
            <ac:spMk id="2" creationId="{DCF3B4DD-D28E-D949-A750-E7C0BC73DB23}"/>
          </ac:spMkLst>
        </pc:spChg>
      </pc:sldChg>
      <pc:sldChg chg="modSp mod">
        <pc:chgData name="Cynthia George" userId="8e4ca16d49ed6304" providerId="LiveId" clId="{2A4908BF-F724-4A16-B18C-57E4CCD4A7AF}" dt="2025-07-22T14:53:25.221" v="616" actId="207"/>
        <pc:sldMkLst>
          <pc:docMk/>
          <pc:sldMk cId="140346443" sldId="822"/>
        </pc:sldMkLst>
        <pc:spChg chg="mod">
          <ac:chgData name="Cynthia George" userId="8e4ca16d49ed6304" providerId="LiveId" clId="{2A4908BF-F724-4A16-B18C-57E4CCD4A7AF}" dt="2025-07-22T14:42:28.639" v="461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Cynthia George" userId="8e4ca16d49ed6304" providerId="LiveId" clId="{2A4908BF-F724-4A16-B18C-57E4CCD4A7AF}" dt="2025-07-22T14:53:25.221" v="616" actId="207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Cynthia George" userId="8e4ca16d49ed6304" providerId="LiveId" clId="{2A4908BF-F724-4A16-B18C-57E4CCD4A7AF}" dt="2025-07-22T13:35:11.372" v="233" actId="1035"/>
          <ac:spMkLst>
            <pc:docMk/>
            <pc:sldMk cId="140346443" sldId="822"/>
            <ac:spMk id="10" creationId="{60127C6D-3342-C831-3981-C5030CF3B941}"/>
          </ac:spMkLst>
        </pc:spChg>
      </pc:sldChg>
      <pc:sldChg chg="modSp mod">
        <pc:chgData name="Cynthia George" userId="8e4ca16d49ed6304" providerId="LiveId" clId="{2A4908BF-F724-4A16-B18C-57E4CCD4A7AF}" dt="2025-07-22T15:22:47.349" v="968" actId="255"/>
        <pc:sldMkLst>
          <pc:docMk/>
          <pc:sldMk cId="2771250690" sldId="851"/>
        </pc:sldMkLst>
        <pc:spChg chg="mod">
          <ac:chgData name="Cynthia George" userId="8e4ca16d49ed6304" providerId="LiveId" clId="{2A4908BF-F724-4A16-B18C-57E4CCD4A7AF}" dt="2025-07-22T15:22:47.349" v="968" actId="255"/>
          <ac:spMkLst>
            <pc:docMk/>
            <pc:sldMk cId="2771250690" sldId="851"/>
            <ac:spMk id="8" creationId="{9BADF726-2AAD-85FD-9A5C-793E45C4B3F2}"/>
          </ac:spMkLst>
        </pc:spChg>
      </pc:sldChg>
      <pc:sldChg chg="del">
        <pc:chgData name="Cynthia George" userId="8e4ca16d49ed6304" providerId="LiveId" clId="{2A4908BF-F724-4A16-B18C-57E4CCD4A7AF}" dt="2025-07-22T13:57:05.487" v="300" actId="47"/>
        <pc:sldMkLst>
          <pc:docMk/>
          <pc:sldMk cId="1180184608" sldId="1201"/>
        </pc:sldMkLst>
      </pc:sldChg>
      <pc:sldChg chg="modSp mod">
        <pc:chgData name="Cynthia George" userId="8e4ca16d49ed6304" providerId="LiveId" clId="{2A4908BF-F724-4A16-B18C-57E4CCD4A7AF}" dt="2025-07-22T15:23:44.252" v="969" actId="15"/>
        <pc:sldMkLst>
          <pc:docMk/>
          <pc:sldMk cId="858007124" sldId="1277"/>
        </pc:sldMkLst>
        <pc:spChg chg="mod">
          <ac:chgData name="Cynthia George" userId="8e4ca16d49ed6304" providerId="LiveId" clId="{2A4908BF-F724-4A16-B18C-57E4CCD4A7AF}" dt="2025-07-22T14:43:17.318" v="467" actId="20577"/>
          <ac:spMkLst>
            <pc:docMk/>
            <pc:sldMk cId="858007124" sldId="1277"/>
            <ac:spMk id="2" creationId="{1DA63A6A-450D-4603-B02C-80F270CA1D46}"/>
          </ac:spMkLst>
        </pc:spChg>
        <pc:spChg chg="mod">
          <ac:chgData name="Cynthia George" userId="8e4ca16d49ed6304" providerId="LiveId" clId="{2A4908BF-F724-4A16-B18C-57E4CCD4A7AF}" dt="2025-07-22T15:23:44.252" v="969" actId="15"/>
          <ac:spMkLst>
            <pc:docMk/>
            <pc:sldMk cId="858007124" sldId="1277"/>
            <ac:spMk id="9" creationId="{77D26A61-1743-44DF-CA31-DEC2E46F5D13}"/>
          </ac:spMkLst>
        </pc:spChg>
      </pc:sldChg>
      <pc:sldChg chg="ord">
        <pc:chgData name="Cynthia George" userId="8e4ca16d49ed6304" providerId="LiveId" clId="{2A4908BF-F724-4A16-B18C-57E4CCD4A7AF}" dt="2025-07-22T13:36:15.782" v="237"/>
        <pc:sldMkLst>
          <pc:docMk/>
          <pc:sldMk cId="863631806" sldId="1324"/>
        </pc:sldMkLst>
      </pc:sldChg>
      <pc:sldChg chg="modSp mod">
        <pc:chgData name="Cynthia George" userId="8e4ca16d49ed6304" providerId="LiveId" clId="{2A4908BF-F724-4A16-B18C-57E4CCD4A7AF}" dt="2025-07-22T14:35:14.409" v="393" actId="20577"/>
        <pc:sldMkLst>
          <pc:docMk/>
          <pc:sldMk cId="4765592" sldId="1388"/>
        </pc:sldMkLst>
        <pc:spChg chg="mod">
          <ac:chgData name="Cynthia George" userId="8e4ca16d49ed6304" providerId="LiveId" clId="{2A4908BF-F724-4A16-B18C-57E4CCD4A7AF}" dt="2025-07-22T14:35:14.409" v="393" actId="20577"/>
          <ac:spMkLst>
            <pc:docMk/>
            <pc:sldMk cId="4765592" sldId="1388"/>
            <ac:spMk id="10" creationId="{72CE8160-C300-EF1E-99A5-B7E63749C27F}"/>
          </ac:spMkLst>
        </pc:spChg>
      </pc:sldChg>
      <pc:sldChg chg="del">
        <pc:chgData name="Cynthia George" userId="8e4ca16d49ed6304" providerId="LiveId" clId="{2A4908BF-F724-4A16-B18C-57E4CCD4A7AF}" dt="2025-07-22T13:57:05.487" v="300" actId="47"/>
        <pc:sldMkLst>
          <pc:docMk/>
          <pc:sldMk cId="2170825706" sldId="1679"/>
        </pc:sldMkLst>
      </pc:sldChg>
      <pc:sldChg chg="del">
        <pc:chgData name="Cynthia George" userId="8e4ca16d49ed6304" providerId="LiveId" clId="{2A4908BF-F724-4A16-B18C-57E4CCD4A7AF}" dt="2025-07-22T13:57:10.177" v="301" actId="47"/>
        <pc:sldMkLst>
          <pc:docMk/>
          <pc:sldMk cId="4000831199" sldId="1731"/>
        </pc:sldMkLst>
      </pc:sldChg>
      <pc:sldChg chg="del">
        <pc:chgData name="Cynthia George" userId="8e4ca16d49ed6304" providerId="LiveId" clId="{2A4908BF-F724-4A16-B18C-57E4CCD4A7AF}" dt="2025-07-22T13:56:40.813" v="295" actId="47"/>
        <pc:sldMkLst>
          <pc:docMk/>
          <pc:sldMk cId="2508267009" sldId="1732"/>
        </pc:sldMkLst>
      </pc:sldChg>
      <pc:sldChg chg="del">
        <pc:chgData name="Cynthia George" userId="8e4ca16d49ed6304" providerId="LiveId" clId="{2A4908BF-F724-4A16-B18C-57E4CCD4A7AF}" dt="2025-07-22T13:56:01.921" v="294" actId="47"/>
        <pc:sldMkLst>
          <pc:docMk/>
          <pc:sldMk cId="3572170097" sldId="1733"/>
        </pc:sldMkLst>
      </pc:sldChg>
      <pc:sldChg chg="modSp mod">
        <pc:chgData name="Cynthia George" userId="8e4ca16d49ed6304" providerId="LiveId" clId="{2A4908BF-F724-4A16-B18C-57E4CCD4A7AF}" dt="2025-07-22T15:20:40.414" v="961" actId="20577"/>
        <pc:sldMkLst>
          <pc:docMk/>
          <pc:sldMk cId="3192769657" sldId="1766"/>
        </pc:sldMkLst>
        <pc:spChg chg="mod">
          <ac:chgData name="Cynthia George" userId="8e4ca16d49ed6304" providerId="LiveId" clId="{2A4908BF-F724-4A16-B18C-57E4CCD4A7AF}" dt="2025-07-22T15:20:40.414" v="961" actId="20577"/>
          <ac:spMkLst>
            <pc:docMk/>
            <pc:sldMk cId="3192769657" sldId="1766"/>
            <ac:spMk id="2" creationId="{E0685611-F8C0-7B58-25FF-103D1B8382DF}"/>
          </ac:spMkLst>
        </pc:spChg>
        <pc:spChg chg="mod">
          <ac:chgData name="Cynthia George" userId="8e4ca16d49ed6304" providerId="LiveId" clId="{2A4908BF-F724-4A16-B18C-57E4CCD4A7AF}" dt="2025-07-22T13:14:26.525" v="27" actId="15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Cynthia George" userId="8e4ca16d49ed6304" providerId="LiveId" clId="{2A4908BF-F724-4A16-B18C-57E4CCD4A7AF}" dt="2025-07-22T13:39:06.850" v="244" actId="47"/>
        <pc:sldMkLst>
          <pc:docMk/>
          <pc:sldMk cId="3522130888" sldId="1820"/>
        </pc:sldMkLst>
      </pc:sldChg>
      <pc:sldChg chg="del">
        <pc:chgData name="Cynthia George" userId="8e4ca16d49ed6304" providerId="LiveId" clId="{2A4908BF-F724-4A16-B18C-57E4CCD4A7AF}" dt="2025-07-22T13:39:06.850" v="244" actId="47"/>
        <pc:sldMkLst>
          <pc:docMk/>
          <pc:sldMk cId="868802733" sldId="1821"/>
        </pc:sldMkLst>
      </pc:sldChg>
      <pc:sldChg chg="addSp delSp modSp mod">
        <pc:chgData name="Cynthia George" userId="8e4ca16d49ed6304" providerId="LiveId" clId="{2A4908BF-F724-4A16-B18C-57E4CCD4A7AF}" dt="2025-07-22T15:23:55.628" v="970" actId="15"/>
        <pc:sldMkLst>
          <pc:docMk/>
          <pc:sldMk cId="1254139428" sldId="1822"/>
        </pc:sldMkLst>
        <pc:spChg chg="mod">
          <ac:chgData name="Cynthia George" userId="8e4ca16d49ed6304" providerId="LiveId" clId="{2A4908BF-F724-4A16-B18C-57E4CCD4A7AF}" dt="2025-07-22T14:35:29.302" v="394"/>
          <ac:spMkLst>
            <pc:docMk/>
            <pc:sldMk cId="1254139428" sldId="1822"/>
            <ac:spMk id="2" creationId="{19B9627D-C9E5-7A27-D868-BB4004190B76}"/>
          </ac:spMkLst>
        </pc:spChg>
        <pc:spChg chg="add mod">
          <ac:chgData name="Cynthia George" userId="8e4ca16d49ed6304" providerId="LiveId" clId="{2A4908BF-F724-4A16-B18C-57E4CCD4A7AF}" dt="2025-07-22T15:23:55.628" v="970" actId="15"/>
          <ac:spMkLst>
            <pc:docMk/>
            <pc:sldMk cId="1254139428" sldId="1822"/>
            <ac:spMk id="3" creationId="{962F3730-7E01-8199-833F-404C797A8AAD}"/>
          </ac:spMkLst>
        </pc:spChg>
        <pc:spChg chg="mod">
          <ac:chgData name="Cynthia George" userId="8e4ca16d49ed6304" providerId="LiveId" clId="{2A4908BF-F724-4A16-B18C-57E4CCD4A7AF}" dt="2025-07-22T13:51:53.070" v="258" actId="20577"/>
          <ac:spMkLst>
            <pc:docMk/>
            <pc:sldMk cId="1254139428" sldId="1822"/>
            <ac:spMk id="4" creationId="{108826D6-D5E7-8E29-8447-D3F82C0FBEBF}"/>
          </ac:spMkLst>
        </pc:spChg>
        <pc:spChg chg="del">
          <ac:chgData name="Cynthia George" userId="8e4ca16d49ed6304" providerId="LiveId" clId="{2A4908BF-F724-4A16-B18C-57E4CCD4A7AF}" dt="2025-07-22T13:51:11.958" v="255" actId="478"/>
          <ac:spMkLst>
            <pc:docMk/>
            <pc:sldMk cId="1254139428" sldId="1822"/>
            <ac:spMk id="9" creationId="{0F7C102F-13B3-1A9E-D418-ED66989233A2}"/>
          </ac:spMkLst>
        </pc:spChg>
      </pc:sldChg>
      <pc:sldChg chg="del">
        <pc:chgData name="Cynthia George" userId="8e4ca16d49ed6304" providerId="LiveId" clId="{2A4908BF-F724-4A16-B18C-57E4CCD4A7AF}" dt="2025-07-22T14:37:17.158" v="409" actId="47"/>
        <pc:sldMkLst>
          <pc:docMk/>
          <pc:sldMk cId="2365198718" sldId="1824"/>
        </pc:sldMkLst>
      </pc:sldChg>
      <pc:sldChg chg="del">
        <pc:chgData name="Cynthia George" userId="8e4ca16d49ed6304" providerId="LiveId" clId="{2A4908BF-F724-4A16-B18C-57E4CCD4A7AF}" dt="2025-07-22T14:37:18.890" v="410" actId="47"/>
        <pc:sldMkLst>
          <pc:docMk/>
          <pc:sldMk cId="1139427356" sldId="1825"/>
        </pc:sldMkLst>
      </pc:sldChg>
      <pc:sldChg chg="modSp mod">
        <pc:chgData name="Cynthia George" userId="8e4ca16d49ed6304" providerId="LiveId" clId="{2A4908BF-F724-4A16-B18C-57E4CCD4A7AF}" dt="2025-07-22T14:51:12.749" v="605" actId="20577"/>
        <pc:sldMkLst>
          <pc:docMk/>
          <pc:sldMk cId="2406581127" sldId="1826"/>
        </pc:sldMkLst>
        <pc:spChg chg="mod">
          <ac:chgData name="Cynthia George" userId="8e4ca16d49ed6304" providerId="LiveId" clId="{2A4908BF-F724-4A16-B18C-57E4CCD4A7AF}" dt="2025-07-22T14:51:12.749" v="605" actId="20577"/>
          <ac:spMkLst>
            <pc:docMk/>
            <pc:sldMk cId="2406581127" sldId="1826"/>
            <ac:spMk id="7" creationId="{F5DD54E3-DC06-0B2F-B4DC-3A634421A604}"/>
          </ac:spMkLst>
        </pc:spChg>
      </pc:sldChg>
      <pc:sldChg chg="modSp mod">
        <pc:chgData name="Cynthia George" userId="8e4ca16d49ed6304" providerId="LiveId" clId="{2A4908BF-F724-4A16-B18C-57E4CCD4A7AF}" dt="2025-07-22T15:25:15.106" v="981" actId="15"/>
        <pc:sldMkLst>
          <pc:docMk/>
          <pc:sldMk cId="3359142403" sldId="1827"/>
        </pc:sldMkLst>
        <pc:spChg chg="mod">
          <ac:chgData name="Cynthia George" userId="8e4ca16d49ed6304" providerId="LiveId" clId="{2A4908BF-F724-4A16-B18C-57E4CCD4A7AF}" dt="2025-07-22T14:51:06.255" v="599" actId="20577"/>
          <ac:spMkLst>
            <pc:docMk/>
            <pc:sldMk cId="3359142403" sldId="1827"/>
            <ac:spMk id="2" creationId="{C12247C4-7A0E-CA01-D3F5-C5DDF9F128FF}"/>
          </ac:spMkLst>
        </pc:spChg>
        <pc:spChg chg="mod">
          <ac:chgData name="Cynthia George" userId="8e4ca16d49ed6304" providerId="LiveId" clId="{2A4908BF-F724-4A16-B18C-57E4CCD4A7AF}" dt="2025-07-22T14:55:33.749" v="632" actId="20577"/>
          <ac:spMkLst>
            <pc:docMk/>
            <pc:sldMk cId="3359142403" sldId="1827"/>
            <ac:spMk id="4" creationId="{518E5F5E-AFCD-CA89-E3DF-EB5B7465010C}"/>
          </ac:spMkLst>
        </pc:spChg>
        <pc:spChg chg="mod">
          <ac:chgData name="Cynthia George" userId="8e4ca16d49ed6304" providerId="LiveId" clId="{2A4908BF-F724-4A16-B18C-57E4CCD4A7AF}" dt="2025-07-22T15:25:15.106" v="981" actId="15"/>
          <ac:spMkLst>
            <pc:docMk/>
            <pc:sldMk cId="3359142403" sldId="1827"/>
            <ac:spMk id="9" creationId="{4536F35D-48AB-EDB2-4394-D9653B1CDDAF}"/>
          </ac:spMkLst>
        </pc:spChg>
      </pc:sldChg>
      <pc:sldChg chg="del">
        <pc:chgData name="Cynthia George" userId="8e4ca16d49ed6304" providerId="LiveId" clId="{2A4908BF-F724-4A16-B18C-57E4CCD4A7AF}" dt="2025-07-22T14:44:08.012" v="468" actId="47"/>
        <pc:sldMkLst>
          <pc:docMk/>
          <pc:sldMk cId="412338204" sldId="1828"/>
        </pc:sldMkLst>
      </pc:sldChg>
      <pc:sldChg chg="modSp mod">
        <pc:chgData name="Cynthia George" userId="8e4ca16d49ed6304" providerId="LiveId" clId="{2A4908BF-F724-4A16-B18C-57E4CCD4A7AF}" dt="2025-07-22T14:34:42.010" v="381" actId="20577"/>
        <pc:sldMkLst>
          <pc:docMk/>
          <pc:sldMk cId="2684712631" sldId="1829"/>
        </pc:sldMkLst>
        <pc:spChg chg="mod">
          <ac:chgData name="Cynthia George" userId="8e4ca16d49ed6304" providerId="LiveId" clId="{2A4908BF-F724-4A16-B18C-57E4CCD4A7AF}" dt="2025-07-22T14:34:42.010" v="381" actId="20577"/>
          <ac:spMkLst>
            <pc:docMk/>
            <pc:sldMk cId="2684712631" sldId="1829"/>
            <ac:spMk id="7" creationId="{E5F1EFE9-2C7F-FD9E-A1D1-0E4FBADF90C4}"/>
          </ac:spMkLst>
        </pc:spChg>
      </pc:sldChg>
      <pc:sldChg chg="modSp mod">
        <pc:chgData name="Cynthia George" userId="8e4ca16d49ed6304" providerId="LiveId" clId="{2A4908BF-F724-4A16-B18C-57E4CCD4A7AF}" dt="2025-07-22T14:41:00.482" v="452" actId="313"/>
        <pc:sldMkLst>
          <pc:docMk/>
          <pc:sldMk cId="1880725329" sldId="1830"/>
        </pc:sldMkLst>
        <pc:spChg chg="mod">
          <ac:chgData name="Cynthia George" userId="8e4ca16d49ed6304" providerId="LiveId" clId="{2A4908BF-F724-4A16-B18C-57E4CCD4A7AF}" dt="2025-07-22T14:36:41.631" v="406" actId="20577"/>
          <ac:spMkLst>
            <pc:docMk/>
            <pc:sldMk cId="1880725329" sldId="1830"/>
            <ac:spMk id="2" creationId="{A9F8AD01-0F67-C3AF-1AAF-11248472D921}"/>
          </ac:spMkLst>
        </pc:spChg>
        <pc:spChg chg="mod">
          <ac:chgData name="Cynthia George" userId="8e4ca16d49ed6304" providerId="LiveId" clId="{2A4908BF-F724-4A16-B18C-57E4CCD4A7AF}" dt="2025-07-22T14:41:00.482" v="452" actId="313"/>
          <ac:spMkLst>
            <pc:docMk/>
            <pc:sldMk cId="1880725329" sldId="1830"/>
            <ac:spMk id="9" creationId="{FDE1DB4F-C217-2890-DB3F-D9D8888A471B}"/>
          </ac:spMkLst>
        </pc:spChg>
      </pc:sldChg>
      <pc:sldChg chg="del">
        <pc:chgData name="Cynthia George" userId="8e4ca16d49ed6304" providerId="LiveId" clId="{2A4908BF-F724-4A16-B18C-57E4CCD4A7AF}" dt="2025-07-22T13:52:02.543" v="259" actId="47"/>
        <pc:sldMkLst>
          <pc:docMk/>
          <pc:sldMk cId="52966656" sldId="1832"/>
        </pc:sldMkLst>
      </pc:sldChg>
      <pc:sldChg chg="del">
        <pc:chgData name="Cynthia George" userId="8e4ca16d49ed6304" providerId="LiveId" clId="{2A4908BF-F724-4A16-B18C-57E4CCD4A7AF}" dt="2025-07-22T13:52:02.543" v="259" actId="47"/>
        <pc:sldMkLst>
          <pc:docMk/>
          <pc:sldMk cId="827100732" sldId="1834"/>
        </pc:sldMkLst>
      </pc:sldChg>
      <pc:sldChg chg="del">
        <pc:chgData name="Cynthia George" userId="8e4ca16d49ed6304" providerId="LiveId" clId="{2A4908BF-F724-4A16-B18C-57E4CCD4A7AF}" dt="2025-07-22T13:56:43.033" v="296" actId="47"/>
        <pc:sldMkLst>
          <pc:docMk/>
          <pc:sldMk cId="1268694252" sldId="1835"/>
        </pc:sldMkLst>
      </pc:sldChg>
      <pc:sldChg chg="del">
        <pc:chgData name="Cynthia George" userId="8e4ca16d49ed6304" providerId="LiveId" clId="{2A4908BF-F724-4A16-B18C-57E4CCD4A7AF}" dt="2025-07-22T13:57:00.099" v="299" actId="47"/>
        <pc:sldMkLst>
          <pc:docMk/>
          <pc:sldMk cId="3549055345" sldId="1836"/>
        </pc:sldMkLst>
      </pc:sldChg>
      <pc:sldChg chg="del">
        <pc:chgData name="Cynthia George" userId="8e4ca16d49ed6304" providerId="LiveId" clId="{2A4908BF-F724-4A16-B18C-57E4CCD4A7AF}" dt="2025-07-22T13:57:00.099" v="299" actId="47"/>
        <pc:sldMkLst>
          <pc:docMk/>
          <pc:sldMk cId="3231559123" sldId="1837"/>
        </pc:sldMkLst>
      </pc:sldChg>
      <pc:sldChg chg="del">
        <pc:chgData name="Cynthia George" userId="8e4ca16d49ed6304" providerId="LiveId" clId="{2A4908BF-F724-4A16-B18C-57E4CCD4A7AF}" dt="2025-07-22T13:57:00.099" v="299" actId="47"/>
        <pc:sldMkLst>
          <pc:docMk/>
          <pc:sldMk cId="1631829471" sldId="1838"/>
        </pc:sldMkLst>
      </pc:sldChg>
      <pc:sldChg chg="del">
        <pc:chgData name="Cynthia George" userId="8e4ca16d49ed6304" providerId="LiveId" clId="{2A4908BF-F724-4A16-B18C-57E4CCD4A7AF}" dt="2025-07-22T13:57:00.099" v="299" actId="47"/>
        <pc:sldMkLst>
          <pc:docMk/>
          <pc:sldMk cId="2327211695" sldId="1839"/>
        </pc:sldMkLst>
      </pc:sldChg>
      <pc:sldChg chg="del">
        <pc:chgData name="Cynthia George" userId="8e4ca16d49ed6304" providerId="LiveId" clId="{2A4908BF-F724-4A16-B18C-57E4CCD4A7AF}" dt="2025-07-22T13:56:49.497" v="297" actId="47"/>
        <pc:sldMkLst>
          <pc:docMk/>
          <pc:sldMk cId="612833064" sldId="1840"/>
        </pc:sldMkLst>
      </pc:sldChg>
      <pc:sldChg chg="del">
        <pc:chgData name="Cynthia George" userId="8e4ca16d49ed6304" providerId="LiveId" clId="{2A4908BF-F724-4A16-B18C-57E4CCD4A7AF}" dt="2025-07-22T13:57:05.487" v="300" actId="47"/>
        <pc:sldMkLst>
          <pc:docMk/>
          <pc:sldMk cId="2426100198" sldId="1841"/>
        </pc:sldMkLst>
      </pc:sldChg>
      <pc:sldChg chg="del">
        <pc:chgData name="Cynthia George" userId="8e4ca16d49ed6304" providerId="LiveId" clId="{2A4908BF-F724-4A16-B18C-57E4CCD4A7AF}" dt="2025-07-22T13:57:05.487" v="300" actId="47"/>
        <pc:sldMkLst>
          <pc:docMk/>
          <pc:sldMk cId="993714335" sldId="1842"/>
        </pc:sldMkLst>
      </pc:sldChg>
      <pc:sldChg chg="del">
        <pc:chgData name="Cynthia George" userId="8e4ca16d49ed6304" providerId="LiveId" clId="{2A4908BF-F724-4A16-B18C-57E4CCD4A7AF}" dt="2025-07-22T13:57:05.487" v="300" actId="47"/>
        <pc:sldMkLst>
          <pc:docMk/>
          <pc:sldMk cId="3071096890" sldId="1843"/>
        </pc:sldMkLst>
      </pc:sldChg>
      <pc:sldChg chg="del">
        <pc:chgData name="Cynthia George" userId="8e4ca16d49ed6304" providerId="LiveId" clId="{2A4908BF-F724-4A16-B18C-57E4CCD4A7AF}" dt="2025-07-22T13:56:53.192" v="298" actId="47"/>
        <pc:sldMkLst>
          <pc:docMk/>
          <pc:sldMk cId="2715465326" sldId="1844"/>
        </pc:sldMkLst>
      </pc:sldChg>
      <pc:sldChg chg="modSp mod">
        <pc:chgData name="Cynthia George" userId="8e4ca16d49ed6304" providerId="LiveId" clId="{2A4908BF-F724-4A16-B18C-57E4CCD4A7AF}" dt="2025-07-22T15:21:11.052" v="962"/>
        <pc:sldMkLst>
          <pc:docMk/>
          <pc:sldMk cId="2727815850" sldId="1845"/>
        </pc:sldMkLst>
        <pc:spChg chg="mod">
          <ac:chgData name="Cynthia George" userId="8e4ca16d49ed6304" providerId="LiveId" clId="{2A4908BF-F724-4A16-B18C-57E4CCD4A7AF}" dt="2025-07-22T15:21:11.052" v="962"/>
          <ac:spMkLst>
            <pc:docMk/>
            <pc:sldMk cId="2727815850" sldId="1845"/>
            <ac:spMk id="2" creationId="{45F80D39-7A60-92D3-D357-ADBD0AFA4721}"/>
          </ac:spMkLst>
        </pc:spChg>
        <pc:spChg chg="mod">
          <ac:chgData name="Cynthia George" userId="8e4ca16d49ed6304" providerId="LiveId" clId="{2A4908BF-F724-4A16-B18C-57E4CCD4A7AF}" dt="2025-07-22T13:14:08.991" v="22" actId="15"/>
          <ac:spMkLst>
            <pc:docMk/>
            <pc:sldMk cId="2727815850" sldId="1845"/>
            <ac:spMk id="7" creationId="{BC12BBF3-2559-17C6-2B19-A1167C661C3E}"/>
          </ac:spMkLst>
        </pc:spChg>
      </pc:sldChg>
      <pc:sldChg chg="modSp mod">
        <pc:chgData name="Cynthia George" userId="8e4ca16d49ed6304" providerId="LiveId" clId="{2A4908BF-F724-4A16-B18C-57E4CCD4A7AF}" dt="2025-07-22T15:21:16.975" v="963"/>
        <pc:sldMkLst>
          <pc:docMk/>
          <pc:sldMk cId="2871942205" sldId="1846"/>
        </pc:sldMkLst>
        <pc:spChg chg="mod">
          <ac:chgData name="Cynthia George" userId="8e4ca16d49ed6304" providerId="LiveId" clId="{2A4908BF-F724-4A16-B18C-57E4CCD4A7AF}" dt="2025-07-22T15:21:16.975" v="963"/>
          <ac:spMkLst>
            <pc:docMk/>
            <pc:sldMk cId="2871942205" sldId="1846"/>
            <ac:spMk id="2" creationId="{FBD7ECC4-351E-4150-9B55-D00BE9F20DD9}"/>
          </ac:spMkLst>
        </pc:spChg>
        <pc:spChg chg="mod">
          <ac:chgData name="Cynthia George" userId="8e4ca16d49ed6304" providerId="LiveId" clId="{2A4908BF-F724-4A16-B18C-57E4CCD4A7AF}" dt="2025-07-22T13:13:41.760" v="17" actId="6549"/>
          <ac:spMkLst>
            <pc:docMk/>
            <pc:sldMk cId="2871942205" sldId="1846"/>
            <ac:spMk id="7" creationId="{5C4FB7C0-4F08-1F2D-11E1-B81C7DCB21EB}"/>
          </ac:spMkLst>
        </pc:spChg>
      </pc:sldChg>
      <pc:sldChg chg="modSp mod">
        <pc:chgData name="Cynthia George" userId="8e4ca16d49ed6304" providerId="LiveId" clId="{2A4908BF-F724-4A16-B18C-57E4CCD4A7AF}" dt="2025-07-22T15:21:22.014" v="964"/>
        <pc:sldMkLst>
          <pc:docMk/>
          <pc:sldMk cId="2056986253" sldId="1847"/>
        </pc:sldMkLst>
        <pc:spChg chg="mod">
          <ac:chgData name="Cynthia George" userId="8e4ca16d49ed6304" providerId="LiveId" clId="{2A4908BF-F724-4A16-B18C-57E4CCD4A7AF}" dt="2025-07-22T15:21:22.014" v="964"/>
          <ac:spMkLst>
            <pc:docMk/>
            <pc:sldMk cId="2056986253" sldId="1847"/>
            <ac:spMk id="2" creationId="{7F4AE1D1-D249-07F8-77F7-8E045BD146F6}"/>
          </ac:spMkLst>
        </pc:spChg>
        <pc:spChg chg="mod">
          <ac:chgData name="Cynthia George" userId="8e4ca16d49ed6304" providerId="LiveId" clId="{2A4908BF-F724-4A16-B18C-57E4CCD4A7AF}" dt="2025-07-22T13:15:28.737" v="36" actId="1076"/>
          <ac:spMkLst>
            <pc:docMk/>
            <pc:sldMk cId="2056986253" sldId="1847"/>
            <ac:spMk id="7" creationId="{0A66DE6E-A0D0-B442-9371-0840DE0BAA3E}"/>
          </ac:spMkLst>
        </pc:spChg>
      </pc:sldChg>
      <pc:sldChg chg="new del">
        <pc:chgData name="Cynthia George" userId="8e4ca16d49ed6304" providerId="LiveId" clId="{2A4908BF-F724-4A16-B18C-57E4CCD4A7AF}" dt="2025-07-22T12:55:07.780" v="1" actId="680"/>
        <pc:sldMkLst>
          <pc:docMk/>
          <pc:sldMk cId="299720549" sldId="1848"/>
        </pc:sldMkLst>
      </pc:sldChg>
      <pc:sldChg chg="modSp add mod">
        <pc:chgData name="Cynthia George" userId="8e4ca16d49ed6304" providerId="LiveId" clId="{2A4908BF-F724-4A16-B18C-57E4CCD4A7AF}" dt="2025-07-22T14:53:36.260" v="617" actId="207"/>
        <pc:sldMkLst>
          <pc:docMk/>
          <pc:sldMk cId="2866292097" sldId="1848"/>
        </pc:sldMkLst>
        <pc:spChg chg="mod">
          <ac:chgData name="Cynthia George" userId="8e4ca16d49ed6304" providerId="LiveId" clId="{2A4908BF-F724-4A16-B18C-57E4CCD4A7AF}" dt="2025-07-22T14:42:42.012" v="462"/>
          <ac:spMkLst>
            <pc:docMk/>
            <pc:sldMk cId="2866292097" sldId="1848"/>
            <ac:spMk id="2" creationId="{E57D40F9-EBC4-C6A1-7666-914B5BC98E7C}"/>
          </ac:spMkLst>
        </pc:spChg>
        <pc:spChg chg="mod">
          <ac:chgData name="Cynthia George" userId="8e4ca16d49ed6304" providerId="LiveId" clId="{2A4908BF-F724-4A16-B18C-57E4CCD4A7AF}" dt="2025-07-22T14:53:36.260" v="617" actId="207"/>
          <ac:spMkLst>
            <pc:docMk/>
            <pc:sldMk cId="2866292097" sldId="1848"/>
            <ac:spMk id="3" creationId="{5A71FB55-6A3D-68FC-8799-DBB872A76B04}"/>
          </ac:spMkLst>
        </pc:spChg>
        <pc:spChg chg="mod">
          <ac:chgData name="Cynthia George" userId="8e4ca16d49ed6304" providerId="LiveId" clId="{2A4908BF-F724-4A16-B18C-57E4CCD4A7AF}" dt="2025-07-22T13:38:37.090" v="241" actId="20577"/>
          <ac:spMkLst>
            <pc:docMk/>
            <pc:sldMk cId="2866292097" sldId="1848"/>
            <ac:spMk id="6" creationId="{743B1090-8330-FBAF-861A-F470E8507367}"/>
          </ac:spMkLst>
        </pc:spChg>
        <pc:spChg chg="mod">
          <ac:chgData name="Cynthia George" userId="8e4ca16d49ed6304" providerId="LiveId" clId="{2A4908BF-F724-4A16-B18C-57E4CCD4A7AF}" dt="2025-07-22T13:36:48.016" v="238"/>
          <ac:spMkLst>
            <pc:docMk/>
            <pc:sldMk cId="2866292097" sldId="1848"/>
            <ac:spMk id="10" creationId="{F25A2108-D43B-4E36-36EA-5468E99368CF}"/>
          </ac:spMkLst>
        </pc:spChg>
      </pc:sldChg>
      <pc:sldChg chg="modSp add mod">
        <pc:chgData name="Cynthia George" userId="8e4ca16d49ed6304" providerId="LiveId" clId="{2A4908BF-F724-4A16-B18C-57E4CCD4A7AF}" dt="2025-07-22T14:53:41.050" v="618" actId="207"/>
        <pc:sldMkLst>
          <pc:docMk/>
          <pc:sldMk cId="1132766400" sldId="1849"/>
        </pc:sldMkLst>
        <pc:spChg chg="mod">
          <ac:chgData name="Cynthia George" userId="8e4ca16d49ed6304" providerId="LiveId" clId="{2A4908BF-F724-4A16-B18C-57E4CCD4A7AF}" dt="2025-07-22T14:42:46.389" v="463"/>
          <ac:spMkLst>
            <pc:docMk/>
            <pc:sldMk cId="1132766400" sldId="1849"/>
            <ac:spMk id="2" creationId="{60E557AF-18AA-BE75-09C6-0397A1F71C27}"/>
          </ac:spMkLst>
        </pc:spChg>
        <pc:spChg chg="mod">
          <ac:chgData name="Cynthia George" userId="8e4ca16d49ed6304" providerId="LiveId" clId="{2A4908BF-F724-4A16-B18C-57E4CCD4A7AF}" dt="2025-07-22T14:53:41.050" v="618" actId="207"/>
          <ac:spMkLst>
            <pc:docMk/>
            <pc:sldMk cId="1132766400" sldId="1849"/>
            <ac:spMk id="3" creationId="{7B85BAFF-9770-8676-67F1-040F9E1D7816}"/>
          </ac:spMkLst>
        </pc:spChg>
        <pc:spChg chg="mod">
          <ac:chgData name="Cynthia George" userId="8e4ca16d49ed6304" providerId="LiveId" clId="{2A4908BF-F724-4A16-B18C-57E4CCD4A7AF}" dt="2025-07-22T13:38:42.353" v="243" actId="20577"/>
          <ac:spMkLst>
            <pc:docMk/>
            <pc:sldMk cId="1132766400" sldId="1849"/>
            <ac:spMk id="6" creationId="{026DE56F-BCCF-01A1-B530-0D775D822A7F}"/>
          </ac:spMkLst>
        </pc:spChg>
        <pc:spChg chg="mod">
          <ac:chgData name="Cynthia George" userId="8e4ca16d49ed6304" providerId="LiveId" clId="{2A4908BF-F724-4A16-B18C-57E4CCD4A7AF}" dt="2025-07-22T13:37:01.205" v="239"/>
          <ac:spMkLst>
            <pc:docMk/>
            <pc:sldMk cId="1132766400" sldId="1849"/>
            <ac:spMk id="10" creationId="{EF9BA657-1251-D117-39A0-CE0DAFA63E40}"/>
          </ac:spMkLst>
        </pc:spChg>
      </pc:sldChg>
      <pc:sldChg chg="modSp add mod">
        <pc:chgData name="Cynthia George" userId="8e4ca16d49ed6304" providerId="LiveId" clId="{2A4908BF-F724-4A16-B18C-57E4CCD4A7AF}" dt="2025-07-22T15:24:04.798" v="971" actId="15"/>
        <pc:sldMkLst>
          <pc:docMk/>
          <pc:sldMk cId="3718523470" sldId="1850"/>
        </pc:sldMkLst>
        <pc:spChg chg="mod">
          <ac:chgData name="Cynthia George" userId="8e4ca16d49ed6304" providerId="LiveId" clId="{2A4908BF-F724-4A16-B18C-57E4CCD4A7AF}" dt="2025-07-22T14:35:40.078" v="397"/>
          <ac:spMkLst>
            <pc:docMk/>
            <pc:sldMk cId="3718523470" sldId="1850"/>
            <ac:spMk id="2" creationId="{12C7A16A-F988-1DF0-AF09-C4CF8C8E4DB6}"/>
          </ac:spMkLst>
        </pc:spChg>
        <pc:spChg chg="mod">
          <ac:chgData name="Cynthia George" userId="8e4ca16d49ed6304" providerId="LiveId" clId="{2A4908BF-F724-4A16-B18C-57E4CCD4A7AF}" dt="2025-07-22T15:24:04.798" v="971" actId="15"/>
          <ac:spMkLst>
            <pc:docMk/>
            <pc:sldMk cId="3718523470" sldId="1850"/>
            <ac:spMk id="3" creationId="{BCE3A3F9-5977-7775-4DAE-BDBAE8970874}"/>
          </ac:spMkLst>
        </pc:spChg>
        <pc:spChg chg="mod">
          <ac:chgData name="Cynthia George" userId="8e4ca16d49ed6304" providerId="LiveId" clId="{2A4908BF-F724-4A16-B18C-57E4CCD4A7AF}" dt="2025-07-22T13:53:31.197" v="281" actId="20577"/>
          <ac:spMkLst>
            <pc:docMk/>
            <pc:sldMk cId="3718523470" sldId="1850"/>
            <ac:spMk id="4" creationId="{67957878-1D8F-EF03-DB25-9EBE59ED576C}"/>
          </ac:spMkLst>
        </pc:spChg>
      </pc:sldChg>
      <pc:sldChg chg="modSp add mod">
        <pc:chgData name="Cynthia George" userId="8e4ca16d49ed6304" providerId="LiveId" clId="{2A4908BF-F724-4A16-B18C-57E4CCD4A7AF}" dt="2025-07-22T15:24:13.596" v="975" actId="313"/>
        <pc:sldMkLst>
          <pc:docMk/>
          <pc:sldMk cId="2745782173" sldId="1851"/>
        </pc:sldMkLst>
        <pc:spChg chg="mod">
          <ac:chgData name="Cynthia George" userId="8e4ca16d49ed6304" providerId="LiveId" clId="{2A4908BF-F724-4A16-B18C-57E4CCD4A7AF}" dt="2025-07-22T14:35:46.930" v="399"/>
          <ac:spMkLst>
            <pc:docMk/>
            <pc:sldMk cId="2745782173" sldId="1851"/>
            <ac:spMk id="2" creationId="{E3FF1EE7-CC98-C6F1-7998-FDA294705B91}"/>
          </ac:spMkLst>
        </pc:spChg>
        <pc:spChg chg="mod">
          <ac:chgData name="Cynthia George" userId="8e4ca16d49ed6304" providerId="LiveId" clId="{2A4908BF-F724-4A16-B18C-57E4CCD4A7AF}" dt="2025-07-22T15:24:13.596" v="975" actId="313"/>
          <ac:spMkLst>
            <pc:docMk/>
            <pc:sldMk cId="2745782173" sldId="1851"/>
            <ac:spMk id="3" creationId="{D7C9691C-AA5C-25C3-5418-B54660048AC9}"/>
          </ac:spMkLst>
        </pc:spChg>
        <pc:spChg chg="mod">
          <ac:chgData name="Cynthia George" userId="8e4ca16d49ed6304" providerId="LiveId" clId="{2A4908BF-F724-4A16-B18C-57E4CCD4A7AF}" dt="2025-07-22T13:53:36.715" v="283" actId="20577"/>
          <ac:spMkLst>
            <pc:docMk/>
            <pc:sldMk cId="2745782173" sldId="1851"/>
            <ac:spMk id="4" creationId="{26474388-EFAA-78D8-0E20-804F3206D57B}"/>
          </ac:spMkLst>
        </pc:spChg>
      </pc:sldChg>
      <pc:sldChg chg="modSp add mod">
        <pc:chgData name="Cynthia George" userId="8e4ca16d49ed6304" providerId="LiveId" clId="{2A4908BF-F724-4A16-B18C-57E4CCD4A7AF}" dt="2025-07-22T15:24:27.373" v="979" actId="313"/>
        <pc:sldMkLst>
          <pc:docMk/>
          <pc:sldMk cId="829751648" sldId="1852"/>
        </pc:sldMkLst>
        <pc:spChg chg="mod">
          <ac:chgData name="Cynthia George" userId="8e4ca16d49ed6304" providerId="LiveId" clId="{2A4908BF-F724-4A16-B18C-57E4CCD4A7AF}" dt="2025-07-22T14:35:52.955" v="401"/>
          <ac:spMkLst>
            <pc:docMk/>
            <pc:sldMk cId="829751648" sldId="1852"/>
            <ac:spMk id="2" creationId="{32A57F8D-24EF-6DD4-6204-4F4937DCB82D}"/>
          </ac:spMkLst>
        </pc:spChg>
        <pc:spChg chg="mod">
          <ac:chgData name="Cynthia George" userId="8e4ca16d49ed6304" providerId="LiveId" clId="{2A4908BF-F724-4A16-B18C-57E4CCD4A7AF}" dt="2025-07-22T15:24:27.373" v="979" actId="313"/>
          <ac:spMkLst>
            <pc:docMk/>
            <pc:sldMk cId="829751648" sldId="1852"/>
            <ac:spMk id="3" creationId="{BBA03313-A4A2-4CAC-DDE3-BA261FEC5EBA}"/>
          </ac:spMkLst>
        </pc:spChg>
        <pc:spChg chg="mod">
          <ac:chgData name="Cynthia George" userId="8e4ca16d49ed6304" providerId="LiveId" clId="{2A4908BF-F724-4A16-B18C-57E4CCD4A7AF}" dt="2025-07-22T13:53:41.299" v="285" actId="20577"/>
          <ac:spMkLst>
            <pc:docMk/>
            <pc:sldMk cId="829751648" sldId="1852"/>
            <ac:spMk id="4" creationId="{B8E5AA60-1241-4E32-64AB-2ADDCD1AEEFA}"/>
          </ac:spMkLst>
        </pc:spChg>
      </pc:sldChg>
      <pc:sldChg chg="modSp add mod">
        <pc:chgData name="Cynthia George" userId="8e4ca16d49ed6304" providerId="LiveId" clId="{2A4908BF-F724-4A16-B18C-57E4CCD4A7AF}" dt="2025-07-22T15:24:36.129" v="980" actId="15"/>
        <pc:sldMkLst>
          <pc:docMk/>
          <pc:sldMk cId="1065835665" sldId="1853"/>
        </pc:sldMkLst>
        <pc:spChg chg="mod">
          <ac:chgData name="Cynthia George" userId="8e4ca16d49ed6304" providerId="LiveId" clId="{2A4908BF-F724-4A16-B18C-57E4CCD4A7AF}" dt="2025-07-22T14:35:57.575" v="403"/>
          <ac:spMkLst>
            <pc:docMk/>
            <pc:sldMk cId="1065835665" sldId="1853"/>
            <ac:spMk id="2" creationId="{9942701B-E0E8-3257-955A-0AC7225EF98D}"/>
          </ac:spMkLst>
        </pc:spChg>
        <pc:spChg chg="mod">
          <ac:chgData name="Cynthia George" userId="8e4ca16d49ed6304" providerId="LiveId" clId="{2A4908BF-F724-4A16-B18C-57E4CCD4A7AF}" dt="2025-07-22T15:24:36.129" v="980" actId="15"/>
          <ac:spMkLst>
            <pc:docMk/>
            <pc:sldMk cId="1065835665" sldId="1853"/>
            <ac:spMk id="3" creationId="{285D14B9-EFE7-39C3-7D20-BC3E08FE3588}"/>
          </ac:spMkLst>
        </pc:spChg>
        <pc:spChg chg="mod">
          <ac:chgData name="Cynthia George" userId="8e4ca16d49ed6304" providerId="LiveId" clId="{2A4908BF-F724-4A16-B18C-57E4CCD4A7AF}" dt="2025-07-22T13:53:45.960" v="287" actId="20577"/>
          <ac:spMkLst>
            <pc:docMk/>
            <pc:sldMk cId="1065835665" sldId="1853"/>
            <ac:spMk id="4" creationId="{BA4102BA-9028-5118-3C61-8B547393BDF1}"/>
          </ac:spMkLst>
        </pc:spChg>
      </pc:sldChg>
      <pc:sldChg chg="modSp add mod">
        <pc:chgData name="Cynthia George" userId="8e4ca16d49ed6304" providerId="LiveId" clId="{2A4908BF-F724-4A16-B18C-57E4CCD4A7AF}" dt="2025-07-22T14:57:22.985" v="651" actId="20577"/>
        <pc:sldMkLst>
          <pc:docMk/>
          <pc:sldMk cId="2156265590" sldId="1854"/>
        </pc:sldMkLst>
        <pc:spChg chg="mod">
          <ac:chgData name="Cynthia George" userId="8e4ca16d49ed6304" providerId="LiveId" clId="{2A4908BF-F724-4A16-B18C-57E4CCD4A7AF}" dt="2025-07-22T14:57:22.985" v="651" actId="20577"/>
          <ac:spMkLst>
            <pc:docMk/>
            <pc:sldMk cId="2156265590" sldId="1854"/>
            <ac:spMk id="4" creationId="{F820C55A-875E-2941-1331-B4B00B39763F}"/>
          </ac:spMkLst>
        </pc:spChg>
        <pc:spChg chg="mod">
          <ac:chgData name="Cynthia George" userId="8e4ca16d49ed6304" providerId="LiveId" clId="{2A4908BF-F724-4A16-B18C-57E4CCD4A7AF}" dt="2025-07-22T14:40:44.176" v="446" actId="313"/>
          <ac:spMkLst>
            <pc:docMk/>
            <pc:sldMk cId="2156265590" sldId="1854"/>
            <ac:spMk id="9" creationId="{F9C4B2A9-71A2-8834-0A22-33A6893604A8}"/>
          </ac:spMkLst>
        </pc:spChg>
      </pc:sldChg>
      <pc:sldChg chg="modSp add mod">
        <pc:chgData name="Cynthia George" userId="8e4ca16d49ed6304" providerId="LiveId" clId="{2A4908BF-F724-4A16-B18C-57E4CCD4A7AF}" dt="2025-07-22T14:57:12.969" v="649" actId="20577"/>
        <pc:sldMkLst>
          <pc:docMk/>
          <pc:sldMk cId="3887554074" sldId="1855"/>
        </pc:sldMkLst>
        <pc:spChg chg="mod">
          <ac:chgData name="Cynthia George" userId="8e4ca16d49ed6304" providerId="LiveId" clId="{2A4908BF-F724-4A16-B18C-57E4CCD4A7AF}" dt="2025-07-22T14:57:12.969" v="649" actId="20577"/>
          <ac:spMkLst>
            <pc:docMk/>
            <pc:sldMk cId="3887554074" sldId="1855"/>
            <ac:spMk id="4" creationId="{FD60DC81-DD0A-AA9E-5A26-0B0D57072479}"/>
          </ac:spMkLst>
        </pc:spChg>
        <pc:spChg chg="mod">
          <ac:chgData name="Cynthia George" userId="8e4ca16d49ed6304" providerId="LiveId" clId="{2A4908BF-F724-4A16-B18C-57E4CCD4A7AF}" dt="2025-07-22T14:40:51.204" v="448" actId="313"/>
          <ac:spMkLst>
            <pc:docMk/>
            <pc:sldMk cId="3887554074" sldId="1855"/>
            <ac:spMk id="9" creationId="{0B42C21A-BCDD-3281-8595-AE959DF025CD}"/>
          </ac:spMkLst>
        </pc:spChg>
      </pc:sldChg>
      <pc:sldChg chg="modSp add mod">
        <pc:chgData name="Cynthia George" userId="8e4ca16d49ed6304" providerId="LiveId" clId="{2A4908BF-F724-4A16-B18C-57E4CCD4A7AF}" dt="2025-07-22T14:45:47.007" v="524" actId="20577"/>
        <pc:sldMkLst>
          <pc:docMk/>
          <pc:sldMk cId="1147338714" sldId="1856"/>
        </pc:sldMkLst>
        <pc:spChg chg="mod">
          <ac:chgData name="Cynthia George" userId="8e4ca16d49ed6304" providerId="LiveId" clId="{2A4908BF-F724-4A16-B18C-57E4CCD4A7AF}" dt="2025-07-22T14:45:47.007" v="524" actId="20577"/>
          <ac:spMkLst>
            <pc:docMk/>
            <pc:sldMk cId="1147338714" sldId="1856"/>
            <ac:spMk id="7" creationId="{BDD87787-CE39-BEBC-6978-28643C3EA26F}"/>
          </ac:spMkLst>
        </pc:spChg>
      </pc:sldChg>
      <pc:sldChg chg="modSp add mod">
        <pc:chgData name="Cynthia George" userId="8e4ca16d49ed6304" providerId="LiveId" clId="{2A4908BF-F724-4A16-B18C-57E4CCD4A7AF}" dt="2025-07-22T15:25:59.020" v="985" actId="15"/>
        <pc:sldMkLst>
          <pc:docMk/>
          <pc:sldMk cId="3293755102" sldId="1857"/>
        </pc:sldMkLst>
        <pc:spChg chg="mod">
          <ac:chgData name="Cynthia George" userId="8e4ca16d49ed6304" providerId="LiveId" clId="{2A4908BF-F724-4A16-B18C-57E4CCD4A7AF}" dt="2025-07-22T14:46:08.782" v="550" actId="20577"/>
          <ac:spMkLst>
            <pc:docMk/>
            <pc:sldMk cId="3293755102" sldId="1857"/>
            <ac:spMk id="2" creationId="{92684F42-40FB-B179-1DFA-C52CE341D8E4}"/>
          </ac:spMkLst>
        </pc:spChg>
        <pc:spChg chg="mod">
          <ac:chgData name="Cynthia George" userId="8e4ca16d49ed6304" providerId="LiveId" clId="{2A4908BF-F724-4A16-B18C-57E4CCD4A7AF}" dt="2025-07-22T15:04:53.693" v="674" actId="20577"/>
          <ac:spMkLst>
            <pc:docMk/>
            <pc:sldMk cId="3293755102" sldId="1857"/>
            <ac:spMk id="4" creationId="{2258A9CB-5F4B-9ADD-4E1B-E2EEABB94798}"/>
          </ac:spMkLst>
        </pc:spChg>
        <pc:spChg chg="mod">
          <ac:chgData name="Cynthia George" userId="8e4ca16d49ed6304" providerId="LiveId" clId="{2A4908BF-F724-4A16-B18C-57E4CCD4A7AF}" dt="2025-07-22T15:25:59.020" v="985" actId="15"/>
          <ac:spMkLst>
            <pc:docMk/>
            <pc:sldMk cId="3293755102" sldId="1857"/>
            <ac:spMk id="9" creationId="{20382523-5A83-6DCC-FE22-D6F98D066306}"/>
          </ac:spMkLst>
        </pc:spChg>
      </pc:sldChg>
      <pc:sldChg chg="modSp add mod">
        <pc:chgData name="Cynthia George" userId="8e4ca16d49ed6304" providerId="LiveId" clId="{2A4908BF-F724-4A16-B18C-57E4CCD4A7AF}" dt="2025-07-22T14:46:21.756" v="553" actId="20577"/>
        <pc:sldMkLst>
          <pc:docMk/>
          <pc:sldMk cId="3410800120" sldId="1858"/>
        </pc:sldMkLst>
        <pc:spChg chg="mod">
          <ac:chgData name="Cynthia George" userId="8e4ca16d49ed6304" providerId="LiveId" clId="{2A4908BF-F724-4A16-B18C-57E4CCD4A7AF}" dt="2025-07-22T14:46:21.756" v="553" actId="20577"/>
          <ac:spMkLst>
            <pc:docMk/>
            <pc:sldMk cId="3410800120" sldId="1858"/>
            <ac:spMk id="7" creationId="{10EA742A-1F7B-C804-6016-706CFBE6E546}"/>
          </ac:spMkLst>
        </pc:spChg>
      </pc:sldChg>
      <pc:sldChg chg="modSp add mod">
        <pc:chgData name="Cynthia George" userId="8e4ca16d49ed6304" providerId="LiveId" clId="{2A4908BF-F724-4A16-B18C-57E4CCD4A7AF}" dt="2025-07-22T15:26:15.383" v="987" actId="15"/>
        <pc:sldMkLst>
          <pc:docMk/>
          <pc:sldMk cId="1043272489" sldId="1859"/>
        </pc:sldMkLst>
        <pc:spChg chg="mod">
          <ac:chgData name="Cynthia George" userId="8e4ca16d49ed6304" providerId="LiveId" clId="{2A4908BF-F724-4A16-B18C-57E4CCD4A7AF}" dt="2025-07-22T14:46:41.961" v="573" actId="20577"/>
          <ac:spMkLst>
            <pc:docMk/>
            <pc:sldMk cId="1043272489" sldId="1859"/>
            <ac:spMk id="2" creationId="{1CF5A922-9C7B-C11F-CF53-379115AFBD53}"/>
          </ac:spMkLst>
        </pc:spChg>
        <pc:spChg chg="mod">
          <ac:chgData name="Cynthia George" userId="8e4ca16d49ed6304" providerId="LiveId" clId="{2A4908BF-F724-4A16-B18C-57E4CCD4A7AF}" dt="2025-07-22T15:09:06.790" v="692" actId="20577"/>
          <ac:spMkLst>
            <pc:docMk/>
            <pc:sldMk cId="1043272489" sldId="1859"/>
            <ac:spMk id="4" creationId="{11190498-26EC-7C88-9563-3CD79EA987AE}"/>
          </ac:spMkLst>
        </pc:spChg>
        <pc:spChg chg="mod">
          <ac:chgData name="Cynthia George" userId="8e4ca16d49ed6304" providerId="LiveId" clId="{2A4908BF-F724-4A16-B18C-57E4CCD4A7AF}" dt="2025-07-22T15:26:15.383" v="987" actId="15"/>
          <ac:spMkLst>
            <pc:docMk/>
            <pc:sldMk cId="1043272489" sldId="1859"/>
            <ac:spMk id="9" creationId="{728B144C-DD4D-EB9B-9E29-689BD702DFE5}"/>
          </ac:spMkLst>
        </pc:spChg>
      </pc:sldChg>
      <pc:sldChg chg="modSp add mod">
        <pc:chgData name="Cynthia George" userId="8e4ca16d49ed6304" providerId="LiveId" clId="{2A4908BF-F724-4A16-B18C-57E4CCD4A7AF}" dt="2025-07-22T15:11:53.091" v="721" actId="20577"/>
        <pc:sldMkLst>
          <pc:docMk/>
          <pc:sldMk cId="881079037" sldId="1860"/>
        </pc:sldMkLst>
        <pc:spChg chg="mod">
          <ac:chgData name="Cynthia George" userId="8e4ca16d49ed6304" providerId="LiveId" clId="{2A4908BF-F724-4A16-B18C-57E4CCD4A7AF}" dt="2025-07-22T15:11:53.091" v="721" actId="20577"/>
          <ac:spMkLst>
            <pc:docMk/>
            <pc:sldMk cId="881079037" sldId="1860"/>
            <ac:spMk id="7" creationId="{8D4D5A84-A861-E4C7-65A9-FD4AB14B3099}"/>
          </ac:spMkLst>
        </pc:spChg>
      </pc:sldChg>
      <pc:sldChg chg="modSp add mod">
        <pc:chgData name="Cynthia George" userId="8e4ca16d49ed6304" providerId="LiveId" clId="{2A4908BF-F724-4A16-B18C-57E4CCD4A7AF}" dt="2025-07-22T15:26:37.201" v="990" actId="15"/>
        <pc:sldMkLst>
          <pc:docMk/>
          <pc:sldMk cId="318172805" sldId="1861"/>
        </pc:sldMkLst>
        <pc:spChg chg="mod">
          <ac:chgData name="Cynthia George" userId="8e4ca16d49ed6304" providerId="LiveId" clId="{2A4908BF-F724-4A16-B18C-57E4CCD4A7AF}" dt="2025-07-22T15:11:37.540" v="715" actId="20577"/>
          <ac:spMkLst>
            <pc:docMk/>
            <pc:sldMk cId="318172805" sldId="1861"/>
            <ac:spMk id="2" creationId="{FEA397D1-5BF5-0E0C-C161-585F35D9E1AF}"/>
          </ac:spMkLst>
        </pc:spChg>
        <pc:spChg chg="mod">
          <ac:chgData name="Cynthia George" userId="8e4ca16d49ed6304" providerId="LiveId" clId="{2A4908BF-F724-4A16-B18C-57E4CCD4A7AF}" dt="2025-07-22T15:13:49.652" v="724" actId="20577"/>
          <ac:spMkLst>
            <pc:docMk/>
            <pc:sldMk cId="318172805" sldId="1861"/>
            <ac:spMk id="4" creationId="{FD27B2E2-8064-1048-A46D-F4ABE6C8318A}"/>
          </ac:spMkLst>
        </pc:spChg>
        <pc:spChg chg="mod">
          <ac:chgData name="Cynthia George" userId="8e4ca16d49ed6304" providerId="LiveId" clId="{2A4908BF-F724-4A16-B18C-57E4CCD4A7AF}" dt="2025-07-22T15:26:37.201" v="990" actId="15"/>
          <ac:spMkLst>
            <pc:docMk/>
            <pc:sldMk cId="318172805" sldId="1861"/>
            <ac:spMk id="9" creationId="{065AC579-6692-7522-1782-1B47C2D732F3}"/>
          </ac:spMkLst>
        </pc:spChg>
      </pc:sldChg>
      <pc:sldChg chg="modSp add del mod">
        <pc:chgData name="Cynthia George" userId="8e4ca16d49ed6304" providerId="LiveId" clId="{2A4908BF-F724-4A16-B18C-57E4CCD4A7AF}" dt="2025-07-22T14:55:18.551" v="630" actId="47"/>
        <pc:sldMkLst>
          <pc:docMk/>
          <pc:sldMk cId="9093009" sldId="1862"/>
        </pc:sldMkLst>
        <pc:spChg chg="mod">
          <ac:chgData name="Cynthia George" userId="8e4ca16d49ed6304" providerId="LiveId" clId="{2A4908BF-F724-4A16-B18C-57E4CCD4A7AF}" dt="2025-07-22T14:55:16.390" v="629" actId="207"/>
          <ac:spMkLst>
            <pc:docMk/>
            <pc:sldMk cId="9093009" sldId="1862"/>
            <ac:spMk id="9" creationId="{AB67AA01-F308-C820-FB25-E2B06A35A300}"/>
          </ac:spMkLst>
        </pc:spChg>
      </pc:sldChg>
      <pc:sldChg chg="modSp add mod">
        <pc:chgData name="Cynthia George" userId="8e4ca16d49ed6304" providerId="LiveId" clId="{2A4908BF-F724-4A16-B18C-57E4CCD4A7AF}" dt="2025-07-22T15:25:21.752" v="982" actId="15"/>
        <pc:sldMkLst>
          <pc:docMk/>
          <pc:sldMk cId="4189276596" sldId="1862"/>
        </pc:sldMkLst>
        <pc:spChg chg="mod">
          <ac:chgData name="Cynthia George" userId="8e4ca16d49ed6304" providerId="LiveId" clId="{2A4908BF-F724-4A16-B18C-57E4CCD4A7AF}" dt="2025-07-22T14:56:15.458" v="640" actId="20577"/>
          <ac:spMkLst>
            <pc:docMk/>
            <pc:sldMk cId="4189276596" sldId="1862"/>
            <ac:spMk id="4" creationId="{9AC9FA96-8BEC-FD08-2EC3-898F5166A89D}"/>
          </ac:spMkLst>
        </pc:spChg>
        <pc:spChg chg="mod">
          <ac:chgData name="Cynthia George" userId="8e4ca16d49ed6304" providerId="LiveId" clId="{2A4908BF-F724-4A16-B18C-57E4CCD4A7AF}" dt="2025-07-22T15:25:21.752" v="982" actId="15"/>
          <ac:spMkLst>
            <pc:docMk/>
            <pc:sldMk cId="4189276596" sldId="1862"/>
            <ac:spMk id="9" creationId="{DFF04A69-196C-752F-A11A-3D349F5B361D}"/>
          </ac:spMkLst>
        </pc:spChg>
      </pc:sldChg>
      <pc:sldChg chg="modSp add mod">
        <pc:chgData name="Cynthia George" userId="8e4ca16d49ed6304" providerId="LiveId" clId="{2A4908BF-F724-4A16-B18C-57E4CCD4A7AF}" dt="2025-07-22T15:25:26.921" v="983" actId="15"/>
        <pc:sldMkLst>
          <pc:docMk/>
          <pc:sldMk cId="2626465139" sldId="1863"/>
        </pc:sldMkLst>
        <pc:spChg chg="mod">
          <ac:chgData name="Cynthia George" userId="8e4ca16d49ed6304" providerId="LiveId" clId="{2A4908BF-F724-4A16-B18C-57E4CCD4A7AF}" dt="2025-07-22T14:56:53.873" v="647" actId="20577"/>
          <ac:spMkLst>
            <pc:docMk/>
            <pc:sldMk cId="2626465139" sldId="1863"/>
            <ac:spMk id="4" creationId="{5C088B17-1186-2CBA-E085-ADF859F853EC}"/>
          </ac:spMkLst>
        </pc:spChg>
        <pc:spChg chg="mod">
          <ac:chgData name="Cynthia George" userId="8e4ca16d49ed6304" providerId="LiveId" clId="{2A4908BF-F724-4A16-B18C-57E4CCD4A7AF}" dt="2025-07-22T15:25:26.921" v="983" actId="15"/>
          <ac:spMkLst>
            <pc:docMk/>
            <pc:sldMk cId="2626465139" sldId="1863"/>
            <ac:spMk id="9" creationId="{1311B001-FBD5-A43A-0BD1-2266AB0DB03D}"/>
          </ac:spMkLst>
        </pc:spChg>
      </pc:sldChg>
      <pc:sldChg chg="modSp add mod">
        <pc:chgData name="Cynthia George" userId="8e4ca16d49ed6304" providerId="LiveId" clId="{2A4908BF-F724-4A16-B18C-57E4CCD4A7AF}" dt="2025-07-22T15:25:31.677" v="984" actId="15"/>
        <pc:sldMkLst>
          <pc:docMk/>
          <pc:sldMk cId="3575416462" sldId="1864"/>
        </pc:sldMkLst>
        <pc:spChg chg="mod">
          <ac:chgData name="Cynthia George" userId="8e4ca16d49ed6304" providerId="LiveId" clId="{2A4908BF-F724-4A16-B18C-57E4CCD4A7AF}" dt="2025-07-22T14:56:49.542" v="645" actId="20577"/>
          <ac:spMkLst>
            <pc:docMk/>
            <pc:sldMk cId="3575416462" sldId="1864"/>
            <ac:spMk id="4" creationId="{10E5FFF7-A6DC-31E8-5B00-022ACE121E1B}"/>
          </ac:spMkLst>
        </pc:spChg>
        <pc:spChg chg="mod">
          <ac:chgData name="Cynthia George" userId="8e4ca16d49ed6304" providerId="LiveId" clId="{2A4908BF-F724-4A16-B18C-57E4CCD4A7AF}" dt="2025-07-22T15:25:31.677" v="984" actId="15"/>
          <ac:spMkLst>
            <pc:docMk/>
            <pc:sldMk cId="3575416462" sldId="1864"/>
            <ac:spMk id="9" creationId="{A76CE3D4-823B-2BD7-B37E-4CDA29017AF3}"/>
          </ac:spMkLst>
        </pc:spChg>
      </pc:sldChg>
      <pc:sldChg chg="modSp add mod">
        <pc:chgData name="Cynthia George" userId="8e4ca16d49ed6304" providerId="LiveId" clId="{2A4908BF-F724-4A16-B18C-57E4CCD4A7AF}" dt="2025-07-22T15:26:05.585" v="986" actId="15"/>
        <pc:sldMkLst>
          <pc:docMk/>
          <pc:sldMk cId="2475465766" sldId="1865"/>
        </pc:sldMkLst>
        <pc:spChg chg="mod">
          <ac:chgData name="Cynthia George" userId="8e4ca16d49ed6304" providerId="LiveId" clId="{2A4908BF-F724-4A16-B18C-57E4CCD4A7AF}" dt="2025-07-22T15:26:05.585" v="986" actId="15"/>
          <ac:spMkLst>
            <pc:docMk/>
            <pc:sldMk cId="2475465766" sldId="1865"/>
            <ac:spMk id="9" creationId="{8A14A842-BEE7-482B-1ADF-F5A631478747}"/>
          </ac:spMkLst>
        </pc:spChg>
      </pc:sldChg>
      <pc:sldChg chg="modSp add mod">
        <pc:chgData name="Cynthia George" userId="8e4ca16d49ed6304" providerId="LiveId" clId="{2A4908BF-F724-4A16-B18C-57E4CCD4A7AF}" dt="2025-07-22T15:26:22.036" v="988" actId="15"/>
        <pc:sldMkLst>
          <pc:docMk/>
          <pc:sldMk cId="3687645466" sldId="1866"/>
        </pc:sldMkLst>
        <pc:spChg chg="mod">
          <ac:chgData name="Cynthia George" userId="8e4ca16d49ed6304" providerId="LiveId" clId="{2A4908BF-F724-4A16-B18C-57E4CCD4A7AF}" dt="2025-07-22T15:26:22.036" v="988" actId="15"/>
          <ac:spMkLst>
            <pc:docMk/>
            <pc:sldMk cId="3687645466" sldId="1866"/>
            <ac:spMk id="9" creationId="{1A32E006-5047-EA8C-7D95-7CAAF4CA04E9}"/>
          </ac:spMkLst>
        </pc:spChg>
      </pc:sldChg>
      <pc:sldChg chg="modSp add mod">
        <pc:chgData name="Cynthia George" userId="8e4ca16d49ed6304" providerId="LiveId" clId="{2A4908BF-F724-4A16-B18C-57E4CCD4A7AF}" dt="2025-07-22T15:26:27.709" v="989" actId="15"/>
        <pc:sldMkLst>
          <pc:docMk/>
          <pc:sldMk cId="1530635650" sldId="1867"/>
        </pc:sldMkLst>
        <pc:spChg chg="mod">
          <ac:chgData name="Cynthia George" userId="8e4ca16d49ed6304" providerId="LiveId" clId="{2A4908BF-F724-4A16-B18C-57E4CCD4A7AF}" dt="2025-07-22T15:26:27.709" v="989" actId="15"/>
          <ac:spMkLst>
            <pc:docMk/>
            <pc:sldMk cId="1530635650" sldId="1867"/>
            <ac:spMk id="9" creationId="{12377EDA-28A9-5FC5-14E8-F9BDFA6515FC}"/>
          </ac:spMkLst>
        </pc:spChg>
      </pc:sldChg>
      <pc:sldChg chg="modSp add mod">
        <pc:chgData name="Cynthia George" userId="8e4ca16d49ed6304" providerId="LiveId" clId="{2A4908BF-F724-4A16-B18C-57E4CCD4A7AF}" dt="2025-07-22T15:26:44.998" v="991" actId="15"/>
        <pc:sldMkLst>
          <pc:docMk/>
          <pc:sldMk cId="168504226" sldId="1868"/>
        </pc:sldMkLst>
        <pc:spChg chg="mod">
          <ac:chgData name="Cynthia George" userId="8e4ca16d49ed6304" providerId="LiveId" clId="{2A4908BF-F724-4A16-B18C-57E4CCD4A7AF}" dt="2025-07-22T15:14:29.530" v="731" actId="120"/>
          <ac:spMkLst>
            <pc:docMk/>
            <pc:sldMk cId="168504226" sldId="1868"/>
            <ac:spMk id="2" creationId="{0B9BBA2D-CC0F-2759-BCBC-8BF5636DF8B0}"/>
          </ac:spMkLst>
        </pc:spChg>
        <pc:spChg chg="mod">
          <ac:chgData name="Cynthia George" userId="8e4ca16d49ed6304" providerId="LiveId" clId="{2A4908BF-F724-4A16-B18C-57E4CCD4A7AF}" dt="2025-07-22T15:14:29.530" v="731" actId="120"/>
          <ac:spMkLst>
            <pc:docMk/>
            <pc:sldMk cId="168504226" sldId="1868"/>
            <ac:spMk id="4" creationId="{EF1ECA87-6BB4-184D-B91D-8E55404E8BCA}"/>
          </ac:spMkLst>
        </pc:spChg>
        <pc:spChg chg="mod">
          <ac:chgData name="Cynthia George" userId="8e4ca16d49ed6304" providerId="LiveId" clId="{2A4908BF-F724-4A16-B18C-57E4CCD4A7AF}" dt="2025-07-22T15:14:29.530" v="731" actId="120"/>
          <ac:spMkLst>
            <pc:docMk/>
            <pc:sldMk cId="168504226" sldId="1868"/>
            <ac:spMk id="5" creationId="{19AF860A-F62A-B1FC-04E6-0A1FC3A58C9E}"/>
          </ac:spMkLst>
        </pc:spChg>
        <pc:spChg chg="mod">
          <ac:chgData name="Cynthia George" userId="8e4ca16d49ed6304" providerId="LiveId" clId="{2A4908BF-F724-4A16-B18C-57E4CCD4A7AF}" dt="2025-07-22T15:26:44.998" v="991" actId="15"/>
          <ac:spMkLst>
            <pc:docMk/>
            <pc:sldMk cId="168504226" sldId="1868"/>
            <ac:spMk id="9" creationId="{0CCAC802-5D7B-8509-FF77-858CB07F27C5}"/>
          </ac:spMkLst>
        </pc:spChg>
      </pc:sldChg>
      <pc:sldChg chg="modSp add mod">
        <pc:chgData name="Cynthia George" userId="8e4ca16d49ed6304" providerId="LiveId" clId="{2A4908BF-F724-4A16-B18C-57E4CCD4A7AF}" dt="2025-07-22T15:19:12.504" v="950" actId="1076"/>
        <pc:sldMkLst>
          <pc:docMk/>
          <pc:sldMk cId="1456485608" sldId="1869"/>
        </pc:sldMkLst>
        <pc:spChg chg="mod">
          <ac:chgData name="Cynthia George" userId="8e4ca16d49ed6304" providerId="LiveId" clId="{2A4908BF-F724-4A16-B18C-57E4CCD4A7AF}" dt="2025-07-22T15:17:46.079" v="804" actId="20577"/>
          <ac:spMkLst>
            <pc:docMk/>
            <pc:sldMk cId="1456485608" sldId="1869"/>
            <ac:spMk id="2" creationId="{848FF9F3-9DD6-4966-8E0D-8B2B5F72700E}"/>
          </ac:spMkLst>
        </pc:spChg>
        <pc:spChg chg="mod">
          <ac:chgData name="Cynthia George" userId="8e4ca16d49ed6304" providerId="LiveId" clId="{2A4908BF-F724-4A16-B18C-57E4CCD4A7AF}" dt="2025-07-22T15:19:12.504" v="950" actId="1076"/>
          <ac:spMkLst>
            <pc:docMk/>
            <pc:sldMk cId="1456485608" sldId="1869"/>
            <ac:spMk id="9" creationId="{31B70656-FB88-CE96-2822-C8FD37D82759}"/>
          </ac:spMkLst>
        </pc:spChg>
      </pc:sldChg>
      <pc:sldMasterChg chg="delSldLayout">
        <pc:chgData name="Cynthia George" userId="8e4ca16d49ed6304" providerId="LiveId" clId="{2A4908BF-F724-4A16-B18C-57E4CCD4A7AF}" dt="2025-07-22T13:57:05.487" v="300" actId="47"/>
        <pc:sldMasterMkLst>
          <pc:docMk/>
          <pc:sldMasterMk cId="2021402228" sldId="2147483673"/>
        </pc:sldMasterMkLst>
        <pc:sldLayoutChg chg="del">
          <pc:chgData name="Cynthia George" userId="8e4ca16d49ed6304" providerId="LiveId" clId="{2A4908BF-F724-4A16-B18C-57E4CCD4A7AF}" dt="2025-07-22T13:57:05.487" v="300" actId="47"/>
          <pc:sldLayoutMkLst>
            <pc:docMk/>
            <pc:sldMasterMk cId="2021402228" sldId="2147483673"/>
            <pc:sldLayoutMk cId="3035333380" sldId="2147483690"/>
          </pc:sldLayoutMkLst>
        </pc:sldLayoutChg>
      </pc:sldMasterChg>
    </pc:docChg>
  </pc:docChgLst>
  <pc:docChgLst>
    <pc:chgData name="Sini Mathew" userId="3875fe58a975fc01" providerId="Windows Live" clId="Web-{033C1E43-A12C-1C7E-AAF6-0CC2C8DB201B}"/>
    <pc:docChg chg="delSld modSld">
      <pc:chgData name="Sini Mathew" userId="3875fe58a975fc01" providerId="Windows Live" clId="Web-{033C1E43-A12C-1C7E-AAF6-0CC2C8DB201B}" dt="2025-07-15T00:33:03.496" v="1"/>
      <pc:docMkLst>
        <pc:docMk/>
      </pc:docMkLst>
      <pc:sldChg chg="del">
        <pc:chgData name="Sini Mathew" userId="3875fe58a975fc01" providerId="Windows Live" clId="Web-{033C1E43-A12C-1C7E-AAF6-0CC2C8DB201B}" dt="2025-07-15T00:33:03.496" v="1"/>
        <pc:sldMkLst>
          <pc:docMk/>
          <pc:sldMk cId="1672910874" sldId="1298"/>
        </pc:sldMkLst>
      </pc:sldChg>
      <pc:sldChg chg="modSp">
        <pc:chgData name="Sini Mathew" userId="3875fe58a975fc01" providerId="Windows Live" clId="Web-{033C1E43-A12C-1C7E-AAF6-0CC2C8DB201B}" dt="2025-07-15T00:32:59.543" v="0" actId="1076"/>
        <pc:sldMkLst>
          <pc:docMk/>
          <pc:sldMk cId="2056986253" sldId="1847"/>
        </pc:sldMkLst>
        <pc:spChg chg="mod">
          <ac:chgData name="Sini Mathew" userId="3875fe58a975fc01" providerId="Windows Live" clId="Web-{033C1E43-A12C-1C7E-AAF6-0CC2C8DB201B}" dt="2025-07-15T00:32:59.543" v="0" actId="1076"/>
          <ac:spMkLst>
            <pc:docMk/>
            <pc:sldMk cId="2056986253" sldId="1847"/>
            <ac:spMk id="7" creationId="{0A66DE6E-A0D0-B442-9371-0840DE0BAA3E}"/>
          </ac:spMkLst>
        </pc:spChg>
      </pc:sldChg>
    </pc:docChg>
  </pc:docChgLst>
  <pc:docChgLst>
    <pc:chgData name="Sini Mathew" userId="3875fe58a975fc01" providerId="Windows Live" clId="Web-{9CCF559A-F109-4962-8F1B-4D4109650AA4}"/>
    <pc:docChg chg="addSld delSld modSld">
      <pc:chgData name="Sini Mathew" userId="3875fe58a975fc01" providerId="Windows Live" clId="Web-{9CCF559A-F109-4962-8F1B-4D4109650AA4}" dt="2025-07-13T12:17:53.961" v="546" actId="20577"/>
      <pc:docMkLst>
        <pc:docMk/>
      </pc:docMkLst>
      <pc:sldChg chg="modSp">
        <pc:chgData name="Sini Mathew" userId="3875fe58a975fc01" providerId="Windows Live" clId="Web-{9CCF559A-F109-4962-8F1B-4D4109650AA4}" dt="2025-07-13T11:57:21.272" v="20" actId="20577"/>
        <pc:sldMkLst>
          <pc:docMk/>
          <pc:sldMk cId="717388547" sldId="813"/>
        </pc:sldMkLst>
        <pc:spChg chg="mod">
          <ac:chgData name="Sini Mathew" userId="3875fe58a975fc01" providerId="Windows Live" clId="Web-{9CCF559A-F109-4962-8F1B-4D4109650AA4}" dt="2025-07-13T11:57:21.272" v="20" actId="20577"/>
          <ac:spMkLst>
            <pc:docMk/>
            <pc:sldMk cId="717388547" sldId="813"/>
            <ac:spMk id="3" creationId="{452E3445-7428-97CE-263A-521C050900BE}"/>
          </ac:spMkLst>
        </pc:spChg>
      </pc:sldChg>
      <pc:sldChg chg="modSp">
        <pc:chgData name="Sini Mathew" userId="3875fe58a975fc01" providerId="Windows Live" clId="Web-{9CCF559A-F109-4962-8F1B-4D4109650AA4}" dt="2025-07-13T12:10:22.614" v="323" actId="20577"/>
        <pc:sldMkLst>
          <pc:docMk/>
          <pc:sldMk cId="3717493800" sldId="821"/>
        </pc:sldMkLst>
        <pc:spChg chg="mod">
          <ac:chgData name="Sini Mathew" userId="3875fe58a975fc01" providerId="Windows Live" clId="Web-{9CCF559A-F109-4962-8F1B-4D4109650AA4}" dt="2025-07-13T12:10:22.614" v="323" actId="20577"/>
          <ac:spMkLst>
            <pc:docMk/>
            <pc:sldMk cId="3717493800" sldId="821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9CCF559A-F109-4962-8F1B-4D4109650AA4}" dt="2025-07-13T12:17:53.961" v="546" actId="20577"/>
        <pc:sldMkLst>
          <pc:docMk/>
          <pc:sldMk cId="140346443" sldId="822"/>
        </pc:sldMkLst>
        <pc:spChg chg="mod">
          <ac:chgData name="Sini Mathew" userId="3875fe58a975fc01" providerId="Windows Live" clId="Web-{9CCF559A-F109-4962-8F1B-4D4109650AA4}" dt="2025-07-13T12:12:38.170" v="365" actId="20577"/>
          <ac:spMkLst>
            <pc:docMk/>
            <pc:sldMk cId="140346443" sldId="822"/>
            <ac:spMk id="2" creationId="{69072751-0DFD-E04D-8DBC-6192EE4B4B2A}"/>
          </ac:spMkLst>
        </pc:spChg>
        <pc:spChg chg="mod">
          <ac:chgData name="Sini Mathew" userId="3875fe58a975fc01" providerId="Windows Live" clId="Web-{9CCF559A-F109-4962-8F1B-4D4109650AA4}" dt="2025-07-13T12:17:53.961" v="546" actId="20577"/>
          <ac:spMkLst>
            <pc:docMk/>
            <pc:sldMk cId="140346443" sldId="822"/>
            <ac:spMk id="3" creationId="{1AB012BE-040E-5B65-02E1-DDB2A9A00DA4}"/>
          </ac:spMkLst>
        </pc:spChg>
        <pc:spChg chg="mod">
          <ac:chgData name="Sini Mathew" userId="3875fe58a975fc01" providerId="Windows Live" clId="Web-{9CCF559A-F109-4962-8F1B-4D4109650AA4}" dt="2025-07-13T12:14:30.095" v="410" actId="20577"/>
          <ac:spMkLst>
            <pc:docMk/>
            <pc:sldMk cId="140346443" sldId="822"/>
            <ac:spMk id="10" creationId="{60127C6D-3342-C831-3981-C5030CF3B941}"/>
          </ac:spMkLst>
        </pc:spChg>
      </pc:sldChg>
      <pc:sldChg chg="modSp">
        <pc:chgData name="Sini Mathew" userId="3875fe58a975fc01" providerId="Windows Live" clId="Web-{9CCF559A-F109-4962-8F1B-4D4109650AA4}" dt="2025-07-13T12:11:25.195" v="354" actId="20577"/>
        <pc:sldMkLst>
          <pc:docMk/>
          <pc:sldMk cId="2771250690" sldId="851"/>
        </pc:sldMkLst>
        <pc:spChg chg="mod">
          <ac:chgData name="Sini Mathew" userId="3875fe58a975fc01" providerId="Windows Live" clId="Web-{9CCF559A-F109-4962-8F1B-4D4109650AA4}" dt="2025-07-13T12:10:36.318" v="332" actId="20577"/>
          <ac:spMkLst>
            <pc:docMk/>
            <pc:sldMk cId="2771250690" sldId="851"/>
            <ac:spMk id="2" creationId="{00000000-0000-0000-0000-000000000000}"/>
          </ac:spMkLst>
        </pc:spChg>
        <pc:spChg chg="mod">
          <ac:chgData name="Sini Mathew" userId="3875fe58a975fc01" providerId="Windows Live" clId="Web-{9CCF559A-F109-4962-8F1B-4D4109650AA4}" dt="2025-07-13T12:11:25.195" v="354" actId="20577"/>
          <ac:spMkLst>
            <pc:docMk/>
            <pc:sldMk cId="2771250690" sldId="851"/>
            <ac:spMk id="8" creationId="{9BADF726-2AAD-85FD-9A5C-793E45C4B3F2}"/>
          </ac:spMkLst>
        </pc:spChg>
      </pc:sldChg>
      <pc:sldChg chg="modSp">
        <pc:chgData name="Sini Mathew" userId="3875fe58a975fc01" providerId="Windows Live" clId="Web-{9CCF559A-F109-4962-8F1B-4D4109650AA4}" dt="2025-07-13T12:12:15.997" v="359" actId="20577"/>
        <pc:sldMkLst>
          <pc:docMk/>
          <pc:sldMk cId="1217883548" sldId="1318"/>
        </pc:sldMkLst>
        <pc:spChg chg="mod">
          <ac:chgData name="Sini Mathew" userId="3875fe58a975fc01" providerId="Windows Live" clId="Web-{9CCF559A-F109-4962-8F1B-4D4109650AA4}" dt="2025-07-13T12:12:15.997" v="359" actId="20577"/>
          <ac:spMkLst>
            <pc:docMk/>
            <pc:sldMk cId="1217883548" sldId="1318"/>
            <ac:spMk id="3" creationId="{B9ACC418-9BFA-F946-DA5B-A680A2EBDFAC}"/>
          </ac:spMkLst>
        </pc:spChg>
      </pc:sldChg>
      <pc:sldChg chg="modSp">
        <pc:chgData name="Sini Mathew" userId="3875fe58a975fc01" providerId="Windows Live" clId="Web-{9CCF559A-F109-4962-8F1B-4D4109650AA4}" dt="2025-07-13T11:56:32.786" v="15" actId="20577"/>
        <pc:sldMkLst>
          <pc:docMk/>
          <pc:sldMk cId="53611107" sldId="1727"/>
        </pc:sldMkLst>
        <pc:spChg chg="mod">
          <ac:chgData name="Sini Mathew" userId="3875fe58a975fc01" providerId="Windows Live" clId="Web-{9CCF559A-F109-4962-8F1B-4D4109650AA4}" dt="2025-07-13T11:56:32.786" v="15" actId="20577"/>
          <ac:spMkLst>
            <pc:docMk/>
            <pc:sldMk cId="53611107" sldId="1727"/>
            <ac:spMk id="2" creationId="{3BF669AB-2DF7-61FD-29DC-4F5D5708F7EF}"/>
          </ac:spMkLst>
        </pc:spChg>
      </pc:sldChg>
      <pc:sldChg chg="modSp">
        <pc:chgData name="Sini Mathew" userId="3875fe58a975fc01" providerId="Windows Live" clId="Web-{9CCF559A-F109-4962-8F1B-4D4109650AA4}" dt="2025-07-13T11:56:21.036" v="11" actId="1076"/>
        <pc:sldMkLst>
          <pc:docMk/>
          <pc:sldMk cId="126902895" sldId="1746"/>
        </pc:sldMkLst>
        <pc:spChg chg="mod">
          <ac:chgData name="Sini Mathew" userId="3875fe58a975fc01" providerId="Windows Live" clId="Web-{9CCF559A-F109-4962-8F1B-4D4109650AA4}" dt="2025-07-13T11:56:21.036" v="11" actId="1076"/>
          <ac:spMkLst>
            <pc:docMk/>
            <pc:sldMk cId="126902895" sldId="1746"/>
            <ac:spMk id="7" creationId="{565A7DE2-A0D3-0201-4DD7-DCA2BFDB505C}"/>
          </ac:spMkLst>
        </pc:spChg>
      </pc:sldChg>
      <pc:sldChg chg="modSp">
        <pc:chgData name="Sini Mathew" userId="3875fe58a975fc01" providerId="Windows Live" clId="Web-{9CCF559A-F109-4962-8F1B-4D4109650AA4}" dt="2025-07-13T12:05:11.053" v="308" actId="20577"/>
        <pc:sldMkLst>
          <pc:docMk/>
          <pc:sldMk cId="3192769657" sldId="1766"/>
        </pc:sldMkLst>
        <pc:spChg chg="mod">
          <ac:chgData name="Sini Mathew" userId="3875fe58a975fc01" providerId="Windows Live" clId="Web-{9CCF559A-F109-4962-8F1B-4D4109650AA4}" dt="2025-07-13T11:57:29.601" v="24" actId="20577"/>
          <ac:spMkLst>
            <pc:docMk/>
            <pc:sldMk cId="3192769657" sldId="1766"/>
            <ac:spMk id="2" creationId="{E0685611-F8C0-7B58-25FF-103D1B8382DF}"/>
          </ac:spMkLst>
        </pc:spChg>
        <pc:spChg chg="mod">
          <ac:chgData name="Sini Mathew" userId="3875fe58a975fc01" providerId="Windows Live" clId="Web-{9CCF559A-F109-4962-8F1B-4D4109650AA4}" dt="2025-07-13T12:05:11.053" v="308" actId="20577"/>
          <ac:spMkLst>
            <pc:docMk/>
            <pc:sldMk cId="3192769657" sldId="1766"/>
            <ac:spMk id="5" creationId="{47C06F40-95DD-32FD-9090-4DFCCE9E7180}"/>
          </ac:spMkLst>
        </pc:spChg>
        <pc:spChg chg="mod">
          <ac:chgData name="Sini Mathew" userId="3875fe58a975fc01" providerId="Windows Live" clId="Web-{9CCF559A-F109-4962-8F1B-4D4109650AA4}" dt="2025-07-13T11:59:53.246" v="94" actId="20577"/>
          <ac:spMkLst>
            <pc:docMk/>
            <pc:sldMk cId="3192769657" sldId="1766"/>
            <ac:spMk id="7" creationId="{73BCB907-E0B2-54A2-70D6-6ED07B3192C6}"/>
          </ac:spMkLst>
        </pc:spChg>
      </pc:sldChg>
      <pc:sldChg chg="del">
        <pc:chgData name="Sini Mathew" userId="3875fe58a975fc01" providerId="Windows Live" clId="Web-{9CCF559A-F109-4962-8F1B-4D4109650AA4}" dt="2025-07-13T11:59:56.902" v="95"/>
        <pc:sldMkLst>
          <pc:docMk/>
          <pc:sldMk cId="3059271663" sldId="1814"/>
        </pc:sldMkLst>
      </pc:sldChg>
      <pc:sldChg chg="del">
        <pc:chgData name="Sini Mathew" userId="3875fe58a975fc01" providerId="Windows Live" clId="Web-{9CCF559A-F109-4962-8F1B-4D4109650AA4}" dt="2025-07-13T11:59:57.543" v="96"/>
        <pc:sldMkLst>
          <pc:docMk/>
          <pc:sldMk cId="368851534" sldId="1815"/>
        </pc:sldMkLst>
      </pc:sldChg>
      <pc:sldChg chg="del">
        <pc:chgData name="Sini Mathew" userId="3875fe58a975fc01" providerId="Windows Live" clId="Web-{9CCF559A-F109-4962-8F1B-4D4109650AA4}" dt="2025-07-13T11:59:58.152" v="97"/>
        <pc:sldMkLst>
          <pc:docMk/>
          <pc:sldMk cId="147178672" sldId="1816"/>
        </pc:sldMkLst>
      </pc:sldChg>
      <pc:sldChg chg="del">
        <pc:chgData name="Sini Mathew" userId="3875fe58a975fc01" providerId="Windows Live" clId="Web-{9CCF559A-F109-4962-8F1B-4D4109650AA4}" dt="2025-07-13T11:59:58.808" v="98"/>
        <pc:sldMkLst>
          <pc:docMk/>
          <pc:sldMk cId="1403820475" sldId="1817"/>
        </pc:sldMkLst>
      </pc:sldChg>
      <pc:sldChg chg="del">
        <pc:chgData name="Sini Mathew" userId="3875fe58a975fc01" providerId="Windows Live" clId="Web-{9CCF559A-F109-4962-8F1B-4D4109650AA4}" dt="2025-07-13T12:12:39.857" v="366"/>
        <pc:sldMkLst>
          <pc:docMk/>
          <pc:sldMk cId="2694161924" sldId="1818"/>
        </pc:sldMkLst>
      </pc:sldChg>
      <pc:sldChg chg="del">
        <pc:chgData name="Sini Mathew" userId="3875fe58a975fc01" providerId="Windows Live" clId="Web-{9CCF559A-F109-4962-8F1B-4D4109650AA4}" dt="2025-07-13T12:12:40.561" v="367"/>
        <pc:sldMkLst>
          <pc:docMk/>
          <pc:sldMk cId="1631293736" sldId="1819"/>
        </pc:sldMkLst>
      </pc:sldChg>
      <pc:sldChg chg="modSp add replId">
        <pc:chgData name="Sini Mathew" userId="3875fe58a975fc01" providerId="Windows Live" clId="Web-{9CCF559A-F109-4962-8F1B-4D4109650AA4}" dt="2025-07-13T12:05:20.725" v="311" actId="20577"/>
        <pc:sldMkLst>
          <pc:docMk/>
          <pc:sldMk cId="2727815850" sldId="1845"/>
        </pc:sldMkLst>
        <pc:spChg chg="mod">
          <ac:chgData name="Sini Mathew" userId="3875fe58a975fc01" providerId="Windows Live" clId="Web-{9CCF559A-F109-4962-8F1B-4D4109650AA4}" dt="2025-07-13T12:05:20.725" v="311" actId="20577"/>
          <ac:spMkLst>
            <pc:docMk/>
            <pc:sldMk cId="2727815850" sldId="1845"/>
            <ac:spMk id="5" creationId="{0E7A24FF-230B-46A4-56CA-16F5E25E7F6E}"/>
          </ac:spMkLst>
        </pc:spChg>
        <pc:spChg chg="mod">
          <ac:chgData name="Sini Mathew" userId="3875fe58a975fc01" providerId="Windows Live" clId="Web-{9CCF559A-F109-4962-8F1B-4D4109650AA4}" dt="2025-07-13T12:01:36.187" v="169" actId="20577"/>
          <ac:spMkLst>
            <pc:docMk/>
            <pc:sldMk cId="2727815850" sldId="1845"/>
            <ac:spMk id="7" creationId="{BC12BBF3-2559-17C6-2B19-A1167C661C3E}"/>
          </ac:spMkLst>
        </pc:spChg>
      </pc:sldChg>
      <pc:sldChg chg="modSp add replId">
        <pc:chgData name="Sini Mathew" userId="3875fe58a975fc01" providerId="Windows Live" clId="Web-{9CCF559A-F109-4962-8F1B-4D4109650AA4}" dt="2025-07-13T12:05:28.105" v="313" actId="20577"/>
        <pc:sldMkLst>
          <pc:docMk/>
          <pc:sldMk cId="2871942205" sldId="1846"/>
        </pc:sldMkLst>
        <pc:spChg chg="mod">
          <ac:chgData name="Sini Mathew" userId="3875fe58a975fc01" providerId="Windows Live" clId="Web-{9CCF559A-F109-4962-8F1B-4D4109650AA4}" dt="2025-07-13T12:05:28.105" v="313" actId="20577"/>
          <ac:spMkLst>
            <pc:docMk/>
            <pc:sldMk cId="2871942205" sldId="1846"/>
            <ac:spMk id="5" creationId="{3297C44C-2E22-827E-B82A-CFA6062BDBF8}"/>
          </ac:spMkLst>
        </pc:spChg>
        <pc:spChg chg="mod">
          <ac:chgData name="Sini Mathew" userId="3875fe58a975fc01" providerId="Windows Live" clId="Web-{9CCF559A-F109-4962-8F1B-4D4109650AA4}" dt="2025-07-13T12:03:11.596" v="230" actId="20577"/>
          <ac:spMkLst>
            <pc:docMk/>
            <pc:sldMk cId="2871942205" sldId="1846"/>
            <ac:spMk id="7" creationId="{5C4FB7C0-4F08-1F2D-11E1-B81C7DCB21EB}"/>
          </ac:spMkLst>
        </pc:spChg>
      </pc:sldChg>
      <pc:sldChg chg="modSp add replId">
        <pc:chgData name="Sini Mathew" userId="3875fe58a975fc01" providerId="Windows Live" clId="Web-{9CCF559A-F109-4962-8F1B-4D4109650AA4}" dt="2025-07-13T12:05:36.105" v="315" actId="20577"/>
        <pc:sldMkLst>
          <pc:docMk/>
          <pc:sldMk cId="2056986253" sldId="1847"/>
        </pc:sldMkLst>
        <pc:spChg chg="mod">
          <ac:chgData name="Sini Mathew" userId="3875fe58a975fc01" providerId="Windows Live" clId="Web-{9CCF559A-F109-4962-8F1B-4D4109650AA4}" dt="2025-07-13T12:05:36.105" v="315" actId="20577"/>
          <ac:spMkLst>
            <pc:docMk/>
            <pc:sldMk cId="2056986253" sldId="1847"/>
            <ac:spMk id="5" creationId="{C969384B-048C-CA51-D7F7-E1EE5992D33B}"/>
          </ac:spMkLst>
        </pc:spChg>
        <pc:spChg chg="mod">
          <ac:chgData name="Sini Mathew" userId="3875fe58a975fc01" providerId="Windows Live" clId="Web-{9CCF559A-F109-4962-8F1B-4D4109650AA4}" dt="2025-07-13T12:05:06.725" v="306" actId="20577"/>
          <ac:spMkLst>
            <pc:docMk/>
            <pc:sldMk cId="2056986253" sldId="1847"/>
            <ac:spMk id="7" creationId="{0A66DE6E-A0D0-B442-9371-0840DE0BAA3E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C74DDD6-5352-F6FA-C4FC-D219C29F637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E3A0D-33E9-CD20-52BB-56DD861D94A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850D7F-1182-45A1-A1D9-8794B3321139}" type="datetimeFigureOut">
              <a:rPr lang="en-US" smtClean="0"/>
              <a:t>7/23/2025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5E8C1-3A78-BCAB-B01F-2B0B177D98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FE4654-527E-CD90-6EB8-B4CB0F15726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A5A10C-3768-437C-9232-DB903BE1E7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8055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23/07/2025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398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5617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458AD-8F27-30C2-88F7-7D9BD333E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D02D2D-1DB9-11F4-D406-7C430236E2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85E517-92E2-1F8A-86DF-51547D92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5C9E8-4946-810E-FFF1-667C2165BD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778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26E76-CF1F-7EDB-1AD3-C161627F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B7C525-03EA-FC4C-9B5D-7A5CC455FD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A3DD21-B34A-B52B-EFFD-C030B91EE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B6119A-4FB9-B3B9-C543-6FFC8E9F62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8581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E631AD-3048-F201-DACD-B7E7690AE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5216E-BCDA-ADB7-D7C1-18B58F02D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E08545-6301-E9F9-D5AF-0445F7CDDA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FCC127-DF38-0F2C-5BE6-2A4138BA2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36082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70E80-6E02-0FF3-51ED-FF759B2505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DBE996-0DA2-D8B2-B05D-12E7BE2209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2D07D-F3DF-7512-24AB-5818316C2F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83565-A037-135C-8A20-90178AD728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915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2EE49-5D3F-5788-5862-E4692FD1F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0DC5E-7B6E-DCD5-045C-DE105C3D7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05111F-1A4B-9FC3-180C-78FE96C225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7D41E7-92DE-7197-CF6D-F5D5C159CB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4444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6B722-42D9-06CD-141D-20CABA0568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2449A6-7763-2EAE-CCC4-AB46C3D8E8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8F97F2-89D3-9551-6BD8-BF2356061C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F8C6E2-756C-7B9F-AB23-A4497F7259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3804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95C1C-F81C-AEA1-220B-B7C7D5ACB7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281DF5-646B-3CDE-5A05-28D4D83CF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A38C43-494A-9A20-62DA-EBE4A9D15B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9C61D9-ECED-CE19-DBEE-CCFFCE2E00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78183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90890B-E426-38AA-EADA-643806744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8511E2-3417-E0A1-4F59-12E56DE9FC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307C5B-9E05-DEAF-CE7B-DC0363A782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665324-2B5E-CE6D-494B-ACA51ED37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96869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86F65-02A8-D66D-A819-7BCD1E419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4FB7B-5860-C233-7D33-A398FDC166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BB2C59-FD5A-40D7-0AEB-F19BC7453E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527CCE-C140-C4D0-42DC-75919E05D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1193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F908C-D56F-9352-2822-8F936A43B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002685-309B-29AD-EF13-AA410E4445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B50CF4-BB11-5792-6F67-847C967661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7AC84D-8A51-9FDB-633C-A78AB3CB44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03688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4CA9F-42C3-6E76-1A47-8702282D4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6E2CB7-A49F-D23D-5A35-121562AD6BE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754E9B-E492-E76D-F9D4-9A69A4D65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E8D4-C734-8BFC-0A45-60BFABC3E9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72531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B1D5-AD1F-9C5A-0AC6-053ED329D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7D7613-3B91-5B2F-FC35-88B1A43CC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B6E432-EB34-B185-5EC3-F73B5C6755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4C4DC-E7D1-6375-87FD-ABBD6F1EF7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0218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15725-9B71-1435-8AEC-355398C72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E16489-CE3D-0DB9-03FB-95E52867FB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483751-7BC4-1FA8-8AC5-4D4BB64C51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5EF79-BF11-34ED-B18F-B46F59756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60916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5480-657D-BDD5-F7E6-0B019E429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D275B7-A55A-961E-71EF-15D32AC4AE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4C9F95-38FD-E29A-8EA1-15DA6B72F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5274B-78EF-A96D-F150-7B889E2068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40959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F64E1-1E8A-17C2-4D01-4B40D1969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DC454-A643-38D2-808B-688608786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9B5EBB-8D39-398C-7F98-AFAE2B51C0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1F59-8B51-54E9-E772-CA3EC0E0C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862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0AD02-0D9A-4261-83D2-D9C90DE9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0F0BDC-3287-E1F9-3B93-BA9406CBE8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2001C8-9172-6E00-EFB9-EBF387D6BD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6C974-3A7F-FF44-EF60-A28513E7B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507360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A02793-4656-AA46-B9C2-A22EDFB5C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1A2B69-70E0-4419-F634-C7B1535BBE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0464A5-C8EF-35B1-4A60-E9E2A8EACB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3CDF65-158D-A42A-FB8E-18F52E9CEE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97080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915A8-F64D-31A7-168F-E44E651165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40BC47-90C9-5AAD-D528-6BA5C5279E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710F3-E5A8-8007-5111-E61D5DC14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81546C-F1FB-A87F-0846-F09FF302E9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098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CCF66-6F59-93FA-0D1A-3B0E3DE74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C72C64-C25A-C587-AC1B-7B2C39B772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E3867-1DF4-E02D-BD34-2573AEB6E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AAFC57-8E26-6E5F-CE53-F6A5D41A42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5957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063D6-3122-553C-BD50-B817B7CB8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704C13-6AB4-1548-3733-A80F541EC7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417753-CCBD-3D04-877A-24F74D871B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AEF173-9F9D-BD8F-E34C-FB877408BA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53145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E6511B-3976-F3B1-A278-D96CCFC42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28ADC-9948-A7A8-12C7-044C8515D3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28850-BE5A-EC70-2326-422291C35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F0788-80BC-6D5F-8758-CE1F47E04E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829858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34E98-2E12-C36A-38C0-9E79AEC4D0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997324-7ED4-DAEE-1C66-94FEA58DF6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BC3D30-FDE5-3817-101A-823E0FF97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6DBBA-5150-8543-70DC-E64900B081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4E53EA-ED27-5247-B6F2-F07834052059}" type="slidenum">
              <a:rPr lang="en-GB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02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45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9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105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99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9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23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09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5543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362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244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44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66248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D945F63B-B55E-8E51-D68D-F0517AE979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25 May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9295884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C - DD MMM 202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-up of a tree&#10;&#10;Description automatically generated with low confidence">
            <a:extLst>
              <a:ext uri="{FF2B5EF4-FFF2-40B4-BE49-F238E27FC236}">
                <a16:creationId xmlns:a16="http://schemas.microsoft.com/office/drawing/2014/main" id="{F291F304-18B5-A049-4BBD-4222E09BBE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1" y="4774168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algn="ctr" defTabSz="68580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cs typeface="Segoe UI Light" panose="020B0502040204020203" pitchFamily="34" charset="0"/>
              </a:defRPr>
            </a:lvl1pPr>
          </a:lstStyle>
          <a:p>
            <a:pPr lvl="0" algn="ctr"/>
            <a:r>
              <a:rPr lang="en-US" noProof="0">
                <a:solidFill>
                  <a:schemeClr val="bg1"/>
                </a:solidFill>
              </a:rPr>
              <a:t>English Holy Communion Service –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13 July 2025</a:t>
            </a:r>
            <a:endParaRPr lang="en-US" noProof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</p:spTree>
    <p:extLst>
      <p:ext uri="{BB962C8B-B14F-4D97-AF65-F5344CB8AC3E}">
        <p14:creationId xmlns:p14="http://schemas.microsoft.com/office/powerpoint/2010/main" val="34908505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6821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8888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1713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61129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44926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641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56058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984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058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46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3329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17774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4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26473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82949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7405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3512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5974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5023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22249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52375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917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59427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7162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2682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600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99434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87997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5143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3417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87733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4402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62293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97093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940865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19239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03376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79620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2211806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7807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83944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2370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5540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586005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0725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58506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1379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0011741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800881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6145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1695"/>
            <a:ext cx="9144000" cy="612000"/>
          </a:xfrm>
          <a:solidFill>
            <a:srgbClr val="905562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600" b="1">
                <a:solidFill>
                  <a:schemeClr val="bg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922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2" Type="http://schemas.openxmlformats.org/officeDocument/2006/relationships/slideLayout" Target="../slideLayouts/slideLayout52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5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0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4.xml"/><Relationship Id="rId2" Type="http://schemas.openxmlformats.org/officeDocument/2006/relationships/slideLayout" Target="../slideLayouts/slideLayout64.xml"/><Relationship Id="rId1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73.xml"/><Relationship Id="rId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72.xml"/><Relationship Id="rId4" Type="http://schemas.openxmlformats.org/officeDocument/2006/relationships/slideLayout" Target="../slideLayouts/slideLayout66.xml"/><Relationship Id="rId9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04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7" r:id="rId12"/>
    <p:sldLayoutId id="2147483689" r:id="rId13"/>
    <p:sldLayoutId id="2147483796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260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47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68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2" r:id="rId2"/>
    <p:sldLayoutId id="2147483773" r:id="rId3"/>
    <p:sldLayoutId id="2147483774" r:id="rId4"/>
    <p:sldLayoutId id="2147483775" r:id="rId5"/>
    <p:sldLayoutId id="2147483776" r:id="rId6"/>
    <p:sldLayoutId id="2147483777" r:id="rId7"/>
    <p:sldLayoutId id="2147483778" r:id="rId8"/>
    <p:sldLayoutId id="2147483779" r:id="rId9"/>
    <p:sldLayoutId id="2147483780" r:id="rId10"/>
    <p:sldLayoutId id="2147483781" r:id="rId11"/>
    <p:sldLayoutId id="214748378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7/23/2025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228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EqFbcvLG7O0?si=eUYFd39M_ouU-ZLC" TargetMode="External"/><Relationship Id="rId2" Type="http://schemas.openxmlformats.org/officeDocument/2006/relationships/hyperlink" Target="https://youtu.be/PvrkXXvve8M" TargetMode="External"/><Relationship Id="rId1" Type="http://schemas.openxmlformats.org/officeDocument/2006/relationships/slideLayout" Target="../slideLayouts/slideLayout38.xml"/><Relationship Id="rId6" Type="http://schemas.openxmlformats.org/officeDocument/2006/relationships/hyperlink" Target="https://youtu.be/p18hng34BH0?si=msWOKTsrdxMowV_3" TargetMode="External"/><Relationship Id="rId5" Type="http://schemas.openxmlformats.org/officeDocument/2006/relationships/hyperlink" Target="https://youtu.be/gj-Rk4rFHlY?si=NGV-1AO7iUXCYjAA" TargetMode="External"/><Relationship Id="rId4" Type="http://schemas.openxmlformats.org/officeDocument/2006/relationships/hyperlink" Target="https://youtu.be/NXUjGbKDx3Q?si=Bs2eSAFiIFzPDln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F559EBF-A0DC-764A-C7C1-116E72A50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A7517-3A9C-D642-A843-F5E885D84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A7DE2-A0D3-0201-4DD7-DCA2BFDB505C}"/>
              </a:ext>
            </a:extLst>
          </p:cNvPr>
          <p:cNvSpPr txBox="1"/>
          <p:nvPr/>
        </p:nvSpPr>
        <p:spPr>
          <a:xfrm>
            <a:off x="1" y="927558"/>
            <a:ext cx="9143999" cy="421653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SG" sz="1000" dirty="0">
                <a:ea typeface="+mn-lt"/>
                <a:cs typeface="+mn-lt"/>
              </a:rPr>
              <a:t>Opening</a:t>
            </a:r>
            <a:endParaRPr lang="en-US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154 </a:t>
            </a:r>
            <a:r>
              <a:rPr lang="en-SG" sz="1000">
                <a:latin typeface="Segoe UI"/>
                <a:ea typeface="Calibri"/>
                <a:cs typeface="Segoe UI"/>
              </a:rPr>
              <a:t>Arise, my soul</a:t>
            </a:r>
            <a:endParaRPr lang="en-SG" sz="1000">
              <a:ea typeface="Calibri"/>
              <a:cs typeface="Segoe UI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B/A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Great is Thy faithfulness v1&amp;ch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Offertory</a:t>
            </a:r>
            <a:endParaRPr lang="en-SG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1094 The Endevour band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  <a:hlinkClick r:id="rId2"/>
              </a:rPr>
              <a:t>https://youtu.be/PvrkXXvve8M</a:t>
            </a:r>
            <a:endParaRPr lang="en-SG"/>
          </a:p>
          <a:p>
            <a:pPr algn="ctr"/>
            <a:r>
              <a:rPr lang="en-SG" sz="1000" dirty="0">
                <a:ea typeface="+mn-lt"/>
                <a:cs typeface="+mn-lt"/>
              </a:rPr>
              <a:t>Confession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718 Thy will be done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  <a:hlinkClick r:id="rId3"/>
              </a:rPr>
              <a:t>https://youtu.be/EqFbcvLG7O0?si=eUYFd39M_ouU-ZLC</a:t>
            </a:r>
            <a:endParaRPr lang="en-SG"/>
          </a:p>
          <a:p>
            <a:pPr algn="ctr"/>
            <a:r>
              <a:rPr lang="en-SG" sz="1000" dirty="0">
                <a:ea typeface="+mn-lt"/>
                <a:cs typeface="+mn-lt"/>
              </a:rPr>
              <a:t>Communion</a:t>
            </a:r>
            <a:endParaRPr lang="en-SG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718 Thy will be done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  <a:hlinkClick r:id="rId4"/>
              </a:rPr>
              <a:t>https://youtu.be/NXUjGbKDx3Q?si=Bs2eSAFiIFzPDlnr</a:t>
            </a:r>
            <a:endParaRPr lang="en-SG"/>
          </a:p>
          <a:p>
            <a:pPr algn="ctr"/>
            <a:r>
              <a:rPr lang="en-SG" sz="1000" dirty="0">
                <a:ea typeface="+mn-lt"/>
                <a:cs typeface="+mn-lt"/>
              </a:rPr>
              <a:t>(sung version only </a:t>
            </a:r>
            <a:r>
              <a:rPr lang="en-SG" sz="1000" dirty="0" err="1">
                <a:ea typeface="+mn-lt"/>
                <a:cs typeface="+mn-lt"/>
              </a:rPr>
              <a:t>avlb</a:t>
            </a:r>
            <a:r>
              <a:rPr lang="en-SG" sz="1000" dirty="0">
                <a:ea typeface="+mn-lt"/>
                <a:cs typeface="+mn-lt"/>
              </a:rPr>
              <a:t> in Mal)</a:t>
            </a:r>
            <a:endParaRPr lang="en-SG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621 I gave my life for Thee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672 Am I a soldier of the cross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  <a:hlinkClick r:id="rId5"/>
              </a:rPr>
              <a:t>https://youtu.be/gj-Rk4rFHlY?si=NGV-1AO7iUXCYjAA</a:t>
            </a:r>
            <a:endParaRPr lang="en-SG"/>
          </a:p>
          <a:p>
            <a:pPr algn="ctr"/>
            <a:r>
              <a:rPr lang="en-SG" sz="1000" dirty="0">
                <a:ea typeface="+mn-lt"/>
                <a:cs typeface="+mn-lt"/>
              </a:rPr>
              <a:t>814 Rescue the perishing </a:t>
            </a:r>
            <a:endParaRPr lang="en-US" dirty="0"/>
          </a:p>
          <a:p>
            <a:pPr algn="ctr"/>
            <a:r>
              <a:rPr lang="en-SG" sz="1000" dirty="0">
                <a:ea typeface="+mn-lt"/>
                <a:cs typeface="+mn-lt"/>
              </a:rPr>
              <a:t>805 Brightly beams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When I survey the wondrous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  <a:hlinkClick r:id="rId6"/>
              </a:rPr>
              <a:t>https://youtu.be/p18hng34BH0?si=msWOKTsrdxMowV_3</a:t>
            </a:r>
            <a:endParaRPr lang="en-SG"/>
          </a:p>
          <a:p>
            <a:pPr algn="ctr"/>
            <a:endParaRPr lang="en-SG"/>
          </a:p>
          <a:p>
            <a:pPr algn="ctr"/>
            <a:r>
              <a:rPr lang="en-SG" sz="1000" dirty="0">
                <a:ea typeface="+mn-lt"/>
                <a:cs typeface="+mn-lt"/>
              </a:rPr>
              <a:t>Closing</a:t>
            </a:r>
            <a:endParaRPr lang="en-SG" dirty="0">
              <a:ea typeface="+mn-lt"/>
              <a:cs typeface="+mn-lt"/>
            </a:endParaRPr>
          </a:p>
          <a:p>
            <a:pPr algn="ctr"/>
            <a:r>
              <a:rPr lang="en-SG" sz="1000" dirty="0">
                <a:ea typeface="+mn-lt"/>
                <a:cs typeface="+mn-lt"/>
              </a:rPr>
              <a:t>Forth in Thy name O Lord I go</a:t>
            </a:r>
            <a:endParaRPr lang="en-SG" dirty="0"/>
          </a:p>
          <a:p>
            <a:pPr algn="ctr"/>
            <a:r>
              <a:rPr lang="en-SG" sz="1000" dirty="0">
                <a:ea typeface="+mn-lt"/>
                <a:cs typeface="+mn-lt"/>
              </a:rPr>
              <a:t>https://youtu.be/AUVAbXgJyqQ?si=oTZ37lYF7SZnCV39 </a:t>
            </a:r>
            <a:endParaRPr lang="en-SG" dirty="0"/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A9DAA650-8B48-12A6-D091-89A71EAF549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02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7F784-FB20-9301-9A44-6A1B2133C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3BF669AB-2DF7-61FD-29DC-4F5D5708F7EF}"/>
              </a:ext>
            </a:extLst>
          </p:cNvPr>
          <p:cNvSpPr txBox="1">
            <a:spLocks/>
          </p:cNvSpPr>
          <p:nvPr/>
        </p:nvSpPr>
        <p:spPr>
          <a:xfrm>
            <a:off x="595423" y="1028892"/>
            <a:ext cx="8335926" cy="2945535"/>
          </a:xfrm>
          <a:prstGeom prst="rect">
            <a:avLst/>
          </a:prstGeom>
          <a:noFill/>
          <a:ln w="28575">
            <a:noFill/>
          </a:ln>
          <a:effectLst>
            <a:outerShdw blurRad="50800" dist="50800" dir="5400000" algn="ctr" rotWithShape="0">
              <a:schemeClr val="accent5">
                <a:lumMod val="50000"/>
              </a:schemeClr>
            </a:outerShdw>
          </a:effectLst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tabLst>
                <a:tab pos="1254125" algn="l"/>
                <a:tab pos="1423988" algn="l"/>
              </a:tabLst>
            </a:pPr>
            <a:r>
              <a:rPr lang="en-US" sz="6000" b="1" dirty="0">
                <a:solidFill>
                  <a:schemeClr val="bg1"/>
                </a:solidFill>
                <a:effectLst>
                  <a:outerShdw blurRad="38100" dist="63500" dir="2700000" algn="tl">
                    <a:schemeClr val="tx1">
                      <a:alpha val="43000"/>
                    </a:schemeClr>
                  </a:outerShdw>
                </a:effectLst>
                <a:latin typeface="Footlight MT Light"/>
              </a:rPr>
              <a:t>July 27, 2025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111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7289E29-7507-3DDD-F7D2-9284AAD62DE9}"/>
              </a:ext>
            </a:extLst>
          </p:cNvPr>
          <p:cNvSpPr/>
          <p:nvPr/>
        </p:nvSpPr>
        <p:spPr>
          <a:xfrm>
            <a:off x="1587933" y="995380"/>
            <a:ext cx="5968133" cy="3152740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E3445-7428-97CE-263A-521C050900BE}"/>
              </a:ext>
            </a:extLst>
          </p:cNvPr>
          <p:cNvSpPr txBox="1">
            <a:spLocks/>
          </p:cNvSpPr>
          <p:nvPr/>
        </p:nvSpPr>
        <p:spPr>
          <a:xfrm>
            <a:off x="1724464" y="1668219"/>
            <a:ext cx="5695070" cy="2904342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US" dirty="0">
                <a:solidFill>
                  <a:schemeClr val="bg1"/>
                </a:solidFill>
                <a:latin typeface="Tenorite"/>
              </a:rPr>
              <a:t>Opening Hymn</a:t>
            </a:r>
          </a:p>
          <a:p>
            <a:r>
              <a:rPr lang="en-US" dirty="0">
                <a:solidFill>
                  <a:schemeClr val="bg1"/>
                </a:solidFill>
                <a:latin typeface="Tenorite"/>
              </a:rPr>
              <a:t>Hymn No 154</a:t>
            </a:r>
            <a:endParaRPr lang="en-US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71738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B440D-9154-6D42-51FB-76FEAB1E1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685611-F8C0-7B58-25FF-103D1B838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Arise, my soul, arise (154)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566E2B1-42FB-58E2-1695-DC7C7590AF4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BCB907-E0B2-54A2-70D6-6ED07B3192C6}"/>
              </a:ext>
            </a:extLst>
          </p:cNvPr>
          <p:cNvSpPr txBox="1"/>
          <p:nvPr/>
        </p:nvSpPr>
        <p:spPr>
          <a:xfrm>
            <a:off x="51848" y="1232922"/>
            <a:ext cx="90403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Arise, my soul, arise !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Shake off thy guilty fears;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The bleeding Sacrifice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In my behalf appears.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Before the throne my Surety stands;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My name is written on His hands</a:t>
            </a:r>
            <a:r>
              <a:rPr lang="en-SG" sz="2800" dirty="0">
                <a:latin typeface="Calibri"/>
                <a:ea typeface="Calibri"/>
                <a:cs typeface="Calibri"/>
              </a:rPr>
              <a:t>. </a:t>
            </a:r>
            <a:endParaRPr lang="en-US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06F40-95DD-32FD-9090-4DFCCE9E7180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1 of 4</a:t>
            </a:r>
          </a:p>
        </p:txBody>
      </p:sp>
    </p:spTree>
    <p:extLst>
      <p:ext uri="{BB962C8B-B14F-4D97-AF65-F5344CB8AC3E}">
        <p14:creationId xmlns:p14="http://schemas.microsoft.com/office/powerpoint/2010/main" val="31927696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84559-B24A-43B1-CC26-2F41013A84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80D39-7A60-92D3-D357-ADBD0AFA4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Arise, my soul, arise (154)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316737E-0376-94A9-38C1-AEBC7224EEE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12BBF3-2559-17C6-2B19-A1167C661C3E}"/>
              </a:ext>
            </a:extLst>
          </p:cNvPr>
          <p:cNvSpPr txBox="1"/>
          <p:nvPr/>
        </p:nvSpPr>
        <p:spPr>
          <a:xfrm>
            <a:off x="51848" y="1232922"/>
            <a:ext cx="90403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He ever lives above,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For me to intercede,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His all-redeeming love,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His precious blood to plead;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His blood atoned for all our race,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And sprinkles now the throne of grace</a:t>
            </a:r>
            <a:r>
              <a:rPr lang="en-SG" sz="2800" dirty="0">
                <a:latin typeface="Calibri"/>
                <a:ea typeface="Calibri"/>
                <a:cs typeface="Calibri"/>
              </a:rPr>
              <a:t>. </a:t>
            </a:r>
            <a:endParaRPr lang="en-US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A24FF-230B-46A4-56CA-16F5E25E7F6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2 of 4</a:t>
            </a:r>
          </a:p>
        </p:txBody>
      </p:sp>
    </p:spTree>
    <p:extLst>
      <p:ext uri="{BB962C8B-B14F-4D97-AF65-F5344CB8AC3E}">
        <p14:creationId xmlns:p14="http://schemas.microsoft.com/office/powerpoint/2010/main" val="2727815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8E4E5B-C4B5-4033-C037-97E67FDEF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7ECC4-351E-4150-9B55-D00BE9F20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Arise, my soul, arise (154)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79D3DAA-9A7C-5DE0-A4C1-29A6407F9D69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FB7C0-4F08-1F2D-11E1-B81C7DCB21EB}"/>
              </a:ext>
            </a:extLst>
          </p:cNvPr>
          <p:cNvSpPr txBox="1"/>
          <p:nvPr/>
        </p:nvSpPr>
        <p:spPr>
          <a:xfrm>
            <a:off x="51848" y="1232922"/>
            <a:ext cx="90403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Five bleeding wounds He bears,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Received on Calvary;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They pour effectual prayers,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They strongly plead for me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"Forgive him, oh, forgive!" they cry,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"Nor let that ransomed sinner die."</a:t>
            </a:r>
            <a:endParaRPr lang="en-SG" sz="28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97C44C-2E22-827E-B82A-CFA6062BDBF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3 of 4</a:t>
            </a:r>
          </a:p>
        </p:txBody>
      </p:sp>
    </p:spTree>
    <p:extLst>
      <p:ext uri="{BB962C8B-B14F-4D97-AF65-F5344CB8AC3E}">
        <p14:creationId xmlns:p14="http://schemas.microsoft.com/office/powerpoint/2010/main" val="2871942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FC24FD-36FD-022D-D3CB-30C9B0D9F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AE1D1-D249-07F8-77F7-8E045BD14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Opening Hymn – Arise, my soul, arise (154)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A364955-8DE4-3689-75A0-3DD6553B92B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66DE6E-A0D0-B442-9371-0840DE0BAA3E}"/>
              </a:ext>
            </a:extLst>
          </p:cNvPr>
          <p:cNvSpPr txBox="1"/>
          <p:nvPr/>
        </p:nvSpPr>
        <p:spPr>
          <a:xfrm>
            <a:off x="51848" y="1232922"/>
            <a:ext cx="9040304" cy="267765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My God is reconciled;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His pardoning voice I hear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He owns me for His child;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I can no longer fear: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With confidence I now draw nigh,</a:t>
            </a:r>
          </a:p>
          <a:p>
            <a:pPr lvl="3"/>
            <a:r>
              <a:rPr lang="en-US" sz="2800" dirty="0">
                <a:latin typeface="Calibri"/>
                <a:ea typeface="Calibri"/>
                <a:cs typeface="Calibri"/>
              </a:rPr>
              <a:t>And " Father, Abba Father ! " cry.</a:t>
            </a:r>
            <a:endParaRPr lang="en-US" dirty="0">
              <a:cs typeface="Segoe U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69384B-048C-CA51-D7F7-E1EE5992D33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Opening: 4 of 4</a:t>
            </a:r>
          </a:p>
        </p:txBody>
      </p:sp>
    </p:spTree>
    <p:extLst>
      <p:ext uri="{BB962C8B-B14F-4D97-AF65-F5344CB8AC3E}">
        <p14:creationId xmlns:p14="http://schemas.microsoft.com/office/powerpoint/2010/main" val="20569862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DDA26F8-E366-2B5B-C348-C507B3038F2B}"/>
              </a:ext>
            </a:extLst>
          </p:cNvPr>
          <p:cNvSpPr/>
          <p:nvPr/>
        </p:nvSpPr>
        <p:spPr>
          <a:xfrm>
            <a:off x="1513336" y="1378757"/>
            <a:ext cx="6117328" cy="2257244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513336" y="1378757"/>
            <a:ext cx="6053864" cy="2120444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Thanksgiving Prayers </a:t>
            </a:r>
          </a:p>
          <a:p>
            <a:r>
              <a:rPr lang="en-US" sz="4400" dirty="0">
                <a:solidFill>
                  <a:schemeClr val="bg1"/>
                </a:solidFill>
                <a:latin typeface="Tenorite"/>
              </a:rPr>
              <a:t>Great is Thy faithfulness</a:t>
            </a:r>
            <a:endParaRPr lang="en-SG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4938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12000"/>
          </a:xfrm>
        </p:spPr>
        <p:txBody>
          <a:bodyPr/>
          <a:lstStyle/>
          <a:p>
            <a:r>
              <a:rPr lang="en-SG" sz="2800">
                <a:latin typeface="Segoe UI"/>
                <a:cs typeface="Segoe UI"/>
              </a:rPr>
              <a:t>Thanksgiving – Great is Thy Faithfulness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ED1249-D453-4D4E-BD98-BAC3CEA5DFD7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38F053-0E9C-DB49-DD90-65BDBB59D6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Thanksgiving: 1 of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ADF726-2AAD-85FD-9A5C-793E45C4B3F2}"/>
              </a:ext>
            </a:extLst>
          </p:cNvPr>
          <p:cNvSpPr txBox="1"/>
          <p:nvPr/>
        </p:nvSpPr>
        <p:spPr>
          <a:xfrm>
            <a:off x="2703" y="616532"/>
            <a:ext cx="9040304" cy="424731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Great is thy faithfulness, O God, my Father;</a:t>
            </a:r>
            <a:b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There is no shadow of turning with thee.</a:t>
            </a:r>
            <a:b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Thou </a:t>
            </a:r>
            <a:r>
              <a:rPr lang="en-US" sz="2800" dirty="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changest</a:t>
            </a: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not, Thy compassions, they fail not;</a:t>
            </a:r>
            <a:b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r>
              <a:rPr lang="en-US" sz="28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As Thou hast been, Thou forever wilt be</a:t>
            </a:r>
            <a:endParaRPr lang="en-US">
              <a:solidFill>
                <a:srgbClr val="000000"/>
              </a:solidFill>
              <a:latin typeface="Segoe UI"/>
              <a:ea typeface="Calibri"/>
              <a:cs typeface="Segoe UI"/>
            </a:endParaRPr>
          </a:p>
          <a:p>
            <a:pPr algn="ctr"/>
            <a:endParaRPr lang="en-US" sz="1400" dirty="0">
              <a:latin typeface="Calibri"/>
              <a:ea typeface="Calibri"/>
              <a:cs typeface="Calibri"/>
            </a:endParaRPr>
          </a:p>
          <a:p>
            <a:pPr lvl="4"/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Great is Thy faithfulness,</a:t>
            </a:r>
            <a:b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</a:br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Great is Thy faithfulness,</a:t>
            </a:r>
            <a:b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</a:br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Morning by morning new mercies I see.</a:t>
            </a:r>
            <a:b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</a:br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All I have needed Thy hand hath provided;</a:t>
            </a:r>
            <a:b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</a:br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Great is Thy faithfulness,</a:t>
            </a:r>
            <a:b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</a:br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Lord unto me.</a:t>
            </a:r>
            <a:endParaRPr lang="en-US" sz="2400" i="1" dirty="0">
              <a:solidFill>
                <a:srgbClr val="731A0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1250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23B826F-1EDA-129F-EC70-2DC957D4F038}"/>
              </a:ext>
            </a:extLst>
          </p:cNvPr>
          <p:cNvSpPr/>
          <p:nvPr/>
        </p:nvSpPr>
        <p:spPr>
          <a:xfrm>
            <a:off x="1906155" y="1344885"/>
            <a:ext cx="5331690" cy="2238948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115934" y="1285373"/>
            <a:ext cx="6749856" cy="2936527"/>
          </a:xfrm>
          <a:prstGeom prst="rect">
            <a:avLst/>
          </a:prstGeom>
          <a:noFill/>
          <a:ln w="28575">
            <a:noFill/>
          </a:ln>
        </p:spPr>
        <p:txBody>
          <a:bodyPr lIns="91440" tIns="45720" rIns="91440" bIns="45720"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  <a:latin typeface="Tenorite"/>
              </a:rPr>
              <a:t>Offertory</a:t>
            </a:r>
          </a:p>
          <a:p>
            <a:pPr>
              <a:spcAft>
                <a:spcPts val="0"/>
              </a:spcAft>
            </a:pPr>
            <a:r>
              <a:rPr lang="en-US" sz="4400" dirty="0">
                <a:solidFill>
                  <a:schemeClr val="bg1"/>
                </a:solidFill>
                <a:latin typeface="Tenorite"/>
              </a:rPr>
              <a:t>Hymn No 1094</a:t>
            </a:r>
            <a:endParaRPr lang="en-US" dirty="0">
              <a:gradFill>
                <a:gsLst>
                  <a:gs pos="7000">
                    <a:srgbClr val="001A52"/>
                  </a:gs>
                  <a:gs pos="21000">
                    <a:srgbClr val="008FD3"/>
                  </a:gs>
                  <a:gs pos="40000">
                    <a:srgbClr val="9BBDC9"/>
                  </a:gs>
                  <a:gs pos="55000">
                    <a:prstClr val="white"/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1217883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Offertory – The Endeavour Band (1094)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E034DBB-D11D-E8BD-DFC3-703615F257C6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AEF40-D79D-77F3-773C-095D81075E36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/>
              <a:t>Offertory : 1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977EB1-CBD2-2A19-FF44-FE6AFEF29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0127C6D-3342-C831-3981-C5030CF3B941}"/>
              </a:ext>
            </a:extLst>
          </p:cNvPr>
          <p:cNvSpPr txBox="1"/>
          <p:nvPr/>
        </p:nvSpPr>
        <p:spPr>
          <a:xfrm>
            <a:off x="85718" y="564786"/>
            <a:ext cx="6111292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A Christian band.... from far and near,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We meet to learn.... of Jesus here;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To read His Word,…. whose every line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Is filled with hope.... and joy divine.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DAB77CD-C930-CED9-AA7B-501A2E721A9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B012BE-040E-5B65-02E1-DDB2A9A00DA4}"/>
              </a:ext>
            </a:extLst>
          </p:cNvPr>
          <p:cNvSpPr txBox="1"/>
          <p:nvPr/>
        </p:nvSpPr>
        <p:spPr>
          <a:xfrm>
            <a:off x="658518" y="2187639"/>
            <a:ext cx="4902829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our Endeavour Band,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now gathered in His name,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United heart and hand,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go forth to spread His fame !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Then firmly let us stand,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for God and native land,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pray that He may bless and keep our Christian band.</a:t>
            </a:r>
            <a:endParaRPr lang="en-SG" sz="24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0346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2FC2B-DD22-B593-92C5-0C3020ECD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40F9-EBC4-C6A1-7666-914B5BC98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Segoe UI"/>
              </a:rPr>
              <a:t>Offertory – The Endeavour Band (1094)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E179651-77C0-70F6-E160-52AC09423018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3B1090-8330-FBAF-861A-F470E8507367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2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2A70F5-5921-7DF3-8C5B-47301C54A65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25A2108-D43B-4E36-36EA-5468E99368CF}"/>
              </a:ext>
            </a:extLst>
          </p:cNvPr>
          <p:cNvSpPr txBox="1"/>
          <p:nvPr/>
        </p:nvSpPr>
        <p:spPr>
          <a:xfrm>
            <a:off x="85718" y="564786"/>
            <a:ext cx="6111292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We gather here,.... where all may sing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Glad songs of praise.... to Christ our  King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Where youthful hearts.... may find the way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That leads to life.... and endless day.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38E9419E-462B-6062-9D54-5DF228D19DA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1FB55-6A3D-68FC-8799-DBB872A76B04}"/>
              </a:ext>
            </a:extLst>
          </p:cNvPr>
          <p:cNvSpPr txBox="1"/>
          <p:nvPr/>
        </p:nvSpPr>
        <p:spPr>
          <a:xfrm>
            <a:off x="658518" y="2187639"/>
            <a:ext cx="4902829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our Endeavour Band,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now gathered in His name,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United heart and hand,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go forth to spread His fame !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Then firmly let us stand,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for God and native land,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pray that He may bless and keep our Christian band.</a:t>
            </a:r>
            <a:endParaRPr lang="en-SG" sz="24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66292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18D87-0487-026F-125C-EFBCEBA6E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557AF-18AA-BE75-09C6-0397A1F71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cs typeface="Segoe UI"/>
              </a:rPr>
              <a:t>Offertory – The Endeavour Band (1094)</a:t>
            </a:r>
            <a:endParaRPr lang="en-GB" sz="2800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2A374CA-882B-C6D2-7337-99D253839F81}"/>
              </a:ext>
            </a:extLst>
          </p:cNvPr>
          <p:cNvSpPr txBox="1">
            <a:spLocks/>
          </p:cNvSpPr>
          <p:nvPr/>
        </p:nvSpPr>
        <p:spPr>
          <a:xfrm>
            <a:off x="6002637" y="3744811"/>
            <a:ext cx="3236067" cy="455586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988" algn="l"/>
              </a:tabLst>
              <a:defRPr/>
            </a:pPr>
            <a:r>
              <a:rPr kumimoji="0" lang="en-GB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Bahnschrift" panose="020B0502040204020203" pitchFamily="34" charset="0"/>
                <a:ea typeface="+mn-ea"/>
                <a:cs typeface="Segoe UI" panose="020B0502040204020203" pitchFamily="34" charset="0"/>
              </a:rPr>
              <a:t>UEN - S86CC0315K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6DE56F-BCCF-01A1-B530-0D775D822A7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Offertory : 3 of 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F0AD76-2FF5-3F84-2EB6-D1805B1F7C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75" r="352" b="1751"/>
          <a:stretch/>
        </p:blipFill>
        <p:spPr>
          <a:xfrm>
            <a:off x="6205841" y="722181"/>
            <a:ext cx="2834271" cy="282663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F9BA657-1251-D117-39A0-CE0DAFA63E40}"/>
              </a:ext>
            </a:extLst>
          </p:cNvPr>
          <p:cNvSpPr txBox="1"/>
          <p:nvPr/>
        </p:nvSpPr>
        <p:spPr>
          <a:xfrm>
            <a:off x="85718" y="564786"/>
            <a:ext cx="6111292" cy="16927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The Master's work.... we'll still pursue,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And here again.... our pledge renew,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To follow Him,.... to trust His love,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Till gathered home.... with Him above.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0767F2A-26A7-5A5A-81B3-26A42B57B82D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572416-2890-4130-B3A5-BF0B00B97382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85BAFF-9770-8676-67F1-040F9E1D7816}"/>
              </a:ext>
            </a:extLst>
          </p:cNvPr>
          <p:cNvSpPr txBox="1"/>
          <p:nvPr/>
        </p:nvSpPr>
        <p:spPr>
          <a:xfrm>
            <a:off x="658518" y="2187639"/>
            <a:ext cx="4902829" cy="304698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May our Endeavour Band,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now gathered in His name,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United heart and hand,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go forth to spread His fame !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Then firmly let us stand, 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for God and native land,</a:t>
            </a:r>
          </a:p>
          <a:p>
            <a:r>
              <a:rPr lang="en-US" sz="24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And pray that He may bless and keep our Christian band.</a:t>
            </a:r>
            <a:endParaRPr lang="en-SG" sz="24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327664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1BD9860-3E26-D69D-B65F-72FA23372C1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CC418-9BFA-F946-DA5B-A680A2EBDFAC}"/>
              </a:ext>
            </a:extLst>
          </p:cNvPr>
          <p:cNvSpPr txBox="1">
            <a:spLocks/>
          </p:cNvSpPr>
          <p:nvPr/>
        </p:nvSpPr>
        <p:spPr>
          <a:xfrm>
            <a:off x="1941791" y="2163057"/>
            <a:ext cx="5260417" cy="81738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7000">
                      <a:srgbClr val="001A52"/>
                    </a:gs>
                    <a:gs pos="40000">
                      <a:srgbClr val="9BBDC9"/>
                    </a:gs>
                    <a:gs pos="21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Offertory</a:t>
            </a:r>
          </a:p>
        </p:txBody>
      </p:sp>
    </p:spTree>
    <p:extLst>
      <p:ext uri="{BB962C8B-B14F-4D97-AF65-F5344CB8AC3E}">
        <p14:creationId xmlns:p14="http://schemas.microsoft.com/office/powerpoint/2010/main" val="863631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92AD42C-7AA5-5979-5D1A-6EFB0A176B69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C361FC-3ECC-9DD4-0EC8-1573FF25656D}"/>
              </a:ext>
            </a:extLst>
          </p:cNvPr>
          <p:cNvSpPr txBox="1">
            <a:spLocks/>
          </p:cNvSpPr>
          <p:nvPr/>
        </p:nvSpPr>
        <p:spPr>
          <a:xfrm>
            <a:off x="2106541" y="2157617"/>
            <a:ext cx="4930917" cy="828265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Message</a:t>
            </a:r>
          </a:p>
        </p:txBody>
      </p:sp>
    </p:spTree>
    <p:extLst>
      <p:ext uri="{BB962C8B-B14F-4D97-AF65-F5344CB8AC3E}">
        <p14:creationId xmlns:p14="http://schemas.microsoft.com/office/powerpoint/2010/main" val="9869874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90B1688-CD2F-4ABF-A1F2-A27C7C669BF0}"/>
              </a:ext>
            </a:extLst>
          </p:cNvPr>
          <p:cNvSpPr/>
          <p:nvPr/>
        </p:nvSpPr>
        <p:spPr>
          <a:xfrm>
            <a:off x="2342030" y="2135781"/>
            <a:ext cx="4459938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D0C40A-F4C4-760A-1D04-0A03FA7728B9}"/>
              </a:ext>
            </a:extLst>
          </p:cNvPr>
          <p:cNvSpPr txBox="1">
            <a:spLocks/>
          </p:cNvSpPr>
          <p:nvPr/>
        </p:nvSpPr>
        <p:spPr>
          <a:xfrm>
            <a:off x="2106540" y="2156262"/>
            <a:ext cx="4930917" cy="830973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>
                <a:solidFill>
                  <a:schemeClr val="bg1"/>
                </a:solidFill>
              </a:rPr>
              <a:t>Prayer</a:t>
            </a:r>
          </a:p>
        </p:txBody>
      </p:sp>
    </p:spTree>
    <p:extLst>
      <p:ext uri="{BB962C8B-B14F-4D97-AF65-F5344CB8AC3E}">
        <p14:creationId xmlns:p14="http://schemas.microsoft.com/office/powerpoint/2010/main" val="33940566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63A6A-450D-4603-B02C-80F270CA1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Confession – </a:t>
            </a:r>
            <a:r>
              <a:rPr lang="en-US" sz="2800" dirty="0">
                <a:cs typeface="Segoe UI"/>
              </a:rPr>
              <a:t>Thy will be done (718 v1) 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E4522D-C491-AABE-1E91-6F8A0E941012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Confession: 1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D26A61-1743-44DF-CA31-DEC2E46F5D13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My God, my Father, while I stray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Far from my home, on life's rough way,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Oh, teach me from my heart to say,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 "Thy will be done !"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8007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396B60-2C0D-1542-BE8F-2D2B65EE9D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CE8160-C300-EF1E-99A5-B7E63749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</a:t>
            </a:r>
            <a:r>
              <a:rPr lang="en-US" sz="2800" dirty="0">
                <a:cs typeface="Segoe UI"/>
              </a:rPr>
              <a:t>Thy will be done (718) </a:t>
            </a:r>
            <a:endParaRPr lang="en-US" sz="2800" dirty="0"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47655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2352D-1B70-2035-438B-D8180CA7F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9627D-C9E5-7A27-D868-BB4004190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Thy will be done </a:t>
            </a:r>
            <a:r>
              <a:rPr lang="en-US" sz="2800" dirty="0">
                <a:cs typeface="Segoe UI"/>
              </a:rPr>
              <a:t>(718) </a:t>
            </a:r>
            <a:endParaRPr lang="en-US" sz="2800" dirty="0">
              <a:latin typeface="Segoe UI"/>
              <a:cs typeface="Segoe UI"/>
            </a:endParaRP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5340F66-D335-7C21-0EB8-BE87BADAD14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19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8826D6-D5E7-8E29-8447-D3F82C0FBEB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1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62F3730-7E01-8199-833F-404C797A8AAD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My God, my Father, while I stray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Far from my home, on life's rough way,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Oh, teach me from my heart to say,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 "Thy will be done !"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541394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95758-F083-98AF-7DB1-3CE0675C9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7A16A-F988-1DF0-AF09-C4CF8C8E4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Thy will be done</a:t>
            </a:r>
            <a:r>
              <a:rPr lang="en-US" sz="2800" dirty="0">
                <a:cs typeface="Segoe UI"/>
              </a:rPr>
              <a:t> (718)</a:t>
            </a:r>
            <a:r>
              <a:rPr lang="en-US" sz="2800" dirty="0">
                <a:latin typeface="Segoe UI"/>
                <a:cs typeface="Segoe UI"/>
              </a:rPr>
              <a:t>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1664174-8030-F43D-32DB-A264A4ED8A4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957878-1D8F-EF03-DB25-9EBE59ED576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2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CE3A3F9-5977-7775-4DAE-BDBAE8970874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What though in lonely grief I sigh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For friends beloved, no longer nigh,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Submissive still would I reply,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"Thy will be done !“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185234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A93638-9EF1-6387-4D34-636B1F746B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F1EE7-CC98-C6F1-7998-FDA294705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Thy will be done </a:t>
            </a:r>
            <a:r>
              <a:rPr lang="en-US" sz="2800" dirty="0">
                <a:cs typeface="Segoe UI"/>
              </a:rPr>
              <a:t>(718)</a:t>
            </a:r>
            <a:r>
              <a:rPr lang="en-US" sz="2800" dirty="0">
                <a:latin typeface="Segoe UI"/>
                <a:cs typeface="Segoe UI"/>
              </a:rPr>
              <a:t>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9C5C9EC8-4D08-DC4C-A2CB-AA0738253F7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474388-EFAA-78D8-0E20-804F3206D57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3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C9691C-AA5C-25C3-5418-B54660048AC9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Let but my fainting heart be blest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With Thy sweet Spirit for its guest,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My God, to Thee I leave the rest: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"Thy will be done !”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457821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0321D-4666-4CDF-A04B-742E9C960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7F8D-24EF-6DD4-6204-4F4937DCB8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Thy will be done </a:t>
            </a:r>
            <a:r>
              <a:rPr lang="en-US" sz="2800" dirty="0">
                <a:cs typeface="Segoe UI"/>
              </a:rPr>
              <a:t>(718)</a:t>
            </a:r>
            <a:r>
              <a:rPr lang="en-US" sz="2800" dirty="0">
                <a:latin typeface="Segoe UI"/>
                <a:cs typeface="Segoe UI"/>
              </a:rPr>
              <a:t>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7D012C8-4E5D-D7FB-7F61-AA486C66567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E5AA60-1241-4E32-64AB-2ADDCD1AEEF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4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A03313-A4A2-4CAC-DDE3-BA261FEC5EBA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Renew my will from day to day: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Blend it with Thine; and take away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All now that makes it hard to say,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"Thy will be done !”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297516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ED77ED-A898-6209-F1F8-759302344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701B-E0E8-3257-955A-0AC7225EF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Thy will be done </a:t>
            </a:r>
            <a:r>
              <a:rPr lang="en-US" sz="2800" dirty="0">
                <a:cs typeface="Segoe UI"/>
              </a:rPr>
              <a:t>(718)</a:t>
            </a:r>
            <a:r>
              <a:rPr lang="en-US" sz="2800" dirty="0">
                <a:latin typeface="Segoe UI"/>
                <a:cs typeface="Segoe UI"/>
              </a:rPr>
              <a:t>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42A13F0-3B2E-9548-D478-2A19FE01E0B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4102BA-9028-5118-3C61-8B547393BDF1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1: 5 of 5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5D14B9-EFE7-39C3-7D20-BC3E08FE3588}"/>
              </a:ext>
            </a:extLst>
          </p:cNvPr>
          <p:cNvSpPr txBox="1"/>
          <p:nvPr/>
        </p:nvSpPr>
        <p:spPr>
          <a:xfrm>
            <a:off x="56618" y="928764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Then when on earth I breathe no more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The prayer oft mixed with tears before,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I'll sing upon a happier shore, 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"Thy will be done !”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Thy will be done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Oh, teach me from my heart to say,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"Thy will be done !"</a:t>
            </a:r>
            <a:endParaRPr lang="en-SG" sz="2800" i="1" dirty="0">
              <a:solidFill>
                <a:srgbClr val="731A02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65835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A3992-FAD8-191E-F1B6-7FFCAB77D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1334C6-7EE2-49DB-32B1-82C6D8E0FA4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156517C-D3E9-9679-FBF2-3665652E9E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E5F1EFE9-2C7F-FD9E-A1D1-0E4FBAD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621</a:t>
            </a:r>
          </a:p>
        </p:txBody>
      </p:sp>
    </p:spTree>
    <p:extLst>
      <p:ext uri="{BB962C8B-B14F-4D97-AF65-F5344CB8AC3E}">
        <p14:creationId xmlns:p14="http://schemas.microsoft.com/office/powerpoint/2010/main" val="2684712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35EF-0DB9-3E17-08E3-C1945BA57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8AD01-0F67-C3AF-1AAF-11248472D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 gave My life for thee (621)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687E6C-ACB6-46BC-999B-EC799FF242D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/>
              <a:t>Communion 2: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DE1DB4F-C217-2890-DB3F-D9D8888A471B}"/>
              </a:ext>
            </a:extLst>
          </p:cNvPr>
          <p:cNvSpPr txBox="1"/>
          <p:nvPr/>
        </p:nvSpPr>
        <p:spPr>
          <a:xfrm>
            <a:off x="47661" y="1232922"/>
            <a:ext cx="9040304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"I gave My life for thee, My precious blood I shed,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That thou </a:t>
            </a:r>
            <a:r>
              <a:rPr lang="en-US" sz="2600" dirty="0" err="1">
                <a:latin typeface="Calibri"/>
                <a:ea typeface="Calibri"/>
                <a:cs typeface="Calibri"/>
              </a:rPr>
              <a:t>might'st</a:t>
            </a:r>
            <a:r>
              <a:rPr lang="en-US" sz="2600" dirty="0">
                <a:latin typeface="Calibri"/>
                <a:ea typeface="Calibri"/>
                <a:cs typeface="Calibri"/>
              </a:rPr>
              <a:t> ransomed be, And quickened from the dead.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 gave My life for thee, What hast thou given for Me ?”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 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"I spent long years for thee, In weariness and woe,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That an eternity, Of joy thou </a:t>
            </a:r>
            <a:r>
              <a:rPr lang="en-US" sz="2600" dirty="0" err="1">
                <a:latin typeface="Calibri"/>
                <a:ea typeface="Calibri"/>
                <a:cs typeface="Calibri"/>
              </a:rPr>
              <a:t>mightest</a:t>
            </a:r>
            <a:r>
              <a:rPr lang="en-US" sz="2600" dirty="0">
                <a:latin typeface="Calibri"/>
                <a:ea typeface="Calibri"/>
                <a:cs typeface="Calibri"/>
              </a:rPr>
              <a:t> know.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 spent long years for thee, Hast thou spent one for Me ?”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DFE5602B-6E2D-A173-4DF8-9982BC2DDA0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725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7004F-D7CE-FEDF-1F92-C8481E7C4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C52E7-483E-011B-319A-F87A39DCB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 gave My life for thee (621)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60DC81-DD0A-AA9E-5A26-0B0D57072479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42C21A-BCDD-3281-8595-AE959DF025CD}"/>
              </a:ext>
            </a:extLst>
          </p:cNvPr>
          <p:cNvSpPr txBox="1"/>
          <p:nvPr/>
        </p:nvSpPr>
        <p:spPr>
          <a:xfrm>
            <a:off x="47661" y="1232922"/>
            <a:ext cx="9040304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"My Father's home of light, My rainbow-circled throne,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 left for earthly night, For wanderings sad and lone.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 left it all for thee, Hast thou left aught for Me ?”</a:t>
            </a:r>
          </a:p>
          <a:p>
            <a:endParaRPr lang="en-US" sz="2600" dirty="0">
              <a:latin typeface="Calibri"/>
              <a:ea typeface="Calibri"/>
              <a:cs typeface="Calibri"/>
            </a:endParaRP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"I suffered much for thee, More than thy tongue can tell,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Of bitterest agony, To rescue thee from hell.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I suffered much for thee, What canst thou bear for Me ?"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858568C4-A97F-032D-26B9-FFCCB2A28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75540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560D1-23DD-C541-F9CC-4940572B4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C989B-2C1B-FA5E-C264-7CF5FE29D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I gave My life for thee (621)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20C55A-875E-2941-1331-B4B00B39763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2: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C4B2A9-71A2-8834-0A22-33A6893604A8}"/>
              </a:ext>
            </a:extLst>
          </p:cNvPr>
          <p:cNvSpPr txBox="1"/>
          <p:nvPr/>
        </p:nvSpPr>
        <p:spPr>
          <a:xfrm>
            <a:off x="47661" y="1232922"/>
            <a:ext cx="9040304" cy="289310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600" dirty="0">
                <a:latin typeface="Calibri"/>
                <a:ea typeface="Calibri"/>
                <a:cs typeface="Calibri"/>
              </a:rPr>
              <a:t>"And I have brought to thee, Down from My home above.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Salvation full and free, My pardon and My love.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Great gifts I brought to thee, What hast thou brought to Me ?”</a:t>
            </a:r>
          </a:p>
          <a:p>
            <a:endParaRPr lang="en-US" sz="2600" dirty="0">
              <a:latin typeface="Calibri"/>
              <a:ea typeface="Calibri"/>
              <a:cs typeface="Calibri"/>
            </a:endParaRP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Oh, let thy life be given, Thy years for Him be spent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World-fetters all be riven, And joy with suffering </a:t>
            </a:r>
            <a:r>
              <a:rPr lang="en-US" sz="2600" dirty="0" err="1">
                <a:latin typeface="Calibri"/>
                <a:ea typeface="Calibri"/>
                <a:cs typeface="Calibri"/>
              </a:rPr>
              <a:t>blent</a:t>
            </a:r>
            <a:r>
              <a:rPr lang="en-US" sz="2600" dirty="0">
                <a:latin typeface="Calibri"/>
                <a:ea typeface="Calibri"/>
                <a:cs typeface="Calibri"/>
              </a:rPr>
              <a:t>.</a:t>
            </a:r>
          </a:p>
          <a:p>
            <a:r>
              <a:rPr lang="en-US" sz="2600" dirty="0">
                <a:latin typeface="Calibri"/>
                <a:ea typeface="Calibri"/>
                <a:cs typeface="Calibri"/>
              </a:rPr>
              <a:t>Bring thou thy worthless all, Follow thy </a:t>
            </a:r>
            <a:r>
              <a:rPr lang="en-US" sz="2600" dirty="0" err="1">
                <a:latin typeface="Calibri"/>
                <a:ea typeface="Calibri"/>
                <a:cs typeface="Calibri"/>
              </a:rPr>
              <a:t>Saviour's</a:t>
            </a:r>
            <a:r>
              <a:rPr lang="en-US" sz="2600" dirty="0">
                <a:latin typeface="Calibri"/>
                <a:ea typeface="Calibri"/>
                <a:cs typeface="Calibri"/>
              </a:rPr>
              <a:t> call.</a:t>
            </a:r>
            <a:endParaRPr lang="en-SG" sz="2600" dirty="0">
              <a:latin typeface="Calibri"/>
              <a:ea typeface="Calibri"/>
              <a:cs typeface="Calibri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E2CF5C59-89DE-074B-C8DC-20D114C76BE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62655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EDA89A-7C08-CCE5-75F7-4FA773DE0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7DB4C3-4D10-8770-5735-832028FC5D0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B215DD8B-A764-FC8D-C2B1-0C57092D7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5DD54E3-DC06-0B2F-B4DC-3A634421A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672</a:t>
            </a:r>
          </a:p>
        </p:txBody>
      </p:sp>
    </p:spTree>
    <p:extLst>
      <p:ext uri="{BB962C8B-B14F-4D97-AF65-F5344CB8AC3E}">
        <p14:creationId xmlns:p14="http://schemas.microsoft.com/office/powerpoint/2010/main" val="24065811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11C70-18A8-639F-B388-9D27EB412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247C4-7A0E-CA01-D3F5-C5DDF9F12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Am I a soldier of the cross (672)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03F8333-98D8-DE76-4A7B-5CFDB90B4C5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8E5F5E-AFCD-CA89-E3DF-EB5B7465010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36F35D-48AB-EDB2-4394-D9653B1CDDAF}"/>
              </a:ext>
            </a:extLst>
          </p:cNvPr>
          <p:cNvSpPr txBox="1"/>
          <p:nvPr/>
        </p:nvSpPr>
        <p:spPr>
          <a:xfrm>
            <a:off x="133854" y="710751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Am I a soldier of the Cross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 follower of the Lamb ?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shall I fear to own His cause,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Or blush to speak His name ?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 the name, . . . the precious name, . 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Of Him who died for me.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Through grace I'll win the promised crown,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Whate'er my cross may be!</a:t>
            </a:r>
          </a:p>
        </p:txBody>
      </p:sp>
    </p:spTree>
    <p:extLst>
      <p:ext uri="{BB962C8B-B14F-4D97-AF65-F5344CB8AC3E}">
        <p14:creationId xmlns:p14="http://schemas.microsoft.com/office/powerpoint/2010/main" val="3359142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66E6A-E65C-BB20-03D3-67415BADB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2CD7C-F093-89F8-0952-9EB7F89C9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Am I a soldier of the cross (672)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575C68EC-613F-1636-4220-D8179BE5ED7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C9FA96-8BEC-FD08-2EC3-898F5166A89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04A69-196C-752F-A11A-3D349F5B361D}"/>
              </a:ext>
            </a:extLst>
          </p:cNvPr>
          <p:cNvSpPr txBox="1"/>
          <p:nvPr/>
        </p:nvSpPr>
        <p:spPr>
          <a:xfrm>
            <a:off x="133854" y="710751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Must I be carried to the skies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On flowery beds of ease,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While others fought to win the prize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sailed through bloody seas ?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 the name, . . . the precious name, . 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Of Him who died for me.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Through grace I'll win the promised crown,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Whate'er my cross may be!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892765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FC9145-2317-7ACA-7817-D99684EB7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B7901-6692-F543-C28A-164CBBEA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Am I a soldier of the cross (672)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67567E2-B941-A820-3356-7896926CBB8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088B17-1186-2CBA-E085-ADF859F853E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11B001-FBD5-A43A-0BD1-2266AB0DB03D}"/>
              </a:ext>
            </a:extLst>
          </p:cNvPr>
          <p:cNvSpPr txBox="1"/>
          <p:nvPr/>
        </p:nvSpPr>
        <p:spPr>
          <a:xfrm>
            <a:off x="133854" y="710751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Are there no foes for me to face ?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Must I not stem the flood ?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Is this vile world a friend to grace,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To help me on to God !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 the name, . . . the precious name, . 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Of Him who died for me.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Through grace I'll win the promised crown,</a:t>
            </a:r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Whate'er my cross may be!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264651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F0583-96F0-8C38-7624-878F6902F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5A106-CCC7-E9CD-43FD-6F8FBC9F7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Am I a soldier of the cross (672)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3FDAADA-8D2A-8662-775A-49E9755DA8D8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E5FFF7-A6DC-31E8-5B00-022ACE121E1B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3: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6CE3D4-823B-2BD7-B37E-4CDA29017AF3}"/>
              </a:ext>
            </a:extLst>
          </p:cNvPr>
          <p:cNvSpPr txBox="1"/>
          <p:nvPr/>
        </p:nvSpPr>
        <p:spPr>
          <a:xfrm>
            <a:off x="133854" y="710751"/>
            <a:ext cx="8867917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Since I must fight if I would reign,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Increase my courage, Lord 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I'll bear the toil, endure the pain,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Supported by Thy word.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In the name, . . . the precious name, . 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Of Him who died for me.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Through grace I'll win the promised crown,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Whate'er my cross may be!</a:t>
            </a:r>
            <a:endParaRPr lang="en-US" sz="28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754164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A7815-A805-1E32-1AFE-442141389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E297C0-A444-C8DA-D2AF-98FD182039C6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4B5ACE63-7A3A-BB50-A317-D28C3032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D87787-CE39-BEBC-6978-28643C3EA2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814</a:t>
            </a:r>
          </a:p>
        </p:txBody>
      </p:sp>
    </p:spTree>
    <p:extLst>
      <p:ext uri="{BB962C8B-B14F-4D97-AF65-F5344CB8AC3E}">
        <p14:creationId xmlns:p14="http://schemas.microsoft.com/office/powerpoint/2010/main" val="11473387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069EB-EEFE-822B-F087-21B4B6464C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84F42-40FB-B179-1DFA-C52CE341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Rescue the perishing (814)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1F4984F-7059-4820-AC04-7A3A6F3AFB1A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8A9CB-5F4B-9ADD-4E1B-E2EEABB94798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1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0382523-5A83-6DCC-FE22-D6F98D066306}"/>
              </a:ext>
            </a:extLst>
          </p:cNvPr>
          <p:cNvSpPr txBox="1"/>
          <p:nvPr/>
        </p:nvSpPr>
        <p:spPr>
          <a:xfrm>
            <a:off x="439232" y="805668"/>
            <a:ext cx="825208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Rescue the perishing, care for the dying,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Snatch them in pity from sin and the grave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Weep o'er the erring one, lift up the fallen,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Tell them of Jesus, the Mighty to save.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Rescue the perishing, care for the dying</a:t>
            </a: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Jesus is merciful, Jesus will save.</a:t>
            </a:r>
          </a:p>
          <a:p>
            <a:pPr lvl="1"/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937551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23ADB2-A978-EC6A-0BB0-E0D19A902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32293-9388-90C8-2B7D-A445CCE95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Rescue the perishing (814)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3FDFB38-37FB-CBBF-08BC-74FE74FF75B3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58220D-E76C-04D1-DD6F-F7001999E09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2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7A303D6-9E6F-9D06-1563-E53C25103E70}"/>
              </a:ext>
            </a:extLst>
          </p:cNvPr>
          <p:cNvSpPr txBox="1"/>
          <p:nvPr/>
        </p:nvSpPr>
        <p:spPr>
          <a:xfrm>
            <a:off x="439232" y="805668"/>
            <a:ext cx="825208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Though they are slighting Him, still He is waiting.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Waiting the penitent child to receive.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Plead with them earnestly, plead with them gently;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He will forgive if they only believe.</a:t>
            </a:r>
            <a:endParaRPr lang="en-US" dirty="0"/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Rescue the perishing, care for the dying</a:t>
            </a: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Jesus is merciful, Jesus will save.</a:t>
            </a:r>
          </a:p>
          <a:p>
            <a:pPr lvl="1"/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43761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8B4F2-FE20-6BA6-A68A-6FBB27810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AA9D-04EE-5CE1-0A86-700B78F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Rescue the perishing (814)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43C12BB-8A16-ADF0-16CB-AF6A5BD62B2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47493-193E-EF31-BDB4-48C067F365D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3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470B12-6C09-FC2B-ED60-6ADCC45347F1}"/>
              </a:ext>
            </a:extLst>
          </p:cNvPr>
          <p:cNvSpPr txBox="1"/>
          <p:nvPr/>
        </p:nvSpPr>
        <p:spPr>
          <a:xfrm>
            <a:off x="439232" y="805668"/>
            <a:ext cx="825208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Down in the human heart, crushed by the tempter,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Feelings lie buried that grace can restore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Touched by a loving hand, wakened by kindness,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Chords that were broken will vibrate once more.</a:t>
            </a:r>
            <a:endParaRPr lang="en-US" dirty="0"/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Rescue the perishing, care for the dying</a:t>
            </a: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Jesus is merciful, Jesus will save.</a:t>
            </a:r>
          </a:p>
          <a:p>
            <a:pPr lvl="1"/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972067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DFE3C-11A4-4A0A-B34D-967EB5BC6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F1BD2-C913-549E-0B14-D86A55108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Rescue the perishing (814)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2F0FB33-C83D-8058-22F0-A6C6A333EE9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934C5C8-5746-F6B0-F632-D927B007AE7D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4: 4 of 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F50979-1C84-0B8F-7FEA-BEAE701AFFBF}"/>
              </a:ext>
            </a:extLst>
          </p:cNvPr>
          <p:cNvSpPr txBox="1"/>
          <p:nvPr/>
        </p:nvSpPr>
        <p:spPr>
          <a:xfrm>
            <a:off x="439232" y="805668"/>
            <a:ext cx="8252086" cy="35394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Rescue the perishing, duty demands it;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Strength for thy 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labour</a:t>
            </a:r>
            <a:r>
              <a:rPr lang="en-US" sz="2800" dirty="0">
                <a:latin typeface="Calibri"/>
                <a:ea typeface="Calibri"/>
                <a:cs typeface="Calibri"/>
              </a:rPr>
              <a:t> the Lord will provide: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Back to the narrow way patiently win them;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Tell the poor wanderer a Saviour has died.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Rescue the perishing, care for the dying</a:t>
            </a:r>
          </a:p>
          <a:p>
            <a:pPr lvl="1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Jesus is merciful, Jesus will save.</a:t>
            </a:r>
          </a:p>
          <a:p>
            <a:pPr lvl="1"/>
            <a:endParaRPr lang="en-US" sz="28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3954213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F0554-E16A-3005-D54A-68805679A9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5D7B9-09D3-51CB-3DB2-B9283C63B18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622E9FF0-1230-21D5-9036-4A386D88FB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0EA742A-1F7B-C804-6016-706CFBE6E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Hymn 805</a:t>
            </a:r>
          </a:p>
        </p:txBody>
      </p:sp>
    </p:spTree>
    <p:extLst>
      <p:ext uri="{BB962C8B-B14F-4D97-AF65-F5344CB8AC3E}">
        <p14:creationId xmlns:p14="http://schemas.microsoft.com/office/powerpoint/2010/main" val="341080012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2BAE6-C2AA-5400-B2A0-F2FEE4D1A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5A922-9C7B-C11F-CF53-379115AFB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Brightly beams (805)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2258416-7385-4A1F-8837-82AD1BAA46A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190498-26EC-7C88-9563-3CD79EA987A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5: 1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8B144C-DD4D-EB9B-9E29-689BD702DFE5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Brightly beams our Father's mercy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From His lighthouse evermore;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But to us He gives the keeping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Of the lights along the shore.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Let the lower lights be burning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Send a gleam across the wave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Some poor fainting, struggling seaman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10432724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743C0-97B0-CA32-45DD-65DB3A56A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42CC9-9D65-C4C1-EF19-B03264DDB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Brightly beams (805)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DC1AC1E-F230-0805-1A13-1E2951121AA0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D5425E-949C-86D8-369B-58E56963010F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2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2E006-5047-EA8C-7D95-7CAAF4CA04E9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Dark the night of sin has settled;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Loud the angry billows roar;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Eager eyes are watching, longing,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For the lights along the shore.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Let the lower lights be burning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Send a gleam across the wave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Some poor fainting, struggling seaman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368764546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DAB1-103F-B818-6869-3F4BF38E8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B0974-4BFF-A480-2B27-C131BE070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Brightly beams (805)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5424A4D-1D23-017F-9FF8-71BF13B2291B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257BD3-C6D3-4A8E-0E77-51CECB12BE7E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Communion 5: 3 of 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377EDA-28A9-5FC5-14E8-F9BDFA6515FC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Trim your feeble lamp, my brother: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Some poor seaman, tempest-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tost</a:t>
            </a:r>
            <a:r>
              <a:rPr lang="en-US" sz="2800" dirty="0">
                <a:latin typeface="Calibri"/>
                <a:ea typeface="Calibri"/>
                <a:cs typeface="Calibri"/>
              </a:rPr>
              <a:t>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Trying now to make the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harbour</a:t>
            </a:r>
            <a:r>
              <a:rPr lang="en-US" sz="2800" dirty="0">
                <a:latin typeface="Calibri"/>
                <a:ea typeface="Calibri"/>
                <a:cs typeface="Calibri"/>
              </a:rPr>
              <a:t>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In the darkness may be lost.</a:t>
            </a:r>
          </a:p>
          <a:p>
            <a:endParaRPr lang="en-US" sz="2800" dirty="0">
              <a:latin typeface="Calibri"/>
              <a:ea typeface="Calibri"/>
              <a:cs typeface="Calibri"/>
            </a:endParaRPr>
          </a:p>
          <a:p>
            <a:pPr lvl="2"/>
            <a:r>
              <a:rPr lang="en-US" sz="2800" dirty="0">
                <a:latin typeface="Calibri"/>
                <a:ea typeface="Calibri"/>
                <a:cs typeface="Calibri"/>
              </a:rPr>
              <a:t> </a:t>
            </a:r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Let the lower lights be burning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Send a gleam across the wave !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Some poor fainting, struggling seaman</a:t>
            </a:r>
          </a:p>
          <a:p>
            <a:pPr lvl="2"/>
            <a:r>
              <a:rPr lang="en-US" sz="2800" i="1" dirty="0">
                <a:solidFill>
                  <a:srgbClr val="731A02"/>
                </a:solidFill>
                <a:latin typeface="Calibri"/>
                <a:ea typeface="Calibri"/>
                <a:cs typeface="Calibri"/>
              </a:rPr>
              <a:t> You may rescue, you may save.</a:t>
            </a:r>
          </a:p>
        </p:txBody>
      </p:sp>
    </p:spTree>
    <p:extLst>
      <p:ext uri="{BB962C8B-B14F-4D97-AF65-F5344CB8AC3E}">
        <p14:creationId xmlns:p14="http://schemas.microsoft.com/office/powerpoint/2010/main" val="15306356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580F5-73A8-FC10-DF13-AB7138A94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CB5EEA-7842-3313-F17A-8D393CD4F322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5" name="Picture 4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DC1C2E40-BE84-C9B9-13A7-7B192574089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3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D4D5A84-A861-E4C7-65A9-FD4AB14B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187" y="-6187"/>
            <a:ext cx="9144000" cy="612000"/>
          </a:xfrm>
        </p:spPr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When I survey</a:t>
            </a:r>
          </a:p>
        </p:txBody>
      </p:sp>
    </p:spTree>
    <p:extLst>
      <p:ext uri="{BB962C8B-B14F-4D97-AF65-F5344CB8AC3E}">
        <p14:creationId xmlns:p14="http://schemas.microsoft.com/office/powerpoint/2010/main" val="8810790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4320-0181-7BCA-0369-F96A5373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397D1-5BF5-0E0C-C161-585F35D9E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When I survey 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F1FBD9A8-DF66-53AC-84E7-68C13298DB34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D27B2E2-8064-1048-A46D-F4ABE6C8318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6: 1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5AC579-6692-7522-1782-1B47C2D732F3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When I survey the wondrous cross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On which the Prince of Glory died,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My richest gain I count but loss,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And pour contempt on all my pride.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Forbid it, Lord, that I should boast,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Save in the death of Christ my God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All the vain things that charm me most,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I sacrifice them to His blood, </a:t>
            </a:r>
          </a:p>
        </p:txBody>
      </p:sp>
    </p:spTree>
    <p:extLst>
      <p:ext uri="{BB962C8B-B14F-4D97-AF65-F5344CB8AC3E}">
        <p14:creationId xmlns:p14="http://schemas.microsoft.com/office/powerpoint/2010/main" val="318172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B6B39-5765-FA3B-AC71-9842450C4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BBA2D-CC0F-2759-BCBC-8BF5636DF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Holy Communion – When I survey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9AF860A-F62A-B1FC-04E6-0A1FC3A58C9E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1ECA87-6BB4-184D-B91D-8E55404E8BCA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/>
              <a:t>Communion 6: 2 of 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CCAC802-5D7B-8509-FF77-858CB07F27C5}"/>
              </a:ext>
            </a:extLst>
          </p:cNvPr>
          <p:cNvSpPr txBox="1"/>
          <p:nvPr/>
        </p:nvSpPr>
        <p:spPr>
          <a:xfrm>
            <a:off x="-2213" y="861869"/>
            <a:ext cx="9040304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See ! from His head, His hands, His feet,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Sorrow and love flow mingled down !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Did e'er such love and sorrow meet,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Or thorns compose so rich a crown ?</a:t>
            </a:r>
          </a:p>
          <a:p>
            <a:pPr lvl="1"/>
            <a:endParaRPr lang="en-US" sz="2800" dirty="0">
              <a:latin typeface="Calibri"/>
              <a:ea typeface="Calibri"/>
              <a:cs typeface="Calibri"/>
            </a:endParaRP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Were the whole realm of nature mine,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That were a present far too small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Love so amazing, so divine,</a:t>
            </a:r>
          </a:p>
          <a:p>
            <a:pPr lvl="1"/>
            <a:r>
              <a:rPr lang="en-US" sz="2800" dirty="0">
                <a:latin typeface="Calibri"/>
                <a:ea typeface="Calibri"/>
                <a:cs typeface="Calibri"/>
              </a:rPr>
              <a:t>Demands my soul, my life, my all.</a:t>
            </a:r>
          </a:p>
        </p:txBody>
      </p:sp>
    </p:spTree>
    <p:extLst>
      <p:ext uri="{BB962C8B-B14F-4D97-AF65-F5344CB8AC3E}">
        <p14:creationId xmlns:p14="http://schemas.microsoft.com/office/powerpoint/2010/main" val="16850422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6BB2930-A4C7-F30F-1B80-CC4D479494FA}"/>
              </a:ext>
            </a:extLst>
          </p:cNvPr>
          <p:cNvSpPr/>
          <p:nvPr/>
        </p:nvSpPr>
        <p:spPr>
          <a:xfrm>
            <a:off x="1940855" y="2135782"/>
            <a:ext cx="5262283" cy="871936"/>
          </a:xfrm>
          <a:prstGeom prst="roundRect">
            <a:avLst>
              <a:gd name="adj" fmla="val 8229"/>
            </a:avLst>
          </a:prstGeom>
          <a:solidFill>
            <a:srgbClr val="905562">
              <a:alpha val="7098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F3B4DD-D28E-D949-A750-E7C0BC73DB23}"/>
              </a:ext>
            </a:extLst>
          </p:cNvPr>
          <p:cNvSpPr txBox="1">
            <a:spLocks/>
          </p:cNvSpPr>
          <p:nvPr/>
        </p:nvSpPr>
        <p:spPr>
          <a:xfrm>
            <a:off x="2106541" y="2183412"/>
            <a:ext cx="4930917" cy="776676"/>
          </a:xfrm>
          <a:prstGeom prst="rect">
            <a:avLst/>
          </a:prstGeom>
          <a:noFill/>
          <a:ln w="28575">
            <a:noFill/>
          </a:ln>
        </p:spPr>
        <p:txBody>
          <a:bodyPr anchor="t">
            <a:noAutofit/>
          </a:bodyPr>
          <a:lstStyle>
            <a:defPPr>
              <a:defRPr lang="en-US"/>
            </a:defPPr>
            <a:lvl1pPr lvl="0" indent="0" algn="ctr" defTabSz="6858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>
                <a:tab pos="1254125" algn="l"/>
                <a:tab pos="1423988" algn="l"/>
              </a:tabLst>
              <a:defRPr sz="4800" b="1">
                <a:gradFill>
                  <a:gsLst>
                    <a:gs pos="3000">
                      <a:srgbClr val="001A52"/>
                    </a:gs>
                    <a:gs pos="37000">
                      <a:srgbClr val="9BBDC9"/>
                    </a:gs>
                    <a:gs pos="14000">
                      <a:srgbClr val="008FD3"/>
                    </a:gs>
                    <a:gs pos="55000">
                      <a:schemeClr val="bg1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enorite" pitchFamily="2" charset="0"/>
              </a:defRPr>
            </a:lvl1pPr>
            <a:lvl2pPr marL="5143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</a:lvl2pPr>
            <a:lvl3pPr marL="8572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/>
            </a:lvl3pPr>
            <a:lvl4pPr marL="12001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4pPr>
            <a:lvl5pPr marL="15430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5pPr>
            <a:lvl6pPr marL="18859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6pPr>
            <a:lvl7pPr marL="22288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7pPr>
            <a:lvl8pPr marL="25717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8pPr>
            <a:lvl9pPr marL="2914650" indent="-171450" defTabSz="685800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/>
            </a:lvl9pPr>
          </a:lstStyle>
          <a:p>
            <a:r>
              <a:rPr lang="en-GB" dirty="0">
                <a:solidFill>
                  <a:schemeClr val="bg1"/>
                </a:solidFill>
              </a:rPr>
              <a:t>Closing Song</a:t>
            </a:r>
          </a:p>
        </p:txBody>
      </p:sp>
    </p:spTree>
    <p:extLst>
      <p:ext uri="{BB962C8B-B14F-4D97-AF65-F5344CB8AC3E}">
        <p14:creationId xmlns:p14="http://schemas.microsoft.com/office/powerpoint/2010/main" val="30713239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787D0-9131-9287-B5C5-E9CE25841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F9F3-9DD6-4966-8E0D-8B2B5F727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dirty="0">
                <a:latin typeface="Segoe UI"/>
                <a:cs typeface="Segoe UI"/>
              </a:rPr>
              <a:t>Closing Song – Forth in the name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B7F1802A-60A4-5718-46BD-E6A498D5791F}"/>
              </a:ext>
            </a:extLst>
          </p:cNvPr>
          <p:cNvSpPr txBox="1">
            <a:spLocks/>
          </p:cNvSpPr>
          <p:nvPr/>
        </p:nvSpPr>
        <p:spPr>
          <a:xfrm>
            <a:off x="8534400" y="13606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E6922C-AC22-5398-575C-E49A2290F82C}"/>
              </a:ext>
            </a:extLst>
          </p:cNvPr>
          <p:cNvSpPr txBox="1"/>
          <p:nvPr/>
        </p:nvSpPr>
        <p:spPr>
          <a:xfrm>
            <a:off x="7023370" y="4786008"/>
            <a:ext cx="2120630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r"/>
            <a:r>
              <a:rPr lang="en-US" sz="1400" dirty="0"/>
              <a:t>Closing 1 of 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B70656-FB88-CE96-2822-C8FD37D82759}"/>
              </a:ext>
            </a:extLst>
          </p:cNvPr>
          <p:cNvSpPr txBox="1"/>
          <p:nvPr/>
        </p:nvSpPr>
        <p:spPr>
          <a:xfrm>
            <a:off x="1026826" y="1401515"/>
            <a:ext cx="6828020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dirty="0">
                <a:latin typeface="Calibri"/>
                <a:ea typeface="Calibri"/>
                <a:cs typeface="Calibri"/>
              </a:rPr>
              <a:t>Forth in thy name, - O Lord, I go,</a:t>
            </a: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My daily la-bour to pursue</a:t>
            </a: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Thee, only thee, </a:t>
            </a:r>
            <a:r>
              <a:rPr lang="en-US" sz="2800" dirty="0" err="1">
                <a:latin typeface="Calibri"/>
                <a:ea typeface="Calibri"/>
                <a:cs typeface="Calibri"/>
              </a:rPr>
              <a:t>reso-lved</a:t>
            </a:r>
            <a:r>
              <a:rPr lang="en-US" sz="2800" dirty="0">
                <a:latin typeface="Calibri"/>
                <a:ea typeface="Calibri"/>
                <a:cs typeface="Calibri"/>
              </a:rPr>
              <a:t> to know</a:t>
            </a:r>
          </a:p>
          <a:p>
            <a:r>
              <a:rPr lang="en-US" sz="2800" dirty="0">
                <a:latin typeface="Calibri"/>
                <a:ea typeface="Calibri"/>
                <a:cs typeface="Calibri"/>
              </a:rPr>
              <a:t>In all I think - or speak or - do.</a:t>
            </a:r>
          </a:p>
        </p:txBody>
      </p:sp>
    </p:spTree>
    <p:extLst>
      <p:ext uri="{BB962C8B-B14F-4D97-AF65-F5344CB8AC3E}">
        <p14:creationId xmlns:p14="http://schemas.microsoft.com/office/powerpoint/2010/main" val="145648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5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2586</Words>
  <Application>Microsoft Office PowerPoint</Application>
  <PresentationFormat>On-screen Show (16:9)</PresentationFormat>
  <Paragraphs>407</Paragraphs>
  <Slides>46</Slides>
  <Notes>24</Notes>
  <HiddenSlides>1</HiddenSlides>
  <MMClips>0</MMClips>
  <ScaleCrop>false</ScaleCrop>
  <HeadingPairs>
    <vt:vector size="4" baseType="variant">
      <vt:variant>
        <vt:lpstr>Theme</vt:lpstr>
      </vt:variant>
      <vt:variant>
        <vt:i4>6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Office Theme</vt:lpstr>
      <vt:lpstr>1_Office Theme</vt:lpstr>
      <vt:lpstr>4_Office Theme</vt:lpstr>
      <vt:lpstr>3_Office Theme</vt:lpstr>
      <vt:lpstr>5_Office Theme</vt:lpstr>
      <vt:lpstr>6_Office Theme</vt:lpstr>
      <vt:lpstr> </vt:lpstr>
      <vt:lpstr>PowerPoint Presentation</vt:lpstr>
      <vt:lpstr>PowerPoint Presentation</vt:lpstr>
      <vt:lpstr>Opening Hymn – Arise, my soul, arise (154)</vt:lpstr>
      <vt:lpstr>Opening Hymn – Arise, my soul, arise (154)</vt:lpstr>
      <vt:lpstr>Opening Hymn – Arise, my soul, arise (154)</vt:lpstr>
      <vt:lpstr>Opening Hymn – Arise, my soul, arise (154)</vt:lpstr>
      <vt:lpstr>PowerPoint Presentation</vt:lpstr>
      <vt:lpstr>Thanksgiving – Great is Thy Faithfulness</vt:lpstr>
      <vt:lpstr>PowerPoint Presentation</vt:lpstr>
      <vt:lpstr>Offertory – The Endeavour Band (1094)</vt:lpstr>
      <vt:lpstr>Offertory – The Endeavour Band (1094)</vt:lpstr>
      <vt:lpstr>Offertory – The Endeavour Band (1094)</vt:lpstr>
      <vt:lpstr>PowerPoint Presentation</vt:lpstr>
      <vt:lpstr>PowerPoint Presentation</vt:lpstr>
      <vt:lpstr>PowerPoint Presentation</vt:lpstr>
      <vt:lpstr>Confession – Thy will be done (718 v1) </vt:lpstr>
      <vt:lpstr>Holy Communion – Thy will be done (718) </vt:lpstr>
      <vt:lpstr>Holy Communion – Thy will be done (718) </vt:lpstr>
      <vt:lpstr>Holy Communion – Thy will be done (718) </vt:lpstr>
      <vt:lpstr>Holy Communion – Thy will be done (718) </vt:lpstr>
      <vt:lpstr>Holy Communion – Thy will be done (718) </vt:lpstr>
      <vt:lpstr>Holy Communion – Thy will be done (718) </vt:lpstr>
      <vt:lpstr>Holy Communion – Hymn 621</vt:lpstr>
      <vt:lpstr>Holy Communion – I gave My life for thee (621)</vt:lpstr>
      <vt:lpstr>Holy Communion – I gave My life for thee (621)</vt:lpstr>
      <vt:lpstr>Holy Communion – I gave My life for thee (621)</vt:lpstr>
      <vt:lpstr>Holy Communion – Hymn 672</vt:lpstr>
      <vt:lpstr>Holy Communion – Am I a soldier of the cross (672)</vt:lpstr>
      <vt:lpstr>Holy Communion – Am I a soldier of the cross (672)</vt:lpstr>
      <vt:lpstr>Holy Communion – Am I a soldier of the cross (672)</vt:lpstr>
      <vt:lpstr>Holy Communion – Am I a soldier of the cross (672)</vt:lpstr>
      <vt:lpstr>Holy Communion – Hymn 814</vt:lpstr>
      <vt:lpstr>Holy Communion – Rescue the perishing (814)</vt:lpstr>
      <vt:lpstr>Holy Communion – Rescue the perishing (814)</vt:lpstr>
      <vt:lpstr>Holy Communion – Rescue the perishing (814)</vt:lpstr>
      <vt:lpstr>Holy Communion – Rescue the perishing (814)</vt:lpstr>
      <vt:lpstr>Holy Communion – Hymn 805</vt:lpstr>
      <vt:lpstr>Holy Communion – Brightly beams (805)</vt:lpstr>
      <vt:lpstr>Holy Communion – Brightly beams (805)</vt:lpstr>
      <vt:lpstr>Holy Communion – Brightly beams (805)</vt:lpstr>
      <vt:lpstr>Holy Communion – When I survey</vt:lpstr>
      <vt:lpstr>Holy Communion – When I survey </vt:lpstr>
      <vt:lpstr>Holy Communion – When I survey</vt:lpstr>
      <vt:lpstr>PowerPoint Presentation</vt:lpstr>
      <vt:lpstr>Closing Song – Forth in the name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Cynthia George</cp:lastModifiedBy>
  <cp:revision>433</cp:revision>
  <dcterms:created xsi:type="dcterms:W3CDTF">2020-09-02T02:55:07Z</dcterms:created>
  <dcterms:modified xsi:type="dcterms:W3CDTF">2025-07-23T09:07:39Z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</Properties>
</file>