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71"/>
  </p:notesMasterIdLst>
  <p:sldIdLst>
    <p:sldId id="811" r:id="rId7"/>
    <p:sldId id="813" r:id="rId8"/>
    <p:sldId id="1390" r:id="rId9"/>
    <p:sldId id="1689" r:id="rId10"/>
    <p:sldId id="1648" r:id="rId11"/>
    <p:sldId id="1298" r:id="rId12"/>
    <p:sldId id="821" r:id="rId13"/>
    <p:sldId id="851" r:id="rId14"/>
    <p:sldId id="1318" r:id="rId15"/>
    <p:sldId id="822" r:id="rId16"/>
    <p:sldId id="1698" r:id="rId17"/>
    <p:sldId id="1699" r:id="rId18"/>
    <p:sldId id="1700" r:id="rId19"/>
    <p:sldId id="1324" r:id="rId20"/>
    <p:sldId id="1738" r:id="rId21"/>
    <p:sldId id="1732" r:id="rId22"/>
    <p:sldId id="1741" r:id="rId23"/>
    <p:sldId id="1742" r:id="rId24"/>
    <p:sldId id="823" r:id="rId25"/>
    <p:sldId id="824" r:id="rId26"/>
    <p:sldId id="1739" r:id="rId27"/>
    <p:sldId id="825" r:id="rId28"/>
    <p:sldId id="1388" r:id="rId29"/>
    <p:sldId id="1396" r:id="rId30"/>
    <p:sldId id="1701" r:id="rId31"/>
    <p:sldId id="1702" r:id="rId32"/>
    <p:sldId id="949" r:id="rId33"/>
    <p:sldId id="1389" r:id="rId34"/>
    <p:sldId id="1743" r:id="rId35"/>
    <p:sldId id="1745" r:id="rId36"/>
    <p:sldId id="1746" r:id="rId37"/>
    <p:sldId id="1747" r:id="rId38"/>
    <p:sldId id="1402" r:id="rId39"/>
    <p:sldId id="1403" r:id="rId40"/>
    <p:sldId id="1748" r:id="rId41"/>
    <p:sldId id="1750" r:id="rId42"/>
    <p:sldId id="1749" r:id="rId43"/>
    <p:sldId id="1751" r:id="rId44"/>
    <p:sldId id="1411" r:id="rId45"/>
    <p:sldId id="1606" r:id="rId46"/>
    <p:sldId id="1724" r:id="rId47"/>
    <p:sldId id="1725" r:id="rId48"/>
    <p:sldId id="1407" r:id="rId49"/>
    <p:sldId id="1408" r:id="rId50"/>
    <p:sldId id="1721" r:id="rId51"/>
    <p:sldId id="1722" r:id="rId52"/>
    <p:sldId id="1723" r:id="rId53"/>
    <p:sldId id="1608" r:id="rId54"/>
    <p:sldId id="1609" r:id="rId55"/>
    <p:sldId id="1735" r:id="rId56"/>
    <p:sldId id="1736" r:id="rId57"/>
    <p:sldId id="1737" r:id="rId58"/>
    <p:sldId id="1733" r:id="rId59"/>
    <p:sldId id="1734" r:id="rId60"/>
    <p:sldId id="1726" r:id="rId61"/>
    <p:sldId id="1727" r:id="rId62"/>
    <p:sldId id="1728" r:id="rId63"/>
    <p:sldId id="1729" r:id="rId64"/>
    <p:sldId id="1259" r:id="rId65"/>
    <p:sldId id="820" r:id="rId66"/>
    <p:sldId id="1201" r:id="rId67"/>
    <p:sldId id="1679" r:id="rId68"/>
    <p:sldId id="1730" r:id="rId69"/>
    <p:sldId id="829" r:id="rId7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F0EC51-165B-97F0-01E2-034DA2D58576}" v="393" dt="2025-04-11T15:58:10.659"/>
    <p1510:client id="{519D7FD5-A9DC-4E82-B962-E8E4439C3C27}" v="247" dt="2025-04-10T13:01:21.166"/>
    <p1510:client id="{C1B14748-470B-CF91-608F-A8BA69B41E53}" v="83" dt="2025-04-11T11:01:27.195"/>
    <p1510:client id="{DCE59A21-1F98-4D91-A5A7-E483B4DB4CAA}" v="465" dt="2025-04-11T12:05:53.9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05" y="2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viewProps" Target="viewProps.xml"/><Relationship Id="rId79" Type="http://schemas.microsoft.com/office/2018/10/relationships/authors" Target="author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microsoft.com/office/2016/11/relationships/changesInfo" Target="changesInfos/changesInfo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presProps" Target="presProps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tableStyles" Target="tableStyles.xml"/><Relationship Id="rId7" Type="http://schemas.openxmlformats.org/officeDocument/2006/relationships/slide" Target="slides/slide1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nthia George" userId="8e4ca16d49ed6304" providerId="Windows Live" clId="Web-{C1B14748-470B-CF91-608F-A8BA69B41E53}"/>
    <pc:docChg chg="modSld">
      <pc:chgData name="Cynthia George" userId="8e4ca16d49ed6304" providerId="Windows Live" clId="Web-{C1B14748-470B-CF91-608F-A8BA69B41E53}" dt="2025-04-11T11:01:27.195" v="40" actId="20577"/>
      <pc:docMkLst>
        <pc:docMk/>
      </pc:docMkLst>
      <pc:sldChg chg="modSp">
        <pc:chgData name="Cynthia George" userId="8e4ca16d49ed6304" providerId="Windows Live" clId="Web-{C1B14748-470B-CF91-608F-A8BA69B41E53}" dt="2025-04-11T10:58:15.453" v="24" actId="20577"/>
        <pc:sldMkLst>
          <pc:docMk/>
          <pc:sldMk cId="140346443" sldId="822"/>
        </pc:sldMkLst>
        <pc:spChg chg="mod">
          <ac:chgData name="Cynthia George" userId="8e4ca16d49ed6304" providerId="Windows Live" clId="Web-{C1B14748-470B-CF91-608F-A8BA69B41E53}" dt="2025-04-11T10:58:15.453" v="24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Cynthia George" userId="8e4ca16d49ed6304" providerId="Windows Live" clId="Web-{C1B14748-470B-CF91-608F-A8BA69B41E53}" dt="2025-04-11T10:52:03.609" v="20" actId="20577"/>
        <pc:sldMkLst>
          <pc:docMk/>
          <pc:sldMk cId="2716954731" sldId="1390"/>
        </pc:sldMkLst>
        <pc:spChg chg="mod">
          <ac:chgData name="Cynthia George" userId="8e4ca16d49ed6304" providerId="Windows Live" clId="Web-{C1B14748-470B-CF91-608F-A8BA69B41E53}" dt="2025-04-11T10:50:21.370" v="3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Cynthia George" userId="8e4ca16d49ed6304" providerId="Windows Live" clId="Web-{C1B14748-470B-CF91-608F-A8BA69B41E53}" dt="2025-04-11T10:52:03.609" v="20" actId="20577"/>
          <ac:spMkLst>
            <pc:docMk/>
            <pc:sldMk cId="2716954731" sldId="1390"/>
            <ac:spMk id="7" creationId="{094E9A69-B612-35E4-DEEF-5092DA0A0A97}"/>
          </ac:spMkLst>
        </pc:spChg>
      </pc:sldChg>
      <pc:sldChg chg="modSp">
        <pc:chgData name="Cynthia George" userId="8e4ca16d49ed6304" providerId="Windows Live" clId="Web-{C1B14748-470B-CF91-608F-A8BA69B41E53}" dt="2025-04-11T10:54:35.271" v="22" actId="20577"/>
        <pc:sldMkLst>
          <pc:docMk/>
          <pc:sldMk cId="2217838844" sldId="1648"/>
        </pc:sldMkLst>
        <pc:spChg chg="mod">
          <ac:chgData name="Cynthia George" userId="8e4ca16d49ed6304" providerId="Windows Live" clId="Web-{C1B14748-470B-CF91-608F-A8BA69B41E53}" dt="2025-04-11T10:54:35.271" v="22" actId="20577"/>
          <ac:spMkLst>
            <pc:docMk/>
            <pc:sldMk cId="2217838844" sldId="1648"/>
            <ac:spMk id="3" creationId="{9B08B8AC-D4F6-2B0B-F81D-06DE3F5F7FF3}"/>
          </ac:spMkLst>
        </pc:spChg>
      </pc:sldChg>
      <pc:sldChg chg="modSp">
        <pc:chgData name="Cynthia George" userId="8e4ca16d49ed6304" providerId="Windows Live" clId="Web-{C1B14748-470B-CF91-608F-A8BA69B41E53}" dt="2025-04-11T10:58:44.454" v="27" actId="20577"/>
        <pc:sldMkLst>
          <pc:docMk/>
          <pc:sldMk cId="2854690300" sldId="1698"/>
        </pc:sldMkLst>
        <pc:spChg chg="mod">
          <ac:chgData name="Cynthia George" userId="8e4ca16d49ed6304" providerId="Windows Live" clId="Web-{C1B14748-470B-CF91-608F-A8BA69B41E53}" dt="2025-04-11T10:58:44.454" v="27" actId="20577"/>
          <ac:spMkLst>
            <pc:docMk/>
            <pc:sldMk cId="2854690300" sldId="1698"/>
            <ac:spMk id="6" creationId="{94B0C2EB-3C0B-C783-1EB4-CBAEA26162B9}"/>
          </ac:spMkLst>
        </pc:spChg>
        <pc:spChg chg="mod">
          <ac:chgData name="Cynthia George" userId="8e4ca16d49ed6304" providerId="Windows Live" clId="Web-{C1B14748-470B-CF91-608F-A8BA69B41E53}" dt="2025-04-11T10:58:41.688" v="26" actId="20577"/>
          <ac:spMkLst>
            <pc:docMk/>
            <pc:sldMk cId="2854690300" sldId="1698"/>
            <ac:spMk id="10" creationId="{9552542A-18D9-5F3C-95CF-BFC40D655498}"/>
          </ac:spMkLst>
        </pc:spChg>
      </pc:sldChg>
      <pc:sldChg chg="modSp">
        <pc:chgData name="Cynthia George" userId="8e4ca16d49ed6304" providerId="Windows Live" clId="Web-{C1B14748-470B-CF91-608F-A8BA69B41E53}" dt="2025-04-11T10:59:03.314" v="28" actId="20577"/>
        <pc:sldMkLst>
          <pc:docMk/>
          <pc:sldMk cId="3491838284" sldId="1699"/>
        </pc:sldMkLst>
        <pc:spChg chg="mod">
          <ac:chgData name="Cynthia George" userId="8e4ca16d49ed6304" providerId="Windows Live" clId="Web-{C1B14748-470B-CF91-608F-A8BA69B41E53}" dt="2025-04-11T10:59:03.314" v="28" actId="20577"/>
          <ac:spMkLst>
            <pc:docMk/>
            <pc:sldMk cId="3491838284" sldId="1699"/>
            <ac:spMk id="6" creationId="{FC46F729-1158-BD25-B2A4-AF043C2267E5}"/>
          </ac:spMkLst>
        </pc:spChg>
      </pc:sldChg>
      <pc:sldChg chg="modSp">
        <pc:chgData name="Cynthia George" userId="8e4ca16d49ed6304" providerId="Windows Live" clId="Web-{C1B14748-470B-CF91-608F-A8BA69B41E53}" dt="2025-04-11T10:59:42.863" v="33" actId="20577"/>
        <pc:sldMkLst>
          <pc:docMk/>
          <pc:sldMk cId="4075287773" sldId="1700"/>
        </pc:sldMkLst>
        <pc:spChg chg="mod">
          <ac:chgData name="Cynthia George" userId="8e4ca16d49ed6304" providerId="Windows Live" clId="Web-{C1B14748-470B-CF91-608F-A8BA69B41E53}" dt="2025-04-11T10:59:42.863" v="33" actId="20577"/>
          <ac:spMkLst>
            <pc:docMk/>
            <pc:sldMk cId="4075287773" sldId="1700"/>
            <ac:spMk id="6" creationId="{063E6882-673E-C1FA-6474-95D0DB9AD10B}"/>
          </ac:spMkLst>
        </pc:spChg>
        <pc:spChg chg="mod">
          <ac:chgData name="Cynthia George" userId="8e4ca16d49ed6304" providerId="Windows Live" clId="Web-{C1B14748-470B-CF91-608F-A8BA69B41E53}" dt="2025-04-11T10:59:30.018" v="30" actId="20577"/>
          <ac:spMkLst>
            <pc:docMk/>
            <pc:sldMk cId="4075287773" sldId="1700"/>
            <ac:spMk id="10" creationId="{6015E895-E6EE-91B0-68D1-1D4BC13E31ED}"/>
          </ac:spMkLst>
        </pc:spChg>
      </pc:sldChg>
      <pc:sldChg chg="modSp">
        <pc:chgData name="Cynthia George" userId="8e4ca16d49ed6304" providerId="Windows Live" clId="Web-{C1B14748-470B-CF91-608F-A8BA69B41E53}" dt="2025-04-11T11:00:26.646" v="35" actId="20577"/>
        <pc:sldMkLst>
          <pc:docMk/>
          <pc:sldMk cId="3502560996" sldId="1741"/>
        </pc:sldMkLst>
        <pc:spChg chg="mod">
          <ac:chgData name="Cynthia George" userId="8e4ca16d49ed6304" providerId="Windows Live" clId="Web-{C1B14748-470B-CF91-608F-A8BA69B41E53}" dt="2025-04-11T11:00:22.833" v="34" actId="20577"/>
          <ac:spMkLst>
            <pc:docMk/>
            <pc:sldMk cId="3502560996" sldId="1741"/>
            <ac:spMk id="3" creationId="{30AA5B01-4ACD-A32A-F648-530E4EAA788A}"/>
          </ac:spMkLst>
        </pc:spChg>
        <pc:spChg chg="mod">
          <ac:chgData name="Cynthia George" userId="8e4ca16d49ed6304" providerId="Windows Live" clId="Web-{C1B14748-470B-CF91-608F-A8BA69B41E53}" dt="2025-04-11T11:00:26.646" v="35" actId="20577"/>
          <ac:spMkLst>
            <pc:docMk/>
            <pc:sldMk cId="3502560996" sldId="1741"/>
            <ac:spMk id="4" creationId="{8D0CDB92-0F47-1416-0C19-B2E3C05A07CC}"/>
          </ac:spMkLst>
        </pc:spChg>
      </pc:sldChg>
      <pc:sldChg chg="modSp">
        <pc:chgData name="Cynthia George" userId="8e4ca16d49ed6304" providerId="Windows Live" clId="Web-{C1B14748-470B-CF91-608F-A8BA69B41E53}" dt="2025-04-11T11:01:27.195" v="40" actId="20577"/>
        <pc:sldMkLst>
          <pc:docMk/>
          <pc:sldMk cId="427156444" sldId="1742"/>
        </pc:sldMkLst>
        <pc:spChg chg="mod">
          <ac:chgData name="Cynthia George" userId="8e4ca16d49ed6304" providerId="Windows Live" clId="Web-{C1B14748-470B-CF91-608F-A8BA69B41E53}" dt="2025-04-11T11:01:01.241" v="37" actId="20577"/>
          <ac:spMkLst>
            <pc:docMk/>
            <pc:sldMk cId="427156444" sldId="1742"/>
            <ac:spMk id="3" creationId="{CCEFB0BA-A903-9A5A-8A0B-0234C5EC87F5}"/>
          </ac:spMkLst>
        </pc:spChg>
        <pc:spChg chg="mod">
          <ac:chgData name="Cynthia George" userId="8e4ca16d49ed6304" providerId="Windows Live" clId="Web-{C1B14748-470B-CF91-608F-A8BA69B41E53}" dt="2025-04-11T11:01:27.195" v="40" actId="20577"/>
          <ac:spMkLst>
            <pc:docMk/>
            <pc:sldMk cId="427156444" sldId="1742"/>
            <ac:spMk id="4" creationId="{3D1F2B0E-FF12-8809-4F50-64439C75F5B0}"/>
          </ac:spMkLst>
        </pc:spChg>
      </pc:sldChg>
    </pc:docChg>
  </pc:docChgLst>
  <pc:docChgLst>
    <pc:chgData name="Reuben Stephen" userId="6a6eda1f0b9c2b70" providerId="LiveId" clId="{DCE59A21-1F98-4D91-A5A7-E483B4DB4CAA}"/>
    <pc:docChg chg="undo redo custSel addSld delSld modSld sldOrd">
      <pc:chgData name="Reuben Stephen" userId="6a6eda1f0b9c2b70" providerId="LiveId" clId="{DCE59A21-1F98-4D91-A5A7-E483B4DB4CAA}" dt="2025-04-11T12:05:53.974" v="699" actId="47"/>
      <pc:docMkLst>
        <pc:docMk/>
      </pc:docMkLst>
      <pc:sldChg chg="modSp mod">
        <pc:chgData name="Reuben Stephen" userId="6a6eda1f0b9c2b70" providerId="LiveId" clId="{DCE59A21-1F98-4D91-A5A7-E483B4DB4CAA}" dt="2025-04-11T11:48:23.936" v="142" actId="20577"/>
        <pc:sldMkLst>
          <pc:docMk/>
          <pc:sldMk cId="1416329417" sldId="949"/>
        </pc:sldMkLst>
        <pc:spChg chg="mod">
          <ac:chgData name="Reuben Stephen" userId="6a6eda1f0b9c2b70" providerId="LiveId" clId="{DCE59A21-1F98-4D91-A5A7-E483B4DB4CAA}" dt="2025-04-11T11:48:23.936" v="142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euben Stephen" userId="6a6eda1f0b9c2b70" providerId="LiveId" clId="{DCE59A21-1F98-4D91-A5A7-E483B4DB4CAA}" dt="2025-04-11T11:47:46.974" v="119" actId="20577"/>
        <pc:sldMkLst>
          <pc:docMk/>
          <pc:sldMk cId="397177493" sldId="1389"/>
        </pc:sldMkLst>
        <pc:spChg chg="mod">
          <ac:chgData name="Reuben Stephen" userId="6a6eda1f0b9c2b70" providerId="LiveId" clId="{DCE59A21-1F98-4D91-A5A7-E483B4DB4CAA}" dt="2025-04-11T11:35:34.725" v="25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Reuben Stephen" userId="6a6eda1f0b9c2b70" providerId="LiveId" clId="{DCE59A21-1F98-4D91-A5A7-E483B4DB4CAA}" dt="2025-04-11T11:39:28.804" v="66" actId="20577"/>
          <ac:spMkLst>
            <pc:docMk/>
            <pc:sldMk cId="397177493" sldId="1389"/>
            <ac:spMk id="3" creationId="{493F9790-497D-BD53-02DD-678FBB4FE1F9}"/>
          </ac:spMkLst>
        </pc:spChg>
        <pc:spChg chg="mod">
          <ac:chgData name="Reuben Stephen" userId="6a6eda1f0b9c2b70" providerId="LiveId" clId="{DCE59A21-1F98-4D91-A5A7-E483B4DB4CAA}" dt="2025-04-11T11:47:46.974" v="119" actId="20577"/>
          <ac:spMkLst>
            <pc:docMk/>
            <pc:sldMk cId="397177493" sldId="1389"/>
            <ac:spMk id="5" creationId="{D15CBCA4-8279-49A0-BDA5-8F1C3F65A437}"/>
          </ac:spMkLst>
        </pc:spChg>
        <pc:spChg chg="mod">
          <ac:chgData name="Reuben Stephen" userId="6a6eda1f0b9c2b70" providerId="LiveId" clId="{DCE59A21-1F98-4D91-A5A7-E483B4DB4CAA}" dt="2025-04-11T11:36:34.435" v="32" actId="20577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Reuben Stephen" userId="6a6eda1f0b9c2b70" providerId="LiveId" clId="{DCE59A21-1F98-4D91-A5A7-E483B4DB4CAA}" dt="2025-04-11T11:49:13.283" v="165" actId="20577"/>
        <pc:sldMkLst>
          <pc:docMk/>
          <pc:sldMk cId="2451994672" sldId="1402"/>
        </pc:sldMkLst>
        <pc:spChg chg="mod">
          <ac:chgData name="Reuben Stephen" userId="6a6eda1f0b9c2b70" providerId="LiveId" clId="{DCE59A21-1F98-4D91-A5A7-E483B4DB4CAA}" dt="2025-04-11T11:49:13.283" v="165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Reuben Stephen" userId="6a6eda1f0b9c2b70" providerId="LiveId" clId="{DCE59A21-1F98-4D91-A5A7-E483B4DB4CAA}" dt="2025-04-11T11:52:32.886" v="233" actId="20577"/>
        <pc:sldMkLst>
          <pc:docMk/>
          <pc:sldMk cId="1432198362" sldId="1403"/>
        </pc:sldMkLst>
        <pc:spChg chg="mod">
          <ac:chgData name="Reuben Stephen" userId="6a6eda1f0b9c2b70" providerId="LiveId" clId="{DCE59A21-1F98-4D91-A5A7-E483B4DB4CAA}" dt="2025-04-11T11:52:32.886" v="233" actId="20577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Reuben Stephen" userId="6a6eda1f0b9c2b70" providerId="LiveId" clId="{DCE59A21-1F98-4D91-A5A7-E483B4DB4CAA}" dt="2025-04-11T11:52:14.551" v="220" actId="12788"/>
          <ac:spMkLst>
            <pc:docMk/>
            <pc:sldMk cId="1432198362" sldId="1403"/>
            <ac:spMk id="3" creationId="{3E9CA867-8C09-0068-966A-95F879A08EDC}"/>
          </ac:spMkLst>
        </pc:spChg>
        <pc:spChg chg="mod">
          <ac:chgData name="Reuben Stephen" userId="6a6eda1f0b9c2b70" providerId="LiveId" clId="{DCE59A21-1F98-4D91-A5A7-E483B4DB4CAA}" dt="2025-04-11T11:52:12.132" v="219" actId="12788"/>
          <ac:spMkLst>
            <pc:docMk/>
            <pc:sldMk cId="1432198362" sldId="1403"/>
            <ac:spMk id="6" creationId="{00B7E6C3-DC3B-BC8E-EE75-86995C7F8ADF}"/>
          </ac:spMkLst>
        </pc:spChg>
      </pc:sldChg>
      <pc:sldChg chg="modSp del mod">
        <pc:chgData name="Reuben Stephen" userId="6a6eda1f0b9c2b70" providerId="LiveId" clId="{DCE59A21-1F98-4D91-A5A7-E483B4DB4CAA}" dt="2025-04-11T11:37:01.392" v="37" actId="47"/>
        <pc:sldMkLst>
          <pc:docMk/>
          <pc:sldMk cId="588241418" sldId="1703"/>
        </pc:sldMkLst>
        <pc:spChg chg="mod">
          <ac:chgData name="Reuben Stephen" userId="6a6eda1f0b9c2b70" providerId="LiveId" clId="{DCE59A21-1F98-4D91-A5A7-E483B4DB4CAA}" dt="2025-04-11T11:36:59.925" v="36"/>
          <ac:spMkLst>
            <pc:docMk/>
            <pc:sldMk cId="588241418" sldId="1703"/>
            <ac:spMk id="6" creationId="{72BEDD54-3CBA-DFD2-EA34-89120AE74331}"/>
          </ac:spMkLst>
        </pc:spChg>
      </pc:sldChg>
      <pc:sldChg chg="modSp del mod">
        <pc:chgData name="Reuben Stephen" userId="6a6eda1f0b9c2b70" providerId="LiveId" clId="{DCE59A21-1F98-4D91-A5A7-E483B4DB4CAA}" dt="2025-04-11T11:38:50.895" v="59" actId="47"/>
        <pc:sldMkLst>
          <pc:docMk/>
          <pc:sldMk cId="2003159135" sldId="1706"/>
        </pc:sldMkLst>
        <pc:spChg chg="mod">
          <ac:chgData name="Reuben Stephen" userId="6a6eda1f0b9c2b70" providerId="LiveId" clId="{DCE59A21-1F98-4D91-A5A7-E483B4DB4CAA}" dt="2025-04-11T11:38:24.782" v="52" actId="20577"/>
          <ac:spMkLst>
            <pc:docMk/>
            <pc:sldMk cId="2003159135" sldId="1706"/>
            <ac:spMk id="3" creationId="{976BE4E3-503B-28A0-0FCC-48D1232D121F}"/>
          </ac:spMkLst>
        </pc:spChg>
        <pc:spChg chg="mod">
          <ac:chgData name="Reuben Stephen" userId="6a6eda1f0b9c2b70" providerId="LiveId" clId="{DCE59A21-1F98-4D91-A5A7-E483B4DB4CAA}" dt="2025-04-11T11:38:47.331" v="58" actId="14100"/>
          <ac:spMkLst>
            <pc:docMk/>
            <pc:sldMk cId="2003159135" sldId="1706"/>
            <ac:spMk id="6" creationId="{2D4E287E-0315-76D6-C6C1-FF79BF579E5E}"/>
          </ac:spMkLst>
        </pc:spChg>
      </pc:sldChg>
      <pc:sldChg chg="del">
        <pc:chgData name="Reuben Stephen" userId="6a6eda1f0b9c2b70" providerId="LiveId" clId="{DCE59A21-1F98-4D91-A5A7-E483B4DB4CAA}" dt="2025-04-11T11:42:24.946" v="86" actId="47"/>
        <pc:sldMkLst>
          <pc:docMk/>
          <pc:sldMk cId="1371110" sldId="1709"/>
        </pc:sldMkLst>
      </pc:sldChg>
      <pc:sldChg chg="delSp modSp del mod">
        <pc:chgData name="Reuben Stephen" userId="6a6eda1f0b9c2b70" providerId="LiveId" clId="{DCE59A21-1F98-4D91-A5A7-E483B4DB4CAA}" dt="2025-04-11T11:44:28.527" v="95" actId="47"/>
        <pc:sldMkLst>
          <pc:docMk/>
          <pc:sldMk cId="3551165133" sldId="1711"/>
        </pc:sldMkLst>
        <pc:spChg chg="del mod">
          <ac:chgData name="Reuben Stephen" userId="6a6eda1f0b9c2b70" providerId="LiveId" clId="{DCE59A21-1F98-4D91-A5A7-E483B4DB4CAA}" dt="2025-04-11T11:44:27.674" v="94"/>
          <ac:spMkLst>
            <pc:docMk/>
            <pc:sldMk cId="3551165133" sldId="1711"/>
            <ac:spMk id="6" creationId="{8AF9A6AD-3E16-E769-85FD-5747574F6042}"/>
          </ac:spMkLst>
        </pc:spChg>
      </pc:sldChg>
      <pc:sldChg chg="del">
        <pc:chgData name="Reuben Stephen" userId="6a6eda1f0b9c2b70" providerId="LiveId" clId="{DCE59A21-1F98-4D91-A5A7-E483B4DB4CAA}" dt="2025-04-11T11:36:40.486" v="34" actId="47"/>
        <pc:sldMkLst>
          <pc:docMk/>
          <pc:sldMk cId="2676766738" sldId="1712"/>
        </pc:sldMkLst>
      </pc:sldChg>
      <pc:sldChg chg="del">
        <pc:chgData name="Reuben Stephen" userId="6a6eda1f0b9c2b70" providerId="LiveId" clId="{DCE59A21-1F98-4D91-A5A7-E483B4DB4CAA}" dt="2025-04-11T11:45:08.143" v="103" actId="47"/>
        <pc:sldMkLst>
          <pc:docMk/>
          <pc:sldMk cId="3643313614" sldId="1713"/>
        </pc:sldMkLst>
      </pc:sldChg>
      <pc:sldChg chg="del">
        <pc:chgData name="Reuben Stephen" userId="6a6eda1f0b9c2b70" providerId="LiveId" clId="{DCE59A21-1F98-4D91-A5A7-E483B4DB4CAA}" dt="2025-04-11T11:42:26.629" v="87" actId="47"/>
        <pc:sldMkLst>
          <pc:docMk/>
          <pc:sldMk cId="4034738615" sldId="1714"/>
        </pc:sldMkLst>
      </pc:sldChg>
      <pc:sldChg chg="del">
        <pc:chgData name="Reuben Stephen" userId="6a6eda1f0b9c2b70" providerId="LiveId" clId="{DCE59A21-1F98-4D91-A5A7-E483B4DB4CAA}" dt="2025-04-11T11:40:59.197" v="78" actId="47"/>
        <pc:sldMkLst>
          <pc:docMk/>
          <pc:sldMk cId="2717839061" sldId="1715"/>
        </pc:sldMkLst>
      </pc:sldChg>
      <pc:sldChg chg="del">
        <pc:chgData name="Reuben Stephen" userId="6a6eda1f0b9c2b70" providerId="LiveId" clId="{DCE59A21-1F98-4D91-A5A7-E483B4DB4CAA}" dt="2025-04-11T11:37:45.152" v="48" actId="47"/>
        <pc:sldMkLst>
          <pc:docMk/>
          <pc:sldMk cId="502103230" sldId="1716"/>
        </pc:sldMkLst>
      </pc:sldChg>
      <pc:sldChg chg="del">
        <pc:chgData name="Reuben Stephen" userId="6a6eda1f0b9c2b70" providerId="LiveId" clId="{DCE59A21-1F98-4D91-A5A7-E483B4DB4CAA}" dt="2025-04-11T11:59:31.599" v="357" actId="47"/>
        <pc:sldMkLst>
          <pc:docMk/>
          <pc:sldMk cId="2774235017" sldId="1717"/>
        </pc:sldMkLst>
      </pc:sldChg>
      <pc:sldChg chg="modSp del mod">
        <pc:chgData name="Reuben Stephen" userId="6a6eda1f0b9c2b70" providerId="LiveId" clId="{DCE59A21-1F98-4D91-A5A7-E483B4DB4CAA}" dt="2025-04-11T12:00:22.430" v="368" actId="47"/>
        <pc:sldMkLst>
          <pc:docMk/>
          <pc:sldMk cId="4159763854" sldId="1718"/>
        </pc:sldMkLst>
        <pc:spChg chg="mod">
          <ac:chgData name="Reuben Stephen" userId="6a6eda1f0b9c2b70" providerId="LiveId" clId="{DCE59A21-1F98-4D91-A5A7-E483B4DB4CAA}" dt="2025-04-11T12:00:20.088" v="367"/>
          <ac:spMkLst>
            <pc:docMk/>
            <pc:sldMk cId="4159763854" sldId="1718"/>
            <ac:spMk id="3" creationId="{6D2A8520-8088-D449-9C74-F6CFA7834643}"/>
          </ac:spMkLst>
        </pc:spChg>
      </pc:sldChg>
      <pc:sldChg chg="del">
        <pc:chgData name="Reuben Stephen" userId="6a6eda1f0b9c2b70" providerId="LiveId" clId="{DCE59A21-1F98-4D91-A5A7-E483B4DB4CAA}" dt="2025-04-11T12:05:52.742" v="698" actId="47"/>
        <pc:sldMkLst>
          <pc:docMk/>
          <pc:sldMk cId="3631114969" sldId="1719"/>
        </pc:sldMkLst>
      </pc:sldChg>
      <pc:sldChg chg="del">
        <pc:chgData name="Reuben Stephen" userId="6a6eda1f0b9c2b70" providerId="LiveId" clId="{DCE59A21-1F98-4D91-A5A7-E483B4DB4CAA}" dt="2025-04-11T12:05:53.974" v="699" actId="47"/>
        <pc:sldMkLst>
          <pc:docMk/>
          <pc:sldMk cId="3290363389" sldId="1720"/>
        </pc:sldMkLst>
      </pc:sldChg>
      <pc:sldChg chg="modSp add mod">
        <pc:chgData name="Reuben Stephen" userId="6a6eda1f0b9c2b70" providerId="LiveId" clId="{DCE59A21-1F98-4D91-A5A7-E483B4DB4CAA}" dt="2025-04-11T11:47:41.874" v="118" actId="20577"/>
        <pc:sldMkLst>
          <pc:docMk/>
          <pc:sldMk cId="3781339117" sldId="1743"/>
        </pc:sldMkLst>
        <pc:spChg chg="mod">
          <ac:chgData name="Reuben Stephen" userId="6a6eda1f0b9c2b70" providerId="LiveId" clId="{DCE59A21-1F98-4D91-A5A7-E483B4DB4CAA}" dt="2025-04-11T11:40:25.308" v="76" actId="20577"/>
          <ac:spMkLst>
            <pc:docMk/>
            <pc:sldMk cId="3781339117" sldId="1743"/>
            <ac:spMk id="3" creationId="{08855845-FD6A-2A3C-3D5D-C9310EAF432E}"/>
          </ac:spMkLst>
        </pc:spChg>
        <pc:spChg chg="mod">
          <ac:chgData name="Reuben Stephen" userId="6a6eda1f0b9c2b70" providerId="LiveId" clId="{DCE59A21-1F98-4D91-A5A7-E483B4DB4CAA}" dt="2025-04-11T11:47:41.874" v="118" actId="20577"/>
          <ac:spMkLst>
            <pc:docMk/>
            <pc:sldMk cId="3781339117" sldId="1743"/>
            <ac:spMk id="5" creationId="{64A95D57-58D0-292F-33FA-860A99CFF485}"/>
          </ac:spMkLst>
        </pc:spChg>
        <pc:spChg chg="mod">
          <ac:chgData name="Reuben Stephen" userId="6a6eda1f0b9c2b70" providerId="LiveId" clId="{DCE59A21-1F98-4D91-A5A7-E483B4DB4CAA}" dt="2025-04-11T11:40:26.766" v="77" actId="20577"/>
          <ac:spMkLst>
            <pc:docMk/>
            <pc:sldMk cId="3781339117" sldId="1743"/>
            <ac:spMk id="6" creationId="{BC508B65-CBB1-A1FF-E534-F6B47E673BF7}"/>
          </ac:spMkLst>
        </pc:spChg>
      </pc:sldChg>
      <pc:sldChg chg="modSp add del mod">
        <pc:chgData name="Reuben Stephen" userId="6a6eda1f0b9c2b70" providerId="LiveId" clId="{DCE59A21-1F98-4D91-A5A7-E483B4DB4CAA}" dt="2025-04-11T11:47:05.147" v="110" actId="47"/>
        <pc:sldMkLst>
          <pc:docMk/>
          <pc:sldMk cId="3100690422" sldId="1744"/>
        </pc:sldMkLst>
        <pc:spChg chg="mod">
          <ac:chgData name="Reuben Stephen" userId="6a6eda1f0b9c2b70" providerId="LiveId" clId="{DCE59A21-1F98-4D91-A5A7-E483B4DB4CAA}" dt="2025-04-11T11:40:21.581" v="74" actId="20577"/>
          <ac:spMkLst>
            <pc:docMk/>
            <pc:sldMk cId="3100690422" sldId="1744"/>
            <ac:spMk id="3" creationId="{1CD38677-1D62-399D-D593-110B2558D256}"/>
          </ac:spMkLst>
        </pc:spChg>
        <pc:spChg chg="mod">
          <ac:chgData name="Reuben Stephen" userId="6a6eda1f0b9c2b70" providerId="LiveId" clId="{DCE59A21-1F98-4D91-A5A7-E483B4DB4CAA}" dt="2025-04-11T11:45:23.948" v="107" actId="20577"/>
          <ac:spMkLst>
            <pc:docMk/>
            <pc:sldMk cId="3100690422" sldId="1744"/>
            <ac:spMk id="5" creationId="{A4E3AEA0-F17A-DC45-E638-4585D1A5F6D0}"/>
          </ac:spMkLst>
        </pc:spChg>
        <pc:spChg chg="mod">
          <ac:chgData name="Reuben Stephen" userId="6a6eda1f0b9c2b70" providerId="LiveId" clId="{DCE59A21-1F98-4D91-A5A7-E483B4DB4CAA}" dt="2025-04-11T11:40:22.896" v="75" actId="20577"/>
          <ac:spMkLst>
            <pc:docMk/>
            <pc:sldMk cId="3100690422" sldId="1744"/>
            <ac:spMk id="6" creationId="{D0A3EC82-A487-4760-8A81-B6912FFE4599}"/>
          </ac:spMkLst>
        </pc:spChg>
      </pc:sldChg>
      <pc:sldChg chg="modSp add mod">
        <pc:chgData name="Reuben Stephen" userId="6a6eda1f0b9c2b70" providerId="LiveId" clId="{DCE59A21-1F98-4D91-A5A7-E483B4DB4CAA}" dt="2025-04-11T11:47:38.045" v="117" actId="20577"/>
        <pc:sldMkLst>
          <pc:docMk/>
          <pc:sldMk cId="2335502606" sldId="1745"/>
        </pc:sldMkLst>
        <pc:spChg chg="mod">
          <ac:chgData name="Reuben Stephen" userId="6a6eda1f0b9c2b70" providerId="LiveId" clId="{DCE59A21-1F98-4D91-A5A7-E483B4DB4CAA}" dt="2025-04-11T11:40:18.545" v="73" actId="20577"/>
          <ac:spMkLst>
            <pc:docMk/>
            <pc:sldMk cId="2335502606" sldId="1745"/>
            <ac:spMk id="3" creationId="{1B9F6843-6CEB-6E45-845B-4B25DAB02082}"/>
          </ac:spMkLst>
        </pc:spChg>
        <pc:spChg chg="mod">
          <ac:chgData name="Reuben Stephen" userId="6a6eda1f0b9c2b70" providerId="LiveId" clId="{DCE59A21-1F98-4D91-A5A7-E483B4DB4CAA}" dt="2025-04-11T11:47:38.045" v="117" actId="20577"/>
          <ac:spMkLst>
            <pc:docMk/>
            <pc:sldMk cId="2335502606" sldId="1745"/>
            <ac:spMk id="5" creationId="{0D8D0499-A86D-46F6-3E7D-044FC6F06817}"/>
          </ac:spMkLst>
        </pc:spChg>
        <pc:spChg chg="mod">
          <ac:chgData name="Reuben Stephen" userId="6a6eda1f0b9c2b70" providerId="LiveId" clId="{DCE59A21-1F98-4D91-A5A7-E483B4DB4CAA}" dt="2025-04-11T11:40:16.870" v="72" actId="20577"/>
          <ac:spMkLst>
            <pc:docMk/>
            <pc:sldMk cId="2335502606" sldId="1745"/>
            <ac:spMk id="6" creationId="{8A2D2455-2392-5A17-8212-2CE65807518E}"/>
          </ac:spMkLst>
        </pc:spChg>
      </pc:sldChg>
      <pc:sldChg chg="modSp add mod">
        <pc:chgData name="Reuben Stephen" userId="6a6eda1f0b9c2b70" providerId="LiveId" clId="{DCE59A21-1F98-4D91-A5A7-E483B4DB4CAA}" dt="2025-04-11T11:47:34.187" v="116" actId="20577"/>
        <pc:sldMkLst>
          <pc:docMk/>
          <pc:sldMk cId="3738409133" sldId="1746"/>
        </pc:sldMkLst>
        <pc:spChg chg="mod">
          <ac:chgData name="Reuben Stephen" userId="6a6eda1f0b9c2b70" providerId="LiveId" clId="{DCE59A21-1F98-4D91-A5A7-E483B4DB4CAA}" dt="2025-04-11T11:41:23.655" v="84" actId="20577"/>
          <ac:spMkLst>
            <pc:docMk/>
            <pc:sldMk cId="3738409133" sldId="1746"/>
            <ac:spMk id="3" creationId="{51201A97-93DC-C20F-DA0B-4F0ADB79E973}"/>
          </ac:spMkLst>
        </pc:spChg>
        <pc:spChg chg="mod">
          <ac:chgData name="Reuben Stephen" userId="6a6eda1f0b9c2b70" providerId="LiveId" clId="{DCE59A21-1F98-4D91-A5A7-E483B4DB4CAA}" dt="2025-04-11T11:47:34.187" v="116" actId="20577"/>
          <ac:spMkLst>
            <pc:docMk/>
            <pc:sldMk cId="3738409133" sldId="1746"/>
            <ac:spMk id="5" creationId="{CF3509C1-69C8-79B3-7C6F-7C3DD3E08C5B}"/>
          </ac:spMkLst>
        </pc:spChg>
        <pc:spChg chg="mod">
          <ac:chgData name="Reuben Stephen" userId="6a6eda1f0b9c2b70" providerId="LiveId" clId="{DCE59A21-1F98-4D91-A5A7-E483B4DB4CAA}" dt="2025-04-11T11:41:21.087" v="83" actId="20577"/>
          <ac:spMkLst>
            <pc:docMk/>
            <pc:sldMk cId="3738409133" sldId="1746"/>
            <ac:spMk id="6" creationId="{2A482090-0DB8-74C3-A3D1-96133FAABCA4}"/>
          </ac:spMkLst>
        </pc:spChg>
      </pc:sldChg>
      <pc:sldChg chg="modSp add mod">
        <pc:chgData name="Reuben Stephen" userId="6a6eda1f0b9c2b70" providerId="LiveId" clId="{DCE59A21-1F98-4D91-A5A7-E483B4DB4CAA}" dt="2025-04-11T11:47:29.611" v="114" actId="20577"/>
        <pc:sldMkLst>
          <pc:docMk/>
          <pc:sldMk cId="3401414918" sldId="1747"/>
        </pc:sldMkLst>
        <pc:spChg chg="mod">
          <ac:chgData name="Reuben Stephen" userId="6a6eda1f0b9c2b70" providerId="LiveId" clId="{DCE59A21-1F98-4D91-A5A7-E483B4DB4CAA}" dt="2025-04-11T11:44:54.670" v="101" actId="20577"/>
          <ac:spMkLst>
            <pc:docMk/>
            <pc:sldMk cId="3401414918" sldId="1747"/>
            <ac:spMk id="3" creationId="{01466593-B8B1-D69F-C4A1-0224323323FB}"/>
          </ac:spMkLst>
        </pc:spChg>
        <pc:spChg chg="mod">
          <ac:chgData name="Reuben Stephen" userId="6a6eda1f0b9c2b70" providerId="LiveId" clId="{DCE59A21-1F98-4D91-A5A7-E483B4DB4CAA}" dt="2025-04-11T11:47:29.611" v="114" actId="20577"/>
          <ac:spMkLst>
            <pc:docMk/>
            <pc:sldMk cId="3401414918" sldId="1747"/>
            <ac:spMk id="5" creationId="{85AAD0B6-36AF-8E4B-C2EC-2437983087BB}"/>
          </ac:spMkLst>
        </pc:spChg>
        <pc:spChg chg="mod">
          <ac:chgData name="Reuben Stephen" userId="6a6eda1f0b9c2b70" providerId="LiveId" clId="{DCE59A21-1F98-4D91-A5A7-E483B4DB4CAA}" dt="2025-04-11T11:44:52.519" v="100" actId="20577"/>
          <ac:spMkLst>
            <pc:docMk/>
            <pc:sldMk cId="3401414918" sldId="1747"/>
            <ac:spMk id="6" creationId="{65755947-35C7-35ED-CD36-92C69EAD72E1}"/>
          </ac:spMkLst>
        </pc:spChg>
      </pc:sldChg>
      <pc:sldChg chg="modSp add mod">
        <pc:chgData name="Reuben Stephen" userId="6a6eda1f0b9c2b70" providerId="LiveId" clId="{DCE59A21-1F98-4D91-A5A7-E483B4DB4CAA}" dt="2025-04-11T11:59:25.482" v="355" actId="20577"/>
        <pc:sldMkLst>
          <pc:docMk/>
          <pc:sldMk cId="1834825461" sldId="1748"/>
        </pc:sldMkLst>
        <pc:spChg chg="mod">
          <ac:chgData name="Reuben Stephen" userId="6a6eda1f0b9c2b70" providerId="LiveId" clId="{DCE59A21-1F98-4D91-A5A7-E483B4DB4CAA}" dt="2025-04-11T11:52:26.656" v="224" actId="20577"/>
          <ac:spMkLst>
            <pc:docMk/>
            <pc:sldMk cId="1834825461" sldId="1748"/>
            <ac:spMk id="2" creationId="{F143F651-8652-8ED8-E23D-7D0E8C1ECD78}"/>
          </ac:spMkLst>
        </pc:spChg>
        <pc:spChg chg="mod">
          <ac:chgData name="Reuben Stephen" userId="6a6eda1f0b9c2b70" providerId="LiveId" clId="{DCE59A21-1F98-4D91-A5A7-E483B4DB4CAA}" dt="2025-04-11T11:59:19.092" v="354" actId="403"/>
          <ac:spMkLst>
            <pc:docMk/>
            <pc:sldMk cId="1834825461" sldId="1748"/>
            <ac:spMk id="3" creationId="{F35F4691-D935-37E2-B230-752A8042B270}"/>
          </ac:spMkLst>
        </pc:spChg>
        <pc:spChg chg="mod">
          <ac:chgData name="Reuben Stephen" userId="6a6eda1f0b9c2b70" providerId="LiveId" clId="{DCE59A21-1F98-4D91-A5A7-E483B4DB4CAA}" dt="2025-04-11T11:59:25.482" v="355" actId="20577"/>
          <ac:spMkLst>
            <pc:docMk/>
            <pc:sldMk cId="1834825461" sldId="1748"/>
            <ac:spMk id="5" creationId="{967A7839-6273-B042-BD1D-408C8DAF3B2A}"/>
          </ac:spMkLst>
        </pc:spChg>
        <pc:spChg chg="mod">
          <ac:chgData name="Reuben Stephen" userId="6a6eda1f0b9c2b70" providerId="LiveId" clId="{DCE59A21-1F98-4D91-A5A7-E483B4DB4CAA}" dt="2025-04-11T11:58:57.736" v="349" actId="20577"/>
          <ac:spMkLst>
            <pc:docMk/>
            <pc:sldMk cId="1834825461" sldId="1748"/>
            <ac:spMk id="6" creationId="{43E3F28A-8B49-5917-DDA8-25C53B95AD3F}"/>
          </ac:spMkLst>
        </pc:spChg>
      </pc:sldChg>
      <pc:sldChg chg="modSp add mod">
        <pc:chgData name="Reuben Stephen" userId="6a6eda1f0b9c2b70" providerId="LiveId" clId="{DCE59A21-1F98-4D91-A5A7-E483B4DB4CAA}" dt="2025-04-11T12:04:23.191" v="592" actId="20577"/>
        <pc:sldMkLst>
          <pc:docMk/>
          <pc:sldMk cId="4252949132" sldId="1749"/>
        </pc:sldMkLst>
        <pc:spChg chg="mod">
          <ac:chgData name="Reuben Stephen" userId="6a6eda1f0b9c2b70" providerId="LiveId" clId="{DCE59A21-1F98-4D91-A5A7-E483B4DB4CAA}" dt="2025-04-11T12:03:39.743" v="501"/>
          <ac:spMkLst>
            <pc:docMk/>
            <pc:sldMk cId="4252949132" sldId="1749"/>
            <ac:spMk id="3" creationId="{8294AC8C-E05F-82AE-E052-10AB16C37C01}"/>
          </ac:spMkLst>
        </pc:spChg>
        <pc:spChg chg="mod">
          <ac:chgData name="Reuben Stephen" userId="6a6eda1f0b9c2b70" providerId="LiveId" clId="{DCE59A21-1F98-4D91-A5A7-E483B4DB4CAA}" dt="2025-04-11T12:04:23.191" v="592" actId="20577"/>
          <ac:spMkLst>
            <pc:docMk/>
            <pc:sldMk cId="4252949132" sldId="1749"/>
            <ac:spMk id="5" creationId="{91260B91-EAD1-D5C6-BF90-6B9E431CF4BA}"/>
          </ac:spMkLst>
        </pc:spChg>
        <pc:spChg chg="mod">
          <ac:chgData name="Reuben Stephen" userId="6a6eda1f0b9c2b70" providerId="LiveId" clId="{DCE59A21-1F98-4D91-A5A7-E483B4DB4CAA}" dt="2025-04-11T12:04:04.866" v="591" actId="20577"/>
          <ac:spMkLst>
            <pc:docMk/>
            <pc:sldMk cId="4252949132" sldId="1749"/>
            <ac:spMk id="6" creationId="{9B3AE89E-D2B0-FA04-B738-8148B4DC2D25}"/>
          </ac:spMkLst>
        </pc:spChg>
      </pc:sldChg>
      <pc:sldChg chg="modSp add mod ord">
        <pc:chgData name="Reuben Stephen" userId="6a6eda1f0b9c2b70" providerId="LiveId" clId="{DCE59A21-1F98-4D91-A5A7-E483B4DB4CAA}" dt="2025-04-11T12:03:20.511" v="498"/>
        <pc:sldMkLst>
          <pc:docMk/>
          <pc:sldMk cId="3316963590" sldId="1750"/>
        </pc:sldMkLst>
        <pc:spChg chg="mod">
          <ac:chgData name="Reuben Stephen" userId="6a6eda1f0b9c2b70" providerId="LiveId" clId="{DCE59A21-1F98-4D91-A5A7-E483B4DB4CAA}" dt="2025-04-11T12:01:42.169" v="377"/>
          <ac:spMkLst>
            <pc:docMk/>
            <pc:sldMk cId="3316963590" sldId="1750"/>
            <ac:spMk id="3" creationId="{852F41C4-1725-78B3-CC03-AD0BE6BEBD06}"/>
          </ac:spMkLst>
        </pc:spChg>
        <pc:spChg chg="mod">
          <ac:chgData name="Reuben Stephen" userId="6a6eda1f0b9c2b70" providerId="LiveId" clId="{DCE59A21-1F98-4D91-A5A7-E483B4DB4CAA}" dt="2025-04-11T12:02:51.244" v="496" actId="20577"/>
          <ac:spMkLst>
            <pc:docMk/>
            <pc:sldMk cId="3316963590" sldId="1750"/>
            <ac:spMk id="5" creationId="{BCB5A50B-0F3C-785D-F63F-445394450BED}"/>
          </ac:spMkLst>
        </pc:spChg>
        <pc:spChg chg="mod">
          <ac:chgData name="Reuben Stephen" userId="6a6eda1f0b9c2b70" providerId="LiveId" clId="{DCE59A21-1F98-4D91-A5A7-E483B4DB4CAA}" dt="2025-04-11T12:02:36.806" v="495" actId="20577"/>
          <ac:spMkLst>
            <pc:docMk/>
            <pc:sldMk cId="3316963590" sldId="1750"/>
            <ac:spMk id="6" creationId="{8D198C63-0A6C-1E8B-0892-7A80410F782A}"/>
          </ac:spMkLst>
        </pc:spChg>
      </pc:sldChg>
      <pc:sldChg chg="modSp add mod">
        <pc:chgData name="Reuben Stephen" userId="6a6eda1f0b9c2b70" providerId="LiveId" clId="{DCE59A21-1F98-4D91-A5A7-E483B4DB4CAA}" dt="2025-04-11T12:05:44.731" v="697" actId="20577"/>
        <pc:sldMkLst>
          <pc:docMk/>
          <pc:sldMk cId="1792693648" sldId="1751"/>
        </pc:sldMkLst>
        <pc:spChg chg="mod">
          <ac:chgData name="Reuben Stephen" userId="6a6eda1f0b9c2b70" providerId="LiveId" clId="{DCE59A21-1F98-4D91-A5A7-E483B4DB4CAA}" dt="2025-04-11T12:05:34.536" v="696"/>
          <ac:spMkLst>
            <pc:docMk/>
            <pc:sldMk cId="1792693648" sldId="1751"/>
            <ac:spMk id="3" creationId="{EA9BBC11-A4C7-A137-053A-AF337993FCA0}"/>
          </ac:spMkLst>
        </pc:spChg>
        <pc:spChg chg="mod">
          <ac:chgData name="Reuben Stephen" userId="6a6eda1f0b9c2b70" providerId="LiveId" clId="{DCE59A21-1F98-4D91-A5A7-E483B4DB4CAA}" dt="2025-04-11T12:05:44.731" v="697" actId="20577"/>
          <ac:spMkLst>
            <pc:docMk/>
            <pc:sldMk cId="1792693648" sldId="1751"/>
            <ac:spMk id="5" creationId="{B4952B76-62B0-73C4-0AF4-6FEB217341CC}"/>
          </ac:spMkLst>
        </pc:spChg>
        <pc:spChg chg="mod">
          <ac:chgData name="Reuben Stephen" userId="6a6eda1f0b9c2b70" providerId="LiveId" clId="{DCE59A21-1F98-4D91-A5A7-E483B4DB4CAA}" dt="2025-04-11T12:05:21.499" v="695" actId="20577"/>
          <ac:spMkLst>
            <pc:docMk/>
            <pc:sldMk cId="1792693648" sldId="1751"/>
            <ac:spMk id="6" creationId="{EE632CCA-08E0-517F-EBE3-B4F4050D766C}"/>
          </ac:spMkLst>
        </pc:spChg>
      </pc:sldChg>
    </pc:docChg>
  </pc:docChgLst>
  <pc:docChgLst>
    <pc:chgData name="Sini Mathew" userId="3875fe58a975fc01" providerId="Windows Live" clId="Web-{13F13CC8-B46C-2250-FD6A-553885BCF9FF}"/>
    <pc:docChg chg="sldOrd">
      <pc:chgData name="Sini Mathew" userId="3875fe58a975fc01" providerId="Windows Live" clId="Web-{13F13CC8-B46C-2250-FD6A-553885BCF9FF}" dt="2025-04-10T05:49:02.608" v="7"/>
      <pc:docMkLst>
        <pc:docMk/>
      </pc:docMkLst>
      <pc:sldChg chg="ord">
        <pc:chgData name="Sini Mathew" userId="3875fe58a975fc01" providerId="Windows Live" clId="Web-{13F13CC8-B46C-2250-FD6A-553885BCF9FF}" dt="2025-04-10T05:49:02.608" v="7"/>
        <pc:sldMkLst>
          <pc:docMk/>
          <pc:sldMk cId="434740199" sldId="1407"/>
        </pc:sldMkLst>
      </pc:sldChg>
      <pc:sldChg chg="ord">
        <pc:chgData name="Sini Mathew" userId="3875fe58a975fc01" providerId="Windows Live" clId="Web-{13F13CC8-B46C-2250-FD6A-553885BCF9FF}" dt="2025-04-10T05:48:35.372" v="3"/>
        <pc:sldMkLst>
          <pc:docMk/>
          <pc:sldMk cId="2785602331" sldId="1411"/>
        </pc:sldMkLst>
      </pc:sldChg>
      <pc:sldChg chg="ord">
        <pc:chgData name="Sini Mathew" userId="3875fe58a975fc01" providerId="Windows Live" clId="Web-{13F13CC8-B46C-2250-FD6A-553885BCF9FF}" dt="2025-04-10T05:48:35.372" v="2"/>
        <pc:sldMkLst>
          <pc:docMk/>
          <pc:sldMk cId="2785920718" sldId="1606"/>
        </pc:sldMkLst>
      </pc:sldChg>
      <pc:sldChg chg="ord">
        <pc:chgData name="Sini Mathew" userId="3875fe58a975fc01" providerId="Windows Live" clId="Web-{13F13CC8-B46C-2250-FD6A-553885BCF9FF}" dt="2025-04-10T05:48:35.356" v="1"/>
        <pc:sldMkLst>
          <pc:docMk/>
          <pc:sldMk cId="690771562" sldId="1724"/>
        </pc:sldMkLst>
      </pc:sldChg>
      <pc:sldChg chg="ord">
        <pc:chgData name="Sini Mathew" userId="3875fe58a975fc01" providerId="Windows Live" clId="Web-{13F13CC8-B46C-2250-FD6A-553885BCF9FF}" dt="2025-04-10T05:48:35.356" v="0"/>
        <pc:sldMkLst>
          <pc:docMk/>
          <pc:sldMk cId="969023117" sldId="1725"/>
        </pc:sldMkLst>
      </pc:sldChg>
    </pc:docChg>
  </pc:docChgLst>
  <pc:docChgLst>
    <pc:chgData name="Cynthia George" userId="8e4ca16d49ed6304" providerId="Windows Live" clId="Web-{32F0EC51-165B-97F0-01E2-034DA2D58576}"/>
    <pc:docChg chg="modSld">
      <pc:chgData name="Cynthia George" userId="8e4ca16d49ed6304" providerId="Windows Live" clId="Web-{32F0EC51-165B-97F0-01E2-034DA2D58576}" dt="2025-04-11T15:58:10.643" v="234" actId="20577"/>
      <pc:docMkLst>
        <pc:docMk/>
      </pc:docMkLst>
      <pc:sldChg chg="modSp">
        <pc:chgData name="Cynthia George" userId="8e4ca16d49ed6304" providerId="Windows Live" clId="Web-{32F0EC51-165B-97F0-01E2-034DA2D58576}" dt="2025-04-11T15:55:43.495" v="219" actId="20577"/>
        <pc:sldMkLst>
          <pc:docMk/>
          <pc:sldMk cId="2716954731" sldId="1390"/>
        </pc:sldMkLst>
        <pc:spChg chg="mod">
          <ac:chgData name="Cynthia George" userId="8e4ca16d49ed6304" providerId="Windows Live" clId="Web-{32F0EC51-165B-97F0-01E2-034DA2D58576}" dt="2025-04-11T15:55:43.495" v="219" actId="20577"/>
          <ac:spMkLst>
            <pc:docMk/>
            <pc:sldMk cId="2716954731" sldId="1390"/>
            <ac:spMk id="7" creationId="{094E9A69-B612-35E4-DEEF-5092DA0A0A97}"/>
          </ac:spMkLst>
        </pc:spChg>
      </pc:sldChg>
      <pc:sldChg chg="modSp">
        <pc:chgData name="Cynthia George" userId="8e4ca16d49ed6304" providerId="Windows Live" clId="Web-{32F0EC51-165B-97F0-01E2-034DA2D58576}" dt="2025-04-11T15:39:22.671" v="95" actId="20577"/>
        <pc:sldMkLst>
          <pc:docMk/>
          <pc:sldMk cId="584892078" sldId="1408"/>
        </pc:sldMkLst>
        <pc:spChg chg="mod">
          <ac:chgData name="Cynthia George" userId="8e4ca16d49ed6304" providerId="Windows Live" clId="Web-{32F0EC51-165B-97F0-01E2-034DA2D58576}" dt="2025-04-11T15:39:22.671" v="95" actId="20577"/>
          <ac:spMkLst>
            <pc:docMk/>
            <pc:sldMk cId="584892078" sldId="1408"/>
            <ac:spMk id="6" creationId="{00B7E6C3-DC3B-BC8E-EE75-86995C7F8ADF}"/>
          </ac:spMkLst>
        </pc:spChg>
      </pc:sldChg>
      <pc:sldChg chg="addSp delSp modSp">
        <pc:chgData name="Cynthia George" userId="8e4ca16d49ed6304" providerId="Windows Live" clId="Web-{32F0EC51-165B-97F0-01E2-034DA2D58576}" dt="2025-04-11T15:35:38.740" v="66" actId="20577"/>
        <pc:sldMkLst>
          <pc:docMk/>
          <pc:sldMk cId="2785920718" sldId="1606"/>
        </pc:sldMkLst>
        <pc:spChg chg="add del mod">
          <ac:chgData name="Cynthia George" userId="8e4ca16d49ed6304" providerId="Windows Live" clId="Web-{32F0EC51-165B-97F0-01E2-034DA2D58576}" dt="2025-04-11T15:32:25.389" v="29"/>
          <ac:spMkLst>
            <pc:docMk/>
            <pc:sldMk cId="2785920718" sldId="1606"/>
            <ac:spMk id="3" creationId="{96E6187E-F3C2-54CF-F607-D51851FABFE9}"/>
          </ac:spMkLst>
        </pc:spChg>
        <pc:spChg chg="add mod">
          <ac:chgData name="Cynthia George" userId="8e4ca16d49ed6304" providerId="Windows Live" clId="Web-{32F0EC51-165B-97F0-01E2-034DA2D58576}" dt="2025-04-11T15:33:54.377" v="44" actId="1076"/>
          <ac:spMkLst>
            <pc:docMk/>
            <pc:sldMk cId="2785920718" sldId="1606"/>
            <ac:spMk id="6" creationId="{54E9102F-4619-E3DB-AECF-B1F69EEE4971}"/>
          </ac:spMkLst>
        </pc:spChg>
        <pc:spChg chg="mod">
          <ac:chgData name="Cynthia George" userId="8e4ca16d49ed6304" providerId="Windows Live" clId="Web-{32F0EC51-165B-97F0-01E2-034DA2D58576}" dt="2025-04-11T15:32:09.951" v="26" actId="20577"/>
          <ac:spMkLst>
            <pc:docMk/>
            <pc:sldMk cId="2785920718" sldId="1606"/>
            <ac:spMk id="7" creationId="{BDDFE297-14FD-8C75-D483-AE1329AD46AD}"/>
          </ac:spMkLst>
        </pc:spChg>
        <pc:spChg chg="add mod">
          <ac:chgData name="Cynthia George" userId="8e4ca16d49ed6304" providerId="Windows Live" clId="Web-{32F0EC51-165B-97F0-01E2-034DA2D58576}" dt="2025-04-11T15:35:31.896" v="64" actId="20577"/>
          <ac:spMkLst>
            <pc:docMk/>
            <pc:sldMk cId="2785920718" sldId="1606"/>
            <ac:spMk id="8" creationId="{E68D4456-F681-2506-E936-B25E661E1CD0}"/>
          </ac:spMkLst>
        </pc:spChg>
        <pc:spChg chg="add mod">
          <ac:chgData name="Cynthia George" userId="8e4ca16d49ed6304" providerId="Windows Live" clId="Web-{32F0EC51-165B-97F0-01E2-034DA2D58576}" dt="2025-04-11T15:34:58.208" v="49" actId="1076"/>
          <ac:spMkLst>
            <pc:docMk/>
            <pc:sldMk cId="2785920718" sldId="1606"/>
            <ac:spMk id="9" creationId="{BFBE105F-D5F8-71E4-CEA4-BFFF195DDF8A}"/>
          </ac:spMkLst>
        </pc:spChg>
        <pc:spChg chg="add mod">
          <ac:chgData name="Cynthia George" userId="8e4ca16d49ed6304" providerId="Windows Live" clId="Web-{32F0EC51-165B-97F0-01E2-034DA2D58576}" dt="2025-04-11T15:35:38.740" v="66" actId="20577"/>
          <ac:spMkLst>
            <pc:docMk/>
            <pc:sldMk cId="2785920718" sldId="1606"/>
            <ac:spMk id="10" creationId="{7D8352FC-711E-8066-4F40-31CD00797B2D}"/>
          </ac:spMkLst>
        </pc:spChg>
      </pc:sldChg>
      <pc:sldChg chg="modSp">
        <pc:chgData name="Cynthia George" userId="8e4ca16d49ed6304" providerId="Windows Live" clId="Web-{32F0EC51-165B-97F0-01E2-034DA2D58576}" dt="2025-04-11T15:43:01.383" v="111" actId="1076"/>
        <pc:sldMkLst>
          <pc:docMk/>
          <pc:sldMk cId="2076299123" sldId="1609"/>
        </pc:sldMkLst>
        <pc:spChg chg="mod">
          <ac:chgData name="Cynthia George" userId="8e4ca16d49ed6304" providerId="Windows Live" clId="Web-{32F0EC51-165B-97F0-01E2-034DA2D58576}" dt="2025-04-11T15:43:01.383" v="111" actId="1076"/>
          <ac:spMkLst>
            <pc:docMk/>
            <pc:sldMk cId="2076299123" sldId="1609"/>
            <ac:spMk id="3" creationId="{00B7E6C3-DC3B-BC8E-EE75-86995C7F8ADF}"/>
          </ac:spMkLst>
        </pc:spChg>
      </pc:sldChg>
      <pc:sldChg chg="modSp">
        <pc:chgData name="Cynthia George" userId="8e4ca16d49ed6304" providerId="Windows Live" clId="Web-{32F0EC51-165B-97F0-01E2-034DA2D58576}" dt="2025-04-11T15:58:10.643" v="234" actId="20577"/>
        <pc:sldMkLst>
          <pc:docMk/>
          <pc:sldMk cId="2217838844" sldId="1648"/>
        </pc:sldMkLst>
        <pc:spChg chg="mod">
          <ac:chgData name="Cynthia George" userId="8e4ca16d49ed6304" providerId="Windows Live" clId="Web-{32F0EC51-165B-97F0-01E2-034DA2D58576}" dt="2025-04-11T15:58:10.643" v="234" actId="20577"/>
          <ac:spMkLst>
            <pc:docMk/>
            <pc:sldMk cId="2217838844" sldId="1648"/>
            <ac:spMk id="3" creationId="{9B08B8AC-D4F6-2B0B-F81D-06DE3F5F7FF3}"/>
          </ac:spMkLst>
        </pc:spChg>
      </pc:sldChg>
      <pc:sldChg chg="modSp">
        <pc:chgData name="Cynthia George" userId="8e4ca16d49ed6304" providerId="Windows Live" clId="Web-{32F0EC51-165B-97F0-01E2-034DA2D58576}" dt="2025-04-11T15:52:58.488" v="198" actId="20577"/>
        <pc:sldMkLst>
          <pc:docMk/>
          <pc:sldMk cId="2170825706" sldId="1679"/>
        </pc:sldMkLst>
        <pc:spChg chg="mod">
          <ac:chgData name="Cynthia George" userId="8e4ca16d49ed6304" providerId="Windows Live" clId="Web-{32F0EC51-165B-97F0-01E2-034DA2D58576}" dt="2025-04-11T15:52:33.550" v="193" actId="1076"/>
          <ac:spMkLst>
            <pc:docMk/>
            <pc:sldMk cId="2170825706" sldId="1679"/>
            <ac:spMk id="6" creationId="{0BAD9EF5-2286-3DE3-F2A3-0055009A2470}"/>
          </ac:spMkLst>
        </pc:spChg>
        <pc:spChg chg="mod">
          <ac:chgData name="Cynthia George" userId="8e4ca16d49ed6304" providerId="Windows Live" clId="Web-{32F0EC51-165B-97F0-01E2-034DA2D58576}" dt="2025-04-11T15:52:58.488" v="198" actId="20577"/>
          <ac:spMkLst>
            <pc:docMk/>
            <pc:sldMk cId="2170825706" sldId="1679"/>
            <ac:spMk id="7" creationId="{6E7CA167-15CB-A699-20A6-1A67EAD5EF7E}"/>
          </ac:spMkLst>
        </pc:spChg>
      </pc:sldChg>
      <pc:sldChg chg="modSp">
        <pc:chgData name="Cynthia George" userId="8e4ca16d49ed6304" providerId="Windows Live" clId="Web-{32F0EC51-165B-97F0-01E2-034DA2D58576}" dt="2025-04-11T15:56:21.732" v="227" actId="20577"/>
        <pc:sldMkLst>
          <pc:docMk/>
          <pc:sldMk cId="821631254" sldId="1689"/>
        </pc:sldMkLst>
        <pc:spChg chg="mod">
          <ac:chgData name="Cynthia George" userId="8e4ca16d49ed6304" providerId="Windows Live" clId="Web-{32F0EC51-165B-97F0-01E2-034DA2D58576}" dt="2025-04-11T15:56:21.732" v="227" actId="20577"/>
          <ac:spMkLst>
            <pc:docMk/>
            <pc:sldMk cId="821631254" sldId="1689"/>
            <ac:spMk id="3" creationId="{FC47BA9C-87ED-A108-8435-11C758B3C1FB}"/>
          </ac:spMkLst>
        </pc:spChg>
      </pc:sldChg>
      <pc:sldChg chg="delSp modSp">
        <pc:chgData name="Cynthia George" userId="8e4ca16d49ed6304" providerId="Windows Live" clId="Web-{32F0EC51-165B-97F0-01E2-034DA2D58576}" dt="2025-04-11T15:40:46.893" v="101" actId="20577"/>
        <pc:sldMkLst>
          <pc:docMk/>
          <pc:sldMk cId="3432636310" sldId="1723"/>
        </pc:sldMkLst>
        <pc:spChg chg="del">
          <ac:chgData name="Cynthia George" userId="8e4ca16d49ed6304" providerId="Windows Live" clId="Web-{32F0EC51-165B-97F0-01E2-034DA2D58576}" dt="2025-04-11T15:40:03.641" v="96"/>
          <ac:spMkLst>
            <pc:docMk/>
            <pc:sldMk cId="3432636310" sldId="1723"/>
            <ac:spMk id="3" creationId="{A86F3110-949B-8817-80AF-3CDAE27B4906}"/>
          </ac:spMkLst>
        </pc:spChg>
        <pc:spChg chg="mod">
          <ac:chgData name="Cynthia George" userId="8e4ca16d49ed6304" providerId="Windows Live" clId="Web-{32F0EC51-165B-97F0-01E2-034DA2D58576}" dt="2025-04-11T15:40:46.893" v="101" actId="20577"/>
          <ac:spMkLst>
            <pc:docMk/>
            <pc:sldMk cId="3432636310" sldId="1723"/>
            <ac:spMk id="6" creationId="{50850AB8-CDA7-1E9B-8251-EC8805D29CD4}"/>
          </ac:spMkLst>
        </pc:spChg>
        <pc:spChg chg="del">
          <ac:chgData name="Cynthia George" userId="8e4ca16d49ed6304" providerId="Windows Live" clId="Web-{32F0EC51-165B-97F0-01E2-034DA2D58576}" dt="2025-04-11T15:40:10.391" v="97"/>
          <ac:spMkLst>
            <pc:docMk/>
            <pc:sldMk cId="3432636310" sldId="1723"/>
            <ac:spMk id="7" creationId="{34820571-B04B-8D6E-B70D-A3B17AE9A841}"/>
          </ac:spMkLst>
        </pc:spChg>
      </pc:sldChg>
      <pc:sldChg chg="addSp modSp">
        <pc:chgData name="Cynthia George" userId="8e4ca16d49ed6304" providerId="Windows Live" clId="Web-{32F0EC51-165B-97F0-01E2-034DA2D58576}" dt="2025-04-11T15:36:50.243" v="81" actId="20577"/>
        <pc:sldMkLst>
          <pc:docMk/>
          <pc:sldMk cId="690771562" sldId="1724"/>
        </pc:sldMkLst>
        <pc:spChg chg="add">
          <ac:chgData name="Cynthia George" userId="8e4ca16d49ed6304" providerId="Windows Live" clId="Web-{32F0EC51-165B-97F0-01E2-034DA2D58576}" dt="2025-04-11T15:35:50.335" v="67"/>
          <ac:spMkLst>
            <pc:docMk/>
            <pc:sldMk cId="690771562" sldId="1724"/>
            <ac:spMk id="6" creationId="{1DB4F7B9-B7FB-84A0-7CB6-AB811C911FEA}"/>
          </ac:spMkLst>
        </pc:spChg>
        <pc:spChg chg="mod">
          <ac:chgData name="Cynthia George" userId="8e4ca16d49ed6304" providerId="Windows Live" clId="Web-{32F0EC51-165B-97F0-01E2-034DA2D58576}" dt="2025-04-11T15:25:57.061" v="1" actId="20577"/>
          <ac:spMkLst>
            <pc:docMk/>
            <pc:sldMk cId="690771562" sldId="1724"/>
            <ac:spMk id="7" creationId="{F5F5B08F-130B-909C-2B17-2E1CAAD63970}"/>
          </ac:spMkLst>
        </pc:spChg>
        <pc:spChg chg="add mod">
          <ac:chgData name="Cynthia George" userId="8e4ca16d49ed6304" providerId="Windows Live" clId="Web-{32F0EC51-165B-97F0-01E2-034DA2D58576}" dt="2025-04-11T15:36:50.243" v="81" actId="20577"/>
          <ac:spMkLst>
            <pc:docMk/>
            <pc:sldMk cId="690771562" sldId="1724"/>
            <ac:spMk id="9" creationId="{53C19A4A-851D-EC67-B552-E92BD2A55235}"/>
          </ac:spMkLst>
        </pc:spChg>
        <pc:spChg chg="add mod">
          <ac:chgData name="Cynthia George" userId="8e4ca16d49ed6304" providerId="Windows Live" clId="Web-{32F0EC51-165B-97F0-01E2-034DA2D58576}" dt="2025-04-11T15:36:13.820" v="71" actId="1076"/>
          <ac:spMkLst>
            <pc:docMk/>
            <pc:sldMk cId="690771562" sldId="1724"/>
            <ac:spMk id="11" creationId="{AECE9087-DA3E-DBA0-3AA4-B992ABE7FD30}"/>
          </ac:spMkLst>
        </pc:spChg>
        <pc:spChg chg="add mod">
          <ac:chgData name="Cynthia George" userId="8e4ca16d49ed6304" providerId="Windows Live" clId="Web-{32F0EC51-165B-97F0-01E2-034DA2D58576}" dt="2025-04-11T15:36:28.289" v="78" actId="14100"/>
          <ac:spMkLst>
            <pc:docMk/>
            <pc:sldMk cId="690771562" sldId="1724"/>
            <ac:spMk id="13" creationId="{E5DEA502-743C-A1D0-9C42-0C53F291CEB4}"/>
          </ac:spMkLst>
        </pc:spChg>
      </pc:sldChg>
      <pc:sldChg chg="addSp modSp">
        <pc:chgData name="Cynthia George" userId="8e4ca16d49ed6304" providerId="Windows Live" clId="Web-{32F0EC51-165B-97F0-01E2-034DA2D58576}" dt="2025-04-11T15:38:15.059" v="93" actId="1076"/>
        <pc:sldMkLst>
          <pc:docMk/>
          <pc:sldMk cId="969023117" sldId="1725"/>
        </pc:sldMkLst>
        <pc:spChg chg="add">
          <ac:chgData name="Cynthia George" userId="8e4ca16d49ed6304" providerId="Windows Live" clId="Web-{32F0EC51-165B-97F0-01E2-034DA2D58576}" dt="2025-04-11T15:37:11.072" v="82"/>
          <ac:spMkLst>
            <pc:docMk/>
            <pc:sldMk cId="969023117" sldId="1725"/>
            <ac:spMk id="6" creationId="{D091A9DC-2730-B3DA-FDCF-21811C70963F}"/>
          </ac:spMkLst>
        </pc:spChg>
        <pc:spChg chg="mod">
          <ac:chgData name="Cynthia George" userId="8e4ca16d49ed6304" providerId="Windows Live" clId="Web-{32F0EC51-165B-97F0-01E2-034DA2D58576}" dt="2025-04-11T15:26:43.235" v="3" actId="20577"/>
          <ac:spMkLst>
            <pc:docMk/>
            <pc:sldMk cId="969023117" sldId="1725"/>
            <ac:spMk id="7" creationId="{E517132E-0FCB-08C6-E283-A2466EA83E75}"/>
          </ac:spMkLst>
        </pc:spChg>
        <pc:spChg chg="add">
          <ac:chgData name="Cynthia George" userId="8e4ca16d49ed6304" providerId="Windows Live" clId="Web-{32F0EC51-165B-97F0-01E2-034DA2D58576}" dt="2025-04-11T15:37:11.088" v="83"/>
          <ac:spMkLst>
            <pc:docMk/>
            <pc:sldMk cId="969023117" sldId="1725"/>
            <ac:spMk id="9" creationId="{C24F1C90-8A91-F320-8465-1ED8837299B5}"/>
          </ac:spMkLst>
        </pc:spChg>
        <pc:spChg chg="add mod">
          <ac:chgData name="Cynthia George" userId="8e4ca16d49ed6304" providerId="Windows Live" clId="Web-{32F0EC51-165B-97F0-01E2-034DA2D58576}" dt="2025-04-11T15:37:41.839" v="88" actId="1076"/>
          <ac:spMkLst>
            <pc:docMk/>
            <pc:sldMk cId="969023117" sldId="1725"/>
            <ac:spMk id="11" creationId="{6DF78B54-B16E-BD7D-4C62-74B03AF39C97}"/>
          </ac:spMkLst>
        </pc:spChg>
        <pc:spChg chg="add mod">
          <ac:chgData name="Cynthia George" userId="8e4ca16d49ed6304" providerId="Windows Live" clId="Web-{32F0EC51-165B-97F0-01E2-034DA2D58576}" dt="2025-04-11T15:38:15.059" v="93" actId="1076"/>
          <ac:spMkLst>
            <pc:docMk/>
            <pc:sldMk cId="969023117" sldId="1725"/>
            <ac:spMk id="13" creationId="{E06DA39E-F74C-6E74-C3C1-B92A6F8428D9}"/>
          </ac:spMkLst>
        </pc:spChg>
      </pc:sldChg>
      <pc:sldChg chg="modSp">
        <pc:chgData name="Cynthia George" userId="8e4ca16d49ed6304" providerId="Windows Live" clId="Web-{32F0EC51-165B-97F0-01E2-034DA2D58576}" dt="2025-04-11T15:49:36.325" v="165" actId="1076"/>
        <pc:sldMkLst>
          <pc:docMk/>
          <pc:sldMk cId="1250019310" sldId="1726"/>
        </pc:sldMkLst>
        <pc:spChg chg="mod">
          <ac:chgData name="Cynthia George" userId="8e4ca16d49ed6304" providerId="Windows Live" clId="Web-{32F0EC51-165B-97F0-01E2-034DA2D58576}" dt="2025-04-11T15:49:36.325" v="165" actId="1076"/>
          <ac:spMkLst>
            <pc:docMk/>
            <pc:sldMk cId="1250019310" sldId="1726"/>
            <ac:spMk id="7" creationId="{F54EB9E7-A348-0804-8E33-D1EEF937E3E7}"/>
          </ac:spMkLst>
        </pc:spChg>
      </pc:sldChg>
      <pc:sldChg chg="modSp">
        <pc:chgData name="Cynthia George" userId="8e4ca16d49ed6304" providerId="Windows Live" clId="Web-{32F0EC51-165B-97F0-01E2-034DA2D58576}" dt="2025-04-11T15:50:48.968" v="172" actId="20577"/>
        <pc:sldMkLst>
          <pc:docMk/>
          <pc:sldMk cId="3748588700" sldId="1727"/>
        </pc:sldMkLst>
        <pc:spChg chg="mod">
          <ac:chgData name="Cynthia George" userId="8e4ca16d49ed6304" providerId="Windows Live" clId="Web-{32F0EC51-165B-97F0-01E2-034DA2D58576}" dt="2025-04-11T15:50:48.968" v="172" actId="20577"/>
          <ac:spMkLst>
            <pc:docMk/>
            <pc:sldMk cId="3748588700" sldId="1727"/>
            <ac:spMk id="7" creationId="{85929C1D-102F-2BEB-A893-6468C1227017}"/>
          </ac:spMkLst>
        </pc:spChg>
      </pc:sldChg>
      <pc:sldChg chg="modSp">
        <pc:chgData name="Cynthia George" userId="8e4ca16d49ed6304" providerId="Windows Live" clId="Web-{32F0EC51-165B-97F0-01E2-034DA2D58576}" dt="2025-04-11T15:51:27.344" v="181" actId="20577"/>
        <pc:sldMkLst>
          <pc:docMk/>
          <pc:sldMk cId="3889622551" sldId="1728"/>
        </pc:sldMkLst>
        <pc:spChg chg="mod">
          <ac:chgData name="Cynthia George" userId="8e4ca16d49ed6304" providerId="Windows Live" clId="Web-{32F0EC51-165B-97F0-01E2-034DA2D58576}" dt="2025-04-11T15:51:27.344" v="181" actId="20577"/>
          <ac:spMkLst>
            <pc:docMk/>
            <pc:sldMk cId="3889622551" sldId="1728"/>
            <ac:spMk id="7" creationId="{C0400892-021A-C016-518E-28737FCA0278}"/>
          </ac:spMkLst>
        </pc:spChg>
      </pc:sldChg>
      <pc:sldChg chg="modSp">
        <pc:chgData name="Cynthia George" userId="8e4ca16d49ed6304" providerId="Windows Live" clId="Web-{32F0EC51-165B-97F0-01E2-034DA2D58576}" dt="2025-04-11T15:51:40.517" v="187" actId="1076"/>
        <pc:sldMkLst>
          <pc:docMk/>
          <pc:sldMk cId="2967580629" sldId="1729"/>
        </pc:sldMkLst>
        <pc:spChg chg="mod">
          <ac:chgData name="Cynthia George" userId="8e4ca16d49ed6304" providerId="Windows Live" clId="Web-{32F0EC51-165B-97F0-01E2-034DA2D58576}" dt="2025-04-11T15:51:40.517" v="187" actId="1076"/>
          <ac:spMkLst>
            <pc:docMk/>
            <pc:sldMk cId="2967580629" sldId="1729"/>
            <ac:spMk id="7" creationId="{C8859B29-DFAA-9158-07EC-43B703E4FD60}"/>
          </ac:spMkLst>
        </pc:spChg>
      </pc:sldChg>
      <pc:sldChg chg="modSp">
        <pc:chgData name="Cynthia George" userId="8e4ca16d49ed6304" providerId="Windows Live" clId="Web-{32F0EC51-165B-97F0-01E2-034DA2D58576}" dt="2025-04-11T15:54:23.382" v="213" actId="20577"/>
        <pc:sldMkLst>
          <pc:docMk/>
          <pc:sldMk cId="445806238" sldId="1730"/>
        </pc:sldMkLst>
        <pc:spChg chg="mod">
          <ac:chgData name="Cynthia George" userId="8e4ca16d49ed6304" providerId="Windows Live" clId="Web-{32F0EC51-165B-97F0-01E2-034DA2D58576}" dt="2025-04-11T15:53:43.740" v="211" actId="20577"/>
          <ac:spMkLst>
            <pc:docMk/>
            <pc:sldMk cId="445806238" sldId="1730"/>
            <ac:spMk id="3" creationId="{D16B13D4-E6C3-117B-A440-5D212F945F51}"/>
          </ac:spMkLst>
        </pc:spChg>
        <pc:spChg chg="mod">
          <ac:chgData name="Cynthia George" userId="8e4ca16d49ed6304" providerId="Windows Live" clId="Web-{32F0EC51-165B-97F0-01E2-034DA2D58576}" dt="2025-04-11T15:53:40.568" v="210" actId="20577"/>
          <ac:spMkLst>
            <pc:docMk/>
            <pc:sldMk cId="445806238" sldId="1730"/>
            <ac:spMk id="5" creationId="{FB2110AC-274A-01F3-6CC8-9BB8FA61BDE8}"/>
          </ac:spMkLst>
        </pc:spChg>
        <pc:spChg chg="mod">
          <ac:chgData name="Cynthia George" userId="8e4ca16d49ed6304" providerId="Windows Live" clId="Web-{32F0EC51-165B-97F0-01E2-034DA2D58576}" dt="2025-04-11T15:54:23.382" v="213" actId="20577"/>
          <ac:spMkLst>
            <pc:docMk/>
            <pc:sldMk cId="445806238" sldId="1730"/>
            <ac:spMk id="7" creationId="{22EC1856-CF54-B6AF-AE95-42732346F75F}"/>
          </ac:spMkLst>
        </pc:spChg>
      </pc:sldChg>
      <pc:sldChg chg="modSp">
        <pc:chgData name="Cynthia George" userId="8e4ca16d49ed6304" providerId="Windows Live" clId="Web-{32F0EC51-165B-97F0-01E2-034DA2D58576}" dt="2025-04-11T15:49:08.449" v="164" actId="1076"/>
        <pc:sldMkLst>
          <pc:docMk/>
          <pc:sldMk cId="389704180" sldId="1734"/>
        </pc:sldMkLst>
        <pc:spChg chg="mod">
          <ac:chgData name="Cynthia George" userId="8e4ca16d49ed6304" providerId="Windows Live" clId="Web-{32F0EC51-165B-97F0-01E2-034DA2D58576}" dt="2025-04-11T15:47:16.726" v="149" actId="20577"/>
          <ac:spMkLst>
            <pc:docMk/>
            <pc:sldMk cId="389704180" sldId="1734"/>
            <ac:spMk id="2" creationId="{889D87A1-E664-1BFE-AA48-36F1D75EEAF0}"/>
          </ac:spMkLst>
        </pc:spChg>
        <pc:spChg chg="mod">
          <ac:chgData name="Cynthia George" userId="8e4ca16d49ed6304" providerId="Windows Live" clId="Web-{32F0EC51-165B-97F0-01E2-034DA2D58576}" dt="2025-04-11T15:49:08.449" v="164" actId="1076"/>
          <ac:spMkLst>
            <pc:docMk/>
            <pc:sldMk cId="389704180" sldId="1734"/>
            <ac:spMk id="7" creationId="{71381BBB-9767-4860-2AB6-892C4F4D1439}"/>
          </ac:spMkLst>
        </pc:spChg>
      </pc:sldChg>
      <pc:sldChg chg="modSp">
        <pc:chgData name="Cynthia George" userId="8e4ca16d49ed6304" providerId="Windows Live" clId="Web-{32F0EC51-165B-97F0-01E2-034DA2D58576}" dt="2025-04-11T15:42:53.742" v="110" actId="1076"/>
        <pc:sldMkLst>
          <pc:docMk/>
          <pc:sldMk cId="1642818660" sldId="1735"/>
        </pc:sldMkLst>
        <pc:spChg chg="mod">
          <ac:chgData name="Cynthia George" userId="8e4ca16d49ed6304" providerId="Windows Live" clId="Web-{32F0EC51-165B-97F0-01E2-034DA2D58576}" dt="2025-04-11T15:42:53.742" v="110" actId="1076"/>
          <ac:spMkLst>
            <pc:docMk/>
            <pc:sldMk cId="1642818660" sldId="1735"/>
            <ac:spMk id="3" creationId="{F62A808D-4858-0178-DC4D-33CB2AAAD12A}"/>
          </ac:spMkLst>
        </pc:spChg>
      </pc:sldChg>
      <pc:sldChg chg="modSp">
        <pc:chgData name="Cynthia George" userId="8e4ca16d49ed6304" providerId="Windows Live" clId="Web-{32F0EC51-165B-97F0-01E2-034DA2D58576}" dt="2025-04-11T15:45:26.503" v="138" actId="20577"/>
        <pc:sldMkLst>
          <pc:docMk/>
          <pc:sldMk cId="285698991" sldId="1736"/>
        </pc:sldMkLst>
        <pc:spChg chg="mod">
          <ac:chgData name="Cynthia George" userId="8e4ca16d49ed6304" providerId="Windows Live" clId="Web-{32F0EC51-165B-97F0-01E2-034DA2D58576}" dt="2025-04-11T15:45:26.503" v="138" actId="20577"/>
          <ac:spMkLst>
            <pc:docMk/>
            <pc:sldMk cId="285698991" sldId="1736"/>
            <ac:spMk id="6" creationId="{E691D73F-0459-5B94-FC20-C2708D0847B8}"/>
          </ac:spMkLst>
        </pc:spChg>
      </pc:sldChg>
      <pc:sldChg chg="modSp">
        <pc:chgData name="Cynthia George" userId="8e4ca16d49ed6304" providerId="Windows Live" clId="Web-{32F0EC51-165B-97F0-01E2-034DA2D58576}" dt="2025-04-11T15:46:12.536" v="142" actId="20577"/>
        <pc:sldMkLst>
          <pc:docMk/>
          <pc:sldMk cId="535332655" sldId="1737"/>
        </pc:sldMkLst>
        <pc:spChg chg="mod">
          <ac:chgData name="Cynthia George" userId="8e4ca16d49ed6304" providerId="Windows Live" clId="Web-{32F0EC51-165B-97F0-01E2-034DA2D58576}" dt="2025-04-11T15:46:12.536" v="142" actId="20577"/>
          <ac:spMkLst>
            <pc:docMk/>
            <pc:sldMk cId="535332655" sldId="1737"/>
            <ac:spMk id="3" creationId="{87E20F3E-8A0E-9C31-500B-BD4E75DC99D3}"/>
          </ac:spMkLst>
        </pc:spChg>
      </pc:sldChg>
    </pc:docChg>
  </pc:docChgLst>
  <pc:docChgLst>
    <pc:chgData name="Sini Mathew" userId="3875fe58a975fc01" providerId="LiveId" clId="{519D7FD5-A9DC-4E82-B962-E8E4439C3C27}"/>
    <pc:docChg chg="undo redo custSel addSld delSld modSld sldOrd">
      <pc:chgData name="Sini Mathew" userId="3875fe58a975fc01" providerId="LiveId" clId="{519D7FD5-A9DC-4E82-B962-E8E4439C3C27}" dt="2025-04-11T14:04:59.334" v="3924" actId="20577"/>
      <pc:docMkLst>
        <pc:docMk/>
      </pc:docMkLst>
      <pc:sldChg chg="modSp mod">
        <pc:chgData name="Sini Mathew" userId="3875fe58a975fc01" providerId="LiveId" clId="{519D7FD5-A9DC-4E82-B962-E8E4439C3C27}" dt="2025-04-10T12:42:06.272" v="3278" actId="6549"/>
        <pc:sldMkLst>
          <pc:docMk/>
          <pc:sldMk cId="1416329417" sldId="949"/>
        </pc:sldMkLst>
        <pc:spChg chg="mod">
          <ac:chgData name="Sini Mathew" userId="3875fe58a975fc01" providerId="LiveId" clId="{519D7FD5-A9DC-4E82-B962-E8E4439C3C27}" dt="2025-04-10T12:42:06.272" v="3278" actId="6549"/>
          <ac:spMkLst>
            <pc:docMk/>
            <pc:sldMk cId="1416329417" sldId="949"/>
            <ac:spMk id="4" creationId="{00000000-0000-0000-0000-000000000000}"/>
          </ac:spMkLst>
        </pc:spChg>
      </pc:sldChg>
      <pc:sldChg chg="modSp mod">
        <pc:chgData name="Sini Mathew" userId="3875fe58a975fc01" providerId="LiveId" clId="{519D7FD5-A9DC-4E82-B962-E8E4439C3C27}" dt="2025-04-06T15:00:57.753" v="2641" actId="20577"/>
        <pc:sldMkLst>
          <pc:docMk/>
          <pc:sldMk cId="1180184608" sldId="1201"/>
        </pc:sldMkLst>
        <pc:spChg chg="mod">
          <ac:chgData name="Sini Mathew" userId="3875fe58a975fc01" providerId="LiveId" clId="{519D7FD5-A9DC-4E82-B962-E8E4439C3C27}" dt="2025-04-06T15:00:57.753" v="2641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del mod ord">
        <pc:chgData name="Sini Mathew" userId="3875fe58a975fc01" providerId="LiveId" clId="{519D7FD5-A9DC-4E82-B962-E8E4439C3C27}" dt="2025-04-06T15:18:12.383" v="3076" actId="47"/>
        <pc:sldMkLst>
          <pc:docMk/>
          <pc:sldMk cId="858007124" sldId="1277"/>
        </pc:sldMkLst>
      </pc:sldChg>
      <pc:sldChg chg="modSp mod">
        <pc:chgData name="Sini Mathew" userId="3875fe58a975fc01" providerId="LiveId" clId="{519D7FD5-A9DC-4E82-B962-E8E4439C3C27}" dt="2025-04-11T14:01:31.550" v="3903" actId="1076"/>
        <pc:sldMkLst>
          <pc:docMk/>
          <pc:sldMk cId="397177493" sldId="1389"/>
        </pc:sldMkLst>
        <pc:spChg chg="mod">
          <ac:chgData name="Sini Mathew" userId="3875fe58a975fc01" providerId="LiveId" clId="{519D7FD5-A9DC-4E82-B962-E8E4439C3C27}" dt="2025-04-11T14:01:31.550" v="3903" actId="1076"/>
          <ac:spMkLst>
            <pc:docMk/>
            <pc:sldMk cId="397177493" sldId="1389"/>
            <ac:spMk id="3" creationId="{493F9790-497D-BD53-02DD-678FBB4FE1F9}"/>
          </ac:spMkLst>
        </pc:spChg>
        <pc:spChg chg="mod">
          <ac:chgData name="Sini Mathew" userId="3875fe58a975fc01" providerId="LiveId" clId="{519D7FD5-A9DC-4E82-B962-E8E4439C3C27}" dt="2025-04-06T13:32:14.118" v="208" actId="20577"/>
          <ac:spMkLst>
            <pc:docMk/>
            <pc:sldMk cId="397177493" sldId="1389"/>
            <ac:spMk id="5" creationId="{D15CBCA4-8279-49A0-BDA5-8F1C3F65A437}"/>
          </ac:spMkLst>
        </pc:spChg>
        <pc:spChg chg="mod">
          <ac:chgData name="Sini Mathew" userId="3875fe58a975fc01" providerId="LiveId" clId="{519D7FD5-A9DC-4E82-B962-E8E4439C3C27}" dt="2025-04-11T14:01:28.137" v="3902" actId="1076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Sini Mathew" userId="3875fe58a975fc01" providerId="LiveId" clId="{519D7FD5-A9DC-4E82-B962-E8E4439C3C27}" dt="2025-04-06T13:36:21.604" v="304" actId="6549"/>
        <pc:sldMkLst>
          <pc:docMk/>
          <pc:sldMk cId="2451994672" sldId="1402"/>
        </pc:sldMkLst>
        <pc:spChg chg="mod">
          <ac:chgData name="Sini Mathew" userId="3875fe58a975fc01" providerId="LiveId" clId="{519D7FD5-A9DC-4E82-B962-E8E4439C3C27}" dt="2025-04-06T13:36:17.386" v="303" actId="20577"/>
          <ac:spMkLst>
            <pc:docMk/>
            <pc:sldMk cId="2451994672" sldId="1402"/>
            <ac:spMk id="2" creationId="{00000000-0000-0000-0000-000000000000}"/>
          </ac:spMkLst>
        </pc:spChg>
        <pc:spChg chg="mod">
          <ac:chgData name="Sini Mathew" userId="3875fe58a975fc01" providerId="LiveId" clId="{519D7FD5-A9DC-4E82-B962-E8E4439C3C27}" dt="2025-04-06T13:36:21.604" v="304" actId="6549"/>
          <ac:spMkLst>
            <pc:docMk/>
            <pc:sldMk cId="2451994672" sldId="1402"/>
            <ac:spMk id="4" creationId="{00000000-0000-0000-0000-000000000000}"/>
          </ac:spMkLst>
        </pc:spChg>
      </pc:sldChg>
      <pc:sldChg chg="addSp modSp mod">
        <pc:chgData name="Sini Mathew" userId="3875fe58a975fc01" providerId="LiveId" clId="{519D7FD5-A9DC-4E82-B962-E8E4439C3C27}" dt="2025-04-11T14:02:21.783" v="3912" actId="1076"/>
        <pc:sldMkLst>
          <pc:docMk/>
          <pc:sldMk cId="1432198362" sldId="1403"/>
        </pc:sldMkLst>
        <pc:spChg chg="mod">
          <ac:chgData name="Sini Mathew" userId="3875fe58a975fc01" providerId="LiveId" clId="{519D7FD5-A9DC-4E82-B962-E8E4439C3C27}" dt="2025-04-06T14:00:38.537" v="332" actId="20577"/>
          <ac:spMkLst>
            <pc:docMk/>
            <pc:sldMk cId="1432198362" sldId="1403"/>
            <ac:spMk id="2" creationId="{00000000-0000-0000-0000-000000000000}"/>
          </ac:spMkLst>
        </pc:spChg>
        <pc:spChg chg="add mod">
          <ac:chgData name="Sini Mathew" userId="3875fe58a975fc01" providerId="LiveId" clId="{519D7FD5-A9DC-4E82-B962-E8E4439C3C27}" dt="2025-04-11T14:02:21.783" v="3912" actId="1076"/>
          <ac:spMkLst>
            <pc:docMk/>
            <pc:sldMk cId="1432198362" sldId="1403"/>
            <ac:spMk id="3" creationId="{3E9CA867-8C09-0068-966A-95F879A08EDC}"/>
          </ac:spMkLst>
        </pc:spChg>
        <pc:spChg chg="mod">
          <ac:chgData name="Sini Mathew" userId="3875fe58a975fc01" providerId="LiveId" clId="{519D7FD5-A9DC-4E82-B962-E8E4439C3C27}" dt="2025-04-06T14:00:43.781" v="333" actId="6549"/>
          <ac:spMkLst>
            <pc:docMk/>
            <pc:sldMk cId="1432198362" sldId="1403"/>
            <ac:spMk id="4" creationId="{00000000-0000-0000-0000-000000000000}"/>
          </ac:spMkLst>
        </pc:spChg>
        <pc:spChg chg="mod">
          <ac:chgData name="Sini Mathew" userId="3875fe58a975fc01" providerId="LiveId" clId="{519D7FD5-A9DC-4E82-B962-E8E4439C3C27}" dt="2025-04-06T15:20:49.961" v="3107" actId="20577"/>
          <ac:spMkLst>
            <pc:docMk/>
            <pc:sldMk cId="1432198362" sldId="1403"/>
            <ac:spMk id="5" creationId="{D15CBCA4-8279-49A0-BDA5-8F1C3F65A437}"/>
          </ac:spMkLst>
        </pc:spChg>
        <pc:spChg chg="mod">
          <ac:chgData name="Sini Mathew" userId="3875fe58a975fc01" providerId="LiveId" clId="{519D7FD5-A9DC-4E82-B962-E8E4439C3C27}" dt="2025-04-06T14:01:56.718" v="448" actId="1076"/>
          <ac:spMkLst>
            <pc:docMk/>
            <pc:sldMk cId="1432198362" sldId="1403"/>
            <ac:spMk id="6" creationId="{00B7E6C3-DC3B-BC8E-EE75-86995C7F8ADF}"/>
          </ac:spMkLst>
        </pc:spChg>
      </pc:sldChg>
      <pc:sldChg chg="modSp mod">
        <pc:chgData name="Sini Mathew" userId="3875fe58a975fc01" providerId="LiveId" clId="{519D7FD5-A9DC-4E82-B962-E8E4439C3C27}" dt="2025-04-06T14:16:35.260" v="935" actId="6549"/>
        <pc:sldMkLst>
          <pc:docMk/>
          <pc:sldMk cId="434740199" sldId="1407"/>
        </pc:sldMkLst>
        <pc:spChg chg="mod">
          <ac:chgData name="Sini Mathew" userId="3875fe58a975fc01" providerId="LiveId" clId="{519D7FD5-A9DC-4E82-B962-E8E4439C3C27}" dt="2025-04-06T14:16:32.131" v="934" actId="20577"/>
          <ac:spMkLst>
            <pc:docMk/>
            <pc:sldMk cId="434740199" sldId="1407"/>
            <ac:spMk id="2" creationId="{00000000-0000-0000-0000-000000000000}"/>
          </ac:spMkLst>
        </pc:spChg>
        <pc:spChg chg="mod">
          <ac:chgData name="Sini Mathew" userId="3875fe58a975fc01" providerId="LiveId" clId="{519D7FD5-A9DC-4E82-B962-E8E4439C3C27}" dt="2025-04-06T14:16:35.260" v="935" actId="6549"/>
          <ac:spMkLst>
            <pc:docMk/>
            <pc:sldMk cId="434740199" sldId="1407"/>
            <ac:spMk id="4" creationId="{00000000-0000-0000-0000-000000000000}"/>
          </ac:spMkLst>
        </pc:spChg>
      </pc:sldChg>
      <pc:sldChg chg="modSp mod">
        <pc:chgData name="Sini Mathew" userId="3875fe58a975fc01" providerId="LiveId" clId="{519D7FD5-A9DC-4E82-B962-E8E4439C3C27}" dt="2025-04-11T14:03:06.202" v="3923" actId="20577"/>
        <pc:sldMkLst>
          <pc:docMk/>
          <pc:sldMk cId="584892078" sldId="1408"/>
        </pc:sldMkLst>
        <pc:spChg chg="mod">
          <ac:chgData name="Sini Mathew" userId="3875fe58a975fc01" providerId="LiveId" clId="{519D7FD5-A9DC-4E82-B962-E8E4439C3C27}" dt="2025-04-06T14:16:44.756" v="953" actId="20577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Sini Mathew" userId="3875fe58a975fc01" providerId="LiveId" clId="{519D7FD5-A9DC-4E82-B962-E8E4439C3C27}" dt="2025-04-10T12:42:56.459" v="3286" actId="20577"/>
          <ac:spMkLst>
            <pc:docMk/>
            <pc:sldMk cId="584892078" sldId="1408"/>
            <ac:spMk id="5" creationId="{D15CBCA4-8279-49A0-BDA5-8F1C3F65A437}"/>
          </ac:spMkLst>
        </pc:spChg>
        <pc:spChg chg="mod">
          <ac:chgData name="Sini Mathew" userId="3875fe58a975fc01" providerId="LiveId" clId="{519D7FD5-A9DC-4E82-B962-E8E4439C3C27}" dt="2025-04-11T14:03:06.202" v="3923" actId="20577"/>
          <ac:spMkLst>
            <pc:docMk/>
            <pc:sldMk cId="584892078" sldId="1408"/>
            <ac:spMk id="6" creationId="{00B7E6C3-DC3B-BC8E-EE75-86995C7F8ADF}"/>
          </ac:spMkLst>
        </pc:spChg>
      </pc:sldChg>
      <pc:sldChg chg="modSp mod">
        <pc:chgData name="Sini Mathew" userId="3875fe58a975fc01" providerId="LiveId" clId="{519D7FD5-A9DC-4E82-B962-E8E4439C3C27}" dt="2025-04-06T14:35:35.820" v="1057" actId="6549"/>
        <pc:sldMkLst>
          <pc:docMk/>
          <pc:sldMk cId="2785602331" sldId="1411"/>
        </pc:sldMkLst>
        <pc:spChg chg="mod">
          <ac:chgData name="Sini Mathew" userId="3875fe58a975fc01" providerId="LiveId" clId="{519D7FD5-A9DC-4E82-B962-E8E4439C3C27}" dt="2025-04-06T14:35:32.723" v="1056" actId="20577"/>
          <ac:spMkLst>
            <pc:docMk/>
            <pc:sldMk cId="2785602331" sldId="1411"/>
            <ac:spMk id="2" creationId="{00000000-0000-0000-0000-000000000000}"/>
          </ac:spMkLst>
        </pc:spChg>
        <pc:spChg chg="mod">
          <ac:chgData name="Sini Mathew" userId="3875fe58a975fc01" providerId="LiveId" clId="{519D7FD5-A9DC-4E82-B962-E8E4439C3C27}" dt="2025-04-06T14:35:35.820" v="1057" actId="6549"/>
          <ac:spMkLst>
            <pc:docMk/>
            <pc:sldMk cId="2785602331" sldId="1411"/>
            <ac:spMk id="4" creationId="{00000000-0000-0000-0000-000000000000}"/>
          </ac:spMkLst>
        </pc:spChg>
      </pc:sldChg>
      <pc:sldChg chg="modSp mod">
        <pc:chgData name="Sini Mathew" userId="3875fe58a975fc01" providerId="LiveId" clId="{519D7FD5-A9DC-4E82-B962-E8E4439C3C27}" dt="2025-04-10T12:42:37.281" v="3280" actId="20577"/>
        <pc:sldMkLst>
          <pc:docMk/>
          <pc:sldMk cId="2785920718" sldId="1606"/>
        </pc:sldMkLst>
        <pc:spChg chg="mod">
          <ac:chgData name="Sini Mathew" userId="3875fe58a975fc01" providerId="LiveId" clId="{519D7FD5-A9DC-4E82-B962-E8E4439C3C27}" dt="2025-04-06T14:35:53.159" v="1087" actId="20577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Sini Mathew" userId="3875fe58a975fc01" providerId="LiveId" clId="{519D7FD5-A9DC-4E82-B962-E8E4439C3C27}" dt="2025-04-06T14:35:57.493" v="1088" actId="6549"/>
          <ac:spMkLst>
            <pc:docMk/>
            <pc:sldMk cId="2785920718" sldId="1606"/>
            <ac:spMk id="4" creationId="{00000000-0000-0000-0000-000000000000}"/>
          </ac:spMkLst>
        </pc:spChg>
        <pc:spChg chg="mod">
          <ac:chgData name="Sini Mathew" userId="3875fe58a975fc01" providerId="LiveId" clId="{519D7FD5-A9DC-4E82-B962-E8E4439C3C27}" dt="2025-04-10T12:42:37.281" v="3280" actId="20577"/>
          <ac:spMkLst>
            <pc:docMk/>
            <pc:sldMk cId="2785920718" sldId="1606"/>
            <ac:spMk id="5" creationId="{D15CBCA4-8279-49A0-BDA5-8F1C3F65A437}"/>
          </ac:spMkLst>
        </pc:spChg>
        <pc:spChg chg="mod">
          <ac:chgData name="Sini Mathew" userId="3875fe58a975fc01" providerId="LiveId" clId="{519D7FD5-A9DC-4E82-B962-E8E4439C3C27}" dt="2025-04-06T14:40:03.841" v="1341" actId="20577"/>
          <ac:spMkLst>
            <pc:docMk/>
            <pc:sldMk cId="2785920718" sldId="1606"/>
            <ac:spMk id="7" creationId="{BDDFE297-14FD-8C75-D483-AE1329AD46AD}"/>
          </ac:spMkLst>
        </pc:spChg>
      </pc:sldChg>
      <pc:sldChg chg="modSp mod">
        <pc:chgData name="Sini Mathew" userId="3875fe58a975fc01" providerId="LiveId" clId="{519D7FD5-A9DC-4E82-B962-E8E4439C3C27}" dt="2025-04-10T12:22:56.295" v="3215" actId="20577"/>
        <pc:sldMkLst>
          <pc:docMk/>
          <pc:sldMk cId="1850048300" sldId="1608"/>
        </pc:sldMkLst>
        <pc:spChg chg="mod">
          <ac:chgData name="Sini Mathew" userId="3875fe58a975fc01" providerId="LiveId" clId="{519D7FD5-A9DC-4E82-B962-E8E4439C3C27}" dt="2025-04-10T12:22:56.295" v="3215" actId="20577"/>
          <ac:spMkLst>
            <pc:docMk/>
            <pc:sldMk cId="1850048300" sldId="1608"/>
            <ac:spMk id="2" creationId="{00000000-0000-0000-0000-000000000000}"/>
          </ac:spMkLst>
        </pc:spChg>
        <pc:spChg chg="mod">
          <ac:chgData name="Sini Mathew" userId="3875fe58a975fc01" providerId="LiveId" clId="{519D7FD5-A9DC-4E82-B962-E8E4439C3C27}" dt="2025-04-06T14:47:56.936" v="1907" actId="6549"/>
          <ac:spMkLst>
            <pc:docMk/>
            <pc:sldMk cId="1850048300" sldId="1608"/>
            <ac:spMk id="4" creationId="{00000000-0000-0000-0000-000000000000}"/>
          </ac:spMkLst>
        </pc:spChg>
      </pc:sldChg>
      <pc:sldChg chg="addSp delSp modSp mod ord">
        <pc:chgData name="Sini Mathew" userId="3875fe58a975fc01" providerId="LiveId" clId="{519D7FD5-A9DC-4E82-B962-E8E4439C3C27}" dt="2025-04-10T12:41:00.280" v="3265" actId="20577"/>
        <pc:sldMkLst>
          <pc:docMk/>
          <pc:sldMk cId="2076299123" sldId="1609"/>
        </pc:sldMkLst>
        <pc:spChg chg="mod">
          <ac:chgData name="Sini Mathew" userId="3875fe58a975fc01" providerId="LiveId" clId="{519D7FD5-A9DC-4E82-B962-E8E4439C3C27}" dt="2025-04-10T12:23:11.801" v="3225" actId="20577"/>
          <ac:spMkLst>
            <pc:docMk/>
            <pc:sldMk cId="2076299123" sldId="1609"/>
            <ac:spMk id="2" creationId="{00000000-0000-0000-0000-000000000000}"/>
          </ac:spMkLst>
        </pc:spChg>
        <pc:spChg chg="add mod">
          <ac:chgData name="Sini Mathew" userId="3875fe58a975fc01" providerId="LiveId" clId="{519D7FD5-A9DC-4E82-B962-E8E4439C3C27}" dt="2025-04-10T12:38:40.772" v="3255" actId="20577"/>
          <ac:spMkLst>
            <pc:docMk/>
            <pc:sldMk cId="2076299123" sldId="1609"/>
            <ac:spMk id="3" creationId="{00B7E6C3-DC3B-BC8E-EE75-86995C7F8ADF}"/>
          </ac:spMkLst>
        </pc:spChg>
        <pc:spChg chg="mod">
          <ac:chgData name="Sini Mathew" userId="3875fe58a975fc01" providerId="LiveId" clId="{519D7FD5-A9DC-4E82-B962-E8E4439C3C27}" dt="2025-04-06T15:22:36.082" v="3119" actId="6549"/>
          <ac:spMkLst>
            <pc:docMk/>
            <pc:sldMk cId="2076299123" sldId="1609"/>
            <ac:spMk id="4" creationId="{00000000-0000-0000-0000-000000000000}"/>
          </ac:spMkLst>
        </pc:spChg>
        <pc:spChg chg="mod">
          <ac:chgData name="Sini Mathew" userId="3875fe58a975fc01" providerId="LiveId" clId="{519D7FD5-A9DC-4E82-B962-E8E4439C3C27}" dt="2025-04-10T12:41:00.280" v="3265" actId="20577"/>
          <ac:spMkLst>
            <pc:docMk/>
            <pc:sldMk cId="2076299123" sldId="1609"/>
            <ac:spMk id="5" creationId="{D15CBCA4-8279-49A0-BDA5-8F1C3F65A437}"/>
          </ac:spMkLst>
        </pc:spChg>
        <pc:spChg chg="del mod">
          <ac:chgData name="Sini Mathew" userId="3875fe58a975fc01" providerId="LiveId" clId="{519D7FD5-A9DC-4E82-B962-E8E4439C3C27}" dt="2025-04-10T12:38:34.548" v="3253" actId="478"/>
          <ac:spMkLst>
            <pc:docMk/>
            <pc:sldMk cId="2076299123" sldId="1609"/>
            <ac:spMk id="7" creationId="{9369F64E-1EF9-6CDA-FAA3-6A4CB7CD0E24}"/>
          </ac:spMkLst>
        </pc:spChg>
      </pc:sldChg>
      <pc:sldChg chg="del">
        <pc:chgData name="Sini Mathew" userId="3875fe58a975fc01" providerId="LiveId" clId="{519D7FD5-A9DC-4E82-B962-E8E4439C3C27}" dt="2025-04-06T14:21:53.611" v="962" actId="47"/>
        <pc:sldMkLst>
          <pc:docMk/>
          <pc:sldMk cId="512280322" sldId="1638"/>
        </pc:sldMkLst>
      </pc:sldChg>
      <pc:sldChg chg="del">
        <pc:chgData name="Sini Mathew" userId="3875fe58a975fc01" providerId="LiveId" clId="{519D7FD5-A9DC-4E82-B962-E8E4439C3C27}" dt="2025-04-06T14:21:54.225" v="963" actId="47"/>
        <pc:sldMkLst>
          <pc:docMk/>
          <pc:sldMk cId="3402695695" sldId="1639"/>
        </pc:sldMkLst>
      </pc:sldChg>
      <pc:sldChg chg="del">
        <pc:chgData name="Sini Mathew" userId="3875fe58a975fc01" providerId="LiveId" clId="{519D7FD5-A9DC-4E82-B962-E8E4439C3C27}" dt="2025-04-06T13:17:48.804" v="2" actId="47"/>
        <pc:sldMkLst>
          <pc:docMk/>
          <pc:sldMk cId="427758639" sldId="1656"/>
        </pc:sldMkLst>
      </pc:sldChg>
      <pc:sldChg chg="del">
        <pc:chgData name="Sini Mathew" userId="3875fe58a975fc01" providerId="LiveId" clId="{519D7FD5-A9DC-4E82-B962-E8E4439C3C27}" dt="2025-04-06T13:17:49.591" v="3" actId="47"/>
        <pc:sldMkLst>
          <pc:docMk/>
          <pc:sldMk cId="4035021340" sldId="1657"/>
        </pc:sldMkLst>
      </pc:sldChg>
      <pc:sldChg chg="del">
        <pc:chgData name="Sini Mathew" userId="3875fe58a975fc01" providerId="LiveId" clId="{519D7FD5-A9DC-4E82-B962-E8E4439C3C27}" dt="2025-04-06T14:02:17.477" v="451" actId="47"/>
        <pc:sldMkLst>
          <pc:docMk/>
          <pc:sldMk cId="1738414743" sldId="1659"/>
        </pc:sldMkLst>
      </pc:sldChg>
      <pc:sldChg chg="del">
        <pc:chgData name="Sini Mathew" userId="3875fe58a975fc01" providerId="LiveId" clId="{519D7FD5-A9DC-4E82-B962-E8E4439C3C27}" dt="2025-04-06T14:35:41.479" v="1058" actId="47"/>
        <pc:sldMkLst>
          <pc:docMk/>
          <pc:sldMk cId="608557519" sldId="1666"/>
        </pc:sldMkLst>
      </pc:sldChg>
      <pc:sldChg chg="del">
        <pc:chgData name="Sini Mathew" userId="3875fe58a975fc01" providerId="LiveId" clId="{519D7FD5-A9DC-4E82-B962-E8E4439C3C27}" dt="2025-04-06T14:50:36.153" v="2171" actId="47"/>
        <pc:sldMkLst>
          <pc:docMk/>
          <pc:sldMk cId="3643985019" sldId="1669"/>
        </pc:sldMkLst>
      </pc:sldChg>
      <pc:sldChg chg="del">
        <pc:chgData name="Sini Mathew" userId="3875fe58a975fc01" providerId="LiveId" clId="{519D7FD5-A9DC-4E82-B962-E8E4439C3C27}" dt="2025-04-06T14:50:38.362" v="2173" actId="47"/>
        <pc:sldMkLst>
          <pc:docMk/>
          <pc:sldMk cId="1661972239" sldId="1670"/>
        </pc:sldMkLst>
      </pc:sldChg>
      <pc:sldChg chg="del">
        <pc:chgData name="Sini Mathew" userId="3875fe58a975fc01" providerId="LiveId" clId="{519D7FD5-A9DC-4E82-B962-E8E4439C3C27}" dt="2025-04-06T14:50:39.088" v="2174" actId="47"/>
        <pc:sldMkLst>
          <pc:docMk/>
          <pc:sldMk cId="1733253648" sldId="1676"/>
        </pc:sldMkLst>
      </pc:sldChg>
      <pc:sldChg chg="modSp mod">
        <pc:chgData name="Sini Mathew" userId="3875fe58a975fc01" providerId="LiveId" clId="{519D7FD5-A9DC-4E82-B962-E8E4439C3C27}" dt="2025-04-06T15:28:29.643" v="3199" actId="20577"/>
        <pc:sldMkLst>
          <pc:docMk/>
          <pc:sldMk cId="2170825706" sldId="1679"/>
        </pc:sldMkLst>
        <pc:spChg chg="mod">
          <ac:chgData name="Sini Mathew" userId="3875fe58a975fc01" providerId="LiveId" clId="{519D7FD5-A9DC-4E82-B962-E8E4439C3C27}" dt="2025-04-06T15:01:10.469" v="2665" actId="20577"/>
          <ac:spMkLst>
            <pc:docMk/>
            <pc:sldMk cId="2170825706" sldId="1679"/>
            <ac:spMk id="2" creationId="{F1F5B4FD-F767-72BB-F1E7-36E7D6814CE8}"/>
          </ac:spMkLst>
        </pc:spChg>
        <pc:spChg chg="mod">
          <ac:chgData name="Sini Mathew" userId="3875fe58a975fc01" providerId="LiveId" clId="{519D7FD5-A9DC-4E82-B962-E8E4439C3C27}" dt="2025-04-06T15:01:13.714" v="2666" actId="6549"/>
          <ac:spMkLst>
            <pc:docMk/>
            <pc:sldMk cId="2170825706" sldId="1679"/>
            <ac:spMk id="4" creationId="{4EE701C8-2DFC-AC1B-DB61-237A8B2847B9}"/>
          </ac:spMkLst>
        </pc:spChg>
        <pc:spChg chg="mod">
          <ac:chgData name="Sini Mathew" userId="3875fe58a975fc01" providerId="LiveId" clId="{519D7FD5-A9DC-4E82-B962-E8E4439C3C27}" dt="2025-04-06T15:28:29.643" v="3199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del">
        <pc:chgData name="Sini Mathew" userId="3875fe58a975fc01" providerId="LiveId" clId="{519D7FD5-A9DC-4E82-B962-E8E4439C3C27}" dt="2025-04-06T13:17:54.558" v="4" actId="47"/>
        <pc:sldMkLst>
          <pc:docMk/>
          <pc:sldMk cId="2092016322" sldId="1684"/>
        </pc:sldMkLst>
      </pc:sldChg>
      <pc:sldChg chg="del">
        <pc:chgData name="Sini Mathew" userId="3875fe58a975fc01" providerId="LiveId" clId="{519D7FD5-A9DC-4E82-B962-E8E4439C3C27}" dt="2025-04-06T13:17:55.585" v="5" actId="47"/>
        <pc:sldMkLst>
          <pc:docMk/>
          <pc:sldMk cId="165001453" sldId="1685"/>
        </pc:sldMkLst>
      </pc:sldChg>
      <pc:sldChg chg="del">
        <pc:chgData name="Sini Mathew" userId="3875fe58a975fc01" providerId="LiveId" clId="{519D7FD5-A9DC-4E82-B962-E8E4439C3C27}" dt="2025-04-06T13:17:56.497" v="6" actId="47"/>
        <pc:sldMkLst>
          <pc:docMk/>
          <pc:sldMk cId="3732559320" sldId="1686"/>
        </pc:sldMkLst>
      </pc:sldChg>
      <pc:sldChg chg="del">
        <pc:chgData name="Sini Mathew" userId="3875fe58a975fc01" providerId="LiveId" clId="{519D7FD5-A9DC-4E82-B962-E8E4439C3C27}" dt="2025-04-06T14:50:37.351" v="2172" actId="47"/>
        <pc:sldMkLst>
          <pc:docMk/>
          <pc:sldMk cId="3982933729" sldId="1687"/>
        </pc:sldMkLst>
      </pc:sldChg>
      <pc:sldChg chg="del">
        <pc:chgData name="Sini Mathew" userId="3875fe58a975fc01" providerId="LiveId" clId="{519D7FD5-A9DC-4E82-B962-E8E4439C3C27}" dt="2025-04-06T13:17:57.647" v="7" actId="47"/>
        <pc:sldMkLst>
          <pc:docMk/>
          <pc:sldMk cId="447398165" sldId="1690"/>
        </pc:sldMkLst>
      </pc:sldChg>
      <pc:sldChg chg="del">
        <pc:chgData name="Sini Mathew" userId="3875fe58a975fc01" providerId="LiveId" clId="{519D7FD5-A9DC-4E82-B962-E8E4439C3C27}" dt="2025-04-06T13:17:59.135" v="8" actId="47"/>
        <pc:sldMkLst>
          <pc:docMk/>
          <pc:sldMk cId="875151783" sldId="1691"/>
        </pc:sldMkLst>
      </pc:sldChg>
      <pc:sldChg chg="del">
        <pc:chgData name="Sini Mathew" userId="3875fe58a975fc01" providerId="LiveId" clId="{519D7FD5-A9DC-4E82-B962-E8E4439C3C27}" dt="2025-04-06T13:17:59.866" v="9" actId="47"/>
        <pc:sldMkLst>
          <pc:docMk/>
          <pc:sldMk cId="3032129948" sldId="1692"/>
        </pc:sldMkLst>
      </pc:sldChg>
      <pc:sldChg chg="del">
        <pc:chgData name="Sini Mathew" userId="3875fe58a975fc01" providerId="LiveId" clId="{519D7FD5-A9DC-4E82-B962-E8E4439C3C27}" dt="2025-04-06T14:02:18.216" v="452" actId="47"/>
        <pc:sldMkLst>
          <pc:docMk/>
          <pc:sldMk cId="4023279623" sldId="1693"/>
        </pc:sldMkLst>
      </pc:sldChg>
      <pc:sldChg chg="del">
        <pc:chgData name="Sini Mathew" userId="3875fe58a975fc01" providerId="LiveId" clId="{519D7FD5-A9DC-4E82-B962-E8E4439C3C27}" dt="2025-04-06T14:02:18.941" v="453" actId="47"/>
        <pc:sldMkLst>
          <pc:docMk/>
          <pc:sldMk cId="3103766825" sldId="1694"/>
        </pc:sldMkLst>
      </pc:sldChg>
      <pc:sldChg chg="del">
        <pc:chgData name="Sini Mathew" userId="3875fe58a975fc01" providerId="LiveId" clId="{519D7FD5-A9DC-4E82-B962-E8E4439C3C27}" dt="2025-04-06T15:02:11.371" v="2753" actId="47"/>
        <pc:sldMkLst>
          <pc:docMk/>
          <pc:sldMk cId="3020916749" sldId="1695"/>
        </pc:sldMkLst>
      </pc:sldChg>
      <pc:sldChg chg="del">
        <pc:chgData name="Sini Mathew" userId="3875fe58a975fc01" providerId="LiveId" clId="{519D7FD5-A9DC-4E82-B962-E8E4439C3C27}" dt="2025-04-06T15:18:39.746" v="3077" actId="47"/>
        <pc:sldMkLst>
          <pc:docMk/>
          <pc:sldMk cId="1276441564" sldId="1697"/>
        </pc:sldMkLst>
      </pc:sldChg>
      <pc:sldChg chg="addSp delSp modSp add mod">
        <pc:chgData name="Sini Mathew" userId="3875fe58a975fc01" providerId="LiveId" clId="{519D7FD5-A9DC-4E82-B962-E8E4439C3C27}" dt="2025-04-06T13:32:34.081" v="220" actId="20577"/>
        <pc:sldMkLst>
          <pc:docMk/>
          <pc:sldMk cId="588241418" sldId="1703"/>
        </pc:sldMkLst>
      </pc:sldChg>
      <pc:sldChg chg="addSp delSp modSp add del mod">
        <pc:chgData name="Sini Mathew" userId="3875fe58a975fc01" providerId="LiveId" clId="{519D7FD5-A9DC-4E82-B962-E8E4439C3C27}" dt="2025-04-06T13:35:38.412" v="277" actId="47"/>
        <pc:sldMkLst>
          <pc:docMk/>
          <pc:sldMk cId="132092203" sldId="1704"/>
        </pc:sldMkLst>
      </pc:sldChg>
      <pc:sldChg chg="add del ord">
        <pc:chgData name="Sini Mathew" userId="3875fe58a975fc01" providerId="LiveId" clId="{519D7FD5-A9DC-4E82-B962-E8E4439C3C27}" dt="2025-04-06T13:27:34.579" v="155" actId="47"/>
        <pc:sldMkLst>
          <pc:docMk/>
          <pc:sldMk cId="4035343958" sldId="1705"/>
        </pc:sldMkLst>
      </pc:sldChg>
      <pc:sldChg chg="addSp delSp modSp add mod ord">
        <pc:chgData name="Sini Mathew" userId="3875fe58a975fc01" providerId="LiveId" clId="{519D7FD5-A9DC-4E82-B962-E8E4439C3C27}" dt="2025-04-06T13:32:53.971" v="230" actId="20577"/>
        <pc:sldMkLst>
          <pc:docMk/>
          <pc:sldMk cId="2003159135" sldId="1706"/>
        </pc:sldMkLst>
      </pc:sldChg>
      <pc:sldChg chg="modSp add del mod ord">
        <pc:chgData name="Sini Mathew" userId="3875fe58a975fc01" providerId="LiveId" clId="{519D7FD5-A9DC-4E82-B962-E8E4439C3C27}" dt="2025-04-06T13:35:29.871" v="273" actId="47"/>
        <pc:sldMkLst>
          <pc:docMk/>
          <pc:sldMk cId="3344913362" sldId="1707"/>
        </pc:sldMkLst>
      </pc:sldChg>
      <pc:sldChg chg="modSp add del mod ord">
        <pc:chgData name="Sini Mathew" userId="3875fe58a975fc01" providerId="LiveId" clId="{519D7FD5-A9DC-4E82-B962-E8E4439C3C27}" dt="2025-04-06T13:35:21.790" v="269" actId="47"/>
        <pc:sldMkLst>
          <pc:docMk/>
          <pc:sldMk cId="3939156142" sldId="1708"/>
        </pc:sldMkLst>
      </pc:sldChg>
      <pc:sldChg chg="addSp delSp modSp add mod ord">
        <pc:chgData name="Sini Mathew" userId="3875fe58a975fc01" providerId="LiveId" clId="{519D7FD5-A9DC-4E82-B962-E8E4439C3C27}" dt="2025-04-06T13:33:12.549" v="240" actId="20577"/>
        <pc:sldMkLst>
          <pc:docMk/>
          <pc:sldMk cId="1371110" sldId="1709"/>
        </pc:sldMkLst>
      </pc:sldChg>
      <pc:sldChg chg="modSp add del mod ord">
        <pc:chgData name="Sini Mathew" userId="3875fe58a975fc01" providerId="LiveId" clId="{519D7FD5-A9DC-4E82-B962-E8E4439C3C27}" dt="2025-04-06T13:35:14.194" v="265" actId="47"/>
        <pc:sldMkLst>
          <pc:docMk/>
          <pc:sldMk cId="3543992990" sldId="1710"/>
        </pc:sldMkLst>
      </pc:sldChg>
      <pc:sldChg chg="addSp delSp modSp add mod ord">
        <pc:chgData name="Sini Mathew" userId="3875fe58a975fc01" providerId="LiveId" clId="{519D7FD5-A9DC-4E82-B962-E8E4439C3C27}" dt="2025-04-06T13:33:29.324" v="250" actId="20577"/>
        <pc:sldMkLst>
          <pc:docMk/>
          <pc:sldMk cId="3551165133" sldId="1711"/>
        </pc:sldMkLst>
      </pc:sldChg>
      <pc:sldChg chg="modSp add mod ord">
        <pc:chgData name="Sini Mathew" userId="3875fe58a975fc01" providerId="LiveId" clId="{519D7FD5-A9DC-4E82-B962-E8E4439C3C27}" dt="2025-04-06T15:19:12.423" v="3080" actId="20577"/>
        <pc:sldMkLst>
          <pc:docMk/>
          <pc:sldMk cId="2676766738" sldId="1712"/>
        </pc:sldMkLst>
      </pc:sldChg>
      <pc:sldChg chg="add">
        <pc:chgData name="Sini Mathew" userId="3875fe58a975fc01" providerId="LiveId" clId="{519D7FD5-A9DC-4E82-B962-E8E4439C3C27}" dt="2025-04-06T13:35:10.163" v="262" actId="2890"/>
        <pc:sldMkLst>
          <pc:docMk/>
          <pc:sldMk cId="3643313614" sldId="1713"/>
        </pc:sldMkLst>
      </pc:sldChg>
      <pc:sldChg chg="modSp add mod">
        <pc:chgData name="Sini Mathew" userId="3875fe58a975fc01" providerId="LiveId" clId="{519D7FD5-A9DC-4E82-B962-E8E4439C3C27}" dt="2025-04-06T15:19:37.782" v="3089" actId="20577"/>
        <pc:sldMkLst>
          <pc:docMk/>
          <pc:sldMk cId="4034738615" sldId="1714"/>
        </pc:sldMkLst>
      </pc:sldChg>
      <pc:sldChg chg="modSp add mod">
        <pc:chgData name="Sini Mathew" userId="3875fe58a975fc01" providerId="LiveId" clId="{519D7FD5-A9DC-4E82-B962-E8E4439C3C27}" dt="2025-04-06T15:19:29.745" v="3086" actId="20577"/>
        <pc:sldMkLst>
          <pc:docMk/>
          <pc:sldMk cId="2717839061" sldId="1715"/>
        </pc:sldMkLst>
      </pc:sldChg>
      <pc:sldChg chg="modSp add mod">
        <pc:chgData name="Sini Mathew" userId="3875fe58a975fc01" providerId="LiveId" clId="{519D7FD5-A9DC-4E82-B962-E8E4439C3C27}" dt="2025-04-06T15:19:20.620" v="3083" actId="20577"/>
        <pc:sldMkLst>
          <pc:docMk/>
          <pc:sldMk cId="502103230" sldId="1716"/>
        </pc:sldMkLst>
      </pc:sldChg>
      <pc:sldChg chg="modSp add mod">
        <pc:chgData name="Sini Mathew" userId="3875fe58a975fc01" providerId="LiveId" clId="{519D7FD5-A9DC-4E82-B962-E8E4439C3C27}" dt="2025-04-06T15:20:43.294" v="3105" actId="20577"/>
        <pc:sldMkLst>
          <pc:docMk/>
          <pc:sldMk cId="2774235017" sldId="1717"/>
        </pc:sldMkLst>
        <pc:spChg chg="mod">
          <ac:chgData name="Sini Mathew" userId="3875fe58a975fc01" providerId="LiveId" clId="{519D7FD5-A9DC-4E82-B962-E8E4439C3C27}" dt="2025-04-06T15:20:43.294" v="3105" actId="20577"/>
          <ac:spMkLst>
            <pc:docMk/>
            <pc:sldMk cId="2774235017" sldId="1717"/>
            <ac:spMk id="5" creationId="{AB78E748-FBF5-963E-335C-F4881A72896D}"/>
          </ac:spMkLst>
        </pc:spChg>
        <pc:spChg chg="mod">
          <ac:chgData name="Sini Mathew" userId="3875fe58a975fc01" providerId="LiveId" clId="{519D7FD5-A9DC-4E82-B962-E8E4439C3C27}" dt="2025-04-06T14:03:42.615" v="565" actId="20577"/>
          <ac:spMkLst>
            <pc:docMk/>
            <pc:sldMk cId="2774235017" sldId="1717"/>
            <ac:spMk id="6" creationId="{5E82759E-E599-FD2A-9ADD-61151F1D079A}"/>
          </ac:spMkLst>
        </pc:spChg>
      </pc:sldChg>
      <pc:sldChg chg="modSp add mod">
        <pc:chgData name="Sini Mathew" userId="3875fe58a975fc01" providerId="LiveId" clId="{519D7FD5-A9DC-4E82-B962-E8E4439C3C27}" dt="2025-04-06T15:20:37.027" v="3103" actId="20577"/>
        <pc:sldMkLst>
          <pc:docMk/>
          <pc:sldMk cId="4159763854" sldId="1718"/>
        </pc:sldMkLst>
        <pc:spChg chg="mod">
          <ac:chgData name="Sini Mathew" userId="3875fe58a975fc01" providerId="LiveId" clId="{519D7FD5-A9DC-4E82-B962-E8E4439C3C27}" dt="2025-04-06T15:20:37.027" v="3103" actId="20577"/>
          <ac:spMkLst>
            <pc:docMk/>
            <pc:sldMk cId="4159763854" sldId="1718"/>
            <ac:spMk id="5" creationId="{420B45FE-B817-D6F6-D269-9F4387C18D2C}"/>
          </ac:spMkLst>
        </pc:spChg>
        <pc:spChg chg="mod">
          <ac:chgData name="Sini Mathew" userId="3875fe58a975fc01" providerId="LiveId" clId="{519D7FD5-A9DC-4E82-B962-E8E4439C3C27}" dt="2025-04-06T14:06:37.948" v="707" actId="20577"/>
          <ac:spMkLst>
            <pc:docMk/>
            <pc:sldMk cId="4159763854" sldId="1718"/>
            <ac:spMk id="6" creationId="{51B83C51-925A-3724-5582-9AE5ABC7C37D}"/>
          </ac:spMkLst>
        </pc:spChg>
      </pc:sldChg>
      <pc:sldChg chg="modSp add mod">
        <pc:chgData name="Sini Mathew" userId="3875fe58a975fc01" providerId="LiveId" clId="{519D7FD5-A9DC-4E82-B962-E8E4439C3C27}" dt="2025-04-06T15:20:31.524" v="3101" actId="20577"/>
        <pc:sldMkLst>
          <pc:docMk/>
          <pc:sldMk cId="3631114969" sldId="1719"/>
        </pc:sldMkLst>
        <pc:spChg chg="mod">
          <ac:chgData name="Sini Mathew" userId="3875fe58a975fc01" providerId="LiveId" clId="{519D7FD5-A9DC-4E82-B962-E8E4439C3C27}" dt="2025-04-06T15:20:31.524" v="3101" actId="20577"/>
          <ac:spMkLst>
            <pc:docMk/>
            <pc:sldMk cId="3631114969" sldId="1719"/>
            <ac:spMk id="5" creationId="{C8D75256-19F1-3A56-E6E7-84B548C72D3C}"/>
          </ac:spMkLst>
        </pc:spChg>
        <pc:spChg chg="mod">
          <ac:chgData name="Sini Mathew" userId="3875fe58a975fc01" providerId="LiveId" clId="{519D7FD5-A9DC-4E82-B962-E8E4439C3C27}" dt="2025-04-06T14:12:47.041" v="817" actId="20577"/>
          <ac:spMkLst>
            <pc:docMk/>
            <pc:sldMk cId="3631114969" sldId="1719"/>
            <ac:spMk id="6" creationId="{2EA26D35-8EAA-2910-143E-D504B8DEDBED}"/>
          </ac:spMkLst>
        </pc:spChg>
      </pc:sldChg>
      <pc:sldChg chg="modSp add mod">
        <pc:chgData name="Sini Mathew" userId="3875fe58a975fc01" providerId="LiveId" clId="{519D7FD5-A9DC-4E82-B962-E8E4439C3C27}" dt="2025-04-06T15:20:25.688" v="3099" actId="20577"/>
        <pc:sldMkLst>
          <pc:docMk/>
          <pc:sldMk cId="3290363389" sldId="1720"/>
        </pc:sldMkLst>
        <pc:spChg chg="mod">
          <ac:chgData name="Sini Mathew" userId="3875fe58a975fc01" providerId="LiveId" clId="{519D7FD5-A9DC-4E82-B962-E8E4439C3C27}" dt="2025-04-06T15:20:25.688" v="3099" actId="20577"/>
          <ac:spMkLst>
            <pc:docMk/>
            <pc:sldMk cId="3290363389" sldId="1720"/>
            <ac:spMk id="5" creationId="{71DCFE71-8840-2FAD-85A9-5E1FE90D75C2}"/>
          </ac:spMkLst>
        </pc:spChg>
        <pc:spChg chg="mod">
          <ac:chgData name="Sini Mathew" userId="3875fe58a975fc01" providerId="LiveId" clId="{519D7FD5-A9DC-4E82-B962-E8E4439C3C27}" dt="2025-04-06T14:13:56.682" v="916" actId="20577"/>
          <ac:spMkLst>
            <pc:docMk/>
            <pc:sldMk cId="3290363389" sldId="1720"/>
            <ac:spMk id="6" creationId="{3C36EC73-7BCC-A202-E926-AA0277FA03F3}"/>
          </ac:spMkLst>
        </pc:spChg>
      </pc:sldChg>
      <pc:sldChg chg="modSp add mod">
        <pc:chgData name="Sini Mathew" userId="3875fe58a975fc01" providerId="LiveId" clId="{519D7FD5-A9DC-4E82-B962-E8E4439C3C27}" dt="2025-04-10T12:43:02.841" v="3288" actId="20577"/>
        <pc:sldMkLst>
          <pc:docMk/>
          <pc:sldMk cId="219655467" sldId="1721"/>
        </pc:sldMkLst>
        <pc:spChg chg="mod">
          <ac:chgData name="Sini Mathew" userId="3875fe58a975fc01" providerId="LiveId" clId="{519D7FD5-A9DC-4E82-B962-E8E4439C3C27}" dt="2025-04-10T12:43:02.841" v="3288" actId="20577"/>
          <ac:spMkLst>
            <pc:docMk/>
            <pc:sldMk cId="219655467" sldId="1721"/>
            <ac:spMk id="5" creationId="{3D07A984-950D-4A55-0F55-8ADA130216C0}"/>
          </ac:spMkLst>
        </pc:spChg>
        <pc:spChg chg="mod">
          <ac:chgData name="Sini Mathew" userId="3875fe58a975fc01" providerId="LiveId" clId="{519D7FD5-A9DC-4E82-B962-E8E4439C3C27}" dt="2025-04-06T14:24:34.950" v="984" actId="1076"/>
          <ac:spMkLst>
            <pc:docMk/>
            <pc:sldMk cId="219655467" sldId="1721"/>
            <ac:spMk id="6" creationId="{03545FA2-36C1-F185-3ED3-CBF8EEAC6400}"/>
          </ac:spMkLst>
        </pc:spChg>
      </pc:sldChg>
      <pc:sldChg chg="modSp add mod ord">
        <pc:chgData name="Sini Mathew" userId="3875fe58a975fc01" providerId="LiveId" clId="{519D7FD5-A9DC-4E82-B962-E8E4439C3C27}" dt="2025-04-10T12:43:09.480" v="3290" actId="20577"/>
        <pc:sldMkLst>
          <pc:docMk/>
          <pc:sldMk cId="463523031" sldId="1722"/>
        </pc:sldMkLst>
        <pc:spChg chg="mod">
          <ac:chgData name="Sini Mathew" userId="3875fe58a975fc01" providerId="LiveId" clId="{519D7FD5-A9DC-4E82-B962-E8E4439C3C27}" dt="2025-04-10T12:43:09.480" v="3290" actId="20577"/>
          <ac:spMkLst>
            <pc:docMk/>
            <pc:sldMk cId="463523031" sldId="1722"/>
            <ac:spMk id="5" creationId="{F3D6AB25-5A04-03F8-C617-3DA74260709D}"/>
          </ac:spMkLst>
        </pc:spChg>
        <pc:spChg chg="mod">
          <ac:chgData name="Sini Mathew" userId="3875fe58a975fc01" providerId="LiveId" clId="{519D7FD5-A9DC-4E82-B962-E8E4439C3C27}" dt="2025-04-06T14:27:23.406" v="1009" actId="20577"/>
          <ac:spMkLst>
            <pc:docMk/>
            <pc:sldMk cId="463523031" sldId="1722"/>
            <ac:spMk id="6" creationId="{8A4F67B5-0A24-81BE-C3C1-6968429E32D9}"/>
          </ac:spMkLst>
        </pc:spChg>
      </pc:sldChg>
      <pc:sldChg chg="addSp modSp add mod">
        <pc:chgData name="Sini Mathew" userId="3875fe58a975fc01" providerId="LiveId" clId="{519D7FD5-A9DC-4E82-B962-E8E4439C3C27}" dt="2025-04-10T13:14:17.133" v="3901" actId="207"/>
        <pc:sldMkLst>
          <pc:docMk/>
          <pc:sldMk cId="3432636310" sldId="1723"/>
        </pc:sldMkLst>
        <pc:spChg chg="add mod">
          <ac:chgData name="Sini Mathew" userId="3875fe58a975fc01" providerId="LiveId" clId="{519D7FD5-A9DC-4E82-B962-E8E4439C3C27}" dt="2025-04-10T13:13:51.239" v="3897" actId="14100"/>
          <ac:spMkLst>
            <pc:docMk/>
            <pc:sldMk cId="3432636310" sldId="1723"/>
            <ac:spMk id="3" creationId="{A86F3110-949B-8817-80AF-3CDAE27B4906}"/>
          </ac:spMkLst>
        </pc:spChg>
        <pc:spChg chg="mod">
          <ac:chgData name="Sini Mathew" userId="3875fe58a975fc01" providerId="LiveId" clId="{519D7FD5-A9DC-4E82-B962-E8E4439C3C27}" dt="2025-04-10T12:43:16.144" v="3292" actId="20577"/>
          <ac:spMkLst>
            <pc:docMk/>
            <pc:sldMk cId="3432636310" sldId="1723"/>
            <ac:spMk id="5" creationId="{83E259A1-A73B-2245-2F28-2224883E0995}"/>
          </ac:spMkLst>
        </pc:spChg>
        <pc:spChg chg="add mod">
          <ac:chgData name="Sini Mathew" userId="3875fe58a975fc01" providerId="LiveId" clId="{519D7FD5-A9DC-4E82-B962-E8E4439C3C27}" dt="2025-04-10T13:14:17.133" v="3901" actId="207"/>
          <ac:spMkLst>
            <pc:docMk/>
            <pc:sldMk cId="3432636310" sldId="1723"/>
            <ac:spMk id="7" creationId="{34820571-B04B-8D6E-B70D-A3B17AE9A841}"/>
          </ac:spMkLst>
        </pc:spChg>
      </pc:sldChg>
      <pc:sldChg chg="modSp add mod">
        <pc:chgData name="Sini Mathew" userId="3875fe58a975fc01" providerId="LiveId" clId="{519D7FD5-A9DC-4E82-B962-E8E4439C3C27}" dt="2025-04-10T12:42:42.853" v="3282" actId="20577"/>
        <pc:sldMkLst>
          <pc:docMk/>
          <pc:sldMk cId="690771562" sldId="1724"/>
        </pc:sldMkLst>
        <pc:spChg chg="mod">
          <ac:chgData name="Sini Mathew" userId="3875fe58a975fc01" providerId="LiveId" clId="{519D7FD5-A9DC-4E82-B962-E8E4439C3C27}" dt="2025-04-10T12:42:42.853" v="3282" actId="20577"/>
          <ac:spMkLst>
            <pc:docMk/>
            <pc:sldMk cId="690771562" sldId="1724"/>
            <ac:spMk id="5" creationId="{029A1520-5B63-137F-B85C-C19B39B9682E}"/>
          </ac:spMkLst>
        </pc:spChg>
        <pc:spChg chg="mod">
          <ac:chgData name="Sini Mathew" userId="3875fe58a975fc01" providerId="LiveId" clId="{519D7FD5-A9DC-4E82-B962-E8E4439C3C27}" dt="2025-04-06T14:42:32.967" v="1607" actId="1076"/>
          <ac:spMkLst>
            <pc:docMk/>
            <pc:sldMk cId="690771562" sldId="1724"/>
            <ac:spMk id="7" creationId="{F5F5B08F-130B-909C-2B17-2E1CAAD63970}"/>
          </ac:spMkLst>
        </pc:spChg>
      </pc:sldChg>
      <pc:sldChg chg="modSp add mod">
        <pc:chgData name="Sini Mathew" userId="3875fe58a975fc01" providerId="LiveId" clId="{519D7FD5-A9DC-4E82-B962-E8E4439C3C27}" dt="2025-04-10T12:42:48.067" v="3284" actId="20577"/>
        <pc:sldMkLst>
          <pc:docMk/>
          <pc:sldMk cId="969023117" sldId="1725"/>
        </pc:sldMkLst>
        <pc:spChg chg="mod">
          <ac:chgData name="Sini Mathew" userId="3875fe58a975fc01" providerId="LiveId" clId="{519D7FD5-A9DC-4E82-B962-E8E4439C3C27}" dt="2025-04-10T12:42:48.067" v="3284" actId="20577"/>
          <ac:spMkLst>
            <pc:docMk/>
            <pc:sldMk cId="969023117" sldId="1725"/>
            <ac:spMk id="5" creationId="{E2863FE5-1102-7B8D-3ED0-A7C67FA429D6}"/>
          </ac:spMkLst>
        </pc:spChg>
        <pc:spChg chg="mod">
          <ac:chgData name="Sini Mathew" userId="3875fe58a975fc01" providerId="LiveId" clId="{519D7FD5-A9DC-4E82-B962-E8E4439C3C27}" dt="2025-04-06T14:44:33.928" v="1884" actId="20577"/>
          <ac:spMkLst>
            <pc:docMk/>
            <pc:sldMk cId="969023117" sldId="1725"/>
            <ac:spMk id="7" creationId="{E517132E-0FCB-08C6-E283-A2466EA83E75}"/>
          </ac:spMkLst>
        </pc:spChg>
      </pc:sldChg>
      <pc:sldChg chg="modSp add mod">
        <pc:chgData name="Sini Mathew" userId="3875fe58a975fc01" providerId="LiveId" clId="{519D7FD5-A9DC-4E82-B962-E8E4439C3C27}" dt="2025-04-10T12:43:35.924" v="3296" actId="20577"/>
        <pc:sldMkLst>
          <pc:docMk/>
          <pc:sldMk cId="1250019310" sldId="1726"/>
        </pc:sldMkLst>
        <pc:spChg chg="mod">
          <ac:chgData name="Sini Mathew" userId="3875fe58a975fc01" providerId="LiveId" clId="{519D7FD5-A9DC-4E82-B962-E8E4439C3C27}" dt="2025-04-06T15:22:43.664" v="3130" actId="20577"/>
          <ac:spMkLst>
            <pc:docMk/>
            <pc:sldMk cId="1250019310" sldId="1726"/>
            <ac:spMk id="2" creationId="{63B02F20-EA92-EF58-13E3-C19D2F58EFF7}"/>
          </ac:spMkLst>
        </pc:spChg>
        <pc:spChg chg="mod">
          <ac:chgData name="Sini Mathew" userId="3875fe58a975fc01" providerId="LiveId" clId="{519D7FD5-A9DC-4E82-B962-E8E4439C3C27}" dt="2025-04-06T15:22:46.338" v="3131" actId="6549"/>
          <ac:spMkLst>
            <pc:docMk/>
            <pc:sldMk cId="1250019310" sldId="1726"/>
            <ac:spMk id="4" creationId="{B64CBED4-7B63-BDCE-AC95-675A8CDCC4C2}"/>
          </ac:spMkLst>
        </pc:spChg>
        <pc:spChg chg="mod">
          <ac:chgData name="Sini Mathew" userId="3875fe58a975fc01" providerId="LiveId" clId="{519D7FD5-A9DC-4E82-B962-E8E4439C3C27}" dt="2025-04-10T12:43:35.924" v="3296" actId="20577"/>
          <ac:spMkLst>
            <pc:docMk/>
            <pc:sldMk cId="1250019310" sldId="1726"/>
            <ac:spMk id="5" creationId="{62852505-693B-5B0F-676E-E0664C4234EF}"/>
          </ac:spMkLst>
        </pc:spChg>
        <pc:spChg chg="mod">
          <ac:chgData name="Sini Mathew" userId="3875fe58a975fc01" providerId="LiveId" clId="{519D7FD5-A9DC-4E82-B962-E8E4439C3C27}" dt="2025-04-06T14:52:11.561" v="2280" actId="20577"/>
          <ac:spMkLst>
            <pc:docMk/>
            <pc:sldMk cId="1250019310" sldId="1726"/>
            <ac:spMk id="7" creationId="{F54EB9E7-A348-0804-8E33-D1EEF937E3E7}"/>
          </ac:spMkLst>
        </pc:spChg>
      </pc:sldChg>
      <pc:sldChg chg="modSp add mod">
        <pc:chgData name="Sini Mathew" userId="3875fe58a975fc01" providerId="LiveId" clId="{519D7FD5-A9DC-4E82-B962-E8E4439C3C27}" dt="2025-04-10T12:43:44.476" v="3298" actId="20577"/>
        <pc:sldMkLst>
          <pc:docMk/>
          <pc:sldMk cId="3748588700" sldId="1727"/>
        </pc:sldMkLst>
        <pc:spChg chg="mod">
          <ac:chgData name="Sini Mathew" userId="3875fe58a975fc01" providerId="LiveId" clId="{519D7FD5-A9DC-4E82-B962-E8E4439C3C27}" dt="2025-04-06T15:23:00.753" v="3148" actId="20577"/>
          <ac:spMkLst>
            <pc:docMk/>
            <pc:sldMk cId="3748588700" sldId="1727"/>
            <ac:spMk id="2" creationId="{CAFE25B2-5575-6FDA-DC76-5A875ADDD9AF}"/>
          </ac:spMkLst>
        </pc:spChg>
        <pc:spChg chg="mod">
          <ac:chgData name="Sini Mathew" userId="3875fe58a975fc01" providerId="LiveId" clId="{519D7FD5-A9DC-4E82-B962-E8E4439C3C27}" dt="2025-04-06T15:23:03.290" v="3149" actId="6549"/>
          <ac:spMkLst>
            <pc:docMk/>
            <pc:sldMk cId="3748588700" sldId="1727"/>
            <ac:spMk id="4" creationId="{1744A412-3CD5-ADAC-A234-3707DF62C4CF}"/>
          </ac:spMkLst>
        </pc:spChg>
        <pc:spChg chg="mod">
          <ac:chgData name="Sini Mathew" userId="3875fe58a975fc01" providerId="LiveId" clId="{519D7FD5-A9DC-4E82-B962-E8E4439C3C27}" dt="2025-04-10T12:43:44.476" v="3298" actId="20577"/>
          <ac:spMkLst>
            <pc:docMk/>
            <pc:sldMk cId="3748588700" sldId="1727"/>
            <ac:spMk id="5" creationId="{CFB78496-D332-8E80-F990-945C6E6BD8F4}"/>
          </ac:spMkLst>
        </pc:spChg>
        <pc:spChg chg="mod">
          <ac:chgData name="Sini Mathew" userId="3875fe58a975fc01" providerId="LiveId" clId="{519D7FD5-A9DC-4E82-B962-E8E4439C3C27}" dt="2025-04-06T14:54:46.839" v="2389" actId="20577"/>
          <ac:spMkLst>
            <pc:docMk/>
            <pc:sldMk cId="3748588700" sldId="1727"/>
            <ac:spMk id="7" creationId="{85929C1D-102F-2BEB-A893-6468C1227017}"/>
          </ac:spMkLst>
        </pc:spChg>
      </pc:sldChg>
      <pc:sldChg chg="modSp add mod">
        <pc:chgData name="Sini Mathew" userId="3875fe58a975fc01" providerId="LiveId" clId="{519D7FD5-A9DC-4E82-B962-E8E4439C3C27}" dt="2025-04-10T12:43:50.651" v="3300" actId="20577"/>
        <pc:sldMkLst>
          <pc:docMk/>
          <pc:sldMk cId="3889622551" sldId="1728"/>
        </pc:sldMkLst>
        <pc:spChg chg="mod">
          <ac:chgData name="Sini Mathew" userId="3875fe58a975fc01" providerId="LiveId" clId="{519D7FD5-A9DC-4E82-B962-E8E4439C3C27}" dt="2025-04-06T15:23:12.735" v="3162" actId="20577"/>
          <ac:spMkLst>
            <pc:docMk/>
            <pc:sldMk cId="3889622551" sldId="1728"/>
            <ac:spMk id="2" creationId="{6EF5E950-2FA1-1B98-92A3-8854DBFB9477}"/>
          </ac:spMkLst>
        </pc:spChg>
        <pc:spChg chg="mod">
          <ac:chgData name="Sini Mathew" userId="3875fe58a975fc01" providerId="LiveId" clId="{519D7FD5-A9DC-4E82-B962-E8E4439C3C27}" dt="2025-04-06T15:23:15.743" v="3163" actId="6549"/>
          <ac:spMkLst>
            <pc:docMk/>
            <pc:sldMk cId="3889622551" sldId="1728"/>
            <ac:spMk id="4" creationId="{A1FAE311-6921-030F-0880-B56882B12809}"/>
          </ac:spMkLst>
        </pc:spChg>
        <pc:spChg chg="mod">
          <ac:chgData name="Sini Mathew" userId="3875fe58a975fc01" providerId="LiveId" clId="{519D7FD5-A9DC-4E82-B962-E8E4439C3C27}" dt="2025-04-10T12:43:50.651" v="3300" actId="20577"/>
          <ac:spMkLst>
            <pc:docMk/>
            <pc:sldMk cId="3889622551" sldId="1728"/>
            <ac:spMk id="5" creationId="{9C53F179-7AA4-7C1E-EE26-B80A48DDD8BE}"/>
          </ac:spMkLst>
        </pc:spChg>
        <pc:spChg chg="mod">
          <ac:chgData name="Sini Mathew" userId="3875fe58a975fc01" providerId="LiveId" clId="{519D7FD5-A9DC-4E82-B962-E8E4439C3C27}" dt="2025-04-06T14:56:14.663" v="2510" actId="20577"/>
          <ac:spMkLst>
            <pc:docMk/>
            <pc:sldMk cId="3889622551" sldId="1728"/>
            <ac:spMk id="7" creationId="{C0400892-021A-C016-518E-28737FCA0278}"/>
          </ac:spMkLst>
        </pc:spChg>
      </pc:sldChg>
      <pc:sldChg chg="modSp add mod">
        <pc:chgData name="Sini Mathew" userId="3875fe58a975fc01" providerId="LiveId" clId="{519D7FD5-A9DC-4E82-B962-E8E4439C3C27}" dt="2025-04-10T12:43:56.332" v="3302" actId="20577"/>
        <pc:sldMkLst>
          <pc:docMk/>
          <pc:sldMk cId="2967580629" sldId="1729"/>
        </pc:sldMkLst>
        <pc:spChg chg="mod">
          <ac:chgData name="Sini Mathew" userId="3875fe58a975fc01" providerId="LiveId" clId="{519D7FD5-A9DC-4E82-B962-E8E4439C3C27}" dt="2025-04-06T15:23:32.975" v="3176" actId="20577"/>
          <ac:spMkLst>
            <pc:docMk/>
            <pc:sldMk cId="2967580629" sldId="1729"/>
            <ac:spMk id="2" creationId="{0F2C304D-41CB-DE63-B346-642AEF864DF0}"/>
          </ac:spMkLst>
        </pc:spChg>
        <pc:spChg chg="mod">
          <ac:chgData name="Sini Mathew" userId="3875fe58a975fc01" providerId="LiveId" clId="{519D7FD5-A9DC-4E82-B962-E8E4439C3C27}" dt="2025-04-06T15:24:53.623" v="3189" actId="6549"/>
          <ac:spMkLst>
            <pc:docMk/>
            <pc:sldMk cId="2967580629" sldId="1729"/>
            <ac:spMk id="4" creationId="{EC17D398-E006-8370-9D36-8F1E5BA47DE7}"/>
          </ac:spMkLst>
        </pc:spChg>
        <pc:spChg chg="mod">
          <ac:chgData name="Sini Mathew" userId="3875fe58a975fc01" providerId="LiveId" clId="{519D7FD5-A9DC-4E82-B962-E8E4439C3C27}" dt="2025-04-10T12:43:56.332" v="3302" actId="20577"/>
          <ac:spMkLst>
            <pc:docMk/>
            <pc:sldMk cId="2967580629" sldId="1729"/>
            <ac:spMk id="5" creationId="{863F322C-F8CE-ECE5-4752-02478CCF7584}"/>
          </ac:spMkLst>
        </pc:spChg>
        <pc:spChg chg="mod">
          <ac:chgData name="Sini Mathew" userId="3875fe58a975fc01" providerId="LiveId" clId="{519D7FD5-A9DC-4E82-B962-E8E4439C3C27}" dt="2025-04-06T14:57:50.601" v="2619" actId="20577"/>
          <ac:spMkLst>
            <pc:docMk/>
            <pc:sldMk cId="2967580629" sldId="1729"/>
            <ac:spMk id="7" creationId="{C8859B29-DFAA-9158-07EC-43B703E4FD60}"/>
          </ac:spMkLst>
        </pc:spChg>
      </pc:sldChg>
      <pc:sldChg chg="addSp delSp modSp add mod">
        <pc:chgData name="Sini Mathew" userId="3875fe58a975fc01" providerId="LiveId" clId="{519D7FD5-A9DC-4E82-B962-E8E4439C3C27}" dt="2025-04-06T15:29:30.678" v="3211" actId="1076"/>
        <pc:sldMkLst>
          <pc:docMk/>
          <pc:sldMk cId="445806238" sldId="1730"/>
        </pc:sldMkLst>
        <pc:spChg chg="add mod">
          <ac:chgData name="Sini Mathew" userId="3875fe58a975fc01" providerId="LiveId" clId="{519D7FD5-A9DC-4E82-B962-E8E4439C3C27}" dt="2025-04-06T15:29:28.174" v="3210" actId="1076"/>
          <ac:spMkLst>
            <pc:docMk/>
            <pc:sldMk cId="445806238" sldId="1730"/>
            <ac:spMk id="3" creationId="{D16B13D4-E6C3-117B-A440-5D212F945F51}"/>
          </ac:spMkLst>
        </pc:spChg>
        <pc:spChg chg="add mod">
          <ac:chgData name="Sini Mathew" userId="3875fe58a975fc01" providerId="LiveId" clId="{519D7FD5-A9DC-4E82-B962-E8E4439C3C27}" dt="2025-04-06T15:29:30.678" v="3211" actId="1076"/>
          <ac:spMkLst>
            <pc:docMk/>
            <pc:sldMk cId="445806238" sldId="1730"/>
            <ac:spMk id="5" creationId="{FB2110AC-274A-01F3-6CC8-9BB8FA61BDE8}"/>
          </ac:spMkLst>
        </pc:spChg>
        <pc:spChg chg="mod">
          <ac:chgData name="Sini Mathew" userId="3875fe58a975fc01" providerId="LiveId" clId="{519D7FD5-A9DC-4E82-B962-E8E4439C3C27}" dt="2025-04-06T15:25:22.104" v="3191" actId="20577"/>
          <ac:spMkLst>
            <pc:docMk/>
            <pc:sldMk cId="445806238" sldId="1730"/>
            <ac:spMk id="7" creationId="{22EC1856-CF54-B6AF-AE95-42732346F75F}"/>
          </ac:spMkLst>
        </pc:spChg>
      </pc:sldChg>
      <pc:sldChg chg="modSp add del mod">
        <pc:chgData name="Sini Mathew" userId="3875fe58a975fc01" providerId="LiveId" clId="{519D7FD5-A9DC-4E82-B962-E8E4439C3C27}" dt="2025-04-06T15:18:10.342" v="3075" actId="47"/>
        <pc:sldMkLst>
          <pc:docMk/>
          <pc:sldMk cId="2361330515" sldId="1731"/>
        </pc:sldMkLst>
      </pc:sldChg>
      <pc:sldChg chg="addSp delSp modSp add mod ord">
        <pc:chgData name="Sini Mathew" userId="3875fe58a975fc01" providerId="LiveId" clId="{519D7FD5-A9DC-4E82-B962-E8E4439C3C27}" dt="2025-04-10T13:01:30.671" v="3894" actId="1076"/>
        <pc:sldMkLst>
          <pc:docMk/>
          <pc:sldMk cId="957594651" sldId="1732"/>
        </pc:sldMkLst>
        <pc:spChg chg="mod">
          <ac:chgData name="Sini Mathew" userId="3875fe58a975fc01" providerId="LiveId" clId="{519D7FD5-A9DC-4E82-B962-E8E4439C3C27}" dt="2025-04-10T12:46:50.557" v="3353" actId="20577"/>
          <ac:spMkLst>
            <pc:docMk/>
            <pc:sldMk cId="957594651" sldId="1732"/>
            <ac:spMk id="2" creationId="{8EBBE432-83F1-8108-4F2C-06C14727B450}"/>
          </ac:spMkLst>
        </pc:spChg>
        <pc:spChg chg="mod">
          <ac:chgData name="Sini Mathew" userId="3875fe58a975fc01" providerId="LiveId" clId="{519D7FD5-A9DC-4E82-B962-E8E4439C3C27}" dt="2025-04-10T13:01:09.674" v="3890" actId="20577"/>
          <ac:spMkLst>
            <pc:docMk/>
            <pc:sldMk cId="957594651" sldId="1732"/>
            <ac:spMk id="3" creationId="{76154151-42C5-21B2-712A-016DA08CB3D1}"/>
          </ac:spMkLst>
        </pc:spChg>
        <pc:spChg chg="add del mod">
          <ac:chgData name="Sini Mathew" userId="3875fe58a975fc01" providerId="LiveId" clId="{519D7FD5-A9DC-4E82-B962-E8E4439C3C27}" dt="2025-04-10T13:00:45.286" v="3836" actId="478"/>
          <ac:spMkLst>
            <pc:docMk/>
            <pc:sldMk cId="957594651" sldId="1732"/>
            <ac:spMk id="4" creationId="{80D8D18F-4D9A-8D41-C7A8-BF164FE32F53}"/>
          </ac:spMkLst>
        </pc:spChg>
        <pc:spChg chg="add del mod">
          <ac:chgData name="Sini Mathew" userId="3875fe58a975fc01" providerId="LiveId" clId="{519D7FD5-A9DC-4E82-B962-E8E4439C3C27}" dt="2025-04-10T13:00:48.317" v="3837" actId="478"/>
          <ac:spMkLst>
            <pc:docMk/>
            <pc:sldMk cId="957594651" sldId="1732"/>
            <ac:spMk id="5" creationId="{0F30567A-7D6F-6019-791B-CD2D40724E10}"/>
          </ac:spMkLst>
        </pc:spChg>
        <pc:spChg chg="add mod">
          <ac:chgData name="Sini Mathew" userId="3875fe58a975fc01" providerId="LiveId" clId="{519D7FD5-A9DC-4E82-B962-E8E4439C3C27}" dt="2025-04-10T13:01:30.671" v="3894" actId="1076"/>
          <ac:spMkLst>
            <pc:docMk/>
            <pc:sldMk cId="957594651" sldId="1732"/>
            <ac:spMk id="6" creationId="{F5FDD0C5-4A6C-0264-0481-2E097D20F1CF}"/>
          </ac:spMkLst>
        </pc:spChg>
      </pc:sldChg>
      <pc:sldChg chg="add">
        <pc:chgData name="Sini Mathew" userId="3875fe58a975fc01" providerId="LiveId" clId="{519D7FD5-A9DC-4E82-B962-E8E4439C3C27}" dt="2025-04-10T12:22:49.671" v="3212" actId="2890"/>
        <pc:sldMkLst>
          <pc:docMk/>
          <pc:sldMk cId="335424326" sldId="1733"/>
        </pc:sldMkLst>
      </pc:sldChg>
      <pc:sldChg chg="modSp add mod">
        <pc:chgData name="Sini Mathew" userId="3875fe58a975fc01" providerId="LiveId" clId="{519D7FD5-A9DC-4E82-B962-E8E4439C3C27}" dt="2025-04-10T12:43:30.801" v="3294" actId="20577"/>
        <pc:sldMkLst>
          <pc:docMk/>
          <pc:sldMk cId="389704180" sldId="1734"/>
        </pc:sldMkLst>
        <pc:spChg chg="mod">
          <ac:chgData name="Sini Mathew" userId="3875fe58a975fc01" providerId="LiveId" clId="{519D7FD5-A9DC-4E82-B962-E8E4439C3C27}" dt="2025-04-10T12:43:30.801" v="3294" actId="20577"/>
          <ac:spMkLst>
            <pc:docMk/>
            <pc:sldMk cId="389704180" sldId="1734"/>
            <ac:spMk id="5" creationId="{4C1DD2B7-3C92-87D1-0390-9628B511DB2A}"/>
          </ac:spMkLst>
        </pc:spChg>
      </pc:sldChg>
      <pc:sldChg chg="addSp delSp modSp add mod">
        <pc:chgData name="Sini Mathew" userId="3875fe58a975fc01" providerId="LiveId" clId="{519D7FD5-A9DC-4E82-B962-E8E4439C3C27}" dt="2025-04-10T12:41:11.578" v="3269" actId="20577"/>
        <pc:sldMkLst>
          <pc:docMk/>
          <pc:sldMk cId="1642818660" sldId="1735"/>
        </pc:sldMkLst>
        <pc:spChg chg="add mod">
          <ac:chgData name="Sini Mathew" userId="3875fe58a975fc01" providerId="LiveId" clId="{519D7FD5-A9DC-4E82-B962-E8E4439C3C27}" dt="2025-04-10T12:38:16.053" v="3252" actId="20577"/>
          <ac:spMkLst>
            <pc:docMk/>
            <pc:sldMk cId="1642818660" sldId="1735"/>
            <ac:spMk id="3" creationId="{F62A808D-4858-0178-DC4D-33CB2AAAD12A}"/>
          </ac:spMkLst>
        </pc:spChg>
        <pc:spChg chg="mod">
          <ac:chgData name="Sini Mathew" userId="3875fe58a975fc01" providerId="LiveId" clId="{519D7FD5-A9DC-4E82-B962-E8E4439C3C27}" dt="2025-04-10T12:41:11.578" v="3269" actId="20577"/>
          <ac:spMkLst>
            <pc:docMk/>
            <pc:sldMk cId="1642818660" sldId="1735"/>
            <ac:spMk id="5" creationId="{2426CC18-2A64-728A-3119-C80E56468FB8}"/>
          </ac:spMkLst>
        </pc:spChg>
        <pc:spChg chg="del">
          <ac:chgData name="Sini Mathew" userId="3875fe58a975fc01" providerId="LiveId" clId="{519D7FD5-A9DC-4E82-B962-E8E4439C3C27}" dt="2025-04-10T12:38:08.279" v="3249" actId="478"/>
          <ac:spMkLst>
            <pc:docMk/>
            <pc:sldMk cId="1642818660" sldId="1735"/>
            <ac:spMk id="7" creationId="{73B09798-0169-7E16-6861-9C45D48557B8}"/>
          </ac:spMkLst>
        </pc:spChg>
      </pc:sldChg>
      <pc:sldChg chg="addSp delSp modSp add mod">
        <pc:chgData name="Sini Mathew" userId="3875fe58a975fc01" providerId="LiveId" clId="{519D7FD5-A9DC-4E82-B962-E8E4439C3C27}" dt="2025-04-11T14:04:59.334" v="3924" actId="20577"/>
        <pc:sldMkLst>
          <pc:docMk/>
          <pc:sldMk cId="285698991" sldId="1736"/>
        </pc:sldMkLst>
        <pc:spChg chg="del">
          <ac:chgData name="Sini Mathew" userId="3875fe58a975fc01" providerId="LiveId" clId="{519D7FD5-A9DC-4E82-B962-E8E4439C3C27}" dt="2025-04-10T12:39:33.445" v="3257" actId="478"/>
          <ac:spMkLst>
            <pc:docMk/>
            <pc:sldMk cId="285698991" sldId="1736"/>
            <ac:spMk id="3" creationId="{9A8FC706-BEFD-0AE9-04AF-D602DFBD1B7F}"/>
          </ac:spMkLst>
        </pc:spChg>
        <pc:spChg chg="mod">
          <ac:chgData name="Sini Mathew" userId="3875fe58a975fc01" providerId="LiveId" clId="{519D7FD5-A9DC-4E82-B962-E8E4439C3C27}" dt="2025-04-10T12:41:22.933" v="3273" actId="20577"/>
          <ac:spMkLst>
            <pc:docMk/>
            <pc:sldMk cId="285698991" sldId="1736"/>
            <ac:spMk id="5" creationId="{9968DA8A-393A-7FF4-49F0-8262236056E3}"/>
          </ac:spMkLst>
        </pc:spChg>
        <pc:spChg chg="add mod">
          <ac:chgData name="Sini Mathew" userId="3875fe58a975fc01" providerId="LiveId" clId="{519D7FD5-A9DC-4E82-B962-E8E4439C3C27}" dt="2025-04-11T14:04:59.334" v="3924" actId="20577"/>
          <ac:spMkLst>
            <pc:docMk/>
            <pc:sldMk cId="285698991" sldId="1736"/>
            <ac:spMk id="6" creationId="{E691D73F-0459-5B94-FC20-C2708D0847B8}"/>
          </ac:spMkLst>
        </pc:spChg>
      </pc:sldChg>
      <pc:sldChg chg="addSp delSp modSp add mod">
        <pc:chgData name="Sini Mathew" userId="3875fe58a975fc01" providerId="LiveId" clId="{519D7FD5-A9DC-4E82-B962-E8E4439C3C27}" dt="2025-04-10T12:41:33.510" v="3277" actId="20577"/>
        <pc:sldMkLst>
          <pc:docMk/>
          <pc:sldMk cId="535332655" sldId="1737"/>
        </pc:sldMkLst>
        <pc:spChg chg="add mod">
          <ac:chgData name="Sini Mathew" userId="3875fe58a975fc01" providerId="LiveId" clId="{519D7FD5-A9DC-4E82-B962-E8E4439C3C27}" dt="2025-04-10T12:40:08.562" v="3263" actId="20577"/>
          <ac:spMkLst>
            <pc:docMk/>
            <pc:sldMk cId="535332655" sldId="1737"/>
            <ac:spMk id="3" creationId="{87E20F3E-8A0E-9C31-500B-BD4E75DC99D3}"/>
          </ac:spMkLst>
        </pc:spChg>
        <pc:spChg chg="mod">
          <ac:chgData name="Sini Mathew" userId="3875fe58a975fc01" providerId="LiveId" clId="{519D7FD5-A9DC-4E82-B962-E8E4439C3C27}" dt="2025-04-10T12:41:33.510" v="3277" actId="20577"/>
          <ac:spMkLst>
            <pc:docMk/>
            <pc:sldMk cId="535332655" sldId="1737"/>
            <ac:spMk id="5" creationId="{DF1AFC62-CF0F-08DF-E226-A04B81FAE321}"/>
          </ac:spMkLst>
        </pc:spChg>
        <pc:spChg chg="del">
          <ac:chgData name="Sini Mathew" userId="3875fe58a975fc01" providerId="LiveId" clId="{519D7FD5-A9DC-4E82-B962-E8E4439C3C27}" dt="2025-04-10T12:40:04.686" v="3261" actId="478"/>
          <ac:spMkLst>
            <pc:docMk/>
            <pc:sldMk cId="535332655" sldId="1737"/>
            <ac:spMk id="6" creationId="{EDACD25D-06A4-0365-A118-75DF31A3B649}"/>
          </ac:spMkLst>
        </pc:spChg>
      </pc:sldChg>
      <pc:sldChg chg="modSp add mod">
        <pc:chgData name="Sini Mathew" userId="3875fe58a975fc01" providerId="LiveId" clId="{519D7FD5-A9DC-4E82-B962-E8E4439C3C27}" dt="2025-04-10T12:45:57.315" v="3324" actId="14100"/>
        <pc:sldMkLst>
          <pc:docMk/>
          <pc:sldMk cId="1497574202" sldId="1738"/>
        </pc:sldMkLst>
        <pc:spChg chg="mod">
          <ac:chgData name="Sini Mathew" userId="3875fe58a975fc01" providerId="LiveId" clId="{519D7FD5-A9DC-4E82-B962-E8E4439C3C27}" dt="2025-04-10T12:45:57.315" v="3324" actId="14100"/>
          <ac:spMkLst>
            <pc:docMk/>
            <pc:sldMk cId="1497574202" sldId="1738"/>
            <ac:spMk id="3" creationId="{828CF08D-ED69-7067-1D3B-81E2EC4571D8}"/>
          </ac:spMkLst>
        </pc:spChg>
      </pc:sldChg>
      <pc:sldChg chg="add">
        <pc:chgData name="Sini Mathew" userId="3875fe58a975fc01" providerId="LiveId" clId="{519D7FD5-A9DC-4E82-B962-E8E4439C3C27}" dt="2025-04-10T12:46:04.827" v="3325" actId="2890"/>
        <pc:sldMkLst>
          <pc:docMk/>
          <pc:sldMk cId="101332573" sldId="1739"/>
        </pc:sldMkLst>
      </pc:sldChg>
      <pc:sldChg chg="delSp modSp add del mod">
        <pc:chgData name="Sini Mathew" userId="3875fe58a975fc01" providerId="LiveId" clId="{519D7FD5-A9DC-4E82-B962-E8E4439C3C27}" dt="2025-04-10T13:01:33.671" v="3895" actId="47"/>
        <pc:sldMkLst>
          <pc:docMk/>
          <pc:sldMk cId="2207766538" sldId="1740"/>
        </pc:sldMkLst>
        <pc:spChg chg="del mod">
          <ac:chgData name="Sini Mathew" userId="3875fe58a975fc01" providerId="LiveId" clId="{519D7FD5-A9DC-4E82-B962-E8E4439C3C27}" dt="2025-04-10T13:01:17.912" v="3891" actId="21"/>
          <ac:spMkLst>
            <pc:docMk/>
            <pc:sldMk cId="2207766538" sldId="1740"/>
            <ac:spMk id="3" creationId="{F5FDD0C5-4A6C-0264-0481-2E097D20F1CF}"/>
          </ac:spMkLst>
        </pc:spChg>
        <pc:spChg chg="del">
          <ac:chgData name="Sini Mathew" userId="3875fe58a975fc01" providerId="LiveId" clId="{519D7FD5-A9DC-4E82-B962-E8E4439C3C27}" dt="2025-04-10T12:51:51.596" v="3432" actId="478"/>
          <ac:spMkLst>
            <pc:docMk/>
            <pc:sldMk cId="2207766538" sldId="1740"/>
            <ac:spMk id="4" creationId="{7F5F8A1F-DD5F-8294-3FFC-05583F2C1A4D}"/>
          </ac:spMkLst>
        </pc:spChg>
        <pc:spChg chg="del">
          <ac:chgData name="Sini Mathew" userId="3875fe58a975fc01" providerId="LiveId" clId="{519D7FD5-A9DC-4E82-B962-E8E4439C3C27}" dt="2025-04-10T12:51:54.242" v="3433" actId="478"/>
          <ac:spMkLst>
            <pc:docMk/>
            <pc:sldMk cId="2207766538" sldId="1740"/>
            <ac:spMk id="5" creationId="{C0E487BE-0BE6-5797-1702-8D0C76799312}"/>
          </ac:spMkLst>
        </pc:spChg>
      </pc:sldChg>
      <pc:sldChg chg="addSp modSp add mod">
        <pc:chgData name="Sini Mathew" userId="3875fe58a975fc01" providerId="LiveId" clId="{519D7FD5-A9DC-4E82-B962-E8E4439C3C27}" dt="2025-04-10T12:58:42.487" v="3651" actId="1076"/>
        <pc:sldMkLst>
          <pc:docMk/>
          <pc:sldMk cId="3502560996" sldId="1741"/>
        </pc:sldMkLst>
        <pc:spChg chg="mod">
          <ac:chgData name="Sini Mathew" userId="3875fe58a975fc01" providerId="LiveId" clId="{519D7FD5-A9DC-4E82-B962-E8E4439C3C27}" dt="2025-04-10T12:58:03.021" v="3594" actId="1076"/>
          <ac:spMkLst>
            <pc:docMk/>
            <pc:sldMk cId="3502560996" sldId="1741"/>
            <ac:spMk id="3" creationId="{30AA5B01-4ACD-A32A-F648-530E4EAA788A}"/>
          </ac:spMkLst>
        </pc:spChg>
        <pc:spChg chg="add mod">
          <ac:chgData name="Sini Mathew" userId="3875fe58a975fc01" providerId="LiveId" clId="{519D7FD5-A9DC-4E82-B962-E8E4439C3C27}" dt="2025-04-10T12:58:42.487" v="3651" actId="1076"/>
          <ac:spMkLst>
            <pc:docMk/>
            <pc:sldMk cId="3502560996" sldId="1741"/>
            <ac:spMk id="4" creationId="{8D0CDB92-0F47-1416-0C19-B2E3C05A07CC}"/>
          </ac:spMkLst>
        </pc:spChg>
      </pc:sldChg>
      <pc:sldChg chg="modSp add mod">
        <pc:chgData name="Sini Mathew" userId="3875fe58a975fc01" providerId="LiveId" clId="{519D7FD5-A9DC-4E82-B962-E8E4439C3C27}" dt="2025-04-10T12:59:52.509" v="3816" actId="20577"/>
        <pc:sldMkLst>
          <pc:docMk/>
          <pc:sldMk cId="427156444" sldId="1742"/>
        </pc:sldMkLst>
        <pc:spChg chg="mod">
          <ac:chgData name="Sini Mathew" userId="3875fe58a975fc01" providerId="LiveId" clId="{519D7FD5-A9DC-4E82-B962-E8E4439C3C27}" dt="2025-04-10T12:59:22.924" v="3754" actId="20577"/>
          <ac:spMkLst>
            <pc:docMk/>
            <pc:sldMk cId="427156444" sldId="1742"/>
            <ac:spMk id="3" creationId="{CCEFB0BA-A903-9A5A-8A0B-0234C5EC87F5}"/>
          </ac:spMkLst>
        </pc:spChg>
        <pc:spChg chg="mod">
          <ac:chgData name="Sini Mathew" userId="3875fe58a975fc01" providerId="LiveId" clId="{519D7FD5-A9DC-4E82-B962-E8E4439C3C27}" dt="2025-04-10T12:59:52.509" v="3816" actId="20577"/>
          <ac:spMkLst>
            <pc:docMk/>
            <pc:sldMk cId="427156444" sldId="1742"/>
            <ac:spMk id="4" creationId="{3D1F2B0E-FF12-8809-4F50-64439C75F5B0}"/>
          </ac:spMkLst>
        </pc:spChg>
      </pc:sldChg>
      <pc:sldChg chg="modSp mod">
        <pc:chgData name="Sini Mathew" userId="3875fe58a975fc01" providerId="LiveId" clId="{519D7FD5-A9DC-4E82-B962-E8E4439C3C27}" dt="2025-04-11T14:01:40.203" v="3904" actId="1076"/>
        <pc:sldMkLst>
          <pc:docMk/>
          <pc:sldMk cId="3781339117" sldId="1743"/>
        </pc:sldMkLst>
        <pc:spChg chg="mod">
          <ac:chgData name="Sini Mathew" userId="3875fe58a975fc01" providerId="LiveId" clId="{519D7FD5-A9DC-4E82-B962-E8E4439C3C27}" dt="2025-04-11T14:01:40.203" v="3904" actId="1076"/>
          <ac:spMkLst>
            <pc:docMk/>
            <pc:sldMk cId="3781339117" sldId="1743"/>
            <ac:spMk id="6" creationId="{BC508B65-CBB1-A1FF-E534-F6B47E673BF7}"/>
          </ac:spMkLst>
        </pc:spChg>
      </pc:sldChg>
      <pc:sldChg chg="modSp mod">
        <pc:chgData name="Sini Mathew" userId="3875fe58a975fc01" providerId="LiveId" clId="{519D7FD5-A9DC-4E82-B962-E8E4439C3C27}" dt="2025-04-11T14:01:46.629" v="3905" actId="1076"/>
        <pc:sldMkLst>
          <pc:docMk/>
          <pc:sldMk cId="2335502606" sldId="1745"/>
        </pc:sldMkLst>
        <pc:spChg chg="mod">
          <ac:chgData name="Sini Mathew" userId="3875fe58a975fc01" providerId="LiveId" clId="{519D7FD5-A9DC-4E82-B962-E8E4439C3C27}" dt="2025-04-11T14:01:46.629" v="3905" actId="1076"/>
          <ac:spMkLst>
            <pc:docMk/>
            <pc:sldMk cId="2335502606" sldId="1745"/>
            <ac:spMk id="6" creationId="{8A2D2455-2392-5A17-8212-2CE65807518E}"/>
          </ac:spMkLst>
        </pc:spChg>
      </pc:sldChg>
      <pc:sldChg chg="modSp mod">
        <pc:chgData name="Sini Mathew" userId="3875fe58a975fc01" providerId="LiveId" clId="{519D7FD5-A9DC-4E82-B962-E8E4439C3C27}" dt="2025-04-11T14:01:51.961" v="3906" actId="1076"/>
        <pc:sldMkLst>
          <pc:docMk/>
          <pc:sldMk cId="3738409133" sldId="1746"/>
        </pc:sldMkLst>
        <pc:spChg chg="mod">
          <ac:chgData name="Sini Mathew" userId="3875fe58a975fc01" providerId="LiveId" clId="{519D7FD5-A9DC-4E82-B962-E8E4439C3C27}" dt="2025-04-11T14:01:51.961" v="3906" actId="1076"/>
          <ac:spMkLst>
            <pc:docMk/>
            <pc:sldMk cId="3738409133" sldId="1746"/>
            <ac:spMk id="6" creationId="{2A482090-0DB8-74C3-A3D1-96133FAABCA4}"/>
          </ac:spMkLst>
        </pc:spChg>
      </pc:sldChg>
      <pc:sldChg chg="modSp mod">
        <pc:chgData name="Sini Mathew" userId="3875fe58a975fc01" providerId="LiveId" clId="{519D7FD5-A9DC-4E82-B962-E8E4439C3C27}" dt="2025-04-11T14:01:56.490" v="3907" actId="1076"/>
        <pc:sldMkLst>
          <pc:docMk/>
          <pc:sldMk cId="3401414918" sldId="1747"/>
        </pc:sldMkLst>
        <pc:spChg chg="mod">
          <ac:chgData name="Sini Mathew" userId="3875fe58a975fc01" providerId="LiveId" clId="{519D7FD5-A9DC-4E82-B962-E8E4439C3C27}" dt="2025-04-11T14:01:56.490" v="3907" actId="1076"/>
          <ac:spMkLst>
            <pc:docMk/>
            <pc:sldMk cId="3401414918" sldId="1747"/>
            <ac:spMk id="6" creationId="{65755947-35C7-35ED-CD36-92C69EAD72E1}"/>
          </ac:spMkLst>
        </pc:spChg>
      </pc:sldChg>
      <pc:sldChg chg="modSp mod">
        <pc:chgData name="Sini Mathew" userId="3875fe58a975fc01" providerId="LiveId" clId="{519D7FD5-A9DC-4E82-B962-E8E4439C3C27}" dt="2025-04-11T14:02:17.871" v="3911" actId="1076"/>
        <pc:sldMkLst>
          <pc:docMk/>
          <pc:sldMk cId="1834825461" sldId="1748"/>
        </pc:sldMkLst>
        <pc:spChg chg="mod">
          <ac:chgData name="Sini Mathew" userId="3875fe58a975fc01" providerId="LiveId" clId="{519D7FD5-A9DC-4E82-B962-E8E4439C3C27}" dt="2025-04-11T14:02:17.871" v="3911" actId="1076"/>
          <ac:spMkLst>
            <pc:docMk/>
            <pc:sldMk cId="1834825461" sldId="1748"/>
            <ac:spMk id="3" creationId="{F35F4691-D935-37E2-B230-752A8042B270}"/>
          </ac:spMkLst>
        </pc:spChg>
      </pc:sldChg>
      <pc:sldChg chg="modSp mod">
        <pc:chgData name="Sini Mathew" userId="3875fe58a975fc01" providerId="LiveId" clId="{519D7FD5-A9DC-4E82-B962-E8E4439C3C27}" dt="2025-04-11T14:02:39.586" v="3916" actId="1076"/>
        <pc:sldMkLst>
          <pc:docMk/>
          <pc:sldMk cId="4252949132" sldId="1749"/>
        </pc:sldMkLst>
        <pc:spChg chg="mod">
          <ac:chgData name="Sini Mathew" userId="3875fe58a975fc01" providerId="LiveId" clId="{519D7FD5-A9DC-4E82-B962-E8E4439C3C27}" dt="2025-04-11T14:02:39.586" v="3916" actId="1076"/>
          <ac:spMkLst>
            <pc:docMk/>
            <pc:sldMk cId="4252949132" sldId="1749"/>
            <ac:spMk id="3" creationId="{8294AC8C-E05F-82AE-E052-10AB16C37C01}"/>
          </ac:spMkLst>
        </pc:spChg>
      </pc:sldChg>
      <pc:sldChg chg="modSp mod">
        <pc:chgData name="Sini Mathew" userId="3875fe58a975fc01" providerId="LiveId" clId="{519D7FD5-A9DC-4E82-B962-E8E4439C3C27}" dt="2025-04-11T14:02:32.966" v="3915" actId="1076"/>
        <pc:sldMkLst>
          <pc:docMk/>
          <pc:sldMk cId="3316963590" sldId="1750"/>
        </pc:sldMkLst>
        <pc:spChg chg="mod">
          <ac:chgData name="Sini Mathew" userId="3875fe58a975fc01" providerId="LiveId" clId="{519D7FD5-A9DC-4E82-B962-E8E4439C3C27}" dt="2025-04-11T14:02:32.966" v="3915" actId="1076"/>
          <ac:spMkLst>
            <pc:docMk/>
            <pc:sldMk cId="3316963590" sldId="1750"/>
            <ac:spMk id="3" creationId="{852F41C4-1725-78B3-CC03-AD0BE6BEBD06}"/>
          </ac:spMkLst>
        </pc:spChg>
      </pc:sldChg>
      <pc:sldChg chg="modSp mod">
        <pc:chgData name="Sini Mathew" userId="3875fe58a975fc01" providerId="LiveId" clId="{519D7FD5-A9DC-4E82-B962-E8E4439C3C27}" dt="2025-04-11T14:02:48.163" v="3917" actId="1076"/>
        <pc:sldMkLst>
          <pc:docMk/>
          <pc:sldMk cId="1792693648" sldId="1751"/>
        </pc:sldMkLst>
        <pc:spChg chg="mod">
          <ac:chgData name="Sini Mathew" userId="3875fe58a975fc01" providerId="LiveId" clId="{519D7FD5-A9DC-4E82-B962-E8E4439C3C27}" dt="2025-04-11T14:02:48.163" v="3917" actId="1076"/>
          <ac:spMkLst>
            <pc:docMk/>
            <pc:sldMk cId="1792693648" sldId="1751"/>
            <ac:spMk id="3" creationId="{EA9BBC11-A4C7-A137-053A-AF337993FCA0}"/>
          </ac:spMkLst>
        </pc:spChg>
      </pc:sldChg>
    </pc:docChg>
  </pc:docChgLst>
  <pc:docChgLst>
    <pc:chgData name="Sini Mathew" userId="3875fe58a975fc01" providerId="Windows Live" clId="Web-{FB1C378C-77E9-26AE-2E47-FC7A2AE45857}"/>
    <pc:docChg chg="modSld">
      <pc:chgData name="Sini Mathew" userId="3875fe58a975fc01" providerId="Windows Live" clId="Web-{FB1C378C-77E9-26AE-2E47-FC7A2AE45857}" dt="2025-04-10T13:30:43.831" v="0" actId="20577"/>
      <pc:docMkLst>
        <pc:docMk/>
      </pc:docMkLst>
      <pc:sldChg chg="modSp">
        <pc:chgData name="Sini Mathew" userId="3875fe58a975fc01" providerId="Windows Live" clId="Web-{FB1C378C-77E9-26AE-2E47-FC7A2AE45857}" dt="2025-04-10T13:30:43.831" v="0" actId="20577"/>
        <pc:sldMkLst>
          <pc:docMk/>
          <pc:sldMk cId="285698991" sldId="1736"/>
        </pc:sldMkLst>
        <pc:spChg chg="mod">
          <ac:chgData name="Sini Mathew" userId="3875fe58a975fc01" providerId="Windows Live" clId="Web-{FB1C378C-77E9-26AE-2E47-FC7A2AE45857}" dt="2025-04-10T13:30:43.831" v="0" actId="20577"/>
          <ac:spMkLst>
            <pc:docMk/>
            <pc:sldMk cId="285698991" sldId="1736"/>
            <ac:spMk id="6" creationId="{E691D73F-0459-5B94-FC20-C2708D0847B8}"/>
          </ac:spMkLst>
        </pc:spChg>
      </pc:sldChg>
    </pc:docChg>
  </pc:docChgLst>
  <pc:docChgLst>
    <pc:chgData name="Sini Mathew" userId="3875fe58a975fc01" providerId="Windows Live" clId="Web-{E4EBE46E-60FF-469F-A1AE-11349E2E57F8}"/>
    <pc:docChg chg="addSld delSld modSld">
      <pc:chgData name="Sini Mathew" userId="3875fe58a975fc01" providerId="Windows Live" clId="Web-{E4EBE46E-60FF-469F-A1AE-11349E2E57F8}" dt="2025-04-06T13:01:03.596" v="831" actId="1076"/>
      <pc:docMkLst>
        <pc:docMk/>
      </pc:docMkLst>
      <pc:sldChg chg="modSp">
        <pc:chgData name="Sini Mathew" userId="3875fe58a975fc01" providerId="Windows Live" clId="Web-{E4EBE46E-60FF-469F-A1AE-11349E2E57F8}" dt="2025-04-06T11:37:48.170" v="9" actId="20577"/>
        <pc:sldMkLst>
          <pc:docMk/>
          <pc:sldMk cId="717388547" sldId="813"/>
        </pc:sldMkLst>
        <pc:spChg chg="mod">
          <ac:chgData name="Sini Mathew" userId="3875fe58a975fc01" providerId="Windows Live" clId="Web-{E4EBE46E-60FF-469F-A1AE-11349E2E57F8}" dt="2025-04-06T11:37:48.170" v="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Sini Mathew" userId="3875fe58a975fc01" providerId="Windows Live" clId="Web-{E4EBE46E-60FF-469F-A1AE-11349E2E57F8}" dt="2025-04-06T12:01:15.914" v="288" actId="20577"/>
        <pc:sldMkLst>
          <pc:docMk/>
          <pc:sldMk cId="3717493800" sldId="821"/>
        </pc:sldMkLst>
        <pc:spChg chg="mod">
          <ac:chgData name="Sini Mathew" userId="3875fe58a975fc01" providerId="Windows Live" clId="Web-{E4EBE46E-60FF-469F-A1AE-11349E2E57F8}" dt="2025-04-06T12:01:15.914" v="288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addSp delSp modSp">
        <pc:chgData name="Sini Mathew" userId="3875fe58a975fc01" providerId="Windows Live" clId="Web-{E4EBE46E-60FF-469F-A1AE-11349E2E57F8}" dt="2025-04-06T12:14:30.253" v="449" actId="20577"/>
        <pc:sldMkLst>
          <pc:docMk/>
          <pc:sldMk cId="140346443" sldId="822"/>
        </pc:sldMkLst>
        <pc:spChg chg="mod">
          <ac:chgData name="Sini Mathew" userId="3875fe58a975fc01" providerId="Windows Live" clId="Web-{E4EBE46E-60FF-469F-A1AE-11349E2E57F8}" dt="2025-04-06T12:09:38.056" v="357" actId="20577"/>
          <ac:spMkLst>
            <pc:docMk/>
            <pc:sldMk cId="140346443" sldId="822"/>
            <ac:spMk id="2" creationId="{69072751-0DFD-E04D-8DBC-6192EE4B4B2A}"/>
          </ac:spMkLst>
        </pc:spChg>
        <pc:spChg chg="add del mod">
          <ac:chgData name="Sini Mathew" userId="3875fe58a975fc01" providerId="Windows Live" clId="Web-{E4EBE46E-60FF-469F-A1AE-11349E2E57F8}" dt="2025-04-06T12:14:30.253" v="449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Sini Mathew" userId="3875fe58a975fc01" providerId="Windows Live" clId="Web-{E4EBE46E-60FF-469F-A1AE-11349E2E57F8}" dt="2025-04-06T12:02:37.136" v="333" actId="1076"/>
        <pc:sldMkLst>
          <pc:docMk/>
          <pc:sldMk cId="2771250690" sldId="851"/>
        </pc:sldMkLst>
        <pc:spChg chg="mod">
          <ac:chgData name="Sini Mathew" userId="3875fe58a975fc01" providerId="Windows Live" clId="Web-{E4EBE46E-60FF-469F-A1AE-11349E2E57F8}" dt="2025-04-06T12:02:37.136" v="333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">
        <pc:chgData name="Sini Mathew" userId="3875fe58a975fc01" providerId="Windows Live" clId="Web-{E4EBE46E-60FF-469F-A1AE-11349E2E57F8}" dt="2025-04-06T12:59:44.344" v="809" actId="20577"/>
        <pc:sldMkLst>
          <pc:docMk/>
          <pc:sldMk cId="1416329417" sldId="949"/>
        </pc:sldMkLst>
        <pc:spChg chg="mod">
          <ac:chgData name="Sini Mathew" userId="3875fe58a975fc01" providerId="Windows Live" clId="Web-{E4EBE46E-60FF-469F-A1AE-11349E2E57F8}" dt="2025-04-06T12:59:44.344" v="809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delSp modSp">
        <pc:chgData name="Sini Mathew" userId="3875fe58a975fc01" providerId="Windows Live" clId="Web-{E4EBE46E-60FF-469F-A1AE-11349E2E57F8}" dt="2025-04-06T12:35:01.622" v="654"/>
        <pc:sldMkLst>
          <pc:docMk/>
          <pc:sldMk cId="858007124" sldId="1277"/>
        </pc:sldMkLst>
      </pc:sldChg>
      <pc:sldChg chg="modSp">
        <pc:chgData name="Sini Mathew" userId="3875fe58a975fc01" providerId="Windows Live" clId="Web-{E4EBE46E-60FF-469F-A1AE-11349E2E57F8}" dt="2025-04-06T12:09:29.024" v="353" actId="20577"/>
        <pc:sldMkLst>
          <pc:docMk/>
          <pc:sldMk cId="1217883548" sldId="1318"/>
        </pc:sldMkLst>
        <pc:spChg chg="mod">
          <ac:chgData name="Sini Mathew" userId="3875fe58a975fc01" providerId="Windows Live" clId="Web-{E4EBE46E-60FF-469F-A1AE-11349E2E57F8}" dt="2025-04-06T12:09:29.024" v="353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">
        <pc:chgData name="Sini Mathew" userId="3875fe58a975fc01" providerId="Windows Live" clId="Web-{E4EBE46E-60FF-469F-A1AE-11349E2E57F8}" dt="2025-04-06T12:35:28.998" v="662" actId="20577"/>
        <pc:sldMkLst>
          <pc:docMk/>
          <pc:sldMk cId="4765592" sldId="1388"/>
        </pc:sldMkLst>
        <pc:spChg chg="mod">
          <ac:chgData name="Sini Mathew" userId="3875fe58a975fc01" providerId="Windows Live" clId="Web-{E4EBE46E-60FF-469F-A1AE-11349E2E57F8}" dt="2025-04-06T12:35:28.998" v="662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addSp delSp modSp">
        <pc:chgData name="Sini Mathew" userId="3875fe58a975fc01" providerId="Windows Live" clId="Web-{E4EBE46E-60FF-469F-A1AE-11349E2E57F8}" dt="2025-04-06T13:01:03.596" v="831" actId="1076"/>
        <pc:sldMkLst>
          <pc:docMk/>
          <pc:sldMk cId="397177493" sldId="1389"/>
        </pc:sldMkLst>
        <pc:spChg chg="mod">
          <ac:chgData name="Sini Mathew" userId="3875fe58a975fc01" providerId="Windows Live" clId="Web-{E4EBE46E-60FF-469F-A1AE-11349E2E57F8}" dt="2025-04-06T12:59:54.563" v="811" actId="20577"/>
          <ac:spMkLst>
            <pc:docMk/>
            <pc:sldMk cId="397177493" sldId="1389"/>
            <ac:spMk id="2" creationId="{00000000-0000-0000-0000-000000000000}"/>
          </ac:spMkLst>
        </pc:spChg>
        <pc:spChg chg="add mod">
          <ac:chgData name="Sini Mathew" userId="3875fe58a975fc01" providerId="Windows Live" clId="Web-{E4EBE46E-60FF-469F-A1AE-11349E2E57F8}" dt="2025-04-06T13:01:03.596" v="831" actId="1076"/>
          <ac:spMkLst>
            <pc:docMk/>
            <pc:sldMk cId="397177493" sldId="1389"/>
            <ac:spMk id="3" creationId="{493F9790-497D-BD53-02DD-678FBB4FE1F9}"/>
          </ac:spMkLst>
        </pc:spChg>
        <pc:spChg chg="mod">
          <ac:chgData name="Sini Mathew" userId="3875fe58a975fc01" providerId="Windows Live" clId="Web-{E4EBE46E-60FF-469F-A1AE-11349E2E57F8}" dt="2025-04-06T13:00:44.408" v="829" actId="1076"/>
          <ac:spMkLst>
            <pc:docMk/>
            <pc:sldMk cId="397177493" sldId="1389"/>
            <ac:spMk id="6" creationId="{00B7E6C3-DC3B-BC8E-EE75-86995C7F8ADF}"/>
          </ac:spMkLst>
        </pc:spChg>
      </pc:sldChg>
      <pc:sldChg chg="addSp delSp modSp">
        <pc:chgData name="Sini Mathew" userId="3875fe58a975fc01" providerId="Windows Live" clId="Web-{E4EBE46E-60FF-469F-A1AE-11349E2E57F8}" dt="2025-04-06T11:56:59.359" v="271" actId="20577"/>
        <pc:sldMkLst>
          <pc:docMk/>
          <pc:sldMk cId="2716954731" sldId="1390"/>
        </pc:sldMkLst>
        <pc:spChg chg="mod">
          <ac:chgData name="Sini Mathew" userId="3875fe58a975fc01" providerId="Windows Live" clId="Web-{E4EBE46E-60FF-469F-A1AE-11349E2E57F8}" dt="2025-04-06T11:44:09.830" v="18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Sini Mathew" userId="3875fe58a975fc01" providerId="Windows Live" clId="Web-{E4EBE46E-60FF-469F-A1AE-11349E2E57F8}" dt="2025-04-06T11:56:59.359" v="271" actId="20577"/>
          <ac:spMkLst>
            <pc:docMk/>
            <pc:sldMk cId="2716954731" sldId="1390"/>
            <ac:spMk id="5" creationId="{F23B1A82-CA2E-08BD-1D0D-5AA03047C3D2}"/>
          </ac:spMkLst>
        </pc:spChg>
        <pc:spChg chg="add del mod">
          <ac:chgData name="Sini Mathew" userId="3875fe58a975fc01" providerId="Windows Live" clId="Web-{E4EBE46E-60FF-469F-A1AE-11349E2E57F8}" dt="2025-04-06T11:49:58.892" v="112" actId="20577"/>
          <ac:spMkLst>
            <pc:docMk/>
            <pc:sldMk cId="2716954731" sldId="1390"/>
            <ac:spMk id="7" creationId="{094E9A69-B612-35E4-DEEF-5092DA0A0A97}"/>
          </ac:spMkLst>
        </pc:spChg>
      </pc:sldChg>
      <pc:sldChg chg="delSp modSp">
        <pc:chgData name="Sini Mathew" userId="3875fe58a975fc01" providerId="Windows Live" clId="Web-{E4EBE46E-60FF-469F-A1AE-11349E2E57F8}" dt="2025-04-06T12:40:10.945" v="795" actId="20577"/>
        <pc:sldMkLst>
          <pc:docMk/>
          <pc:sldMk cId="3559088401" sldId="1396"/>
        </pc:sldMkLst>
        <pc:spChg chg="mod">
          <ac:chgData name="Sini Mathew" userId="3875fe58a975fc01" providerId="Windows Live" clId="Web-{E4EBE46E-60FF-469F-A1AE-11349E2E57F8}" dt="2025-04-06T12:35:38.592" v="668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Sini Mathew" userId="3875fe58a975fc01" providerId="Windows Live" clId="Web-{E4EBE46E-60FF-469F-A1AE-11349E2E57F8}" dt="2025-04-06T12:40:10.945" v="795" actId="20577"/>
          <ac:spMkLst>
            <pc:docMk/>
            <pc:sldMk cId="3559088401" sldId="1396"/>
            <ac:spMk id="4" creationId="{E8314BAA-A1C4-D93D-26CE-AE47C64DB6AB}"/>
          </ac:spMkLst>
        </pc:spChg>
        <pc:spChg chg="mod">
          <ac:chgData name="Sini Mathew" userId="3875fe58a975fc01" providerId="Windows Live" clId="Web-{E4EBE46E-60FF-469F-A1AE-11349E2E57F8}" dt="2025-04-06T12:35:53.296" v="671" actId="20577"/>
          <ac:spMkLst>
            <pc:docMk/>
            <pc:sldMk cId="3559088401" sldId="1396"/>
            <ac:spMk id="12" creationId="{744042C2-B4E0-CA2C-4D84-9A8D229A26A8}"/>
          </ac:spMkLst>
        </pc:spChg>
      </pc:sldChg>
      <pc:sldChg chg="del">
        <pc:chgData name="Sini Mathew" userId="3875fe58a975fc01" providerId="Windows Live" clId="Web-{E4EBE46E-60FF-469F-A1AE-11349E2E57F8}" dt="2025-04-06T12:36:04.999" v="674"/>
        <pc:sldMkLst>
          <pc:docMk/>
          <pc:sldMk cId="3486521272" sldId="1632"/>
        </pc:sldMkLst>
      </pc:sldChg>
      <pc:sldChg chg="del">
        <pc:chgData name="Sini Mathew" userId="3875fe58a975fc01" providerId="Windows Live" clId="Web-{E4EBE46E-60FF-469F-A1AE-11349E2E57F8}" dt="2025-04-06T12:36:05.906" v="675"/>
        <pc:sldMkLst>
          <pc:docMk/>
          <pc:sldMk cId="1004603431" sldId="1633"/>
        </pc:sldMkLst>
      </pc:sldChg>
      <pc:sldChg chg="del">
        <pc:chgData name="Sini Mathew" userId="3875fe58a975fc01" providerId="Windows Live" clId="Web-{E4EBE46E-60FF-469F-A1AE-11349E2E57F8}" dt="2025-04-06T12:36:06.718" v="676"/>
        <pc:sldMkLst>
          <pc:docMk/>
          <pc:sldMk cId="3968835907" sldId="1634"/>
        </pc:sldMkLst>
      </pc:sldChg>
      <pc:sldChg chg="modSp">
        <pc:chgData name="Sini Mathew" userId="3875fe58a975fc01" providerId="Windows Live" clId="Web-{E4EBE46E-60FF-469F-A1AE-11349E2E57F8}" dt="2025-04-06T11:57:11.250" v="275" actId="20577"/>
        <pc:sldMkLst>
          <pc:docMk/>
          <pc:sldMk cId="2217838844" sldId="1648"/>
        </pc:sldMkLst>
        <pc:spChg chg="mod">
          <ac:chgData name="Sini Mathew" userId="3875fe58a975fc01" providerId="Windows Live" clId="Web-{E4EBE46E-60FF-469F-A1AE-11349E2E57F8}" dt="2025-04-06T11:55:04.355" v="189" actId="20577"/>
          <ac:spMkLst>
            <pc:docMk/>
            <pc:sldMk cId="2217838844" sldId="1648"/>
            <ac:spMk id="2" creationId="{F46B6877-2B4C-ACDD-1D0F-6A4EF3607655}"/>
          </ac:spMkLst>
        </pc:spChg>
        <pc:spChg chg="mod">
          <ac:chgData name="Sini Mathew" userId="3875fe58a975fc01" providerId="Windows Live" clId="Web-{E4EBE46E-60FF-469F-A1AE-11349E2E57F8}" dt="2025-04-06T11:56:54.109" v="269" actId="20577"/>
          <ac:spMkLst>
            <pc:docMk/>
            <pc:sldMk cId="2217838844" sldId="1648"/>
            <ac:spMk id="3" creationId="{9B08B8AC-D4F6-2B0B-F81D-06DE3F5F7FF3}"/>
          </ac:spMkLst>
        </pc:spChg>
        <pc:spChg chg="mod">
          <ac:chgData name="Sini Mathew" userId="3875fe58a975fc01" providerId="Windows Live" clId="Web-{E4EBE46E-60FF-469F-A1AE-11349E2E57F8}" dt="2025-04-06T11:57:11.250" v="275" actId="20577"/>
          <ac:spMkLst>
            <pc:docMk/>
            <pc:sldMk cId="2217838844" sldId="1648"/>
            <ac:spMk id="5" creationId="{1A3D04E0-2BA2-B70E-C21F-60C1511AA590}"/>
          </ac:spMkLst>
        </pc:spChg>
      </pc:sldChg>
      <pc:sldChg chg="del">
        <pc:chgData name="Sini Mathew" userId="3875fe58a975fc01" providerId="Windows Live" clId="Web-{E4EBE46E-60FF-469F-A1AE-11349E2E57F8}" dt="2025-04-06T11:57:15.265" v="276"/>
        <pc:sldMkLst>
          <pc:docMk/>
          <pc:sldMk cId="3067729131" sldId="1650"/>
        </pc:sldMkLst>
      </pc:sldChg>
      <pc:sldChg chg="del">
        <pc:chgData name="Sini Mathew" userId="3875fe58a975fc01" providerId="Windows Live" clId="Web-{E4EBE46E-60FF-469F-A1AE-11349E2E57F8}" dt="2025-04-06T12:16:12.397" v="450"/>
        <pc:sldMkLst>
          <pc:docMk/>
          <pc:sldMk cId="3474857039" sldId="1681"/>
        </pc:sldMkLst>
      </pc:sldChg>
      <pc:sldChg chg="del">
        <pc:chgData name="Sini Mathew" userId="3875fe58a975fc01" providerId="Windows Live" clId="Web-{E4EBE46E-60FF-469F-A1AE-11349E2E57F8}" dt="2025-04-06T12:16:13.303" v="451"/>
        <pc:sldMkLst>
          <pc:docMk/>
          <pc:sldMk cId="2933903192" sldId="1682"/>
        </pc:sldMkLst>
      </pc:sldChg>
      <pc:sldChg chg="del">
        <pc:chgData name="Sini Mathew" userId="3875fe58a975fc01" providerId="Windows Live" clId="Web-{E4EBE46E-60FF-469F-A1AE-11349E2E57F8}" dt="2025-04-06T11:57:16.281" v="277"/>
        <pc:sldMkLst>
          <pc:docMk/>
          <pc:sldMk cId="3532354985" sldId="1688"/>
        </pc:sldMkLst>
      </pc:sldChg>
      <pc:sldChg chg="addSp delSp modSp">
        <pc:chgData name="Sini Mathew" userId="3875fe58a975fc01" providerId="Windows Live" clId="Web-{E4EBE46E-60FF-469F-A1AE-11349E2E57F8}" dt="2025-04-06T11:57:04.421" v="273" actId="20577"/>
        <pc:sldMkLst>
          <pc:docMk/>
          <pc:sldMk cId="821631254" sldId="1689"/>
        </pc:sldMkLst>
        <pc:spChg chg="mod">
          <ac:chgData name="Sini Mathew" userId="3875fe58a975fc01" providerId="Windows Live" clId="Web-{E4EBE46E-60FF-469F-A1AE-11349E2E57F8}" dt="2025-04-06T11:50:47.643" v="117" actId="20577"/>
          <ac:spMkLst>
            <pc:docMk/>
            <pc:sldMk cId="821631254" sldId="1689"/>
            <ac:spMk id="2" creationId="{2B4BC52F-8332-8E12-44D0-FB1F54BDE5BF}"/>
          </ac:spMkLst>
        </pc:spChg>
        <pc:spChg chg="add del mod">
          <ac:chgData name="Sini Mathew" userId="3875fe58a975fc01" providerId="Windows Live" clId="Web-{E4EBE46E-60FF-469F-A1AE-11349E2E57F8}" dt="2025-04-06T11:54:45.073" v="185" actId="20577"/>
          <ac:spMkLst>
            <pc:docMk/>
            <pc:sldMk cId="821631254" sldId="1689"/>
            <ac:spMk id="3" creationId="{FC47BA9C-87ED-A108-8435-11C758B3C1FB}"/>
          </ac:spMkLst>
        </pc:spChg>
        <pc:spChg chg="mod">
          <ac:chgData name="Sini Mathew" userId="3875fe58a975fc01" providerId="Windows Live" clId="Web-{E4EBE46E-60FF-469F-A1AE-11349E2E57F8}" dt="2025-04-06T11:57:04.421" v="273" actId="20577"/>
          <ac:spMkLst>
            <pc:docMk/>
            <pc:sldMk cId="821631254" sldId="1689"/>
            <ac:spMk id="5" creationId="{AF47353D-3FCD-B81F-BB48-9B0AB99CB80C}"/>
          </ac:spMkLst>
        </pc:spChg>
      </pc:sldChg>
      <pc:sldChg chg="del">
        <pc:chgData name="Sini Mathew" userId="3875fe58a975fc01" providerId="Windows Live" clId="Web-{E4EBE46E-60FF-469F-A1AE-11349E2E57F8}" dt="2025-04-06T12:08:40.741" v="334"/>
        <pc:sldMkLst>
          <pc:docMk/>
          <pc:sldMk cId="3704135981" sldId="1696"/>
        </pc:sldMkLst>
      </pc:sldChg>
      <pc:sldChg chg="del">
        <pc:chgData name="Sini Mathew" userId="3875fe58a975fc01" providerId="Windows Live" clId="Web-{E4EBE46E-60FF-469F-A1AE-11349E2E57F8}" dt="2025-04-06T12:08:41.601" v="335"/>
        <pc:sldMkLst>
          <pc:docMk/>
          <pc:sldMk cId="1037160903" sldId="1698"/>
        </pc:sldMkLst>
      </pc:sldChg>
      <pc:sldChg chg="modSp add replId">
        <pc:chgData name="Sini Mathew" userId="3875fe58a975fc01" providerId="Windows Live" clId="Web-{E4EBE46E-60FF-469F-A1AE-11349E2E57F8}" dt="2025-04-06T12:17:44.588" v="478" actId="20577"/>
        <pc:sldMkLst>
          <pc:docMk/>
          <pc:sldMk cId="2854690300" sldId="1698"/>
        </pc:sldMkLst>
        <pc:spChg chg="mod">
          <ac:chgData name="Sini Mathew" userId="3875fe58a975fc01" providerId="Windows Live" clId="Web-{E4EBE46E-60FF-469F-A1AE-11349E2E57F8}" dt="2025-04-06T12:17:44.588" v="478" actId="20577"/>
          <ac:spMkLst>
            <pc:docMk/>
            <pc:sldMk cId="2854690300" sldId="1698"/>
            <ac:spMk id="10" creationId="{9552542A-18D9-5F3C-95CF-BFC40D655498}"/>
          </ac:spMkLst>
        </pc:spChg>
      </pc:sldChg>
      <pc:sldChg chg="del">
        <pc:chgData name="Sini Mathew" userId="3875fe58a975fc01" providerId="Windows Live" clId="Web-{E4EBE46E-60FF-469F-A1AE-11349E2E57F8}" dt="2025-04-06T12:16:14.257" v="452"/>
        <pc:sldMkLst>
          <pc:docMk/>
          <pc:sldMk cId="1346273242" sldId="1699"/>
        </pc:sldMkLst>
      </pc:sldChg>
      <pc:sldChg chg="modSp add replId">
        <pc:chgData name="Sini Mathew" userId="3875fe58a975fc01" providerId="Windows Live" clId="Web-{E4EBE46E-60FF-469F-A1AE-11349E2E57F8}" dt="2025-04-06T12:18:50.043" v="508" actId="20577"/>
        <pc:sldMkLst>
          <pc:docMk/>
          <pc:sldMk cId="3491838284" sldId="1699"/>
        </pc:sldMkLst>
        <pc:spChg chg="mod">
          <ac:chgData name="Sini Mathew" userId="3875fe58a975fc01" providerId="Windows Live" clId="Web-{E4EBE46E-60FF-469F-A1AE-11349E2E57F8}" dt="2025-04-06T12:18:50.043" v="508" actId="20577"/>
          <ac:spMkLst>
            <pc:docMk/>
            <pc:sldMk cId="3491838284" sldId="1699"/>
            <ac:spMk id="10" creationId="{B4BD11B2-5AD2-0509-AF7A-95BACD905F8B}"/>
          </ac:spMkLst>
        </pc:spChg>
      </pc:sldChg>
      <pc:sldChg chg="modSp add replId">
        <pc:chgData name="Sini Mathew" userId="3875fe58a975fc01" providerId="Windows Live" clId="Web-{E4EBE46E-60FF-469F-A1AE-11349E2E57F8}" dt="2025-04-06T12:20:52.438" v="551" actId="20577"/>
        <pc:sldMkLst>
          <pc:docMk/>
          <pc:sldMk cId="4075287773" sldId="1700"/>
        </pc:sldMkLst>
        <pc:spChg chg="mod">
          <ac:chgData name="Sini Mathew" userId="3875fe58a975fc01" providerId="Windows Live" clId="Web-{E4EBE46E-60FF-469F-A1AE-11349E2E57F8}" dt="2025-04-06T12:20:52.438" v="551" actId="20577"/>
          <ac:spMkLst>
            <pc:docMk/>
            <pc:sldMk cId="4075287773" sldId="1700"/>
            <ac:spMk id="10" creationId="{6015E895-E6EE-91B0-68D1-1D4BC13E31ED}"/>
          </ac:spMkLst>
        </pc:spChg>
      </pc:sldChg>
      <pc:sldChg chg="modSp add replId">
        <pc:chgData name="Sini Mathew" userId="3875fe58a975fc01" providerId="Windows Live" clId="Web-{E4EBE46E-60FF-469F-A1AE-11349E2E57F8}" dt="2025-04-06T12:40:23.008" v="797" actId="20577"/>
        <pc:sldMkLst>
          <pc:docMk/>
          <pc:sldMk cId="853400568" sldId="1701"/>
        </pc:sldMkLst>
        <pc:spChg chg="mod">
          <ac:chgData name="Sini Mathew" userId="3875fe58a975fc01" providerId="Windows Live" clId="Web-{E4EBE46E-60FF-469F-A1AE-11349E2E57F8}" dt="2025-04-06T12:40:23.008" v="797" actId="20577"/>
          <ac:spMkLst>
            <pc:docMk/>
            <pc:sldMk cId="853400568" sldId="1701"/>
            <ac:spMk id="4" creationId="{D3BEB6C5-D60D-CBCD-A5A4-F9EF99794239}"/>
          </ac:spMkLst>
        </pc:spChg>
        <pc:spChg chg="mod">
          <ac:chgData name="Sini Mathew" userId="3875fe58a975fc01" providerId="Windows Live" clId="Web-{E4EBE46E-60FF-469F-A1AE-11349E2E57F8}" dt="2025-04-06T12:37:34.893" v="731" actId="20577"/>
          <ac:spMkLst>
            <pc:docMk/>
            <pc:sldMk cId="853400568" sldId="1701"/>
            <ac:spMk id="12" creationId="{B9C074A0-9A49-778E-6F3F-552409854315}"/>
          </ac:spMkLst>
        </pc:spChg>
      </pc:sldChg>
      <pc:sldChg chg="modSp add replId">
        <pc:chgData name="Sini Mathew" userId="3875fe58a975fc01" providerId="Windows Live" clId="Web-{E4EBE46E-60FF-469F-A1AE-11349E2E57F8}" dt="2025-04-06T12:40:36.962" v="800" actId="20577"/>
        <pc:sldMkLst>
          <pc:docMk/>
          <pc:sldMk cId="668649574" sldId="1702"/>
        </pc:sldMkLst>
        <pc:spChg chg="mod">
          <ac:chgData name="Sini Mathew" userId="3875fe58a975fc01" providerId="Windows Live" clId="Web-{E4EBE46E-60FF-469F-A1AE-11349E2E57F8}" dt="2025-04-06T12:40:36.962" v="800" actId="20577"/>
          <ac:spMkLst>
            <pc:docMk/>
            <pc:sldMk cId="668649574" sldId="1702"/>
            <ac:spMk id="4" creationId="{0920BA60-764D-4029-3306-79E739326817}"/>
          </ac:spMkLst>
        </pc:spChg>
        <pc:spChg chg="mod">
          <ac:chgData name="Sini Mathew" userId="3875fe58a975fc01" providerId="Windows Live" clId="Web-{E4EBE46E-60FF-469F-A1AE-11349E2E57F8}" dt="2025-04-06T12:39:26.881" v="793" actId="1076"/>
          <ac:spMkLst>
            <pc:docMk/>
            <pc:sldMk cId="668649574" sldId="1702"/>
            <ac:spMk id="12" creationId="{0E2685B0-6CAE-2CB3-268E-47FAB3FA25E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11/04/2025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105701-EC27-2870-9103-A1C6E52CB44F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318358" y="1011554"/>
            <a:ext cx="5968133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595069" y="1119578"/>
            <a:ext cx="5695070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Song no: 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Hosanna, Loud Hosanna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Hosanna, Loud Hosanna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736001" y="831409"/>
            <a:ext cx="791583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cs typeface="Segoe UI"/>
              </a:rPr>
              <a:t>Hosanna, Loud Hosanna, </a:t>
            </a:r>
            <a:endParaRPr lang="en-US">
              <a:cs typeface="Segoe UI"/>
            </a:endParaRPr>
          </a:p>
          <a:p>
            <a:pPr algn="ctr"/>
            <a:r>
              <a:rPr lang="en-SG" sz="2800" dirty="0">
                <a:cs typeface="Segoe UI"/>
              </a:rPr>
              <a:t>The little children sang, </a:t>
            </a:r>
            <a:endParaRPr lang="en-US">
              <a:cs typeface="Segoe UI"/>
            </a:endParaRPr>
          </a:p>
          <a:p>
            <a:pPr algn="ctr"/>
            <a:r>
              <a:rPr lang="en-SG" sz="2800" dirty="0">
                <a:cs typeface="Segoe UI"/>
              </a:rPr>
              <a:t>Through pillared court and temple, </a:t>
            </a:r>
          </a:p>
          <a:p>
            <a:pPr algn="ctr"/>
            <a:r>
              <a:rPr lang="en-SG" sz="2800" dirty="0">
                <a:cs typeface="Segoe UI"/>
              </a:rPr>
              <a:t>The joyful anthem rang, </a:t>
            </a:r>
            <a:endParaRPr lang="en-SG"/>
          </a:p>
          <a:p>
            <a:pPr algn="ctr"/>
            <a:r>
              <a:rPr lang="en-SG" sz="2800" dirty="0">
                <a:cs typeface="Segoe UI"/>
              </a:rPr>
              <a:t>To Jesus who had blessed them, </a:t>
            </a:r>
          </a:p>
          <a:p>
            <a:pPr algn="ctr"/>
            <a:r>
              <a:rPr lang="en-SG" sz="2800" dirty="0">
                <a:cs typeface="Segoe UI"/>
              </a:rPr>
              <a:t>Close folded to His breast</a:t>
            </a:r>
            <a:endParaRPr lang="en-SG"/>
          </a:p>
          <a:p>
            <a:pPr algn="ctr"/>
            <a:r>
              <a:rPr lang="en-SG" sz="2800" dirty="0">
                <a:cs typeface="Segoe UI"/>
              </a:rPr>
              <a:t>The children sang their praises, </a:t>
            </a:r>
          </a:p>
          <a:p>
            <a:pPr algn="ctr"/>
            <a:r>
              <a:rPr lang="en-SG" sz="2800" dirty="0">
                <a:cs typeface="Segoe UI"/>
              </a:rPr>
              <a:t>The simplest and the best </a:t>
            </a:r>
            <a:endParaRPr lang="en-SG"/>
          </a:p>
          <a:p>
            <a:pPr algn="ctr"/>
            <a:endParaRPr lang="en-SG" sz="2800" dirty="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3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F5D2-225B-C999-F26D-B8ACEDC4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C52F-8332-8E12-44D0-FB1F54BDE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Hosanna, Loud Hosanna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9B8F93-497E-1736-F80F-F5826BD74B9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7353D-3FCD-B81F-BB48-9B0AB99CB8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 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7BA9C-87ED-A108-8435-11C758B3C1FB}"/>
              </a:ext>
            </a:extLst>
          </p:cNvPr>
          <p:cNvSpPr txBox="1"/>
          <p:nvPr/>
        </p:nvSpPr>
        <p:spPr>
          <a:xfrm>
            <a:off x="369379" y="1068635"/>
            <a:ext cx="8368721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cs typeface="Segoe UI"/>
              </a:rPr>
              <a:t>From Olivet , they followed, </a:t>
            </a:r>
            <a:endParaRPr lang="en-US">
              <a:cs typeface="Segoe UI"/>
            </a:endParaRPr>
          </a:p>
          <a:p>
            <a:pPr algn="ctr"/>
            <a:r>
              <a:rPr lang="en-SG" sz="2800" dirty="0">
                <a:cs typeface="Segoe UI"/>
              </a:rPr>
              <a:t>Mid an exultant crowd; </a:t>
            </a:r>
            <a:endParaRPr lang="en-US" dirty="0">
              <a:cs typeface="Segoe UI"/>
            </a:endParaRPr>
          </a:p>
          <a:p>
            <a:pPr algn="ctr"/>
            <a:r>
              <a:rPr lang="en-SG" sz="2800" dirty="0">
                <a:cs typeface="Segoe UI"/>
              </a:rPr>
              <a:t>The victor palm branch waving; </a:t>
            </a:r>
          </a:p>
          <a:p>
            <a:pPr algn="ctr"/>
            <a:r>
              <a:rPr lang="en-SG" sz="2800" dirty="0">
                <a:cs typeface="Segoe UI"/>
              </a:rPr>
              <a:t>And chanting clear and loud; </a:t>
            </a:r>
            <a:endParaRPr lang="en-SG"/>
          </a:p>
          <a:p>
            <a:pPr algn="ctr"/>
            <a:r>
              <a:rPr lang="en-SG" sz="2800" dirty="0">
                <a:cs typeface="Segoe UI"/>
              </a:rPr>
              <a:t>The Lord of men and angels; </a:t>
            </a:r>
          </a:p>
          <a:p>
            <a:pPr algn="ctr"/>
            <a:r>
              <a:rPr lang="en-SG" sz="2800" dirty="0">
                <a:cs typeface="Segoe UI"/>
              </a:rPr>
              <a:t>Rode on in lowly state</a:t>
            </a:r>
            <a:endParaRPr lang="en-SG" dirty="0"/>
          </a:p>
          <a:p>
            <a:pPr algn="ctr"/>
            <a:r>
              <a:rPr lang="en-SG" sz="2800" dirty="0">
                <a:cs typeface="Segoe UI"/>
              </a:rPr>
              <a:t>Nor scorned that little children; </a:t>
            </a:r>
          </a:p>
          <a:p>
            <a:pPr algn="ctr"/>
            <a:r>
              <a:rPr lang="en-SG" sz="2800" dirty="0">
                <a:cs typeface="Segoe UI"/>
              </a:rPr>
              <a:t>Should on His bidding wait.</a:t>
            </a:r>
            <a:endParaRPr lang="en-SG" dirty="0"/>
          </a:p>
          <a:p>
            <a:pPr algn="ctr"/>
            <a:endParaRPr lang="en-SG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21631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9DCC-FF1C-627E-B31C-A8F1C322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877-2B4C-ACDD-1D0F-6A4EF360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Hosanna, Loud Hosanna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F0D2C0-8780-3569-4798-4330D727F8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D04E0-2BA2-B70E-C21F-60C1511AA59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 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8B8AC-D4F6-2B0B-F81D-06DE3F5F7FF3}"/>
              </a:ext>
            </a:extLst>
          </p:cNvPr>
          <p:cNvSpPr txBox="1"/>
          <p:nvPr/>
        </p:nvSpPr>
        <p:spPr>
          <a:xfrm>
            <a:off x="736001" y="831409"/>
            <a:ext cx="791583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>
                <a:cs typeface="Segoe UI"/>
              </a:rPr>
              <a:t>Hosanna in the highest! </a:t>
            </a:r>
            <a:endParaRPr lang="en-US"/>
          </a:p>
          <a:p>
            <a:pPr algn="ctr"/>
            <a:r>
              <a:rPr lang="en-SG" sz="2800" dirty="0">
                <a:cs typeface="Segoe UI"/>
              </a:rPr>
              <a:t>That ancient song we sing; </a:t>
            </a:r>
            <a:endParaRPr lang="en-SG"/>
          </a:p>
          <a:p>
            <a:pPr algn="ctr"/>
            <a:r>
              <a:rPr lang="en-SG" sz="2800" dirty="0">
                <a:cs typeface="Segoe UI"/>
              </a:rPr>
              <a:t>For Christ is our Redeemer; </a:t>
            </a:r>
          </a:p>
          <a:p>
            <a:pPr algn="ctr"/>
            <a:r>
              <a:rPr lang="en-SG" sz="2800" dirty="0">
                <a:cs typeface="Segoe UI"/>
              </a:rPr>
              <a:t>The Lord of Heaven our King; </a:t>
            </a:r>
            <a:endParaRPr lang="en-SG"/>
          </a:p>
          <a:p>
            <a:pPr algn="ctr"/>
            <a:r>
              <a:rPr lang="en-SG" sz="2800" dirty="0">
                <a:cs typeface="Segoe UI"/>
              </a:rPr>
              <a:t>O may we ever praise Him; </a:t>
            </a:r>
          </a:p>
          <a:p>
            <a:pPr algn="ctr"/>
            <a:r>
              <a:rPr lang="en-SG" sz="2800" dirty="0">
                <a:cs typeface="Segoe UI"/>
              </a:rPr>
              <a:t>With heart and life and voice; </a:t>
            </a:r>
            <a:endParaRPr lang="en-SG"/>
          </a:p>
          <a:p>
            <a:pPr algn="ctr"/>
            <a:r>
              <a:rPr lang="en-SG" sz="2800" dirty="0">
                <a:cs typeface="Segoe UI"/>
              </a:rPr>
              <a:t>And in His blissful presence; </a:t>
            </a:r>
          </a:p>
          <a:p>
            <a:pPr algn="ctr"/>
            <a:r>
              <a:rPr lang="en-SG" sz="2800" dirty="0">
                <a:cs typeface="Segoe UI"/>
              </a:rPr>
              <a:t>Eternally rejoice.</a:t>
            </a:r>
          </a:p>
        </p:txBody>
      </p:sp>
    </p:spTree>
    <p:extLst>
      <p:ext uri="{BB962C8B-B14F-4D97-AF65-F5344CB8AC3E}">
        <p14:creationId xmlns:p14="http://schemas.microsoft.com/office/powerpoint/2010/main" val="221783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4400" i="1" dirty="0">
                <a:solidFill>
                  <a:schemeClr val="bg1"/>
                </a:solidFill>
                <a:latin typeface="Tenorite"/>
              </a:rPr>
              <a:t>Fill thou my life, v1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145837" y="1750506"/>
            <a:ext cx="6859356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Fill thou my life, O Lord my God; </a:t>
            </a:r>
            <a:endParaRPr lang="en-US"/>
          </a:p>
          <a:p>
            <a:pPr algn="ctr"/>
            <a:r>
              <a:rPr lang="en-SG" sz="2800">
                <a:cs typeface="Segoe UI"/>
              </a:rPr>
              <a:t>In every part with praise, </a:t>
            </a:r>
          </a:p>
          <a:p>
            <a:pPr algn="ctr"/>
            <a:r>
              <a:rPr lang="en-SG" sz="2800" dirty="0">
                <a:cs typeface="Segoe UI"/>
              </a:rPr>
              <a:t>That my whole being may proclaim;</a:t>
            </a:r>
          </a:p>
          <a:p>
            <a:pPr algn="ctr"/>
            <a:r>
              <a:rPr lang="en-SG" sz="2800" dirty="0">
                <a:cs typeface="Segoe UI"/>
              </a:rPr>
              <a:t>Thy being and Thy ways</a:t>
            </a:r>
          </a:p>
          <a:p>
            <a:pPr algn="ctr"/>
            <a:endParaRPr lang="en-SG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77428" y="1278318"/>
            <a:ext cx="5260417" cy="237208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  <a:endParaRPr lang="en-GB">
              <a:solidFill>
                <a:schemeClr val="bg1"/>
              </a:solidFill>
            </a:endParaRPr>
          </a:p>
          <a:p>
            <a:r>
              <a:rPr lang="en-SG" sz="4400" dirty="0">
                <a:solidFill>
                  <a:schemeClr val="bg1"/>
                </a:solidFill>
                <a:latin typeface="Tenorite"/>
              </a:rPr>
              <a:t>Song No 135 </a:t>
            </a:r>
          </a:p>
          <a:p>
            <a:r>
              <a:rPr lang="en-SG" sz="4400" dirty="0">
                <a:solidFill>
                  <a:schemeClr val="bg1"/>
                </a:solidFill>
                <a:latin typeface="Tenorite"/>
              </a:rPr>
              <a:t>Ride on! Ride on!</a:t>
            </a:r>
            <a:endParaRPr lang="en-SG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Song No 135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92765" y="809957"/>
            <a:ext cx="596455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/>
              <a:t>Ride on! Ride on in majesty!</a:t>
            </a:r>
          </a:p>
          <a:p>
            <a:r>
              <a:rPr lang="en-SG" sz="2800" dirty="0">
                <a:cs typeface="Segoe UI"/>
              </a:rPr>
              <a:t>Hark all the tribes, Hosanna cry !</a:t>
            </a:r>
          </a:p>
          <a:p>
            <a:r>
              <a:rPr lang="en-SG" sz="2800" dirty="0">
                <a:cs typeface="Segoe UI"/>
              </a:rPr>
              <a:t>O Saviour meek, pursue Thy road</a:t>
            </a:r>
          </a:p>
          <a:p>
            <a:r>
              <a:rPr lang="en-SG" sz="2800" dirty="0">
                <a:cs typeface="Segoe UI"/>
              </a:rPr>
              <a:t>With palms and scattered garments strewed</a:t>
            </a:r>
            <a:r>
              <a:rPr lang="en-SG" sz="2800">
                <a:cs typeface="Segoe UI"/>
              </a:rPr>
              <a:t>.</a:t>
            </a:r>
            <a:endParaRPr lang="en-SG" sz="2800" dirty="0">
              <a:cs typeface="Segoe UI"/>
            </a:endParaRPr>
          </a:p>
          <a:p>
            <a:br>
              <a:rPr lang="en-SG" sz="2800" dirty="0"/>
            </a:br>
            <a:r>
              <a:rPr lang="en-SG" sz="2800" i="1" dirty="0">
                <a:solidFill>
                  <a:srgbClr val="731A02"/>
                </a:solidFill>
              </a:rPr>
              <a:t>Ride on! Ride on in majesty!</a:t>
            </a:r>
          </a:p>
          <a:p>
            <a:r>
              <a:rPr lang="en-SG" sz="2800" i="1" dirty="0">
                <a:solidFill>
                  <a:srgbClr val="731A02"/>
                </a:solidFill>
                <a:cs typeface="Segoe UI"/>
              </a:rPr>
              <a:t>In lowly pomp; ride on to die!</a:t>
            </a: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EC82-9BB1-8115-A947-28C0E3B5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F0B7-2F88-CA4D-4F3D-8D03AEC4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Song No 135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946F32-3277-AA8F-A6BD-5C289D7A1E50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0C2EB-3C0B-C783-1EB4-CBAEA26162B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2 of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F8059-7006-4246-F6CF-2844D53046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52542A-18D9-5F3C-95CF-BFC40D655498}"/>
              </a:ext>
            </a:extLst>
          </p:cNvPr>
          <p:cNvSpPr txBox="1"/>
          <p:nvPr/>
        </p:nvSpPr>
        <p:spPr>
          <a:xfrm>
            <a:off x="92765" y="809957"/>
            <a:ext cx="596455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/>
              <a:t>Ride on! Ride on in majesty!</a:t>
            </a:r>
          </a:p>
          <a:p>
            <a:r>
              <a:rPr lang="en-SG" sz="2800" dirty="0">
                <a:cs typeface="Segoe UI"/>
              </a:rPr>
              <a:t>The angel armies of the sky !</a:t>
            </a:r>
          </a:p>
          <a:p>
            <a:r>
              <a:rPr lang="en-SG" sz="2800" dirty="0">
                <a:cs typeface="Segoe UI"/>
              </a:rPr>
              <a:t>Look down with sad and wondering eyes</a:t>
            </a:r>
          </a:p>
          <a:p>
            <a:r>
              <a:rPr lang="en-SG" sz="2800" dirty="0">
                <a:cs typeface="Segoe UI"/>
              </a:rPr>
              <a:t>To see the approaching sacrifice</a:t>
            </a:r>
            <a:r>
              <a:rPr lang="en-SG" sz="2800">
                <a:cs typeface="Segoe UI"/>
              </a:rPr>
              <a:t>.</a:t>
            </a:r>
            <a:endParaRPr lang="en-SG" dirty="0"/>
          </a:p>
          <a:p>
            <a:br>
              <a:rPr lang="en-SG" sz="2800" dirty="0"/>
            </a:br>
            <a:r>
              <a:rPr lang="en-SG" sz="2800" i="1" dirty="0">
                <a:solidFill>
                  <a:srgbClr val="731A02"/>
                </a:solidFill>
              </a:rPr>
              <a:t>Ride on! Ride on in majesty!</a:t>
            </a:r>
          </a:p>
          <a:p>
            <a:r>
              <a:rPr lang="en-SG" sz="2800" i="1" dirty="0">
                <a:solidFill>
                  <a:srgbClr val="731A02"/>
                </a:solidFill>
                <a:cs typeface="Segoe UI"/>
              </a:rPr>
              <a:t>In lowly pomp; ride on to die!</a:t>
            </a:r>
          </a:p>
        </p:txBody>
      </p:sp>
    </p:spTree>
    <p:extLst>
      <p:ext uri="{BB962C8B-B14F-4D97-AF65-F5344CB8AC3E}">
        <p14:creationId xmlns:p14="http://schemas.microsoft.com/office/powerpoint/2010/main" val="2854690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32E11-22BE-F8A8-AACC-7CAFECF96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0AD7-297E-F3FA-CD9B-4B30A8E2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Song No 135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DF827B-CED6-92B5-D5A5-BF44FC5C6AB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6F729-1158-BD25-B2A4-AF043C2267E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3 of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C4F952-0F5D-1491-8D81-979EE1797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BD11B2-5AD2-0509-AF7A-95BACD905F8B}"/>
              </a:ext>
            </a:extLst>
          </p:cNvPr>
          <p:cNvSpPr txBox="1"/>
          <p:nvPr/>
        </p:nvSpPr>
        <p:spPr>
          <a:xfrm>
            <a:off x="92765" y="809957"/>
            <a:ext cx="596455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/>
              <a:t>Ride on! Ride on in majesty!</a:t>
            </a:r>
          </a:p>
          <a:p>
            <a:r>
              <a:rPr lang="en-SG" sz="2800" dirty="0">
                <a:cs typeface="Segoe UI"/>
              </a:rPr>
              <a:t>The last and fiercest strife is nigh!</a:t>
            </a:r>
            <a:endParaRPr lang="en-SG" dirty="0">
              <a:cs typeface="Segoe UI"/>
            </a:endParaRPr>
          </a:p>
          <a:p>
            <a:r>
              <a:rPr lang="en-SG" sz="2800" dirty="0">
                <a:cs typeface="Segoe UI"/>
              </a:rPr>
              <a:t>The Father on His sapphire throne, </a:t>
            </a:r>
          </a:p>
          <a:p>
            <a:r>
              <a:rPr lang="en-SG" sz="2800" dirty="0">
                <a:cs typeface="Segoe UI"/>
              </a:rPr>
              <a:t>Awaits His own anointed Son!</a:t>
            </a:r>
          </a:p>
          <a:p>
            <a:endParaRPr lang="en-SG" sz="2800" dirty="0">
              <a:cs typeface="Segoe UI"/>
            </a:endParaRPr>
          </a:p>
          <a:p>
            <a:br>
              <a:rPr lang="en-SG" sz="2800" dirty="0"/>
            </a:br>
            <a:r>
              <a:rPr lang="en-SG" sz="2800" i="1" dirty="0">
                <a:solidFill>
                  <a:srgbClr val="731A02"/>
                </a:solidFill>
              </a:rPr>
              <a:t>Ride on! Ride on in majesty!</a:t>
            </a:r>
          </a:p>
          <a:p>
            <a:r>
              <a:rPr lang="en-SG" sz="2800" i="1" dirty="0">
                <a:solidFill>
                  <a:srgbClr val="731A02"/>
                </a:solidFill>
                <a:cs typeface="Segoe UI"/>
              </a:rPr>
              <a:t>In lowly pomp; ride on to die!</a:t>
            </a:r>
          </a:p>
        </p:txBody>
      </p:sp>
    </p:spTree>
    <p:extLst>
      <p:ext uri="{BB962C8B-B14F-4D97-AF65-F5344CB8AC3E}">
        <p14:creationId xmlns:p14="http://schemas.microsoft.com/office/powerpoint/2010/main" val="3491838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9D85B-A527-18D1-69F4-535D017CA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51D9-1839-8877-EFA3-15B58D12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Song No 135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6BB612-EF87-8DCD-AB6B-8C109095DEF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E6882-673E-C1FA-6474-95D0DB9AD10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4 of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33FAB-54A7-7BE8-4FCA-9E18558C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5E895-E6EE-91B0-68D1-1D4BC13E31ED}"/>
              </a:ext>
            </a:extLst>
          </p:cNvPr>
          <p:cNvSpPr txBox="1"/>
          <p:nvPr/>
        </p:nvSpPr>
        <p:spPr>
          <a:xfrm>
            <a:off x="92765" y="809957"/>
            <a:ext cx="596455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dirty="0"/>
              <a:t>Ride on! Ride on in majesty!</a:t>
            </a:r>
          </a:p>
          <a:p>
            <a:r>
              <a:rPr lang="en-SG" sz="2800" dirty="0">
                <a:cs typeface="Segoe UI"/>
              </a:rPr>
              <a:t>In lowly pomp ride on to die; </a:t>
            </a:r>
          </a:p>
          <a:p>
            <a:r>
              <a:rPr lang="en-SG" sz="2800" dirty="0">
                <a:cs typeface="Segoe UI"/>
              </a:rPr>
              <a:t>Bow Thy meek head to mortal pain; </a:t>
            </a:r>
          </a:p>
          <a:p>
            <a:r>
              <a:rPr lang="en-SG" sz="2800" dirty="0">
                <a:cs typeface="Segoe UI"/>
              </a:rPr>
              <a:t>Then take, O God, Thy power and </a:t>
            </a:r>
            <a:r>
              <a:rPr lang="en-SG" sz="2800">
                <a:cs typeface="Segoe UI"/>
              </a:rPr>
              <a:t>reign</a:t>
            </a:r>
            <a:r>
              <a:rPr lang="en-SG" sz="2800" dirty="0">
                <a:cs typeface="Segoe UI"/>
              </a:rPr>
              <a:t> !!</a:t>
            </a:r>
          </a:p>
          <a:p>
            <a:endParaRPr lang="en-SG" sz="2800" dirty="0">
              <a:cs typeface="Segoe UI"/>
            </a:endParaRPr>
          </a:p>
          <a:p>
            <a:br>
              <a:rPr lang="en-SG" sz="2800" dirty="0"/>
            </a:br>
            <a:r>
              <a:rPr lang="en-SG" sz="2800" i="1" dirty="0">
                <a:solidFill>
                  <a:srgbClr val="731A02"/>
                </a:solidFill>
              </a:rPr>
              <a:t>Ride on! Ride on in majesty!</a:t>
            </a:r>
          </a:p>
          <a:p>
            <a:r>
              <a:rPr lang="en-SG" sz="2800" i="1" dirty="0">
                <a:solidFill>
                  <a:srgbClr val="731A02"/>
                </a:solidFill>
                <a:cs typeface="Segoe UI"/>
              </a:rPr>
              <a:t>In lowly pomp; ride on to die!</a:t>
            </a:r>
          </a:p>
        </p:txBody>
      </p:sp>
    </p:spTree>
    <p:extLst>
      <p:ext uri="{BB962C8B-B14F-4D97-AF65-F5344CB8AC3E}">
        <p14:creationId xmlns:p14="http://schemas.microsoft.com/office/powerpoint/2010/main" val="4075287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F2B6-5823-7AA4-68C8-7816FB6EB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4C887B-C243-5A8A-676A-46DFB8A789D1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CF08D-ED69-7067-1D3B-81E2EC4571D8}"/>
              </a:ext>
            </a:extLst>
          </p:cNvPr>
          <p:cNvSpPr txBox="1">
            <a:spLocks/>
          </p:cNvSpPr>
          <p:nvPr/>
        </p:nvSpPr>
        <p:spPr>
          <a:xfrm>
            <a:off x="923544" y="2163057"/>
            <a:ext cx="6885431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Choral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97574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D9776-2FDF-350C-4172-6DED078A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E432-83F1-8108-4F2C-06C14727B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Palm Sunday Procession</a:t>
            </a:r>
            <a:endParaRPr lang="en-SG" dirty="0"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154151-42C5-21B2-712A-016DA08CB3D1}"/>
              </a:ext>
            </a:extLst>
          </p:cNvPr>
          <p:cNvSpPr/>
          <p:nvPr/>
        </p:nvSpPr>
        <p:spPr>
          <a:xfrm>
            <a:off x="530352" y="694945"/>
            <a:ext cx="7635240" cy="14875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Ho-</a:t>
            </a:r>
            <a:r>
              <a:rPr lang="en-SG" sz="2800" dirty="0" err="1">
                <a:latin typeface="Segoe UI"/>
                <a:cs typeface="Segoe UI"/>
              </a:rPr>
              <a:t>san</a:t>
            </a:r>
            <a:r>
              <a:rPr lang="en-SG" sz="2800" dirty="0">
                <a:latin typeface="Segoe UI"/>
                <a:cs typeface="Segoe UI"/>
              </a:rPr>
              <a:t>-</a:t>
            </a:r>
            <a:r>
              <a:rPr lang="en-SG" sz="2800" dirty="0" err="1">
                <a:latin typeface="Segoe UI"/>
                <a:cs typeface="Segoe UI"/>
              </a:rPr>
              <a:t>na</a:t>
            </a:r>
            <a:r>
              <a:rPr lang="en-SG" sz="2800" dirty="0">
                <a:latin typeface="Segoe UI"/>
                <a:cs typeface="Segoe UI"/>
              </a:rPr>
              <a:t>, </a:t>
            </a:r>
            <a:r>
              <a:rPr lang="en-SG" sz="2800" dirty="0" err="1">
                <a:latin typeface="Segoe UI"/>
                <a:cs typeface="Segoe UI"/>
              </a:rPr>
              <a:t>ho</a:t>
            </a:r>
            <a:r>
              <a:rPr lang="en-SG" sz="2800" dirty="0">
                <a:latin typeface="Segoe UI"/>
                <a:cs typeface="Segoe UI"/>
              </a:rPr>
              <a:t>- </a:t>
            </a:r>
            <a:r>
              <a:rPr lang="en-SG" sz="2800" dirty="0" err="1">
                <a:latin typeface="Segoe UI"/>
                <a:cs typeface="Segoe UI"/>
              </a:rPr>
              <a:t>san</a:t>
            </a:r>
            <a:r>
              <a:rPr lang="en-SG" sz="2800" dirty="0">
                <a:latin typeface="Segoe UI"/>
                <a:cs typeface="Segoe UI"/>
              </a:rPr>
              <a:t>- </a:t>
            </a:r>
            <a:r>
              <a:rPr lang="en-SG" sz="2800" dirty="0" err="1">
                <a:latin typeface="Segoe UI"/>
                <a:cs typeface="Segoe UI"/>
              </a:rPr>
              <a:t>na</a:t>
            </a:r>
            <a:r>
              <a:rPr lang="en-SG" sz="2800" dirty="0">
                <a:latin typeface="Segoe UI"/>
                <a:cs typeface="Segoe UI"/>
              </a:rPr>
              <a:t>, </a:t>
            </a:r>
            <a:r>
              <a:rPr lang="en-SG" sz="2800" dirty="0" err="1">
                <a:latin typeface="Segoe UI"/>
                <a:cs typeface="Segoe UI"/>
              </a:rPr>
              <a:t>ho</a:t>
            </a:r>
            <a:r>
              <a:rPr lang="en-SG" sz="2800" dirty="0">
                <a:latin typeface="Segoe UI"/>
                <a:cs typeface="Segoe UI"/>
              </a:rPr>
              <a:t>- </a:t>
            </a:r>
            <a:r>
              <a:rPr lang="en-SG" sz="2800" dirty="0" err="1">
                <a:latin typeface="Segoe UI"/>
                <a:cs typeface="Segoe UI"/>
              </a:rPr>
              <a:t>san</a:t>
            </a:r>
            <a:r>
              <a:rPr lang="en-SG" sz="2800" dirty="0">
                <a:latin typeface="Segoe UI"/>
                <a:cs typeface="Segoe UI"/>
              </a:rPr>
              <a:t>- </a:t>
            </a:r>
            <a:r>
              <a:rPr lang="en-SG" sz="2800" dirty="0" err="1">
                <a:latin typeface="Segoe UI"/>
                <a:cs typeface="Segoe UI"/>
              </a:rPr>
              <a:t>na</a:t>
            </a: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Ho-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,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ho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,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ho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endParaRPr lang="en-SG" sz="2800" i="1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DD0C5-4A6C-0264-0481-2E097D20F1CF}"/>
              </a:ext>
            </a:extLst>
          </p:cNvPr>
          <p:cNvSpPr/>
          <p:nvPr/>
        </p:nvSpPr>
        <p:spPr>
          <a:xfrm>
            <a:off x="685800" y="2271664"/>
            <a:ext cx="7635240" cy="293413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If you keep silent , these stones will cry out 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Ho-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 ,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ho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,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Sing, Ho-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 , </a:t>
            </a:r>
            <a:endParaRPr lang="en-SG" sz="2800" i="1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594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AB80A-960D-1F3B-3383-7709CA9A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74BB-B67E-28FD-EA1B-E8B6018EE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Palm Sunday Procession</a:t>
            </a:r>
            <a:endParaRPr lang="en-SG" dirty="0"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AA5B01-4ACD-A32A-F648-530E4EAA788A}"/>
              </a:ext>
            </a:extLst>
          </p:cNvPr>
          <p:cNvSpPr/>
          <p:nvPr/>
        </p:nvSpPr>
        <p:spPr>
          <a:xfrm>
            <a:off x="548640" y="795529"/>
            <a:ext cx="7635240" cy="2451953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Blessed is he who comes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All hail the power of Jesus name,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Let loud Hosanna’s ring</a:t>
            </a:r>
            <a:r>
              <a:rPr lang="en-SG" sz="2800">
                <a:latin typeface="Segoe UI"/>
                <a:cs typeface="Segoe UI"/>
              </a:rPr>
              <a:t>!</a:t>
            </a: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Ho-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 ,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ho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, 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0CDB92-0F47-1416-0C19-B2E3C05A07CC}"/>
              </a:ext>
            </a:extLst>
          </p:cNvPr>
          <p:cNvSpPr/>
          <p:nvPr/>
        </p:nvSpPr>
        <p:spPr>
          <a:xfrm>
            <a:off x="548640" y="3173730"/>
            <a:ext cx="7635240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Bring forth the royal diadem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Sing Hosanna to our King</a:t>
            </a:r>
            <a:r>
              <a:rPr lang="en-SG" sz="2800">
                <a:latin typeface="Segoe UI"/>
                <a:cs typeface="Segoe UI"/>
              </a:rPr>
              <a:t>!</a:t>
            </a: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Ho-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 ,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ho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, 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560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8AA30-319D-D885-FF75-1EF57C39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33E9-56D8-06C0-9AD8-CD7DED02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Palm Sunday Procession</a:t>
            </a:r>
            <a:endParaRPr lang="en-SG" dirty="0"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EFB0BA-A903-9A5A-8A0B-0234C5EC87F5}"/>
              </a:ext>
            </a:extLst>
          </p:cNvPr>
          <p:cNvSpPr/>
          <p:nvPr/>
        </p:nvSpPr>
        <p:spPr>
          <a:xfrm>
            <a:off x="548640" y="795529"/>
            <a:ext cx="8034507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Let every kindred every tribe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On this terrestrial ball</a:t>
            </a:r>
            <a:r>
              <a:rPr lang="en-SG" sz="2800">
                <a:latin typeface="Segoe UI"/>
                <a:cs typeface="Segoe UI"/>
              </a:rPr>
              <a:t>,</a:t>
            </a: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Blessed is He who comes in the name of the Lord, 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1F2B0E-FF12-8809-4F50-64439C75F5B0}"/>
              </a:ext>
            </a:extLst>
          </p:cNvPr>
          <p:cNvSpPr/>
          <p:nvPr/>
        </p:nvSpPr>
        <p:spPr>
          <a:xfrm>
            <a:off x="548640" y="3173730"/>
            <a:ext cx="7635240" cy="196977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To Him all majesty ascribe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And crown Him Lord of all</a:t>
            </a:r>
            <a:r>
              <a:rPr lang="en-SG" sz="2800">
                <a:latin typeface="Segoe UI"/>
                <a:cs typeface="Segoe UI"/>
              </a:rPr>
              <a:t> !</a:t>
            </a: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Sing Ho-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 , sing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ho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san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- </a:t>
            </a:r>
            <a:r>
              <a:rPr lang="en-SG" sz="2800" i="1" dirty="0" err="1">
                <a:solidFill>
                  <a:srgbClr val="731A02"/>
                </a:solidFill>
                <a:latin typeface="Segoe UI"/>
                <a:cs typeface="Segoe UI"/>
              </a:rPr>
              <a:t>na</a:t>
            </a: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, 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56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D7005-E502-B2DA-57C9-1FDFFFC5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9FAC-6EB6-B87F-C270-BFDA39060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Confession – God of Mercy and compassion</a:t>
            </a:r>
            <a:endParaRPr lang="en-SG" dirty="0"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F57B6B-48D6-558F-AD56-81FF928F5DCD}"/>
              </a:ext>
            </a:extLst>
          </p:cNvPr>
          <p:cNvSpPr/>
          <p:nvPr/>
        </p:nvSpPr>
        <p:spPr>
          <a:xfrm>
            <a:off x="916826" y="913284"/>
            <a:ext cx="7301974" cy="458587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God of mercy and compassion, </a:t>
            </a:r>
            <a:endParaRPr lang="en-US" dirty="0"/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Look with pity upon me,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Father, let me call Thee Father,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"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Tis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Thy child returns to Thee</a:t>
            </a:r>
          </a:p>
          <a:p>
            <a:pPr algn="ctr">
              <a:spcAft>
                <a:spcPts val="400"/>
              </a:spcAft>
            </a:pPr>
            <a:endParaRPr lang="en-SG" sz="100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Jesus, Lord I ask for mercy; </a:t>
            </a:r>
            <a:endParaRPr lang="en-SG" dirty="0"/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Let me not implore in vain; 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All my sins, I now detest them; </a:t>
            </a:r>
            <a:endParaRPr lang="en-SG" sz="2800" i="1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Never will I sin again. </a:t>
            </a:r>
            <a:endParaRPr lang="en-SG" sz="2800" i="1" dirty="0">
              <a:solidFill>
                <a:srgbClr val="731A0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32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104373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God of mercy and compassion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God of mercy and compassion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1 of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16826" y="803373"/>
            <a:ext cx="7301974" cy="458587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God of mercy and compassion, </a:t>
            </a:r>
            <a:endParaRPr lang="en-US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Look with pity upon me, </a:t>
            </a:r>
            <a:endParaRPr lang="en-US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Father, let me call Thee Father, </a:t>
            </a:r>
            <a:endParaRPr lang="en-US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"</a:t>
            </a:r>
            <a:r>
              <a:rPr lang="en-SG" sz="2800" dirty="0" err="1">
                <a:latin typeface="Segoe UI"/>
                <a:cs typeface="Segoe UI"/>
              </a:rPr>
              <a:t>Tis</a:t>
            </a:r>
            <a:r>
              <a:rPr lang="en-SG" sz="2800" dirty="0">
                <a:latin typeface="Segoe UI"/>
                <a:cs typeface="Segoe UI"/>
              </a:rPr>
              <a:t> Thy child returns to</a:t>
            </a:r>
            <a:r>
              <a:rPr lang="en-SG" sz="2800" dirty="0">
                <a:solidFill>
                  <a:srgbClr val="000000"/>
                </a:solidFill>
                <a:cs typeface="Segoe UI"/>
              </a:rPr>
              <a:t> 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Thee</a:t>
            </a:r>
            <a:endParaRPr lang="en-US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Jesus, Lord I ask for mercy; </a:t>
            </a: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Let me not implore in vain; </a:t>
            </a:r>
            <a:endParaRPr lang="en-US" sz="2800" dirty="0">
              <a:solidFill>
                <a:srgbClr val="000000"/>
              </a:solidFill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All my sins, I now detest them;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Never will I sin again.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A34C3-6D64-6BB5-B826-152757719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6C91-14BB-9A81-28AF-504CB6C33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God of mercy and compassion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BEB6C5-D60D-CBCD-A5A4-F9EF997942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2 of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074A0-9A49-778E-6F3F-552409854315}"/>
              </a:ext>
            </a:extLst>
          </p:cNvPr>
          <p:cNvSpPr/>
          <p:nvPr/>
        </p:nvSpPr>
        <p:spPr>
          <a:xfrm>
            <a:off x="916826" y="803373"/>
            <a:ext cx="7301974" cy="458587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By my sins, I have deserved</a:t>
            </a:r>
            <a:endParaRPr lang="en-US" dirty="0"/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Death and endless misery;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Hell with all its pains and torments;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And for all eternity. </a:t>
            </a:r>
          </a:p>
          <a:p>
            <a:pPr algn="ctr"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Jesus, Lord I ask for mercy; </a:t>
            </a: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Let me not implore in vain; </a:t>
            </a:r>
            <a:endParaRPr lang="en-US" sz="2800" dirty="0">
              <a:solidFill>
                <a:srgbClr val="000000"/>
              </a:solidFill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All my sins, I now detest them;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Never will I sin again.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53400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D64A7-6B81-939D-8CAF-7929223E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F5D5-1A98-C0B7-7176-9935BF08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dirty="0">
                <a:latin typeface="Segoe UI"/>
                <a:cs typeface="Segoe UI"/>
              </a:rPr>
              <a:t>God of mercy and compassion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0BA60-764D-4029-3306-79E73932681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 : 3 of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2685B0-6CAE-2CB3-268E-47FAB3FA25EB}"/>
              </a:ext>
            </a:extLst>
          </p:cNvPr>
          <p:cNvSpPr/>
          <p:nvPr/>
        </p:nvSpPr>
        <p:spPr>
          <a:xfrm>
            <a:off x="916826" y="792590"/>
            <a:ext cx="7301974" cy="458587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See our Saviour, bleeding , dying; </a:t>
            </a:r>
            <a:endParaRPr lang="en-US" dirty="0"/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On the cross of Calvary;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To that cross my sins have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nail'd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him;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Yet He bleeds and dies for me. </a:t>
            </a:r>
          </a:p>
          <a:p>
            <a:pPr algn="ctr"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Jesus, Lord I ask for mercy; </a:t>
            </a:r>
            <a:endParaRPr lang="en-SG" sz="2800" dirty="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Let me not implore in vain; </a:t>
            </a:r>
            <a:endParaRPr lang="en-US" sz="2800" dirty="0">
              <a:solidFill>
                <a:srgbClr val="000000"/>
              </a:solidFill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All my sins, I now detest them;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Never will I sin again. 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68649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err="1">
                <a:solidFill>
                  <a:prstClr val="white"/>
                </a:solidFill>
                <a:latin typeface="Segoe UI"/>
                <a:cs typeface="Segoe UI"/>
              </a:rPr>
              <a:t>marhudivasam</a:t>
            </a:r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… (KK 132)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</a:t>
            </a:r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KK 132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2 : 1 of </a:t>
            </a:r>
            <a:r>
              <a:rPr lang="en-US" sz="1400"/>
              <a:t>5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405328" y="694639"/>
            <a:ext cx="5748727" cy="2005212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2500" lnSpcReduction="1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marhudivasam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marhiyaamakan</a:t>
            </a: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yerhushalemil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varunnundennu</a:t>
            </a: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arinju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bahu </a:t>
            </a: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janamavane</a:t>
            </a: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ethirelppaan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purapettu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poi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hoshaana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(9)</a:t>
            </a:r>
            <a:endParaRPr lang="en-SG" sz="28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3F9790-497D-BD53-02DD-678FBB4FE1F9}"/>
              </a:ext>
            </a:extLst>
          </p:cNvPr>
          <p:cNvSpPr/>
          <p:nvPr/>
        </p:nvSpPr>
        <p:spPr>
          <a:xfrm>
            <a:off x="1405328" y="2847016"/>
            <a:ext cx="6333343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adpZnhkw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adnbaI³ </a:t>
            </a: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sbcpiteanÂ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hcp¶ps¬S¶p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Adnªp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_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P\ahs\ 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FXntcÂ¸m³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pds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¸«pt]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mbv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tlmim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\m (9)</a:t>
            </a:r>
            <a:endParaRPr kumimoji="0" lang="en-SG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AB215-9FFE-DD70-41D5-7A4EC276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6B23-D20A-1C8E-C764-9DA013A38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–KK 132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95D57-58D0-292F-33FA-860A99CFF4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508B65-CBB1-A1FF-E534-F6B47E673BF7}"/>
              </a:ext>
            </a:extLst>
          </p:cNvPr>
          <p:cNvSpPr/>
          <p:nvPr/>
        </p:nvSpPr>
        <p:spPr>
          <a:xfrm>
            <a:off x="1341021" y="720358"/>
            <a:ext cx="5748727" cy="1849761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eeththappana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kurutholakalh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cherhthu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kayyil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ethirettu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cheerhtha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modam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poond-avane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vaazhththi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mahaa-nandaththode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hoshaana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(9)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855845-FD6A-2A3C-3D5D-C9310EAF432E}"/>
              </a:ext>
            </a:extLst>
          </p:cNvPr>
          <p:cNvSpPr/>
          <p:nvPr/>
        </p:nvSpPr>
        <p:spPr>
          <a:xfrm>
            <a:off x="1405328" y="2573381"/>
            <a:ext cx="6333343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Cu¯¸\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Ipcpt¯meIÄ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tNÀ¯p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ssIbnÂ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FXntcäp</a:t>
            </a:r>
            <a:endParaRPr lang="en-US" sz="2800" b="0" i="0" u="none" strike="noStrike" baseline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NoÀ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¯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tamZw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q¬Shs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hmgv¯n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alm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SG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vZ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t¯msS</a:t>
            </a:r>
            <a:endParaRPr lang="en-US" sz="2800" b="0" i="0" u="none" strike="noStrike" baseline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tlmim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\m (9)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339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1D15E-9CBE-C0BD-5939-09D3F8F10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D46B-7B81-FD43-D99D-6D4484B0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–KK 132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D0499-A86D-46F6-3E7D-044FC6F0681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D2455-2392-5A17-8212-2CE65807518E}"/>
              </a:ext>
            </a:extLst>
          </p:cNvPr>
          <p:cNvSpPr/>
          <p:nvPr/>
        </p:nvSpPr>
        <p:spPr>
          <a:xfrm>
            <a:off x="1405328" y="720358"/>
            <a:ext cx="5748727" cy="1849761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karthaavinte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thirunaamaththil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</a:t>
            </a:r>
            <a:r>
              <a:rPr lang="en-US" sz="2800" dirty="0">
                <a:solidFill>
                  <a:prstClr val="black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arum </a:t>
            </a:r>
            <a:r>
              <a:rPr lang="en-US" sz="2800" dirty="0" err="1">
                <a:solidFill>
                  <a:prstClr val="black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israayelin</a:t>
            </a:r>
            <a:r>
              <a:rPr lang="en-US" sz="2800" dirty="0">
                <a:solidFill>
                  <a:prstClr val="black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rajaavu</a:t>
            </a:r>
            <a:endParaRPr lang="en-US" sz="2800" dirty="0">
              <a:solidFill>
                <a:prstClr val="black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vaazhththappetton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aakayennu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err="1">
                <a:solidFill>
                  <a:prstClr val="black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aarhththavarh</a:t>
            </a:r>
            <a:r>
              <a:rPr lang="en-US" sz="2800" dirty="0">
                <a:solidFill>
                  <a:prstClr val="black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kee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rhthicheedinaarh</a:t>
            </a:r>
            <a:endParaRPr lang="en-US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hoshaana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(9)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F6843-6CEB-6E45-845B-4B25DAB02082}"/>
              </a:ext>
            </a:extLst>
          </p:cNvPr>
          <p:cNvSpPr/>
          <p:nvPr/>
        </p:nvSpPr>
        <p:spPr>
          <a:xfrm>
            <a:off x="1405328" y="2573381"/>
            <a:ext cx="6333343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IÀ¯mhnsâ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Xncp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ma¯nÂ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hcpan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{kmtben³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cmPmhp</a:t>
            </a:r>
            <a:endParaRPr lang="en-US" sz="2800" b="0" i="0" u="none" strike="noStrike" baseline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hmgv¯s¸t«m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mIsb¶p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BÀ¯hÀ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Iocv¯n¨oSn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mÀ</a:t>
            </a:r>
            <a:endParaRPr lang="en-US" sz="2800" b="0" i="0" u="none" strike="noStrike" baseline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tlmim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\m (9)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5502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974A2-716E-99FB-CBA2-F2D41C5F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F58A3-20DC-3719-F2D5-5F057AAA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–KK 132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509C1-69C8-79B3-7C6F-7C3DD3E08C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82090-0DB8-74C3-A3D1-96133FAABCA4}"/>
              </a:ext>
            </a:extLst>
          </p:cNvPr>
          <p:cNvSpPr/>
          <p:nvPr/>
        </p:nvSpPr>
        <p:spPr>
          <a:xfrm>
            <a:off x="1405328" y="668657"/>
            <a:ext cx="5748727" cy="1849761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kazhuthakkutti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kanditteshu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kayarhiyathin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melirunnu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aruthu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bhayam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ninakkethum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parama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seeyon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malamakalhe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hoshaana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(9)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201A97-93DC-C20F-DA0B-4F0ADB79E973}"/>
              </a:ext>
            </a:extLst>
          </p:cNvPr>
          <p:cNvSpPr/>
          <p:nvPr/>
        </p:nvSpPr>
        <p:spPr>
          <a:xfrm>
            <a:off x="1405328" y="2573381"/>
            <a:ext cx="6333343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IgpX¡p«n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I¬Snt«ip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IbdnbXnt·encp¶p</a:t>
            </a:r>
            <a:endParaRPr lang="en-US" sz="2800" b="0" i="0" u="none" strike="noStrike" baseline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AcpXp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`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bw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\n\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t¡Xpw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]cakotbm³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aeaItf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!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tlmim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\m (9)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84091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7C77-EEC2-4A98-356F-4345174FC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A4AD1-D462-6DA9-A4C4-EBDE9E4D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–KK 132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AD0B6-36AF-8E4B-C2EC-2437983087B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755947-35C7-35ED-CD36-92C69EAD72E1}"/>
              </a:ext>
            </a:extLst>
          </p:cNvPr>
          <p:cNvSpPr/>
          <p:nvPr/>
        </p:nvSpPr>
        <p:spPr>
          <a:xfrm>
            <a:off x="1405328" y="720358"/>
            <a:ext cx="5748727" cy="1849761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2500" lnSpcReduction="20000"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azhaki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yoru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manavaalhane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kazhal-inhaaye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karuthi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vanna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azhuki-yaalhaam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puzhuvaam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enne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kazhuki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ninte</a:t>
            </a:r>
            <a:r>
              <a:rPr lang="en-SG" sz="28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kaanthayaaka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80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hoshaana</a:t>
            </a:r>
            <a:r>
              <a:rPr lang="en-SG" sz="280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(9)</a:t>
            </a:r>
            <a:endParaRPr lang="en-SG" sz="2800" dirty="0">
              <a:solidFill>
                <a:srgbClr val="000000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466593-B8B1-D69F-C4A1-0224323323FB}"/>
              </a:ext>
            </a:extLst>
          </p:cNvPr>
          <p:cNvSpPr/>
          <p:nvPr/>
        </p:nvSpPr>
        <p:spPr>
          <a:xfrm>
            <a:off x="1405328" y="2573381"/>
            <a:ext cx="6333343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AgInsbmcp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aWhmft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IgenWsb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IcpXnh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¶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AgpInbmfmw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pgphmsas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¶ 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IgpIn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Im´bm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¡!</a:t>
            </a:r>
          </a:p>
          <a:p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tlmim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\m (9)</a:t>
            </a:r>
            <a:endParaRPr kumimoji="0" lang="en-SG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L-TTKarthika" panose="04000000000000000000" pitchFamily="82" charset="0"/>
              <a:ea typeface="Calibri" panose="020F050202020403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414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 err="1">
                <a:solidFill>
                  <a:prstClr val="white"/>
                </a:solidFill>
                <a:latin typeface="Segoe UI"/>
                <a:cs typeface="Segoe UI"/>
              </a:rPr>
              <a:t>maanam</a:t>
            </a:r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 </a:t>
            </a:r>
            <a:r>
              <a:rPr lang="en-US" err="1">
                <a:solidFill>
                  <a:prstClr val="white"/>
                </a:solidFill>
                <a:latin typeface="Segoe UI"/>
                <a:cs typeface="Segoe UI"/>
              </a:rPr>
              <a:t>mahathwam</a:t>
            </a:r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… (KK 134)</a:t>
            </a:r>
            <a:endParaRPr lang="en-US" dirty="0">
              <a:solidFill>
                <a:prstClr val="white"/>
              </a:solidFill>
              <a:latin typeface="Segoe UI"/>
              <a:cs typeface="Segoe UI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 KK 134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736141" y="696470"/>
            <a:ext cx="5671718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maanam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mahathwam</a:t>
            </a:r>
            <a:r>
              <a:rPr lang="en-SG" sz="2800" dirty="0">
                <a:latin typeface="Segoe UI"/>
                <a:cs typeface="Segoe UI"/>
              </a:rPr>
              <a:t>, </a:t>
            </a:r>
            <a:r>
              <a:rPr lang="en-SG" sz="2800" dirty="0" err="1">
                <a:latin typeface="Segoe UI"/>
                <a:cs typeface="Segoe UI"/>
              </a:rPr>
              <a:t>sthothram</a:t>
            </a: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ninakku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rakshaka</a:t>
            </a: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shishukkalh</a:t>
            </a:r>
            <a:r>
              <a:rPr lang="en-SG" sz="2800" dirty="0">
                <a:latin typeface="Segoe UI"/>
                <a:cs typeface="Segoe UI"/>
              </a:rPr>
              <a:t> ninne </a:t>
            </a:r>
            <a:r>
              <a:rPr lang="en-SG" sz="2800" dirty="0" err="1">
                <a:latin typeface="Segoe UI"/>
                <a:cs typeface="Segoe UI"/>
              </a:rPr>
              <a:t>vaazhththi</a:t>
            </a: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hoshaana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aarhththavarh</a:t>
            </a: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CA867-8C09-0068-966A-95F879A08EDC}"/>
              </a:ext>
            </a:extLst>
          </p:cNvPr>
          <p:cNvSpPr/>
          <p:nvPr/>
        </p:nvSpPr>
        <p:spPr>
          <a:xfrm>
            <a:off x="1736141" y="2971057"/>
            <a:ext cx="5287229" cy="2122728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r>
              <a:rPr lang="pl-PL" sz="2800" b="0" i="0" u="none" strike="noStrike" baseline="0" dirty="0">
                <a:latin typeface="ML-TTKarthika" panose="04000000000000000000" pitchFamily="82" charset="0"/>
              </a:rPr>
              <a:t>am\w alXzw, kvtXm{Xw </a:t>
            </a:r>
          </a:p>
          <a:p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\n\¡p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c£Im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</a:p>
          <a:p>
            <a:r>
              <a:rPr lang="pt-BR" sz="2800" b="0" i="0" u="none" strike="noStrike" baseline="0" dirty="0">
                <a:latin typeface="ML-TTKarthika" panose="04000000000000000000" pitchFamily="82" charset="0"/>
              </a:rPr>
              <a:t>inip¡Ä \ns¶ hmgv¯n </a:t>
            </a: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tlmim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\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BÀ¯hÀ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  <a:endParaRPr lang="en-SG" sz="12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B7C02-1101-3514-1427-F7EA36516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3F651-8652-8ED8-E23D-7D0E8C1E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 KK 134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42C30-7A36-3A6A-97F6-6F5EEC76279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A7839-6273-B042-BD1D-408C8DAF3B2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3F28A-8B49-5917-DDA8-25C53B95AD3F}"/>
              </a:ext>
            </a:extLst>
          </p:cNvPr>
          <p:cNvSpPr/>
          <p:nvPr/>
        </p:nvSpPr>
        <p:spPr>
          <a:xfrm>
            <a:off x="1736141" y="696470"/>
            <a:ext cx="5671718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/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israel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raajan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neeye</a:t>
            </a: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yishaayi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vamshajan</a:t>
            </a: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karththaavin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kristhu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vaazhka</a:t>
            </a: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vaazhththunnengalh</a:t>
            </a:r>
            <a:r>
              <a:rPr lang="en-SG" sz="2800" dirty="0">
                <a:latin typeface="Segoe UI"/>
                <a:cs typeface="Segoe UI"/>
              </a:rPr>
              <a:t> ninne</a:t>
            </a:r>
          </a:p>
          <a:p>
            <a:pPr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F4691-D935-37E2-B230-752A8042B270}"/>
              </a:ext>
            </a:extLst>
          </p:cNvPr>
          <p:cNvSpPr/>
          <p:nvPr/>
        </p:nvSpPr>
        <p:spPr>
          <a:xfrm>
            <a:off x="1736141" y="3104406"/>
            <a:ext cx="4232663" cy="1815882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bn{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kmtbÂ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cmP³ \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otb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bnÈmbn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hwiP³ </a:t>
            </a:r>
          </a:p>
          <a:p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IÀ¯mhn³ {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InkvX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,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hmgvI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hmgv¯ps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¶§Ä \ns¶ </a:t>
            </a:r>
            <a:endParaRPr lang="en-SG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34825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AEEAB-1B44-CDC5-0439-167D1880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279C-6708-A303-6EA3-23CC1A4FC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 KK 134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3458F-13E6-356A-8E02-8C2C8CEE57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B5A50B-0F3C-785D-F63F-445394450BE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198C63-0A6C-1E8B-0892-7A80410F782A}"/>
              </a:ext>
            </a:extLst>
          </p:cNvPr>
          <p:cNvSpPr/>
          <p:nvPr/>
        </p:nvSpPr>
        <p:spPr>
          <a:xfrm>
            <a:off x="1736141" y="696470"/>
            <a:ext cx="5671718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maalaaha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vrindam</a:t>
            </a:r>
            <a:r>
              <a:rPr lang="en-SG" sz="2800" dirty="0">
                <a:latin typeface="Segoe UI"/>
                <a:cs typeface="Segoe UI"/>
              </a:rPr>
              <a:t> ninne</a:t>
            </a:r>
          </a:p>
          <a:p>
            <a:pPr>
              <a:spcAft>
                <a:spcPts val="400"/>
              </a:spcAft>
            </a:pP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mel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loke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vaazhththunnu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marhthyarum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srishti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sarvam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keerththikkunnengume</a:t>
            </a: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2F41C4-1725-78B3-CC03-AD0BE6BEBD06}"/>
              </a:ext>
            </a:extLst>
          </p:cNvPr>
          <p:cNvSpPr/>
          <p:nvPr/>
        </p:nvSpPr>
        <p:spPr>
          <a:xfrm>
            <a:off x="1736141" y="2947202"/>
            <a:ext cx="5085283" cy="1966821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amemlm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hr</a:t>
            </a:r>
            <a:r>
              <a:rPr lang="pl-PL" sz="2800" b="0" i="0" u="none" strike="noStrike" baseline="0" dirty="0">
                <a:latin typeface="ML-TTKarthika" panose="04000000000000000000" pitchFamily="82" charset="0"/>
              </a:rPr>
              <a:t>\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v</a:t>
            </a:r>
            <a:r>
              <a:rPr lang="en-SG" sz="2800" dirty="0" err="1">
                <a:latin typeface="ML-TTKarthika" panose="04000000000000000000" pitchFamily="82" charset="0"/>
              </a:rPr>
              <a:t>Z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w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\ns¶</a:t>
            </a: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taÂ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temtI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hmgv¯p¶p</a:t>
            </a:r>
            <a:endParaRPr lang="en-SG" sz="2800" b="0" i="0" u="none" strike="noStrike" baseline="0" dirty="0">
              <a:latin typeface="ML-TTKarthika" panose="04000000000000000000" pitchFamily="82" charset="0"/>
            </a:endParaRP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aÀ¯ycpw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krjvSn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kÀÆw</a:t>
            </a:r>
            <a:endParaRPr lang="en-SG" sz="2800" b="0" i="0" u="none" strike="noStrike" baseline="0" dirty="0">
              <a:latin typeface="ML-TTKarthika" panose="04000000000000000000" pitchFamily="82" charset="0"/>
            </a:endParaRP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IoÀ¯n¡ps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¶§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psa</a:t>
            </a:r>
            <a:endParaRPr lang="en-SG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16963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DC40-D853-130D-5BB4-B2C8B3C4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CB85B-BB36-034F-0231-8CDE94F8E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 KK 134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E7EB0-5523-7FA9-1633-BC6AD34BC6F5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260B91-EAD1-D5C6-BF90-6B9E431CF4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3AE89E-D2B0-FA04-B738-8148B4DC2D25}"/>
              </a:ext>
            </a:extLst>
          </p:cNvPr>
          <p:cNvSpPr/>
          <p:nvPr/>
        </p:nvSpPr>
        <p:spPr>
          <a:xfrm>
            <a:off x="1736141" y="696470"/>
            <a:ext cx="5671718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nin </a:t>
            </a:r>
            <a:r>
              <a:rPr lang="en-SG" sz="2800" dirty="0" err="1">
                <a:latin typeface="Segoe UI"/>
                <a:cs typeface="Segoe UI"/>
              </a:rPr>
              <a:t>maargge</a:t>
            </a:r>
            <a:r>
              <a:rPr lang="en-SG" sz="2800" dirty="0">
                <a:latin typeface="Segoe UI"/>
                <a:cs typeface="Segoe UI"/>
              </a:rPr>
              <a:t> </a:t>
            </a:r>
            <a:r>
              <a:rPr lang="en-SG" sz="2800" dirty="0" err="1">
                <a:latin typeface="Segoe UI"/>
                <a:cs typeface="Segoe UI"/>
              </a:rPr>
              <a:t>kuruththola</a:t>
            </a: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ankiyum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ittavarh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yaachana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sthothram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nin mun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ee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janam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arppichchu</a:t>
            </a: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94AC8C-E05F-82AE-E052-10AB16C37C01}"/>
              </a:ext>
            </a:extLst>
          </p:cNvPr>
          <p:cNvSpPr/>
          <p:nvPr/>
        </p:nvSpPr>
        <p:spPr>
          <a:xfrm>
            <a:off x="1736141" y="3076495"/>
            <a:ext cx="4232663" cy="1815882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\n³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amÀs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¤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Ipcpt¯me</a:t>
            </a:r>
            <a:endParaRPr lang="en-SG" sz="2800" b="0" i="0" u="none" strike="noStrike" baseline="0" dirty="0">
              <a:latin typeface="ML-TTKarthika" panose="04000000000000000000" pitchFamily="82" charset="0"/>
            </a:endParaRP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A¦nbpw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C«hÀ</a:t>
            </a:r>
            <a:endParaRPr lang="en-SG" sz="2800" b="0" i="0" u="none" strike="noStrike" baseline="0" dirty="0">
              <a:latin typeface="ML-TTKarthika" panose="04000000000000000000" pitchFamily="82" charset="0"/>
            </a:endParaRP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bmN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\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kvtXm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{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Xw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\n·p³</a:t>
            </a:r>
          </a:p>
          <a:p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Cu P\w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AÀ¸n¨p</a:t>
            </a:r>
            <a:endParaRPr lang="en-SG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529491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C5D85-A4C4-1F29-E0FF-EA193C99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40BE-9AC9-9E57-8812-41BA01ED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 KK 134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08D77-331C-F9BC-6607-51AE7147CB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52B76-62B0-73C4-0AF4-6FEB217341C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632CCA-08E0-517F-EBE3-B4F4050D766C}"/>
              </a:ext>
            </a:extLst>
          </p:cNvPr>
          <p:cNvSpPr/>
          <p:nvPr/>
        </p:nvSpPr>
        <p:spPr>
          <a:xfrm>
            <a:off x="1736141" y="696470"/>
            <a:ext cx="5671718" cy="1971779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>
              <a:spcAft>
                <a:spcPts val="400"/>
              </a:spcAft>
            </a:pPr>
            <a:r>
              <a:rPr lang="en-SG" sz="2800" dirty="0" err="1">
                <a:latin typeface="Segoe UI"/>
                <a:cs typeface="Segoe UI"/>
              </a:rPr>
              <a:t>kaikkondu</a:t>
            </a:r>
            <a:r>
              <a:rPr lang="en-SG" sz="2800" dirty="0">
                <a:latin typeface="Segoe UI"/>
                <a:cs typeface="Segoe UI"/>
              </a:rPr>
              <a:t> nee aa </a:t>
            </a:r>
            <a:r>
              <a:rPr lang="en-SG" sz="2800" dirty="0" err="1">
                <a:latin typeface="Segoe UI"/>
                <a:cs typeface="Segoe UI"/>
              </a:rPr>
              <a:t>sthuthi</a:t>
            </a: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kelhkkengalh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yaachana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sarvva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nanmayin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naathha</a:t>
            </a: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kripaalo</a:t>
            </a: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en-SG" sz="2800" dirty="0" err="1">
                <a:solidFill>
                  <a:srgbClr val="000000"/>
                </a:solidFill>
                <a:latin typeface="Segoe UI"/>
                <a:cs typeface="Segoe UI"/>
              </a:rPr>
              <a:t>raajaave</a:t>
            </a: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9BBC11-A4C7-A137-053A-AF337993FCA0}"/>
              </a:ext>
            </a:extLst>
          </p:cNvPr>
          <p:cNvSpPr/>
          <p:nvPr/>
        </p:nvSpPr>
        <p:spPr>
          <a:xfrm>
            <a:off x="1736141" y="3058741"/>
            <a:ext cx="4232663" cy="1815882"/>
          </a:xfrm>
          <a:prstGeom prst="rect">
            <a:avLst/>
          </a:prstGeom>
        </p:spPr>
        <p:txBody>
          <a:bodyPr wrap="square" lIns="91440" tIns="45720" rIns="91440" bIns="45720" anchor="t">
            <a:normAutofit fontScale="92500"/>
          </a:bodyPr>
          <a:lstStyle/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ssIs¡m¬Sp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\o B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kvXpXn</a:t>
            </a:r>
            <a:endParaRPr lang="en-SG" sz="2800" b="0" i="0" u="none" strike="noStrike" baseline="0" dirty="0">
              <a:latin typeface="ML-TTKarthika" panose="04000000000000000000" pitchFamily="82" charset="0"/>
            </a:endParaRP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tIÄs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¡§Ä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bmN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\</a:t>
            </a: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kÀÆ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\·bn³ \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mYm</a:t>
            </a:r>
            <a:endParaRPr lang="en-SG" sz="2800" b="0" i="0" u="none" strike="noStrike" baseline="0" dirty="0">
              <a:latin typeface="ML-TTKarthika" panose="04000000000000000000" pitchFamily="82" charset="0"/>
            </a:endParaRPr>
          </a:p>
          <a:p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Ir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]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mtem</a:t>
            </a:r>
            <a:r>
              <a:rPr lang="en-SG" sz="2800" b="0" i="0" u="none" strike="noStrike" baseline="0" dirty="0">
                <a:latin typeface="ML-TTKarthika" panose="04000000000000000000" pitchFamily="82" charset="0"/>
              </a:rPr>
              <a:t> </a:t>
            </a:r>
            <a:r>
              <a:rPr lang="en-SG" sz="2800" b="0" i="0" u="none" strike="noStrike" baseline="0" dirty="0" err="1">
                <a:latin typeface="ML-TTKarthika" panose="04000000000000000000" pitchFamily="82" charset="0"/>
              </a:rPr>
              <a:t>cmPmth</a:t>
            </a:r>
            <a:endParaRPr lang="en-SG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926936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Forty days and Forty nights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Forty days and Forty nights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1 of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229870" y="767828"/>
            <a:ext cx="8684259" cy="430887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Forty days and forty nights</a:t>
            </a:r>
            <a:endParaRPr lang="en-US" dirty="0">
              <a:solidFill>
                <a:prstClr val="black"/>
              </a:solidFill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Thou </a:t>
            </a:r>
            <a:r>
              <a:rPr lang="en-SG" sz="2800" err="1">
                <a:solidFill>
                  <a:prstClr val="black"/>
                </a:solidFill>
                <a:latin typeface="Segoe UI"/>
                <a:cs typeface="Segoe UI"/>
              </a:rPr>
              <a:t>wast</a:t>
            </a: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 fasting in the wild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Forty days and forty nights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Tempted, and yet undefiled </a:t>
            </a:r>
          </a:p>
          <a:p>
            <a:pPr>
              <a:spcAft>
                <a:spcPts val="400"/>
              </a:spcAft>
              <a:defRPr/>
            </a:pPr>
            <a:endParaRPr lang="en-SG" sz="10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endParaRPr lang="en-SG" sz="10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Sunbeams scorching all the day;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Chilly dew drops nightly shed,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Prowling beasts about Thy way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Stones Thy pillow, earth Thy bed</a:t>
            </a:r>
            <a:endParaRPr lang="en-SG" dirty="0">
              <a:solidFill>
                <a:prstClr val="black"/>
              </a:solidFill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54E9102F-4619-E3DB-AECF-B1F69EEE4971}"/>
              </a:ext>
            </a:extLst>
          </p:cNvPr>
          <p:cNvSpPr/>
          <p:nvPr/>
        </p:nvSpPr>
        <p:spPr>
          <a:xfrm>
            <a:off x="5397352" y="1033662"/>
            <a:ext cx="430528" cy="1376898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D4456-F681-2506-E936-B25E661E1CD0}"/>
              </a:ext>
            </a:extLst>
          </p:cNvPr>
          <p:cNvSpPr txBox="1"/>
          <p:nvPr/>
        </p:nvSpPr>
        <p:spPr>
          <a:xfrm>
            <a:off x="5825021" y="1463015"/>
            <a:ext cx="1638588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SG" sz="2600" i="1" dirty="0">
                <a:solidFill>
                  <a:srgbClr val="731A02"/>
                </a:solidFill>
                <a:cs typeface="Segoe UI"/>
              </a:rPr>
              <a:t>Unison</a:t>
            </a:r>
            <a:endParaRPr lang="en-US" sz="2600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BFBE105F-D5F8-71E4-CEA4-BFFF195DDF8A}"/>
              </a:ext>
            </a:extLst>
          </p:cNvPr>
          <p:cNvSpPr/>
          <p:nvPr/>
        </p:nvSpPr>
        <p:spPr>
          <a:xfrm>
            <a:off x="5632214" y="3374463"/>
            <a:ext cx="430528" cy="1376898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8352FC-711E-8066-4F40-31CD00797B2D}"/>
              </a:ext>
            </a:extLst>
          </p:cNvPr>
          <p:cNvSpPr txBox="1"/>
          <p:nvPr/>
        </p:nvSpPr>
        <p:spPr>
          <a:xfrm>
            <a:off x="6059883" y="3803816"/>
            <a:ext cx="1638588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600" i="1" dirty="0">
                <a:solidFill>
                  <a:srgbClr val="731A02"/>
                </a:solidFill>
                <a:cs typeface="Segoe UI"/>
              </a:rPr>
              <a:t>Men only</a:t>
            </a: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35DC-E57B-5299-3518-2611FB05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513E-D306-D90F-50FA-DF60949C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Forty days and Forty nights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C4B0D-55D9-71D2-2057-B28C4A2FCE2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A1520-5B63-137F-B85C-C19B39B9682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2 of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5B08F-130B-909C-2B17-2E1CAAD63970}"/>
              </a:ext>
            </a:extLst>
          </p:cNvPr>
          <p:cNvSpPr/>
          <p:nvPr/>
        </p:nvSpPr>
        <p:spPr>
          <a:xfrm>
            <a:off x="229870" y="703820"/>
            <a:ext cx="8684259" cy="430887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Shall we not Thy sorrows share,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And from earthly joys abstain;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Fasting with unceasing prayer;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Glad with thee to suffer pain?</a:t>
            </a:r>
          </a:p>
          <a:p>
            <a:pPr>
              <a:spcAft>
                <a:spcPts val="400"/>
              </a:spcAft>
              <a:defRPr/>
            </a:pPr>
            <a:endParaRPr lang="en-SG" sz="10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endParaRPr lang="en-SG" sz="10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And if Satan, vexing sore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Flesh, or spirit should assail;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Thou, his vanquisher before;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Grant we may not faint, nor fail.</a:t>
            </a:r>
            <a:endParaRPr lang="en-SG" dirty="0">
              <a:solidFill>
                <a:prstClr val="black"/>
              </a:solidFill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DB4F7B9-B7FB-84A0-7CB6-AB811C911FEA}"/>
              </a:ext>
            </a:extLst>
          </p:cNvPr>
          <p:cNvSpPr/>
          <p:nvPr/>
        </p:nvSpPr>
        <p:spPr>
          <a:xfrm>
            <a:off x="5632214" y="3374463"/>
            <a:ext cx="430528" cy="1376898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19A4A-851D-EC67-B552-E92BD2A55235}"/>
              </a:ext>
            </a:extLst>
          </p:cNvPr>
          <p:cNvSpPr txBox="1"/>
          <p:nvPr/>
        </p:nvSpPr>
        <p:spPr>
          <a:xfrm>
            <a:off x="6059883" y="3803816"/>
            <a:ext cx="1638588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600" i="1" dirty="0">
                <a:solidFill>
                  <a:srgbClr val="731A02"/>
                </a:solidFill>
                <a:cs typeface="Segoe UI"/>
              </a:rPr>
              <a:t>Unison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AECE9087-DA3E-DBA0-3AA4-B992ABE7FD30}"/>
              </a:ext>
            </a:extLst>
          </p:cNvPr>
          <p:cNvSpPr/>
          <p:nvPr/>
        </p:nvSpPr>
        <p:spPr>
          <a:xfrm>
            <a:off x="5573237" y="966856"/>
            <a:ext cx="430528" cy="1376898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DEA502-743C-A1D0-9C42-0C53F291CEB4}"/>
              </a:ext>
            </a:extLst>
          </p:cNvPr>
          <p:cNvSpPr txBox="1"/>
          <p:nvPr/>
        </p:nvSpPr>
        <p:spPr>
          <a:xfrm>
            <a:off x="6000906" y="1396209"/>
            <a:ext cx="2100485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600" i="1" dirty="0">
                <a:solidFill>
                  <a:srgbClr val="731A02"/>
                </a:solidFill>
                <a:cs typeface="Segoe UI"/>
              </a:rPr>
              <a:t>Women only</a:t>
            </a:r>
          </a:p>
        </p:txBody>
      </p:sp>
    </p:spTree>
    <p:extLst>
      <p:ext uri="{BB962C8B-B14F-4D97-AF65-F5344CB8AC3E}">
        <p14:creationId xmlns:p14="http://schemas.microsoft.com/office/powerpoint/2010/main" val="6907715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004AA-D075-4D0F-C599-304DD32A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477F-6E6C-0F14-BCFE-874D0854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Forty days and Forty nights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4CB64-CB22-521D-F64D-191C8218414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63FE5-1102-7B8D-3ED0-A7C67FA429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4 : 3 of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17132E-0FCB-08C6-E283-A2466EA83E75}"/>
              </a:ext>
            </a:extLst>
          </p:cNvPr>
          <p:cNvSpPr/>
          <p:nvPr/>
        </p:nvSpPr>
        <p:spPr>
          <a:xfrm>
            <a:off x="229870" y="703820"/>
            <a:ext cx="8684259" cy="430887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So shall we have peace divine;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Holier, gladness ours shall be;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Round us too, shall angels shine,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Such as ministered to Thee.</a:t>
            </a:r>
          </a:p>
          <a:p>
            <a:pPr>
              <a:spcAft>
                <a:spcPts val="400"/>
              </a:spcAft>
              <a:defRPr/>
            </a:pPr>
            <a:endParaRPr lang="en-SG" sz="10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endParaRPr lang="en-SG" sz="1000" dirty="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Keep, O keep us , Saviour dear,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Ever constant by Thy side,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That with Thee we may appear, </a:t>
            </a:r>
          </a:p>
          <a:p>
            <a:pPr>
              <a:spcAft>
                <a:spcPts val="400"/>
              </a:spcAft>
              <a:defRPr/>
            </a:pPr>
            <a:r>
              <a:rPr lang="en-SG" sz="2800" dirty="0">
                <a:solidFill>
                  <a:prstClr val="black"/>
                </a:solidFill>
                <a:latin typeface="Segoe UI"/>
                <a:cs typeface="Segoe UI"/>
              </a:rPr>
              <a:t>At the eternal Eastertide. </a:t>
            </a:r>
            <a:endParaRPr lang="en-SG" dirty="0">
              <a:solidFill>
                <a:prstClr val="black"/>
              </a:solidFill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091A9DC-2730-B3DA-FDCF-21811C70963F}"/>
              </a:ext>
            </a:extLst>
          </p:cNvPr>
          <p:cNvSpPr/>
          <p:nvPr/>
        </p:nvSpPr>
        <p:spPr>
          <a:xfrm>
            <a:off x="5573237" y="966856"/>
            <a:ext cx="430528" cy="1376898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4F1C90-8A91-F320-8465-1ED8837299B5}"/>
              </a:ext>
            </a:extLst>
          </p:cNvPr>
          <p:cNvSpPr txBox="1"/>
          <p:nvPr/>
        </p:nvSpPr>
        <p:spPr>
          <a:xfrm>
            <a:off x="6000906" y="1396209"/>
            <a:ext cx="2100485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600" i="1" dirty="0">
                <a:solidFill>
                  <a:srgbClr val="731A02"/>
                </a:solidFill>
                <a:cs typeface="Segoe UI"/>
              </a:rPr>
              <a:t>Women only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6DF78B54-B16E-BD7D-4C62-74B03AF39C97}"/>
              </a:ext>
            </a:extLst>
          </p:cNvPr>
          <p:cNvSpPr/>
          <p:nvPr/>
        </p:nvSpPr>
        <p:spPr>
          <a:xfrm>
            <a:off x="5514260" y="3279996"/>
            <a:ext cx="430528" cy="1376898"/>
          </a:xfrm>
          <a:prstGeom prst="rightBrac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6DA39E-F74C-6E74-C3C1-B92A6F8428D9}"/>
              </a:ext>
            </a:extLst>
          </p:cNvPr>
          <p:cNvSpPr txBox="1"/>
          <p:nvPr/>
        </p:nvSpPr>
        <p:spPr>
          <a:xfrm>
            <a:off x="5941929" y="3725007"/>
            <a:ext cx="902684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SG" sz="2600" i="1" dirty="0">
                <a:solidFill>
                  <a:srgbClr val="731A02"/>
                </a:solidFill>
                <a:cs typeface="Segoe UI"/>
              </a:rPr>
              <a:t>SATB</a:t>
            </a:r>
          </a:p>
        </p:txBody>
      </p:sp>
    </p:spTree>
    <p:extLst>
      <p:ext uri="{BB962C8B-B14F-4D97-AF65-F5344CB8AC3E}">
        <p14:creationId xmlns:p14="http://schemas.microsoft.com/office/powerpoint/2010/main" val="9690231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Worthy is the Lamb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Worthy is the Lamb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92816" y="691499"/>
            <a:ext cx="8758368" cy="458587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Thank You for the cross, Lord;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Thank You for the price You paid;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Bearing all my sin and shame,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In love You came, And gave amazing grace.</a:t>
            </a:r>
          </a:p>
          <a:p>
            <a:pPr>
              <a:spcAft>
                <a:spcPts val="400"/>
              </a:spcAft>
            </a:pPr>
            <a:endParaRPr lang="en-SG" sz="28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Thank You for this love, Lord;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Thank You for the nail-pierced hands;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Washed me in Your cleansing flow,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solidFill>
                  <a:srgbClr val="000000"/>
                </a:solidFill>
                <a:latin typeface="Segoe UI"/>
                <a:cs typeface="Segoe UI"/>
              </a:rPr>
              <a:t>Now all I know; Your forgiveness and embrace.</a:t>
            </a:r>
          </a:p>
          <a:p>
            <a:pPr>
              <a:spcAft>
                <a:spcPts val="400"/>
              </a:spcAft>
            </a:pP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F36C-E614-D794-923D-DB7259A0C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81426-8AB5-32E4-3484-7393616DA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Worthy is the Lamb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37E0F-8841-7C12-D060-2CF2C74350D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7A984-950D-4A55-0F55-8ADA130216C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45FA2-36C1-F185-3ED3-CBF8EEAC6400}"/>
              </a:ext>
            </a:extLst>
          </p:cNvPr>
          <p:cNvSpPr/>
          <p:nvPr/>
        </p:nvSpPr>
        <p:spPr>
          <a:xfrm>
            <a:off x="0" y="1011539"/>
            <a:ext cx="8758368" cy="293413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Worthy is the Lamb, seated on the throne;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Crown You now with many crowns,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You reign victorious.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High and lifted up, Jesus Son of God,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The Darling of Heaven crucified;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Worthy is the Lamb, Worthy is the Lamb. </a:t>
            </a:r>
            <a:endParaRPr lang="en-US" sz="2800" i="1" dirty="0">
              <a:solidFill>
                <a:srgbClr val="8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96554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95FD7-533D-1197-E5EF-28BA5A95D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902B-9991-3F27-75A4-C36B8794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Worthy is the Lamb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D32D7-A756-01EA-DA9D-9C561D58A19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6AB25-5A04-03F8-C617-3DA74260709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F67B5-0A24-81BE-C3C1-6968429E32D9}"/>
              </a:ext>
            </a:extLst>
          </p:cNvPr>
          <p:cNvSpPr/>
          <p:nvPr/>
        </p:nvSpPr>
        <p:spPr>
          <a:xfrm>
            <a:off x="192816" y="691499"/>
            <a:ext cx="8758368" cy="438068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Thank You for the cross, Lord;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Thank You for the price You paid;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Bearing all my sin and shame,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In love You came, And gave amazing grace.</a:t>
            </a:r>
          </a:p>
          <a:p>
            <a:pPr>
              <a:spcAft>
                <a:spcPts val="400"/>
              </a:spcAft>
            </a:pPr>
            <a:endParaRPr lang="en-SG" sz="2800" dirty="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Thank You for this love, Lord;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Thank You for the nail-pierced hands;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Washed me in Your cleansing flow,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Now all I know Your forgiveness and embrace.</a:t>
            </a:r>
            <a:endParaRPr lang="en-SG" sz="10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635230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2F59-9CD4-9256-8221-12F4D35FB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BF3CB-16C9-CD9A-D4D2-B67CBA66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Worthy is the Lamb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21C0F-F055-D3D2-524E-01B29CCC3A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259A1-A73B-2245-2F28-2224883E099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850AB8-CDA7-1E9B-8251-EC8805D29CD4}"/>
              </a:ext>
            </a:extLst>
          </p:cNvPr>
          <p:cNvSpPr/>
          <p:nvPr/>
        </p:nvSpPr>
        <p:spPr>
          <a:xfrm>
            <a:off x="0" y="1011539"/>
            <a:ext cx="8758368" cy="341632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Worthy is the Lamb, seated on the throne;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Crown You now with many crowns,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You reign victorious.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High and lifted up, Jesus Son of God,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The Darling of Heaven crucified;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Worthy is the Lamb, Worthy is the Lamb. 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/>
                <a:cs typeface="Segoe UI"/>
              </a:rPr>
              <a:t>Worthy is the Lamb.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32636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407964" y="739405"/>
            <a:ext cx="8328073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ea typeface="+mn-lt"/>
                <a:cs typeface="+mn-lt"/>
              </a:rPr>
              <a:t>A wonderful Saviour is Jesus, my Lord,</a:t>
            </a:r>
          </a:p>
          <a:p>
            <a:r>
              <a:rPr lang="en-SG" sz="2800" dirty="0">
                <a:ea typeface="+mn-lt"/>
                <a:cs typeface="+mn-lt"/>
              </a:rPr>
              <a:t>A wonderful Saviour to me ; </a:t>
            </a:r>
          </a:p>
          <a:p>
            <a:r>
              <a:rPr lang="en-SG" sz="2800" dirty="0">
                <a:ea typeface="+mn-lt"/>
                <a:cs typeface="+mn-lt"/>
              </a:rPr>
              <a:t>He </a:t>
            </a:r>
            <a:r>
              <a:rPr lang="en-SG" sz="2800" dirty="0" err="1">
                <a:ea typeface="+mn-lt"/>
                <a:cs typeface="+mn-lt"/>
              </a:rPr>
              <a:t>hideth</a:t>
            </a:r>
            <a:r>
              <a:rPr lang="en-SG" sz="2800" dirty="0">
                <a:ea typeface="+mn-lt"/>
                <a:cs typeface="+mn-lt"/>
              </a:rPr>
              <a:t> my soul in the cleft of the rock,</a:t>
            </a:r>
          </a:p>
          <a:p>
            <a:r>
              <a:rPr lang="en-SG" sz="2800" dirty="0">
                <a:ea typeface="+mn-lt"/>
                <a:cs typeface="+mn-lt"/>
              </a:rPr>
              <a:t>Where rivers of pleasure I see.</a:t>
            </a:r>
          </a:p>
          <a:p>
            <a:endParaRPr lang="en-SG" sz="2800" dirty="0">
              <a:ea typeface="+mn-lt"/>
              <a:cs typeface="+mn-lt"/>
            </a:endParaRP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He </a:t>
            </a:r>
            <a:r>
              <a:rPr lang="en-SG" sz="2800" i="1" dirty="0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 my soul in the cleft of the rock,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That shadows a dry, thirsty land ;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He </a:t>
            </a:r>
            <a:r>
              <a:rPr lang="en-SG" sz="2800" i="1" dirty="0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 my life in the depths of His love,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And covers me there with His hand. 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cs typeface="Segoe UI"/>
              </a:rPr>
              <a:t>And covers me there with His hand.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4F3DC-E520-2DB7-B796-58ABDD1EC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9CD6-6771-6A7D-BD63-662A49AF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AEEFF-13F3-7940-6C5F-3AA7469C778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26CC18-2A64-728A-3119-C80E56468FB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2A808D-4858-0178-DC4D-33CB2AAAD12A}"/>
              </a:ext>
            </a:extLst>
          </p:cNvPr>
          <p:cNvSpPr/>
          <p:nvPr/>
        </p:nvSpPr>
        <p:spPr>
          <a:xfrm>
            <a:off x="407963" y="692432"/>
            <a:ext cx="8328073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ea typeface="+mn-lt"/>
                <a:cs typeface="+mn-lt"/>
              </a:rPr>
              <a:t>A wonderful Saviour is Jesus, my Lord,</a:t>
            </a:r>
          </a:p>
          <a:p>
            <a:r>
              <a:rPr lang="en-SG" sz="2800" dirty="0">
                <a:ea typeface="+mn-lt"/>
                <a:cs typeface="+mn-lt"/>
              </a:rPr>
              <a:t>He taketh my burden away ; </a:t>
            </a:r>
          </a:p>
          <a:p>
            <a:r>
              <a:rPr lang="en-SG" sz="2800" dirty="0">
                <a:ea typeface="+mn-lt"/>
                <a:cs typeface="+mn-lt"/>
              </a:rPr>
              <a:t>He </a:t>
            </a:r>
            <a:r>
              <a:rPr lang="en-SG" sz="2800" dirty="0" err="1">
                <a:ea typeface="+mn-lt"/>
                <a:cs typeface="+mn-lt"/>
              </a:rPr>
              <a:t>holdeth</a:t>
            </a:r>
            <a:r>
              <a:rPr lang="en-SG" sz="2800" dirty="0">
                <a:ea typeface="+mn-lt"/>
                <a:cs typeface="+mn-lt"/>
              </a:rPr>
              <a:t> me up, and I shall not be moved,</a:t>
            </a:r>
          </a:p>
          <a:p>
            <a:r>
              <a:rPr lang="en-SG" sz="2800" dirty="0">
                <a:ea typeface="+mn-lt"/>
                <a:cs typeface="+mn-lt"/>
              </a:rPr>
              <a:t>He giveth me strength as my day.</a:t>
            </a:r>
          </a:p>
          <a:p>
            <a:endParaRPr lang="en-SG" sz="2800" dirty="0">
              <a:ea typeface="+mn-lt"/>
              <a:cs typeface="+mn-lt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		He </a:t>
            </a:r>
            <a:r>
              <a:rPr lang="en-SG" sz="2800" i="1" dirty="0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 my soul in the cleft of the rock,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That shadows a dry, thirsty land ;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He </a:t>
            </a:r>
            <a:r>
              <a:rPr lang="en-SG" sz="2800" i="1" dirty="0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 my life in the depths of His love,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And covers me there with His hand.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cs typeface="Segoe UI"/>
              </a:rPr>
              <a:t>And covers me there with His hand.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428186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EE85-E081-3122-71E7-65C91608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23C34-766D-EFCA-84E4-3FAAC86C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6261E-2368-E9E7-B753-76F77343656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8DA8A-393A-7FF4-49F0-8262236056E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1D73F-0459-5B94-FC20-C2708D0847B8}"/>
              </a:ext>
            </a:extLst>
          </p:cNvPr>
          <p:cNvSpPr/>
          <p:nvPr/>
        </p:nvSpPr>
        <p:spPr>
          <a:xfrm>
            <a:off x="407964" y="692432"/>
            <a:ext cx="8578593" cy="440120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ea typeface="+mn-lt"/>
                <a:cs typeface="+mn-lt"/>
              </a:rPr>
              <a:t>With numberless blessings each moment He crowns,</a:t>
            </a:r>
          </a:p>
          <a:p>
            <a:r>
              <a:rPr lang="en-SG" sz="2800" dirty="0">
                <a:ea typeface="+mn-lt"/>
                <a:cs typeface="+mn-lt"/>
              </a:rPr>
              <a:t>And, filled with His goodness Divine,</a:t>
            </a:r>
          </a:p>
          <a:p>
            <a:r>
              <a:rPr lang="en-SG" sz="2800" dirty="0">
                <a:ea typeface="+mn-lt"/>
                <a:cs typeface="+mn-lt"/>
              </a:rPr>
              <a:t>I sing in my rapture, oh, glory to God</a:t>
            </a:r>
          </a:p>
          <a:p>
            <a:r>
              <a:rPr lang="en-SG" sz="2800" dirty="0">
                <a:ea typeface="+mn-lt"/>
                <a:cs typeface="+mn-lt"/>
              </a:rPr>
              <a:t>For such a Redeemer as mine !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			</a:t>
            </a:r>
          </a:p>
          <a:p>
            <a:endParaRPr lang="en-SG" sz="2800" i="1" dirty="0">
              <a:solidFill>
                <a:srgbClr val="C00000"/>
              </a:solidFill>
              <a:ea typeface="+mn-lt"/>
              <a:cs typeface="+mn-lt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		He </a:t>
            </a:r>
            <a:r>
              <a:rPr lang="en-SG" sz="2800" i="1" dirty="0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 my soul in the cleft of the rock,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That shadows a dry, thirsty land ;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He </a:t>
            </a:r>
            <a:r>
              <a:rPr lang="en-SG" sz="2800" i="1" dirty="0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 my life in the depths of His love,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And covers me there with His hand.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cs typeface="Segoe UI"/>
              </a:rPr>
              <a:t>And covers me there with His hand.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56989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210B-D499-25A8-AFA1-C4F487885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74273-0FC1-8371-F999-E698207C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CB01B-2DEB-99C7-2DE6-A7B227F4D6A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1AFC62-CF0F-08DF-E226-A04B81FAE32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E20F3E-8A0E-9C31-500B-BD4E75DC99D3}"/>
              </a:ext>
            </a:extLst>
          </p:cNvPr>
          <p:cNvSpPr/>
          <p:nvPr/>
        </p:nvSpPr>
        <p:spPr>
          <a:xfrm>
            <a:off x="407964" y="663536"/>
            <a:ext cx="8328073" cy="467820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dirty="0">
                <a:ea typeface="+mn-lt"/>
                <a:cs typeface="+mn-lt"/>
              </a:rPr>
              <a:t>When clothed in His brightness, transported I rise</a:t>
            </a:r>
          </a:p>
          <a:p>
            <a:r>
              <a:rPr lang="en-SG" sz="2800" dirty="0">
                <a:ea typeface="+mn-lt"/>
                <a:cs typeface="+mn-lt"/>
              </a:rPr>
              <a:t>To meet Him in clouds of the sky,</a:t>
            </a:r>
          </a:p>
          <a:p>
            <a:r>
              <a:rPr lang="en-SG" sz="2800" dirty="0">
                <a:ea typeface="+mn-lt"/>
                <a:cs typeface="+mn-lt"/>
              </a:rPr>
              <a:t>His perfect salvation, His wonderful love, </a:t>
            </a:r>
            <a:br>
              <a:rPr lang="en-SG" sz="2800" dirty="0">
                <a:ea typeface="+mn-lt"/>
                <a:cs typeface="+mn-lt"/>
              </a:rPr>
            </a:br>
            <a:r>
              <a:rPr lang="en-SG" sz="2800" dirty="0">
                <a:ea typeface="+mn-lt"/>
                <a:cs typeface="+mn-lt"/>
              </a:rPr>
              <a:t>I'll shout with the millions on high.</a:t>
            </a:r>
          </a:p>
          <a:p>
            <a:endParaRPr lang="en-SG" sz="2800" dirty="0">
              <a:ea typeface="+mn-lt"/>
              <a:cs typeface="+mn-lt"/>
            </a:endParaRPr>
          </a:p>
          <a:p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		He </a:t>
            </a:r>
            <a:r>
              <a:rPr lang="en-SG" sz="2800" i="1" dirty="0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 my soul in the cleft of the rock,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That shadows a dry, thirsty land ;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He </a:t>
            </a:r>
            <a:r>
              <a:rPr lang="en-SG" sz="2800" i="1" dirty="0" err="1">
                <a:solidFill>
                  <a:srgbClr val="C00000"/>
                </a:solidFill>
                <a:ea typeface="+mn-lt"/>
                <a:cs typeface="+mn-lt"/>
              </a:rPr>
              <a:t>hideth</a:t>
            </a:r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 my life in the depths of His love,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ea typeface="+mn-lt"/>
                <a:cs typeface="+mn-lt"/>
              </a:rPr>
              <a:t>And covers me there with His hand.</a:t>
            </a:r>
          </a:p>
          <a:p>
            <a:pPr lvl="2"/>
            <a:r>
              <a:rPr lang="en-SG" sz="2800" i="1" dirty="0">
                <a:solidFill>
                  <a:srgbClr val="C00000"/>
                </a:solidFill>
                <a:cs typeface="Segoe UI"/>
              </a:rPr>
              <a:t>And covers me there with His hand.</a:t>
            </a:r>
            <a:endParaRPr lang="en-SG" dirty="0"/>
          </a:p>
          <a:p>
            <a:pPr algn="ctr"/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353326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1C612-1748-A42C-B7E0-2084F23E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04DF-5341-1BB7-41C1-82859CCC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857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873D7-F507-182A-43F9-3B5F745BE07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9B8C9FF7-B805-BD74-E9D1-9D174AD5BF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424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9C20-9EDE-7791-AEFF-055BBF030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D87A1-E664-1BFE-AA48-36F1D75E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857</a:t>
            </a:r>
            <a:endParaRPr lang="en-US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CE9F7-4CB7-5607-7A6F-2A695D68889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DD2B7-3C92-87D1-0390-9628B511DB2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1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381BBB-9767-4860-2AB6-892C4F4D1439}"/>
              </a:ext>
            </a:extLst>
          </p:cNvPr>
          <p:cNvSpPr/>
          <p:nvPr/>
        </p:nvSpPr>
        <p:spPr>
          <a:xfrm>
            <a:off x="921013" y="676325"/>
            <a:ext cx="7301974" cy="41036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 know not why God’s wondrous grace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To me hath been made known,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Nor why unworthy as I am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He claimed me for His own.</a:t>
            </a:r>
          </a:p>
          <a:p>
            <a:pPr algn="ctr">
              <a:spcAft>
                <a:spcPts val="400"/>
              </a:spcAft>
            </a:pPr>
            <a:endParaRPr lang="en-SG" sz="1000" dirty="0"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But, I know whom I have believed,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And I am persuaded that He is able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To keep that which I have committed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Unto Him against that day.</a:t>
            </a:r>
            <a:endParaRPr lang="en-SG" sz="2800" i="1" dirty="0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97041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3CAB9-5D0D-9A58-2924-F015EBCC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02F20-EA92-EF58-13E3-C19D2F58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857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CBED4-7B63-BDCE-AC95-675A8CDCC4C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52505-693B-5B0F-676E-E0664C4234E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2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4EB9E7-A348-0804-8E33-D1EEF937E3E7}"/>
              </a:ext>
            </a:extLst>
          </p:cNvPr>
          <p:cNvSpPr/>
          <p:nvPr/>
        </p:nvSpPr>
        <p:spPr>
          <a:xfrm>
            <a:off x="922629" y="685632"/>
            <a:ext cx="7301974" cy="41036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 know not how this saving faith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To me He did impart,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Or how believing in His word,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Wrought peace within my heart</a:t>
            </a:r>
          </a:p>
          <a:p>
            <a:pPr algn="ctr">
              <a:spcAft>
                <a:spcPts val="400"/>
              </a:spcAft>
            </a:pPr>
            <a:endParaRPr lang="en-SG" sz="1000" dirty="0"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But, I know whom I have believed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And I am persuaded that He is able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To keep that which I have committed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Unto Him against that day.</a:t>
            </a:r>
            <a:endParaRPr lang="en-SG" sz="2800" i="1" dirty="0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500193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648C-B89E-33D0-874C-8A2FA9F3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25B2-5575-6FDA-DC76-5A875ADDD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857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4A412-3CD5-ADAC-A234-3707DF62C4C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78496-D332-8E80-F990-945C6E6BD8F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3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929C1D-102F-2BEB-A893-6468C1227017}"/>
              </a:ext>
            </a:extLst>
          </p:cNvPr>
          <p:cNvSpPr/>
          <p:nvPr/>
        </p:nvSpPr>
        <p:spPr>
          <a:xfrm>
            <a:off x="922629" y="685632"/>
            <a:ext cx="7301974" cy="41036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 know not how the Spirit moves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Convincing men of sin;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Revealing Jesus through the Word,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Creating faith in Him</a:t>
            </a:r>
          </a:p>
          <a:p>
            <a:pPr algn="ctr">
              <a:spcAft>
                <a:spcPts val="400"/>
              </a:spcAft>
            </a:pPr>
            <a:endParaRPr lang="en-SG" sz="1000" dirty="0"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But, I know whom I have believed,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And I am persuaded that He is able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To keep that which I have committed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Unto Him against that day.</a:t>
            </a:r>
            <a:endParaRPr lang="en-SG" sz="2800" i="1" dirty="0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485887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4084F-326C-2FC0-2E08-7241C7D61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E950-2FA1-1B98-92A3-8854DBFB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857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AE311-6921-030F-0880-B56882B1280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3F179-7AA4-7C1E-EE26-B80A48DDD8B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4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400892-021A-C016-518E-28737FCA0278}"/>
              </a:ext>
            </a:extLst>
          </p:cNvPr>
          <p:cNvSpPr/>
          <p:nvPr/>
        </p:nvSpPr>
        <p:spPr>
          <a:xfrm>
            <a:off x="922629" y="685632"/>
            <a:ext cx="7301974" cy="41036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 know not what of good or ill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May be reserved for me;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Of weary ways or golden days,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Before His face I see.</a:t>
            </a:r>
          </a:p>
          <a:p>
            <a:pPr algn="ctr">
              <a:spcAft>
                <a:spcPts val="400"/>
              </a:spcAft>
            </a:pPr>
            <a:endParaRPr lang="en-SG" sz="1000" dirty="0"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But, I know whom I have believed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And I am persuaded that He is able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To keep that which I have committed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Unto Him against that day.</a:t>
            </a:r>
            <a:endParaRPr lang="en-SG" sz="2800" i="1" dirty="0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896225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09A40-7AD5-53ED-C635-CEF3D5FA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C304D-41CB-DE63-B346-642AEF864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/>
                <a:cs typeface="Segoe UI"/>
              </a:rPr>
              <a:t>Holy Communion – Song No 857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7D398-E006-8370-9D36-8F1E5BA47DE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F322C-F8CE-ECE5-4752-02478CCF758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5 of 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859B29-DFAA-9158-07EC-43B703E4FD60}"/>
              </a:ext>
            </a:extLst>
          </p:cNvPr>
          <p:cNvSpPr/>
          <p:nvPr/>
        </p:nvSpPr>
        <p:spPr>
          <a:xfrm>
            <a:off x="922629" y="685632"/>
            <a:ext cx="7301974" cy="410368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 know not when my Lord may come;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 know not how nor where;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If I shall pass the vale of death, 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/>
                <a:cs typeface="Segoe UI"/>
              </a:rPr>
              <a:t>Or meet Him in the air!</a:t>
            </a:r>
          </a:p>
          <a:p>
            <a:pPr algn="ctr">
              <a:spcAft>
                <a:spcPts val="400"/>
              </a:spcAft>
            </a:pPr>
            <a:endParaRPr lang="en-SG" sz="1000" dirty="0"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But, I know whom I have believed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And I am persuaded that He is able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To keep that which I have committed</a:t>
            </a:r>
          </a:p>
          <a:p>
            <a:pPr algn="ctr">
              <a:spcAft>
                <a:spcPts val="400"/>
              </a:spcAft>
            </a:pPr>
            <a:r>
              <a:rPr lang="en-SG" sz="2800" i="1" dirty="0">
                <a:solidFill>
                  <a:srgbClr val="731A02"/>
                </a:solidFill>
                <a:latin typeface="Segoe UI"/>
                <a:cs typeface="Segoe UI"/>
              </a:rPr>
              <a:t>Unto Him against that day.</a:t>
            </a:r>
            <a:endParaRPr lang="en-SG" sz="2800" i="1" dirty="0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9675806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7B6EA4-918B-AD6E-AB59-3CC3D13B097C}"/>
              </a:ext>
            </a:extLst>
          </p:cNvPr>
          <p:cNvSpPr txBox="1">
            <a:spLocks/>
          </p:cNvSpPr>
          <p:nvPr/>
        </p:nvSpPr>
        <p:spPr>
          <a:xfrm>
            <a:off x="1009567" y="899496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Closing Hymn</a:t>
            </a:r>
          </a:p>
          <a:p>
            <a:r>
              <a:rPr lang="en-GB" i="1" dirty="0">
                <a:solidFill>
                  <a:schemeClr val="bg1"/>
                </a:solidFill>
                <a:latin typeface="Tenorite"/>
              </a:rPr>
              <a:t> </a:t>
            </a:r>
            <a:r>
              <a:rPr lang="en-GB" sz="3600" i="1" dirty="0">
                <a:solidFill>
                  <a:schemeClr val="bg1"/>
                </a:solidFill>
                <a:latin typeface="Tenorite"/>
              </a:rPr>
              <a:t>Hosanna in the highest</a:t>
            </a:r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 dirty="0">
                <a:effectLst/>
                <a:latin typeface="Segoe UI"/>
                <a:ea typeface="Calibri"/>
                <a:cs typeface="Segoe UI"/>
              </a:rPr>
              <a:t> </a:t>
            </a:r>
            <a:r>
              <a:rPr lang="en-GB" dirty="0">
                <a:latin typeface="Segoe UI"/>
                <a:ea typeface="Calibri"/>
                <a:cs typeface="Segoe UI"/>
              </a:rPr>
              <a:t>Hosanna in the highest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612943" y="609743"/>
            <a:ext cx="7698657" cy="458587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Hosanna, Hosanna 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Hosanna in the highest; 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Hosanna, Hosanna, 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Hosanna in the highest.</a:t>
            </a:r>
          </a:p>
          <a:p>
            <a:pPr>
              <a:spcAft>
                <a:spcPts val="600"/>
              </a:spcAft>
            </a:pPr>
            <a:endParaRPr lang="en-SG" sz="2800" dirty="0"/>
          </a:p>
          <a:p>
            <a:pPr>
              <a:spcAft>
                <a:spcPts val="600"/>
              </a:spcAft>
            </a:pPr>
            <a:r>
              <a:rPr lang="en-SG" sz="2800" dirty="0"/>
              <a:t>Lord we lift up Your name, 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with our hearts full of praise</a:t>
            </a:r>
            <a:endParaRPr lang="en-SG"/>
          </a:p>
          <a:p>
            <a:pPr>
              <a:spcAft>
                <a:spcPts val="600"/>
              </a:spcAft>
            </a:pPr>
            <a:r>
              <a:rPr lang="en-SG" sz="2800" dirty="0"/>
              <a:t>Be exalted, O Lord, our God; </a:t>
            </a:r>
            <a:endParaRPr lang="en-SG" dirty="0"/>
          </a:p>
          <a:p>
            <a:pPr>
              <a:spcAft>
                <a:spcPts val="600"/>
              </a:spcAft>
            </a:pPr>
            <a:r>
              <a:rPr lang="en-SG" sz="2800" dirty="0"/>
              <a:t>Hosanna in the highest </a:t>
            </a:r>
            <a:endParaRPr lang="en-SG"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CA167-15CB-A699-20A6-1A67EAD5EF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Hymn : 1 of 2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93DD-FA32-80F7-1110-62CDCE1C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E0EFC-ED67-FB51-ABA8-9D75C8102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 dirty="0">
                <a:effectLst/>
                <a:latin typeface="Segoe UI"/>
                <a:ea typeface="Calibri"/>
                <a:cs typeface="Segoe UI"/>
              </a:rPr>
              <a:t> </a:t>
            </a:r>
            <a:r>
              <a:rPr lang="en-GB" dirty="0">
                <a:latin typeface="Segoe UI"/>
                <a:ea typeface="Calibri"/>
                <a:cs typeface="Segoe UI"/>
              </a:rPr>
              <a:t>Hosanna in the highest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48BA1-2E3F-202E-37A8-CB72F7849B8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EC1856-CF54-B6AF-AE95-42732346F75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Hymn : 2 of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6B13D4-E6C3-117B-A440-5D212F945F51}"/>
              </a:ext>
            </a:extLst>
          </p:cNvPr>
          <p:cNvSpPr/>
          <p:nvPr/>
        </p:nvSpPr>
        <p:spPr>
          <a:xfrm>
            <a:off x="503214" y="650536"/>
            <a:ext cx="7698657" cy="20467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Glory, glory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Glory to the King of Kings; </a:t>
            </a:r>
            <a:endParaRPr lang="en-SG" sz="2800" dirty="0">
              <a:cs typeface="Segoe UI"/>
            </a:endParaRPr>
          </a:p>
          <a:p>
            <a:pPr>
              <a:spcAft>
                <a:spcPts val="600"/>
              </a:spcAft>
            </a:pPr>
            <a:r>
              <a:rPr lang="en-SG" sz="2800" dirty="0"/>
              <a:t>Glory, glory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Glory to the King of Kings!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2110AC-274A-01F3-6CC8-9BB8FA61BDE8}"/>
              </a:ext>
            </a:extLst>
          </p:cNvPr>
          <p:cNvSpPr/>
          <p:nvPr/>
        </p:nvSpPr>
        <p:spPr>
          <a:xfrm>
            <a:off x="503213" y="3096786"/>
            <a:ext cx="7698657" cy="204671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 dirty="0"/>
              <a:t>Lord we lift up Your name, 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with our hearts full of praise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Be exalted, O Lord, our God</a:t>
            </a:r>
          </a:p>
          <a:p>
            <a:pPr>
              <a:spcAft>
                <a:spcPts val="600"/>
              </a:spcAft>
            </a:pPr>
            <a:r>
              <a:rPr lang="en-SG" sz="2800" dirty="0"/>
              <a:t>Glory to the King of Kings!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45806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061241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</TotalTime>
  <Words>2789</Words>
  <Application>Microsoft Office PowerPoint</Application>
  <PresentationFormat>On-screen Show (16:9)</PresentationFormat>
  <Paragraphs>467</Paragraphs>
  <Slides>64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Hymn: Hosanna, Loud Hosanna</vt:lpstr>
      <vt:lpstr>Opening Hymn: Hosanna, Loud Hosanna</vt:lpstr>
      <vt:lpstr>Opening Hymn: Hosanna, Loud Hosanna</vt:lpstr>
      <vt:lpstr>PowerPoint Presentation</vt:lpstr>
      <vt:lpstr>PowerPoint Presentation</vt:lpstr>
      <vt:lpstr>Thanksgiving</vt:lpstr>
      <vt:lpstr>PowerPoint Presentation</vt:lpstr>
      <vt:lpstr>Offertory – Song No 135</vt:lpstr>
      <vt:lpstr>Offertory – Song No 135</vt:lpstr>
      <vt:lpstr>Offertory – Song No 135</vt:lpstr>
      <vt:lpstr>Offertory – Song No 135</vt:lpstr>
      <vt:lpstr>PowerPoint Presentation</vt:lpstr>
      <vt:lpstr>PowerPoint Presentation</vt:lpstr>
      <vt:lpstr>Palm Sunday Procession</vt:lpstr>
      <vt:lpstr>Palm Sunday Procession</vt:lpstr>
      <vt:lpstr>Palm Sunday Procession</vt:lpstr>
      <vt:lpstr>PowerPoint Presentation</vt:lpstr>
      <vt:lpstr>PowerPoint Presentation</vt:lpstr>
      <vt:lpstr>Confession – God of Mercy and compassion</vt:lpstr>
      <vt:lpstr>PowerPoint Presentation</vt:lpstr>
      <vt:lpstr>Holy Communion – God of mercy and compassion</vt:lpstr>
      <vt:lpstr>Holy Communion – God of mercy and compassion</vt:lpstr>
      <vt:lpstr>Holy Communion – God of mercy and compassion</vt:lpstr>
      <vt:lpstr>Holy Communion – God of mercy and compassion</vt:lpstr>
      <vt:lpstr>Holy Communion – marhudivasam… (KK 132)</vt:lpstr>
      <vt:lpstr>Holy Communion –KK 132</vt:lpstr>
      <vt:lpstr>Holy Communion –KK 132</vt:lpstr>
      <vt:lpstr>Holy Communion –KK 132</vt:lpstr>
      <vt:lpstr>Holy Communion –KK 132</vt:lpstr>
      <vt:lpstr>Holy Communion –KK 132</vt:lpstr>
      <vt:lpstr>Holy Communion – maanam mahathwam… (KK 134)</vt:lpstr>
      <vt:lpstr>Holy Communion –  KK 134</vt:lpstr>
      <vt:lpstr>Holy Communion –  KK 134</vt:lpstr>
      <vt:lpstr>Holy Communion –  KK 134</vt:lpstr>
      <vt:lpstr>Holy Communion –  KK 134</vt:lpstr>
      <vt:lpstr>Holy Communion –  KK 134</vt:lpstr>
      <vt:lpstr>Holy Communion – Forty days and Forty nights</vt:lpstr>
      <vt:lpstr>Holy Communion – Forty days and Forty nights</vt:lpstr>
      <vt:lpstr>Holy Communion – Forty days and Forty nights</vt:lpstr>
      <vt:lpstr>Holy Communion – Forty days and Forty nights</vt:lpstr>
      <vt:lpstr>Holy Communion – Worthy is the Lamb</vt:lpstr>
      <vt:lpstr>Holy Communion – Worthy is the Lamb</vt:lpstr>
      <vt:lpstr>Holy Communion – Worthy is the Lamb</vt:lpstr>
      <vt:lpstr>Holy Communion – Worthy is the Lamb</vt:lpstr>
      <vt:lpstr>Holy Communion – Worthy is the Lamb</vt:lpstr>
      <vt:lpstr>Holy Communion – Song No 540</vt:lpstr>
      <vt:lpstr>Holy Communion – Song No 540</vt:lpstr>
      <vt:lpstr>Holy Communion – Song No 540</vt:lpstr>
      <vt:lpstr>Holy Communion – Song No 540</vt:lpstr>
      <vt:lpstr>Holy Communion – Song No 540</vt:lpstr>
      <vt:lpstr>Holy Communion – Song No 857</vt:lpstr>
      <vt:lpstr>Holy Communion – Song No 857</vt:lpstr>
      <vt:lpstr>Holy Communion – Song No 857</vt:lpstr>
      <vt:lpstr>Holy Communion – Song No 857</vt:lpstr>
      <vt:lpstr>Holy Communion – Song No 857</vt:lpstr>
      <vt:lpstr>Holy Communion – Song No 857</vt:lpstr>
      <vt:lpstr>PowerPoint Presentation</vt:lpstr>
      <vt:lpstr>PowerPoint Presentation</vt:lpstr>
      <vt:lpstr>PowerPoint Presentation</vt:lpstr>
      <vt:lpstr>Closing Hymn –  Hosanna in the highest</vt:lpstr>
      <vt:lpstr>Closing Hymn –  Hosanna in the highest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Sini Mathew (Dr)</cp:lastModifiedBy>
  <cp:revision>854</cp:revision>
  <dcterms:created xsi:type="dcterms:W3CDTF">2020-09-02T02:55:07Z</dcterms:created>
  <dcterms:modified xsi:type="dcterms:W3CDTF">2025-04-11T15:58:10Z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