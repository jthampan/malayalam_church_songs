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6"/>
  </p:notesMasterIdLst>
  <p:handoutMasterIdLst>
    <p:handoutMasterId r:id="rId57"/>
  </p:handoutMasterIdLst>
  <p:sldIdLst>
    <p:sldId id="1746" r:id="rId7"/>
    <p:sldId id="1727" r:id="rId8"/>
    <p:sldId id="813" r:id="rId9"/>
    <p:sldId id="1915" r:id="rId10"/>
    <p:sldId id="1964" r:id="rId11"/>
    <p:sldId id="1965" r:id="rId12"/>
    <p:sldId id="1966" r:id="rId13"/>
    <p:sldId id="1967" r:id="rId14"/>
    <p:sldId id="821" r:id="rId15"/>
    <p:sldId id="851" r:id="rId16"/>
    <p:sldId id="1324" r:id="rId17"/>
    <p:sldId id="822" r:id="rId18"/>
    <p:sldId id="1968" r:id="rId19"/>
    <p:sldId id="1969" r:id="rId20"/>
    <p:sldId id="1970" r:id="rId21"/>
    <p:sldId id="1971" r:id="rId22"/>
    <p:sldId id="1972" r:id="rId23"/>
    <p:sldId id="823" r:id="rId24"/>
    <p:sldId id="824" r:id="rId25"/>
    <p:sldId id="1277" r:id="rId26"/>
    <p:sldId id="1388" r:id="rId27"/>
    <p:sldId id="1822" r:id="rId28"/>
    <p:sldId id="1973" r:id="rId29"/>
    <p:sldId id="1974" r:id="rId30"/>
    <p:sldId id="1975" r:id="rId31"/>
    <p:sldId id="1829" r:id="rId32"/>
    <p:sldId id="1830" r:id="rId33"/>
    <p:sldId id="1976" r:id="rId34"/>
    <p:sldId id="1977" r:id="rId35"/>
    <p:sldId id="1979" r:id="rId36"/>
    <p:sldId id="1826" r:id="rId37"/>
    <p:sldId id="1827" r:id="rId38"/>
    <p:sldId id="1980" r:id="rId39"/>
    <p:sldId id="1988" r:id="rId40"/>
    <p:sldId id="1856" r:id="rId41"/>
    <p:sldId id="1951" r:id="rId42"/>
    <p:sldId id="1981" r:id="rId43"/>
    <p:sldId id="1982" r:id="rId44"/>
    <p:sldId id="1983" r:id="rId45"/>
    <p:sldId id="1900" r:id="rId46"/>
    <p:sldId id="1955" r:id="rId47"/>
    <p:sldId id="1984" r:id="rId48"/>
    <p:sldId id="1905" r:id="rId49"/>
    <p:sldId id="1960" r:id="rId50"/>
    <p:sldId id="1985" r:id="rId51"/>
    <p:sldId id="1986" r:id="rId52"/>
    <p:sldId id="1987" r:id="rId53"/>
    <p:sldId id="820" r:id="rId54"/>
    <p:sldId id="1914" r:id="rId5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13704-7CA8-7360-BF34-74FFA06495A1}" v="5" dt="2025-10-09T23:58:48.199"/>
    <p1510:client id="{F14A9FB2-EF6B-2D15-45F8-65F0FE1D6272}" v="316" dt="2025-10-10T00:42:27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viewProps" Target="viewProps.xml"/><Relationship Id="rId65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14A9FB2-EF6B-2D15-45F8-65F0FE1D6272}"/>
    <pc:docChg chg="addSld modSld sldOrd">
      <pc:chgData name="Guest User" userId="" providerId="Windows Live" clId="Web-{F14A9FB2-EF6B-2D15-45F8-65F0FE1D6272}" dt="2025-10-10T00:42:27.656" v="174" actId="20577"/>
      <pc:docMkLst>
        <pc:docMk/>
      </pc:docMkLst>
      <pc:sldChg chg="modSp">
        <pc:chgData name="Guest User" userId="" providerId="Windows Live" clId="Web-{F14A9FB2-EF6B-2D15-45F8-65F0FE1D6272}" dt="2025-10-10T00:31:53.581" v="23" actId="20577"/>
        <pc:sldMkLst>
          <pc:docMk/>
          <pc:sldMk cId="2406581127" sldId="1826"/>
        </pc:sldMkLst>
        <pc:spChg chg="mod">
          <ac:chgData name="Guest User" userId="" providerId="Windows Live" clId="Web-{F14A9FB2-EF6B-2D15-45F8-65F0FE1D6272}" dt="2025-10-10T00:31:53.581" v="23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Guest User" userId="" providerId="Windows Live" clId="Web-{F14A9FB2-EF6B-2D15-45F8-65F0FE1D6272}" dt="2025-10-10T00:37:33.346" v="40" actId="20577"/>
        <pc:sldMkLst>
          <pc:docMk/>
          <pc:sldMk cId="3359142403" sldId="1827"/>
        </pc:sldMkLst>
        <pc:spChg chg="mod">
          <ac:chgData name="Guest User" userId="" providerId="Windows Live" clId="Web-{F14A9FB2-EF6B-2D15-45F8-65F0FE1D6272}" dt="2025-10-10T00:26:01.013" v="10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Guest User" userId="" providerId="Windows Live" clId="Web-{F14A9FB2-EF6B-2D15-45F8-65F0FE1D6272}" dt="2025-10-10T00:37:33.346" v="40" actId="20577"/>
          <ac:spMkLst>
            <pc:docMk/>
            <pc:sldMk cId="3359142403" sldId="1827"/>
            <ac:spMk id="4" creationId="{518E5F5E-AFCD-CA89-E3DF-EB5B7465010C}"/>
          </ac:spMkLst>
        </pc:spChg>
      </pc:sldChg>
      <pc:sldChg chg="addSp delSp modSp">
        <pc:chgData name="Guest User" userId="" providerId="Windows Live" clId="Web-{F14A9FB2-EF6B-2D15-45F8-65F0FE1D6272}" dt="2025-10-10T00:37:38.315" v="42" actId="20577"/>
        <pc:sldMkLst>
          <pc:docMk/>
          <pc:sldMk cId="2020830256" sldId="1980"/>
        </pc:sldMkLst>
        <pc:spChg chg="mod">
          <ac:chgData name="Guest User" userId="" providerId="Windows Live" clId="Web-{F14A9FB2-EF6B-2D15-45F8-65F0FE1D6272}" dt="2025-10-10T00:35:20.741" v="25" actId="20577"/>
          <ac:spMkLst>
            <pc:docMk/>
            <pc:sldMk cId="2020830256" sldId="1980"/>
            <ac:spMk id="2" creationId="{7B503F90-9FC7-E0D5-647F-2B99F591BE89}"/>
          </ac:spMkLst>
        </pc:spChg>
        <pc:spChg chg="mod">
          <ac:chgData name="Guest User" userId="" providerId="Windows Live" clId="Web-{F14A9FB2-EF6B-2D15-45F8-65F0FE1D6272}" dt="2025-10-10T00:37:38.315" v="42" actId="20577"/>
          <ac:spMkLst>
            <pc:docMk/>
            <pc:sldMk cId="2020830256" sldId="1980"/>
            <ac:spMk id="4" creationId="{2F3BADD7-5F47-DD22-8E3A-B76DD11E5431}"/>
          </ac:spMkLst>
        </pc:spChg>
        <pc:spChg chg="add del mod">
          <ac:chgData name="Guest User" userId="" providerId="Windows Live" clId="Web-{F14A9FB2-EF6B-2D15-45F8-65F0FE1D6272}" dt="2025-10-10T00:36:01.151" v="29"/>
          <ac:spMkLst>
            <pc:docMk/>
            <pc:sldMk cId="2020830256" sldId="1980"/>
            <ac:spMk id="7" creationId="{2548214E-EB0E-4434-57A4-C7F0514C063D}"/>
          </ac:spMkLst>
        </pc:spChg>
        <pc:spChg chg="add del mod">
          <ac:chgData name="Guest User" userId="" providerId="Windows Live" clId="Web-{F14A9FB2-EF6B-2D15-45F8-65F0FE1D6272}" dt="2025-10-10T00:36:14.105" v="33"/>
          <ac:spMkLst>
            <pc:docMk/>
            <pc:sldMk cId="2020830256" sldId="1980"/>
            <ac:spMk id="8" creationId="{5EDA89C2-2179-1565-06B0-A7AA60466578}"/>
          </ac:spMkLst>
        </pc:spChg>
      </pc:sldChg>
      <pc:sldChg chg="delSp modSp add ord replId">
        <pc:chgData name="Guest User" userId="" providerId="Windows Live" clId="Web-{F14A9FB2-EF6B-2D15-45F8-65F0FE1D6272}" dt="2025-10-10T00:42:27.656" v="174" actId="20577"/>
        <pc:sldMkLst>
          <pc:docMk/>
          <pc:sldMk cId="1154882032" sldId="1988"/>
        </pc:sldMkLst>
        <pc:spChg chg="del">
          <ac:chgData name="Guest User" userId="" providerId="Windows Live" clId="Web-{F14A9FB2-EF6B-2D15-45F8-65F0FE1D6272}" dt="2025-10-10T00:37:14.657" v="36"/>
          <ac:spMkLst>
            <pc:docMk/>
            <pc:sldMk cId="1154882032" sldId="1988"/>
            <ac:spMk id="3" creationId="{75CE74DF-E21B-886D-44E1-12EB482FF55A}"/>
          </ac:spMkLst>
        </pc:spChg>
        <pc:spChg chg="mod">
          <ac:chgData name="Guest User" userId="" providerId="Windows Live" clId="Web-{F14A9FB2-EF6B-2D15-45F8-65F0FE1D6272}" dt="2025-10-10T00:37:45.753" v="46" actId="20577"/>
          <ac:spMkLst>
            <pc:docMk/>
            <pc:sldMk cId="1154882032" sldId="1988"/>
            <ac:spMk id="4" creationId="{D9EF9DC7-5D1C-0A50-482F-A731685ACCBB}"/>
          </ac:spMkLst>
        </pc:spChg>
        <pc:spChg chg="mod">
          <ac:chgData name="Guest User" userId="" providerId="Windows Live" clId="Web-{F14A9FB2-EF6B-2D15-45F8-65F0FE1D6272}" dt="2025-10-10T00:42:27.656" v="174" actId="20577"/>
          <ac:spMkLst>
            <pc:docMk/>
            <pc:sldMk cId="1154882032" sldId="1988"/>
            <ac:spMk id="9" creationId="{5C645E4C-5F73-D39C-6F91-81AEC2AA2C03}"/>
          </ac:spMkLst>
        </pc:spChg>
      </pc:sldChg>
    </pc:docChg>
  </pc:docChgLst>
  <pc:docChgLst>
    <pc:chgData name="Guest User" providerId="Windows Live" clId="Web-{42859971-BE8B-4136-9F71-3B471157CD09}"/>
    <pc:docChg chg="modSld">
      <pc:chgData name="Guest User" userId="" providerId="Windows Live" clId="Web-{42859971-BE8B-4136-9F71-3B471157CD09}" dt="2025-10-06T08:24:55.490" v="17" actId="20577"/>
      <pc:docMkLst>
        <pc:docMk/>
      </pc:docMkLst>
      <pc:sldChg chg="modSp">
        <pc:chgData name="Guest User" userId="" providerId="Windows Live" clId="Web-{42859971-BE8B-4136-9F71-3B471157CD09}" dt="2025-10-06T08:16:28.225" v="0" actId="20577"/>
        <pc:sldMkLst>
          <pc:docMk/>
          <pc:sldMk cId="2771250690" sldId="851"/>
        </pc:sldMkLst>
        <pc:spChg chg="mod">
          <ac:chgData name="Guest User" userId="" providerId="Windows Live" clId="Web-{42859971-BE8B-4136-9F71-3B471157CD09}" dt="2025-10-06T08:16:28.225" v="0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Guest User" userId="" providerId="Windows Live" clId="Web-{42859971-BE8B-4136-9F71-3B471157CD09}" dt="2025-10-06T08:22:38.487" v="8" actId="20577"/>
        <pc:sldMkLst>
          <pc:docMk/>
          <pc:sldMk cId="2740556916" sldId="1968"/>
        </pc:sldMkLst>
        <pc:spChg chg="mod">
          <ac:chgData name="Guest User" userId="" providerId="Windows Live" clId="Web-{42859971-BE8B-4136-9F71-3B471157CD09}" dt="2025-10-06T08:22:38.487" v="8" actId="20577"/>
          <ac:spMkLst>
            <pc:docMk/>
            <pc:sldMk cId="2740556916" sldId="1968"/>
            <ac:spMk id="10" creationId="{5D89939B-79B7-506F-5503-4DB6CEB229B9}"/>
          </ac:spMkLst>
        </pc:spChg>
      </pc:sldChg>
      <pc:sldChg chg="modSp">
        <pc:chgData name="Guest User" userId="" providerId="Windows Live" clId="Web-{42859971-BE8B-4136-9F71-3B471157CD09}" dt="2025-10-06T08:23:50.457" v="12" actId="20577"/>
        <pc:sldMkLst>
          <pc:docMk/>
          <pc:sldMk cId="885538778" sldId="1970"/>
        </pc:sldMkLst>
        <pc:spChg chg="mod">
          <ac:chgData name="Guest User" userId="" providerId="Windows Live" clId="Web-{42859971-BE8B-4136-9F71-3B471157CD09}" dt="2025-10-06T08:23:50.457" v="12" actId="20577"/>
          <ac:spMkLst>
            <pc:docMk/>
            <pc:sldMk cId="885538778" sldId="1970"/>
            <ac:spMk id="10" creationId="{D4A4B9CF-1D9F-74FC-8FD8-923E6F6F8031}"/>
          </ac:spMkLst>
        </pc:spChg>
      </pc:sldChg>
      <pc:sldChg chg="modSp">
        <pc:chgData name="Guest User" userId="" providerId="Windows Live" clId="Web-{42859971-BE8B-4136-9F71-3B471157CD09}" dt="2025-10-06T08:24:16.442" v="16" actId="20577"/>
        <pc:sldMkLst>
          <pc:docMk/>
          <pc:sldMk cId="862641840" sldId="1972"/>
        </pc:sldMkLst>
        <pc:spChg chg="mod">
          <ac:chgData name="Guest User" userId="" providerId="Windows Live" clId="Web-{42859971-BE8B-4136-9F71-3B471157CD09}" dt="2025-10-06T08:24:16.442" v="16" actId="20577"/>
          <ac:spMkLst>
            <pc:docMk/>
            <pc:sldMk cId="862641840" sldId="1972"/>
            <ac:spMk id="10" creationId="{586CAA98-76E5-906B-8F9C-C3CCCBD1693D}"/>
          </ac:spMkLst>
        </pc:spChg>
      </pc:sldChg>
      <pc:sldChg chg="modSp">
        <pc:chgData name="Guest User" userId="" providerId="Windows Live" clId="Web-{42859971-BE8B-4136-9F71-3B471157CD09}" dt="2025-10-06T08:24:55.490" v="17" actId="20577"/>
        <pc:sldMkLst>
          <pc:docMk/>
          <pc:sldMk cId="641477893" sldId="1979"/>
        </pc:sldMkLst>
        <pc:spChg chg="mod">
          <ac:chgData name="Guest User" userId="" providerId="Windows Live" clId="Web-{42859971-BE8B-4136-9F71-3B471157CD09}" dt="2025-10-06T08:24:55.490" v="17" actId="20577"/>
          <ac:spMkLst>
            <pc:docMk/>
            <pc:sldMk cId="641477893" sldId="1979"/>
            <ac:spMk id="9" creationId="{972A86B5-8F14-2B7B-0CFA-590E554F6F7C}"/>
          </ac:spMkLst>
        </pc:spChg>
      </pc:sldChg>
      <pc:sldChg chg="modSp">
        <pc:chgData name="Guest User" userId="" providerId="Windows Live" clId="Web-{42859971-BE8B-4136-9F71-3B471157CD09}" dt="2025-10-06T08:18:09.214" v="4" actId="20577"/>
        <pc:sldMkLst>
          <pc:docMk/>
          <pc:sldMk cId="2020830256" sldId="1980"/>
        </pc:sldMkLst>
        <pc:spChg chg="mod">
          <ac:chgData name="Guest User" userId="" providerId="Windows Live" clId="Web-{42859971-BE8B-4136-9F71-3B471157CD09}" dt="2025-10-06T08:18:09.214" v="4" actId="20577"/>
          <ac:spMkLst>
            <pc:docMk/>
            <pc:sldMk cId="2020830256" sldId="1980"/>
            <ac:spMk id="9" creationId="{633753F0-9469-A1F8-B816-4C40F2999FD7}"/>
          </ac:spMkLst>
        </pc:spChg>
      </pc:sldChg>
      <pc:sldChg chg="modSp">
        <pc:chgData name="Guest User" userId="" providerId="Windows Live" clId="Web-{42859971-BE8B-4136-9F71-3B471157CD09}" dt="2025-10-06T08:17:47.791" v="2" actId="20577"/>
        <pc:sldMkLst>
          <pc:docMk/>
          <pc:sldMk cId="879401547" sldId="1988"/>
        </pc:sldMkLst>
        <pc:spChg chg="mod">
          <ac:chgData name="Guest User" userId="" providerId="Windows Live" clId="Web-{42859971-BE8B-4136-9F71-3B471157CD09}" dt="2025-10-06T08:17:47.791" v="2" actId="20577"/>
          <ac:spMkLst>
            <pc:docMk/>
            <pc:sldMk cId="879401547" sldId="1988"/>
            <ac:spMk id="9" creationId="{2454B848-404E-64A8-F9FC-CDCE29300D8C}"/>
          </ac:spMkLst>
        </pc:spChg>
      </pc:sldChg>
    </pc:docChg>
  </pc:docChgLst>
  <pc:docChgLst>
    <pc:chgData name="Guest User" providerId="Windows Live" clId="Web-{2BF6922E-D963-4F4D-88AF-2CB0150BCDAF}"/>
    <pc:docChg chg="addSld delSld modSld">
      <pc:chgData name="Guest User" userId="" providerId="Windows Live" clId="Web-{2BF6922E-D963-4F4D-88AF-2CB0150BCDAF}" dt="2025-10-05T15:17:05.395" v="571" actId="20577"/>
      <pc:docMkLst>
        <pc:docMk/>
      </pc:docMkLst>
      <pc:sldChg chg="modSp">
        <pc:chgData name="Guest User" userId="" providerId="Windows Live" clId="Web-{2BF6922E-D963-4F4D-88AF-2CB0150BCDAF}" dt="2025-10-05T13:38:37.741" v="57" actId="20577"/>
        <pc:sldMkLst>
          <pc:docMk/>
          <pc:sldMk cId="2771250690" sldId="851"/>
        </pc:sldMkLst>
        <pc:spChg chg="mod">
          <ac:chgData name="Guest User" userId="" providerId="Windows Live" clId="Web-{2BF6922E-D963-4F4D-88AF-2CB0150BCDAF}" dt="2025-10-05T13:38:37.741" v="57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Guest User" userId="" providerId="Windows Live" clId="Web-{2BF6922E-D963-4F4D-88AF-2CB0150BCDAF}" dt="2025-10-05T13:46:38.952" v="110" actId="20577"/>
        <pc:sldMkLst>
          <pc:docMk/>
          <pc:sldMk cId="858007124" sldId="1277"/>
        </pc:sldMkLst>
        <pc:spChg chg="mod">
          <ac:chgData name="Guest User" userId="" providerId="Windows Live" clId="Web-{2BF6922E-D963-4F4D-88AF-2CB0150BCDAF}" dt="2025-10-05T13:46:38.952" v="110" actId="20577"/>
          <ac:spMkLst>
            <pc:docMk/>
            <pc:sldMk cId="858007124" sldId="1277"/>
            <ac:spMk id="6" creationId="{4AC751B8-1522-B4B4-3170-CBBEEEDF2680}"/>
          </ac:spMkLst>
        </pc:spChg>
      </pc:sldChg>
      <pc:sldChg chg="modSp">
        <pc:chgData name="Guest User" userId="" providerId="Windows Live" clId="Web-{2BF6922E-D963-4F4D-88AF-2CB0150BCDAF}" dt="2025-10-05T13:49:08.190" v="126" actId="20577"/>
        <pc:sldMkLst>
          <pc:docMk/>
          <pc:sldMk cId="1254139428" sldId="1822"/>
        </pc:sldMkLst>
        <pc:spChg chg="mod">
          <ac:chgData name="Guest User" userId="" providerId="Windows Live" clId="Web-{2BF6922E-D963-4F4D-88AF-2CB0150BCDAF}" dt="2025-10-05T13:49:08.190" v="126" actId="20577"/>
          <ac:spMkLst>
            <pc:docMk/>
            <pc:sldMk cId="1254139428" sldId="1822"/>
            <ac:spMk id="6" creationId="{8C7B43F6-8489-9A55-95F5-8F690487996E}"/>
          </ac:spMkLst>
        </pc:spChg>
      </pc:sldChg>
      <pc:sldChg chg="modSp">
        <pc:chgData name="Guest User" userId="" providerId="Windows Live" clId="Web-{2BF6922E-D963-4F4D-88AF-2CB0150BCDAF}" dt="2025-10-05T14:19:48.732" v="367" actId="20577"/>
        <pc:sldMkLst>
          <pc:docMk/>
          <pc:sldMk cId="3359142403" sldId="1827"/>
        </pc:sldMkLst>
        <pc:spChg chg="mod">
          <ac:chgData name="Guest User" userId="" providerId="Windows Live" clId="Web-{2BF6922E-D963-4F4D-88AF-2CB0150BCDAF}" dt="2025-10-05T14:19:48.732" v="367" actId="20577"/>
          <ac:spMkLst>
            <pc:docMk/>
            <pc:sldMk cId="3359142403" sldId="1827"/>
            <ac:spMk id="6" creationId="{C87AEAA6-E958-1FD6-F3C5-83158A817AB0}"/>
          </ac:spMkLst>
        </pc:spChg>
        <pc:spChg chg="mod">
          <ac:chgData name="Guest User" userId="" providerId="Windows Live" clId="Web-{2BF6922E-D963-4F4D-88AF-2CB0150BCDAF}" dt="2025-10-05T14:09:38.764" v="276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2BF6922E-D963-4F4D-88AF-2CB0150BCDAF}" dt="2025-10-05T13:55:53.457" v="162" actId="20577"/>
        <pc:sldMkLst>
          <pc:docMk/>
          <pc:sldMk cId="1880725329" sldId="1830"/>
        </pc:sldMkLst>
        <pc:spChg chg="mod">
          <ac:chgData name="Guest User" userId="" providerId="Windows Live" clId="Web-{2BF6922E-D963-4F4D-88AF-2CB0150BCDAF}" dt="2025-10-05T13:55:53.457" v="162" actId="20577"/>
          <ac:spMkLst>
            <pc:docMk/>
            <pc:sldMk cId="1880725329" sldId="1830"/>
            <ac:spMk id="9" creationId="{FDE1DB4F-C217-2890-DB3F-D9D8888A471B}"/>
          </ac:spMkLst>
        </pc:spChg>
      </pc:sldChg>
      <pc:sldChg chg="modSp">
        <pc:chgData name="Guest User" userId="" providerId="Windows Live" clId="Web-{2BF6922E-D963-4F4D-88AF-2CB0150BCDAF}" dt="2025-10-05T14:40:43.512" v="487" actId="20577"/>
        <pc:sldMkLst>
          <pc:docMk/>
          <pc:sldMk cId="3482069950" sldId="1900"/>
        </pc:sldMkLst>
        <pc:spChg chg="mod">
          <ac:chgData name="Guest User" userId="" providerId="Windows Live" clId="Web-{2BF6922E-D963-4F4D-88AF-2CB0150BCDAF}" dt="2025-10-05T14:40:43.512" v="487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">
        <pc:chgData name="Guest User" userId="" providerId="Windows Live" clId="Web-{2BF6922E-D963-4F4D-88AF-2CB0150BCDAF}" dt="2025-10-05T15:17:05.395" v="571" actId="20577"/>
        <pc:sldMkLst>
          <pc:docMk/>
          <pc:sldMk cId="3289423126" sldId="1914"/>
        </pc:sldMkLst>
        <pc:spChg chg="mod">
          <ac:chgData name="Guest User" userId="" providerId="Windows Live" clId="Web-{2BF6922E-D963-4F4D-88AF-2CB0150BCDAF}" dt="2025-10-05T15:17:05.395" v="571" actId="20577"/>
          <ac:spMkLst>
            <pc:docMk/>
            <pc:sldMk cId="3289423126" sldId="1914"/>
            <ac:spMk id="9" creationId="{950CFABF-E0AF-7869-428C-78D62E9B0B1E}"/>
          </ac:spMkLst>
        </pc:spChg>
      </pc:sldChg>
      <pc:sldChg chg="modSp">
        <pc:chgData name="Guest User" userId="" providerId="Windows Live" clId="Web-{2BF6922E-D963-4F4D-88AF-2CB0150BCDAF}" dt="2025-10-05T13:28:07.624" v="8" actId="20577"/>
        <pc:sldMkLst>
          <pc:docMk/>
          <pc:sldMk cId="3366721836" sldId="1915"/>
        </pc:sldMkLst>
        <pc:spChg chg="mod">
          <ac:chgData name="Guest User" userId="" providerId="Windows Live" clId="Web-{2BF6922E-D963-4F4D-88AF-2CB0150BCDAF}" dt="2025-10-05T13:28:07.624" v="8" actId="20577"/>
          <ac:spMkLst>
            <pc:docMk/>
            <pc:sldMk cId="3366721836" sldId="1915"/>
            <ac:spMk id="4" creationId="{EEAA6A71-2919-6F92-C2BF-2A5CEE44FF51}"/>
          </ac:spMkLst>
        </pc:spChg>
      </pc:sldChg>
      <pc:sldChg chg="modSp">
        <pc:chgData name="Guest User" userId="" providerId="Windows Live" clId="Web-{2BF6922E-D963-4F4D-88AF-2CB0150BCDAF}" dt="2025-10-05T14:34:36.455" v="462" actId="20577"/>
        <pc:sldMkLst>
          <pc:docMk/>
          <pc:sldMk cId="457554906" sldId="1951"/>
        </pc:sldMkLst>
        <pc:spChg chg="mod">
          <ac:chgData name="Guest User" userId="" providerId="Windows Live" clId="Web-{2BF6922E-D963-4F4D-88AF-2CB0150BCDAF}" dt="2025-10-05T14:34:36.455" v="462" actId="20577"/>
          <ac:spMkLst>
            <pc:docMk/>
            <pc:sldMk cId="457554906" sldId="1951"/>
            <ac:spMk id="3" creationId="{61EFC076-16A6-E172-6DDA-01CF72DC2147}"/>
          </ac:spMkLst>
        </pc:spChg>
      </pc:sldChg>
      <pc:sldChg chg="modSp">
        <pc:chgData name="Guest User" userId="" providerId="Windows Live" clId="Web-{2BF6922E-D963-4F4D-88AF-2CB0150BCDAF}" dt="2025-10-05T14:45:26.646" v="521" actId="20577"/>
        <pc:sldMkLst>
          <pc:docMk/>
          <pc:sldMk cId="333897995" sldId="1955"/>
        </pc:sldMkLst>
        <pc:spChg chg="mod">
          <ac:chgData name="Guest User" userId="" providerId="Windows Live" clId="Web-{2BF6922E-D963-4F4D-88AF-2CB0150BCDAF}" dt="2025-10-05T14:45:26.646" v="521" actId="20577"/>
          <ac:spMkLst>
            <pc:docMk/>
            <pc:sldMk cId="333897995" sldId="1955"/>
            <ac:spMk id="6" creationId="{79437F06-747A-FD01-7F07-40C08AF5AB00}"/>
          </ac:spMkLst>
        </pc:spChg>
        <pc:spChg chg="mod">
          <ac:chgData name="Guest User" userId="" providerId="Windows Live" clId="Web-{2BF6922E-D963-4F4D-88AF-2CB0150BCDAF}" dt="2025-10-05T14:45:02.457" v="518" actId="20577"/>
          <ac:spMkLst>
            <pc:docMk/>
            <pc:sldMk cId="333897995" sldId="1955"/>
            <ac:spMk id="9" creationId="{36F7F17E-A728-6BBB-A381-08E53454AD5E}"/>
          </ac:spMkLst>
        </pc:spChg>
      </pc:sldChg>
      <pc:sldChg chg="modSp">
        <pc:chgData name="Guest User" userId="" providerId="Windows Live" clId="Web-{2BF6922E-D963-4F4D-88AF-2CB0150BCDAF}" dt="2025-10-05T15:11:31.618" v="560" actId="20577"/>
        <pc:sldMkLst>
          <pc:docMk/>
          <pc:sldMk cId="2029940115" sldId="1960"/>
        </pc:sldMkLst>
        <pc:spChg chg="mod">
          <ac:chgData name="Guest User" userId="" providerId="Windows Live" clId="Web-{2BF6922E-D963-4F4D-88AF-2CB0150BCDAF}" dt="2025-10-05T15:11:31.618" v="560" actId="20577"/>
          <ac:spMkLst>
            <pc:docMk/>
            <pc:sldMk cId="2029940115" sldId="1960"/>
            <ac:spMk id="9" creationId="{E10C79F8-5379-E644-6BEE-5C89383BB88B}"/>
          </ac:spMkLst>
        </pc:spChg>
      </pc:sldChg>
      <pc:sldChg chg="modSp">
        <pc:chgData name="Guest User" userId="" providerId="Windows Live" clId="Web-{2BF6922E-D963-4F4D-88AF-2CB0150BCDAF}" dt="2025-10-05T13:29:24.596" v="12" actId="20577"/>
        <pc:sldMkLst>
          <pc:docMk/>
          <pc:sldMk cId="2418934247" sldId="1964"/>
        </pc:sldMkLst>
        <pc:spChg chg="mod">
          <ac:chgData name="Guest User" userId="" providerId="Windows Live" clId="Web-{2BF6922E-D963-4F4D-88AF-2CB0150BCDAF}" dt="2025-10-05T13:29:24.596" v="12" actId="20577"/>
          <ac:spMkLst>
            <pc:docMk/>
            <pc:sldMk cId="2418934247" sldId="1964"/>
            <ac:spMk id="4" creationId="{7D742746-DAC1-A866-59B5-AFC5F133787C}"/>
          </ac:spMkLst>
        </pc:spChg>
      </pc:sldChg>
      <pc:sldChg chg="modSp">
        <pc:chgData name="Guest User" userId="" providerId="Windows Live" clId="Web-{2BF6922E-D963-4F4D-88AF-2CB0150BCDAF}" dt="2025-10-05T13:31:26.161" v="21" actId="20577"/>
        <pc:sldMkLst>
          <pc:docMk/>
          <pc:sldMk cId="124597885" sldId="1965"/>
        </pc:sldMkLst>
        <pc:spChg chg="mod">
          <ac:chgData name="Guest User" userId="" providerId="Windows Live" clId="Web-{2BF6922E-D963-4F4D-88AF-2CB0150BCDAF}" dt="2025-10-05T13:31:26.161" v="21" actId="20577"/>
          <ac:spMkLst>
            <pc:docMk/>
            <pc:sldMk cId="124597885" sldId="1965"/>
            <ac:spMk id="4" creationId="{E7F5B5BA-101D-B74C-87B7-76CA725C71CB}"/>
          </ac:spMkLst>
        </pc:spChg>
      </pc:sldChg>
      <pc:sldChg chg="modSp">
        <pc:chgData name="Guest User" userId="" providerId="Windows Live" clId="Web-{2BF6922E-D963-4F4D-88AF-2CB0150BCDAF}" dt="2025-10-05T13:32:54.726" v="27" actId="20577"/>
        <pc:sldMkLst>
          <pc:docMk/>
          <pc:sldMk cId="2702358573" sldId="1966"/>
        </pc:sldMkLst>
        <pc:spChg chg="mod">
          <ac:chgData name="Guest User" userId="" providerId="Windows Live" clId="Web-{2BF6922E-D963-4F4D-88AF-2CB0150BCDAF}" dt="2025-10-05T13:32:54.726" v="27" actId="20577"/>
          <ac:spMkLst>
            <pc:docMk/>
            <pc:sldMk cId="2702358573" sldId="1966"/>
            <ac:spMk id="4" creationId="{7940037A-8E2A-F3AE-D600-CD12FFEF4219}"/>
          </ac:spMkLst>
        </pc:spChg>
      </pc:sldChg>
      <pc:sldChg chg="modSp">
        <pc:chgData name="Guest User" userId="" providerId="Windows Live" clId="Web-{2BF6922E-D963-4F4D-88AF-2CB0150BCDAF}" dt="2025-10-05T13:34:02.586" v="33" actId="20577"/>
        <pc:sldMkLst>
          <pc:docMk/>
          <pc:sldMk cId="1943195758" sldId="1967"/>
        </pc:sldMkLst>
        <pc:spChg chg="mod">
          <ac:chgData name="Guest User" userId="" providerId="Windows Live" clId="Web-{2BF6922E-D963-4F4D-88AF-2CB0150BCDAF}" dt="2025-10-05T13:34:02.586" v="33" actId="20577"/>
          <ac:spMkLst>
            <pc:docMk/>
            <pc:sldMk cId="1943195758" sldId="1967"/>
            <ac:spMk id="4" creationId="{12873C49-EA4A-7A4E-E5B3-ABD946C5B973}"/>
          </ac:spMkLst>
        </pc:spChg>
      </pc:sldChg>
      <pc:sldChg chg="modSp">
        <pc:chgData name="Guest User" userId="" providerId="Windows Live" clId="Web-{2BF6922E-D963-4F4D-88AF-2CB0150BCDAF}" dt="2025-10-05T13:40:57.437" v="63" actId="20577"/>
        <pc:sldMkLst>
          <pc:docMk/>
          <pc:sldMk cId="2740556916" sldId="1968"/>
        </pc:sldMkLst>
        <pc:spChg chg="mod">
          <ac:chgData name="Guest User" userId="" providerId="Windows Live" clId="Web-{2BF6922E-D963-4F4D-88AF-2CB0150BCDAF}" dt="2025-10-05T13:40:57.437" v="63" actId="20577"/>
          <ac:spMkLst>
            <pc:docMk/>
            <pc:sldMk cId="2740556916" sldId="1968"/>
            <ac:spMk id="10" creationId="{5D89939B-79B7-506F-5503-4DB6CEB229B9}"/>
          </ac:spMkLst>
        </pc:spChg>
      </pc:sldChg>
      <pc:sldChg chg="modSp">
        <pc:chgData name="Guest User" userId="" providerId="Windows Live" clId="Web-{2BF6922E-D963-4F4D-88AF-2CB0150BCDAF}" dt="2025-10-05T13:40:44.139" v="60" actId="20577"/>
        <pc:sldMkLst>
          <pc:docMk/>
          <pc:sldMk cId="885538778" sldId="1970"/>
        </pc:sldMkLst>
        <pc:spChg chg="mod">
          <ac:chgData name="Guest User" userId="" providerId="Windows Live" clId="Web-{2BF6922E-D963-4F4D-88AF-2CB0150BCDAF}" dt="2025-10-05T13:40:44.139" v="60" actId="20577"/>
          <ac:spMkLst>
            <pc:docMk/>
            <pc:sldMk cId="885538778" sldId="1970"/>
            <ac:spMk id="10" creationId="{D4A4B9CF-1D9F-74FC-8FD8-923E6F6F8031}"/>
          </ac:spMkLst>
        </pc:spChg>
      </pc:sldChg>
      <pc:sldChg chg="modSp">
        <pc:chgData name="Guest User" userId="" providerId="Windows Live" clId="Web-{2BF6922E-D963-4F4D-88AF-2CB0150BCDAF}" dt="2025-10-05T13:42:08.439" v="66" actId="20577"/>
        <pc:sldMkLst>
          <pc:docMk/>
          <pc:sldMk cId="862641840" sldId="1972"/>
        </pc:sldMkLst>
        <pc:spChg chg="mod">
          <ac:chgData name="Guest User" userId="" providerId="Windows Live" clId="Web-{2BF6922E-D963-4F4D-88AF-2CB0150BCDAF}" dt="2025-10-05T13:42:08.439" v="66" actId="20577"/>
          <ac:spMkLst>
            <pc:docMk/>
            <pc:sldMk cId="862641840" sldId="1972"/>
            <ac:spMk id="10" creationId="{586CAA98-76E5-906B-8F9C-C3CCCBD1693D}"/>
          </ac:spMkLst>
        </pc:spChg>
      </pc:sldChg>
      <pc:sldChg chg="modSp">
        <pc:chgData name="Guest User" userId="" providerId="Windows Live" clId="Web-{2BF6922E-D963-4F4D-88AF-2CB0150BCDAF}" dt="2025-10-05T13:50:53.160" v="136" actId="20577"/>
        <pc:sldMkLst>
          <pc:docMk/>
          <pc:sldMk cId="1173021401" sldId="1973"/>
        </pc:sldMkLst>
        <pc:spChg chg="mod">
          <ac:chgData name="Guest User" userId="" providerId="Windows Live" clId="Web-{2BF6922E-D963-4F4D-88AF-2CB0150BCDAF}" dt="2025-10-05T13:50:53.160" v="136" actId="20577"/>
          <ac:spMkLst>
            <pc:docMk/>
            <pc:sldMk cId="1173021401" sldId="1973"/>
            <ac:spMk id="6" creationId="{83EB26AF-6739-DA30-C6BA-7D59EA6D74FA}"/>
          </ac:spMkLst>
        </pc:spChg>
      </pc:sldChg>
      <pc:sldChg chg="modSp">
        <pc:chgData name="Guest User" userId="" providerId="Windows Live" clId="Web-{2BF6922E-D963-4F4D-88AF-2CB0150BCDAF}" dt="2025-10-05T13:52:41.943" v="149" actId="20577"/>
        <pc:sldMkLst>
          <pc:docMk/>
          <pc:sldMk cId="495467208" sldId="1974"/>
        </pc:sldMkLst>
        <pc:spChg chg="mod">
          <ac:chgData name="Guest User" userId="" providerId="Windows Live" clId="Web-{2BF6922E-D963-4F4D-88AF-2CB0150BCDAF}" dt="2025-10-05T13:52:41.943" v="149" actId="20577"/>
          <ac:spMkLst>
            <pc:docMk/>
            <pc:sldMk cId="495467208" sldId="1974"/>
            <ac:spMk id="6" creationId="{411E83BD-231E-9E80-E663-4E914464129C}"/>
          </ac:spMkLst>
        </pc:spChg>
      </pc:sldChg>
      <pc:sldChg chg="modSp">
        <pc:chgData name="Guest User" userId="" providerId="Windows Live" clId="Web-{2BF6922E-D963-4F4D-88AF-2CB0150BCDAF}" dt="2025-10-05T13:53:41.868" v="155" actId="20577"/>
        <pc:sldMkLst>
          <pc:docMk/>
          <pc:sldMk cId="3601745856" sldId="1975"/>
        </pc:sldMkLst>
        <pc:spChg chg="mod">
          <ac:chgData name="Guest User" userId="" providerId="Windows Live" clId="Web-{2BF6922E-D963-4F4D-88AF-2CB0150BCDAF}" dt="2025-10-05T13:53:41.868" v="155" actId="20577"/>
          <ac:spMkLst>
            <pc:docMk/>
            <pc:sldMk cId="3601745856" sldId="1975"/>
            <ac:spMk id="6" creationId="{564B429B-B8D9-F7E9-9FD8-08A30506E1A0}"/>
          </ac:spMkLst>
        </pc:spChg>
      </pc:sldChg>
      <pc:sldChg chg="modSp">
        <pc:chgData name="Guest User" userId="" providerId="Windows Live" clId="Web-{2BF6922E-D963-4F4D-88AF-2CB0150BCDAF}" dt="2025-10-05T14:04:26.321" v="265" actId="20577"/>
        <pc:sldMkLst>
          <pc:docMk/>
          <pc:sldMk cId="3642942826" sldId="1977"/>
        </pc:sldMkLst>
        <pc:spChg chg="mod">
          <ac:chgData name="Guest User" userId="" providerId="Windows Live" clId="Web-{2BF6922E-D963-4F4D-88AF-2CB0150BCDAF}" dt="2025-10-05T14:04:26.321" v="265" actId="20577"/>
          <ac:spMkLst>
            <pc:docMk/>
            <pc:sldMk cId="3642942826" sldId="1977"/>
            <ac:spMk id="9" creationId="{A443C2FB-6566-5532-83F9-0D5DD661EC8C}"/>
          </ac:spMkLst>
        </pc:spChg>
      </pc:sldChg>
      <pc:sldChg chg="modSp">
        <pc:chgData name="Guest User" userId="" providerId="Windows Live" clId="Web-{2BF6922E-D963-4F4D-88AF-2CB0150BCDAF}" dt="2025-10-05T14:07:22.356" v="271" actId="20577"/>
        <pc:sldMkLst>
          <pc:docMk/>
          <pc:sldMk cId="641477893" sldId="1979"/>
        </pc:sldMkLst>
        <pc:spChg chg="mod">
          <ac:chgData name="Guest User" userId="" providerId="Windows Live" clId="Web-{2BF6922E-D963-4F4D-88AF-2CB0150BCDAF}" dt="2025-10-05T14:07:22.356" v="271" actId="20577"/>
          <ac:spMkLst>
            <pc:docMk/>
            <pc:sldMk cId="641477893" sldId="1979"/>
            <ac:spMk id="9" creationId="{972A86B5-8F14-2B7B-0CFA-590E554F6F7C}"/>
          </ac:spMkLst>
        </pc:spChg>
      </pc:sldChg>
      <pc:sldChg chg="modSp">
        <pc:chgData name="Guest User" userId="" providerId="Windows Live" clId="Web-{2BF6922E-D963-4F4D-88AF-2CB0150BCDAF}" dt="2025-10-05T14:21:19.032" v="370" actId="20577"/>
        <pc:sldMkLst>
          <pc:docMk/>
          <pc:sldMk cId="2020830256" sldId="1980"/>
        </pc:sldMkLst>
        <pc:spChg chg="mod">
          <ac:chgData name="Guest User" userId="" providerId="Windows Live" clId="Web-{2BF6922E-D963-4F4D-88AF-2CB0150BCDAF}" dt="2025-10-05T14:21:19.032" v="370" actId="20577"/>
          <ac:spMkLst>
            <pc:docMk/>
            <pc:sldMk cId="2020830256" sldId="1980"/>
            <ac:spMk id="6" creationId="{1DB8CD47-125C-DFC4-3409-3D053915A710}"/>
          </ac:spMkLst>
        </pc:spChg>
        <pc:spChg chg="mod">
          <ac:chgData name="Guest User" userId="" providerId="Windows Live" clId="Web-{2BF6922E-D963-4F4D-88AF-2CB0150BCDAF}" dt="2025-10-05T14:15:23.817" v="340" actId="20577"/>
          <ac:spMkLst>
            <pc:docMk/>
            <pc:sldMk cId="2020830256" sldId="1980"/>
            <ac:spMk id="9" creationId="{633753F0-9469-A1F8-B816-4C40F2999FD7}"/>
          </ac:spMkLst>
        </pc:spChg>
      </pc:sldChg>
      <pc:sldChg chg="modSp">
        <pc:chgData name="Guest User" userId="" providerId="Windows Live" clId="Web-{2BF6922E-D963-4F4D-88AF-2CB0150BCDAF}" dt="2025-10-05T14:36:26.099" v="475" actId="14100"/>
        <pc:sldMkLst>
          <pc:docMk/>
          <pc:sldMk cId="3589558540" sldId="1981"/>
        </pc:sldMkLst>
        <pc:spChg chg="mod">
          <ac:chgData name="Guest User" userId="" providerId="Windows Live" clId="Web-{2BF6922E-D963-4F4D-88AF-2CB0150BCDAF}" dt="2025-10-05T14:35:07.143" v="467" actId="20577"/>
          <ac:spMkLst>
            <pc:docMk/>
            <pc:sldMk cId="3589558540" sldId="1981"/>
            <ac:spMk id="3" creationId="{127516AF-4BE5-3251-BFE5-7D7A4BB696B9}"/>
          </ac:spMkLst>
        </pc:spChg>
        <pc:spChg chg="mod">
          <ac:chgData name="Guest User" userId="" providerId="Windows Live" clId="Web-{2BF6922E-D963-4F4D-88AF-2CB0150BCDAF}" dt="2025-10-05T14:36:26.099" v="475" actId="14100"/>
          <ac:spMkLst>
            <pc:docMk/>
            <pc:sldMk cId="3589558540" sldId="1981"/>
            <ac:spMk id="9" creationId="{3726F53A-89BF-B3BA-92F4-448C237AB852}"/>
          </ac:spMkLst>
        </pc:spChg>
      </pc:sldChg>
      <pc:sldChg chg="modSp">
        <pc:chgData name="Guest User" userId="" providerId="Windows Live" clId="Web-{2BF6922E-D963-4F4D-88AF-2CB0150BCDAF}" dt="2025-10-05T14:38:03.274" v="477" actId="20577"/>
        <pc:sldMkLst>
          <pc:docMk/>
          <pc:sldMk cId="3974490684" sldId="1982"/>
        </pc:sldMkLst>
        <pc:spChg chg="mod">
          <ac:chgData name="Guest User" userId="" providerId="Windows Live" clId="Web-{2BF6922E-D963-4F4D-88AF-2CB0150BCDAF}" dt="2025-10-05T14:38:03.274" v="477" actId="20577"/>
          <ac:spMkLst>
            <pc:docMk/>
            <pc:sldMk cId="3974490684" sldId="1982"/>
            <ac:spMk id="3" creationId="{824F2ADF-CB7A-88E0-5A79-70A03C2FB429}"/>
          </ac:spMkLst>
        </pc:spChg>
      </pc:sldChg>
      <pc:sldChg chg="modSp">
        <pc:chgData name="Guest User" userId="" providerId="Windows Live" clId="Web-{2BF6922E-D963-4F4D-88AF-2CB0150BCDAF}" dt="2025-10-05T14:38:43.041" v="480" actId="20577"/>
        <pc:sldMkLst>
          <pc:docMk/>
          <pc:sldMk cId="2134280091" sldId="1983"/>
        </pc:sldMkLst>
        <pc:spChg chg="mod">
          <ac:chgData name="Guest User" userId="" providerId="Windows Live" clId="Web-{2BF6922E-D963-4F4D-88AF-2CB0150BCDAF}" dt="2025-10-05T14:38:43.041" v="480" actId="20577"/>
          <ac:spMkLst>
            <pc:docMk/>
            <pc:sldMk cId="2134280091" sldId="1983"/>
            <ac:spMk id="3" creationId="{9E02F101-A34E-ECDF-E0E9-4F007DD061D5}"/>
          </ac:spMkLst>
        </pc:spChg>
      </pc:sldChg>
      <pc:sldChg chg="modSp">
        <pc:chgData name="Guest User" userId="" providerId="Windows Live" clId="Web-{2BF6922E-D963-4F4D-88AF-2CB0150BCDAF}" dt="2025-10-05T14:50:17.179" v="532" actId="20577"/>
        <pc:sldMkLst>
          <pc:docMk/>
          <pc:sldMk cId="770389005" sldId="1984"/>
        </pc:sldMkLst>
        <pc:spChg chg="mod">
          <ac:chgData name="Guest User" userId="" providerId="Windows Live" clId="Web-{2BF6922E-D963-4F4D-88AF-2CB0150BCDAF}" dt="2025-10-05T14:50:17.179" v="532" actId="20577"/>
          <ac:spMkLst>
            <pc:docMk/>
            <pc:sldMk cId="770389005" sldId="1984"/>
            <ac:spMk id="6" creationId="{0F71E477-963A-D4C1-B27A-0A9DE832AF50}"/>
          </ac:spMkLst>
        </pc:spChg>
        <pc:spChg chg="mod">
          <ac:chgData name="Guest User" userId="" providerId="Windows Live" clId="Web-{2BF6922E-D963-4F4D-88AF-2CB0150BCDAF}" dt="2025-10-05T14:48:40.347" v="525" actId="20577"/>
          <ac:spMkLst>
            <pc:docMk/>
            <pc:sldMk cId="770389005" sldId="1984"/>
            <ac:spMk id="9" creationId="{5E55355C-A3EB-A5C6-FAA2-091047065718}"/>
          </ac:spMkLst>
        </pc:spChg>
      </pc:sldChg>
      <pc:sldChg chg="modSp">
        <pc:chgData name="Guest User" userId="" providerId="Windows Live" clId="Web-{2BF6922E-D963-4F4D-88AF-2CB0150BCDAF}" dt="2025-10-05T15:12:09.698" v="563" actId="20577"/>
        <pc:sldMkLst>
          <pc:docMk/>
          <pc:sldMk cId="2253044241" sldId="1985"/>
        </pc:sldMkLst>
        <pc:spChg chg="mod">
          <ac:chgData name="Guest User" userId="" providerId="Windows Live" clId="Web-{2BF6922E-D963-4F4D-88AF-2CB0150BCDAF}" dt="2025-10-05T15:12:09.698" v="563" actId="20577"/>
          <ac:spMkLst>
            <pc:docMk/>
            <pc:sldMk cId="2253044241" sldId="1985"/>
            <ac:spMk id="9" creationId="{9F6E5E0E-54BF-0419-DBF7-65B7F6357A82}"/>
          </ac:spMkLst>
        </pc:spChg>
      </pc:sldChg>
      <pc:sldChg chg="modSp">
        <pc:chgData name="Guest User" userId="" providerId="Windows Live" clId="Web-{2BF6922E-D963-4F4D-88AF-2CB0150BCDAF}" dt="2025-10-05T15:09:31.489" v="553" actId="20577"/>
        <pc:sldMkLst>
          <pc:docMk/>
          <pc:sldMk cId="1689803760" sldId="1986"/>
        </pc:sldMkLst>
        <pc:spChg chg="mod">
          <ac:chgData name="Guest User" userId="" providerId="Windows Live" clId="Web-{2BF6922E-D963-4F4D-88AF-2CB0150BCDAF}" dt="2025-10-05T15:09:31.489" v="553" actId="20577"/>
          <ac:spMkLst>
            <pc:docMk/>
            <pc:sldMk cId="1689803760" sldId="1986"/>
            <ac:spMk id="9" creationId="{6EA9617A-8E0A-C1B8-622E-2C73F3589460}"/>
          </ac:spMkLst>
        </pc:spChg>
      </pc:sldChg>
      <pc:sldChg chg="modSp">
        <pc:chgData name="Guest User" userId="" providerId="Windows Live" clId="Web-{2BF6922E-D963-4F4D-88AF-2CB0150BCDAF}" dt="2025-10-05T15:11:15.915" v="558" actId="20577"/>
        <pc:sldMkLst>
          <pc:docMk/>
          <pc:sldMk cId="2123505042" sldId="1987"/>
        </pc:sldMkLst>
        <pc:spChg chg="mod">
          <ac:chgData name="Guest User" userId="" providerId="Windows Live" clId="Web-{2BF6922E-D963-4F4D-88AF-2CB0150BCDAF}" dt="2025-10-05T15:11:15.915" v="558" actId="20577"/>
          <ac:spMkLst>
            <pc:docMk/>
            <pc:sldMk cId="2123505042" sldId="1987"/>
            <ac:spMk id="9" creationId="{DDB05683-566F-FC88-0DF0-A70C8DF84374}"/>
          </ac:spMkLst>
        </pc:spChg>
      </pc:sldChg>
      <pc:sldChg chg="delSp modSp add replId">
        <pc:chgData name="Guest User" userId="" providerId="Windows Live" clId="Web-{2BF6922E-D963-4F4D-88AF-2CB0150BCDAF}" dt="2025-10-05T14:25:50.615" v="460" actId="20577"/>
        <pc:sldMkLst>
          <pc:docMk/>
          <pc:sldMk cId="879401547" sldId="1988"/>
        </pc:sldMkLst>
        <pc:spChg chg="mod">
          <ac:chgData name="Guest User" userId="" providerId="Windows Live" clId="Web-{2BF6922E-D963-4F4D-88AF-2CB0150BCDAF}" dt="2025-10-05T14:25:50.615" v="460" actId="20577"/>
          <ac:spMkLst>
            <pc:docMk/>
            <pc:sldMk cId="879401547" sldId="1988"/>
            <ac:spMk id="9" creationId="{2454B848-404E-64A8-F9FC-CDCE29300D8C}"/>
          </ac:spMkLst>
        </pc:spChg>
      </pc:sldChg>
    </pc:docChg>
  </pc:docChgLst>
  <pc:docChgLst>
    <pc:chgData name="Sini Mathew" userId="3875fe58a975fc01" providerId="LiveId" clId="{54F1D884-829F-45D6-A583-4C19B7A934CD}"/>
    <pc:docChg chg="undo custSel addSld delSld modSld sldOrd">
      <pc:chgData name="Sini Mathew" userId="3875fe58a975fc01" providerId="LiveId" clId="{54F1D884-829F-45D6-A583-4C19B7A934CD}" dt="2025-10-04T14:24:33.039" v="636" actId="114"/>
      <pc:docMkLst>
        <pc:docMk/>
      </pc:docMkLst>
      <pc:sldChg chg="modSp mod">
        <pc:chgData name="Sini Mathew" userId="3875fe58a975fc01" providerId="LiveId" clId="{54F1D884-829F-45D6-A583-4C19B7A934CD}" dt="2025-10-04T13:42:51.393" v="107" actId="20577"/>
        <pc:sldMkLst>
          <pc:docMk/>
          <pc:sldMk cId="3717493800" sldId="821"/>
        </pc:sldMkLst>
        <pc:spChg chg="mod">
          <ac:chgData name="Sini Mathew" userId="3875fe58a975fc01" providerId="LiveId" clId="{54F1D884-829F-45D6-A583-4C19B7A934CD}" dt="2025-10-04T13:42:51.393" v="107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ni Mathew" userId="3875fe58a975fc01" providerId="LiveId" clId="{54F1D884-829F-45D6-A583-4C19B7A934CD}" dt="2025-10-04T13:50:27.610" v="212" actId="20577"/>
        <pc:sldMkLst>
          <pc:docMk/>
          <pc:sldMk cId="140346443" sldId="822"/>
        </pc:sldMkLst>
        <pc:spChg chg="mod">
          <ac:chgData name="Sini Mathew" userId="3875fe58a975fc01" providerId="LiveId" clId="{54F1D884-829F-45D6-A583-4C19B7A934CD}" dt="2025-10-04T13:44:42.571" v="141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54F1D884-829F-45D6-A583-4C19B7A934CD}" dt="2025-10-04T13:50:27.610" v="212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54F1D884-829F-45D6-A583-4C19B7A934CD}" dt="2025-10-04T13:46:33.753" v="168" actId="1076"/>
          <ac:spMkLst>
            <pc:docMk/>
            <pc:sldMk cId="140346443" sldId="822"/>
            <ac:spMk id="10" creationId="{60127C6D-3342-C831-3981-C5030CF3B941}"/>
          </ac:spMkLst>
        </pc:spChg>
      </pc:sldChg>
      <pc:sldChg chg="delSp modSp mod">
        <pc:chgData name="Sini Mathew" userId="3875fe58a975fc01" providerId="LiveId" clId="{54F1D884-829F-45D6-A583-4C19B7A934CD}" dt="2025-10-04T13:43:50.269" v="124" actId="20577"/>
        <pc:sldMkLst>
          <pc:docMk/>
          <pc:sldMk cId="2771250690" sldId="851"/>
        </pc:sldMkLst>
        <pc:spChg chg="mod">
          <ac:chgData name="Sini Mathew" userId="3875fe58a975fc01" providerId="LiveId" clId="{54F1D884-829F-45D6-A583-4C19B7A934CD}" dt="2025-10-04T13:42:57.161" v="110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LiveId" clId="{54F1D884-829F-45D6-A583-4C19B7A934CD}" dt="2025-10-04T13:43:50.269" v="124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 mod">
        <pc:chgData name="Sini Mathew" userId="3875fe58a975fc01" providerId="LiveId" clId="{54F1D884-829F-45D6-A583-4C19B7A934CD}" dt="2025-10-04T13:53:14.981" v="260" actId="1076"/>
        <pc:sldMkLst>
          <pc:docMk/>
          <pc:sldMk cId="858007124" sldId="1277"/>
        </pc:sldMkLst>
        <pc:spChg chg="mod">
          <ac:chgData name="Sini Mathew" userId="3875fe58a975fc01" providerId="LiveId" clId="{54F1D884-829F-45D6-A583-4C19B7A934CD}" dt="2025-10-04T13:52:05.802" v="235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Sini Mathew" userId="3875fe58a975fc01" providerId="LiveId" clId="{54F1D884-829F-45D6-A583-4C19B7A934CD}" dt="2025-10-04T13:53:14.981" v="260" actId="1076"/>
          <ac:spMkLst>
            <pc:docMk/>
            <pc:sldMk cId="858007124" sldId="1277"/>
            <ac:spMk id="6" creationId="{4AC751B8-1522-B4B4-3170-CBBEEEDF2680}"/>
          </ac:spMkLst>
        </pc:spChg>
      </pc:sldChg>
      <pc:sldChg chg="modSp mod">
        <pc:chgData name="Sini Mathew" userId="3875fe58a975fc01" providerId="LiveId" clId="{54F1D884-829F-45D6-A583-4C19B7A934CD}" dt="2025-10-04T13:52:55.641" v="255" actId="20577"/>
        <pc:sldMkLst>
          <pc:docMk/>
          <pc:sldMk cId="4765592" sldId="1388"/>
        </pc:sldMkLst>
        <pc:spChg chg="mod">
          <ac:chgData name="Sini Mathew" userId="3875fe58a975fc01" providerId="LiveId" clId="{54F1D884-829F-45D6-A583-4C19B7A934CD}" dt="2025-10-04T13:52:55.641" v="255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modSp mod">
        <pc:chgData name="Sini Mathew" userId="3875fe58a975fc01" providerId="LiveId" clId="{54F1D884-829F-45D6-A583-4C19B7A934CD}" dt="2025-10-04T13:26:39.695" v="5" actId="20577"/>
        <pc:sldMkLst>
          <pc:docMk/>
          <pc:sldMk cId="53611107" sldId="1727"/>
        </pc:sldMkLst>
        <pc:spChg chg="mod">
          <ac:chgData name="Sini Mathew" userId="3875fe58a975fc01" providerId="LiveId" clId="{54F1D884-829F-45D6-A583-4C19B7A934CD}" dt="2025-10-04T13:26:39.695" v="5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Sp mod">
        <pc:chgData name="Sini Mathew" userId="3875fe58a975fc01" providerId="LiveId" clId="{54F1D884-829F-45D6-A583-4C19B7A934CD}" dt="2025-10-04T13:29:25.472" v="22" actId="20577"/>
        <pc:sldMkLst>
          <pc:docMk/>
          <pc:sldMk cId="126902895" sldId="1746"/>
        </pc:sldMkLst>
        <pc:spChg chg="mod">
          <ac:chgData name="Sini Mathew" userId="3875fe58a975fc01" providerId="LiveId" clId="{54F1D884-829F-45D6-A583-4C19B7A934CD}" dt="2025-10-04T13:29:25.472" v="22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modSp mod">
        <pc:chgData name="Sini Mathew" userId="3875fe58a975fc01" providerId="LiveId" clId="{54F1D884-829F-45D6-A583-4C19B7A934CD}" dt="2025-10-04T13:55:52.914" v="319" actId="20577"/>
        <pc:sldMkLst>
          <pc:docMk/>
          <pc:sldMk cId="1254139428" sldId="1822"/>
        </pc:sldMkLst>
        <pc:spChg chg="mod">
          <ac:chgData name="Sini Mathew" userId="3875fe58a975fc01" providerId="LiveId" clId="{54F1D884-829F-45D6-A583-4C19B7A934CD}" dt="2025-10-04T13:54:03.208" v="286" actId="20577"/>
          <ac:spMkLst>
            <pc:docMk/>
            <pc:sldMk cId="1254139428" sldId="1822"/>
            <ac:spMk id="2" creationId="{19B9627D-C9E5-7A27-D868-BB4004190B76}"/>
          </ac:spMkLst>
        </pc:spChg>
        <pc:spChg chg="mod">
          <ac:chgData name="Sini Mathew" userId="3875fe58a975fc01" providerId="LiveId" clId="{54F1D884-829F-45D6-A583-4C19B7A934CD}" dt="2025-10-04T13:55:52.914" v="319" actId="20577"/>
          <ac:spMkLst>
            <pc:docMk/>
            <pc:sldMk cId="1254139428" sldId="1822"/>
            <ac:spMk id="4" creationId="{108826D6-D5E7-8E29-8447-D3F82C0FBEBF}"/>
          </ac:spMkLst>
        </pc:spChg>
        <pc:spChg chg="mod">
          <ac:chgData name="Sini Mathew" userId="3875fe58a975fc01" providerId="LiveId" clId="{54F1D884-829F-45D6-A583-4C19B7A934CD}" dt="2025-10-04T13:53:23.608" v="261"/>
          <ac:spMkLst>
            <pc:docMk/>
            <pc:sldMk cId="1254139428" sldId="1822"/>
            <ac:spMk id="6" creationId="{8C7B43F6-8489-9A55-95F5-8F690487996E}"/>
          </ac:spMkLst>
        </pc:spChg>
      </pc:sldChg>
      <pc:sldChg chg="modSp mod">
        <pc:chgData name="Sini Mathew" userId="3875fe58a975fc01" providerId="LiveId" clId="{54F1D884-829F-45D6-A583-4C19B7A934CD}" dt="2025-10-04T14:04:56.689" v="424" actId="20577"/>
        <pc:sldMkLst>
          <pc:docMk/>
          <pc:sldMk cId="2406581127" sldId="1826"/>
        </pc:sldMkLst>
        <pc:spChg chg="mod">
          <ac:chgData name="Sini Mathew" userId="3875fe58a975fc01" providerId="LiveId" clId="{54F1D884-829F-45D6-A583-4C19B7A934CD}" dt="2025-10-04T14:04:56.689" v="424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addSp delSp modSp mod">
        <pc:chgData name="Sini Mathew" userId="3875fe58a975fc01" providerId="LiveId" clId="{54F1D884-829F-45D6-A583-4C19B7A934CD}" dt="2025-10-04T14:07:39.151" v="471" actId="20577"/>
        <pc:sldMkLst>
          <pc:docMk/>
          <pc:sldMk cId="3359142403" sldId="1827"/>
        </pc:sldMkLst>
        <pc:spChg chg="mod">
          <ac:chgData name="Sini Mathew" userId="3875fe58a975fc01" providerId="LiveId" clId="{54F1D884-829F-45D6-A583-4C19B7A934CD}" dt="2025-10-04T14:05:04.902" v="438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Sini Mathew" userId="3875fe58a975fc01" providerId="LiveId" clId="{54F1D884-829F-45D6-A583-4C19B7A934CD}" dt="2025-10-04T14:07:39.151" v="471" actId="20577"/>
          <ac:spMkLst>
            <pc:docMk/>
            <pc:sldMk cId="3359142403" sldId="1827"/>
            <ac:spMk id="4" creationId="{518E5F5E-AFCD-CA89-E3DF-EB5B7465010C}"/>
          </ac:spMkLst>
        </pc:spChg>
        <pc:spChg chg="add mod">
          <ac:chgData name="Sini Mathew" userId="3875fe58a975fc01" providerId="LiveId" clId="{54F1D884-829F-45D6-A583-4C19B7A934CD}" dt="2025-10-04T14:06:27.061" v="454" actId="20577"/>
          <ac:spMkLst>
            <pc:docMk/>
            <pc:sldMk cId="3359142403" sldId="1827"/>
            <ac:spMk id="6" creationId="{C87AEAA6-E958-1FD6-F3C5-83158A817AB0}"/>
          </ac:spMkLst>
        </pc:spChg>
        <pc:spChg chg="mod">
          <ac:chgData name="Sini Mathew" userId="3875fe58a975fc01" providerId="LiveId" clId="{54F1D884-829F-45D6-A583-4C19B7A934CD}" dt="2025-10-04T14:05:59.049" v="448" actId="6549"/>
          <ac:spMkLst>
            <pc:docMk/>
            <pc:sldMk cId="3359142403" sldId="1827"/>
            <ac:spMk id="9" creationId="{4536F35D-48AB-EDB2-4394-D9653B1CDDAF}"/>
          </ac:spMkLst>
        </pc:spChg>
      </pc:sldChg>
      <pc:sldChg chg="modSp mod">
        <pc:chgData name="Sini Mathew" userId="3875fe58a975fc01" providerId="LiveId" clId="{54F1D884-829F-45D6-A583-4C19B7A934CD}" dt="2025-10-04T13:56:41.409" v="334" actId="20577"/>
        <pc:sldMkLst>
          <pc:docMk/>
          <pc:sldMk cId="2684712631" sldId="1829"/>
        </pc:sldMkLst>
        <pc:spChg chg="mod">
          <ac:chgData name="Sini Mathew" userId="3875fe58a975fc01" providerId="LiveId" clId="{54F1D884-829F-45D6-A583-4C19B7A934CD}" dt="2025-10-04T13:56:41.409" v="334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Sini Mathew" userId="3875fe58a975fc01" providerId="LiveId" clId="{54F1D884-829F-45D6-A583-4C19B7A934CD}" dt="2025-10-04T14:04:43.018" v="411" actId="20577"/>
        <pc:sldMkLst>
          <pc:docMk/>
          <pc:sldMk cId="1880725329" sldId="1830"/>
        </pc:sldMkLst>
        <pc:spChg chg="mod">
          <ac:chgData name="Sini Mathew" userId="3875fe58a975fc01" providerId="LiveId" clId="{54F1D884-829F-45D6-A583-4C19B7A934CD}" dt="2025-10-04T13:56:46.153" v="337" actId="20577"/>
          <ac:spMkLst>
            <pc:docMk/>
            <pc:sldMk cId="1880725329" sldId="1830"/>
            <ac:spMk id="2" creationId="{A9F8AD01-0F67-C3AF-1AAF-11248472D921}"/>
          </ac:spMkLst>
        </pc:spChg>
        <pc:spChg chg="mod">
          <ac:chgData name="Sini Mathew" userId="3875fe58a975fc01" providerId="LiveId" clId="{54F1D884-829F-45D6-A583-4C19B7A934CD}" dt="2025-10-04T14:04:43.018" v="411" actId="20577"/>
          <ac:spMkLst>
            <pc:docMk/>
            <pc:sldMk cId="1880725329" sldId="1830"/>
            <ac:spMk id="4" creationId="{36687E6C-ACB6-46BC-999B-EC799FF242DE}"/>
          </ac:spMkLst>
        </pc:spChg>
        <pc:spChg chg="mod">
          <ac:chgData name="Sini Mathew" userId="3875fe58a975fc01" providerId="LiveId" clId="{54F1D884-829F-45D6-A583-4C19B7A934CD}" dt="2025-10-04T13:57:17.472" v="349" actId="6549"/>
          <ac:spMkLst>
            <pc:docMk/>
            <pc:sldMk cId="1880725329" sldId="1830"/>
            <ac:spMk id="9" creationId="{FDE1DB4F-C217-2890-DB3F-D9D8888A471B}"/>
          </ac:spMkLst>
        </pc:spChg>
      </pc:sldChg>
      <pc:sldChg chg="modSp mod">
        <pc:chgData name="Sini Mathew" userId="3875fe58a975fc01" providerId="LiveId" clId="{54F1D884-829F-45D6-A583-4C19B7A934CD}" dt="2025-10-04T14:08:11.828" v="475" actId="20577"/>
        <pc:sldMkLst>
          <pc:docMk/>
          <pc:sldMk cId="1147338714" sldId="1856"/>
        </pc:sldMkLst>
        <pc:spChg chg="mod">
          <ac:chgData name="Sini Mathew" userId="3875fe58a975fc01" providerId="LiveId" clId="{54F1D884-829F-45D6-A583-4C19B7A934CD}" dt="2025-10-04T14:08:11.828" v="475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 mod">
        <pc:chgData name="Sini Mathew" userId="3875fe58a975fc01" providerId="LiveId" clId="{54F1D884-829F-45D6-A583-4C19B7A934CD}" dt="2025-10-04T14:11:27.542" v="513" actId="20577"/>
        <pc:sldMkLst>
          <pc:docMk/>
          <pc:sldMk cId="3482069950" sldId="1900"/>
        </pc:sldMkLst>
        <pc:spChg chg="mod">
          <ac:chgData name="Sini Mathew" userId="3875fe58a975fc01" providerId="LiveId" clId="{54F1D884-829F-45D6-A583-4C19B7A934CD}" dt="2025-10-04T14:11:27.542" v="513" actId="20577"/>
          <ac:spMkLst>
            <pc:docMk/>
            <pc:sldMk cId="3482069950" sldId="1900"/>
            <ac:spMk id="7" creationId="{0F17F290-1656-7542-9578-98FD23DC620B}"/>
          </ac:spMkLst>
        </pc:spChg>
      </pc:sldChg>
      <pc:sldChg chg="modSp mod">
        <pc:chgData name="Sini Mathew" userId="3875fe58a975fc01" providerId="LiveId" clId="{54F1D884-829F-45D6-A583-4C19B7A934CD}" dt="2025-10-04T14:14:32.854" v="559" actId="20577"/>
        <pc:sldMkLst>
          <pc:docMk/>
          <pc:sldMk cId="948678201" sldId="1905"/>
        </pc:sldMkLst>
        <pc:spChg chg="mod">
          <ac:chgData name="Sini Mathew" userId="3875fe58a975fc01" providerId="LiveId" clId="{54F1D884-829F-45D6-A583-4C19B7A934CD}" dt="2025-10-04T14:14:32.854" v="559" actId="20577"/>
          <ac:spMkLst>
            <pc:docMk/>
            <pc:sldMk cId="948678201" sldId="1905"/>
            <ac:spMk id="7" creationId="{A5408C03-D8F4-99B9-0ED5-F1CE6F0DD9E4}"/>
          </ac:spMkLst>
        </pc:spChg>
      </pc:sldChg>
      <pc:sldChg chg="modSp mod">
        <pc:chgData name="Sini Mathew" userId="3875fe58a975fc01" providerId="LiveId" clId="{54F1D884-829F-45D6-A583-4C19B7A934CD}" dt="2025-10-04T14:24:33.039" v="636" actId="114"/>
        <pc:sldMkLst>
          <pc:docMk/>
          <pc:sldMk cId="3289423126" sldId="1914"/>
        </pc:sldMkLst>
        <pc:spChg chg="mod">
          <ac:chgData name="Sini Mathew" userId="3875fe58a975fc01" providerId="LiveId" clId="{54F1D884-829F-45D6-A583-4C19B7A934CD}" dt="2025-10-04T14:23:59.554" v="623" actId="20577"/>
          <ac:spMkLst>
            <pc:docMk/>
            <pc:sldMk cId="3289423126" sldId="1914"/>
            <ac:spMk id="2" creationId="{793C4DB1-6070-8360-2EC7-D1E8D78B4243}"/>
          </ac:spMkLst>
        </pc:spChg>
        <pc:spChg chg="mod">
          <ac:chgData name="Sini Mathew" userId="3875fe58a975fc01" providerId="LiveId" clId="{54F1D884-829F-45D6-A583-4C19B7A934CD}" dt="2025-10-04T14:24:33.039" v="636" actId="114"/>
          <ac:spMkLst>
            <pc:docMk/>
            <pc:sldMk cId="3289423126" sldId="1914"/>
            <ac:spMk id="9" creationId="{950CFABF-E0AF-7869-428C-78D62E9B0B1E}"/>
          </ac:spMkLst>
        </pc:spChg>
      </pc:sldChg>
      <pc:sldChg chg="delSp modSp mod">
        <pc:chgData name="Sini Mathew" userId="3875fe58a975fc01" providerId="LiveId" clId="{54F1D884-829F-45D6-A583-4C19B7A934CD}" dt="2025-10-04T13:42:19.105" v="94" actId="20577"/>
        <pc:sldMkLst>
          <pc:docMk/>
          <pc:sldMk cId="3366721836" sldId="1915"/>
        </pc:sldMkLst>
        <pc:spChg chg="mod">
          <ac:chgData name="Sini Mathew" userId="3875fe58a975fc01" providerId="LiveId" clId="{54F1D884-829F-45D6-A583-4C19B7A934CD}" dt="2025-10-04T13:36:58.792" v="23" actId="20577"/>
          <ac:spMkLst>
            <pc:docMk/>
            <pc:sldMk cId="3366721836" sldId="1915"/>
            <ac:spMk id="2" creationId="{A364F5D1-79C1-4C43-8C2B-B9182DCD2006}"/>
          </ac:spMkLst>
        </pc:spChg>
        <pc:spChg chg="mod">
          <ac:chgData name="Sini Mathew" userId="3875fe58a975fc01" providerId="LiveId" clId="{54F1D884-829F-45D6-A583-4C19B7A934CD}" dt="2025-10-04T13:37:28.848" v="32" actId="20577"/>
          <ac:spMkLst>
            <pc:docMk/>
            <pc:sldMk cId="3366721836" sldId="1915"/>
            <ac:spMk id="4" creationId="{EEAA6A71-2919-6F92-C2BF-2A5CEE44FF51}"/>
          </ac:spMkLst>
        </pc:spChg>
        <pc:spChg chg="mod">
          <ac:chgData name="Sini Mathew" userId="3875fe58a975fc01" providerId="LiveId" clId="{54F1D884-829F-45D6-A583-4C19B7A934CD}" dt="2025-10-04T13:42:19.105" v="94" actId="20577"/>
          <ac:spMkLst>
            <pc:docMk/>
            <pc:sldMk cId="3366721836" sldId="1915"/>
            <ac:spMk id="5" creationId="{A580248D-7344-851E-94DE-44524E9F4FC9}"/>
          </ac:spMkLst>
        </pc:spChg>
      </pc:sldChg>
      <pc:sldChg chg="modSp mod">
        <pc:chgData name="Sini Mathew" userId="3875fe58a975fc01" providerId="LiveId" clId="{54F1D884-829F-45D6-A583-4C19B7A934CD}" dt="2025-10-04T14:09:02.429" v="486" actId="20577"/>
        <pc:sldMkLst>
          <pc:docMk/>
          <pc:sldMk cId="457554906" sldId="1951"/>
        </pc:sldMkLst>
        <pc:spChg chg="mod">
          <ac:chgData name="Sini Mathew" userId="3875fe58a975fc01" providerId="LiveId" clId="{54F1D884-829F-45D6-A583-4C19B7A934CD}" dt="2025-10-04T14:08:17.854" v="478" actId="20577"/>
          <ac:spMkLst>
            <pc:docMk/>
            <pc:sldMk cId="457554906" sldId="1951"/>
            <ac:spMk id="2" creationId="{E3EB016E-DBD6-1D76-25B7-ACF4641750D7}"/>
          </ac:spMkLst>
        </pc:spChg>
        <pc:spChg chg="mod">
          <ac:chgData name="Sini Mathew" userId="3875fe58a975fc01" providerId="LiveId" clId="{54F1D884-829F-45D6-A583-4C19B7A934CD}" dt="2025-10-04T14:09:02.429" v="486" actId="20577"/>
          <ac:spMkLst>
            <pc:docMk/>
            <pc:sldMk cId="457554906" sldId="1951"/>
            <ac:spMk id="3" creationId="{61EFC076-16A6-E172-6DDA-01CF72DC2147}"/>
          </ac:spMkLst>
        </pc:spChg>
        <pc:spChg chg="mod">
          <ac:chgData name="Sini Mathew" userId="3875fe58a975fc01" providerId="LiveId" clId="{54F1D884-829F-45D6-A583-4C19B7A934CD}" dt="2025-10-04T14:08:42.181" v="482" actId="20577"/>
          <ac:spMkLst>
            <pc:docMk/>
            <pc:sldMk cId="457554906" sldId="1951"/>
            <ac:spMk id="9" creationId="{CFE6024A-2E5B-FB81-D3CF-B8F3AF5BC532}"/>
          </ac:spMkLst>
        </pc:spChg>
      </pc:sldChg>
      <pc:sldChg chg="addSp delSp modSp mod">
        <pc:chgData name="Sini Mathew" userId="3875fe58a975fc01" providerId="LiveId" clId="{54F1D884-829F-45D6-A583-4C19B7A934CD}" dt="2025-10-04T14:13:15.789" v="540" actId="20577"/>
        <pc:sldMkLst>
          <pc:docMk/>
          <pc:sldMk cId="333897995" sldId="1955"/>
        </pc:sldMkLst>
        <pc:spChg chg="mod">
          <ac:chgData name="Sini Mathew" userId="3875fe58a975fc01" providerId="LiveId" clId="{54F1D884-829F-45D6-A583-4C19B7A934CD}" dt="2025-10-04T14:11:37.665" v="515" actId="20577"/>
          <ac:spMkLst>
            <pc:docMk/>
            <pc:sldMk cId="333897995" sldId="1955"/>
            <ac:spMk id="2" creationId="{12877619-4615-DDE8-4A50-914CB05C56FF}"/>
          </ac:spMkLst>
        </pc:spChg>
        <pc:spChg chg="mod">
          <ac:chgData name="Sini Mathew" userId="3875fe58a975fc01" providerId="LiveId" clId="{54F1D884-829F-45D6-A583-4C19B7A934CD}" dt="2025-10-04T14:13:15.789" v="540" actId="20577"/>
          <ac:spMkLst>
            <pc:docMk/>
            <pc:sldMk cId="333897995" sldId="1955"/>
            <ac:spMk id="4" creationId="{252CF944-B7A1-13D7-9AD0-BB9AC8EF6293}"/>
          </ac:spMkLst>
        </pc:spChg>
        <pc:spChg chg="add mod">
          <ac:chgData name="Sini Mathew" userId="3875fe58a975fc01" providerId="LiveId" clId="{54F1D884-829F-45D6-A583-4C19B7A934CD}" dt="2025-10-04T14:13:09.978" v="538" actId="20577"/>
          <ac:spMkLst>
            <pc:docMk/>
            <pc:sldMk cId="333897995" sldId="1955"/>
            <ac:spMk id="6" creationId="{79437F06-747A-FD01-7F07-40C08AF5AB00}"/>
          </ac:spMkLst>
        </pc:spChg>
        <pc:spChg chg="mod">
          <ac:chgData name="Sini Mathew" userId="3875fe58a975fc01" providerId="LiveId" clId="{54F1D884-829F-45D6-A583-4C19B7A934CD}" dt="2025-10-04T14:12:31.413" v="532" actId="6549"/>
          <ac:spMkLst>
            <pc:docMk/>
            <pc:sldMk cId="333897995" sldId="1955"/>
            <ac:spMk id="9" creationId="{36F7F17E-A728-6BBB-A381-08E53454AD5E}"/>
          </ac:spMkLst>
        </pc:spChg>
      </pc:sldChg>
      <pc:sldChg chg="delSp modSp mod">
        <pc:chgData name="Sini Mathew" userId="3875fe58a975fc01" providerId="LiveId" clId="{54F1D884-829F-45D6-A583-4C19B7A934CD}" dt="2025-10-04T14:20:29.333" v="573" actId="20577"/>
        <pc:sldMkLst>
          <pc:docMk/>
          <pc:sldMk cId="2029940115" sldId="1960"/>
        </pc:sldMkLst>
        <pc:spChg chg="mod">
          <ac:chgData name="Sini Mathew" userId="3875fe58a975fc01" providerId="LiveId" clId="{54F1D884-829F-45D6-A583-4C19B7A934CD}" dt="2025-10-04T14:14:38.257" v="562" actId="20577"/>
          <ac:spMkLst>
            <pc:docMk/>
            <pc:sldMk cId="2029940115" sldId="1960"/>
            <ac:spMk id="2" creationId="{CEC4538E-B8A4-AADC-69C7-1022BC608C30}"/>
          </ac:spMkLst>
        </pc:spChg>
        <pc:spChg chg="mod">
          <ac:chgData name="Sini Mathew" userId="3875fe58a975fc01" providerId="LiveId" clId="{54F1D884-829F-45D6-A583-4C19B7A934CD}" dt="2025-10-04T14:20:29.333" v="573" actId="20577"/>
          <ac:spMkLst>
            <pc:docMk/>
            <pc:sldMk cId="2029940115" sldId="1960"/>
            <ac:spMk id="9" creationId="{E10C79F8-5379-E644-6BEE-5C89383BB88B}"/>
          </ac:spMkLst>
        </pc:spChg>
      </pc:sldChg>
      <pc:sldChg chg="modSp add mod">
        <pc:chgData name="Sini Mathew" userId="3875fe58a975fc01" providerId="LiveId" clId="{54F1D884-829F-45D6-A583-4C19B7A934CD}" dt="2025-10-04T13:42:13.847" v="92" actId="20577"/>
        <pc:sldMkLst>
          <pc:docMk/>
          <pc:sldMk cId="2418934247" sldId="1964"/>
        </pc:sldMkLst>
        <pc:spChg chg="mod">
          <ac:chgData name="Sini Mathew" userId="3875fe58a975fc01" providerId="LiveId" clId="{54F1D884-829F-45D6-A583-4C19B7A934CD}" dt="2025-10-04T13:39:00.355" v="49" actId="6549"/>
          <ac:spMkLst>
            <pc:docMk/>
            <pc:sldMk cId="2418934247" sldId="1964"/>
            <ac:spMk id="4" creationId="{7D742746-DAC1-A866-59B5-AFC5F133787C}"/>
          </ac:spMkLst>
        </pc:spChg>
        <pc:spChg chg="mod">
          <ac:chgData name="Sini Mathew" userId="3875fe58a975fc01" providerId="LiveId" clId="{54F1D884-829F-45D6-A583-4C19B7A934CD}" dt="2025-10-04T13:42:13.847" v="92" actId="20577"/>
          <ac:spMkLst>
            <pc:docMk/>
            <pc:sldMk cId="2418934247" sldId="1964"/>
            <ac:spMk id="5" creationId="{4BEBC75A-1D5A-A7B1-9F4F-257BFD536C88}"/>
          </ac:spMkLst>
        </pc:spChg>
      </pc:sldChg>
      <pc:sldChg chg="modSp add mod">
        <pc:chgData name="Sini Mathew" userId="3875fe58a975fc01" providerId="LiveId" clId="{54F1D884-829F-45D6-A583-4C19B7A934CD}" dt="2025-10-04T13:42:04.240" v="88" actId="20577"/>
        <pc:sldMkLst>
          <pc:docMk/>
          <pc:sldMk cId="124597885" sldId="1965"/>
        </pc:sldMkLst>
        <pc:spChg chg="mod">
          <ac:chgData name="Sini Mathew" userId="3875fe58a975fc01" providerId="LiveId" clId="{54F1D884-829F-45D6-A583-4C19B7A934CD}" dt="2025-10-04T13:39:41.739" v="57" actId="20577"/>
          <ac:spMkLst>
            <pc:docMk/>
            <pc:sldMk cId="124597885" sldId="1965"/>
            <ac:spMk id="4" creationId="{E7F5B5BA-101D-B74C-87B7-76CA725C71CB}"/>
          </ac:spMkLst>
        </pc:spChg>
        <pc:spChg chg="mod">
          <ac:chgData name="Sini Mathew" userId="3875fe58a975fc01" providerId="LiveId" clId="{54F1D884-829F-45D6-A583-4C19B7A934CD}" dt="2025-10-04T13:42:04.240" v="88" actId="20577"/>
          <ac:spMkLst>
            <pc:docMk/>
            <pc:sldMk cId="124597885" sldId="1965"/>
            <ac:spMk id="5" creationId="{F647E80E-141B-F6DC-CE52-304AF83BBBF8}"/>
          </ac:spMkLst>
        </pc:spChg>
      </pc:sldChg>
      <pc:sldChg chg="modSp add mod">
        <pc:chgData name="Sini Mathew" userId="3875fe58a975fc01" providerId="LiveId" clId="{54F1D884-829F-45D6-A583-4C19B7A934CD}" dt="2025-10-04T13:41:54.632" v="84" actId="20577"/>
        <pc:sldMkLst>
          <pc:docMk/>
          <pc:sldMk cId="2702358573" sldId="1966"/>
        </pc:sldMkLst>
        <pc:spChg chg="mod">
          <ac:chgData name="Sini Mathew" userId="3875fe58a975fc01" providerId="LiveId" clId="{54F1D884-829F-45D6-A583-4C19B7A934CD}" dt="2025-10-04T13:40:21.117" v="66" actId="20577"/>
          <ac:spMkLst>
            <pc:docMk/>
            <pc:sldMk cId="2702358573" sldId="1966"/>
            <ac:spMk id="4" creationId="{7940037A-8E2A-F3AE-D600-CD12FFEF4219}"/>
          </ac:spMkLst>
        </pc:spChg>
        <pc:spChg chg="mod">
          <ac:chgData name="Sini Mathew" userId="3875fe58a975fc01" providerId="LiveId" clId="{54F1D884-829F-45D6-A583-4C19B7A934CD}" dt="2025-10-04T13:41:54.632" v="84" actId="20577"/>
          <ac:spMkLst>
            <pc:docMk/>
            <pc:sldMk cId="2702358573" sldId="1966"/>
            <ac:spMk id="5" creationId="{BEEE26DD-F9E3-C5F4-05AA-6E656C899A53}"/>
          </ac:spMkLst>
        </pc:spChg>
      </pc:sldChg>
      <pc:sldChg chg="modSp add mod">
        <pc:chgData name="Sini Mathew" userId="3875fe58a975fc01" providerId="LiveId" clId="{54F1D884-829F-45D6-A583-4C19B7A934CD}" dt="2025-10-04T13:41:45.498" v="80" actId="20577"/>
        <pc:sldMkLst>
          <pc:docMk/>
          <pc:sldMk cId="1943195758" sldId="1967"/>
        </pc:sldMkLst>
        <pc:spChg chg="mod">
          <ac:chgData name="Sini Mathew" userId="3875fe58a975fc01" providerId="LiveId" clId="{54F1D884-829F-45D6-A583-4C19B7A934CD}" dt="2025-10-04T13:41:16.526" v="76" actId="20577"/>
          <ac:spMkLst>
            <pc:docMk/>
            <pc:sldMk cId="1943195758" sldId="1967"/>
            <ac:spMk id="4" creationId="{12873C49-EA4A-7A4E-E5B3-ABD946C5B973}"/>
          </ac:spMkLst>
        </pc:spChg>
        <pc:spChg chg="mod">
          <ac:chgData name="Sini Mathew" userId="3875fe58a975fc01" providerId="LiveId" clId="{54F1D884-829F-45D6-A583-4C19B7A934CD}" dt="2025-10-04T13:41:45.498" v="80" actId="20577"/>
          <ac:spMkLst>
            <pc:docMk/>
            <pc:sldMk cId="1943195758" sldId="1967"/>
            <ac:spMk id="5" creationId="{853A24F1-378B-3574-C6D8-BF7813A539F3}"/>
          </ac:spMkLst>
        </pc:spChg>
      </pc:sldChg>
      <pc:sldChg chg="modSp add mod ord">
        <pc:chgData name="Sini Mathew" userId="3875fe58a975fc01" providerId="LiveId" clId="{54F1D884-829F-45D6-A583-4C19B7A934CD}" dt="2025-10-04T13:50:36.895" v="216" actId="20577"/>
        <pc:sldMkLst>
          <pc:docMk/>
          <pc:sldMk cId="2740556916" sldId="1968"/>
        </pc:sldMkLst>
        <pc:spChg chg="mod">
          <ac:chgData name="Sini Mathew" userId="3875fe58a975fc01" providerId="LiveId" clId="{54F1D884-829F-45D6-A583-4C19B7A934CD}" dt="2025-10-04T13:50:36.895" v="216" actId="20577"/>
          <ac:spMkLst>
            <pc:docMk/>
            <pc:sldMk cId="2740556916" sldId="1968"/>
            <ac:spMk id="6" creationId="{F59A5A9A-B280-AF52-B093-8295F8740AB0}"/>
          </ac:spMkLst>
        </pc:spChg>
        <pc:spChg chg="mod">
          <ac:chgData name="Sini Mathew" userId="3875fe58a975fc01" providerId="LiveId" clId="{54F1D884-829F-45D6-A583-4C19B7A934CD}" dt="2025-10-04T13:47:46.662" v="182" actId="6549"/>
          <ac:spMkLst>
            <pc:docMk/>
            <pc:sldMk cId="2740556916" sldId="1968"/>
            <ac:spMk id="10" creationId="{5D89939B-79B7-506F-5503-4DB6CEB229B9}"/>
          </ac:spMkLst>
        </pc:spChg>
      </pc:sldChg>
      <pc:sldChg chg="modSp add mod ord">
        <pc:chgData name="Sini Mathew" userId="3875fe58a975fc01" providerId="LiveId" clId="{54F1D884-829F-45D6-A583-4C19B7A934CD}" dt="2025-10-04T13:50:45.668" v="220" actId="20577"/>
        <pc:sldMkLst>
          <pc:docMk/>
          <pc:sldMk cId="2276798095" sldId="1969"/>
        </pc:sldMkLst>
        <pc:spChg chg="mod">
          <ac:chgData name="Sini Mathew" userId="3875fe58a975fc01" providerId="LiveId" clId="{54F1D884-829F-45D6-A583-4C19B7A934CD}" dt="2025-10-04T13:50:45.668" v="220" actId="20577"/>
          <ac:spMkLst>
            <pc:docMk/>
            <pc:sldMk cId="2276798095" sldId="1969"/>
            <ac:spMk id="6" creationId="{0C75B9E3-4656-2500-7289-DD763266A9E6}"/>
          </ac:spMkLst>
        </pc:spChg>
        <pc:spChg chg="mod">
          <ac:chgData name="Sini Mathew" userId="3875fe58a975fc01" providerId="LiveId" clId="{54F1D884-829F-45D6-A583-4C19B7A934CD}" dt="2025-10-04T13:49:03.901" v="197" actId="1076"/>
          <ac:spMkLst>
            <pc:docMk/>
            <pc:sldMk cId="2276798095" sldId="1969"/>
            <ac:spMk id="10" creationId="{EBCAD6D2-2CCF-4EBA-B1AA-71B823090209}"/>
          </ac:spMkLst>
        </pc:spChg>
      </pc:sldChg>
      <pc:sldChg chg="modSp add mod ord">
        <pc:chgData name="Sini Mathew" userId="3875fe58a975fc01" providerId="LiveId" clId="{54F1D884-829F-45D6-A583-4C19B7A934CD}" dt="2025-10-04T13:50:54.950" v="224" actId="20577"/>
        <pc:sldMkLst>
          <pc:docMk/>
          <pc:sldMk cId="885538778" sldId="1970"/>
        </pc:sldMkLst>
        <pc:spChg chg="mod">
          <ac:chgData name="Sini Mathew" userId="3875fe58a975fc01" providerId="LiveId" clId="{54F1D884-829F-45D6-A583-4C19B7A934CD}" dt="2025-10-04T13:50:54.950" v="224" actId="20577"/>
          <ac:spMkLst>
            <pc:docMk/>
            <pc:sldMk cId="885538778" sldId="1970"/>
            <ac:spMk id="6" creationId="{978417C4-7B84-D1C1-61E1-08052F417ECF}"/>
          </ac:spMkLst>
        </pc:spChg>
      </pc:sldChg>
      <pc:sldChg chg="modSp add mod ord">
        <pc:chgData name="Sini Mathew" userId="3875fe58a975fc01" providerId="LiveId" clId="{54F1D884-829F-45D6-A583-4C19B7A934CD}" dt="2025-10-04T13:51:05.158" v="228" actId="20577"/>
        <pc:sldMkLst>
          <pc:docMk/>
          <pc:sldMk cId="4062528554" sldId="1971"/>
        </pc:sldMkLst>
        <pc:spChg chg="mod">
          <ac:chgData name="Sini Mathew" userId="3875fe58a975fc01" providerId="LiveId" clId="{54F1D884-829F-45D6-A583-4C19B7A934CD}" dt="2025-10-04T13:51:05.158" v="228" actId="20577"/>
          <ac:spMkLst>
            <pc:docMk/>
            <pc:sldMk cId="4062528554" sldId="1971"/>
            <ac:spMk id="6" creationId="{60D0C7C9-43BF-6165-785A-0B09E52483BC}"/>
          </ac:spMkLst>
        </pc:spChg>
        <pc:spChg chg="mod">
          <ac:chgData name="Sini Mathew" userId="3875fe58a975fc01" providerId="LiveId" clId="{54F1D884-829F-45D6-A583-4C19B7A934CD}" dt="2025-10-04T13:49:45.599" v="208" actId="20577"/>
          <ac:spMkLst>
            <pc:docMk/>
            <pc:sldMk cId="4062528554" sldId="1971"/>
            <ac:spMk id="10" creationId="{586BEB48-1F13-ABF9-D88F-C712D1414013}"/>
          </ac:spMkLst>
        </pc:spChg>
      </pc:sldChg>
      <pc:sldChg chg="modSp add mod">
        <pc:chgData name="Sini Mathew" userId="3875fe58a975fc01" providerId="LiveId" clId="{54F1D884-829F-45D6-A583-4C19B7A934CD}" dt="2025-10-04T13:51:13.451" v="232" actId="20577"/>
        <pc:sldMkLst>
          <pc:docMk/>
          <pc:sldMk cId="862641840" sldId="1972"/>
        </pc:sldMkLst>
        <pc:spChg chg="mod">
          <ac:chgData name="Sini Mathew" userId="3875fe58a975fc01" providerId="LiveId" clId="{54F1D884-829F-45D6-A583-4C19B7A934CD}" dt="2025-10-04T13:51:13.451" v="232" actId="20577"/>
          <ac:spMkLst>
            <pc:docMk/>
            <pc:sldMk cId="862641840" sldId="1972"/>
            <ac:spMk id="6" creationId="{C2BC83D5-D20B-6510-F9C8-3AECDB3DC792}"/>
          </ac:spMkLst>
        </pc:spChg>
      </pc:sldChg>
      <pc:sldChg chg="modSp add mod">
        <pc:chgData name="Sini Mathew" userId="3875fe58a975fc01" providerId="LiveId" clId="{54F1D884-829F-45D6-A583-4C19B7A934CD}" dt="2025-10-04T13:56:01.621" v="323" actId="20577"/>
        <pc:sldMkLst>
          <pc:docMk/>
          <pc:sldMk cId="1173021401" sldId="1973"/>
        </pc:sldMkLst>
        <pc:spChg chg="mod">
          <ac:chgData name="Sini Mathew" userId="3875fe58a975fc01" providerId="LiveId" clId="{54F1D884-829F-45D6-A583-4C19B7A934CD}" dt="2025-10-04T13:54:13.763" v="299" actId="20577"/>
          <ac:spMkLst>
            <pc:docMk/>
            <pc:sldMk cId="1173021401" sldId="1973"/>
            <ac:spMk id="2" creationId="{40AB31B6-3549-2542-597B-48EA177FEBB2}"/>
          </ac:spMkLst>
        </pc:spChg>
        <pc:spChg chg="mod">
          <ac:chgData name="Sini Mathew" userId="3875fe58a975fc01" providerId="LiveId" clId="{54F1D884-829F-45D6-A583-4C19B7A934CD}" dt="2025-10-04T13:56:01.621" v="323" actId="20577"/>
          <ac:spMkLst>
            <pc:docMk/>
            <pc:sldMk cId="1173021401" sldId="1973"/>
            <ac:spMk id="4" creationId="{2371B7BB-8E82-97C9-25CF-88CEB403336A}"/>
          </ac:spMkLst>
        </pc:spChg>
        <pc:spChg chg="mod">
          <ac:chgData name="Sini Mathew" userId="3875fe58a975fc01" providerId="LiveId" clId="{54F1D884-829F-45D6-A583-4C19B7A934CD}" dt="2025-10-04T13:54:23.110" v="303" actId="20577"/>
          <ac:spMkLst>
            <pc:docMk/>
            <pc:sldMk cId="1173021401" sldId="1973"/>
            <ac:spMk id="6" creationId="{83EB26AF-6739-DA30-C6BA-7D59EA6D74FA}"/>
          </ac:spMkLst>
        </pc:spChg>
      </pc:sldChg>
      <pc:sldChg chg="modSp add mod">
        <pc:chgData name="Sini Mathew" userId="3875fe58a975fc01" providerId="LiveId" clId="{54F1D884-829F-45D6-A583-4C19B7A934CD}" dt="2025-10-04T13:56:10.367" v="327" actId="20577"/>
        <pc:sldMkLst>
          <pc:docMk/>
          <pc:sldMk cId="495467208" sldId="1974"/>
        </pc:sldMkLst>
        <pc:spChg chg="mod">
          <ac:chgData name="Sini Mathew" userId="3875fe58a975fc01" providerId="LiveId" clId="{54F1D884-829F-45D6-A583-4C19B7A934CD}" dt="2025-10-04T13:56:10.367" v="327" actId="20577"/>
          <ac:spMkLst>
            <pc:docMk/>
            <pc:sldMk cId="495467208" sldId="1974"/>
            <ac:spMk id="4" creationId="{9881372C-9D3D-D424-D636-A80A5E02EE97}"/>
          </ac:spMkLst>
        </pc:spChg>
        <pc:spChg chg="mod">
          <ac:chgData name="Sini Mathew" userId="3875fe58a975fc01" providerId="LiveId" clId="{54F1D884-829F-45D6-A583-4C19B7A934CD}" dt="2025-10-04T13:54:52.473" v="309" actId="20577"/>
          <ac:spMkLst>
            <pc:docMk/>
            <pc:sldMk cId="495467208" sldId="1974"/>
            <ac:spMk id="6" creationId="{411E83BD-231E-9E80-E663-4E914464129C}"/>
          </ac:spMkLst>
        </pc:spChg>
      </pc:sldChg>
      <pc:sldChg chg="modSp add mod">
        <pc:chgData name="Sini Mathew" userId="3875fe58a975fc01" providerId="LiveId" clId="{54F1D884-829F-45D6-A583-4C19B7A934CD}" dt="2025-10-04T13:56:17.679" v="331" actId="20577"/>
        <pc:sldMkLst>
          <pc:docMk/>
          <pc:sldMk cId="3601745856" sldId="1975"/>
        </pc:sldMkLst>
        <pc:spChg chg="mod">
          <ac:chgData name="Sini Mathew" userId="3875fe58a975fc01" providerId="LiveId" clId="{54F1D884-829F-45D6-A583-4C19B7A934CD}" dt="2025-10-04T13:56:17.679" v="331" actId="20577"/>
          <ac:spMkLst>
            <pc:docMk/>
            <pc:sldMk cId="3601745856" sldId="1975"/>
            <ac:spMk id="4" creationId="{41931A50-0A9E-0818-55F9-788BB9F52FB1}"/>
          </ac:spMkLst>
        </pc:spChg>
        <pc:spChg chg="mod">
          <ac:chgData name="Sini Mathew" userId="3875fe58a975fc01" providerId="LiveId" clId="{54F1D884-829F-45D6-A583-4C19B7A934CD}" dt="2025-10-04T13:55:21.237" v="315" actId="20577"/>
          <ac:spMkLst>
            <pc:docMk/>
            <pc:sldMk cId="3601745856" sldId="1975"/>
            <ac:spMk id="6" creationId="{564B429B-B8D9-F7E9-9FD8-08A30506E1A0}"/>
          </ac:spMkLst>
        </pc:spChg>
      </pc:sldChg>
      <pc:sldChg chg="modSp add mod">
        <pc:chgData name="Sini Mathew" userId="3875fe58a975fc01" providerId="LiveId" clId="{54F1D884-829F-45D6-A583-4C19B7A934CD}" dt="2025-10-04T14:04:36.858" v="409" actId="20577"/>
        <pc:sldMkLst>
          <pc:docMk/>
          <pc:sldMk cId="3950301680" sldId="1976"/>
        </pc:sldMkLst>
        <pc:spChg chg="mod">
          <ac:chgData name="Sini Mathew" userId="3875fe58a975fc01" providerId="LiveId" clId="{54F1D884-829F-45D6-A583-4C19B7A934CD}" dt="2025-10-04T14:04:36.858" v="409" actId="20577"/>
          <ac:spMkLst>
            <pc:docMk/>
            <pc:sldMk cId="3950301680" sldId="1976"/>
            <ac:spMk id="4" creationId="{FF65B0F4-A96F-FD69-7F62-3D2793B3EA39}"/>
          </ac:spMkLst>
        </pc:spChg>
        <pc:spChg chg="mod">
          <ac:chgData name="Sini Mathew" userId="3875fe58a975fc01" providerId="LiveId" clId="{54F1D884-829F-45D6-A583-4C19B7A934CD}" dt="2025-10-04T13:57:52.531" v="361" actId="20577"/>
          <ac:spMkLst>
            <pc:docMk/>
            <pc:sldMk cId="3950301680" sldId="1976"/>
            <ac:spMk id="9" creationId="{BDA23F9C-1A18-B8E3-DB18-2B075ECA628F}"/>
          </ac:spMkLst>
        </pc:spChg>
      </pc:sldChg>
      <pc:sldChg chg="modSp add mod">
        <pc:chgData name="Sini Mathew" userId="3875fe58a975fc01" providerId="LiveId" clId="{54F1D884-829F-45D6-A583-4C19B7A934CD}" dt="2025-10-04T14:04:26.163" v="405" actId="20577"/>
        <pc:sldMkLst>
          <pc:docMk/>
          <pc:sldMk cId="3642942826" sldId="1977"/>
        </pc:sldMkLst>
        <pc:spChg chg="mod">
          <ac:chgData name="Sini Mathew" userId="3875fe58a975fc01" providerId="LiveId" clId="{54F1D884-829F-45D6-A583-4C19B7A934CD}" dt="2025-10-04T14:04:26.163" v="405" actId="20577"/>
          <ac:spMkLst>
            <pc:docMk/>
            <pc:sldMk cId="3642942826" sldId="1977"/>
            <ac:spMk id="4" creationId="{B99D36A5-FECF-60E1-28C9-BD55E73CA3F9}"/>
          </ac:spMkLst>
        </pc:spChg>
        <pc:spChg chg="mod">
          <ac:chgData name="Sini Mathew" userId="3875fe58a975fc01" providerId="LiveId" clId="{54F1D884-829F-45D6-A583-4C19B7A934CD}" dt="2025-10-04T14:02:40" v="374" actId="6549"/>
          <ac:spMkLst>
            <pc:docMk/>
            <pc:sldMk cId="3642942826" sldId="1977"/>
            <ac:spMk id="9" creationId="{A443C2FB-6566-5532-83F9-0D5DD661EC8C}"/>
          </ac:spMkLst>
        </pc:spChg>
      </pc:sldChg>
      <pc:sldChg chg="modSp add mod">
        <pc:chgData name="Sini Mathew" userId="3875fe58a975fc01" providerId="LiveId" clId="{54F1D884-829F-45D6-A583-4C19B7A934CD}" dt="2025-10-04T14:04:08.497" v="395" actId="20577"/>
        <pc:sldMkLst>
          <pc:docMk/>
          <pc:sldMk cId="641477893" sldId="1979"/>
        </pc:sldMkLst>
        <pc:spChg chg="mod">
          <ac:chgData name="Sini Mathew" userId="3875fe58a975fc01" providerId="LiveId" clId="{54F1D884-829F-45D6-A583-4C19B7A934CD}" dt="2025-10-04T14:04:08.497" v="395" actId="20577"/>
          <ac:spMkLst>
            <pc:docMk/>
            <pc:sldMk cId="641477893" sldId="1979"/>
            <ac:spMk id="4" creationId="{44099485-FE58-2968-A632-E05AC433A414}"/>
          </ac:spMkLst>
        </pc:spChg>
        <pc:spChg chg="mod">
          <ac:chgData name="Sini Mathew" userId="3875fe58a975fc01" providerId="LiveId" clId="{54F1D884-829F-45D6-A583-4C19B7A934CD}" dt="2025-10-04T14:04:01.031" v="392" actId="20577"/>
          <ac:spMkLst>
            <pc:docMk/>
            <pc:sldMk cId="641477893" sldId="1979"/>
            <ac:spMk id="9" creationId="{972A86B5-8F14-2B7B-0CFA-590E554F6F7C}"/>
          </ac:spMkLst>
        </pc:spChg>
      </pc:sldChg>
      <pc:sldChg chg="modSp add mod">
        <pc:chgData name="Sini Mathew" userId="3875fe58a975fc01" providerId="LiveId" clId="{54F1D884-829F-45D6-A583-4C19B7A934CD}" dt="2025-10-04T14:07:51.171" v="472" actId="1076"/>
        <pc:sldMkLst>
          <pc:docMk/>
          <pc:sldMk cId="2020830256" sldId="1980"/>
        </pc:sldMkLst>
        <pc:spChg chg="mod">
          <ac:chgData name="Sini Mathew" userId="3875fe58a975fc01" providerId="LiveId" clId="{54F1D884-829F-45D6-A583-4C19B7A934CD}" dt="2025-10-04T14:07:34.332" v="469" actId="20577"/>
          <ac:spMkLst>
            <pc:docMk/>
            <pc:sldMk cId="2020830256" sldId="1980"/>
            <ac:spMk id="4" creationId="{2F3BADD7-5F47-DD22-8E3A-B76DD11E5431}"/>
          </ac:spMkLst>
        </pc:spChg>
        <pc:spChg chg="mod">
          <ac:chgData name="Sini Mathew" userId="3875fe58a975fc01" providerId="LiveId" clId="{54F1D884-829F-45D6-A583-4C19B7A934CD}" dt="2025-10-04T14:07:27.551" v="465" actId="20577"/>
          <ac:spMkLst>
            <pc:docMk/>
            <pc:sldMk cId="2020830256" sldId="1980"/>
            <ac:spMk id="6" creationId="{1DB8CD47-125C-DFC4-3409-3D053915A710}"/>
          </ac:spMkLst>
        </pc:spChg>
        <pc:spChg chg="mod">
          <ac:chgData name="Sini Mathew" userId="3875fe58a975fc01" providerId="LiveId" clId="{54F1D884-829F-45D6-A583-4C19B7A934CD}" dt="2025-10-04T14:07:51.171" v="472" actId="1076"/>
          <ac:spMkLst>
            <pc:docMk/>
            <pc:sldMk cId="2020830256" sldId="1980"/>
            <ac:spMk id="9" creationId="{633753F0-9469-A1F8-B816-4C40F2999FD7}"/>
          </ac:spMkLst>
        </pc:spChg>
      </pc:sldChg>
      <pc:sldChg chg="modSp add mod">
        <pc:chgData name="Sini Mathew" userId="3875fe58a975fc01" providerId="LiveId" clId="{54F1D884-829F-45D6-A583-4C19B7A934CD}" dt="2025-10-04T14:11:00.833" v="511" actId="20577"/>
        <pc:sldMkLst>
          <pc:docMk/>
          <pc:sldMk cId="3589558540" sldId="1981"/>
        </pc:sldMkLst>
        <pc:spChg chg="mod">
          <ac:chgData name="Sini Mathew" userId="3875fe58a975fc01" providerId="LiveId" clId="{54F1D884-829F-45D6-A583-4C19B7A934CD}" dt="2025-10-04T14:11:00.833" v="511" actId="20577"/>
          <ac:spMkLst>
            <pc:docMk/>
            <pc:sldMk cId="3589558540" sldId="1981"/>
            <ac:spMk id="4" creationId="{729CA52F-E805-177A-10C6-B25370B5B58C}"/>
          </ac:spMkLst>
        </pc:spChg>
        <pc:spChg chg="mod">
          <ac:chgData name="Sini Mathew" userId="3875fe58a975fc01" providerId="LiveId" clId="{54F1D884-829F-45D6-A583-4C19B7A934CD}" dt="2025-10-04T14:09:37.802" v="494" actId="20577"/>
          <ac:spMkLst>
            <pc:docMk/>
            <pc:sldMk cId="3589558540" sldId="1981"/>
            <ac:spMk id="9" creationId="{3726F53A-89BF-B3BA-92F4-448C237AB852}"/>
          </ac:spMkLst>
        </pc:spChg>
      </pc:sldChg>
      <pc:sldChg chg="modSp add mod">
        <pc:chgData name="Sini Mathew" userId="3875fe58a975fc01" providerId="LiveId" clId="{54F1D884-829F-45D6-A583-4C19B7A934CD}" dt="2025-10-04T14:10:56.508" v="509" actId="20577"/>
        <pc:sldMkLst>
          <pc:docMk/>
          <pc:sldMk cId="3974490684" sldId="1982"/>
        </pc:sldMkLst>
        <pc:spChg chg="mod">
          <ac:chgData name="Sini Mathew" userId="3875fe58a975fc01" providerId="LiveId" clId="{54F1D884-829F-45D6-A583-4C19B7A934CD}" dt="2025-10-04T14:10:56.508" v="509" actId="20577"/>
          <ac:spMkLst>
            <pc:docMk/>
            <pc:sldMk cId="3974490684" sldId="1982"/>
            <ac:spMk id="4" creationId="{9A4B01FC-65AF-7722-E5F8-0A06F55E753D}"/>
          </ac:spMkLst>
        </pc:spChg>
        <pc:spChg chg="mod">
          <ac:chgData name="Sini Mathew" userId="3875fe58a975fc01" providerId="LiveId" clId="{54F1D884-829F-45D6-A583-4C19B7A934CD}" dt="2025-10-04T14:10:06.273" v="499" actId="20577"/>
          <ac:spMkLst>
            <pc:docMk/>
            <pc:sldMk cId="3974490684" sldId="1982"/>
            <ac:spMk id="9" creationId="{C753D129-9DF1-AEF8-2F9E-F53BEE885DBC}"/>
          </ac:spMkLst>
        </pc:spChg>
      </pc:sldChg>
      <pc:sldChg chg="modSp add mod">
        <pc:chgData name="Sini Mathew" userId="3875fe58a975fc01" providerId="LiveId" clId="{54F1D884-829F-45D6-A583-4C19B7A934CD}" dt="2025-10-04T14:10:51.593" v="507" actId="20577"/>
        <pc:sldMkLst>
          <pc:docMk/>
          <pc:sldMk cId="2134280091" sldId="1983"/>
        </pc:sldMkLst>
        <pc:spChg chg="mod">
          <ac:chgData name="Sini Mathew" userId="3875fe58a975fc01" providerId="LiveId" clId="{54F1D884-829F-45D6-A583-4C19B7A934CD}" dt="2025-10-04T14:10:47.808" v="505" actId="6549"/>
          <ac:spMkLst>
            <pc:docMk/>
            <pc:sldMk cId="2134280091" sldId="1983"/>
            <ac:spMk id="3" creationId="{9E02F101-A34E-ECDF-E0E9-4F007DD061D5}"/>
          </ac:spMkLst>
        </pc:spChg>
        <pc:spChg chg="mod">
          <ac:chgData name="Sini Mathew" userId="3875fe58a975fc01" providerId="LiveId" clId="{54F1D884-829F-45D6-A583-4C19B7A934CD}" dt="2025-10-04T14:10:51.593" v="507" actId="20577"/>
          <ac:spMkLst>
            <pc:docMk/>
            <pc:sldMk cId="2134280091" sldId="1983"/>
            <ac:spMk id="4" creationId="{5C4A6A5E-CF69-769D-5907-9C8807E80615}"/>
          </ac:spMkLst>
        </pc:spChg>
        <pc:spChg chg="mod">
          <ac:chgData name="Sini Mathew" userId="3875fe58a975fc01" providerId="LiveId" clId="{54F1D884-829F-45D6-A583-4C19B7A934CD}" dt="2025-10-04T14:10:38.221" v="504" actId="20577"/>
          <ac:spMkLst>
            <pc:docMk/>
            <pc:sldMk cId="2134280091" sldId="1983"/>
            <ac:spMk id="9" creationId="{3613E2D6-C678-2253-22F3-2152FC44750B}"/>
          </ac:spMkLst>
        </pc:spChg>
      </pc:sldChg>
      <pc:sldChg chg="modSp add mod">
        <pc:chgData name="Sini Mathew" userId="3875fe58a975fc01" providerId="LiveId" clId="{54F1D884-829F-45D6-A583-4C19B7A934CD}" dt="2025-10-04T14:14:19.976" v="556" actId="20577"/>
        <pc:sldMkLst>
          <pc:docMk/>
          <pc:sldMk cId="770389005" sldId="1984"/>
        </pc:sldMkLst>
        <pc:spChg chg="mod">
          <ac:chgData name="Sini Mathew" userId="3875fe58a975fc01" providerId="LiveId" clId="{54F1D884-829F-45D6-A583-4C19B7A934CD}" dt="2025-10-04T14:13:45.537" v="548" actId="20577"/>
          <ac:spMkLst>
            <pc:docMk/>
            <pc:sldMk cId="770389005" sldId="1984"/>
            <ac:spMk id="4" creationId="{335A2F06-FC22-A65F-7B44-E81D2AA024F0}"/>
          </ac:spMkLst>
        </pc:spChg>
        <pc:spChg chg="mod">
          <ac:chgData name="Sini Mathew" userId="3875fe58a975fc01" providerId="LiveId" clId="{54F1D884-829F-45D6-A583-4C19B7A934CD}" dt="2025-10-04T14:14:19.976" v="556" actId="20577"/>
          <ac:spMkLst>
            <pc:docMk/>
            <pc:sldMk cId="770389005" sldId="1984"/>
            <ac:spMk id="6" creationId="{0F71E477-963A-D4C1-B27A-0A9DE832AF50}"/>
          </ac:spMkLst>
        </pc:spChg>
        <pc:spChg chg="mod">
          <ac:chgData name="Sini Mathew" userId="3875fe58a975fc01" providerId="LiveId" clId="{54F1D884-829F-45D6-A583-4C19B7A934CD}" dt="2025-10-04T14:13:56.758" v="552" actId="20577"/>
          <ac:spMkLst>
            <pc:docMk/>
            <pc:sldMk cId="770389005" sldId="1984"/>
            <ac:spMk id="9" creationId="{5E55355C-A3EB-A5C6-FAA2-091047065718}"/>
          </ac:spMkLst>
        </pc:spChg>
      </pc:sldChg>
      <pc:sldChg chg="modSp add mod">
        <pc:chgData name="Sini Mathew" userId="3875fe58a975fc01" providerId="LiveId" clId="{54F1D884-829F-45D6-A583-4C19B7A934CD}" dt="2025-10-04T14:23:34.124" v="619" actId="20577"/>
        <pc:sldMkLst>
          <pc:docMk/>
          <pc:sldMk cId="2253044241" sldId="1985"/>
        </pc:sldMkLst>
        <pc:spChg chg="mod">
          <ac:chgData name="Sini Mathew" userId="3875fe58a975fc01" providerId="LiveId" clId="{54F1D884-829F-45D6-A583-4C19B7A934CD}" dt="2025-10-04T14:23:34.124" v="619" actId="20577"/>
          <ac:spMkLst>
            <pc:docMk/>
            <pc:sldMk cId="2253044241" sldId="1985"/>
            <ac:spMk id="4" creationId="{50E72E40-E1D2-8E60-00B9-2F359FC290C7}"/>
          </ac:spMkLst>
        </pc:spChg>
        <pc:spChg chg="mod">
          <ac:chgData name="Sini Mathew" userId="3875fe58a975fc01" providerId="LiveId" clId="{54F1D884-829F-45D6-A583-4C19B7A934CD}" dt="2025-10-04T14:21:21.818" v="587" actId="20577"/>
          <ac:spMkLst>
            <pc:docMk/>
            <pc:sldMk cId="2253044241" sldId="1985"/>
            <ac:spMk id="9" creationId="{9F6E5E0E-54BF-0419-DBF7-65B7F6357A82}"/>
          </ac:spMkLst>
        </pc:spChg>
      </pc:sldChg>
      <pc:sldChg chg="modSp add mod">
        <pc:chgData name="Sini Mathew" userId="3875fe58a975fc01" providerId="LiveId" clId="{54F1D884-829F-45D6-A583-4C19B7A934CD}" dt="2025-10-04T14:23:22.678" v="617" actId="20577"/>
        <pc:sldMkLst>
          <pc:docMk/>
          <pc:sldMk cId="1689803760" sldId="1986"/>
        </pc:sldMkLst>
        <pc:spChg chg="mod">
          <ac:chgData name="Sini Mathew" userId="3875fe58a975fc01" providerId="LiveId" clId="{54F1D884-829F-45D6-A583-4C19B7A934CD}" dt="2025-10-04T14:23:22.678" v="617" actId="20577"/>
          <ac:spMkLst>
            <pc:docMk/>
            <pc:sldMk cId="1689803760" sldId="1986"/>
            <ac:spMk id="4" creationId="{0E5C2A21-C412-FFE6-E800-B06DA96E5AE7}"/>
          </ac:spMkLst>
        </pc:spChg>
        <pc:spChg chg="mod">
          <ac:chgData name="Sini Mathew" userId="3875fe58a975fc01" providerId="LiveId" clId="{54F1D884-829F-45D6-A583-4C19B7A934CD}" dt="2025-10-04T14:22:08.927" v="600" actId="20577"/>
          <ac:spMkLst>
            <pc:docMk/>
            <pc:sldMk cId="1689803760" sldId="1986"/>
            <ac:spMk id="9" creationId="{6EA9617A-8E0A-C1B8-622E-2C73F3589460}"/>
          </ac:spMkLst>
        </pc:spChg>
      </pc:sldChg>
      <pc:sldChg chg="modSp add mod">
        <pc:chgData name="Sini Mathew" userId="3875fe58a975fc01" providerId="LiveId" clId="{54F1D884-829F-45D6-A583-4C19B7A934CD}" dt="2025-10-04T14:23:08.064" v="615" actId="20577"/>
        <pc:sldMkLst>
          <pc:docMk/>
          <pc:sldMk cId="2123505042" sldId="1987"/>
        </pc:sldMkLst>
        <pc:spChg chg="mod">
          <ac:chgData name="Sini Mathew" userId="3875fe58a975fc01" providerId="LiveId" clId="{54F1D884-829F-45D6-A583-4C19B7A934CD}" dt="2025-10-04T14:23:08.064" v="615" actId="20577"/>
          <ac:spMkLst>
            <pc:docMk/>
            <pc:sldMk cId="2123505042" sldId="1987"/>
            <ac:spMk id="4" creationId="{83C60EB6-58EF-BD9B-39C4-7C9A8C446D8A}"/>
          </ac:spMkLst>
        </pc:spChg>
        <pc:spChg chg="mod">
          <ac:chgData name="Sini Mathew" userId="3875fe58a975fc01" providerId="LiveId" clId="{54F1D884-829F-45D6-A583-4C19B7A934CD}" dt="2025-10-04T14:23:00.827" v="613" actId="14100"/>
          <ac:spMkLst>
            <pc:docMk/>
            <pc:sldMk cId="2123505042" sldId="1987"/>
            <ac:spMk id="9" creationId="{DDB05683-566F-FC88-0DF0-A70C8DF84374}"/>
          </ac:spMkLst>
        </pc:spChg>
      </pc:sldChg>
    </pc:docChg>
  </pc:docChgLst>
  <pc:docChgLst>
    <pc:chgData name="Guest User" providerId="Windows Live" clId="Web-{62B996AA-388C-4F2D-864F-791965AE4CEF}"/>
    <pc:docChg chg="modSld">
      <pc:chgData name="Guest User" userId="" providerId="Windows Live" clId="Web-{62B996AA-388C-4F2D-864F-791965AE4CEF}" dt="2025-10-05T15:40:24.268" v="32" actId="20577"/>
      <pc:docMkLst>
        <pc:docMk/>
      </pc:docMkLst>
      <pc:sldChg chg="modSp">
        <pc:chgData name="Guest User" userId="" providerId="Windows Live" clId="Web-{62B996AA-388C-4F2D-864F-791965AE4CEF}" dt="2025-10-05T15:30:48.048" v="23" actId="20577"/>
        <pc:sldMkLst>
          <pc:docMk/>
          <pc:sldMk cId="1254139428" sldId="1822"/>
        </pc:sldMkLst>
        <pc:spChg chg="mod">
          <ac:chgData name="Guest User" userId="" providerId="Windows Live" clId="Web-{62B996AA-388C-4F2D-864F-791965AE4CEF}" dt="2025-10-05T15:30:48.048" v="23" actId="20577"/>
          <ac:spMkLst>
            <pc:docMk/>
            <pc:sldMk cId="1254139428" sldId="1822"/>
            <ac:spMk id="6" creationId="{8C7B43F6-8489-9A55-95F5-8F690487996E}"/>
          </ac:spMkLst>
        </pc:spChg>
      </pc:sldChg>
      <pc:sldChg chg="modSp">
        <pc:chgData name="Guest User" userId="" providerId="Windows Live" clId="Web-{62B996AA-388C-4F2D-864F-791965AE4CEF}" dt="2025-10-05T15:35:44.521" v="26" actId="20577"/>
        <pc:sldMkLst>
          <pc:docMk/>
          <pc:sldMk cId="2020830256" sldId="1980"/>
        </pc:sldMkLst>
        <pc:spChg chg="mod">
          <ac:chgData name="Guest User" userId="" providerId="Windows Live" clId="Web-{62B996AA-388C-4F2D-864F-791965AE4CEF}" dt="2025-10-05T15:35:44.521" v="26" actId="20577"/>
          <ac:spMkLst>
            <pc:docMk/>
            <pc:sldMk cId="2020830256" sldId="1980"/>
            <ac:spMk id="6" creationId="{1DB8CD47-125C-DFC4-3409-3D053915A710}"/>
          </ac:spMkLst>
        </pc:spChg>
      </pc:sldChg>
      <pc:sldChg chg="modSp">
        <pc:chgData name="Guest User" userId="" providerId="Windows Live" clId="Web-{62B996AA-388C-4F2D-864F-791965AE4CEF}" dt="2025-10-05T15:40:24.268" v="32" actId="20577"/>
        <pc:sldMkLst>
          <pc:docMk/>
          <pc:sldMk cId="770389005" sldId="1984"/>
        </pc:sldMkLst>
        <pc:spChg chg="mod">
          <ac:chgData name="Guest User" userId="" providerId="Windows Live" clId="Web-{62B996AA-388C-4F2D-864F-791965AE4CEF}" dt="2025-10-05T15:40:24.268" v="32" actId="20577"/>
          <ac:spMkLst>
            <pc:docMk/>
            <pc:sldMk cId="770389005" sldId="1984"/>
            <ac:spMk id="6" creationId="{0F71E477-963A-D4C1-B27A-0A9DE832AF50}"/>
          </ac:spMkLst>
        </pc:spChg>
      </pc:sldChg>
    </pc:docChg>
  </pc:docChgLst>
  <pc:docChgLst>
    <pc:chgData name="Guest User" providerId="Windows Live" clId="Web-{89213704-7CA8-7360-BF34-74FFA06495A1}"/>
    <pc:docChg chg="modSld">
      <pc:chgData name="Guest User" userId="" providerId="Windows Live" clId="Web-{89213704-7CA8-7360-BF34-74FFA06495A1}" dt="2025-10-09T23:58:09.306" v="1" actId="20577"/>
      <pc:docMkLst>
        <pc:docMk/>
      </pc:docMkLst>
      <pc:sldChg chg="modSp">
        <pc:chgData name="Guest User" userId="" providerId="Windows Live" clId="Web-{89213704-7CA8-7360-BF34-74FFA06495A1}" dt="2025-10-09T23:56:36.285" v="0" actId="20577"/>
        <pc:sldMkLst>
          <pc:docMk/>
          <pc:sldMk cId="717388547" sldId="813"/>
        </pc:sldMkLst>
        <pc:spChg chg="mod">
          <ac:chgData name="Guest User" userId="" providerId="Windows Live" clId="Web-{89213704-7CA8-7360-BF34-74FFA06495A1}" dt="2025-10-09T23:56:36.285" v="0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Guest User" userId="" providerId="Windows Live" clId="Web-{89213704-7CA8-7360-BF34-74FFA06495A1}" dt="2025-10-09T23:58:09.306" v="1" actId="20577"/>
        <pc:sldMkLst>
          <pc:docMk/>
          <pc:sldMk cId="3359142403" sldId="1827"/>
        </pc:sldMkLst>
        <pc:spChg chg="mod">
          <ac:chgData name="Guest User" userId="" providerId="Windows Live" clId="Web-{89213704-7CA8-7360-BF34-74FFA06495A1}" dt="2025-10-09T23:58:09.306" v="1" actId="20577"/>
          <ac:spMkLst>
            <pc:docMk/>
            <pc:sldMk cId="3359142403" sldId="1827"/>
            <ac:spMk id="3" creationId="{BD83B7F9-1B5D-40E4-8EB7-ED2BD2889719}"/>
          </ac:spMkLst>
        </pc:spChg>
      </pc:sldChg>
    </pc:docChg>
  </pc:docChgLst>
  <pc:docChgLst>
    <pc:chgData name="Guest User" providerId="Windows Live" clId="Web-{5214A99B-86A2-4253-9D89-F7B54337D141}"/>
    <pc:docChg chg="modSld">
      <pc:chgData name="Guest User" userId="" providerId="Windows Live" clId="Web-{5214A99B-86A2-4253-9D89-F7B54337D141}" dt="2025-10-05T15:21:23.217" v="3" actId="20577"/>
      <pc:docMkLst>
        <pc:docMk/>
      </pc:docMkLst>
      <pc:sldChg chg="modSp">
        <pc:chgData name="Guest User" userId="" providerId="Windows Live" clId="Web-{5214A99B-86A2-4253-9D89-F7B54337D141}" dt="2025-10-05T15:21:23.217" v="3" actId="20577"/>
        <pc:sldMkLst>
          <pc:docMk/>
          <pc:sldMk cId="2418934247" sldId="1964"/>
        </pc:sldMkLst>
        <pc:spChg chg="mod">
          <ac:chgData name="Guest User" userId="" providerId="Windows Live" clId="Web-{5214A99B-86A2-4253-9D89-F7B54337D141}" dt="2025-10-05T15:21:23.217" v="3" actId="20577"/>
          <ac:spMkLst>
            <pc:docMk/>
            <pc:sldMk cId="2418934247" sldId="1964"/>
            <ac:spMk id="4" creationId="{7D742746-DAC1-A866-59B5-AFC5F133787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040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44758-B756-A3AF-9FEF-7A21A9B5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22E75-12BB-9B62-53F0-292F6B21B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7A919-3F77-A616-3908-7C3FD45D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F60C3-D072-5EE5-938F-6C0C9B3A7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116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65E2-50EC-5509-2594-4EE45A88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24F92-8EEB-7621-4EBE-4D926A0E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02F3-8AC4-EA84-6A8C-73993BE82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B37AD-A962-33F2-BD90-928195B52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21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8624-692D-46C1-53D0-BAF0D831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633C3-B50F-1A1B-F88D-968516CFE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5DBC3-ABBE-DB6F-6ED7-4F9B3F792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10E8E-F4CB-2F63-4105-FFAD34B33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95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74F8-A7EC-F846-CEF2-59B1587C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A24D4-688F-6FF2-7E01-A4E461BC0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7B6E-509A-5FB8-3F2E-373322FA3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EFD07-F702-699A-0CD0-6D4E44241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684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32829-4E6D-69C5-8708-817F3195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09248-591C-88A9-8946-EB00EDE7B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483FA-1A00-1456-61F1-EE1AFD81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0D35A-0699-4A98-1DCD-92C50C15D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88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7D9B-2F56-EA58-412E-C50B23A6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93FA4-207C-0FEB-A0B1-561F7A31D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F2FBE-A29C-092D-6702-B2175D35E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1E6ED-8D82-EE4D-26C3-BED13F9F8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042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2E1B-58DE-C77A-8D40-7F7CA3FD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9B3BA-3385-790A-702E-8BAB88393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317A4-F10E-8BE4-6AC4-909FD3983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E1B88-4CAE-E5D1-CE26-754001E5C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99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A2C4-8A07-F577-2C59-0809599E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E8F68-2E67-6FE4-412D-7133BE6B9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29E88-C55C-B96C-9DB3-68F46EB52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6975C-7832-3E52-46D6-C98C9D1F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688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5EC8A-7008-D4C3-9911-2ADC2924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94453-5125-2556-F4B9-C8A45BD3D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9E36F-3CEE-2BBC-EE38-B48DCD99A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C8C1B-2A5B-0FE9-7AE0-5605A6EBB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33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ED0A-1D36-8EC5-BAD1-D65CFD45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2EE2A-1E5B-14D5-BB67-74CA3B74A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947BB-1857-3992-A2C0-DFB037F51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0AFF6-F96A-6F6E-901A-8D6F8F9F8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091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8F1F-7B67-1F8A-7168-CEBD26F9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06475-E99A-A2A4-DBAD-B45659164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58FDE-B962-EF4B-73AE-047EEAA27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6C8F-D92A-EF8D-64EA-93B3F9851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262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47FE-741F-914C-62BD-A2FFAF5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06225-3E26-0950-2C53-AA4E70321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B7353-4078-D2D4-8A7D-FA058E295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B9A08-3473-7138-B5AA-82B9C2678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991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69E05-14BB-2C8A-9D37-5124323D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24A28-2DB4-30C5-1692-F11C89D88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D2A47-6D46-63A1-107E-27658CF40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F7B03-030A-E5E3-D779-1B7E3DCEF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1620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ED7A4-0F14-2F25-702A-F81B45C8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0F65C-D402-7C1A-FDEF-57B67FECE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88FA7-C8E0-A914-BCDA-4599DCFE4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65CA1-58EF-1449-4F4E-3442F21E2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449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8690-CDCE-D682-C729-BEB946A6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C65EF-BA2F-9E6F-5AF2-C487AEEBE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54716-67A0-667C-F2E9-FFCB7C193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6F33E-B945-5A21-49C2-CD8F83B36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797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08CB2-6309-E7BA-2989-AFCD4EA0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A12BF-9D7C-EB0D-C655-3430F7658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15017-B514-4DC8-BB45-3C5853C3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A0A45-2323-BF03-2E9B-1E3F6B1BC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633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ABE9-F9C8-FF41-0036-DB18E20F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0E6F0-2DC0-DF53-59AD-A48BAFA09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D16F6-B7FE-8CF8-9B0F-6636DAFC0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3259A-E0F3-9370-0E08-EDADFE69B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62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E570-0D5C-CB27-0F7E-B5A44EEA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B96A9-7EAB-5451-BED7-92FFA488A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6F154-63E6-111E-B100-390F7DDB5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797A9-EDA0-2242-95C1-3160AB194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8555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D987-7692-FF00-07AF-9E6B32DB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1EF62-80B3-1100-31C4-ACCDB8AF5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3C963-8B4D-F061-9759-6042CCE61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C0A5-6399-4B55-2E8A-0EFC87328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397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F0FE6-53CC-C888-FBF5-954BE580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92123-110B-76DB-0CED-B564CA307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AC2B6-90AF-106A-492E-00FD6B359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81BA-F5C5-C9FB-90FA-54AD06CD0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994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4E9B-C8FB-7BDA-075A-FB06A582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47E7A-5FF2-8924-2399-3D4BD7ECB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7ADA-0BA4-C438-DEA7-90A4E1F8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27DB4-C00E-0E93-CCAA-47B1D8CEF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0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12 October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1" y="927558"/>
            <a:ext cx="9143999" cy="3231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Opening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4 The God of Abraham praise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B/A852 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Loved with everlasting love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 Offertory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Shine Jesus shine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Confession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414 Softly and tenderly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Communion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414 Softly and tenderly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129 There is a fountain filled 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(4) Amazing grace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607 Draw me nearer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In Christ there is no east or west (</a:t>
            </a:r>
            <a:r>
              <a:rPr lang="en-SG" sz="1200" err="1">
                <a:solidFill>
                  <a:srgbClr val="00B050"/>
                </a:solidFill>
                <a:ea typeface="+mn-lt"/>
                <a:cs typeface="+mn-lt"/>
              </a:rPr>
              <a:t>Tune:how</a:t>
            </a:r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 sweet the name of Jesus sounds) 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852 Loved with everlasting love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Closing</a:t>
            </a:r>
          </a:p>
          <a:p>
            <a:pPr algn="ctr"/>
            <a:r>
              <a:rPr lang="en-SG" sz="1200">
                <a:solidFill>
                  <a:srgbClr val="00B050"/>
                </a:solidFill>
                <a:ea typeface="+mn-lt"/>
                <a:cs typeface="+mn-lt"/>
              </a:rPr>
              <a:t>1164 Saviour like a shepherd</a:t>
            </a:r>
            <a:endParaRPr lang="en-SG" sz="1200">
              <a:solidFill>
                <a:srgbClr val="00B05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DAA650-8B48-12A6-D091-89A71EAF54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404037" y="1849856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Oct 12,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089004" y="1194951"/>
            <a:ext cx="6965990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239143" y="1654612"/>
            <a:ext cx="6661177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Hymn No 4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B41F-CF1E-DB5C-5CEF-1D1BEBE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F5D1-79C1-4C43-8C2B-B9182DCD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C234072-C154-C156-AFF0-02B008A0F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0248D-7344-851E-94DE-44524E9F4FC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</a:t>
            </a:r>
            <a:r>
              <a:rPr lang="en-SG" sz="1400"/>
              <a:t>5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A6A71-2919-6F92-C2BF-2A5CEE44FF51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latin typeface="Calibri"/>
                <a:ea typeface="+mn-lt"/>
                <a:cs typeface="+mn-lt"/>
              </a:rPr>
              <a:t>The God of Ab­ra­ham praise, 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Who reigns en­throned above; 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Ancient of ev­er­last­ing days, 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And God of love; 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Jehovah, great I AM! 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By earth and Heav’n </a:t>
            </a:r>
            <a:r>
              <a:rPr lang="en-SG" sz="2800" err="1">
                <a:latin typeface="Calibri"/>
                <a:ea typeface="+mn-lt"/>
                <a:cs typeface="+mn-lt"/>
              </a:rPr>
              <a:t>con­fest</a:t>
            </a:r>
            <a:r>
              <a:rPr lang="en-SG" sz="2800">
                <a:latin typeface="Calibri"/>
                <a:ea typeface="+mn-lt"/>
                <a:cs typeface="+mn-lt"/>
              </a:rPr>
              <a:t>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bow and bless the sac­red name 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Forever blest!</a:t>
            </a:r>
            <a:endParaRPr lang="en-US" sz="2800">
              <a:latin typeface="Calibr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672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4BEF3-9411-1A20-3443-17FCBB01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2A06-697E-3C8F-50CA-FBD8B76F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56622CA-FEAB-1BFE-ABC1-5D823BEE9A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EBC75A-1D5A-A7B1-9F4F-257BFD536C8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</a:t>
            </a:r>
            <a:r>
              <a:rPr lang="en-SG" sz="1400"/>
              <a:t>5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42746-DAC1-A866-59B5-AFC5F133787C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latin typeface="Calibri"/>
                <a:ea typeface="+mn-lt"/>
                <a:cs typeface="+mn-lt"/>
              </a:rPr>
              <a:t>The God of Ab­ra­ham praise, 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At whose su­preme com­mand 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From earth I rise, and seek the joys 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At His right hand; 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all on earth for­sake,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Its wis­dom, fame, and pow­er; 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And Him my on­ly por­tion make, 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My Shield and Tow­er.</a:t>
            </a:r>
          </a:p>
        </p:txBody>
      </p:sp>
    </p:spTree>
    <p:extLst>
      <p:ext uri="{BB962C8B-B14F-4D97-AF65-F5344CB8AC3E}">
        <p14:creationId xmlns:p14="http://schemas.microsoft.com/office/powerpoint/2010/main" val="241893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E069-843D-DBD8-FB98-377B2D12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FBF6-A808-D9A5-6D8E-DB02DD67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9885A36-9E94-6709-2883-EBCDFD2FBFF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7E80E-141B-F6DC-CE52-304AF83BBB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5B5BA-101D-B74C-87B7-76CA725C71CB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latin typeface="Calibri"/>
                <a:ea typeface="+mn-lt"/>
                <a:cs typeface="+mn-lt"/>
              </a:rPr>
              <a:t>The God of Ab­ra­ham praise, 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Whose all suf­fi­cient grace 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Shall guide me all my hap­py days, 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In all my ways. 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He calls a worm His friend! </a:t>
            </a:r>
            <a:endParaRPr lang="en-SG"/>
          </a:p>
          <a:p>
            <a:r>
              <a:rPr lang="en-SG" sz="2800">
                <a:latin typeface="Calibri"/>
                <a:ea typeface="+mn-lt"/>
                <a:cs typeface="+mn-lt"/>
              </a:rPr>
              <a:t>He calls Him­self my God! 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And He shall save me to the end, 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Through Je­sus’ blood.</a:t>
            </a:r>
          </a:p>
        </p:txBody>
      </p:sp>
    </p:spTree>
    <p:extLst>
      <p:ext uri="{BB962C8B-B14F-4D97-AF65-F5344CB8AC3E}">
        <p14:creationId xmlns:p14="http://schemas.microsoft.com/office/powerpoint/2010/main" val="12459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C8158-2D78-8594-9741-813EC410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AEE9A-1726-35E4-71CF-11B9767DA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EE7B039-1E65-F7C2-5ED2-48C6A54D57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E26DD-F9E3-C5F4-05AA-6E656C899A5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</a:t>
            </a:r>
            <a:r>
              <a:rPr lang="en-SG" sz="1400"/>
              <a:t>5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0037A-8E2A-F3AE-D600-CD12FFEF4219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latin typeface="Calibri"/>
                <a:ea typeface="+mn-lt"/>
                <a:cs typeface="+mn-lt"/>
              </a:rPr>
              <a:t>He by Him­self has sworn; 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on His oath de­pend, 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shall, on ea­gles' wings up­borne, 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To Heaven as­cend. 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shall be­hold His face; 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shall His pow­er adore, 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And sing the won­ders of His grace 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For evermore.</a:t>
            </a:r>
          </a:p>
        </p:txBody>
      </p:sp>
    </p:spTree>
    <p:extLst>
      <p:ext uri="{BB962C8B-B14F-4D97-AF65-F5344CB8AC3E}">
        <p14:creationId xmlns:p14="http://schemas.microsoft.com/office/powerpoint/2010/main" val="270235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1508-8B9E-BD75-3BE6-37270730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B37D-C2BF-32D4-5F08-29BB08A8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Opening Hymn – Hymn No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4062041-89F1-3717-FBEB-8A5043DE55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A24F1-378B-3574-C6D8-BF7813A539F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5 of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73C49-EA4A-7A4E-E5B3-ABD946C5B973}"/>
              </a:ext>
            </a:extLst>
          </p:cNvPr>
          <p:cNvSpPr txBox="1"/>
          <p:nvPr/>
        </p:nvSpPr>
        <p:spPr>
          <a:xfrm>
            <a:off x="172027" y="919018"/>
            <a:ext cx="846859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800">
                <a:latin typeface="Calibri"/>
                <a:ea typeface="+mn-lt"/>
                <a:cs typeface="+mn-lt"/>
              </a:rPr>
              <a:t>The whole tri­umph­ant host 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Give thanks to God on high; 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“Hail, Fa­ther, Son, and Ho­ly Ghost,” 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They ev­er cry. 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Hail, Ab­ra­ham’s God, and mine! 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I join the heaven­ly lays 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All might and ma­jes­ty are Thine, </a:t>
            </a:r>
          </a:p>
          <a:p>
            <a:r>
              <a:rPr lang="en-SG" sz="2800">
                <a:latin typeface="Calibri"/>
                <a:ea typeface="+mn-lt"/>
                <a:cs typeface="+mn-lt"/>
              </a:rPr>
              <a:t>And end­less praise!</a:t>
            </a:r>
          </a:p>
        </p:txBody>
      </p:sp>
    </p:spTree>
    <p:extLst>
      <p:ext uri="{BB962C8B-B14F-4D97-AF65-F5344CB8AC3E}">
        <p14:creationId xmlns:p14="http://schemas.microsoft.com/office/powerpoint/2010/main" val="1943195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127800" y="1238150"/>
            <a:ext cx="6892935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27800" y="1378757"/>
            <a:ext cx="6888435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3600">
                <a:solidFill>
                  <a:schemeClr val="bg1"/>
                </a:solidFill>
                <a:latin typeface="Tenorite"/>
              </a:rPr>
              <a:t>Hymn No 852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</a:t>
            </a:r>
            <a:r>
              <a:rPr lang="en-SG" sz="2800">
                <a:ea typeface="+mn-lt"/>
                <a:cs typeface="+mn-lt"/>
              </a:rPr>
              <a:t>Hymn No 852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-79184" y="815690"/>
            <a:ext cx="9040304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Loved with everlasting love,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 by grace that love to know;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Spirit breathing from above,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Thou hast taught me it is so!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Oh this full and perfect peace!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Oh this transport all divine!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a love which cannot cease,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 am His and He is mine.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a love which cannot cease,</a:t>
            </a:r>
          </a:p>
          <a:p>
            <a:pPr lvl="1" algn="ctr"/>
            <a:r>
              <a:rPr lang="en-SG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 am His and He is mine.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Shine Jesus Shine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103888" y="1458523"/>
            <a:ext cx="6201227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Lord the light of Your love is shining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In the midst of the darkness shining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Jesus Light of the world shine upon us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Set us free by the truth You now bring us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Shine on me shine on me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E174-CBE9-FB28-E8C5-A5CF742E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100C-3DF4-D9E0-88BB-5EF3157D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Shine Jesus Shine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AF83A0-BC05-2D2B-1B0C-46975AB97920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A5A9A-B280-AF52-B093-8295F8740AB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99493-635D-985A-9EE7-9AE790E8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89939B-79B7-506F-5503-4DB6CEB229B9}"/>
              </a:ext>
            </a:extLst>
          </p:cNvPr>
          <p:cNvSpPr txBox="1"/>
          <p:nvPr/>
        </p:nvSpPr>
        <p:spPr>
          <a:xfrm>
            <a:off x="2198" y="617275"/>
            <a:ext cx="6201227" cy="60631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Shine Jesus shine 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Fill this land with the Father's glory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Blaze Spirit blaze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Set our hearts on fire</a:t>
            </a:r>
          </a:p>
          <a:p>
            <a:endParaRPr lang="en-SG" sz="24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Flow river flow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Flood the nations with grace and mercy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Send forth Your word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Lord And let there be light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SG" sz="28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E5F6C59-9917-1F05-A8B0-79A6F798DDE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556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92857-480A-AA4B-AB64-A74123A1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60A1-46BD-90C0-BC70-CEB9AC51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Shine Jesus Shine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4FA88E-551A-8403-CF14-629F8C8DF6F8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5B9E3-4656-2500-7289-DD763266A9E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C3C87-724C-7D26-5755-DC8084B09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CAD6D2-2CCF-4EBA-B1AA-71B823090209}"/>
              </a:ext>
            </a:extLst>
          </p:cNvPr>
          <p:cNvSpPr txBox="1"/>
          <p:nvPr/>
        </p:nvSpPr>
        <p:spPr>
          <a:xfrm>
            <a:off x="40750" y="967573"/>
            <a:ext cx="6201227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Lord I come to Your awesome presence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From the shadows into Your radiance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By the blood I may enter Your brightness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Search me try me consume all my darkness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Shine on me shine on me</a:t>
            </a: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8977E1-DF58-2023-B34F-CE804C73744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798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8A42-ABEA-522F-883D-6170E959D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72B7-CACD-E8F2-5C1B-DBD92691F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Shine Jesus Shine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373FA1-9DE4-1AE0-9720-34E066B3BA93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417C4-7B84-D1C1-61E1-08052F417E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F7F16-E1C6-20BC-8DDA-092258D102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A4B9CF-1D9F-74FC-8FD8-923E6F6F8031}"/>
              </a:ext>
            </a:extLst>
          </p:cNvPr>
          <p:cNvSpPr txBox="1"/>
          <p:nvPr/>
        </p:nvSpPr>
        <p:spPr>
          <a:xfrm>
            <a:off x="2198" y="617275"/>
            <a:ext cx="6201227" cy="60631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Shine Jesus shine 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Fill this land with the Father's glory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Blaze Spirit blaze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Set our hearts on fire</a:t>
            </a:r>
          </a:p>
          <a:p>
            <a:endParaRPr lang="en-SG" sz="24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Flow river flow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Flood the nations with grace and mercy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Send forth Your word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Lord And let there be light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SG" sz="28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0395589-5A71-504F-8E36-B30E77E624F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53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A00C-269B-642A-6247-CA5C521C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3F72-6FB6-C7B7-98F6-351B9955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Shine Jesus Shine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4B9EE8-6AEF-5101-BBF3-2EFF6A6D63B4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C7C9-43BF-6165-785A-0B09E52483B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5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1578C-9D3E-01A9-F168-B781B880A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6BEB48-1F13-ABF9-D88F-C712D1414013}"/>
              </a:ext>
            </a:extLst>
          </p:cNvPr>
          <p:cNvSpPr txBox="1"/>
          <p:nvPr/>
        </p:nvSpPr>
        <p:spPr>
          <a:xfrm>
            <a:off x="40750" y="967573"/>
            <a:ext cx="620122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As we gaze on Your kingly brightness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So our faces display Your likeness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Ever changing from glory to glory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Mirrored here may our lives tell Your story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Shine on me shine on me</a:t>
            </a:r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B7F73C3-FB9D-DFCF-5A28-97FC96263F3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52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0A4B6-1D86-1485-BDE3-04D45E4E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69A5-C05A-AD0E-38F4-C808C7A4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Shine Jesus Shine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D6D4DD-4884-3C77-CAF9-E2FBED1A4D1C}"/>
              </a:ext>
            </a:extLst>
          </p:cNvPr>
          <p:cNvSpPr txBox="1">
            <a:spLocks/>
          </p:cNvSpPr>
          <p:nvPr/>
        </p:nvSpPr>
        <p:spPr>
          <a:xfrm>
            <a:off x="6002637" y="3759734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BC83D5-D20B-6510-F9C8-3AECDB3DC79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6 of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623DD-540C-3E1C-4B6B-9E28BA6385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205841" y="931586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6CAA98-76E5-906B-8F9C-C3CCCBD1693D}"/>
              </a:ext>
            </a:extLst>
          </p:cNvPr>
          <p:cNvSpPr txBox="1"/>
          <p:nvPr/>
        </p:nvSpPr>
        <p:spPr>
          <a:xfrm>
            <a:off x="2198" y="617275"/>
            <a:ext cx="6201227" cy="60631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Shine Jesus shine 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Fill this land with the Father's glory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Blaze Spirit blaze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Set our hearts on fire</a:t>
            </a:r>
          </a:p>
          <a:p>
            <a:endParaRPr lang="en-SG" sz="24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Flow river flow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Flood the nations with grace and mercy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Send forth Your word </a:t>
            </a:r>
          </a:p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Lord And let there be light</a:t>
            </a:r>
          </a:p>
          <a:p>
            <a:endParaRPr lang="en-SG" sz="2800">
              <a:latin typeface="Calibri"/>
              <a:ea typeface="Calibri"/>
              <a:cs typeface="Calibri"/>
            </a:endParaRPr>
          </a:p>
          <a:p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SG" sz="28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endParaRPr lang="en-US" sz="2800">
              <a:latin typeface="Calibri"/>
              <a:ea typeface="Calibri"/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66773CF-D63A-CA5B-997B-3D7B4BCE682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641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Confession – </a:t>
            </a:r>
            <a:r>
              <a:rPr lang="en-US" sz="2800">
                <a:cs typeface="Segoe UI"/>
              </a:rPr>
              <a:t>414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751B8-1522-B4B4-3170-CBBEEEDF2680}"/>
              </a:ext>
            </a:extLst>
          </p:cNvPr>
          <p:cNvSpPr txBox="1"/>
          <p:nvPr/>
        </p:nvSpPr>
        <p:spPr>
          <a:xfrm>
            <a:off x="95657" y="788258"/>
            <a:ext cx="8952685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Softly and tenderly Jesus is calling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Calling for you and for me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Patiently Jesus is waiting and watching, </a:t>
            </a:r>
            <a:endParaRPr lang="en-US">
              <a:latin typeface="Segoe UI"/>
              <a:ea typeface="Calibri"/>
              <a:cs typeface="Segoe UI"/>
            </a:endParaRP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Watching for you and for me</a:t>
            </a:r>
            <a:r>
              <a:rPr lang="en-GB" sz="2800">
                <a:latin typeface="Calibri"/>
                <a:ea typeface="Calibri"/>
                <a:cs typeface="Calibri"/>
              </a:rPr>
              <a:t>.</a:t>
            </a:r>
            <a:endParaRPr lang="en-US">
              <a:cs typeface="Segoe UI"/>
            </a:endParaRPr>
          </a:p>
          <a:p>
            <a:pPr lvl="1"/>
            <a:endParaRPr lang="en-US"/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Come home,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Ye who are weary,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Earnestly, tenderly, Jesus is calling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Calling, O sinner, "come home!"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414</a:t>
            </a: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414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B43F6-8489-9A55-95F5-8F690487996E}"/>
              </a:ext>
            </a:extLst>
          </p:cNvPr>
          <p:cNvSpPr txBox="1"/>
          <p:nvPr/>
        </p:nvSpPr>
        <p:spPr>
          <a:xfrm>
            <a:off x="0" y="815690"/>
            <a:ext cx="895268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Softly and tenderly Jesus is calling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Calling for you and for me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Patiently Jesus is waiting and watching,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Watching for you and for me.</a:t>
            </a:r>
          </a:p>
          <a:p>
            <a:pPr lvl="1"/>
            <a:endParaRPr lang="en-SG" sz="2800" i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Come home, come home</a:t>
            </a:r>
            <a:endParaRPr lang="en-US">
              <a:solidFill>
                <a:srgbClr val="C00000"/>
              </a:solidFill>
              <a:cs typeface="Segoe UI"/>
            </a:endParaRP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Ye who are weary,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Earnestly, tenderly, Jesus is calling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Calling, O sinner, "come home!"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139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9EDC9-6FFC-A7AB-BC38-DDD353C8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31B6-3549-2542-597B-48EA177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414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EFB8030-AA38-2342-7284-0353EBABE0A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1B7BB-8E82-97C9-25CF-88CEB403336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2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B26AF-6739-DA30-C6BA-7D59EA6D74FA}"/>
              </a:ext>
            </a:extLst>
          </p:cNvPr>
          <p:cNvSpPr txBox="1"/>
          <p:nvPr/>
        </p:nvSpPr>
        <p:spPr>
          <a:xfrm>
            <a:off x="0" y="815690"/>
            <a:ext cx="8952685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Why should we tarry when Jesus is pleading,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Pleading for you and for me?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Why should we linger and heed not his mercies,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Mercies for you and for me? </a:t>
            </a:r>
          </a:p>
          <a:p>
            <a:pPr lvl="1"/>
            <a:endParaRPr lang="en-US"/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Come home,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Ye who are weary,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Earnestly, tenderly, Jesus is calling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Calling, O sinner, "come home!"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3021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FB2D-BB69-A72C-EF49-69F7FB4F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9C14-43B6-691D-4E0F-5B592D1D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414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5474CE9-4C19-7F47-AE57-3FC9BC56BF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1372C-9D3D-D424-D636-A80A5E02EE9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3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E83BD-231E-9E80-E663-4E914464129C}"/>
              </a:ext>
            </a:extLst>
          </p:cNvPr>
          <p:cNvSpPr txBox="1"/>
          <p:nvPr/>
        </p:nvSpPr>
        <p:spPr>
          <a:xfrm>
            <a:off x="0" y="815690"/>
            <a:ext cx="8952685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Time is now fleeting, the moments are passing,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Passing from you and from me;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Shadows are gathering, death-beds are coming, 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Coming for you and for me.</a:t>
            </a:r>
          </a:p>
          <a:p>
            <a:pPr lvl="1"/>
            <a:endParaRPr lang="en-US"/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Come home,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Ye who are weary,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Earnestly, tenderly, Jesus is calling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Calling, O sinner, "come home!"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5467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D47D-704F-48F2-AB6F-0B3EFF5E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4A04-FA65-E45B-2026-29A7B08A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414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1D95669-9FC1-FC65-D0AA-CDD4CDD60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31A50-0A9E-0818-55F9-788BB9F52FB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4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B429B-B8D9-F7E9-9FD8-08A30506E1A0}"/>
              </a:ext>
            </a:extLst>
          </p:cNvPr>
          <p:cNvSpPr txBox="1"/>
          <p:nvPr/>
        </p:nvSpPr>
        <p:spPr>
          <a:xfrm>
            <a:off x="0" y="815690"/>
            <a:ext cx="8952685" cy="38164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Oh, for the wonderful love He has promised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Promised for you and for me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Though we have sinned, He has mercy and pardon</a:t>
            </a:r>
          </a:p>
          <a:p>
            <a:pPr lvl="1"/>
            <a:r>
              <a:rPr lang="en-SG" sz="2800">
                <a:latin typeface="Calibri"/>
                <a:ea typeface="Calibri"/>
                <a:cs typeface="Calibri"/>
              </a:rPr>
              <a:t>Pardon for you and for me</a:t>
            </a:r>
          </a:p>
          <a:p>
            <a:pPr lvl="1"/>
            <a:endParaRPr lang="en-US"/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Come home,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Ye who are weary, come home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Earnestly, tenderly, Jesus is calling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Calling, O sinner, "come home!"</a:t>
            </a:r>
            <a:endParaRPr lang="en-US" sz="28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1745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129</a:t>
            </a: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129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There is a fountain filled with blood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Drawn from Immanuel’s veins;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sinners plunged beneath that flood,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Lose all their guilty stains: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Lose all their guilty stains,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Lose all their guilty stains;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sinners plunged beneath that flood,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Lose all their guilty stains.</a:t>
            </a:r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25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6C90-4FB5-DA03-BAED-642E0F4A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B8FB-33CC-192C-0E3F-B44D08D1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129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5B0F4-A96F-FD69-7F62-3D2793B3EA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23F9C-1A18-B8E3-DB18-2B075ECA628F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The dying thief rejoiced to see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That fountain in his day;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there may I, though vile as he,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Wash all my sins away: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Wash all my sins away,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Wash all my sins away;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there may I, though vile as he, 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Wash all my sins away.</a:t>
            </a:r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CA468C7-C896-1A70-8CCB-F4D018686B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301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1022-3AB6-55D2-B5C0-350D8DBE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1B07-76BF-4A7E-26B9-2831B9F7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129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D36A5-FECF-60E1-28C9-BD55E73CA3F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3C2FB-6566-5532-83F9-0D5DD661EC8C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E'er since by faith I saw the stream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Thy flowing wounds supply,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Redeeming love has been my theme,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shall be till I die:</a:t>
            </a:r>
            <a:endParaRPr lang="en-SG"/>
          </a:p>
          <a:p>
            <a:r>
              <a:rPr lang="en-SG" sz="2800">
                <a:latin typeface="Calibri"/>
                <a:ea typeface="Calibri"/>
                <a:cs typeface="Calibri"/>
              </a:rPr>
              <a:t>And shall be till I die,</a:t>
            </a:r>
            <a:endParaRPr lang="en-SG"/>
          </a:p>
          <a:p>
            <a:r>
              <a:rPr lang="en-SG" sz="2800">
                <a:latin typeface="Calibri"/>
                <a:ea typeface="Calibri"/>
                <a:cs typeface="Calibri"/>
              </a:rPr>
              <a:t>And shall be till I die;</a:t>
            </a:r>
            <a:endParaRPr lang="en-SG"/>
          </a:p>
          <a:p>
            <a:r>
              <a:rPr lang="en-SG" sz="2800">
                <a:latin typeface="Calibri"/>
                <a:ea typeface="Calibri"/>
                <a:cs typeface="Calibri"/>
              </a:rPr>
              <a:t>Redeeming love has been my theme,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shall be till I die.</a:t>
            </a:r>
            <a:endParaRPr lang="en-SG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B52400-50E0-63A9-ED2F-19D2BCF6F05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42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767E-D94B-5B74-7E9E-277E66FB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119D-15D0-0E36-78BF-FB5ADE5F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Hymn No 129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99485-FE58-2968-A632-E05AC433A41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A86B5-8F14-2B7B-0CFA-590E554F6F7C}"/>
              </a:ext>
            </a:extLst>
          </p:cNvPr>
          <p:cNvSpPr txBox="1"/>
          <p:nvPr/>
        </p:nvSpPr>
        <p:spPr>
          <a:xfrm>
            <a:off x="209077" y="814113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Then in a nobler, sweeter song,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I’ll sing Thy power to save, 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When this poor lisping, stammering tongue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Lies silent in the grave,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Lies silent in the grave,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Lies silent in the grave,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When this poor lisping, stammering tongue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Lies silent in the grave. </a:t>
            </a:r>
            <a:endParaRPr lang="en-US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DBB6AF4-E174-B295-BF48-2D79022F8E1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477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Amazing Grace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Amazing Grace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133854" y="1069823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Amazing grace,  how sweet the sound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That saved a wretch like me!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once was lost, but now am found;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Was blind, but now I see.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3B7F9-1B5D-40E4-8EB7-ED2BD2889719}"/>
              </a:ext>
            </a:extLst>
          </p:cNvPr>
          <p:cNvSpPr txBox="1"/>
          <p:nvPr/>
        </p:nvSpPr>
        <p:spPr>
          <a:xfrm>
            <a:off x="72013" y="3038578"/>
            <a:ext cx="8835721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'Twas grace that taught my heart to fear,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And grace my fears relieved;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How precious did that grace appear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The hour I first believed.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E0A1-FB9D-3DE7-0515-FF46D0D5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F90-9FC7-E0D5-647F-2B99F591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Amazing Grace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3CB589-E976-68B7-A9A1-EA3079BF7E5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BADD7-5F47-DD22-8E3A-B76DD11E543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8CD47-125C-DFC4-3409-3D053915A710}"/>
              </a:ext>
            </a:extLst>
          </p:cNvPr>
          <p:cNvSpPr txBox="1"/>
          <p:nvPr/>
        </p:nvSpPr>
        <p:spPr>
          <a:xfrm>
            <a:off x="3479" y="926581"/>
            <a:ext cx="8835721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Thru many dangers, toils and snares,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have already come;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'Tis grace hath brought me safe thus far,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And grace will lead me home.</a:t>
            </a:r>
          </a:p>
          <a:p>
            <a:pPr lvl="1" algn="just"/>
            <a:endParaRPr lang="en-SG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CAB6B-9552-CD58-A38B-814863DF101C}"/>
              </a:ext>
            </a:extLst>
          </p:cNvPr>
          <p:cNvSpPr txBox="1"/>
          <p:nvPr/>
        </p:nvSpPr>
        <p:spPr>
          <a:xfrm>
            <a:off x="-4187" y="2847016"/>
            <a:ext cx="8835721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Yes, when this heart and flesh shall fail,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And mortal life shall cease.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shall possess within the vail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 life of joy and peace.</a:t>
            </a:r>
          </a:p>
          <a:p>
            <a:pPr lvl="1" algn="just"/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0830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27F6-E79C-7237-A37B-D79298F9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1B20-3BF4-E5B4-5A5D-FE87AE7B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</a:t>
            </a:r>
            <a:r>
              <a:rPr lang="en-US" sz="2800">
                <a:cs typeface="Segoe UI"/>
              </a:rPr>
              <a:t>Amazing Grace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082318A-1CE2-1DF4-4605-EDBE5BA088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F9DC7-5D1C-0A50-482F-A731685ACCB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45E4C-5F73-D39C-6F91-81AEC2AA2C03}"/>
              </a:ext>
            </a:extLst>
          </p:cNvPr>
          <p:cNvSpPr txBox="1"/>
          <p:nvPr/>
        </p:nvSpPr>
        <p:spPr>
          <a:xfrm>
            <a:off x="133854" y="1069823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When we've been there ten thou-sand years,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Bright shining as the sun,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We've no less days to sing God's praise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Than we'd first be-gun.</a:t>
            </a:r>
          </a:p>
        </p:txBody>
      </p:sp>
    </p:spTree>
    <p:extLst>
      <p:ext uri="{BB962C8B-B14F-4D97-AF65-F5344CB8AC3E}">
        <p14:creationId xmlns:p14="http://schemas.microsoft.com/office/powerpoint/2010/main" val="1154882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607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3774-446A-10DB-1FE9-0D9A8CDE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016E-DBD6-1D76-25B7-ACF46417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A18A2D-B6CC-BF39-EBB3-14E0A43FCB6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A88EC-A7CD-CCF1-77FE-786B656A6D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6024A-2E5B-FB81-D3CF-B8F3AF5BC532}"/>
              </a:ext>
            </a:extLst>
          </p:cNvPr>
          <p:cNvSpPr txBox="1"/>
          <p:nvPr/>
        </p:nvSpPr>
        <p:spPr>
          <a:xfrm>
            <a:off x="133854" y="758096"/>
            <a:ext cx="8867917" cy="36625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Thine, O Lord, I have heard Thy voice,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And it told Thy love to me;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But I long to rise in the arms of faith,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And be closer drawn to Thee.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FC076-16A6-E172-6DDA-01CF72DC2147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the cross where Thou hast died;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Thy precious, bleeding side.</a:t>
            </a:r>
            <a:endParaRPr lang="en-GB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54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6538-2193-203C-1006-1BFF110F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612B-A594-12F8-D0DE-02BAD7B7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7C4C4A2-538B-C72C-322C-0EB0708012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CA52F-E805-177A-10C6-B25370B5B58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6F53A-89BF-B3BA-92F4-448C237AB852}"/>
              </a:ext>
            </a:extLst>
          </p:cNvPr>
          <p:cNvSpPr txBox="1"/>
          <p:nvPr/>
        </p:nvSpPr>
        <p:spPr>
          <a:xfrm>
            <a:off x="133854" y="758096"/>
            <a:ext cx="8867917" cy="3231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Consecrate me now to Thy service, Lord,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By the power of grace divine;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Let my soul look up with a steadfast hope,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And my will be lost in Thine.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516AF-4BE5-3251-BFE5-7D7A4BB696B9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the cross where Thou hast died;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Thy precious, bleeding side.</a:t>
            </a:r>
            <a:endParaRPr lang="en-GB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58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B1992-66C5-2AE9-C706-FFCD49EC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9037-C95D-2495-CDC3-608E2F62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7F6CCFB-147B-C032-B11B-41DB64BC51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B01FC-65AF-7722-E5F8-0A06F55E753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3D129-9DF1-AEF8-2F9E-F53BEE885DBC}"/>
              </a:ext>
            </a:extLst>
          </p:cNvPr>
          <p:cNvSpPr txBox="1"/>
          <p:nvPr/>
        </p:nvSpPr>
        <p:spPr>
          <a:xfrm>
            <a:off x="133854" y="758096"/>
            <a:ext cx="8867917" cy="28007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Oh, the pure delight of a single hour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That before Thy throne I spend,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When I kneel in prayer, and with Thee, my God,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commune as friend with friend!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F2ADF-CB7A-88E0-5A79-70A03C2FB429}"/>
              </a:ext>
            </a:extLst>
          </p:cNvPr>
          <p:cNvSpPr txBox="1"/>
          <p:nvPr/>
        </p:nvSpPr>
        <p:spPr>
          <a:xfrm>
            <a:off x="133853" y="2903888"/>
            <a:ext cx="8867917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the cross where Thou hast died;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Thy precious, bleeding side.</a:t>
            </a:r>
            <a:endParaRPr lang="en-GB" sz="2800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906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CB561-51F9-9101-6644-9D6F1C83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E544-EC8C-F54E-FAEB-8CB83871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607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092D30-638F-3E78-1CB5-8AB892D7A3D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A6A5E-CF69-769D-5907-9C8807E8061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3E2D6-C678-2253-22F3-2152FC44750B}"/>
              </a:ext>
            </a:extLst>
          </p:cNvPr>
          <p:cNvSpPr txBox="1"/>
          <p:nvPr/>
        </p:nvSpPr>
        <p:spPr>
          <a:xfrm>
            <a:off x="133854" y="758096"/>
            <a:ext cx="8867917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There are depths of love that I cannot know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Till I cross the narrow sea;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There are heights of joy that I may not reach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Till I rest in peace with Thee. </a:t>
            </a:r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2F101-A34E-ECDF-E0E9-4F007DD061D5}"/>
              </a:ext>
            </a:extLst>
          </p:cNvPr>
          <p:cNvSpPr txBox="1"/>
          <p:nvPr/>
        </p:nvSpPr>
        <p:spPr>
          <a:xfrm>
            <a:off x="133853" y="2903888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the cross where Thou hast died;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Draw me nearer, nearer, nearer, blessed Lord,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To Thy precious, bleeding side.</a:t>
            </a:r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280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576A-D2A0-70A5-3A2D-231C067A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0A0C-E1B2-3785-248C-2073783901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30B16E4-B295-3651-0DA7-60F0F214E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7F290-1656-7542-9578-98FD23DC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I</a:t>
            </a:r>
            <a:r>
              <a:rPr lang="en-SG" sz="2800">
                <a:cs typeface="Segoe UI"/>
              </a:rPr>
              <a:t>n Christ there is no east or west </a:t>
            </a:r>
            <a:endParaRPr lang="en-US" sz="2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82069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F27-04D1-CBB8-49B8-320EA5FC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7619-4615-DDE8-4A50-914CB05C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I</a:t>
            </a:r>
            <a:r>
              <a:rPr lang="en-SG" sz="2800">
                <a:cs typeface="Segoe UI"/>
              </a:rPr>
              <a:t>n Christ there is no east or west 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7891ABE-9839-0F7E-A49B-1A1DEB4DF35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CF944-B7A1-13D7-9AD0-BB9AC8EF629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7F17E-A728-6BBB-A381-08E53454AD5E}"/>
              </a:ext>
            </a:extLst>
          </p:cNvPr>
          <p:cNvSpPr txBox="1"/>
          <p:nvPr/>
        </p:nvSpPr>
        <p:spPr>
          <a:xfrm>
            <a:off x="133854" y="758096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Christ there is no east or west,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Him no south or north;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But one great fellowship of love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Through-out the whole wide earth.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7F06-747A-FD01-7F07-40C08AF5AB00}"/>
              </a:ext>
            </a:extLst>
          </p:cNvPr>
          <p:cNvSpPr txBox="1"/>
          <p:nvPr/>
        </p:nvSpPr>
        <p:spPr>
          <a:xfrm>
            <a:off x="203958" y="2726262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him shall true hearts everywhere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Their high communion find;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His service is the golden cord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Close binding all man-kind.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897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0B68-6953-914D-52E0-AC80D37A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991D-123A-47AB-F54B-BB81EB97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I</a:t>
            </a:r>
            <a:r>
              <a:rPr lang="en-SG" sz="2800">
                <a:cs typeface="Segoe UI"/>
              </a:rPr>
              <a:t>n Christ there is no east or west 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3EF0AA7-128C-0E95-30B4-ECD02EE1249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A2F06-FC22-A65F-7B44-E81D2AA024F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5: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5355C-A3EB-A5C6-FAA2-091047065718}"/>
              </a:ext>
            </a:extLst>
          </p:cNvPr>
          <p:cNvSpPr txBox="1"/>
          <p:nvPr/>
        </p:nvSpPr>
        <p:spPr>
          <a:xfrm>
            <a:off x="133854" y="758096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Join hands, then, brothers of the faith,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Whate'er your race may be!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Who serves my Father as a son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Is surely kin to me.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1E477-963A-D4C1-B27A-0A9DE832AF50}"/>
              </a:ext>
            </a:extLst>
          </p:cNvPr>
          <p:cNvSpPr txBox="1"/>
          <p:nvPr/>
        </p:nvSpPr>
        <p:spPr>
          <a:xfrm>
            <a:off x="203958" y="2726262"/>
            <a:ext cx="886791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Christ now meet both east and west,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Him meet south and north;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All Christly souls are one in Him,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Throughout the whole wide earth.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0389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C1D2-E36A-8C7D-9EC1-160BB260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EFD5-3276-0B3C-EDC8-3A10E9B0F15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212E8C0-6CD2-2308-2F9C-A575F51C6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5408C03-D8F4-99B9-0ED5-F1CE6F0D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852</a:t>
            </a:r>
          </a:p>
        </p:txBody>
      </p:sp>
    </p:spTree>
    <p:extLst>
      <p:ext uri="{BB962C8B-B14F-4D97-AF65-F5344CB8AC3E}">
        <p14:creationId xmlns:p14="http://schemas.microsoft.com/office/powerpoint/2010/main" val="9486782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9A6B-6F44-556C-94A7-9573D717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538E-B8A4-AADC-69C7-1022BC60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852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D15C55-30E6-A6A5-52F4-B08F759506F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38069-2E47-793B-348C-2A5C4698583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C79F8-5379-E644-6BEE-5C89383BB88B}"/>
              </a:ext>
            </a:extLst>
          </p:cNvPr>
          <p:cNvSpPr txBox="1"/>
          <p:nvPr/>
        </p:nvSpPr>
        <p:spPr>
          <a:xfrm>
            <a:off x="133854" y="758096"/>
            <a:ext cx="8867917" cy="75405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Loved with everlasting love, 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Led by grace that love to know; 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Spirit breathing from above, 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Thou hast taught me it is so! 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Oh this full and perfect peace! 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Oh this transport all divine! 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a love which cannot cease, 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mine. 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In a love which cannot cease, 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mine.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940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7102-E6F2-9714-F53C-C16D3484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F781-0D19-EC9C-D22B-2E02B5E1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852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9A3C883-F64D-4B37-CC31-41D9A05703D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72E40-E1D2-8E60-00B9-2F359FC290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E5E0E-54BF-0419-DBF7-65B7F6357A82}"/>
              </a:ext>
            </a:extLst>
          </p:cNvPr>
          <p:cNvSpPr txBox="1"/>
          <p:nvPr/>
        </p:nvSpPr>
        <p:spPr>
          <a:xfrm>
            <a:off x="133854" y="758096"/>
            <a:ext cx="8867917" cy="71096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Heav’n above is softer blue, 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Earth around is sweeter green; 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Something lives in every hue 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Christ-less eyes have never seen; 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Birds with gladder songs o’er-flow, 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Flowers with deeper beauties shine, 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Since I know, as now I know, 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mine.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Since I know, as now I know, 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mine.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3044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DE7B-4909-9B54-8B74-C704DDC9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6FC0-E785-5B19-E52C-550E5045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852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28A790E-15D4-F2E9-D9CF-08E98E192A2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C2A21-C412-FFE6-E800-B06DA96E5AE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9617A-8E0A-C1B8-622E-2C73F3589460}"/>
              </a:ext>
            </a:extLst>
          </p:cNvPr>
          <p:cNvSpPr txBox="1"/>
          <p:nvPr/>
        </p:nvSpPr>
        <p:spPr>
          <a:xfrm>
            <a:off x="133854" y="758096"/>
            <a:ext cx="8867917" cy="71096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Things that once were wild alarms 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Cannot now disturb my rest, 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Closed in everlasting arms, 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Pillowed on the loving breast; 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Oh to lie for ever here, 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Doubt and care and self resign, 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While He whispers in my ear 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mine! 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While He whispers in my ear 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mine!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9803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2365-7392-3A29-35A8-A3C9D9A5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5E12-6CBD-7977-F582-4411EF3A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No 852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54DA4FF-A72D-16AF-FBD0-0F386CA31A5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60EB6-58EF-BD9B-39C4-7C9A8C446D8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6: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05683-566F-FC88-0DF0-A70C8DF84374}"/>
              </a:ext>
            </a:extLst>
          </p:cNvPr>
          <p:cNvSpPr txBox="1"/>
          <p:nvPr/>
        </p:nvSpPr>
        <p:spPr>
          <a:xfrm>
            <a:off x="133855" y="625606"/>
            <a:ext cx="8720214" cy="66787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His forever, only His; 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Who the Lord and me shall part? 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Ah, with what a rest of bliss 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Christ can fill the loving heart! 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Heaven and earth may fade and flee, 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First-born light in gloom decline, 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But while God and I shall be, 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mine.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But while God and I shall be, </a:t>
            </a:r>
          </a:p>
          <a:p>
            <a:pPr lvl="1" algn="just"/>
            <a:r>
              <a:rPr lang="en-SG" sz="2800">
                <a:latin typeface="Calibri"/>
                <a:ea typeface="Calibri"/>
                <a:cs typeface="Calibri"/>
              </a:rPr>
              <a:t>I am His, and He is mine.</a:t>
            </a:r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 algn="just"/>
            <a:endParaRPr lang="en-GB" sz="2800">
              <a:latin typeface="Calibri"/>
              <a:ea typeface="Calibri"/>
              <a:cs typeface="Calibri"/>
            </a:endParaRPr>
          </a:p>
          <a:p>
            <a:pPr lvl="1"/>
            <a:endParaRPr lang="en-US"/>
          </a:p>
          <a:p>
            <a:pPr lvl="1"/>
            <a:endParaRPr lang="en-US">
              <a:latin typeface="Segoe UI"/>
              <a:ea typeface="Calibri"/>
              <a:cs typeface="Segoe UI"/>
            </a:endParaRPr>
          </a:p>
          <a:p>
            <a:pPr lvl="1"/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3505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5391" y="1840960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1943255" y="1838698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Closing Hymn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11C1-8AAB-8970-321B-73980553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4DB1-6070-8360-2EC7-D1E8D78B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Closing Hymn- Hymn No 1164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74A7AE-C9C0-7E1D-1797-D7BEEAD2E50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6D4E9-252F-B348-A5A5-A0DDFC1778E4}"/>
              </a:ext>
            </a:extLst>
          </p:cNvPr>
          <p:cNvSpPr txBox="1"/>
          <p:nvPr/>
        </p:nvSpPr>
        <p:spPr>
          <a:xfrm>
            <a:off x="7023370" y="4786008"/>
            <a:ext cx="21206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Closing: 1 of 1</a:t>
            </a:r>
          </a:p>
          <a:p>
            <a:pPr algn="r"/>
            <a:endParaRPr lang="en-US" sz="140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CFABF-E0AF-7869-428C-78D62E9B0B1E}"/>
              </a:ext>
            </a:extLst>
          </p:cNvPr>
          <p:cNvSpPr txBox="1"/>
          <p:nvPr/>
        </p:nvSpPr>
        <p:spPr>
          <a:xfrm>
            <a:off x="2526" y="748270"/>
            <a:ext cx="8836674" cy="46782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SG" sz="28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Saviour, like a shepherd lead us,</a:t>
            </a:r>
          </a:p>
          <a:p>
            <a:pPr lvl="1"/>
            <a:r>
              <a:rPr lang="en-SG" sz="28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Much we need Thy ten-</a:t>
            </a:r>
            <a:r>
              <a:rPr lang="en-SG" sz="2800" err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d’rest</a:t>
            </a:r>
            <a:r>
              <a:rPr lang="en-SG" sz="28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 care;</a:t>
            </a:r>
          </a:p>
          <a:p>
            <a:pPr lvl="1"/>
            <a:r>
              <a:rPr lang="en-SG" sz="28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In Thy pleasant pastures lead us,</a:t>
            </a:r>
          </a:p>
          <a:p>
            <a:pPr lvl="1"/>
            <a:r>
              <a:rPr lang="en-SG" sz="28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For our use Thy folds prepare:</a:t>
            </a:r>
          </a:p>
          <a:p>
            <a:pPr lvl="1"/>
            <a:endParaRPr lang="en-SG" sz="2800">
              <a:solidFill>
                <a:srgbClr val="1F1F1F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Blessed Jesus, blessed Jesus,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Thou hast bought us, Thine we are;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Blessed Jesus, blessed Jesus,</a:t>
            </a:r>
          </a:p>
          <a:p>
            <a:pPr lvl="1"/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Thou hast bought us, Thine we are.</a:t>
            </a:r>
            <a:endParaRPr lang="en-US" sz="2800" i="1">
              <a:solidFill>
                <a:srgbClr val="C00000"/>
              </a:solidFill>
              <a:latin typeface="Calibri"/>
              <a:ea typeface="Verdana"/>
              <a:cs typeface="Calibri"/>
            </a:endParaRPr>
          </a:p>
          <a:p>
            <a:pPr lvl="2"/>
            <a:endParaRPr lang="en-US" sz="2800" i="1">
              <a:solidFill>
                <a:srgbClr val="C00000"/>
              </a:solidFill>
              <a:latin typeface="Calibri"/>
              <a:ea typeface="Verdana"/>
              <a:cs typeface="Calibri"/>
            </a:endParaRPr>
          </a:p>
          <a:p>
            <a:pPr lvl="1"/>
            <a:endParaRPr lang="en-US" i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423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49</Slides>
  <Notes>27</Notes>
  <HiddenSlides>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 </vt:lpstr>
      <vt:lpstr>PowerPoint Presentation</vt:lpstr>
      <vt:lpstr>PowerPoint Presentation</vt:lpstr>
      <vt:lpstr>Opening Hymn – Hymn No 4</vt:lpstr>
      <vt:lpstr>Opening Hymn – Hymn No 4</vt:lpstr>
      <vt:lpstr>Opening Hymn – Hymn No 4</vt:lpstr>
      <vt:lpstr>Opening Hymn – Hymn No 4</vt:lpstr>
      <vt:lpstr>Opening Hymn – Hymn No 4</vt:lpstr>
      <vt:lpstr>PowerPoint Presentation</vt:lpstr>
      <vt:lpstr>Thanksgiving – Hymn No 852</vt:lpstr>
      <vt:lpstr>PowerPoint Presentation</vt:lpstr>
      <vt:lpstr>Offertory – Shine Jesus Shine</vt:lpstr>
      <vt:lpstr>Offertory – Shine Jesus Shine</vt:lpstr>
      <vt:lpstr>Offertory – Shine Jesus Shine</vt:lpstr>
      <vt:lpstr>Offertory – Shine Jesus Shine</vt:lpstr>
      <vt:lpstr>Offertory – Shine Jesus Shine</vt:lpstr>
      <vt:lpstr>Offertory – Shine Jesus Shine</vt:lpstr>
      <vt:lpstr>PowerPoint Presentation</vt:lpstr>
      <vt:lpstr>PowerPoint Presentation</vt:lpstr>
      <vt:lpstr>Confession – 414</vt:lpstr>
      <vt:lpstr>Holy Communion – Hymn No 414</vt:lpstr>
      <vt:lpstr>Holy Communion – Hymn No 414</vt:lpstr>
      <vt:lpstr>Holy Communion – Hymn No 414</vt:lpstr>
      <vt:lpstr>Holy Communion – Hymn No 414</vt:lpstr>
      <vt:lpstr>Holy Communion – Hymn No 414</vt:lpstr>
      <vt:lpstr>Holy Communion – Hymn No 129</vt:lpstr>
      <vt:lpstr>Holy Communion – Hymn No 129</vt:lpstr>
      <vt:lpstr>Holy Communion – Hymn No 129</vt:lpstr>
      <vt:lpstr>Holy Communion – Hymn No 129</vt:lpstr>
      <vt:lpstr>Holy Communion – Hymn No 129</vt:lpstr>
      <vt:lpstr>Holy Communion – Amazing Grace</vt:lpstr>
      <vt:lpstr>Holy Communion – Amazing Grace</vt:lpstr>
      <vt:lpstr>Holy Communion – Amazing Grace</vt:lpstr>
      <vt:lpstr>Holy Communion – Amazing Grace</vt:lpstr>
      <vt:lpstr>Holy Communion – Hymn No 607</vt:lpstr>
      <vt:lpstr>Holy Communion – Hymn No 607</vt:lpstr>
      <vt:lpstr>Holy Communion – Hymn No 607</vt:lpstr>
      <vt:lpstr>Holy Communion – Hymn No 607</vt:lpstr>
      <vt:lpstr>Holy Communion – Hymn No 607</vt:lpstr>
      <vt:lpstr>Holy Communion – In Christ there is no east or west </vt:lpstr>
      <vt:lpstr>Holy Communion – In Christ there is no east or west </vt:lpstr>
      <vt:lpstr>Holy Communion – In Christ there is no east or west </vt:lpstr>
      <vt:lpstr>Holy Communion – Hymn No 852</vt:lpstr>
      <vt:lpstr>Holy Communion – Hymn No 852</vt:lpstr>
      <vt:lpstr>Holy Communion – Hymn No 852</vt:lpstr>
      <vt:lpstr>Holy Communion – Hymn No 852</vt:lpstr>
      <vt:lpstr>Holy Communion – Hymn No 852</vt:lpstr>
      <vt:lpstr>PowerPoint Presentation</vt:lpstr>
      <vt:lpstr>Closing Hymn- Hymn No 1164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2025-10-10T00:43:11Z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