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6"/>
  </p:notesMasterIdLst>
  <p:handoutMasterIdLst>
    <p:handoutMasterId r:id="rId57"/>
  </p:handoutMasterIdLst>
  <p:sldIdLst>
    <p:sldId id="1746" r:id="rId7"/>
    <p:sldId id="1727" r:id="rId8"/>
    <p:sldId id="813" r:id="rId9"/>
    <p:sldId id="1915" r:id="rId10"/>
    <p:sldId id="1937" r:id="rId11"/>
    <p:sldId id="1938" r:id="rId12"/>
    <p:sldId id="1939" r:id="rId13"/>
    <p:sldId id="821" r:id="rId14"/>
    <p:sldId id="851" r:id="rId15"/>
    <p:sldId id="1324" r:id="rId16"/>
    <p:sldId id="822" r:id="rId17"/>
    <p:sldId id="1940" r:id="rId18"/>
    <p:sldId id="1941" r:id="rId19"/>
    <p:sldId id="823" r:id="rId20"/>
    <p:sldId id="824" r:id="rId21"/>
    <p:sldId id="1277" r:id="rId22"/>
    <p:sldId id="1388" r:id="rId23"/>
    <p:sldId id="1822" r:id="rId24"/>
    <p:sldId id="1942" r:id="rId25"/>
    <p:sldId id="1943" r:id="rId26"/>
    <p:sldId id="1944" r:id="rId27"/>
    <p:sldId id="1945" r:id="rId28"/>
    <p:sldId id="1829" r:id="rId29"/>
    <p:sldId id="1830" r:id="rId30"/>
    <p:sldId id="1946" r:id="rId31"/>
    <p:sldId id="1947" r:id="rId32"/>
    <p:sldId id="1948" r:id="rId33"/>
    <p:sldId id="1826" r:id="rId34"/>
    <p:sldId id="1827" r:id="rId35"/>
    <p:sldId id="1949" r:id="rId36"/>
    <p:sldId id="1950" r:id="rId37"/>
    <p:sldId id="1856" r:id="rId38"/>
    <p:sldId id="1951" r:id="rId39"/>
    <p:sldId id="1952" r:id="rId40"/>
    <p:sldId id="1953" r:id="rId41"/>
    <p:sldId id="1954" r:id="rId42"/>
    <p:sldId id="1900" r:id="rId43"/>
    <p:sldId id="1955" r:id="rId44"/>
    <p:sldId id="1956" r:id="rId45"/>
    <p:sldId id="1957" r:id="rId46"/>
    <p:sldId id="1958" r:id="rId47"/>
    <p:sldId id="1959" r:id="rId48"/>
    <p:sldId id="1905" r:id="rId49"/>
    <p:sldId id="1960" r:id="rId50"/>
    <p:sldId id="1961" r:id="rId51"/>
    <p:sldId id="1962" r:id="rId52"/>
    <p:sldId id="1963" r:id="rId53"/>
    <p:sldId id="820" r:id="rId54"/>
    <p:sldId id="1914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CA272-EC86-C64D-E613-8B090CDCCE32}" v="14" dt="2025-09-27T13:37:09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0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y john" userId="ee064dac266f0f69" providerId="Windows Live" clId="Web-{84674185-BC96-4E3F-ADE2-7D80D881E0DE}"/>
    <pc:docChg chg="modSld">
      <pc:chgData name="binoy john" userId="ee064dac266f0f69" providerId="Windows Live" clId="Web-{84674185-BC96-4E3F-ADE2-7D80D881E0DE}" dt="2025-09-22T01:03:46.973" v="282" actId="20577"/>
      <pc:docMkLst>
        <pc:docMk/>
      </pc:docMkLst>
      <pc:sldChg chg="modSp">
        <pc:chgData name="binoy john" userId="ee064dac266f0f69" providerId="Windows Live" clId="Web-{84674185-BC96-4E3F-ADE2-7D80D881E0DE}" dt="2025-09-22T00:18:52.818" v="3" actId="20577"/>
        <pc:sldMkLst>
          <pc:docMk/>
          <pc:sldMk cId="140346443" sldId="822"/>
        </pc:sldMkLst>
        <pc:spChg chg="mod">
          <ac:chgData name="binoy john" userId="ee064dac266f0f69" providerId="Windows Live" clId="Web-{84674185-BC96-4E3F-ADE2-7D80D881E0DE}" dt="2025-09-22T00:18:52.818" v="3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">
        <pc:chgData name="binoy john" userId="ee064dac266f0f69" providerId="Windows Live" clId="Web-{84674185-BC96-4E3F-ADE2-7D80D881E0DE}" dt="2025-09-22T00:31:36.118" v="139" actId="20577"/>
        <pc:sldMkLst>
          <pc:docMk/>
          <pc:sldMk cId="3359142403" sldId="1827"/>
        </pc:sldMkLst>
        <pc:spChg chg="mod">
          <ac:chgData name="binoy john" userId="ee064dac266f0f69" providerId="Windows Live" clId="Web-{84674185-BC96-4E3F-ADE2-7D80D881E0DE}" dt="2025-09-22T00:31:36.118" v="139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binoy john" userId="ee064dac266f0f69" providerId="Windows Live" clId="Web-{84674185-BC96-4E3F-ADE2-7D80D881E0DE}" dt="2025-09-22T00:24:29.871" v="37" actId="20577"/>
        <pc:sldMkLst>
          <pc:docMk/>
          <pc:sldMk cId="1880725329" sldId="1830"/>
        </pc:sldMkLst>
        <pc:spChg chg="mod">
          <ac:chgData name="binoy john" userId="ee064dac266f0f69" providerId="Windows Live" clId="Web-{84674185-BC96-4E3F-ADE2-7D80D881E0DE}" dt="2025-09-22T00:24:29.871" v="37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binoy john" userId="ee064dac266f0f69" providerId="Windows Live" clId="Web-{84674185-BC96-4E3F-ADE2-7D80D881E0DE}" dt="2025-09-22T00:41:17.267" v="189" actId="20577"/>
        <pc:sldMkLst>
          <pc:docMk/>
          <pc:sldMk cId="3289423126" sldId="1914"/>
        </pc:sldMkLst>
        <pc:spChg chg="mod">
          <ac:chgData name="binoy john" userId="ee064dac266f0f69" providerId="Windows Live" clId="Web-{84674185-BC96-4E3F-ADE2-7D80D881E0DE}" dt="2025-09-22T00:41:17.267" v="189" actId="20577"/>
          <ac:spMkLst>
            <pc:docMk/>
            <pc:sldMk cId="3289423126" sldId="1914"/>
            <ac:spMk id="9" creationId="{950CFABF-E0AF-7869-428C-78D62E9B0B1E}"/>
          </ac:spMkLst>
        </pc:spChg>
      </pc:sldChg>
      <pc:sldChg chg="modSp">
        <pc:chgData name="binoy john" userId="ee064dac266f0f69" providerId="Windows Live" clId="Web-{84674185-BC96-4E3F-ADE2-7D80D881E0DE}" dt="2025-09-22T00:13:17.965" v="1" actId="20577"/>
        <pc:sldMkLst>
          <pc:docMk/>
          <pc:sldMk cId="3366721836" sldId="1915"/>
        </pc:sldMkLst>
        <pc:spChg chg="mod">
          <ac:chgData name="binoy john" userId="ee064dac266f0f69" providerId="Windows Live" clId="Web-{84674185-BC96-4E3F-ADE2-7D80D881E0DE}" dt="2025-09-22T00:13:17.965" v="1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binoy john" userId="ee064dac266f0f69" providerId="Windows Live" clId="Web-{84674185-BC96-4E3F-ADE2-7D80D881E0DE}" dt="2025-09-22T00:52:17.815" v="275" actId="20577"/>
        <pc:sldMkLst>
          <pc:docMk/>
          <pc:sldMk cId="2361651304" sldId="1940"/>
        </pc:sldMkLst>
        <pc:spChg chg="mod">
          <ac:chgData name="binoy john" userId="ee064dac266f0f69" providerId="Windows Live" clId="Web-{84674185-BC96-4E3F-ADE2-7D80D881E0DE}" dt="2025-09-22T00:19:02.255" v="5" actId="20577"/>
          <ac:spMkLst>
            <pc:docMk/>
            <pc:sldMk cId="2361651304" sldId="1940"/>
            <ac:spMk id="6" creationId="{7E820CB6-7043-FB74-CF2B-A7A2B1D3C16D}"/>
          </ac:spMkLst>
        </pc:spChg>
        <pc:spChg chg="mod">
          <ac:chgData name="binoy john" userId="ee064dac266f0f69" providerId="Windows Live" clId="Web-{84674185-BC96-4E3F-ADE2-7D80D881E0DE}" dt="2025-09-22T00:52:17.815" v="275" actId="20577"/>
          <ac:spMkLst>
            <pc:docMk/>
            <pc:sldMk cId="2361651304" sldId="1940"/>
            <ac:spMk id="10" creationId="{81E671DE-EF4F-B920-DFC2-8DA323D0F212}"/>
          </ac:spMkLst>
        </pc:spChg>
      </pc:sldChg>
      <pc:sldChg chg="modSp">
        <pc:chgData name="binoy john" userId="ee064dac266f0f69" providerId="Windows Live" clId="Web-{84674185-BC96-4E3F-ADE2-7D80D881E0DE}" dt="2025-09-22T00:19:10.756" v="7" actId="20577"/>
        <pc:sldMkLst>
          <pc:docMk/>
          <pc:sldMk cId="173040193" sldId="1941"/>
        </pc:sldMkLst>
        <pc:spChg chg="mod">
          <ac:chgData name="binoy john" userId="ee064dac266f0f69" providerId="Windows Live" clId="Web-{84674185-BC96-4E3F-ADE2-7D80D881E0DE}" dt="2025-09-22T00:19:10.756" v="7" actId="20577"/>
          <ac:spMkLst>
            <pc:docMk/>
            <pc:sldMk cId="173040193" sldId="1941"/>
            <ac:spMk id="6" creationId="{D11AB01E-32C3-E542-D2E4-D18D8B638A69}"/>
          </ac:spMkLst>
        </pc:spChg>
      </pc:sldChg>
      <pc:sldChg chg="modSp">
        <pc:chgData name="binoy john" userId="ee064dac266f0f69" providerId="Windows Live" clId="Web-{84674185-BC96-4E3F-ADE2-7D80D881E0DE}" dt="2025-09-22T00:22:20.207" v="17" actId="20577"/>
        <pc:sldMkLst>
          <pc:docMk/>
          <pc:sldMk cId="4254511360" sldId="1942"/>
        </pc:sldMkLst>
        <pc:spChg chg="mod">
          <ac:chgData name="binoy john" userId="ee064dac266f0f69" providerId="Windows Live" clId="Web-{84674185-BC96-4E3F-ADE2-7D80D881E0DE}" dt="2025-09-22T00:22:20.207" v="17" actId="20577"/>
          <ac:spMkLst>
            <pc:docMk/>
            <pc:sldMk cId="4254511360" sldId="1942"/>
            <ac:spMk id="6" creationId="{28F8B6A7-D6A7-D380-8337-78C27AA20923}"/>
          </ac:spMkLst>
        </pc:spChg>
      </pc:sldChg>
      <pc:sldChg chg="modSp">
        <pc:chgData name="binoy john" userId="ee064dac266f0f69" providerId="Windows Live" clId="Web-{84674185-BC96-4E3F-ADE2-7D80D881E0DE}" dt="2025-09-22T00:22:08.550" v="15" actId="20577"/>
        <pc:sldMkLst>
          <pc:docMk/>
          <pc:sldMk cId="3602953270" sldId="1945"/>
        </pc:sldMkLst>
        <pc:spChg chg="mod">
          <ac:chgData name="binoy john" userId="ee064dac266f0f69" providerId="Windows Live" clId="Web-{84674185-BC96-4E3F-ADE2-7D80D881E0DE}" dt="2025-09-22T00:22:08.550" v="15" actId="20577"/>
          <ac:spMkLst>
            <pc:docMk/>
            <pc:sldMk cId="3602953270" sldId="1945"/>
            <ac:spMk id="6" creationId="{1A85CBF2-54AD-EC49-177F-2F879F117F86}"/>
          </ac:spMkLst>
        </pc:spChg>
      </pc:sldChg>
      <pc:sldChg chg="modSp">
        <pc:chgData name="binoy john" userId="ee064dac266f0f69" providerId="Windows Live" clId="Web-{84674185-BC96-4E3F-ADE2-7D80D881E0DE}" dt="2025-09-22T00:25:40.859" v="61" actId="20577"/>
        <pc:sldMkLst>
          <pc:docMk/>
          <pc:sldMk cId="2217733759" sldId="1946"/>
        </pc:sldMkLst>
        <pc:spChg chg="mod">
          <ac:chgData name="binoy john" userId="ee064dac266f0f69" providerId="Windows Live" clId="Web-{84674185-BC96-4E3F-ADE2-7D80D881E0DE}" dt="2025-09-22T00:25:40.859" v="61" actId="20577"/>
          <ac:spMkLst>
            <pc:docMk/>
            <pc:sldMk cId="2217733759" sldId="1946"/>
            <ac:spMk id="9" creationId="{C8FBE732-AA9D-9E05-A9D0-2BC161BEA88D}"/>
          </ac:spMkLst>
        </pc:spChg>
      </pc:sldChg>
      <pc:sldChg chg="modSp">
        <pc:chgData name="binoy john" userId="ee064dac266f0f69" providerId="Windows Live" clId="Web-{84674185-BC96-4E3F-ADE2-7D80D881E0DE}" dt="2025-09-22T00:27:05.002" v="84" actId="20577"/>
        <pc:sldMkLst>
          <pc:docMk/>
          <pc:sldMk cId="1608013212" sldId="1947"/>
        </pc:sldMkLst>
        <pc:spChg chg="mod">
          <ac:chgData name="binoy john" userId="ee064dac266f0f69" providerId="Windows Live" clId="Web-{84674185-BC96-4E3F-ADE2-7D80D881E0DE}" dt="2025-09-22T00:27:05.002" v="84" actId="20577"/>
          <ac:spMkLst>
            <pc:docMk/>
            <pc:sldMk cId="1608013212" sldId="1947"/>
            <ac:spMk id="9" creationId="{0ACF8E10-4879-909E-CCD7-8FE08A8F261D}"/>
          </ac:spMkLst>
        </pc:spChg>
      </pc:sldChg>
      <pc:sldChg chg="modSp">
        <pc:chgData name="binoy john" userId="ee064dac266f0f69" providerId="Windows Live" clId="Web-{84674185-BC96-4E3F-ADE2-7D80D881E0DE}" dt="2025-09-22T00:28:40.271" v="103" actId="20577"/>
        <pc:sldMkLst>
          <pc:docMk/>
          <pc:sldMk cId="2556623933" sldId="1948"/>
        </pc:sldMkLst>
        <pc:spChg chg="mod">
          <ac:chgData name="binoy john" userId="ee064dac266f0f69" providerId="Windows Live" clId="Web-{84674185-BC96-4E3F-ADE2-7D80D881E0DE}" dt="2025-09-22T00:28:40.271" v="103" actId="20577"/>
          <ac:spMkLst>
            <pc:docMk/>
            <pc:sldMk cId="2556623933" sldId="1948"/>
            <ac:spMk id="9" creationId="{FE923F2E-9558-F1C0-21B2-D52475912948}"/>
          </ac:spMkLst>
        </pc:spChg>
      </pc:sldChg>
      <pc:sldChg chg="modSp">
        <pc:chgData name="binoy john" userId="ee064dac266f0f69" providerId="Windows Live" clId="Web-{84674185-BC96-4E3F-ADE2-7D80D881E0DE}" dt="2025-09-22T00:32:29.822" v="147" actId="20577"/>
        <pc:sldMkLst>
          <pc:docMk/>
          <pc:sldMk cId="2606902508" sldId="1950"/>
        </pc:sldMkLst>
        <pc:spChg chg="mod">
          <ac:chgData name="binoy john" userId="ee064dac266f0f69" providerId="Windows Live" clId="Web-{84674185-BC96-4E3F-ADE2-7D80D881E0DE}" dt="2025-09-22T00:32:29.822" v="147" actId="20577"/>
          <ac:spMkLst>
            <pc:docMk/>
            <pc:sldMk cId="2606902508" sldId="1950"/>
            <ac:spMk id="9" creationId="{AB26F828-F2B8-01F0-AB93-44C8AB8D4234}"/>
          </ac:spMkLst>
        </pc:spChg>
      </pc:sldChg>
      <pc:sldChg chg="modSp">
        <pc:chgData name="binoy john" userId="ee064dac266f0f69" providerId="Windows Live" clId="Web-{84674185-BC96-4E3F-ADE2-7D80D881E0DE}" dt="2025-09-22T00:33:18.775" v="149" actId="20577"/>
        <pc:sldMkLst>
          <pc:docMk/>
          <pc:sldMk cId="457554906" sldId="1951"/>
        </pc:sldMkLst>
        <pc:spChg chg="mod">
          <ac:chgData name="binoy john" userId="ee064dac266f0f69" providerId="Windows Live" clId="Web-{84674185-BC96-4E3F-ADE2-7D80D881E0DE}" dt="2025-09-22T00:33:18.775" v="149" actId="20577"/>
          <ac:spMkLst>
            <pc:docMk/>
            <pc:sldMk cId="457554906" sldId="1951"/>
            <ac:spMk id="9" creationId="{CFE6024A-2E5B-FB81-D3CF-B8F3AF5BC532}"/>
          </ac:spMkLst>
        </pc:spChg>
      </pc:sldChg>
      <pc:sldChg chg="modSp">
        <pc:chgData name="binoy john" userId="ee064dac266f0f69" providerId="Windows Live" clId="Web-{84674185-BC96-4E3F-ADE2-7D80D881E0DE}" dt="2025-09-22T00:33:59.276" v="155" actId="20577"/>
        <pc:sldMkLst>
          <pc:docMk/>
          <pc:sldMk cId="1609567612" sldId="1952"/>
        </pc:sldMkLst>
        <pc:spChg chg="mod">
          <ac:chgData name="binoy john" userId="ee064dac266f0f69" providerId="Windows Live" clId="Web-{84674185-BC96-4E3F-ADE2-7D80D881E0DE}" dt="2025-09-22T00:33:59.276" v="155" actId="20577"/>
          <ac:spMkLst>
            <pc:docMk/>
            <pc:sldMk cId="1609567612" sldId="1952"/>
            <ac:spMk id="9" creationId="{B6D715EA-3376-F6B9-029E-66A390849E87}"/>
          </ac:spMkLst>
        </pc:spChg>
      </pc:sldChg>
      <pc:sldChg chg="modSp">
        <pc:chgData name="binoy john" userId="ee064dac266f0f69" providerId="Windows Live" clId="Web-{84674185-BC96-4E3F-ADE2-7D80D881E0DE}" dt="2025-09-22T00:35:43.058" v="164" actId="20577"/>
        <pc:sldMkLst>
          <pc:docMk/>
          <pc:sldMk cId="333897995" sldId="1955"/>
        </pc:sldMkLst>
        <pc:spChg chg="mod">
          <ac:chgData name="binoy john" userId="ee064dac266f0f69" providerId="Windows Live" clId="Web-{84674185-BC96-4E3F-ADE2-7D80D881E0DE}" dt="2025-09-22T00:35:43.058" v="164" actId="20577"/>
          <ac:spMkLst>
            <pc:docMk/>
            <pc:sldMk cId="333897995" sldId="1955"/>
            <ac:spMk id="9" creationId="{36F7F17E-A728-6BBB-A381-08E53454AD5E}"/>
          </ac:spMkLst>
        </pc:spChg>
      </pc:sldChg>
      <pc:sldChg chg="modSp">
        <pc:chgData name="binoy john" userId="ee064dac266f0f69" providerId="Windows Live" clId="Web-{84674185-BC96-4E3F-ADE2-7D80D881E0DE}" dt="2025-09-22T00:36:41.496" v="171" actId="20577"/>
        <pc:sldMkLst>
          <pc:docMk/>
          <pc:sldMk cId="399589534" sldId="1957"/>
        </pc:sldMkLst>
        <pc:spChg chg="mod">
          <ac:chgData name="binoy john" userId="ee064dac266f0f69" providerId="Windows Live" clId="Web-{84674185-BC96-4E3F-ADE2-7D80D881E0DE}" dt="2025-09-22T00:36:41.496" v="171" actId="20577"/>
          <ac:spMkLst>
            <pc:docMk/>
            <pc:sldMk cId="399589534" sldId="1957"/>
            <ac:spMk id="9" creationId="{26B42266-8E74-DA17-8108-99803E1FE507}"/>
          </ac:spMkLst>
        </pc:spChg>
      </pc:sldChg>
      <pc:sldChg chg="modSp">
        <pc:chgData name="binoy john" userId="ee064dac266f0f69" providerId="Windows Live" clId="Web-{84674185-BC96-4E3F-ADE2-7D80D881E0DE}" dt="2025-09-22T01:01:48.595" v="280" actId="20577"/>
        <pc:sldMkLst>
          <pc:docMk/>
          <pc:sldMk cId="424299306" sldId="1958"/>
        </pc:sldMkLst>
        <pc:spChg chg="mod">
          <ac:chgData name="binoy john" userId="ee064dac266f0f69" providerId="Windows Live" clId="Web-{84674185-BC96-4E3F-ADE2-7D80D881E0DE}" dt="2025-09-22T01:01:48.595" v="280" actId="20577"/>
          <ac:spMkLst>
            <pc:docMk/>
            <pc:sldMk cId="424299306" sldId="1958"/>
            <ac:spMk id="9" creationId="{B6EC57F5-D944-57E9-FA36-5571B985E6A4}"/>
          </ac:spMkLst>
        </pc:spChg>
      </pc:sldChg>
      <pc:sldChg chg="modSp">
        <pc:chgData name="binoy john" userId="ee064dac266f0f69" providerId="Windows Live" clId="Web-{84674185-BC96-4E3F-ADE2-7D80D881E0DE}" dt="2025-09-22T00:37:49.423" v="181" actId="20577"/>
        <pc:sldMkLst>
          <pc:docMk/>
          <pc:sldMk cId="4033119103" sldId="1959"/>
        </pc:sldMkLst>
        <pc:spChg chg="mod">
          <ac:chgData name="binoy john" userId="ee064dac266f0f69" providerId="Windows Live" clId="Web-{84674185-BC96-4E3F-ADE2-7D80D881E0DE}" dt="2025-09-22T00:37:49.423" v="181" actId="20577"/>
          <ac:spMkLst>
            <pc:docMk/>
            <pc:sldMk cId="4033119103" sldId="1959"/>
            <ac:spMk id="9" creationId="{30DA7482-E8C8-25A3-6212-9EAF34E1CEDA}"/>
          </ac:spMkLst>
        </pc:spChg>
      </pc:sldChg>
      <pc:sldChg chg="modSp">
        <pc:chgData name="binoy john" userId="ee064dac266f0f69" providerId="Windows Live" clId="Web-{84674185-BC96-4E3F-ADE2-7D80D881E0DE}" dt="2025-09-22T01:03:46.973" v="282" actId="20577"/>
        <pc:sldMkLst>
          <pc:docMk/>
          <pc:sldMk cId="1958205850" sldId="1963"/>
        </pc:sldMkLst>
        <pc:spChg chg="mod">
          <ac:chgData name="binoy john" userId="ee064dac266f0f69" providerId="Windows Live" clId="Web-{84674185-BC96-4E3F-ADE2-7D80D881E0DE}" dt="2025-09-22T01:03:46.973" v="282" actId="20577"/>
          <ac:spMkLst>
            <pc:docMk/>
            <pc:sldMk cId="1958205850" sldId="1963"/>
            <ac:spMk id="9" creationId="{6287671D-D35B-2ADC-0C1F-A1CA0006A0AB}"/>
          </ac:spMkLst>
        </pc:spChg>
      </pc:sldChg>
      <pc:sldChg chg="modSp">
        <pc:chgData name="binoy john" userId="ee064dac266f0f69" providerId="Windows Live" clId="Web-{84674185-BC96-4E3F-ADE2-7D80D881E0DE}" dt="2025-09-22T00:42:03.769" v="198" actId="20577"/>
        <pc:sldMkLst>
          <pc:docMk/>
          <pc:sldMk cId="946518768" sldId="1964"/>
        </pc:sldMkLst>
        <pc:spChg chg="mod">
          <ac:chgData name="binoy john" userId="ee064dac266f0f69" providerId="Windows Live" clId="Web-{84674185-BC96-4E3F-ADE2-7D80D881E0DE}" dt="2025-09-22T00:42:03.769" v="198" actId="20577"/>
          <ac:spMkLst>
            <pc:docMk/>
            <pc:sldMk cId="946518768" sldId="1964"/>
            <ac:spMk id="9" creationId="{44580C51-EE08-F4A8-63F7-DE96EA39301B}"/>
          </ac:spMkLst>
        </pc:spChg>
      </pc:sldChg>
      <pc:sldChg chg="modSp">
        <pc:chgData name="binoy john" userId="ee064dac266f0f69" providerId="Windows Live" clId="Web-{84674185-BC96-4E3F-ADE2-7D80D881E0DE}" dt="2025-09-22T00:46:35.825" v="268" actId="20577"/>
        <pc:sldMkLst>
          <pc:docMk/>
          <pc:sldMk cId="1966868538" sldId="1965"/>
        </pc:sldMkLst>
        <pc:spChg chg="mod">
          <ac:chgData name="binoy john" userId="ee064dac266f0f69" providerId="Windows Live" clId="Web-{84674185-BC96-4E3F-ADE2-7D80D881E0DE}" dt="2025-09-22T00:46:35.825" v="268" actId="20577"/>
          <ac:spMkLst>
            <pc:docMk/>
            <pc:sldMk cId="1966868538" sldId="1965"/>
            <ac:spMk id="9" creationId="{CE4C093A-5346-014B-B997-CCDB63C4A2B4}"/>
          </ac:spMkLst>
        </pc:spChg>
      </pc:sldChg>
    </pc:docChg>
  </pc:docChgLst>
  <pc:docChgLst>
    <pc:chgData name="Guest User" providerId="Windows Live" clId="Web-{BA0CA272-EC86-C64D-E613-8B090CDCCE32}"/>
    <pc:docChg chg="delSld modSld">
      <pc:chgData name="Guest User" userId="" providerId="Windows Live" clId="Web-{BA0CA272-EC86-C64D-E613-8B090CDCCE32}" dt="2025-09-27T13:37:07.991" v="8" actId="20577"/>
      <pc:docMkLst>
        <pc:docMk/>
      </pc:docMkLst>
      <pc:sldChg chg="addSp delSp">
        <pc:chgData name="Guest User" userId="" providerId="Windows Live" clId="Web-{BA0CA272-EC86-C64D-E613-8B090CDCCE32}" dt="2025-09-27T13:35:26.257" v="1"/>
        <pc:sldMkLst>
          <pc:docMk/>
          <pc:sldMk cId="858007124" sldId="1277"/>
        </pc:sldMkLst>
        <pc:spChg chg="add">
          <ac:chgData name="Guest User" userId="" providerId="Windows Live" clId="Web-{BA0CA272-EC86-C64D-E613-8B090CDCCE32}" dt="2025-09-27T13:35:26.257" v="1"/>
          <ac:spMkLst>
            <pc:docMk/>
            <pc:sldMk cId="858007124" sldId="1277"/>
            <ac:spMk id="6" creationId="{4AC751B8-1522-B4B4-3170-CBBEEEDF2680}"/>
          </ac:spMkLst>
        </pc:spChg>
        <pc:spChg chg="del">
          <ac:chgData name="Guest User" userId="" providerId="Windows Live" clId="Web-{BA0CA272-EC86-C64D-E613-8B090CDCCE32}" dt="2025-09-27T13:35:24.225" v="0"/>
          <ac:spMkLst>
            <pc:docMk/>
            <pc:sldMk cId="858007124" sldId="1277"/>
            <ac:spMk id="9" creationId="{77D26A61-1743-44DF-CA31-DEC2E46F5D13}"/>
          </ac:spMkLst>
        </pc:spChg>
      </pc:sldChg>
      <pc:sldChg chg="modSp">
        <pc:chgData name="Guest User" userId="" providerId="Windows Live" clId="Web-{BA0CA272-EC86-C64D-E613-8B090CDCCE32}" dt="2025-09-27T13:36:03.710" v="7" actId="20577"/>
        <pc:sldMkLst>
          <pc:docMk/>
          <pc:sldMk cId="3289423126" sldId="1914"/>
        </pc:sldMkLst>
        <pc:spChg chg="mod">
          <ac:chgData name="Guest User" userId="" providerId="Windows Live" clId="Web-{BA0CA272-EC86-C64D-E613-8B090CDCCE32}" dt="2025-09-27T13:36:03.710" v="7" actId="20577"/>
          <ac:spMkLst>
            <pc:docMk/>
            <pc:sldMk cId="3289423126" sldId="1914"/>
            <ac:spMk id="4" creationId="{4176D4E9-252F-B348-A5A5-A0DDFC1778E4}"/>
          </ac:spMkLst>
        </pc:spChg>
      </pc:sldChg>
      <pc:sldChg chg="modSp">
        <pc:chgData name="Guest User" userId="" providerId="Windows Live" clId="Web-{BA0CA272-EC86-C64D-E613-8B090CDCCE32}" dt="2025-09-27T13:37:07.991" v="8" actId="20577"/>
        <pc:sldMkLst>
          <pc:docMk/>
          <pc:sldMk cId="1958205850" sldId="1963"/>
        </pc:sldMkLst>
        <pc:spChg chg="mod">
          <ac:chgData name="Guest User" userId="" providerId="Windows Live" clId="Web-{BA0CA272-EC86-C64D-E613-8B090CDCCE32}" dt="2025-09-27T13:37:07.991" v="8" actId="20577"/>
          <ac:spMkLst>
            <pc:docMk/>
            <pc:sldMk cId="1958205850" sldId="1963"/>
            <ac:spMk id="9" creationId="{6287671D-D35B-2ADC-0C1F-A1CA0006A0AB}"/>
          </ac:spMkLst>
        </pc:spChg>
      </pc:sldChg>
      <pc:sldChg chg="del">
        <pc:chgData name="Guest User" userId="" providerId="Windows Live" clId="Web-{BA0CA272-EC86-C64D-E613-8B090CDCCE32}" dt="2025-09-27T13:35:56.210" v="3"/>
        <pc:sldMkLst>
          <pc:docMk/>
          <pc:sldMk cId="946518768" sldId="1964"/>
        </pc:sldMkLst>
      </pc:sldChg>
      <pc:sldChg chg="del">
        <pc:chgData name="Guest User" userId="" providerId="Windows Live" clId="Web-{BA0CA272-EC86-C64D-E613-8B090CDCCE32}" dt="2025-09-27T13:35:50.085" v="2"/>
        <pc:sldMkLst>
          <pc:docMk/>
          <pc:sldMk cId="1966868538" sldId="1965"/>
        </pc:sldMkLst>
      </pc:sldChg>
    </pc:docChg>
  </pc:docChgLst>
  <pc:docChgLst>
    <pc:chgData name="Sini Mathew" userId="3875fe58a975fc01" providerId="LiveId" clId="{4870B876-0A5E-4C70-BEB7-1D5563ADB787}"/>
    <pc:docChg chg="undo custSel addSld delSld modSld">
      <pc:chgData name="Sini Mathew" userId="3875fe58a975fc01" providerId="LiveId" clId="{4870B876-0A5E-4C70-BEB7-1D5563ADB787}" dt="2025-09-15T01:31:54.823" v="937" actId="1076"/>
      <pc:docMkLst>
        <pc:docMk/>
      </pc:docMkLst>
      <pc:sldChg chg="modSp mod">
        <pc:chgData name="Sini Mathew" userId="3875fe58a975fc01" providerId="LiveId" clId="{4870B876-0A5E-4C70-BEB7-1D5563ADB787}" dt="2025-09-15T01:24:22.809" v="34" actId="20577"/>
        <pc:sldMkLst>
          <pc:docMk/>
          <pc:sldMk cId="717388547" sldId="813"/>
        </pc:sldMkLst>
        <pc:spChg chg="mod">
          <ac:chgData name="Sini Mathew" userId="3875fe58a975fc01" providerId="LiveId" clId="{4870B876-0A5E-4C70-BEB7-1D5563ADB787}" dt="2025-09-15T01:24:22.809" v="34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4870B876-0A5E-4C70-BEB7-1D5563ADB787}" dt="2025-09-15T01:30:51.811" v="771" actId="20577"/>
        <pc:sldMkLst>
          <pc:docMk/>
          <pc:sldMk cId="3717493800" sldId="821"/>
        </pc:sldMkLst>
        <pc:spChg chg="mod">
          <ac:chgData name="Sini Mathew" userId="3875fe58a975fc01" providerId="LiveId" clId="{4870B876-0A5E-4C70-BEB7-1D5563ADB787}" dt="2025-09-15T01:30:51.811" v="771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4870B876-0A5E-4C70-BEB7-1D5563ADB787}" dt="2025-09-15T01:31:54.823" v="937" actId="1076"/>
        <pc:sldMkLst>
          <pc:docMk/>
          <pc:sldMk cId="2771250690" sldId="851"/>
        </pc:sldMkLst>
        <pc:spChg chg="mod">
          <ac:chgData name="Sini Mathew" userId="3875fe58a975fc01" providerId="LiveId" clId="{4870B876-0A5E-4C70-BEB7-1D5563ADB787}" dt="2025-09-15T01:30:59.927" v="783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4870B876-0A5E-4C70-BEB7-1D5563ADB787}" dt="2025-09-15T01:31:54.823" v="937" actId="1076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4870B876-0A5E-4C70-BEB7-1D5563ADB787}" dt="2025-09-15T01:24:11.228" v="31" actId="20577"/>
        <pc:sldMkLst>
          <pc:docMk/>
          <pc:sldMk cId="53611107" sldId="1727"/>
        </pc:sldMkLst>
        <pc:spChg chg="mod">
          <ac:chgData name="Sini Mathew" userId="3875fe58a975fc01" providerId="LiveId" clId="{4870B876-0A5E-4C70-BEB7-1D5563ADB787}" dt="2025-09-15T01:24:11.228" v="31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 mod">
        <pc:chgData name="Sini Mathew" userId="3875fe58a975fc01" providerId="LiveId" clId="{4870B876-0A5E-4C70-BEB7-1D5563ADB787}" dt="2025-09-15T01:23:56.107" v="25" actId="6549"/>
        <pc:sldMkLst>
          <pc:docMk/>
          <pc:sldMk cId="126902895" sldId="1746"/>
        </pc:sldMkLst>
        <pc:spChg chg="mod">
          <ac:chgData name="Sini Mathew" userId="3875fe58a975fc01" providerId="LiveId" clId="{4870B876-0A5E-4C70-BEB7-1D5563ADB787}" dt="2025-09-15T01:23:56.107" v="25" actId="6549"/>
          <ac:spMkLst>
            <pc:docMk/>
            <pc:sldMk cId="126902895" sldId="1746"/>
            <ac:spMk id="7" creationId="{565A7DE2-A0D3-0201-4DD7-DCA2BFDB505C}"/>
          </ac:spMkLst>
        </pc:spChg>
      </pc:sldChg>
      <pc:sldChg chg="addSp delSp modSp mod">
        <pc:chgData name="Sini Mathew" userId="3875fe58a975fc01" providerId="LiveId" clId="{4870B876-0A5E-4C70-BEB7-1D5563ADB787}" dt="2025-09-15T01:27:21.570" v="312" actId="1076"/>
        <pc:sldMkLst>
          <pc:docMk/>
          <pc:sldMk cId="3366721836" sldId="1915"/>
        </pc:sldMkLst>
        <pc:spChg chg="mod">
          <ac:chgData name="Sini Mathew" userId="3875fe58a975fc01" providerId="LiveId" clId="{4870B876-0A5E-4C70-BEB7-1D5563ADB787}" dt="2025-09-15T01:25:20.290" v="38" actId="20577"/>
          <ac:spMkLst>
            <pc:docMk/>
            <pc:sldMk cId="3366721836" sldId="1915"/>
            <ac:spMk id="2" creationId="{A364F5D1-79C1-4C43-8C2B-B9182DCD2006}"/>
          </ac:spMkLst>
        </pc:spChg>
        <pc:spChg chg="add mod">
          <ac:chgData name="Sini Mathew" userId="3875fe58a975fc01" providerId="LiveId" clId="{4870B876-0A5E-4C70-BEB7-1D5563ADB787}" dt="2025-09-15T01:27:21.570" v="312" actId="1076"/>
          <ac:spMkLst>
            <pc:docMk/>
            <pc:sldMk cId="3366721836" sldId="1915"/>
            <ac:spMk id="3" creationId="{9CF77A78-AA4C-71A0-E149-4B50925AA032}"/>
          </ac:spMkLst>
        </pc:spChg>
        <pc:spChg chg="add del mod">
          <ac:chgData name="Sini Mathew" userId="3875fe58a975fc01" providerId="LiveId" clId="{4870B876-0A5E-4C70-BEB7-1D5563ADB787}" dt="2025-09-15T01:26:19.268" v="183" actId="6549"/>
          <ac:spMkLst>
            <pc:docMk/>
            <pc:sldMk cId="3366721836" sldId="1915"/>
            <ac:spMk id="4" creationId="{EEAA6A71-2919-6F92-C2BF-2A5CEE44FF51}"/>
          </ac:spMkLst>
        </pc:spChg>
      </pc:sldChg>
      <pc:sldChg chg="modSp add mod">
        <pc:chgData name="Sini Mathew" userId="3875fe58a975fc01" providerId="LiveId" clId="{4870B876-0A5E-4C70-BEB7-1D5563ADB787}" dt="2025-09-15T01:28:22.886" v="461" actId="20577"/>
        <pc:sldMkLst>
          <pc:docMk/>
          <pc:sldMk cId="2960871822" sldId="1937"/>
        </pc:sldMkLst>
        <pc:spChg chg="mod">
          <ac:chgData name="Sini Mathew" userId="3875fe58a975fc01" providerId="LiveId" clId="{4870B876-0A5E-4C70-BEB7-1D5563ADB787}" dt="2025-09-15T01:28:22.886" v="461" actId="20577"/>
          <ac:spMkLst>
            <pc:docMk/>
            <pc:sldMk cId="2960871822" sldId="1937"/>
            <ac:spMk id="4" creationId="{1C677B31-5C78-7B46-303F-9F18B757C4EA}"/>
          </ac:spMkLst>
        </pc:spChg>
      </pc:sldChg>
      <pc:sldChg chg="modSp add mod">
        <pc:chgData name="Sini Mathew" userId="3875fe58a975fc01" providerId="LiveId" clId="{4870B876-0A5E-4C70-BEB7-1D5563ADB787}" dt="2025-09-15T01:29:22.432" v="614" actId="20577"/>
        <pc:sldMkLst>
          <pc:docMk/>
          <pc:sldMk cId="2239789089" sldId="1938"/>
        </pc:sldMkLst>
        <pc:spChg chg="mod">
          <ac:chgData name="Sini Mathew" userId="3875fe58a975fc01" providerId="LiveId" clId="{4870B876-0A5E-4C70-BEB7-1D5563ADB787}" dt="2025-09-15T01:29:22.432" v="614" actId="20577"/>
          <ac:spMkLst>
            <pc:docMk/>
            <pc:sldMk cId="2239789089" sldId="1938"/>
            <ac:spMk id="4" creationId="{99503463-A84C-5872-7AC6-B83A0B106178}"/>
          </ac:spMkLst>
        </pc:spChg>
      </pc:sldChg>
      <pc:sldChg chg="modSp add mod">
        <pc:chgData name="Sini Mathew" userId="3875fe58a975fc01" providerId="LiveId" clId="{4870B876-0A5E-4C70-BEB7-1D5563ADB787}" dt="2025-09-15T01:30:09.292" v="757" actId="20577"/>
        <pc:sldMkLst>
          <pc:docMk/>
          <pc:sldMk cId="95485593" sldId="1939"/>
        </pc:sldMkLst>
        <pc:spChg chg="mod">
          <ac:chgData name="Sini Mathew" userId="3875fe58a975fc01" providerId="LiveId" clId="{4870B876-0A5E-4C70-BEB7-1D5563ADB787}" dt="2025-09-15T01:30:09.292" v="757" actId="20577"/>
          <ac:spMkLst>
            <pc:docMk/>
            <pc:sldMk cId="95485593" sldId="1939"/>
            <ac:spMk id="4" creationId="{9A2F1F6D-2BBE-43DC-EE62-A98F7ADEEBC3}"/>
          </ac:spMkLst>
        </pc:spChg>
      </pc:sldChg>
    </pc:docChg>
  </pc:docChgLst>
  <pc:docChgLst>
    <pc:chgData name="Rosmin Elsa" userId="8f13a6be4da41318" providerId="LiveId" clId="{802B67CD-7E90-42C5-9F2D-216BCCF6E9CB}"/>
    <pc:docChg chg="modSld">
      <pc:chgData name="Rosmin Elsa" userId="8f13a6be4da41318" providerId="LiveId" clId="{802B67CD-7E90-42C5-9F2D-216BCCF6E9CB}" dt="2025-09-25T10:56:28.355" v="23" actId="20577"/>
      <pc:docMkLst>
        <pc:docMk/>
      </pc:docMkLst>
      <pc:sldChg chg="addSp modSp">
        <pc:chgData name="Rosmin Elsa" userId="8f13a6be4da41318" providerId="LiveId" clId="{802B67CD-7E90-42C5-9F2D-216BCCF6E9CB}" dt="2025-09-25T10:46:02.310" v="21" actId="122"/>
        <pc:sldMkLst>
          <pc:docMk/>
          <pc:sldMk cId="2771250690" sldId="851"/>
        </pc:sldMkLst>
        <pc:spChg chg="add">
          <ac:chgData name="Rosmin Elsa" userId="8f13a6be4da41318" providerId="LiveId" clId="{802B67CD-7E90-42C5-9F2D-216BCCF6E9CB}" dt="2025-09-25T10:45:56.636" v="20" actId="139"/>
          <ac:spMkLst>
            <pc:docMk/>
            <pc:sldMk cId="2771250690" sldId="851"/>
            <ac:spMk id="5" creationId="{7561E792-6C7E-1993-E2BD-E54C97AD48E0}"/>
          </ac:spMkLst>
        </pc:spChg>
        <pc:spChg chg="mod">
          <ac:chgData name="Rosmin Elsa" userId="8f13a6be4da41318" providerId="LiveId" clId="{802B67CD-7E90-42C5-9F2D-216BCCF6E9CB}" dt="2025-09-25T10:46:02.310" v="21" actId="122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Rosmin Elsa" userId="8f13a6be4da41318" providerId="LiveId" clId="{802B67CD-7E90-42C5-9F2D-216BCCF6E9CB}" dt="2025-09-25T10:44:32.643" v="2" actId="20577"/>
        <pc:sldMkLst>
          <pc:docMk/>
          <pc:sldMk cId="858007124" sldId="1277"/>
        </pc:sldMkLst>
      </pc:sldChg>
      <pc:sldChg chg="modSp">
        <pc:chgData name="Rosmin Elsa" userId="8f13a6be4da41318" providerId="LiveId" clId="{802B67CD-7E90-42C5-9F2D-216BCCF6E9CB}" dt="2025-09-25T10:44:57.163" v="3" actId="20577"/>
        <pc:sldMkLst>
          <pc:docMk/>
          <pc:sldMk cId="2960871822" sldId="1937"/>
        </pc:sldMkLst>
        <pc:spChg chg="mod">
          <ac:chgData name="Rosmin Elsa" userId="8f13a6be4da41318" providerId="LiveId" clId="{802B67CD-7E90-42C5-9F2D-216BCCF6E9CB}" dt="2025-09-25T10:44:57.163" v="3" actId="20577"/>
          <ac:spMkLst>
            <pc:docMk/>
            <pc:sldMk cId="2960871822" sldId="1937"/>
            <ac:spMk id="5" creationId="{A670572E-6975-A4DE-C421-5745E4CDE1E6}"/>
          </ac:spMkLst>
        </pc:spChg>
      </pc:sldChg>
      <pc:sldChg chg="modSp">
        <pc:chgData name="Rosmin Elsa" userId="8f13a6be4da41318" providerId="LiveId" clId="{802B67CD-7E90-42C5-9F2D-216BCCF6E9CB}" dt="2025-09-25T10:56:28.355" v="23" actId="20577"/>
        <pc:sldMkLst>
          <pc:docMk/>
          <pc:sldMk cId="2239789089" sldId="1938"/>
        </pc:sldMkLst>
        <pc:spChg chg="mod">
          <ac:chgData name="Rosmin Elsa" userId="8f13a6be4da41318" providerId="LiveId" clId="{802B67CD-7E90-42C5-9F2D-216BCCF6E9CB}" dt="2025-09-25T10:56:28.355" v="23" actId="20577"/>
          <ac:spMkLst>
            <pc:docMk/>
            <pc:sldMk cId="2239789089" sldId="1938"/>
            <ac:spMk id="4" creationId="{99503463-A84C-5872-7AC6-B83A0B106178}"/>
          </ac:spMkLst>
        </pc:spChg>
        <pc:spChg chg="mod">
          <ac:chgData name="Rosmin Elsa" userId="8f13a6be4da41318" providerId="LiveId" clId="{802B67CD-7E90-42C5-9F2D-216BCCF6E9CB}" dt="2025-09-25T10:45:13.294" v="11" actId="20577"/>
          <ac:spMkLst>
            <pc:docMk/>
            <pc:sldMk cId="2239789089" sldId="1938"/>
            <ac:spMk id="5" creationId="{3015F620-2202-BB7E-0754-F9ABFB0F76E8}"/>
          </ac:spMkLst>
        </pc:spChg>
      </pc:sldChg>
      <pc:sldChg chg="modSp">
        <pc:chgData name="Rosmin Elsa" userId="8f13a6be4da41318" providerId="LiveId" clId="{802B67CD-7E90-42C5-9F2D-216BCCF6E9CB}" dt="2025-09-25T10:45:30.196" v="19" actId="20577"/>
        <pc:sldMkLst>
          <pc:docMk/>
          <pc:sldMk cId="95485593" sldId="1939"/>
        </pc:sldMkLst>
        <pc:spChg chg="mod">
          <ac:chgData name="Rosmin Elsa" userId="8f13a6be4da41318" providerId="LiveId" clId="{802B67CD-7E90-42C5-9F2D-216BCCF6E9CB}" dt="2025-09-25T10:45:30.196" v="19" actId="20577"/>
          <ac:spMkLst>
            <pc:docMk/>
            <pc:sldMk cId="95485593" sldId="1939"/>
            <ac:spMk id="5" creationId="{DE8D59AC-3906-49E1-5141-CADCC74B539D}"/>
          </ac:spMkLst>
        </pc:spChg>
      </pc:sldChg>
    </pc:docChg>
  </pc:docChgLst>
  <pc:docChgLst>
    <pc:chgData name="Guest User" providerId="Windows Live" clId="Web-{306ACF73-53CF-4148-A7E4-5646B6238493}"/>
    <pc:docChg chg="addSld delSld modSld sldOrd">
      <pc:chgData name="Guest User" userId="" providerId="Windows Live" clId="Web-{306ACF73-53CF-4148-A7E4-5646B6238493}" dt="2025-09-17T03:36:04.857" v="584" actId="1076"/>
      <pc:docMkLst>
        <pc:docMk/>
      </pc:docMkLst>
      <pc:sldChg chg="modSp">
        <pc:chgData name="Guest User" userId="" providerId="Windows Live" clId="Web-{306ACF73-53CF-4148-A7E4-5646B6238493}" dt="2025-09-17T02:10:11.059" v="26" actId="20577"/>
        <pc:sldMkLst>
          <pc:docMk/>
          <pc:sldMk cId="140346443" sldId="822"/>
        </pc:sldMkLst>
        <pc:spChg chg="mod">
          <ac:chgData name="Guest User" userId="" providerId="Windows Live" clId="Web-{306ACF73-53CF-4148-A7E4-5646B6238493}" dt="2025-09-17T02:10:11.059" v="26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Guest User" userId="" providerId="Windows Live" clId="Web-{306ACF73-53CF-4148-A7E4-5646B6238493}" dt="2025-09-17T02:09:19.479" v="18" actId="14100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306ACF73-53CF-4148-A7E4-5646B6238493}" dt="2025-09-17T02:17:59.241" v="61" actId="20577"/>
        <pc:sldMkLst>
          <pc:docMk/>
          <pc:sldMk cId="858007124" sldId="1277"/>
        </pc:sldMkLst>
        <pc:spChg chg="mod">
          <ac:chgData name="Guest User" userId="" providerId="Windows Live" clId="Web-{306ACF73-53CF-4148-A7E4-5646B6238493}" dt="2025-09-17T02:17:17.912" v="58" actId="20577"/>
          <ac:spMkLst>
            <pc:docMk/>
            <pc:sldMk cId="858007124" sldId="1277"/>
            <ac:spMk id="2" creationId="{1DA63A6A-450D-4603-B02C-80F270CA1D46}"/>
          </ac:spMkLst>
        </pc:spChg>
      </pc:sldChg>
      <pc:sldChg chg="modSp">
        <pc:chgData name="Guest User" userId="" providerId="Windows Live" clId="Web-{306ACF73-53CF-4148-A7E4-5646B6238493}" dt="2025-09-17T02:18:42.320" v="73" actId="20577"/>
        <pc:sldMkLst>
          <pc:docMk/>
          <pc:sldMk cId="4765592" sldId="1388"/>
        </pc:sldMkLst>
        <pc:spChg chg="mod">
          <ac:chgData name="Guest User" userId="" providerId="Windows Live" clId="Web-{306ACF73-53CF-4148-A7E4-5646B6238493}" dt="2025-09-17T02:18:42.320" v="73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">
        <pc:chgData name="Guest User" userId="" providerId="Windows Live" clId="Web-{306ACF73-53CF-4148-A7E4-5646B6238493}" dt="2025-09-17T02:58:06.049" v="412" actId="20577"/>
        <pc:sldMkLst>
          <pc:docMk/>
          <pc:sldMk cId="1254139428" sldId="1822"/>
        </pc:sldMkLst>
        <pc:spChg chg="mod">
          <ac:chgData name="Guest User" userId="" providerId="Windows Live" clId="Web-{306ACF73-53CF-4148-A7E4-5646B6238493}" dt="2025-09-17T02:20:09.106" v="87" actId="20577"/>
          <ac:spMkLst>
            <pc:docMk/>
            <pc:sldMk cId="1254139428" sldId="1822"/>
            <ac:spMk id="2" creationId="{19B9627D-C9E5-7A27-D868-BB4004190B76}"/>
          </ac:spMkLst>
        </pc:spChg>
        <pc:spChg chg="mod">
          <ac:chgData name="Guest User" userId="" providerId="Windows Live" clId="Web-{306ACF73-53CF-4148-A7E4-5646B6238493}" dt="2025-09-17T02:58:06.049" v="412" actId="20577"/>
          <ac:spMkLst>
            <pc:docMk/>
            <pc:sldMk cId="1254139428" sldId="1822"/>
            <ac:spMk id="6" creationId="{8C7B43F6-8489-9A55-95F5-8F690487996E}"/>
          </ac:spMkLst>
        </pc:spChg>
      </pc:sldChg>
      <pc:sldChg chg="modSp">
        <pc:chgData name="Guest User" userId="" providerId="Windows Live" clId="Web-{306ACF73-53CF-4148-A7E4-5646B6238493}" dt="2025-09-17T02:46:38.125" v="369" actId="20577"/>
        <pc:sldMkLst>
          <pc:docMk/>
          <pc:sldMk cId="2406581127" sldId="1826"/>
        </pc:sldMkLst>
        <pc:spChg chg="mod">
          <ac:chgData name="Guest User" userId="" providerId="Windows Live" clId="Web-{306ACF73-53CF-4148-A7E4-5646B6238493}" dt="2025-09-17T02:46:38.125" v="369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Guest User" userId="" providerId="Windows Live" clId="Web-{306ACF73-53CF-4148-A7E4-5646B6238493}" dt="2025-09-17T02:59:06.647" v="422" actId="20577"/>
        <pc:sldMkLst>
          <pc:docMk/>
          <pc:sldMk cId="3359142403" sldId="1827"/>
        </pc:sldMkLst>
        <pc:spChg chg="mod">
          <ac:chgData name="Guest User" userId="" providerId="Windows Live" clId="Web-{306ACF73-53CF-4148-A7E4-5646B6238493}" dt="2025-09-17T02:48:48.113" v="376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Guest User" userId="" providerId="Windows Live" clId="Web-{306ACF73-53CF-4148-A7E4-5646B6238493}" dt="2025-09-17T02:59:06.647" v="422" actId="20577"/>
          <ac:spMkLst>
            <pc:docMk/>
            <pc:sldMk cId="3359142403" sldId="1827"/>
            <ac:spMk id="3" creationId="{3DC2C43A-B6E5-BCA4-CE76-83D7CBF91E73}"/>
          </ac:spMkLst>
        </pc:spChg>
        <pc:spChg chg="mod">
          <ac:chgData name="Guest User" userId="" providerId="Windows Live" clId="Web-{306ACF73-53CF-4148-A7E4-5646B6238493}" dt="2025-09-17T02:52:03.210" v="394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Guest User" userId="" providerId="Windows Live" clId="Web-{306ACF73-53CF-4148-A7E4-5646B6238493}" dt="2025-09-17T02:50:33.786" v="390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306ACF73-53CF-4148-A7E4-5646B6238493}" dt="2025-09-17T02:45:25.358" v="335" actId="20577"/>
        <pc:sldMkLst>
          <pc:docMk/>
          <pc:sldMk cId="2684712631" sldId="1829"/>
        </pc:sldMkLst>
        <pc:spChg chg="mod">
          <ac:chgData name="Guest User" userId="" providerId="Windows Live" clId="Web-{306ACF73-53CF-4148-A7E4-5646B6238493}" dt="2025-09-17T02:45:25.358" v="335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Guest User" userId="" providerId="Windows Live" clId="Web-{306ACF73-53CF-4148-A7E4-5646B6238493}" dt="2025-09-17T02:45:37.499" v="340" actId="20577"/>
        <pc:sldMkLst>
          <pc:docMk/>
          <pc:sldMk cId="1880725329" sldId="1830"/>
        </pc:sldMkLst>
        <pc:spChg chg="mod">
          <ac:chgData name="Guest User" userId="" providerId="Windows Live" clId="Web-{306ACF73-53CF-4148-A7E4-5646B6238493}" dt="2025-09-17T02:45:37.499" v="340" actId="20577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Guest User" userId="" providerId="Windows Live" clId="Web-{306ACF73-53CF-4148-A7E4-5646B6238493}" dt="2025-09-17T02:35:09.147" v="177" actId="20577"/>
          <ac:spMkLst>
            <pc:docMk/>
            <pc:sldMk cId="1880725329" sldId="1830"/>
            <ac:spMk id="4" creationId="{36687E6C-ACB6-46BC-999B-EC799FF242DE}"/>
          </ac:spMkLst>
        </pc:spChg>
        <pc:spChg chg="mod">
          <ac:chgData name="Guest User" userId="" providerId="Windows Live" clId="Web-{306ACF73-53CF-4148-A7E4-5646B6238493}" dt="2025-09-17T02:38:36.162" v="237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Guest User" userId="" providerId="Windows Live" clId="Web-{306ACF73-53CF-4148-A7E4-5646B6238493}" dt="2025-09-17T02:56:57.404" v="407" actId="20577"/>
        <pc:sldMkLst>
          <pc:docMk/>
          <pc:sldMk cId="1147338714" sldId="1856"/>
        </pc:sldMkLst>
        <pc:spChg chg="mod">
          <ac:chgData name="Guest User" userId="" providerId="Windows Live" clId="Web-{306ACF73-53CF-4148-A7E4-5646B6238493}" dt="2025-09-17T02:56:57.404" v="407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">
        <pc:chgData name="Guest User" userId="" providerId="Windows Live" clId="Web-{306ACF73-53CF-4148-A7E4-5646B6238493}" dt="2025-09-17T03:10:54.790" v="465" actId="20577"/>
        <pc:sldMkLst>
          <pc:docMk/>
          <pc:sldMk cId="3482069950" sldId="1900"/>
        </pc:sldMkLst>
        <pc:spChg chg="mod">
          <ac:chgData name="Guest User" userId="" providerId="Windows Live" clId="Web-{306ACF73-53CF-4148-A7E4-5646B6238493}" dt="2025-09-17T03:10:54.790" v="465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">
        <pc:chgData name="Guest User" userId="" providerId="Windows Live" clId="Web-{306ACF73-53CF-4148-A7E4-5646B6238493}" dt="2025-09-17T03:19:42.202" v="511" actId="20577"/>
        <pc:sldMkLst>
          <pc:docMk/>
          <pc:sldMk cId="948678201" sldId="1905"/>
        </pc:sldMkLst>
        <pc:spChg chg="mod">
          <ac:chgData name="Guest User" userId="" providerId="Windows Live" clId="Web-{306ACF73-53CF-4148-A7E4-5646B6238493}" dt="2025-09-17T03:19:42.202" v="511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modSp">
        <pc:chgData name="Guest User" userId="" providerId="Windows Live" clId="Web-{306ACF73-53CF-4148-A7E4-5646B6238493}" dt="2025-09-17T03:29:02.017" v="553" actId="20577"/>
        <pc:sldMkLst>
          <pc:docMk/>
          <pc:sldMk cId="3289423126" sldId="1914"/>
        </pc:sldMkLst>
        <pc:spChg chg="mod">
          <ac:chgData name="Guest User" userId="" providerId="Windows Live" clId="Web-{306ACF73-53CF-4148-A7E4-5646B6238493}" dt="2025-09-17T03:27:54.930" v="548" actId="20577"/>
          <ac:spMkLst>
            <pc:docMk/>
            <pc:sldMk cId="3289423126" sldId="1914"/>
            <ac:spMk id="2" creationId="{793C4DB1-6070-8360-2EC7-D1E8D78B4243}"/>
          </ac:spMkLst>
        </pc:spChg>
        <pc:spChg chg="mod">
          <ac:chgData name="Guest User" userId="" providerId="Windows Live" clId="Web-{306ACF73-53CF-4148-A7E4-5646B6238493}" dt="2025-09-17T03:29:02.017" v="553" actId="20577"/>
          <ac:spMkLst>
            <pc:docMk/>
            <pc:sldMk cId="3289423126" sldId="1914"/>
            <ac:spMk id="4" creationId="{4176D4E9-252F-B348-A5A5-A0DDFC1778E4}"/>
          </ac:spMkLst>
        </pc:spChg>
        <pc:spChg chg="mod">
          <ac:chgData name="Guest User" userId="" providerId="Windows Live" clId="Web-{306ACF73-53CF-4148-A7E4-5646B6238493}" dt="2025-09-17T03:28:52.579" v="552" actId="20577"/>
          <ac:spMkLst>
            <pc:docMk/>
            <pc:sldMk cId="3289423126" sldId="1914"/>
            <ac:spMk id="9" creationId="{950CFABF-E0AF-7869-428C-78D62E9B0B1E}"/>
          </ac:spMkLst>
        </pc:spChg>
      </pc:sldChg>
      <pc:sldChg chg="modSp">
        <pc:chgData name="Guest User" userId="" providerId="Windows Live" clId="Web-{306ACF73-53CF-4148-A7E4-5646B6238493}" dt="2025-09-17T03:35:19.808" v="581" actId="1076"/>
        <pc:sldMkLst>
          <pc:docMk/>
          <pc:sldMk cId="3366721836" sldId="1915"/>
        </pc:sldMkLst>
        <pc:spChg chg="mod">
          <ac:chgData name="Guest User" userId="" providerId="Windows Live" clId="Web-{306ACF73-53CF-4148-A7E4-5646B6238493}" dt="2025-09-17T03:35:19.808" v="581" actId="1076"/>
          <ac:spMkLst>
            <pc:docMk/>
            <pc:sldMk cId="3366721836" sldId="1915"/>
            <ac:spMk id="3" creationId="{9CF77A78-AA4C-71A0-E149-4B50925AA032}"/>
          </ac:spMkLst>
        </pc:spChg>
      </pc:sldChg>
      <pc:sldChg chg="modSp">
        <pc:chgData name="Guest User" userId="" providerId="Windows Live" clId="Web-{306ACF73-53CF-4148-A7E4-5646B6238493}" dt="2025-09-17T03:35:32.387" v="582" actId="1076"/>
        <pc:sldMkLst>
          <pc:docMk/>
          <pc:sldMk cId="2960871822" sldId="1937"/>
        </pc:sldMkLst>
        <pc:spChg chg="mod">
          <ac:chgData name="Guest User" userId="" providerId="Windows Live" clId="Web-{306ACF73-53CF-4148-A7E4-5646B6238493}" dt="2025-09-17T03:35:32.387" v="582" actId="1076"/>
          <ac:spMkLst>
            <pc:docMk/>
            <pc:sldMk cId="2960871822" sldId="1937"/>
            <ac:spMk id="3" creationId="{C97F2343-06FB-B9DA-CA28-BA29C0DCF47F}"/>
          </ac:spMkLst>
        </pc:spChg>
      </pc:sldChg>
      <pc:sldChg chg="modSp">
        <pc:chgData name="Guest User" userId="" providerId="Windows Live" clId="Web-{306ACF73-53CF-4148-A7E4-5646B6238493}" dt="2025-09-17T03:35:49.997" v="583" actId="1076"/>
        <pc:sldMkLst>
          <pc:docMk/>
          <pc:sldMk cId="2239789089" sldId="1938"/>
        </pc:sldMkLst>
        <pc:spChg chg="mod">
          <ac:chgData name="Guest User" userId="" providerId="Windows Live" clId="Web-{306ACF73-53CF-4148-A7E4-5646B6238493}" dt="2025-09-17T03:35:49.997" v="583" actId="1076"/>
          <ac:spMkLst>
            <pc:docMk/>
            <pc:sldMk cId="2239789089" sldId="1938"/>
            <ac:spMk id="3" creationId="{85AF5316-C372-22CC-1F6D-DF76310DEF4E}"/>
          </ac:spMkLst>
        </pc:spChg>
      </pc:sldChg>
      <pc:sldChg chg="modSp">
        <pc:chgData name="Guest User" userId="" providerId="Windows Live" clId="Web-{306ACF73-53CF-4148-A7E4-5646B6238493}" dt="2025-09-17T03:36:04.857" v="584" actId="1076"/>
        <pc:sldMkLst>
          <pc:docMk/>
          <pc:sldMk cId="95485593" sldId="1939"/>
        </pc:sldMkLst>
        <pc:spChg chg="mod">
          <ac:chgData name="Guest User" userId="" providerId="Windows Live" clId="Web-{306ACF73-53CF-4148-A7E4-5646B6238493}" dt="2025-09-17T03:36:04.857" v="584" actId="1076"/>
          <ac:spMkLst>
            <pc:docMk/>
            <pc:sldMk cId="95485593" sldId="1939"/>
            <ac:spMk id="3" creationId="{D623C380-40D5-5953-277B-2EE91507FAA8}"/>
          </ac:spMkLst>
        </pc:spChg>
      </pc:sldChg>
      <pc:sldChg chg="modSp add replId">
        <pc:chgData name="Guest User" userId="" providerId="Windows Live" clId="Web-{306ACF73-53CF-4148-A7E4-5646B6238493}" dt="2025-09-17T03:33:19.772" v="573" actId="20577"/>
        <pc:sldMkLst>
          <pc:docMk/>
          <pc:sldMk cId="2361651304" sldId="1940"/>
        </pc:sldMkLst>
        <pc:spChg chg="mod">
          <ac:chgData name="Guest User" userId="" providerId="Windows Live" clId="Web-{306ACF73-53CF-4148-A7E4-5646B6238493}" dt="2025-09-17T03:33:19.772" v="573" actId="20577"/>
          <ac:spMkLst>
            <pc:docMk/>
            <pc:sldMk cId="2361651304" sldId="1940"/>
            <ac:spMk id="10" creationId="{81E671DE-EF4F-B920-DFC2-8DA323D0F212}"/>
          </ac:spMkLst>
        </pc:spChg>
      </pc:sldChg>
      <pc:sldChg chg="modSp add replId">
        <pc:chgData name="Guest User" userId="" providerId="Windows Live" clId="Web-{306ACF73-53CF-4148-A7E4-5646B6238493}" dt="2025-09-17T03:33:25.209" v="575" actId="20577"/>
        <pc:sldMkLst>
          <pc:docMk/>
          <pc:sldMk cId="173040193" sldId="1941"/>
        </pc:sldMkLst>
        <pc:spChg chg="mod">
          <ac:chgData name="Guest User" userId="" providerId="Windows Live" clId="Web-{306ACF73-53CF-4148-A7E4-5646B6238493}" dt="2025-09-17T03:33:25.209" v="575" actId="20577"/>
          <ac:spMkLst>
            <pc:docMk/>
            <pc:sldMk cId="173040193" sldId="1941"/>
            <ac:spMk id="10" creationId="{65B4DAD8-3BB6-B0F9-B63F-ACCF7C6D10F3}"/>
          </ac:spMkLst>
        </pc:spChg>
      </pc:sldChg>
      <pc:sldChg chg="modSp add replId">
        <pc:chgData name="Guest User" userId="" providerId="Windows Live" clId="Web-{306ACF73-53CF-4148-A7E4-5646B6238493}" dt="2025-09-17T02:58:19.003" v="414" actId="20577"/>
        <pc:sldMkLst>
          <pc:docMk/>
          <pc:sldMk cId="4254511360" sldId="1942"/>
        </pc:sldMkLst>
        <pc:spChg chg="mod">
          <ac:chgData name="Guest User" userId="" providerId="Windows Live" clId="Web-{306ACF73-53CF-4148-A7E4-5646B6238493}" dt="2025-09-17T02:21:52.602" v="93" actId="20577"/>
          <ac:spMkLst>
            <pc:docMk/>
            <pc:sldMk cId="4254511360" sldId="1942"/>
            <ac:spMk id="4" creationId="{E138FE33-7A25-CEFF-FCF6-EFD991BFDF39}"/>
          </ac:spMkLst>
        </pc:spChg>
        <pc:spChg chg="mod">
          <ac:chgData name="Guest User" userId="" providerId="Windows Live" clId="Web-{306ACF73-53CF-4148-A7E4-5646B6238493}" dt="2025-09-17T02:58:19.003" v="414" actId="20577"/>
          <ac:spMkLst>
            <pc:docMk/>
            <pc:sldMk cId="4254511360" sldId="1942"/>
            <ac:spMk id="6" creationId="{28F8B6A7-D6A7-D380-8337-78C27AA20923}"/>
          </ac:spMkLst>
        </pc:spChg>
      </pc:sldChg>
      <pc:sldChg chg="modSp add replId">
        <pc:chgData name="Guest User" userId="" providerId="Windows Live" clId="Web-{306ACF73-53CF-4148-A7E4-5646B6238493}" dt="2025-09-17T02:58:28.363" v="416" actId="20577"/>
        <pc:sldMkLst>
          <pc:docMk/>
          <pc:sldMk cId="192841328" sldId="1943"/>
        </pc:sldMkLst>
        <pc:spChg chg="mod">
          <ac:chgData name="Guest User" userId="" providerId="Windows Live" clId="Web-{306ACF73-53CF-4148-A7E4-5646B6238493}" dt="2025-09-17T02:22:12.260" v="96" actId="20577"/>
          <ac:spMkLst>
            <pc:docMk/>
            <pc:sldMk cId="192841328" sldId="1943"/>
            <ac:spMk id="4" creationId="{0D60EE64-1E34-60BD-4FB0-A073E0256E59}"/>
          </ac:spMkLst>
        </pc:spChg>
        <pc:spChg chg="mod">
          <ac:chgData name="Guest User" userId="" providerId="Windows Live" clId="Web-{306ACF73-53CF-4148-A7E4-5646B6238493}" dt="2025-09-17T02:58:28.363" v="416" actId="20577"/>
          <ac:spMkLst>
            <pc:docMk/>
            <pc:sldMk cId="192841328" sldId="1943"/>
            <ac:spMk id="6" creationId="{968CE6C7-A757-B237-98BB-A411FE398C63}"/>
          </ac:spMkLst>
        </pc:spChg>
      </pc:sldChg>
      <pc:sldChg chg="modSp add replId">
        <pc:chgData name="Guest User" userId="" providerId="Windows Live" clId="Web-{306ACF73-53CF-4148-A7E4-5646B6238493}" dt="2025-09-17T02:58:41.942" v="418" actId="20577"/>
        <pc:sldMkLst>
          <pc:docMk/>
          <pc:sldMk cId="855222255" sldId="1944"/>
        </pc:sldMkLst>
        <pc:spChg chg="mod">
          <ac:chgData name="Guest User" userId="" providerId="Windows Live" clId="Web-{306ACF73-53CF-4148-A7E4-5646B6238493}" dt="2025-09-17T02:23:22.828" v="101" actId="20577"/>
          <ac:spMkLst>
            <pc:docMk/>
            <pc:sldMk cId="855222255" sldId="1944"/>
            <ac:spMk id="4" creationId="{3BD87E29-70B6-64EB-8928-32A57C15EE6E}"/>
          </ac:spMkLst>
        </pc:spChg>
        <pc:spChg chg="mod">
          <ac:chgData name="Guest User" userId="" providerId="Windows Live" clId="Web-{306ACF73-53CF-4148-A7E4-5646B6238493}" dt="2025-09-17T02:58:41.942" v="418" actId="20577"/>
          <ac:spMkLst>
            <pc:docMk/>
            <pc:sldMk cId="855222255" sldId="1944"/>
            <ac:spMk id="6" creationId="{476452CB-DF87-B8B5-2EE2-CAE9A6CB48AD}"/>
          </ac:spMkLst>
        </pc:spChg>
      </pc:sldChg>
      <pc:sldChg chg="modSp add replId">
        <pc:chgData name="Guest User" userId="" providerId="Windows Live" clId="Web-{306ACF73-53CF-4148-A7E4-5646B6238493}" dt="2025-09-17T02:58:53.208" v="420" actId="20577"/>
        <pc:sldMkLst>
          <pc:docMk/>
          <pc:sldMk cId="3602953270" sldId="1945"/>
        </pc:sldMkLst>
        <pc:spChg chg="mod">
          <ac:chgData name="Guest User" userId="" providerId="Windows Live" clId="Web-{306ACF73-53CF-4148-A7E4-5646B6238493}" dt="2025-09-17T02:29:20.874" v="108" actId="20577"/>
          <ac:spMkLst>
            <pc:docMk/>
            <pc:sldMk cId="3602953270" sldId="1945"/>
            <ac:spMk id="4" creationId="{FBD3F344-2F6E-1EE6-8A61-DF54EB5FCD12}"/>
          </ac:spMkLst>
        </pc:spChg>
        <pc:spChg chg="mod">
          <ac:chgData name="Guest User" userId="" providerId="Windows Live" clId="Web-{306ACF73-53CF-4148-A7E4-5646B6238493}" dt="2025-09-17T02:58:53.208" v="420" actId="20577"/>
          <ac:spMkLst>
            <pc:docMk/>
            <pc:sldMk cId="3602953270" sldId="1945"/>
            <ac:spMk id="6" creationId="{1A85CBF2-54AD-EC49-177F-2F879F117F86}"/>
          </ac:spMkLst>
        </pc:spChg>
      </pc:sldChg>
      <pc:sldChg chg="modSp add replId">
        <pc:chgData name="Guest User" userId="" providerId="Windows Live" clId="Web-{306ACF73-53CF-4148-A7E4-5646B6238493}" dt="2025-09-17T02:45:51.640" v="346" actId="20577"/>
        <pc:sldMkLst>
          <pc:docMk/>
          <pc:sldMk cId="2217733759" sldId="1946"/>
        </pc:sldMkLst>
        <pc:spChg chg="mod">
          <ac:chgData name="Guest User" userId="" providerId="Windows Live" clId="Web-{306ACF73-53CF-4148-A7E4-5646B6238493}" dt="2025-09-17T02:45:51.640" v="346" actId="20577"/>
          <ac:spMkLst>
            <pc:docMk/>
            <pc:sldMk cId="2217733759" sldId="1946"/>
            <ac:spMk id="2" creationId="{261ECB95-BCE0-CD56-92E1-86A6A69D703F}"/>
          </ac:spMkLst>
        </pc:spChg>
        <pc:spChg chg="mod">
          <ac:chgData name="Guest User" userId="" providerId="Windows Live" clId="Web-{306ACF73-53CF-4148-A7E4-5646B6238493}" dt="2025-09-17T02:35:27.350" v="179" actId="20577"/>
          <ac:spMkLst>
            <pc:docMk/>
            <pc:sldMk cId="2217733759" sldId="1946"/>
            <ac:spMk id="4" creationId="{C79E973F-F4B6-B0A0-2A89-09CA90CCFE72}"/>
          </ac:spMkLst>
        </pc:spChg>
        <pc:spChg chg="mod">
          <ac:chgData name="Guest User" userId="" providerId="Windows Live" clId="Web-{306ACF73-53CF-4148-A7E4-5646B6238493}" dt="2025-09-17T02:37:52.548" v="215" actId="20577"/>
          <ac:spMkLst>
            <pc:docMk/>
            <pc:sldMk cId="2217733759" sldId="1946"/>
            <ac:spMk id="9" creationId="{C8FBE732-AA9D-9E05-A9D0-2BC161BEA88D}"/>
          </ac:spMkLst>
        </pc:spChg>
      </pc:sldChg>
      <pc:sldChg chg="modSp add replId">
        <pc:chgData name="Guest User" userId="" providerId="Windows Live" clId="Web-{306ACF73-53CF-4148-A7E4-5646B6238493}" dt="2025-09-17T02:46:04.624" v="349" actId="20577"/>
        <pc:sldMkLst>
          <pc:docMk/>
          <pc:sldMk cId="1608013212" sldId="1947"/>
        </pc:sldMkLst>
        <pc:spChg chg="mod">
          <ac:chgData name="Guest User" userId="" providerId="Windows Live" clId="Web-{306ACF73-53CF-4148-A7E4-5646B6238493}" dt="2025-09-17T02:46:04.624" v="349" actId="20577"/>
          <ac:spMkLst>
            <pc:docMk/>
            <pc:sldMk cId="1608013212" sldId="1947"/>
            <ac:spMk id="2" creationId="{CF7FCE9E-EE44-89B6-2D1A-17C14258808B}"/>
          </ac:spMkLst>
        </pc:spChg>
        <pc:spChg chg="mod">
          <ac:chgData name="Guest User" userId="" providerId="Windows Live" clId="Web-{306ACF73-53CF-4148-A7E4-5646B6238493}" dt="2025-09-17T02:39:30.761" v="241" actId="20577"/>
          <ac:spMkLst>
            <pc:docMk/>
            <pc:sldMk cId="1608013212" sldId="1947"/>
            <ac:spMk id="4" creationId="{DABD58F5-6C70-1E96-08B9-CEB30285D5FC}"/>
          </ac:spMkLst>
        </pc:spChg>
        <pc:spChg chg="mod">
          <ac:chgData name="Guest User" userId="" providerId="Windows Live" clId="Web-{306ACF73-53CF-4148-A7E4-5646B6238493}" dt="2025-09-17T02:41:48.458" v="278" actId="20577"/>
          <ac:spMkLst>
            <pc:docMk/>
            <pc:sldMk cId="1608013212" sldId="1947"/>
            <ac:spMk id="9" creationId="{0ACF8E10-4879-909E-CCD7-8FE08A8F261D}"/>
          </ac:spMkLst>
        </pc:spChg>
      </pc:sldChg>
      <pc:sldChg chg="modSp add replId">
        <pc:chgData name="Guest User" userId="" providerId="Windows Live" clId="Web-{306ACF73-53CF-4148-A7E4-5646B6238493}" dt="2025-09-17T02:46:15.500" v="352" actId="20577"/>
        <pc:sldMkLst>
          <pc:docMk/>
          <pc:sldMk cId="2556623933" sldId="1948"/>
        </pc:sldMkLst>
        <pc:spChg chg="mod">
          <ac:chgData name="Guest User" userId="" providerId="Windows Live" clId="Web-{306ACF73-53CF-4148-A7E4-5646B6238493}" dt="2025-09-17T02:46:15.500" v="352" actId="20577"/>
          <ac:spMkLst>
            <pc:docMk/>
            <pc:sldMk cId="2556623933" sldId="1948"/>
            <ac:spMk id="2" creationId="{3755EF76-A144-57AF-7D97-BB3EF23D3DE9}"/>
          </ac:spMkLst>
        </pc:spChg>
        <pc:spChg chg="mod">
          <ac:chgData name="Guest User" userId="" providerId="Windows Live" clId="Web-{306ACF73-53CF-4148-A7E4-5646B6238493}" dt="2025-09-17T02:42:36.882" v="281" actId="20577"/>
          <ac:spMkLst>
            <pc:docMk/>
            <pc:sldMk cId="2556623933" sldId="1948"/>
            <ac:spMk id="4" creationId="{9E989CE0-92A9-6F62-99E0-D227DEF1B65E}"/>
          </ac:spMkLst>
        </pc:spChg>
        <pc:spChg chg="mod">
          <ac:chgData name="Guest User" userId="" providerId="Windows Live" clId="Web-{306ACF73-53CF-4148-A7E4-5646B6238493}" dt="2025-09-17T02:43:38.041" v="301" actId="20577"/>
          <ac:spMkLst>
            <pc:docMk/>
            <pc:sldMk cId="2556623933" sldId="1948"/>
            <ac:spMk id="9" creationId="{FE923F2E-9558-F1C0-21B2-D52475912948}"/>
          </ac:spMkLst>
        </pc:spChg>
      </pc:sldChg>
      <pc:sldChg chg="modSp add replId">
        <pc:chgData name="Guest User" userId="" providerId="Windows Live" clId="Web-{306ACF73-53CF-4148-A7E4-5646B6238493}" dt="2025-09-17T02:59:20.335" v="424" actId="20577"/>
        <pc:sldMkLst>
          <pc:docMk/>
          <pc:sldMk cId="2343371226" sldId="1949"/>
        </pc:sldMkLst>
        <pc:spChg chg="mod">
          <ac:chgData name="Guest User" userId="" providerId="Windows Live" clId="Web-{306ACF73-53CF-4148-A7E4-5646B6238493}" dt="2025-09-17T02:59:20.335" v="424" actId="20577"/>
          <ac:spMkLst>
            <pc:docMk/>
            <pc:sldMk cId="2343371226" sldId="1949"/>
            <ac:spMk id="3" creationId="{1C41F637-4257-D4A4-D9A9-803EA5CEE2FD}"/>
          </ac:spMkLst>
        </pc:spChg>
        <pc:spChg chg="mod">
          <ac:chgData name="Guest User" userId="" providerId="Windows Live" clId="Web-{306ACF73-53CF-4148-A7E4-5646B6238493}" dt="2025-09-17T02:53:44.805" v="399" actId="20577"/>
          <ac:spMkLst>
            <pc:docMk/>
            <pc:sldMk cId="2343371226" sldId="1949"/>
            <ac:spMk id="4" creationId="{B76E8CDB-08BA-D7AA-36F2-437744F47965}"/>
          </ac:spMkLst>
        </pc:spChg>
        <pc:spChg chg="mod">
          <ac:chgData name="Guest User" userId="" providerId="Windows Live" clId="Web-{306ACF73-53CF-4148-A7E4-5646B6238493}" dt="2025-09-17T02:53:12.461" v="397" actId="20577"/>
          <ac:spMkLst>
            <pc:docMk/>
            <pc:sldMk cId="2343371226" sldId="1949"/>
            <ac:spMk id="9" creationId="{22B3C9CF-DECE-2841-F2D9-1428FE2C49B2}"/>
          </ac:spMkLst>
        </pc:spChg>
      </pc:sldChg>
      <pc:sldChg chg="modSp add replId">
        <pc:chgData name="Guest User" userId="" providerId="Windows Live" clId="Web-{306ACF73-53CF-4148-A7E4-5646B6238493}" dt="2025-09-17T02:59:32.538" v="426" actId="20577"/>
        <pc:sldMkLst>
          <pc:docMk/>
          <pc:sldMk cId="2606902508" sldId="1950"/>
        </pc:sldMkLst>
        <pc:spChg chg="mod">
          <ac:chgData name="Guest User" userId="" providerId="Windows Live" clId="Web-{306ACF73-53CF-4148-A7E4-5646B6238493}" dt="2025-09-17T02:59:32.538" v="426" actId="20577"/>
          <ac:spMkLst>
            <pc:docMk/>
            <pc:sldMk cId="2606902508" sldId="1950"/>
            <ac:spMk id="3" creationId="{85BA66DC-6F8D-EEF3-B556-ED376F64A1DD}"/>
          </ac:spMkLst>
        </pc:spChg>
        <pc:spChg chg="mod">
          <ac:chgData name="Guest User" userId="" providerId="Windows Live" clId="Web-{306ACF73-53CF-4148-A7E4-5646B6238493}" dt="2025-09-17T02:53:59.416" v="401" actId="20577"/>
          <ac:spMkLst>
            <pc:docMk/>
            <pc:sldMk cId="2606902508" sldId="1950"/>
            <ac:spMk id="4" creationId="{D017822B-558D-0CC5-7B39-1622B3EBCA61}"/>
          </ac:spMkLst>
        </pc:spChg>
        <pc:spChg chg="mod">
          <ac:chgData name="Guest User" userId="" providerId="Windows Live" clId="Web-{306ACF73-53CF-4148-A7E4-5646B6238493}" dt="2025-09-17T02:54:46.594" v="404" actId="20577"/>
          <ac:spMkLst>
            <pc:docMk/>
            <pc:sldMk cId="2606902508" sldId="1950"/>
            <ac:spMk id="9" creationId="{AB26F828-F2B8-01F0-AB93-44C8AB8D4234}"/>
          </ac:spMkLst>
        </pc:spChg>
      </pc:sldChg>
      <pc:sldChg chg="modSp add ord replId">
        <pc:chgData name="Guest User" userId="" providerId="Windows Live" clId="Web-{306ACF73-53CF-4148-A7E4-5646B6238493}" dt="2025-09-17T03:08:05.147" v="449" actId="20577"/>
        <pc:sldMkLst>
          <pc:docMk/>
          <pc:sldMk cId="457554906" sldId="1951"/>
        </pc:sldMkLst>
        <pc:spChg chg="mod">
          <ac:chgData name="Guest User" userId="" providerId="Windows Live" clId="Web-{306ACF73-53CF-4148-A7E4-5646B6238493}" dt="2025-09-17T03:04:29.314" v="433" actId="20577"/>
          <ac:spMkLst>
            <pc:docMk/>
            <pc:sldMk cId="457554906" sldId="1951"/>
            <ac:spMk id="2" creationId="{E3EB016E-DBD6-1D76-25B7-ACF4641750D7}"/>
          </ac:spMkLst>
        </pc:spChg>
        <pc:spChg chg="mod">
          <ac:chgData name="Guest User" userId="" providerId="Windows Live" clId="Web-{306ACF73-53CF-4148-A7E4-5646B6238493}" dt="2025-09-17T03:05:31.503" v="439" actId="20577"/>
          <ac:spMkLst>
            <pc:docMk/>
            <pc:sldMk cId="457554906" sldId="1951"/>
            <ac:spMk id="3" creationId="{61EFC076-16A6-E172-6DDA-01CF72DC2147}"/>
          </ac:spMkLst>
        </pc:spChg>
        <pc:spChg chg="mod">
          <ac:chgData name="Guest User" userId="" providerId="Windows Live" clId="Web-{306ACF73-53CF-4148-A7E4-5646B6238493}" dt="2025-09-17T03:08:05.147" v="449" actId="20577"/>
          <ac:spMkLst>
            <pc:docMk/>
            <pc:sldMk cId="457554906" sldId="1951"/>
            <ac:spMk id="4" creationId="{2D7A88EC-A7CD-CCF1-77FE-786B656A6D5B}"/>
          </ac:spMkLst>
        </pc:spChg>
        <pc:spChg chg="mod">
          <ac:chgData name="Guest User" userId="" providerId="Windows Live" clId="Web-{306ACF73-53CF-4148-A7E4-5646B6238493}" dt="2025-09-17T03:04:45.346" v="436" actId="20577"/>
          <ac:spMkLst>
            <pc:docMk/>
            <pc:sldMk cId="457554906" sldId="1951"/>
            <ac:spMk id="9" creationId="{CFE6024A-2E5B-FB81-D3CF-B8F3AF5BC532}"/>
          </ac:spMkLst>
        </pc:spChg>
      </pc:sldChg>
      <pc:sldChg chg="modSp add replId">
        <pc:chgData name="Guest User" userId="" providerId="Windows Live" clId="Web-{306ACF73-53CF-4148-A7E4-5646B6238493}" dt="2025-09-17T03:08:20.959" v="453" actId="20577"/>
        <pc:sldMkLst>
          <pc:docMk/>
          <pc:sldMk cId="1609567612" sldId="1952"/>
        </pc:sldMkLst>
        <pc:spChg chg="mod">
          <ac:chgData name="Guest User" userId="" providerId="Windows Live" clId="Web-{306ACF73-53CF-4148-A7E4-5646B6238493}" dt="2025-09-17T03:08:20.959" v="453" actId="20577"/>
          <ac:spMkLst>
            <pc:docMk/>
            <pc:sldMk cId="1609567612" sldId="1952"/>
            <ac:spMk id="4" creationId="{523BA35C-DF12-9464-71EA-8966201EEDCA}"/>
          </ac:spMkLst>
        </pc:spChg>
        <pc:spChg chg="mod">
          <ac:chgData name="Guest User" userId="" providerId="Windows Live" clId="Web-{306ACF73-53CF-4148-A7E4-5646B6238493}" dt="2025-09-17T03:06:20.426" v="441" actId="20577"/>
          <ac:spMkLst>
            <pc:docMk/>
            <pc:sldMk cId="1609567612" sldId="1952"/>
            <ac:spMk id="9" creationId="{B6D715EA-3376-F6B9-029E-66A390849E87}"/>
          </ac:spMkLst>
        </pc:spChg>
      </pc:sldChg>
      <pc:sldChg chg="modSp add replId">
        <pc:chgData name="Guest User" userId="" providerId="Windows Live" clId="Web-{306ACF73-53CF-4148-A7E4-5646B6238493}" dt="2025-09-17T03:08:45.507" v="455" actId="20577"/>
        <pc:sldMkLst>
          <pc:docMk/>
          <pc:sldMk cId="1591330643" sldId="1953"/>
        </pc:sldMkLst>
        <pc:spChg chg="mod">
          <ac:chgData name="Guest User" userId="" providerId="Windows Live" clId="Web-{306ACF73-53CF-4148-A7E4-5646B6238493}" dt="2025-09-17T03:08:45.507" v="455" actId="20577"/>
          <ac:spMkLst>
            <pc:docMk/>
            <pc:sldMk cId="1591330643" sldId="1953"/>
            <ac:spMk id="4" creationId="{2EDC609E-48A3-9005-6218-DB0083D37333}"/>
          </ac:spMkLst>
        </pc:spChg>
        <pc:spChg chg="mod">
          <ac:chgData name="Guest User" userId="" providerId="Windows Live" clId="Web-{306ACF73-53CF-4148-A7E4-5646B6238493}" dt="2025-09-17T03:07:21.599" v="444" actId="20577"/>
          <ac:spMkLst>
            <pc:docMk/>
            <pc:sldMk cId="1591330643" sldId="1953"/>
            <ac:spMk id="9" creationId="{4CEDD3FA-AE63-5600-D016-FE655F1A3018}"/>
          </ac:spMkLst>
        </pc:spChg>
      </pc:sldChg>
      <pc:sldChg chg="modSp add replId">
        <pc:chgData name="Guest User" userId="" providerId="Windows Live" clId="Web-{306ACF73-53CF-4148-A7E4-5646B6238493}" dt="2025-09-17T03:09:56.430" v="460" actId="20577"/>
        <pc:sldMkLst>
          <pc:docMk/>
          <pc:sldMk cId="3795280373" sldId="1954"/>
        </pc:sldMkLst>
        <pc:spChg chg="mod">
          <ac:chgData name="Guest User" userId="" providerId="Windows Live" clId="Web-{306ACF73-53CF-4148-A7E4-5646B6238493}" dt="2025-09-17T03:09:46.070" v="458" actId="20577"/>
          <ac:spMkLst>
            <pc:docMk/>
            <pc:sldMk cId="3795280373" sldId="1954"/>
            <ac:spMk id="4" creationId="{F520CEA6-2F35-99D2-A24C-BB0FDCE6BF59}"/>
          </ac:spMkLst>
        </pc:spChg>
        <pc:spChg chg="mod">
          <ac:chgData name="Guest User" userId="" providerId="Windows Live" clId="Web-{306ACF73-53CF-4148-A7E4-5646B6238493}" dt="2025-09-17T03:09:56.430" v="460" actId="20577"/>
          <ac:spMkLst>
            <pc:docMk/>
            <pc:sldMk cId="3795280373" sldId="1954"/>
            <ac:spMk id="9" creationId="{FC639A5E-F22B-E503-928C-4102B447EF09}"/>
          </ac:spMkLst>
        </pc:spChg>
      </pc:sldChg>
      <pc:sldChg chg="modSp add ord replId">
        <pc:chgData name="Guest User" userId="" providerId="Windows Live" clId="Web-{306ACF73-53CF-4148-A7E4-5646B6238493}" dt="2025-09-17T03:15:31.957" v="484" actId="20577"/>
        <pc:sldMkLst>
          <pc:docMk/>
          <pc:sldMk cId="333897995" sldId="1955"/>
        </pc:sldMkLst>
        <pc:spChg chg="mod">
          <ac:chgData name="Guest User" userId="" providerId="Windows Live" clId="Web-{306ACF73-53CF-4148-A7E4-5646B6238493}" dt="2025-09-17T03:12:55.758" v="472" actId="20577"/>
          <ac:spMkLst>
            <pc:docMk/>
            <pc:sldMk cId="333897995" sldId="1955"/>
            <ac:spMk id="2" creationId="{12877619-4615-DDE8-4A50-914CB05C56FF}"/>
          </ac:spMkLst>
        </pc:spChg>
        <pc:spChg chg="mod">
          <ac:chgData name="Guest User" userId="" providerId="Windows Live" clId="Web-{306ACF73-53CF-4148-A7E4-5646B6238493}" dt="2025-09-17T03:14:35.734" v="481" actId="20577"/>
          <ac:spMkLst>
            <pc:docMk/>
            <pc:sldMk cId="333897995" sldId="1955"/>
            <ac:spMk id="3" creationId="{B97DEFB0-897B-02FC-D513-92EC626AF2E6}"/>
          </ac:spMkLst>
        </pc:spChg>
        <pc:spChg chg="mod">
          <ac:chgData name="Guest User" userId="" providerId="Windows Live" clId="Web-{306ACF73-53CF-4148-A7E4-5646B6238493}" dt="2025-09-17T03:15:31.957" v="484" actId="20577"/>
          <ac:spMkLst>
            <pc:docMk/>
            <pc:sldMk cId="333897995" sldId="1955"/>
            <ac:spMk id="4" creationId="{252CF944-B7A1-13D7-9AD0-BB9AC8EF6293}"/>
          </ac:spMkLst>
        </pc:spChg>
        <pc:spChg chg="mod">
          <ac:chgData name="Guest User" userId="" providerId="Windows Live" clId="Web-{306ACF73-53CF-4148-A7E4-5646B6238493}" dt="2025-09-17T03:13:30.182" v="476" actId="14100"/>
          <ac:spMkLst>
            <pc:docMk/>
            <pc:sldMk cId="333897995" sldId="1955"/>
            <ac:spMk id="9" creationId="{36F7F17E-A728-6BBB-A381-08E53454AD5E}"/>
          </ac:spMkLst>
        </pc:spChg>
      </pc:sldChg>
      <pc:sldChg chg="modSp add replId">
        <pc:chgData name="Guest User" userId="" providerId="Windows Live" clId="Web-{306ACF73-53CF-4148-A7E4-5646B6238493}" dt="2025-09-17T03:16:30.663" v="488" actId="20577"/>
        <pc:sldMkLst>
          <pc:docMk/>
          <pc:sldMk cId="481846595" sldId="1956"/>
        </pc:sldMkLst>
        <pc:spChg chg="mod">
          <ac:chgData name="Guest User" userId="" providerId="Windows Live" clId="Web-{306ACF73-53CF-4148-A7E4-5646B6238493}" dt="2025-09-17T03:15:48.005" v="486" actId="20577"/>
          <ac:spMkLst>
            <pc:docMk/>
            <pc:sldMk cId="481846595" sldId="1956"/>
            <ac:spMk id="4" creationId="{BC979B96-5E22-DD5C-A604-74430C87BD75}"/>
          </ac:spMkLst>
        </pc:spChg>
        <pc:spChg chg="mod">
          <ac:chgData name="Guest User" userId="" providerId="Windows Live" clId="Web-{306ACF73-53CF-4148-A7E4-5646B6238493}" dt="2025-09-17T03:16:30.663" v="488" actId="20577"/>
          <ac:spMkLst>
            <pc:docMk/>
            <pc:sldMk cId="481846595" sldId="1956"/>
            <ac:spMk id="9" creationId="{30CB7A50-D36F-27A5-055C-016E59CA0D30}"/>
          </ac:spMkLst>
        </pc:spChg>
      </pc:sldChg>
      <pc:sldChg chg="modSp add replId">
        <pc:chgData name="Guest User" userId="" providerId="Windows Live" clId="Web-{306ACF73-53CF-4148-A7E4-5646B6238493}" dt="2025-09-17T03:17:17.868" v="492" actId="20577"/>
        <pc:sldMkLst>
          <pc:docMk/>
          <pc:sldMk cId="399589534" sldId="1957"/>
        </pc:sldMkLst>
        <pc:spChg chg="mod">
          <ac:chgData name="Guest User" userId="" providerId="Windows Live" clId="Web-{306ACF73-53CF-4148-A7E4-5646B6238493}" dt="2025-09-17T03:16:46.351" v="490" actId="20577"/>
          <ac:spMkLst>
            <pc:docMk/>
            <pc:sldMk cId="399589534" sldId="1957"/>
            <ac:spMk id="4" creationId="{70780D57-6F6F-5729-D836-D30193BFC779}"/>
          </ac:spMkLst>
        </pc:spChg>
        <pc:spChg chg="mod">
          <ac:chgData name="Guest User" userId="" providerId="Windows Live" clId="Web-{306ACF73-53CF-4148-A7E4-5646B6238493}" dt="2025-09-17T03:17:17.868" v="492" actId="20577"/>
          <ac:spMkLst>
            <pc:docMk/>
            <pc:sldMk cId="399589534" sldId="1957"/>
            <ac:spMk id="9" creationId="{26B42266-8E74-DA17-8108-99803E1FE507}"/>
          </ac:spMkLst>
        </pc:spChg>
      </pc:sldChg>
      <pc:sldChg chg="modSp add replId">
        <pc:chgData name="Guest User" userId="" providerId="Windows Live" clId="Web-{306ACF73-53CF-4148-A7E4-5646B6238493}" dt="2025-09-17T03:18:21.715" v="498" actId="20577"/>
        <pc:sldMkLst>
          <pc:docMk/>
          <pc:sldMk cId="424299306" sldId="1958"/>
        </pc:sldMkLst>
        <pc:spChg chg="mod">
          <ac:chgData name="Guest User" userId="" providerId="Windows Live" clId="Web-{306ACF73-53CF-4148-A7E4-5646B6238493}" dt="2025-09-17T03:18:21.715" v="498" actId="20577"/>
          <ac:spMkLst>
            <pc:docMk/>
            <pc:sldMk cId="424299306" sldId="1958"/>
            <ac:spMk id="4" creationId="{609BE354-E067-8A53-0DC6-6304E2A1C45E}"/>
          </ac:spMkLst>
        </pc:spChg>
        <pc:spChg chg="mod">
          <ac:chgData name="Guest User" userId="" providerId="Windows Live" clId="Web-{306ACF73-53CF-4148-A7E4-5646B6238493}" dt="2025-09-17T03:18:05.886" v="496" actId="20577"/>
          <ac:spMkLst>
            <pc:docMk/>
            <pc:sldMk cId="424299306" sldId="1958"/>
            <ac:spMk id="9" creationId="{B6EC57F5-D944-57E9-FA36-5571B985E6A4}"/>
          </ac:spMkLst>
        </pc:spChg>
      </pc:sldChg>
      <pc:sldChg chg="modSp add replId">
        <pc:chgData name="Guest User" userId="" providerId="Windows Live" clId="Web-{306ACF73-53CF-4148-A7E4-5646B6238493}" dt="2025-09-17T03:19:13.701" v="503" actId="20577"/>
        <pc:sldMkLst>
          <pc:docMk/>
          <pc:sldMk cId="4033119103" sldId="1959"/>
        </pc:sldMkLst>
        <pc:spChg chg="mod">
          <ac:chgData name="Guest User" userId="" providerId="Windows Live" clId="Web-{306ACF73-53CF-4148-A7E4-5646B6238493}" dt="2025-09-17T03:19:13.701" v="503" actId="20577"/>
          <ac:spMkLst>
            <pc:docMk/>
            <pc:sldMk cId="4033119103" sldId="1959"/>
            <ac:spMk id="4" creationId="{0D3793C6-E1D4-FCEB-A5E2-77A1F3D8D3FE}"/>
          </ac:spMkLst>
        </pc:spChg>
        <pc:spChg chg="mod">
          <ac:chgData name="Guest User" userId="" providerId="Windows Live" clId="Web-{306ACF73-53CF-4148-A7E4-5646B6238493}" dt="2025-09-17T03:19:07.357" v="502" actId="20577"/>
          <ac:spMkLst>
            <pc:docMk/>
            <pc:sldMk cId="4033119103" sldId="1959"/>
            <ac:spMk id="9" creationId="{30DA7482-E8C8-25A3-6212-9EAF34E1CEDA}"/>
          </ac:spMkLst>
        </pc:spChg>
      </pc:sldChg>
      <pc:sldChg chg="modSp add ord replId">
        <pc:chgData name="Guest User" userId="" providerId="Windows Live" clId="Web-{306ACF73-53CF-4148-A7E4-5646B6238493}" dt="2025-09-17T03:24:09.224" v="527" actId="20577"/>
        <pc:sldMkLst>
          <pc:docMk/>
          <pc:sldMk cId="2029940115" sldId="1960"/>
        </pc:sldMkLst>
        <pc:spChg chg="mod">
          <ac:chgData name="Guest User" userId="" providerId="Windows Live" clId="Web-{306ACF73-53CF-4148-A7E4-5646B6238493}" dt="2025-09-17T03:21:54.877" v="518" actId="20577"/>
          <ac:spMkLst>
            <pc:docMk/>
            <pc:sldMk cId="2029940115" sldId="1960"/>
            <ac:spMk id="2" creationId="{CEC4538E-B8A4-AADC-69C7-1022BC608C30}"/>
          </ac:spMkLst>
        </pc:spChg>
        <pc:spChg chg="mod">
          <ac:chgData name="Guest User" userId="" providerId="Windows Live" clId="Web-{306ACF73-53CF-4148-A7E4-5646B6238493}" dt="2025-09-17T03:23:54.614" v="526" actId="20577"/>
          <ac:spMkLst>
            <pc:docMk/>
            <pc:sldMk cId="2029940115" sldId="1960"/>
            <ac:spMk id="3" creationId="{1DC2E020-E2B0-9E9F-7FE5-9175374668A9}"/>
          </ac:spMkLst>
        </pc:spChg>
        <pc:spChg chg="mod">
          <ac:chgData name="Guest User" userId="" providerId="Windows Live" clId="Web-{306ACF73-53CF-4148-A7E4-5646B6238493}" dt="2025-09-17T03:22:16.878" v="520" actId="20577"/>
          <ac:spMkLst>
            <pc:docMk/>
            <pc:sldMk cId="2029940115" sldId="1960"/>
            <ac:spMk id="4" creationId="{C1638069-2E47-793B-348C-2A5C4698583D}"/>
          </ac:spMkLst>
        </pc:spChg>
        <pc:spChg chg="mod">
          <ac:chgData name="Guest User" userId="" providerId="Windows Live" clId="Web-{306ACF73-53CF-4148-A7E4-5646B6238493}" dt="2025-09-17T03:24:09.224" v="527" actId="20577"/>
          <ac:spMkLst>
            <pc:docMk/>
            <pc:sldMk cId="2029940115" sldId="1960"/>
            <ac:spMk id="9" creationId="{E10C79F8-5379-E644-6BEE-5C89383BB88B}"/>
          </ac:spMkLst>
        </pc:spChg>
      </pc:sldChg>
      <pc:sldChg chg="modSp add replId">
        <pc:chgData name="Guest User" userId="" providerId="Windows Live" clId="Web-{306ACF73-53CF-4148-A7E4-5646B6238493}" dt="2025-09-17T03:24:57.303" v="532" actId="20577"/>
        <pc:sldMkLst>
          <pc:docMk/>
          <pc:sldMk cId="906509775" sldId="1961"/>
        </pc:sldMkLst>
        <pc:spChg chg="mod">
          <ac:chgData name="Guest User" userId="" providerId="Windows Live" clId="Web-{306ACF73-53CF-4148-A7E4-5646B6238493}" dt="2025-09-17T03:24:24.021" v="530" actId="20577"/>
          <ac:spMkLst>
            <pc:docMk/>
            <pc:sldMk cId="906509775" sldId="1961"/>
            <ac:spMk id="4" creationId="{C712681C-8278-93CA-3BD8-F2689899C1F1}"/>
          </ac:spMkLst>
        </pc:spChg>
        <pc:spChg chg="mod">
          <ac:chgData name="Guest User" userId="" providerId="Windows Live" clId="Web-{306ACF73-53CF-4148-A7E4-5646B6238493}" dt="2025-09-17T03:24:57.303" v="532" actId="20577"/>
          <ac:spMkLst>
            <pc:docMk/>
            <pc:sldMk cId="906509775" sldId="1961"/>
            <ac:spMk id="9" creationId="{978505A0-76DF-10B9-5D22-48A296EB56C9}"/>
          </ac:spMkLst>
        </pc:spChg>
      </pc:sldChg>
      <pc:sldChg chg="modSp add replId">
        <pc:chgData name="Guest User" userId="" providerId="Windows Live" clId="Web-{306ACF73-53CF-4148-A7E4-5646B6238493}" dt="2025-09-17T03:25:45.663" v="537" actId="20577"/>
        <pc:sldMkLst>
          <pc:docMk/>
          <pc:sldMk cId="916232273" sldId="1962"/>
        </pc:sldMkLst>
        <pc:spChg chg="mod">
          <ac:chgData name="Guest User" userId="" providerId="Windows Live" clId="Web-{306ACF73-53CF-4148-A7E4-5646B6238493}" dt="2025-09-17T03:25:45.663" v="537" actId="20577"/>
          <ac:spMkLst>
            <pc:docMk/>
            <pc:sldMk cId="916232273" sldId="1962"/>
            <ac:spMk id="4" creationId="{06385F77-FC04-3FEF-4E61-E351C46B14E1}"/>
          </ac:spMkLst>
        </pc:spChg>
        <pc:spChg chg="mod">
          <ac:chgData name="Guest User" userId="" providerId="Windows Live" clId="Web-{306ACF73-53CF-4148-A7E4-5646B6238493}" dt="2025-09-17T03:25:42.116" v="536" actId="20577"/>
          <ac:spMkLst>
            <pc:docMk/>
            <pc:sldMk cId="916232273" sldId="1962"/>
            <ac:spMk id="9" creationId="{C09AD761-8F8E-435E-AAAE-D2EAEB817F86}"/>
          </ac:spMkLst>
        </pc:spChg>
      </pc:sldChg>
      <pc:sldChg chg="modSp add replId">
        <pc:chgData name="Guest User" userId="" providerId="Windows Live" clId="Web-{306ACF73-53CF-4148-A7E4-5646B6238493}" dt="2025-09-17T03:26:36.195" v="544" actId="20577"/>
        <pc:sldMkLst>
          <pc:docMk/>
          <pc:sldMk cId="1958205850" sldId="1963"/>
        </pc:sldMkLst>
        <pc:spChg chg="mod">
          <ac:chgData name="Guest User" userId="" providerId="Windows Live" clId="Web-{306ACF73-53CF-4148-A7E4-5646B6238493}" dt="2025-09-17T03:26:23.804" v="541" actId="20577"/>
          <ac:spMkLst>
            <pc:docMk/>
            <pc:sldMk cId="1958205850" sldId="1963"/>
            <ac:spMk id="4" creationId="{B2059E2F-BA0E-E902-E37C-36651DC8BCCD}"/>
          </ac:spMkLst>
        </pc:spChg>
        <pc:spChg chg="mod">
          <ac:chgData name="Guest User" userId="" providerId="Windows Live" clId="Web-{306ACF73-53CF-4148-A7E4-5646B6238493}" dt="2025-09-17T03:26:36.195" v="544" actId="20577"/>
          <ac:spMkLst>
            <pc:docMk/>
            <pc:sldMk cId="1958205850" sldId="1963"/>
            <ac:spMk id="9" creationId="{6287671D-D35B-2ADC-0C1F-A1CA0006A0AB}"/>
          </ac:spMkLst>
        </pc:spChg>
      </pc:sldChg>
      <pc:sldChg chg="modSp add replId">
        <pc:chgData name="Guest User" userId="" providerId="Windows Live" clId="Web-{306ACF73-53CF-4148-A7E4-5646B6238493}" dt="2025-09-17T03:30:35.886" v="559" actId="20577"/>
        <pc:sldMkLst>
          <pc:docMk/>
          <pc:sldMk cId="946518768" sldId="1964"/>
        </pc:sldMkLst>
        <pc:spChg chg="mod">
          <ac:chgData name="Guest User" userId="" providerId="Windows Live" clId="Web-{306ACF73-53CF-4148-A7E4-5646B6238493}" dt="2025-09-17T03:30:35.886" v="559" actId="20577"/>
          <ac:spMkLst>
            <pc:docMk/>
            <pc:sldMk cId="946518768" sldId="1964"/>
            <ac:spMk id="4" creationId="{C1EEB31A-FA70-31D1-57E1-EF5C6EEEB64E}"/>
          </ac:spMkLst>
        </pc:spChg>
        <pc:spChg chg="mod">
          <ac:chgData name="Guest User" userId="" providerId="Windows Live" clId="Web-{306ACF73-53CF-4148-A7E4-5646B6238493}" dt="2025-09-17T03:30:24.322" v="557" actId="20577"/>
          <ac:spMkLst>
            <pc:docMk/>
            <pc:sldMk cId="946518768" sldId="1964"/>
            <ac:spMk id="9" creationId="{44580C51-EE08-F4A8-63F7-DE96EA39301B}"/>
          </ac:spMkLst>
        </pc:spChg>
      </pc:sldChg>
      <pc:sldChg chg="modSp add replId">
        <pc:chgData name="Guest User" userId="" providerId="Windows Live" clId="Web-{306ACF73-53CF-4148-A7E4-5646B6238493}" dt="2025-09-17T03:32:06.439" v="571" actId="20577"/>
        <pc:sldMkLst>
          <pc:docMk/>
          <pc:sldMk cId="1966868538" sldId="1965"/>
        </pc:sldMkLst>
        <pc:spChg chg="mod">
          <ac:chgData name="Guest User" userId="" providerId="Windows Live" clId="Web-{306ACF73-53CF-4148-A7E4-5646B6238493}" dt="2025-09-17T03:32:06.439" v="571" actId="20577"/>
          <ac:spMkLst>
            <pc:docMk/>
            <pc:sldMk cId="1966868538" sldId="1965"/>
            <ac:spMk id="4" creationId="{3EC2A296-D327-573B-BCE2-14F52DB3C88E}"/>
          </ac:spMkLst>
        </pc:spChg>
        <pc:spChg chg="mod">
          <ac:chgData name="Guest User" userId="" providerId="Windows Live" clId="Web-{306ACF73-53CF-4148-A7E4-5646B6238493}" dt="2025-09-17T03:32:00.345" v="570" actId="20577"/>
          <ac:spMkLst>
            <pc:docMk/>
            <pc:sldMk cId="1966868538" sldId="1965"/>
            <ac:spMk id="9" creationId="{CE4C093A-5346-014B-B997-CCDB63C4A2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3C3DB-2474-DFD9-452C-D05B5AF3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7B998-549D-E5C7-57B9-760FBD40B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60847-A64C-6DE7-6474-E9F04C161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7FA76-F83C-2C1C-5E6B-C092363AD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2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EE1E-040A-407C-7E9C-B333966A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6CB19-A592-D6F0-85B9-03499A7DC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D8266-B23C-E205-CD23-6B49B443A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5E7C8-2F2C-7572-23F1-B2CF2885A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79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0445-3780-1F0F-C87B-F5951B75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5C27A-038C-8217-E2EB-C9C4E18FA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57FE0-9539-8633-33FC-AF48BDA35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DD636-E458-4452-2B23-CC9AABC3B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39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6775-5EEA-529A-6A76-C145D6AC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705CD-4DB1-8A9F-AFE7-C5D1794FC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A3AA9-0A21-373B-2C91-1CC48798A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FF04-3516-8190-7982-199F60D80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32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88F9-7333-6174-FE77-FD139F5E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8BACC-7356-69B8-A6B4-750AB7A2B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45CB1-59AE-9A90-2931-374559F51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9242C-1B90-7BCB-443F-43B9A2F8B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411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C6B7-6AA5-A5C2-09AD-32BA1128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2A2FB-034D-5AA3-72F5-93A99243C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3427A-2E35-B0B3-0B07-AB5B2C7E9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C9470-C5C0-80CA-A242-3B9287D82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722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F410-47FB-B77D-B637-1146373C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424D1-9030-16C3-C21E-F952544D4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12DC3-BE33-4F47-F563-4011C1FDF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57742-D501-3FCB-7CA0-A65DA2948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147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1DCD-C1DE-B998-DACC-AC9EE149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E4CB2-5A63-3550-6E43-A59F1DC33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13D46-1409-9404-1B9C-3CF08DA68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3350-0BC5-433E-AD87-8D991FC34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774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E446-6842-20EF-877F-834BD041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5C329-3FFA-C421-86E8-D4C028A7C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3498F-0453-B1DA-5EB3-ECB2952DB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31898-4C0A-DFA9-545F-CA6A7B76F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5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8F1F-7B67-1F8A-7168-CEBD26F9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06475-E99A-A2A4-DBAD-B45659164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58FDE-B962-EF4B-73AE-047EEAA27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6C8F-D92A-EF8D-64EA-93B3F9851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62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80F1-CD9D-516B-2527-292D8BD0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19771-A97D-A4B9-F708-FC017561D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F4F7D-FE48-2EF7-CC79-A8B7BF24F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57EB1-9662-6BC1-DDE9-0FEE34EC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333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8F23-9FFA-6A4E-8008-0ACF9FC0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99F12-EFCF-C44D-EF36-EBA9DC008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9813A-8258-A536-0824-09595C1E0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A6F6A-8521-8E7E-9ADD-962DE216C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04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4D45-F0B4-DC62-3F88-12315EFB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36C8A-9A73-18A1-F52A-ED8AADED0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3C430-2F8D-C199-E81E-E7DB9813E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C4D6A-947C-B6BF-960C-38F43CBBC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865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8690-CDCE-D682-C729-BEB946A6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C65EF-BA2F-9E6F-5AF2-C487AEEBE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54716-67A0-667C-F2E9-FFCB7C193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6F33E-B945-5A21-49C2-CD8F83B36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797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CE17-83DC-0B8D-D651-8F0DCE1D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B5D68-725B-40A1-2ACD-8F2D641A6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515F4-515D-6B99-1B04-C5477F36F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E3012-0839-897F-C0A1-62C2530D8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21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2C34-FD43-61FC-13EF-C6981965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1DF26-FA2F-7040-4F55-D4916CD3E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14BC5-1489-1FC3-ACEB-F8E0868C6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32FE-C060-4ED4-CF32-6C381B6AF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64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55CA-2CC8-64EA-26AC-1EEB72B0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C1977-6788-EAB7-7A8A-F62E414E5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B2A29-09B0-7DBD-86A4-F05B0D0AC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33AFB-C568-1154-191E-890E8A280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055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6662-CDE2-CDC5-C670-BD9F75F6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14BF3-DDC9-9F3C-20DB-92C33D591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F536B-068A-8E30-5E6A-68D48ED4F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4FB16-0958-507F-7D2D-8E33D8251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566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ABE9-F9C8-FF41-0036-DB18E20F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0E6F0-2DC0-DF53-59AD-A48BAFA09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D16F6-B7FE-8CF8-9B0F-6636DAFC0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3259A-E0F3-9370-0E08-EDADFE69B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62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CC18-5F33-16BD-FB38-015963E8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08E80-E9E3-9232-6B3E-A756B234E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044FD-0DC1-F567-4C87-303CF053C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FFEC1-8875-5D8A-5A5E-A28FDD1A2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30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2D5A-8FF7-AE17-DB01-3CA2ADD7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BE661-7537-8274-49D4-40560D8A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4EA47-0684-4D54-69C6-3EFBDAD47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9A841-56CD-9D81-83B1-E3DF6F2FC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9172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606D-4D20-425F-E5A1-03DB71097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66B85-35FE-FAB0-1F08-DD591C717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CBF3-7B16-5D1B-A5F4-C09954332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41BF-75AE-3DCF-FE1B-B0136ABC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5722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4E9B-C8FB-7BDA-075A-FB06A582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47E7A-5FF2-8924-2399-3D4BD7ECB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7ADA-0BA4-C438-DEA7-90A4E1F8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27DB4-C00E-0E93-CCAA-47B1D8CEF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0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24 August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G7pnPDrEF4w?si=WbB4hexM51jXgKVE" TargetMode="External"/><Relationship Id="rId2" Type="http://schemas.openxmlformats.org/officeDocument/2006/relationships/hyperlink" Target="https://youtu.be/rHyM0HvE5aY" TargetMode="Externa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927558"/>
            <a:ext cx="9143999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Opening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218 I feel like singing 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B/A1050 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For thy mercy and Thy grace v1https://youtube.com/shorts/YE9KKoDRSjw?si=ukdNfRDrT9Yu8i1a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Offertory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Make me a blessing </a:t>
            </a:r>
            <a:r>
              <a:rPr lang="en-SG" sz="1200" dirty="0">
                <a:solidFill>
                  <a:srgbClr val="00B050"/>
                </a:solidFill>
                <a:ea typeface="+mn-lt"/>
                <a:cs typeface="+mn-lt"/>
                <a:hlinkClick r:id="rId2"/>
              </a:rPr>
              <a:t>https://youtu.be/rHyM0HvE5aY</a:t>
            </a:r>
            <a:endParaRPr lang="en-SG" sz="1200" dirty="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Confession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Jesus , what a friend for sinners Tune: Come thou long expected Jesus </a:t>
            </a:r>
            <a:r>
              <a:rPr lang="en-SG" sz="1200" dirty="0">
                <a:solidFill>
                  <a:srgbClr val="00B050"/>
                </a:solidFill>
                <a:ea typeface="+mn-lt"/>
                <a:cs typeface="+mn-lt"/>
                <a:hlinkClick r:id="rId3"/>
              </a:rPr>
              <a:t>https://youtube.com/shorts/G7pnPDrEF4w?si=WbB4hexM51jXgKVE</a:t>
            </a:r>
            <a:endParaRPr lang="en-SG" sz="1200" dirty="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Communion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Jesus , what a friend for sinners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235 My faith looks up to Thee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42 There is no love like the love of Jesus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772 Throw out the life-line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642 Trust and Obey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978 Saved by grace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Closing</a:t>
            </a:r>
          </a:p>
          <a:p>
            <a:pPr algn="ctr"/>
            <a:r>
              <a:rPr lang="en-SG" sz="1200" dirty="0">
                <a:solidFill>
                  <a:srgbClr val="00B050"/>
                </a:solidFill>
                <a:ea typeface="+mn-lt"/>
                <a:cs typeface="+mn-lt"/>
              </a:rPr>
              <a:t>606 O Jesus I have promised</a:t>
            </a:r>
            <a:endParaRPr lang="en-SG" sz="1200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Sep 28,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Hymn No 218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218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172027" y="9190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I feel like singing all the time,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My tears are wiped away;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For Jesus is a Friend of mine,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I’ll serve Him every day.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77A78-AA4C-71A0-E149-4B50925AA032}"/>
              </a:ext>
            </a:extLst>
          </p:cNvPr>
          <p:cNvSpPr txBox="1"/>
          <p:nvPr/>
        </p:nvSpPr>
        <p:spPr>
          <a:xfrm>
            <a:off x="171507" y="3241509"/>
            <a:ext cx="846859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I’ll praise Him! Praise Him! Praise Him all the time!</a:t>
            </a:r>
          </a:p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Praise Him! Praise Him! I’ll praise Him all the time!</a:t>
            </a: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504E-0ADC-9DF3-DCF0-B20517296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98D5-85AD-DD56-F29C-988DA1F0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218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3BA6F48-6161-EE98-6F9D-DD4170362B3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0572E-6975-A4DE-C421-5745E4CDE1E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</a:t>
            </a:r>
            <a:r>
              <a:rPr lang="en-SG" sz="1400" dirty="0"/>
              <a:t>2</a:t>
            </a:r>
            <a:r>
              <a:rPr lang="en-US" sz="1400" dirty="0"/>
              <a:t>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77B31-5C78-7B46-303F-9F18B757C4EA}"/>
              </a:ext>
            </a:extLst>
          </p:cNvPr>
          <p:cNvSpPr txBox="1"/>
          <p:nvPr/>
        </p:nvSpPr>
        <p:spPr>
          <a:xfrm>
            <a:off x="172027" y="9190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When on the cross my Lord I saw,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Nailed there by sins of mine,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Fast fell the burning tears;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But now I’m singing all the 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F2343-06FB-B9DA-CA28-BA29C0DCF47F}"/>
              </a:ext>
            </a:extLst>
          </p:cNvPr>
          <p:cNvSpPr txBox="1"/>
          <p:nvPr/>
        </p:nvSpPr>
        <p:spPr>
          <a:xfrm>
            <a:off x="176191" y="3264932"/>
            <a:ext cx="846859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I’ll praise Him! Praise Him! Praise Him all the time!</a:t>
            </a:r>
          </a:p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Praise Him! Praise Him! I’ll praise Him all the time!</a:t>
            </a:r>
          </a:p>
        </p:txBody>
      </p:sp>
    </p:spTree>
    <p:extLst>
      <p:ext uri="{BB962C8B-B14F-4D97-AF65-F5344CB8AC3E}">
        <p14:creationId xmlns:p14="http://schemas.microsoft.com/office/powerpoint/2010/main" val="29608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0E8B-565F-9A82-B843-BCA8F307E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1D3B-AB9D-A32A-6982-89715083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218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8760C2-DE71-253D-D867-72EDE2CA43E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5F620-2202-BB7E-0754-F9ABFB0F76E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</a:t>
            </a:r>
            <a:r>
              <a:rPr lang="en-SG" sz="1400" dirty="0"/>
              <a:t>3 of 4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03463-A84C-5872-7AC6-B83A0B106178}"/>
              </a:ext>
            </a:extLst>
          </p:cNvPr>
          <p:cNvSpPr txBox="1"/>
          <p:nvPr/>
        </p:nvSpPr>
        <p:spPr>
          <a:xfrm>
            <a:off x="172027" y="9190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When fierce temptations try my heart,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I’ll sing,</a:t>
            </a:r>
            <a:r>
              <a:rPr lang="en-SG" sz="2800" dirty="0">
                <a:latin typeface="Calibri"/>
                <a:ea typeface="+mn-lt"/>
                <a:cs typeface="+mn-lt"/>
              </a:rPr>
              <a:t> </a:t>
            </a:r>
            <a:r>
              <a:rPr lang="en-US" sz="2800" dirty="0">
                <a:latin typeface="Calibri"/>
                <a:ea typeface="+mn-lt"/>
                <a:cs typeface="+mn-lt"/>
              </a:rPr>
              <a:t>Jesus is mine!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And so, </a:t>
            </a:r>
            <a:r>
              <a:rPr lang="en-US" sz="2800" dirty="0" err="1">
                <a:latin typeface="Calibri"/>
                <a:ea typeface="+mn-lt"/>
                <a:cs typeface="+mn-lt"/>
              </a:rPr>
              <a:t>tho</a:t>
            </a:r>
            <a:r>
              <a:rPr lang="en-US" sz="2800" dirty="0">
                <a:latin typeface="Calibri"/>
                <a:ea typeface="+mn-lt"/>
                <a:cs typeface="+mn-lt"/>
              </a:rPr>
              <a:t>’ tears at times may start,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I’m singing all the time.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F5316-C372-22CC-1F6D-DF76310DEF4E}"/>
              </a:ext>
            </a:extLst>
          </p:cNvPr>
          <p:cNvSpPr txBox="1"/>
          <p:nvPr/>
        </p:nvSpPr>
        <p:spPr>
          <a:xfrm>
            <a:off x="176191" y="3255563"/>
            <a:ext cx="846859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I’ll praise Him! Praise Him! Praise Him all the time!</a:t>
            </a:r>
          </a:p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Praise Him! Praise Him! I’ll praise Him all the time!</a:t>
            </a:r>
          </a:p>
        </p:txBody>
      </p:sp>
    </p:spTree>
    <p:extLst>
      <p:ext uri="{BB962C8B-B14F-4D97-AF65-F5344CB8AC3E}">
        <p14:creationId xmlns:p14="http://schemas.microsoft.com/office/powerpoint/2010/main" val="223978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0068C-EC84-0B11-E660-DC5EFD7B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CD40-EAD0-6F94-9D7A-56BB5636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218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981D4E1-671B-F00D-698A-E0DD335E47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D59AC-3906-49E1-5141-CADCC74B53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</a:t>
            </a:r>
            <a:r>
              <a:rPr lang="en-SG" sz="1400" dirty="0"/>
              <a:t>4 of 4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F1F6D-2BBE-43DC-EE62-A98F7ADEEBC3}"/>
              </a:ext>
            </a:extLst>
          </p:cNvPr>
          <p:cNvSpPr txBox="1"/>
          <p:nvPr/>
        </p:nvSpPr>
        <p:spPr>
          <a:xfrm>
            <a:off x="172027" y="9190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alibri"/>
                <a:ea typeface="+mn-lt"/>
                <a:cs typeface="+mn-lt"/>
              </a:rPr>
              <a:t>The wondrous story of the Lamb,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Tell with that voice of thine,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Till others, with the glad new song </a:t>
            </a:r>
          </a:p>
          <a:p>
            <a:r>
              <a:rPr lang="en-US" sz="2800" dirty="0">
                <a:latin typeface="Calibri"/>
                <a:ea typeface="+mn-lt"/>
                <a:cs typeface="+mn-lt"/>
              </a:rPr>
              <a:t>Go singing all the time,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3C380-40D5-5953-277B-2EE91507FAA8}"/>
              </a:ext>
            </a:extLst>
          </p:cNvPr>
          <p:cNvSpPr txBox="1"/>
          <p:nvPr/>
        </p:nvSpPr>
        <p:spPr>
          <a:xfrm>
            <a:off x="176191" y="3213403"/>
            <a:ext cx="846859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I’ll praise Him! Praise Him! Praise Him all the time!</a:t>
            </a:r>
          </a:p>
          <a:p>
            <a:r>
              <a:rPr lang="en-US" sz="2800" i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Praise Him! Praise Him! I’ll praise Him all the time!</a:t>
            </a:r>
          </a:p>
        </p:txBody>
      </p:sp>
    </p:spTree>
    <p:extLst>
      <p:ext uri="{BB962C8B-B14F-4D97-AF65-F5344CB8AC3E}">
        <p14:creationId xmlns:p14="http://schemas.microsoft.com/office/powerpoint/2010/main" val="9548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Hymn No 1050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cs typeface="Segoe UI"/>
              </a:rPr>
              <a:t>Thanksgiving – </a:t>
            </a:r>
            <a:r>
              <a:rPr lang="en-SG" sz="2800" dirty="0">
                <a:ea typeface="+mn-lt"/>
                <a:cs typeface="+mn-lt"/>
              </a:rPr>
              <a:t>Hymn No 1050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103696" y="1484668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Thy mercy and Thy grace, </a:t>
            </a:r>
          </a:p>
          <a:p>
            <a:pPr lvl="1" algn="ctr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Faithful thro’ another year, </a:t>
            </a:r>
          </a:p>
          <a:p>
            <a:pPr lvl="1" algn="ctr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Hear our song of thankfulness; </a:t>
            </a:r>
          </a:p>
          <a:p>
            <a:pPr lvl="1" algn="ctr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Father and Redeemer hear!</a:t>
            </a:r>
            <a:endParaRPr lang="en-US" sz="24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1E792-6C7E-1993-E2BD-E54C97AD48E0}"/>
              </a:ext>
            </a:extLst>
          </p:cNvPr>
          <p:cNvSpPr txBox="1"/>
          <p:nvPr/>
        </p:nvSpPr>
        <p:spPr>
          <a:xfrm>
            <a:off x="3675424" y="164788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Make me a blessing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2198" y="617275"/>
            <a:ext cx="6201227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Out in the highways and byways of life,</a:t>
            </a: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Many are weary and sad;</a:t>
            </a:r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Carry the sunshine where darkness is rife,</a:t>
            </a: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Making the sorrowing glad.</a:t>
            </a:r>
            <a:endParaRPr lang="en-GB" sz="2800" dirty="0"/>
          </a:p>
          <a:p>
            <a:endParaRPr lang="en-SG" sz="2800" dirty="0">
              <a:latin typeface="Calibri"/>
              <a:ea typeface="Calibri"/>
              <a:cs typeface="Calibr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Make me a blessing.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Out of my life may Jesus shine;</a:t>
            </a:r>
            <a:endParaRPr lang="en-SG" i="1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O Savior, I pray.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 to someone today.</a:t>
            </a:r>
            <a:endParaRPr lang="en-SG" i="1" dirty="0">
              <a:solidFill>
                <a:srgbClr val="FF0000"/>
              </a:solidFill>
            </a:endParaRPr>
          </a:p>
          <a:p>
            <a:endParaRPr lang="en-SG" sz="2800" dirty="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B98AB-F918-C134-B390-D71FCC10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F66F-1BB1-340E-C696-E3604B3B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Make me a blessing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ECAE8A-0693-0E75-6440-E60FF1A47C65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20CB6-7043-FB74-CF2B-A7A2B1D3C16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0DFC4-834D-C84F-6CF8-5C317A113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E671DE-EF4F-B920-DFC2-8DA323D0F212}"/>
              </a:ext>
            </a:extLst>
          </p:cNvPr>
          <p:cNvSpPr txBox="1"/>
          <p:nvPr/>
        </p:nvSpPr>
        <p:spPr>
          <a:xfrm>
            <a:off x="2198" y="617275"/>
            <a:ext cx="6201227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Tell the sweet story of Christ and His love,</a:t>
            </a:r>
            <a:endParaRPr lang="en-US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Tell of His power to forgive;</a:t>
            </a:r>
            <a:endParaRPr lang="en-SG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Others will trust Him if only you prove</a:t>
            </a:r>
            <a:endParaRPr lang="en-GB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True, every moment you live. </a:t>
            </a:r>
            <a:endParaRPr lang="en-GB" dirty="0"/>
          </a:p>
          <a:p>
            <a:endParaRPr lang="en-GB" sz="2800" dirty="0">
              <a:latin typeface="Calibri"/>
              <a:ea typeface="Calibri"/>
              <a:cs typeface="Calibr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Make me a blessing.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Out of my life may Jesus shine;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O Savior, I pray.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 to someone today.</a:t>
            </a:r>
            <a:endParaRPr lang="en-SG" i="1" dirty="0">
              <a:solidFill>
                <a:srgbClr val="FF0000"/>
              </a:solidFill>
            </a:endParaRPr>
          </a:p>
          <a:p>
            <a:endParaRPr lang="en-SG" sz="2800" dirty="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070976F-2C1F-FC73-36E9-370ED45D2C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65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E3BFA-93B1-C91F-86D0-11FCB08C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D9D4-32D4-6855-209D-E18ECCD3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Make me a blessing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2F5404-3B49-02FE-1938-32954AECA661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AB01E-32C3-E542-D2E4-D18D8B638A6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9F6F1-234C-8942-1D8F-4032D3A7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B4DAD8-3BB6-B0F9-B63F-ACCF7C6D10F3}"/>
              </a:ext>
            </a:extLst>
          </p:cNvPr>
          <p:cNvSpPr txBox="1"/>
          <p:nvPr/>
        </p:nvSpPr>
        <p:spPr>
          <a:xfrm>
            <a:off x="2198" y="617275"/>
            <a:ext cx="6201227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Give as 'twas given to you in your need,</a:t>
            </a:r>
            <a:endParaRPr lang="en-US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Love as the Master loved you;</a:t>
            </a:r>
            <a:endParaRPr lang="en-SG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Be to the helpless a helper indeed,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Unto your mission be true. </a:t>
            </a:r>
            <a:endParaRPr lang="en-GB" dirty="0"/>
          </a:p>
          <a:p>
            <a:endParaRPr lang="en-GB" sz="2800" dirty="0">
              <a:latin typeface="Calibri"/>
              <a:ea typeface="Calibri"/>
              <a:cs typeface="Calibr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Make me a blessing.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Out of my life may Jesus shine;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blessing, O Savior, I pray.</a:t>
            </a:r>
            <a:endParaRPr lang="en-SG" i="1" dirty="0">
              <a:solidFill>
                <a:srgbClr val="FF0000"/>
              </a:solidFill>
              <a:cs typeface="Segoe UI"/>
            </a:endParaRPr>
          </a:p>
          <a:p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Make me a blessing to someone today.</a:t>
            </a:r>
            <a:endParaRPr lang="en-SG" i="1" dirty="0">
              <a:solidFill>
                <a:srgbClr val="FF0000"/>
              </a:solidFill>
            </a:endParaRPr>
          </a:p>
          <a:p>
            <a:endParaRPr lang="en-SG" sz="2800" dirty="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0492AFC-6AC5-5FBE-6091-25B81A33C1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4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 </a:t>
            </a:r>
            <a:r>
              <a:rPr lang="en-US" sz="2800" dirty="0">
                <a:cs typeface="Segoe UI"/>
              </a:rPr>
              <a:t>Jesus, what a friend for sinners 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what a Friend for sinners!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Lover of my soul;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Friends may fail me, foes assail me,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He, my Savior, makes me whole.</a:t>
            </a:r>
            <a:endParaRPr lang="en-US" dirty="0"/>
          </a:p>
          <a:p>
            <a:pPr lvl="1"/>
            <a:endParaRPr lang="en-US"/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Jesus, what a friend for sinners</a:t>
            </a: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Jesus, what a friend for sinners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B43F6-8489-9A55-95F5-8F690487996E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what a Friend for sinners!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Lover of my soul;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Friends may fail me, foes assail me,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He, my Savior, makes me whole.</a:t>
            </a:r>
            <a:endParaRPr lang="en-US" dirty="0"/>
          </a:p>
          <a:p>
            <a:pPr lvl="1"/>
            <a:endParaRPr lang="en-US"/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B0183-7201-4A29-8A2C-7D9563F3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6E47-7031-737E-F093-87905294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Jesus, what a friend for sinners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B516A3B-AED0-ABFC-E645-36118B33AA8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8FE33-7A25-CEFF-FCF6-EFD991BFDF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2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8B6A7-D6A7-D380-8337-78C27AA20923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what a Strength in weakness!</a:t>
            </a:r>
            <a:endParaRPr lang="en-US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Let me hide myself in Him;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Tempted, tried, and sometimes failing,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He, my strength, my </a:t>
            </a:r>
            <a:r>
              <a:rPr lang="en-GB" sz="2800" dirty="0" err="1">
                <a:latin typeface="Calibri"/>
                <a:ea typeface="Calibri"/>
                <a:cs typeface="Calibri"/>
              </a:rPr>
              <a:t>vict'ry</a:t>
            </a:r>
            <a:r>
              <a:rPr lang="en-GB" sz="2800" dirty="0">
                <a:latin typeface="Calibri"/>
                <a:ea typeface="Calibri"/>
                <a:cs typeface="Calibri"/>
              </a:rPr>
              <a:t> wins.</a:t>
            </a:r>
            <a:endParaRPr lang="en-GB" dirty="0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511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6474-02D0-7B2E-F3C4-C8FA6869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F2DD-EE24-8DA0-94C8-1CEB7E50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Jesus, what a friend for sinners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52C0F13-9403-5DA9-983D-735666D36A8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0EE64-1E34-60BD-4FB0-A073E0256E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3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CE6C7-A757-B237-98BB-A411FE398C63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what a Help in sorrow!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While the billows o'er me roll,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Even when my heart is breaking,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He, my Comfort, helps my soul. </a:t>
            </a:r>
            <a:endParaRPr lang="en-GB" dirty="0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841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3FC4-A652-CC45-5F73-4772C17E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BAE2-1EC1-6040-D1B3-F1C859F5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Jesus, what a friend for sinners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E44DC7F-9C86-362D-D026-726BBDD024A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87E29-70B6-64EB-8928-32A57C15EE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4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452CB-DF87-B8B5-2EE2-CAE9A6CB48AD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what a Guide and Keeper!</a:t>
            </a:r>
            <a:endParaRPr lang="en-US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While the tempest still is high,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Storms about me, night </a:t>
            </a:r>
            <a:r>
              <a:rPr lang="en-GB" sz="2800" dirty="0" err="1">
                <a:latin typeface="Calibri"/>
                <a:ea typeface="Calibri"/>
                <a:cs typeface="Calibri"/>
              </a:rPr>
              <a:t>o'ertakes</a:t>
            </a:r>
            <a:r>
              <a:rPr lang="en-GB" sz="2800" dirty="0">
                <a:latin typeface="Calibri"/>
                <a:ea typeface="Calibri"/>
                <a:cs typeface="Calibri"/>
              </a:rPr>
              <a:t> me,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He, my Pilot, hears my cry. </a:t>
            </a:r>
            <a:endParaRPr lang="en-GB" dirty="0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endParaRPr lang="en-US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222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B211-948C-96F0-BCA9-92E302E7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872A-5D95-2FF2-8BCF-0E5B5A0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Jesus, what a friend for sinners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89243A-0183-3745-1743-3FAED13213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3F344-2F6E-1EE6-8A61-DF54EB5FCD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5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5CBF2-54AD-EC49-177F-2F879F117F86}"/>
              </a:ext>
            </a:extLst>
          </p:cNvPr>
          <p:cNvSpPr txBox="1"/>
          <p:nvPr/>
        </p:nvSpPr>
        <p:spPr>
          <a:xfrm>
            <a:off x="0" y="815690"/>
            <a:ext cx="895268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Jesus! I do now receive Him,</a:t>
            </a:r>
            <a:endParaRPr lang="en-US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More than all in Him I find,</a:t>
            </a:r>
            <a:endParaRPr lang="en-GB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He hath granted me forgiveness,</a:t>
            </a:r>
            <a:endParaRPr lang="en-GB" dirty="0"/>
          </a:p>
          <a:p>
            <a:pPr lvl="1"/>
            <a:r>
              <a:rPr lang="en-GB" sz="2800" dirty="0">
                <a:latin typeface="Calibri"/>
                <a:ea typeface="Calibri"/>
                <a:cs typeface="Calibri"/>
              </a:rPr>
              <a:t>I am His, and He is mine.</a:t>
            </a:r>
            <a:endParaRPr lang="en-GB" dirty="0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Savior!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Hallelujah! what a Friend!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Saving, helping, keeping, loving,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He is with me to the end.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2953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235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235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3855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    My</a:t>
            </a:r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faith looks up to Thee,</a:t>
            </a:r>
            <a:endParaRPr lang="en-GB" dirty="0">
              <a:ea typeface="Calibri"/>
            </a:endParaRPr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Thou Lamb of Calvary,</a:t>
            </a:r>
            <a:endParaRPr lang="en-US" dirty="0">
              <a:ea typeface="Calibri"/>
              <a:cs typeface="Segoe UI"/>
            </a:endParaRPr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Savior divine!</a:t>
            </a:r>
            <a:endParaRPr lang="en-US" dirty="0"/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Now hear me while I pray,</a:t>
            </a:r>
            <a:endParaRPr lang="en-GB" dirty="0">
              <a:ea typeface="Calibri"/>
            </a:endParaRPr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Take all my guilt away;</a:t>
            </a:r>
            <a:endParaRPr lang="en-GB" dirty="0">
              <a:ea typeface="Calibri"/>
            </a:endParaRPr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Oh let me from this day</a:t>
            </a:r>
            <a:endParaRPr lang="en-US" dirty="0"/>
          </a:p>
          <a:p>
            <a:r>
              <a:rPr lang="en-GB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Be wholly Thine.</a:t>
            </a:r>
            <a:endParaRPr lang="en-GB" dirty="0">
              <a:ea typeface="Calibri"/>
            </a:endParaRPr>
          </a:p>
          <a:p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58725-F667-0241-07BB-3149FBDB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CB95-BCE0-CD56-92E1-86A6A69D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235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E973F-F4B6-B0A0-2A89-09CA90CCFE7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BE732-AA9D-9E05-A9D0-2BC161BEA88D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    May Thy rich grace impart</a:t>
            </a:r>
            <a:endParaRPr lang="en-GB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Strength to my fainting heart,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My zeal inspire;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As Thou hast died for me,</a:t>
            </a:r>
            <a:endParaRPr lang="en-GB" dirty="0">
              <a:cs typeface="Segoe UI"/>
            </a:endParaRP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Oh may my love to Thee</a:t>
            </a:r>
            <a:endParaRPr lang="en-US" dirty="0">
              <a:cs typeface="Segoe UI"/>
            </a:endParaRPr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Pure, warm, and changeless be,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A living fire.</a:t>
            </a:r>
            <a:endParaRPr lang="en-GB" dirty="0"/>
          </a:p>
          <a:p>
            <a:endParaRPr lang="en-GB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9899859-E786-4F19-24A8-6427ABB2E4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33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102E-5B27-03F2-AE6C-D517E77E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CE9E-EE44-89B6-2D1A-17C14258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235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D58F5-6C70-1E96-08B9-CEB30285D5F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F8E10-4879-909E-CCD7-8FE08A8F261D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    While life’s dark maze I tread,</a:t>
            </a:r>
            <a:endParaRPr lang="en-US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And griefs around me spread,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Be Thou my Guide;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Bid darkness turn to day,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Wipe sorrow’s tears away,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Nor let me ever stray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From Thee aside.</a:t>
            </a:r>
            <a:endParaRPr lang="en-GB" dirty="0"/>
          </a:p>
          <a:p>
            <a:endParaRPr lang="en-GB" sz="2800" dirty="0">
              <a:latin typeface="Calibri"/>
              <a:ea typeface="Calibri"/>
              <a:cs typeface="Calibri"/>
            </a:endParaRPr>
          </a:p>
          <a:p>
            <a:endParaRPr lang="en-GB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B9FB0E1-F93C-165F-3319-B8D7B296F72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013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A8CA-2391-466E-DD01-E9F3DC31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EF76-A144-57AF-7D97-BB3EF23D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235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89CE0-92A9-6F62-99E0-D227DEF1B65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23F2E-9558-F1C0-21B2-D52475912948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dirty="0">
                <a:latin typeface="Calibri"/>
                <a:ea typeface="Calibri"/>
                <a:cs typeface="Calibri"/>
              </a:rPr>
              <a:t>    When ends life's transient dream,</a:t>
            </a:r>
            <a:endParaRPr lang="en-US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When death’s cold, sullen stream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Shall o'er me roll,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Blest Savior, then in love,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Fear and distrust remove;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Oh bear me safe above,</a:t>
            </a:r>
            <a:endParaRPr lang="en-GB" dirty="0"/>
          </a:p>
          <a:p>
            <a:r>
              <a:rPr lang="en-GB" sz="2800" dirty="0">
                <a:latin typeface="Calibri"/>
                <a:ea typeface="Calibri"/>
                <a:cs typeface="Calibri"/>
              </a:rPr>
              <a:t>    A ransomed soul.</a:t>
            </a:r>
            <a:endParaRPr lang="en-GB" dirty="0"/>
          </a:p>
          <a:p>
            <a:endParaRPr lang="en-GB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7E4B419-6BBC-C656-F189-F98B0F0E94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623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42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3854" y="758096"/>
            <a:ext cx="8867917" cy="28007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There is no love like the love of Jesus,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Never to fade or fall,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Till into the fold of the peace of God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He has gathered us all.</a:t>
            </a:r>
            <a:endParaRPr lang="en-US" dirty="0">
              <a:latin typeface="Segoe UI"/>
              <a:ea typeface="Calibri"/>
              <a:cs typeface="Segoe U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2C43A-B6E5-BCA4-CE76-83D7CBF91E73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Jesus’ love, precious love,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Boundless, and pure, and free;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Oh, turn to that love, weary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wand’ring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soul;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pleadeth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for thee.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E3E2-F448-331B-80B9-235841B8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3B5F-F9A6-609F-68B5-907C2055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92D01D0-6CDA-C6EC-F9C4-026A0729A48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E8CDB-08BA-D7AA-36F2-437744F4796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3C9CF-DECE-2841-F2D9-1428FE2C49B2}"/>
              </a:ext>
            </a:extLst>
          </p:cNvPr>
          <p:cNvSpPr txBox="1"/>
          <p:nvPr/>
        </p:nvSpPr>
        <p:spPr>
          <a:xfrm>
            <a:off x="133854" y="758096"/>
            <a:ext cx="8867917" cy="3231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There is no heart like the heart of Jesus,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Filled with a tender love;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 throb nor throe that our hearts can know;</a:t>
            </a:r>
            <a:endParaRPr lang="en-US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He feels it above.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1F637-4257-D4A4-D9A9-803EA5CEE2FD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Jesus’ love, precious love,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Boundless, and pure, and free;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Oh, turn to that love, weary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wand’ring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soul;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pleadeth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for thee.</a:t>
            </a:r>
            <a:endParaRPr lang="en-GB" i="1" dirty="0">
              <a:solidFill>
                <a:srgbClr val="FF0000"/>
              </a:solidFill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71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AFC1-C2B9-4A7A-746F-9EEEAE81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F198-A654-97F1-795F-CCE73A8B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B69196-C246-1478-B32B-14860604F8C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7822B-558D-0CC5-7B39-1622B3EBCA6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6F828-F2B8-01F0-AB93-44C8AB8D4234}"/>
              </a:ext>
            </a:extLst>
          </p:cNvPr>
          <p:cNvSpPr txBox="1"/>
          <p:nvPr/>
        </p:nvSpPr>
        <p:spPr>
          <a:xfrm>
            <a:off x="133854" y="758096"/>
            <a:ext cx="8867917" cy="36625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Oh, let us hark to the voice of Jesus!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Oh, may we never roam;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Till safe we rest on His loving breast,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In the dear </a:t>
            </a:r>
            <a:r>
              <a:rPr lang="en-GB" sz="2800" dirty="0" err="1">
                <a:latin typeface="Calibri"/>
                <a:ea typeface="Calibri"/>
                <a:cs typeface="Calibri"/>
              </a:rPr>
              <a:t>heav'nly</a:t>
            </a:r>
            <a:r>
              <a:rPr lang="en-GB" sz="2800" dirty="0">
                <a:latin typeface="Calibri"/>
                <a:ea typeface="Calibri"/>
                <a:cs typeface="Calibri"/>
              </a:rPr>
              <a:t> home!</a:t>
            </a:r>
            <a:endParaRPr lang="en-US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66DC-6F8D-EEF3-B556-ED376F64A1DD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Jesus’ love, precious love,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Boundless, and pure, and free;</a:t>
            </a:r>
            <a:endParaRPr lang="en-US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Oh, turn to that love, weary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wand’ring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soul;</a:t>
            </a:r>
            <a:endParaRPr lang="en-GB" i="1">
              <a:solidFill>
                <a:srgbClr val="FF0000"/>
              </a:solidFill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Jesus </a:t>
            </a:r>
            <a:r>
              <a:rPr lang="en-GB" sz="2800" i="1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pleadeth</a:t>
            </a:r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for thee.</a:t>
            </a:r>
            <a:endParaRPr lang="en-GB" i="1" dirty="0">
              <a:solidFill>
                <a:srgbClr val="FF0000"/>
              </a:solidFill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02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772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3774-446A-10DB-1FE9-0D9A8CDE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016E-DBD6-1D76-25B7-ACF46417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772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A18A2D-B6CC-BF39-EBB3-14E0A43FCB6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A88EC-A7CD-CCF1-77FE-786B656A6D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6024A-2E5B-FB81-D3CF-B8F3AF5BC532}"/>
              </a:ext>
            </a:extLst>
          </p:cNvPr>
          <p:cNvSpPr txBox="1"/>
          <p:nvPr/>
        </p:nvSpPr>
        <p:spPr>
          <a:xfrm>
            <a:off x="133854" y="758096"/>
            <a:ext cx="8867917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Throw out the lifeline across the dark wave;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There is a brother whom someone should save;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Somebody’s brother, Oh who then will dare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To throw out the lifeline, his peril to share?</a:t>
            </a:r>
            <a:endParaRPr lang="en-US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FC076-16A6-E172-6DDA-01CF72DC2147}"/>
              </a:ext>
            </a:extLst>
          </p:cNvPr>
          <p:cNvSpPr txBox="1"/>
          <p:nvPr/>
        </p:nvSpPr>
        <p:spPr>
          <a:xfrm>
            <a:off x="133853" y="2903888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drifting away;</a:t>
            </a:r>
            <a:endParaRPr lang="en-US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GB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sinking today.</a:t>
            </a:r>
            <a:endParaRPr lang="en-GB" i="1" dirty="0"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54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C23A-8372-F826-B2C0-DD05D2A3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A1E8-A588-4207-9997-C4542061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772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0C5279A-2558-EF69-DAF9-161AD9D0047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BA35C-DF12-9464-71EA-8966201EEDC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715EA-3376-F6B9-029E-66A390849E87}"/>
              </a:ext>
            </a:extLst>
          </p:cNvPr>
          <p:cNvSpPr txBox="1"/>
          <p:nvPr/>
        </p:nvSpPr>
        <p:spPr>
          <a:xfrm>
            <a:off x="133854" y="758096"/>
            <a:ext cx="8867917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Throw out the lifeline with hand quick and strong;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Why do you tarry, my brother so long?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See, he is sinking, O hasten today;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And out with the lifeboat, away, then, away!</a:t>
            </a:r>
            <a:endParaRPr lang="en-US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D62175-6C90-5C74-E95F-3FCDA1FBB0E2}"/>
              </a:ext>
            </a:extLst>
          </p:cNvPr>
          <p:cNvSpPr txBox="1"/>
          <p:nvPr/>
        </p:nvSpPr>
        <p:spPr>
          <a:xfrm>
            <a:off x="133853" y="2903888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drifting away;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GB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sinking today.</a:t>
            </a:r>
            <a:endParaRPr lang="en-GB" i="1"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67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3F90-2A4E-18EA-71EE-99864E53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837A-980D-ACF9-4D6C-FBF254D8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772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F4E37D-233D-9515-06F1-C8CA14094E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C609E-48A3-9005-6218-DB0083D3733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DD3FA-AE63-5600-D016-FE655F1A3018}"/>
              </a:ext>
            </a:extLst>
          </p:cNvPr>
          <p:cNvSpPr txBox="1"/>
          <p:nvPr/>
        </p:nvSpPr>
        <p:spPr>
          <a:xfrm>
            <a:off x="133854" y="758096"/>
            <a:ext cx="886791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Throw out the lifeline to danger-fraught men,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Sinking in anguish where you’ve never been;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Winds of temptation and billows of woe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Will soon hurl them out where the dark waters flow.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92887-A4B0-477F-B09F-CF019D2EC504}"/>
              </a:ext>
            </a:extLst>
          </p:cNvPr>
          <p:cNvSpPr txBox="1"/>
          <p:nvPr/>
        </p:nvSpPr>
        <p:spPr>
          <a:xfrm>
            <a:off x="133853" y="2903888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drifting away;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GB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sinking today.</a:t>
            </a:r>
            <a:endParaRPr lang="en-GB" i="1"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0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B8A8-0C10-CBF1-BEDB-7A2A0629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5748-CADB-EDEE-944E-3C952958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772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D474654-A215-3332-5027-B65CB3E4E8D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0CEA6-2F35-99D2-A24C-BB0FDCE6BF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39A5E-F22B-E503-928C-4102B447EF09}"/>
              </a:ext>
            </a:extLst>
          </p:cNvPr>
          <p:cNvSpPr txBox="1"/>
          <p:nvPr/>
        </p:nvSpPr>
        <p:spPr>
          <a:xfrm>
            <a:off x="133854" y="758096"/>
            <a:ext cx="8867917" cy="49552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Soon will the season of rescue be o’er;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Soon will they drift to eternity’s shore;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Haste then, my brother, no time for delay!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throw out the lifeline and save them today.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50938-9E95-7461-3D2D-D19441EBD4DF}"/>
              </a:ext>
            </a:extLst>
          </p:cNvPr>
          <p:cNvSpPr txBox="1"/>
          <p:nvPr/>
        </p:nvSpPr>
        <p:spPr>
          <a:xfrm>
            <a:off x="133853" y="2903888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drifting away;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Throw out the lifeline! Throw out the lifeline!</a:t>
            </a:r>
            <a:endParaRPr lang="en-GB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Someone is sinking today.</a:t>
            </a:r>
            <a:endParaRPr lang="en-GB" i="1"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80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F27-04D1-CBB8-49B8-320EA5FC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7619-4615-DDE8-4A50-914CB05C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891ABE-9839-0F7E-A49B-1A1DEB4DF35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CF944-B7A1-13D7-9AD0-BB9AC8EF629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1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7F17E-A728-6BBB-A381-08E53454AD5E}"/>
              </a:ext>
            </a:extLst>
          </p:cNvPr>
          <p:cNvSpPr txBox="1"/>
          <p:nvPr/>
        </p:nvSpPr>
        <p:spPr>
          <a:xfrm>
            <a:off x="133854" y="758096"/>
            <a:ext cx="8867917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When we walk with the Lord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In the light of His word,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What a glory He sheds on our way!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While we do His good will,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He abides with us still,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And with all who will trust and obey.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DEFB0-897B-02FC-D513-92EC626AF2E6}"/>
              </a:ext>
            </a:extLst>
          </p:cNvPr>
          <p:cNvSpPr txBox="1"/>
          <p:nvPr/>
        </p:nvSpPr>
        <p:spPr>
          <a:xfrm>
            <a:off x="133853" y="3583776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Trust and obey, for there's no other way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to be happy in Jesus, but to trust and obey.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7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839C2-198A-7743-26F8-52F20837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FE31-00DD-4B03-763B-8204EB39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C8FAEEC-69D5-CFC1-8DC6-6D7578E0A4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79B96-5E22-DD5C-A604-74430C87BD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2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B7A50-D36F-27A5-055C-016E59CA0D30}"/>
              </a:ext>
            </a:extLst>
          </p:cNvPr>
          <p:cNvSpPr txBox="1"/>
          <p:nvPr/>
        </p:nvSpPr>
        <p:spPr>
          <a:xfrm>
            <a:off x="133854" y="758096"/>
            <a:ext cx="8867917" cy="66787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shadow can rise,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cloud in the skies,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His smile quickly drives it away;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doubt or a fear,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sigh or a tear,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Can abide while we trust and obey.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AC649-E1BE-206A-67C4-31BB7564F1D2}"/>
              </a:ext>
            </a:extLst>
          </p:cNvPr>
          <p:cNvSpPr txBox="1"/>
          <p:nvPr/>
        </p:nvSpPr>
        <p:spPr>
          <a:xfrm>
            <a:off x="133853" y="3583776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Trust and obey, for there's no other way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to be happy in Jesus, but to trust and obey.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46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49C4-1109-7469-A730-667D3E2A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A54C-AB42-07C3-1881-99099E16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57EA7A4-87EA-7787-8071-0377D5EDD76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80D57-6F6F-5729-D836-D30193BFC77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3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42266-8E74-DA17-8108-99803E1FE507}"/>
              </a:ext>
            </a:extLst>
          </p:cNvPr>
          <p:cNvSpPr txBox="1"/>
          <p:nvPr/>
        </p:nvSpPr>
        <p:spPr>
          <a:xfrm>
            <a:off x="133854" y="758096"/>
            <a:ext cx="8867917" cy="71096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burden we bear,</a:t>
            </a:r>
            <a:endParaRPr lang="en-US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sorrow we share,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our toil He doth richly repay;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grief or a loss,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Not a frown or a cross,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is blest if we trust and obey.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46EF7-213A-FF3C-873C-A6B47456CF9F}"/>
              </a:ext>
            </a:extLst>
          </p:cNvPr>
          <p:cNvSpPr txBox="1"/>
          <p:nvPr/>
        </p:nvSpPr>
        <p:spPr>
          <a:xfrm>
            <a:off x="133853" y="3583776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Trust and obey, for there's no other way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to be happy in Jesus, but to trust and obey.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9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EA96-BDD1-A169-3E5D-AB7D66E2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7630-3B0D-0D70-DC5F-1B872F24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9FE466-0470-4D3E-E410-08886BCFC6E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BE354-E067-8A53-0DC6-6304E2A1C45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4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C57F5-D944-57E9-FA36-5571B985E6A4}"/>
              </a:ext>
            </a:extLst>
          </p:cNvPr>
          <p:cNvSpPr txBox="1"/>
          <p:nvPr/>
        </p:nvSpPr>
        <p:spPr>
          <a:xfrm>
            <a:off x="133854" y="758096"/>
            <a:ext cx="8867917" cy="75405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we never can prove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the delights of His love</a:t>
            </a:r>
            <a:endParaRPr lang="en-US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until all on the altar we lay;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for the favour He shows,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for the joy He bestows,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are for them who will trust and obey.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3A3A4-D1A4-2ACE-01E4-434E04152EF0}"/>
              </a:ext>
            </a:extLst>
          </p:cNvPr>
          <p:cNvSpPr txBox="1"/>
          <p:nvPr/>
        </p:nvSpPr>
        <p:spPr>
          <a:xfrm>
            <a:off x="133853" y="3583776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Trust and obey, for there's no other way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to be happy in Jesus, but to trust and obey.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DEC9-B667-3B0C-1978-96005C69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F5DC-A632-4278-E6F4-C3569903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642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272825B-CB7E-048A-C395-53438E88CB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793C6-E1D4-FCEB-A5E2-77A1F3D8D3F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5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A7482-E8C8-25A3-6212-9EAF34E1CEDA}"/>
              </a:ext>
            </a:extLst>
          </p:cNvPr>
          <p:cNvSpPr txBox="1"/>
          <p:nvPr/>
        </p:nvSpPr>
        <p:spPr>
          <a:xfrm>
            <a:off x="133854" y="758096"/>
            <a:ext cx="8867917" cy="79714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Then in fellowship sweet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We will sit at His feet,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Or we'll walk by His side in the way;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What He says we will do,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Where He sends we will go;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Never fear, only trust and obey.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DB4E9-FCC1-4EC6-B39E-6C40943E55CE}"/>
              </a:ext>
            </a:extLst>
          </p:cNvPr>
          <p:cNvSpPr txBox="1"/>
          <p:nvPr/>
        </p:nvSpPr>
        <p:spPr>
          <a:xfrm>
            <a:off x="133853" y="3583776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Trust and obey, for there's no other way</a:t>
            </a:r>
            <a:endParaRPr lang="en-US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to be happy in Jesus, but to trust and obey.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19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1D2-E36A-8C7D-9EC1-160BB260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EFD5-3276-0B3C-EDC8-3A10E9B0F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212E8C0-6CD2-2308-2F9C-A575F51C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408C03-D8F4-99B9-0ED5-F1CE6F0D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978</a:t>
            </a:r>
          </a:p>
        </p:txBody>
      </p:sp>
    </p:spTree>
    <p:extLst>
      <p:ext uri="{BB962C8B-B14F-4D97-AF65-F5344CB8AC3E}">
        <p14:creationId xmlns:p14="http://schemas.microsoft.com/office/powerpoint/2010/main" val="948678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9A6B-6F44-556C-94A7-9573D717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538E-B8A4-AADC-69C7-1022BC60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D15C55-30E6-A6A5-52F4-B08F759506F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38069-2E47-793B-348C-2A5C4698583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C79F8-5379-E644-6BEE-5C89383BB88B}"/>
              </a:ext>
            </a:extLst>
          </p:cNvPr>
          <p:cNvSpPr txBox="1"/>
          <p:nvPr/>
        </p:nvSpPr>
        <p:spPr>
          <a:xfrm>
            <a:off x="133854" y="758096"/>
            <a:ext cx="8867917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Someday the silver cord will break,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And I no more as now shall sing;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oh, the joy when I shall wake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Within the palace of the King!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2E020-E2B0-9E9F-7FE5-9175374668A9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US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grace;</a:t>
            </a:r>
            <a:endParaRPr lang="en-US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GB" i="1" dirty="0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40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4C1F-316D-19A4-1D1F-62186A63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CCA8-F664-6877-B455-27DFB052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9887704-3E36-9E54-EABD-2C95D8BD1EF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2681C-8278-93CA-3BD8-F2689899C1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505A0-76DF-10B9-5D22-48A296EB56C9}"/>
              </a:ext>
            </a:extLst>
          </p:cNvPr>
          <p:cNvSpPr txBox="1"/>
          <p:nvPr/>
        </p:nvSpPr>
        <p:spPr>
          <a:xfrm>
            <a:off x="133854" y="758096"/>
            <a:ext cx="8867917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Someday my earthly house will fall,</a:t>
            </a:r>
            <a:endParaRPr lang="en-US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I cannot tell how soon ’twill be;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But this I know– my All in All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Has now a place in </a:t>
            </a:r>
            <a:r>
              <a:rPr lang="en-GB" sz="2800" dirty="0" err="1">
                <a:latin typeface="Calibri"/>
                <a:ea typeface="Calibri"/>
                <a:cs typeface="Calibri"/>
              </a:rPr>
              <a:t>heav’n</a:t>
            </a:r>
            <a:r>
              <a:rPr lang="en-GB" sz="2800" dirty="0">
                <a:latin typeface="Calibri"/>
                <a:ea typeface="Calibri"/>
                <a:cs typeface="Calibri"/>
              </a:rPr>
              <a:t> for me.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FA46D-D74F-54B2-F505-A171B18D75AE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GB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09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EE7A-39AD-C579-A26E-8965BCD7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C96A-62F1-249E-314B-D9AF5A0B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54A5F77-75CC-8972-A61B-A4107B32A13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85F77-FC04-3FEF-4E61-E351C46B14E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AD761-8F8E-435E-AAAE-D2EAEB817F86}"/>
              </a:ext>
            </a:extLst>
          </p:cNvPr>
          <p:cNvSpPr txBox="1"/>
          <p:nvPr/>
        </p:nvSpPr>
        <p:spPr>
          <a:xfrm>
            <a:off x="133854" y="758096"/>
            <a:ext cx="8867917" cy="58169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Someday, when fades the golden sun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Beneath the rosy-tinted west,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My blessed Lord will say, “Well done!”</a:t>
            </a:r>
            <a:endParaRPr lang="en-GB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And I shall enter into rest.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2C195-484C-7643-3E4C-E12F0E6B446F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GB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32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6973-9164-BA99-681A-8933ACC4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65AA-924B-C21A-D9BD-9988A4A6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5D2977-7342-0264-92A0-385A3AE70A8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59E2F-BA0E-E902-E37C-36651DC8BCC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7671D-D35B-2ADC-0C1F-A1CA0006A0AB}"/>
              </a:ext>
            </a:extLst>
          </p:cNvPr>
          <p:cNvSpPr txBox="1"/>
          <p:nvPr/>
        </p:nvSpPr>
        <p:spPr>
          <a:xfrm>
            <a:off x="133854" y="758096"/>
            <a:ext cx="8867917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Someday; till then I’ll watch and wait,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My lamp all trimmed and burning bright,</a:t>
            </a:r>
            <a:endParaRPr lang="en-GB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That when my Savior </a:t>
            </a:r>
            <a:r>
              <a:rPr lang="en-GB" sz="2800" dirty="0" err="1">
                <a:latin typeface="Calibri"/>
                <a:ea typeface="Calibri"/>
                <a:cs typeface="Calibri"/>
              </a:rPr>
              <a:t>opes</a:t>
            </a:r>
            <a:r>
              <a:rPr lang="en-GB" sz="2800" dirty="0">
                <a:latin typeface="Calibri"/>
                <a:ea typeface="Calibri"/>
                <a:cs typeface="Calibri"/>
              </a:rPr>
              <a:t> the gate,</a:t>
            </a:r>
            <a:endParaRPr lang="en-US" dirty="0"/>
          </a:p>
          <a:p>
            <a:pPr lvl="1" algn="just"/>
            <a:r>
              <a:rPr lang="en-GB" sz="2800" dirty="0">
                <a:latin typeface="Calibri"/>
                <a:ea typeface="Calibri"/>
                <a:cs typeface="Calibri"/>
              </a:rPr>
              <a:t>My soul to Him may take its flight.</a:t>
            </a:r>
            <a:endParaRPr lang="en-GB" dirty="0"/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 dirty="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55DE6-E13D-76F4-7FBB-FC834946CF9B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grace;</a:t>
            </a:r>
            <a:endParaRPr lang="en-US" i="1">
              <a:cs typeface="Segoe UI"/>
            </a:endParaRPr>
          </a:p>
          <a:p>
            <a:pPr lvl="1"/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 shall see Him face to face,</a:t>
            </a:r>
            <a:endParaRPr lang="en-GB" i="1">
              <a:cs typeface="Segoe UI"/>
            </a:endParaRPr>
          </a:p>
          <a:p>
            <a:pPr lvl="1"/>
            <a:r>
              <a:rPr lang="en-GB" sz="28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tell the story– Saved by grace.</a:t>
            </a:r>
            <a:endParaRPr lang="en-GB" i="1" dirty="0"/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058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11C1-8AAB-8970-321B-73980553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4DB1-6070-8360-2EC7-D1E8D78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Closing Hymn- Hymn No 606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74A7AE-C9C0-7E1D-1797-D7BEEAD2E50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D4E9-252F-B348-A5A5-A0DDFC1778E4}"/>
              </a:ext>
            </a:extLst>
          </p:cNvPr>
          <p:cNvSpPr txBox="1"/>
          <p:nvPr/>
        </p:nvSpPr>
        <p:spPr>
          <a:xfrm>
            <a:off x="7023370" y="4786008"/>
            <a:ext cx="21206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Closing: 1 of 1</a:t>
            </a:r>
          </a:p>
          <a:p>
            <a:pPr algn="r"/>
            <a:endParaRPr lang="en-US" sz="140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CFABF-E0AF-7869-428C-78D62E9B0B1E}"/>
              </a:ext>
            </a:extLst>
          </p:cNvPr>
          <p:cNvSpPr txBox="1"/>
          <p:nvPr/>
        </p:nvSpPr>
        <p:spPr>
          <a:xfrm>
            <a:off x="2526" y="695363"/>
            <a:ext cx="8836674" cy="46782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O Jesus, I have promised</a:t>
            </a:r>
            <a:endParaRPr lang="en-US"/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To serve Thee to the end;</a:t>
            </a:r>
            <a:endParaRPr lang="en-US"/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Be Thou forever near me,</a:t>
            </a:r>
            <a:endParaRPr lang="en-GB">
              <a:ea typeface="Calibri"/>
            </a:endParaRPr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My Master and my Friend;</a:t>
            </a:r>
            <a:endParaRPr lang="en-US"/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 shall not fear the battle</a:t>
            </a:r>
            <a:endParaRPr lang="en-US"/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If Thou art by my side,</a:t>
            </a:r>
            <a:endParaRPr lang="en-GB">
              <a:ea typeface="Calibri"/>
            </a:endParaRPr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Nor wander from the pathway</a:t>
            </a:r>
            <a:endParaRPr lang="en-US"/>
          </a:p>
          <a:p>
            <a:pPr lvl="1"/>
            <a:r>
              <a:rPr lang="en-GB" sz="28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If Thou wilt be my Guide.</a:t>
            </a:r>
            <a:endParaRPr lang="en-GB" dirty="0">
              <a:ea typeface="Calibri"/>
            </a:endParaRPr>
          </a:p>
          <a:p>
            <a:pPr lvl="1"/>
            <a:endParaRPr lang="en-US" sz="2800" dirty="0">
              <a:solidFill>
                <a:srgbClr val="1F1F1F"/>
              </a:solidFill>
              <a:latin typeface="Calibri"/>
              <a:ea typeface="Verdana"/>
              <a:cs typeface="Calibri"/>
            </a:endParaRPr>
          </a:p>
          <a:p>
            <a:pPr lvl="2"/>
            <a:endParaRPr lang="en-US" sz="2800" i="1" dirty="0">
              <a:solidFill>
                <a:srgbClr val="FF0000"/>
              </a:solidFill>
              <a:latin typeface="Calibri"/>
              <a:ea typeface="Verdana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2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2675</Words>
  <Application>Microsoft Office PowerPoint</Application>
  <PresentationFormat>On-screen Show (16:9)</PresentationFormat>
  <Paragraphs>376</Paragraphs>
  <Slides>49</Slides>
  <Notes>28</Notes>
  <HiddenSlides>1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 – Hymn No 218</vt:lpstr>
      <vt:lpstr>Opening Hymn – Hymn No 218</vt:lpstr>
      <vt:lpstr>Opening Hymn – Hymn No 218</vt:lpstr>
      <vt:lpstr>Opening Hymn – Hymn No 218</vt:lpstr>
      <vt:lpstr>PowerPoint Presentation</vt:lpstr>
      <vt:lpstr>Thanksgiving – Hymn No 1050</vt:lpstr>
      <vt:lpstr>PowerPoint Presentation</vt:lpstr>
      <vt:lpstr>Offertory – Make me a blessing</vt:lpstr>
      <vt:lpstr>Offertory – Make me a blessing</vt:lpstr>
      <vt:lpstr>Offertory – Make me a blessing</vt:lpstr>
      <vt:lpstr>PowerPoint Presentation</vt:lpstr>
      <vt:lpstr>PowerPoint Presentation</vt:lpstr>
      <vt:lpstr>Confession – Jesus, what a friend for sinners </vt:lpstr>
      <vt:lpstr>Holy Communion – Jesus, what a friend for sinners</vt:lpstr>
      <vt:lpstr>Holy Communion – Jesus, what a friend for sinners</vt:lpstr>
      <vt:lpstr>Holy Communion – Jesus, what a friend for sinners</vt:lpstr>
      <vt:lpstr>Holy Communion – Jesus, what a friend for sinners</vt:lpstr>
      <vt:lpstr>Holy Communion – Jesus, what a friend for sinners</vt:lpstr>
      <vt:lpstr>Holy Communion – Jesus, what a friend for sinners</vt:lpstr>
      <vt:lpstr>Holy Communion – Hymn No 235</vt:lpstr>
      <vt:lpstr>Holy Communion – Hymn No 235</vt:lpstr>
      <vt:lpstr>Holy Communion – Hymn No 235</vt:lpstr>
      <vt:lpstr>Holy Communion – Hymn No 235</vt:lpstr>
      <vt:lpstr>Holy Communion – Hymn No 235</vt:lpstr>
      <vt:lpstr>Holy Communion – Hymn No 42</vt:lpstr>
      <vt:lpstr>Holy Communion – Hymn No 42</vt:lpstr>
      <vt:lpstr>Holy Communion – Hymn No 42</vt:lpstr>
      <vt:lpstr>Holy Communion – Hymn No 42</vt:lpstr>
      <vt:lpstr>Holy Communion – Hymn No 772</vt:lpstr>
      <vt:lpstr>Holy Communion – Hymn No 772</vt:lpstr>
      <vt:lpstr>Holy Communion – Hymn No 772</vt:lpstr>
      <vt:lpstr>Holy Communion – Hymn No 772</vt:lpstr>
      <vt:lpstr>Holy Communion – Hymn No 772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642</vt:lpstr>
      <vt:lpstr>Holy Communion – Hymn No 978</vt:lpstr>
      <vt:lpstr>Holy Communion – Hymn No 978</vt:lpstr>
      <vt:lpstr>Holy Communion – Hymn No 978</vt:lpstr>
      <vt:lpstr>Holy Communion – Hymn No 978</vt:lpstr>
      <vt:lpstr>Holy Communion – Hymn No 978</vt:lpstr>
      <vt:lpstr>PowerPoint Presentation</vt:lpstr>
      <vt:lpstr>Closing Hymn- Hymn No 606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443</cp:revision>
  <dcterms:created xsi:type="dcterms:W3CDTF">2020-09-02T02:55:07Z</dcterms:created>
  <dcterms:modified xsi:type="dcterms:W3CDTF">2025-09-27T13:37:14Z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