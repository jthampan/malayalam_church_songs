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  <p:sldMasterId id="2147483744" r:id="rId2"/>
    <p:sldMasterId id="2147483770" r:id="rId3"/>
  </p:sldMasterIdLst>
  <p:notesMasterIdLst>
    <p:notesMasterId r:id="rId43"/>
  </p:notesMasterIdLst>
  <p:sldIdLst>
    <p:sldId id="811" r:id="rId4"/>
    <p:sldId id="813" r:id="rId5"/>
    <p:sldId id="1390" r:id="rId6"/>
    <p:sldId id="1778" r:id="rId7"/>
    <p:sldId id="1779" r:id="rId8"/>
    <p:sldId id="1780" r:id="rId9"/>
    <p:sldId id="1781" r:id="rId10"/>
    <p:sldId id="1793" r:id="rId11"/>
    <p:sldId id="1689" r:id="rId12"/>
    <p:sldId id="1782" r:id="rId13"/>
    <p:sldId id="1783" r:id="rId14"/>
    <p:sldId id="1784" r:id="rId15"/>
    <p:sldId id="1804" r:id="rId16"/>
    <p:sldId id="1786" r:id="rId17"/>
    <p:sldId id="1785" r:id="rId18"/>
    <p:sldId id="1787" r:id="rId19"/>
    <p:sldId id="1788" r:id="rId20"/>
    <p:sldId id="1318" r:id="rId21"/>
    <p:sldId id="822" r:id="rId22"/>
    <p:sldId id="1775" r:id="rId23"/>
    <p:sldId id="1776" r:id="rId24"/>
    <p:sldId id="1789" r:id="rId25"/>
    <p:sldId id="1753" r:id="rId26"/>
    <p:sldId id="1777" r:id="rId27"/>
    <p:sldId id="1324" r:id="rId28"/>
    <p:sldId id="823" r:id="rId29"/>
    <p:sldId id="824" r:id="rId30"/>
    <p:sldId id="825" r:id="rId31"/>
    <p:sldId id="1790" r:id="rId32"/>
    <p:sldId id="1791" r:id="rId33"/>
    <p:sldId id="1792" r:id="rId34"/>
    <p:sldId id="1802" r:id="rId35"/>
    <p:sldId id="1794" r:id="rId36"/>
    <p:sldId id="1795" r:id="rId37"/>
    <p:sldId id="1796" r:id="rId38"/>
    <p:sldId id="1797" r:id="rId39"/>
    <p:sldId id="1798" r:id="rId40"/>
    <p:sldId id="1803" r:id="rId41"/>
    <p:sldId id="820" r:id="rId4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5DCF09-FC5E-8246-38A5-7BDD29DA3586}" name="Sherin Sarah Varghese" initials="SSV" userId="dc22cf68baf0230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i samuel" initials="as" lastIdx="1" clrIdx="0">
    <p:extLst>
      <p:ext uri="{19B8F6BF-5375-455C-9EA6-DF929625EA0E}">
        <p15:presenceInfo xmlns:p15="http://schemas.microsoft.com/office/powerpoint/2012/main" userId="810fea6f6deeb5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1A02"/>
    <a:srgbClr val="905562"/>
    <a:srgbClr val="B6807C"/>
    <a:srgbClr val="AE7C76"/>
    <a:srgbClr val="A1889D"/>
    <a:srgbClr val="432545"/>
    <a:srgbClr val="42475E"/>
    <a:srgbClr val="BDBCC4"/>
    <a:srgbClr val="FAC983"/>
    <a:srgbClr val="FF9F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B405EE-6B1B-DD18-7506-351E8BDC7E38}" v="27" dt="2025-04-17T02:11:09.491"/>
    <p1510:client id="{342CFE79-C6F5-9364-9AC4-39636C448540}" v="26" dt="2025-04-17T00:36:20.450"/>
    <p1510:client id="{3E9A5C52-4B06-417C-8BA5-4874986CC554}" v="1" dt="2025-04-17T13:11:43.161"/>
    <p1510:client id="{DA1C038B-49BA-0357-B350-180CAEDBAC6D}" v="641" dt="2025-04-17T08:44:13.158"/>
    <p1510:client id="{F70089A9-0CBC-51F4-3746-E0D10216EEAD}" v="219" dt="2025-04-17T08:23:13.6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1134" y="33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 /><Relationship Id="rId18" Type="http://schemas.openxmlformats.org/officeDocument/2006/relationships/slide" Target="slides/slide15.xml" /><Relationship Id="rId26" Type="http://schemas.openxmlformats.org/officeDocument/2006/relationships/slide" Target="slides/slide23.xml" /><Relationship Id="rId39" Type="http://schemas.openxmlformats.org/officeDocument/2006/relationships/slide" Target="slides/slide36.xml" /><Relationship Id="rId3" Type="http://schemas.openxmlformats.org/officeDocument/2006/relationships/slideMaster" Target="slideMasters/slideMaster3.xml" /><Relationship Id="rId21" Type="http://schemas.openxmlformats.org/officeDocument/2006/relationships/slide" Target="slides/slide18.xml" /><Relationship Id="rId34" Type="http://schemas.openxmlformats.org/officeDocument/2006/relationships/slide" Target="slides/slide31.xml" /><Relationship Id="rId42" Type="http://schemas.openxmlformats.org/officeDocument/2006/relationships/slide" Target="slides/slide39.xml" /><Relationship Id="rId47" Type="http://schemas.openxmlformats.org/officeDocument/2006/relationships/theme" Target="theme/theme1.xml" /><Relationship Id="rId50" Type="http://schemas.microsoft.com/office/2015/10/relationships/revisionInfo" Target="revisionInfo.xml" /><Relationship Id="rId7" Type="http://schemas.openxmlformats.org/officeDocument/2006/relationships/slide" Target="slides/slide4.xml" /><Relationship Id="rId12" Type="http://schemas.openxmlformats.org/officeDocument/2006/relationships/slide" Target="slides/slide9.xml" /><Relationship Id="rId17" Type="http://schemas.openxmlformats.org/officeDocument/2006/relationships/slide" Target="slides/slide14.xml" /><Relationship Id="rId25" Type="http://schemas.openxmlformats.org/officeDocument/2006/relationships/slide" Target="slides/slide22.xml" /><Relationship Id="rId33" Type="http://schemas.openxmlformats.org/officeDocument/2006/relationships/slide" Target="slides/slide30.xml" /><Relationship Id="rId38" Type="http://schemas.openxmlformats.org/officeDocument/2006/relationships/slide" Target="slides/slide35.xml" /><Relationship Id="rId46" Type="http://schemas.openxmlformats.org/officeDocument/2006/relationships/viewProps" Target="viewProps.xml" /><Relationship Id="rId2" Type="http://schemas.openxmlformats.org/officeDocument/2006/relationships/slideMaster" Target="slideMasters/slideMaster2.xml" /><Relationship Id="rId16" Type="http://schemas.openxmlformats.org/officeDocument/2006/relationships/slide" Target="slides/slide13.xml" /><Relationship Id="rId20" Type="http://schemas.openxmlformats.org/officeDocument/2006/relationships/slide" Target="slides/slide17.xml" /><Relationship Id="rId29" Type="http://schemas.openxmlformats.org/officeDocument/2006/relationships/slide" Target="slides/slide26.xml" /><Relationship Id="rId41" Type="http://schemas.openxmlformats.org/officeDocument/2006/relationships/slide" Target="slides/slide38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3.xml" /><Relationship Id="rId11" Type="http://schemas.openxmlformats.org/officeDocument/2006/relationships/slide" Target="slides/slide8.xml" /><Relationship Id="rId24" Type="http://schemas.openxmlformats.org/officeDocument/2006/relationships/slide" Target="slides/slide21.xml" /><Relationship Id="rId32" Type="http://schemas.openxmlformats.org/officeDocument/2006/relationships/slide" Target="slides/slide29.xml" /><Relationship Id="rId37" Type="http://schemas.openxmlformats.org/officeDocument/2006/relationships/slide" Target="slides/slide34.xml" /><Relationship Id="rId40" Type="http://schemas.openxmlformats.org/officeDocument/2006/relationships/slide" Target="slides/slide37.xml" /><Relationship Id="rId45" Type="http://schemas.openxmlformats.org/officeDocument/2006/relationships/presProps" Target="presProps.xml" /><Relationship Id="rId5" Type="http://schemas.openxmlformats.org/officeDocument/2006/relationships/slide" Target="slides/slide2.xml" /><Relationship Id="rId15" Type="http://schemas.openxmlformats.org/officeDocument/2006/relationships/slide" Target="slides/slide12.xml" /><Relationship Id="rId23" Type="http://schemas.openxmlformats.org/officeDocument/2006/relationships/slide" Target="slides/slide20.xml" /><Relationship Id="rId28" Type="http://schemas.openxmlformats.org/officeDocument/2006/relationships/slide" Target="slides/slide25.xml" /><Relationship Id="rId36" Type="http://schemas.openxmlformats.org/officeDocument/2006/relationships/slide" Target="slides/slide33.xml" /><Relationship Id="rId49" Type="http://schemas.microsoft.com/office/2016/11/relationships/changesInfo" Target="changesInfos/changesInfo1.xml" /><Relationship Id="rId10" Type="http://schemas.openxmlformats.org/officeDocument/2006/relationships/slide" Target="slides/slide7.xml" /><Relationship Id="rId19" Type="http://schemas.openxmlformats.org/officeDocument/2006/relationships/slide" Target="slides/slide16.xml" /><Relationship Id="rId31" Type="http://schemas.openxmlformats.org/officeDocument/2006/relationships/slide" Target="slides/slide28.xml" /><Relationship Id="rId44" Type="http://schemas.openxmlformats.org/officeDocument/2006/relationships/commentAuthors" Target="commentAuthors.xml" /><Relationship Id="rId4" Type="http://schemas.openxmlformats.org/officeDocument/2006/relationships/slide" Target="slides/slide1.xml" /><Relationship Id="rId9" Type="http://schemas.openxmlformats.org/officeDocument/2006/relationships/slide" Target="slides/slide6.xml" /><Relationship Id="rId14" Type="http://schemas.openxmlformats.org/officeDocument/2006/relationships/slide" Target="slides/slide11.xml" /><Relationship Id="rId22" Type="http://schemas.openxmlformats.org/officeDocument/2006/relationships/slide" Target="slides/slide19.xml" /><Relationship Id="rId27" Type="http://schemas.openxmlformats.org/officeDocument/2006/relationships/slide" Target="slides/slide24.xml" /><Relationship Id="rId30" Type="http://schemas.openxmlformats.org/officeDocument/2006/relationships/slide" Target="slides/slide27.xml" /><Relationship Id="rId35" Type="http://schemas.openxmlformats.org/officeDocument/2006/relationships/slide" Target="slides/slide32.xml" /><Relationship Id="rId43" Type="http://schemas.openxmlformats.org/officeDocument/2006/relationships/notesMaster" Target="notesMasters/notesMaster1.xml" /><Relationship Id="rId48" Type="http://schemas.openxmlformats.org/officeDocument/2006/relationships/tableStyles" Target="tableStyles.xml" /><Relationship Id="rId8" Type="http://schemas.openxmlformats.org/officeDocument/2006/relationships/slide" Target="slides/slide5.xml" /><Relationship Id="rId51" Type="http://schemas.microsoft.com/office/2018/10/relationships/authors" Target="authors.xml" 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ni Shaji" userId="525cda041429e910" providerId="Windows Live" clId="Web-{342CFE79-C6F5-9364-9AC4-39636C448540}"/>
    <pc:docChg chg="delSld modSld">
      <pc:chgData name="Rini Shaji" userId="525cda041429e910" providerId="Windows Live" clId="Web-{342CFE79-C6F5-9364-9AC4-39636C448540}" dt="2025-04-17T00:36:20.450" v="22" actId="20577"/>
      <pc:docMkLst>
        <pc:docMk/>
      </pc:docMkLst>
      <pc:sldChg chg="modSp">
        <pc:chgData name="Rini Shaji" userId="525cda041429e910" providerId="Windows Live" clId="Web-{342CFE79-C6F5-9364-9AC4-39636C448540}" dt="2025-04-17T00:33:03.068" v="11" actId="1076"/>
        <pc:sldMkLst>
          <pc:docMk/>
          <pc:sldMk cId="4206118844" sldId="811"/>
        </pc:sldMkLst>
        <pc:spChg chg="mod">
          <ac:chgData name="Rini Shaji" userId="525cda041429e910" providerId="Windows Live" clId="Web-{342CFE79-C6F5-9364-9AC4-39636C448540}" dt="2025-04-17T00:33:03.068" v="11" actId="1076"/>
          <ac:spMkLst>
            <pc:docMk/>
            <pc:sldMk cId="4206118844" sldId="811"/>
            <ac:spMk id="4" creationId="{CE105701-EC27-2870-9103-A1C6E52CB44F}"/>
          </ac:spMkLst>
        </pc:spChg>
      </pc:sldChg>
      <pc:sldChg chg="modSp">
        <pc:chgData name="Rini Shaji" userId="525cda041429e910" providerId="Windows Live" clId="Web-{342CFE79-C6F5-9364-9AC4-39636C448540}" dt="2025-04-17T00:35:22.901" v="21" actId="14100"/>
        <pc:sldMkLst>
          <pc:docMk/>
          <pc:sldMk cId="1217883548" sldId="1318"/>
        </pc:sldMkLst>
        <pc:spChg chg="mod">
          <ac:chgData name="Rini Shaji" userId="525cda041429e910" providerId="Windows Live" clId="Web-{342CFE79-C6F5-9364-9AC4-39636C448540}" dt="2025-04-17T00:35:22.901" v="21" actId="14100"/>
          <ac:spMkLst>
            <pc:docMk/>
            <pc:sldMk cId="1217883548" sldId="1318"/>
            <ac:spMk id="2" creationId="{F23B826F-1EDA-129F-EC70-2DC957D4F038}"/>
          </ac:spMkLst>
        </pc:spChg>
        <pc:spChg chg="mod">
          <ac:chgData name="Rini Shaji" userId="525cda041429e910" providerId="Windows Live" clId="Web-{342CFE79-C6F5-9364-9AC4-39636C448540}" dt="2025-04-17T00:35:18.557" v="20" actId="20577"/>
          <ac:spMkLst>
            <pc:docMk/>
            <pc:sldMk cId="1217883548" sldId="1318"/>
            <ac:spMk id="3" creationId="{B9ACC418-9BFA-F946-DA5B-A680A2EBDFAC}"/>
          </ac:spMkLst>
        </pc:spChg>
      </pc:sldChg>
      <pc:sldChg chg="modSp">
        <pc:chgData name="Rini Shaji" userId="525cda041429e910" providerId="Windows Live" clId="Web-{342CFE79-C6F5-9364-9AC4-39636C448540}" dt="2025-04-17T00:35:01.057" v="16" actId="1076"/>
        <pc:sldMkLst>
          <pc:docMk/>
          <pc:sldMk cId="678669220" sldId="1785"/>
        </pc:sldMkLst>
        <pc:spChg chg="mod">
          <ac:chgData name="Rini Shaji" userId="525cda041429e910" providerId="Windows Live" clId="Web-{342CFE79-C6F5-9364-9AC4-39636C448540}" dt="2025-04-17T00:35:01.057" v="16" actId="1076"/>
          <ac:spMkLst>
            <pc:docMk/>
            <pc:sldMk cId="678669220" sldId="1785"/>
            <ac:spMk id="7" creationId="{0C6FBDF7-0764-2CDC-D3B4-0A83311011CA}"/>
          </ac:spMkLst>
        </pc:spChg>
      </pc:sldChg>
      <pc:sldChg chg="modSp">
        <pc:chgData name="Rini Shaji" userId="525cda041429e910" providerId="Windows Live" clId="Web-{342CFE79-C6F5-9364-9AC4-39636C448540}" dt="2025-04-17T00:36:20.450" v="22" actId="20577"/>
        <pc:sldMkLst>
          <pc:docMk/>
          <pc:sldMk cId="2288399842" sldId="1792"/>
        </pc:sldMkLst>
        <pc:spChg chg="mod">
          <ac:chgData name="Rini Shaji" userId="525cda041429e910" providerId="Windows Live" clId="Web-{342CFE79-C6F5-9364-9AC4-39636C448540}" dt="2025-04-17T00:36:20.450" v="22" actId="20577"/>
          <ac:spMkLst>
            <pc:docMk/>
            <pc:sldMk cId="2288399842" sldId="1792"/>
            <ac:spMk id="5" creationId="{6E94B768-2166-FF05-170E-E37FEB368941}"/>
          </ac:spMkLst>
        </pc:spChg>
      </pc:sldChg>
      <pc:sldChg chg="del">
        <pc:chgData name="Rini Shaji" userId="525cda041429e910" providerId="Windows Live" clId="Web-{342CFE79-C6F5-9364-9AC4-39636C448540}" dt="2025-04-17T00:33:25.772" v="12"/>
        <pc:sldMkLst>
          <pc:docMk/>
          <pc:sldMk cId="104979684" sldId="1799"/>
        </pc:sldMkLst>
      </pc:sldChg>
      <pc:sldChg chg="del">
        <pc:chgData name="Rini Shaji" userId="525cda041429e910" providerId="Windows Live" clId="Web-{342CFE79-C6F5-9364-9AC4-39636C448540}" dt="2025-04-17T00:33:41.413" v="13"/>
        <pc:sldMkLst>
          <pc:docMk/>
          <pc:sldMk cId="971028115" sldId="1800"/>
        </pc:sldMkLst>
      </pc:sldChg>
      <pc:sldChg chg="del">
        <pc:chgData name="Rini Shaji" userId="525cda041429e910" providerId="Windows Live" clId="Web-{342CFE79-C6F5-9364-9AC4-39636C448540}" dt="2025-04-17T00:33:50.632" v="14"/>
        <pc:sldMkLst>
          <pc:docMk/>
          <pc:sldMk cId="1255355298" sldId="1801"/>
        </pc:sldMkLst>
      </pc:sldChg>
    </pc:docChg>
  </pc:docChgLst>
  <pc:docChgLst>
    <pc:chgData name="Rini Shaji" userId="525cda041429e910" providerId="Windows Live" clId="Web-{10B874F1-DEAD-74E5-2DF0-8AFAE0BB2A74}"/>
    <pc:docChg chg="addSld delSld modSld sldOrd">
      <pc:chgData name="Rini Shaji" userId="525cda041429e910" providerId="Windows Live" clId="Web-{10B874F1-DEAD-74E5-2DF0-8AFAE0BB2A74}" dt="2025-04-16T15:57:06.557" v="273" actId="1076"/>
      <pc:docMkLst>
        <pc:docMk/>
      </pc:docMkLst>
      <pc:sldChg chg="modSp">
        <pc:chgData name="Rini Shaji" userId="525cda041429e910" providerId="Windows Live" clId="Web-{10B874F1-DEAD-74E5-2DF0-8AFAE0BB2A74}" dt="2025-04-16T15:41:11.031" v="92" actId="20577"/>
        <pc:sldMkLst>
          <pc:docMk/>
          <pc:sldMk cId="4206118844" sldId="811"/>
        </pc:sldMkLst>
        <pc:spChg chg="mod">
          <ac:chgData name="Rini Shaji" userId="525cda041429e910" providerId="Windows Live" clId="Web-{10B874F1-DEAD-74E5-2DF0-8AFAE0BB2A74}" dt="2025-04-16T15:41:11.031" v="92" actId="20577"/>
          <ac:spMkLst>
            <pc:docMk/>
            <pc:sldMk cId="4206118844" sldId="811"/>
            <ac:spMk id="4" creationId="{CE105701-EC27-2870-9103-A1C6E52CB44F}"/>
          </ac:spMkLst>
        </pc:spChg>
      </pc:sldChg>
      <pc:sldChg chg="modSp">
        <pc:chgData name="Rini Shaji" userId="525cda041429e910" providerId="Windows Live" clId="Web-{10B874F1-DEAD-74E5-2DF0-8AFAE0BB2A74}" dt="2025-04-16T15:47:30.307" v="163" actId="1076"/>
        <pc:sldMkLst>
          <pc:docMk/>
          <pc:sldMk cId="717388547" sldId="813"/>
        </pc:sldMkLst>
        <pc:spChg chg="mod">
          <ac:chgData name="Rini Shaji" userId="525cda041429e910" providerId="Windows Live" clId="Web-{10B874F1-DEAD-74E5-2DF0-8AFAE0BB2A74}" dt="2025-04-16T15:47:26.713" v="162" actId="1076"/>
          <ac:spMkLst>
            <pc:docMk/>
            <pc:sldMk cId="717388547" sldId="813"/>
            <ac:spMk id="2" creationId="{B7289E29-7507-3DDD-F7D2-9284AAD62DE9}"/>
          </ac:spMkLst>
        </pc:spChg>
        <pc:spChg chg="mod">
          <ac:chgData name="Rini Shaji" userId="525cda041429e910" providerId="Windows Live" clId="Web-{10B874F1-DEAD-74E5-2DF0-8AFAE0BB2A74}" dt="2025-04-16T15:47:30.307" v="163" actId="1076"/>
          <ac:spMkLst>
            <pc:docMk/>
            <pc:sldMk cId="717388547" sldId="813"/>
            <ac:spMk id="3" creationId="{452E3445-7428-97CE-263A-521C050900BE}"/>
          </ac:spMkLst>
        </pc:spChg>
      </pc:sldChg>
      <pc:sldChg chg="del">
        <pc:chgData name="Rini Shaji" userId="525cda041429e910" providerId="Windows Live" clId="Web-{10B874F1-DEAD-74E5-2DF0-8AFAE0BB2A74}" dt="2025-04-16T15:50:20.921" v="173"/>
        <pc:sldMkLst>
          <pc:docMk/>
          <pc:sldMk cId="3717493800" sldId="821"/>
        </pc:sldMkLst>
      </pc:sldChg>
      <pc:sldChg chg="ord">
        <pc:chgData name="Rini Shaji" userId="525cda041429e910" providerId="Windows Live" clId="Web-{10B874F1-DEAD-74E5-2DF0-8AFAE0BB2A74}" dt="2025-04-16T15:50:55.812" v="181"/>
        <pc:sldMkLst>
          <pc:docMk/>
          <pc:sldMk cId="3585569336" sldId="825"/>
        </pc:sldMkLst>
      </pc:sldChg>
      <pc:sldChg chg="del">
        <pc:chgData name="Rini Shaji" userId="525cda041429e910" providerId="Windows Live" clId="Web-{10B874F1-DEAD-74E5-2DF0-8AFAE0BB2A74}" dt="2025-04-16T15:56:19.212" v="262"/>
        <pc:sldMkLst>
          <pc:docMk/>
          <pc:sldMk cId="4027535716" sldId="829"/>
        </pc:sldMkLst>
      </pc:sldChg>
      <pc:sldChg chg="del">
        <pc:chgData name="Rini Shaji" userId="525cda041429e910" providerId="Windows Live" clId="Web-{10B874F1-DEAD-74E5-2DF0-8AFAE0BB2A74}" dt="2025-04-16T15:50:16.483" v="172"/>
        <pc:sldMkLst>
          <pc:docMk/>
          <pc:sldMk cId="2771250690" sldId="851"/>
        </pc:sldMkLst>
      </pc:sldChg>
      <pc:sldChg chg="del">
        <pc:chgData name="Rini Shaji" userId="525cda041429e910" providerId="Windows Live" clId="Web-{10B874F1-DEAD-74E5-2DF0-8AFAE0BB2A74}" dt="2025-04-16T15:55:47.070" v="234"/>
        <pc:sldMkLst>
          <pc:docMk/>
          <pc:sldMk cId="1416329417" sldId="949"/>
        </pc:sldMkLst>
      </pc:sldChg>
      <pc:sldChg chg="del">
        <pc:chgData name="Rini Shaji" userId="525cda041429e910" providerId="Windows Live" clId="Web-{10B874F1-DEAD-74E5-2DF0-8AFAE0BB2A74}" dt="2025-04-16T15:56:22.290" v="263"/>
        <pc:sldMkLst>
          <pc:docMk/>
          <pc:sldMk cId="1180184608" sldId="1201"/>
        </pc:sldMkLst>
      </pc:sldChg>
      <pc:sldChg chg="del">
        <pc:chgData name="Rini Shaji" userId="525cda041429e910" providerId="Windows Live" clId="Web-{10B874F1-DEAD-74E5-2DF0-8AFAE0BB2A74}" dt="2025-04-16T15:56:08.633" v="258"/>
        <pc:sldMkLst>
          <pc:docMk/>
          <pc:sldMk cId="430881365" sldId="1259"/>
        </pc:sldMkLst>
      </pc:sldChg>
      <pc:sldChg chg="del">
        <pc:chgData name="Rini Shaji" userId="525cda041429e910" providerId="Windows Live" clId="Web-{10B874F1-DEAD-74E5-2DF0-8AFAE0BB2A74}" dt="2025-04-16T15:48:22.511" v="168"/>
        <pc:sldMkLst>
          <pc:docMk/>
          <pc:sldMk cId="1672910874" sldId="1298"/>
        </pc:sldMkLst>
      </pc:sldChg>
      <pc:sldChg chg="modSp ord">
        <pc:chgData name="Rini Shaji" userId="525cda041429e910" providerId="Windows Live" clId="Web-{10B874F1-DEAD-74E5-2DF0-8AFAE0BB2A74}" dt="2025-04-16T15:51:45.501" v="188" actId="20577"/>
        <pc:sldMkLst>
          <pc:docMk/>
          <pc:sldMk cId="1217883548" sldId="1318"/>
        </pc:sldMkLst>
        <pc:spChg chg="mod">
          <ac:chgData name="Rini Shaji" userId="525cda041429e910" providerId="Windows Live" clId="Web-{10B874F1-DEAD-74E5-2DF0-8AFAE0BB2A74}" dt="2025-04-16T15:51:45.501" v="188" actId="20577"/>
          <ac:spMkLst>
            <pc:docMk/>
            <pc:sldMk cId="1217883548" sldId="1318"/>
            <ac:spMk id="3" creationId="{B9ACC418-9BFA-F946-DA5B-A680A2EBDFAC}"/>
          </ac:spMkLst>
        </pc:spChg>
      </pc:sldChg>
      <pc:sldChg chg="del">
        <pc:chgData name="Rini Shaji" userId="525cda041429e910" providerId="Windows Live" clId="Web-{10B874F1-DEAD-74E5-2DF0-8AFAE0BB2A74}" dt="2025-04-16T15:55:47.992" v="235"/>
        <pc:sldMkLst>
          <pc:docMk/>
          <pc:sldMk cId="397177493" sldId="1389"/>
        </pc:sldMkLst>
      </pc:sldChg>
      <pc:sldChg chg="modSp">
        <pc:chgData name="Rini Shaji" userId="525cda041429e910" providerId="Windows Live" clId="Web-{10B874F1-DEAD-74E5-2DF0-8AFAE0BB2A74}" dt="2025-04-16T15:42:04.626" v="99" actId="1076"/>
        <pc:sldMkLst>
          <pc:docMk/>
          <pc:sldMk cId="2716954731" sldId="1390"/>
        </pc:sldMkLst>
        <pc:spChg chg="mod">
          <ac:chgData name="Rini Shaji" userId="525cda041429e910" providerId="Windows Live" clId="Web-{10B874F1-DEAD-74E5-2DF0-8AFAE0BB2A74}" dt="2025-04-16T15:42:04.626" v="99" actId="1076"/>
          <ac:spMkLst>
            <pc:docMk/>
            <pc:sldMk cId="2716954731" sldId="1390"/>
            <ac:spMk id="4" creationId="{BBA86F7C-8947-88A4-795D-942E62009A0C}"/>
          </ac:spMkLst>
        </pc:spChg>
      </pc:sldChg>
      <pc:sldChg chg="del">
        <pc:chgData name="Rini Shaji" userId="525cda041429e910" providerId="Windows Live" clId="Web-{10B874F1-DEAD-74E5-2DF0-8AFAE0BB2A74}" dt="2025-04-16T15:55:41.758" v="230"/>
        <pc:sldMkLst>
          <pc:docMk/>
          <pc:sldMk cId="3559088401" sldId="1396"/>
        </pc:sldMkLst>
      </pc:sldChg>
      <pc:sldChg chg="del">
        <pc:chgData name="Rini Shaji" userId="525cda041429e910" providerId="Windows Live" clId="Web-{10B874F1-DEAD-74E5-2DF0-8AFAE0BB2A74}" dt="2025-04-16T15:55:52.445" v="240"/>
        <pc:sldMkLst>
          <pc:docMk/>
          <pc:sldMk cId="2451994672" sldId="1402"/>
        </pc:sldMkLst>
      </pc:sldChg>
      <pc:sldChg chg="del">
        <pc:chgData name="Rini Shaji" userId="525cda041429e910" providerId="Windows Live" clId="Web-{10B874F1-DEAD-74E5-2DF0-8AFAE0BB2A74}" dt="2025-04-16T15:55:53.195" v="241"/>
        <pc:sldMkLst>
          <pc:docMk/>
          <pc:sldMk cId="1432198362" sldId="1403"/>
        </pc:sldMkLst>
      </pc:sldChg>
      <pc:sldChg chg="del">
        <pc:chgData name="Rini Shaji" userId="525cda041429e910" providerId="Windows Live" clId="Web-{10B874F1-DEAD-74E5-2DF0-8AFAE0BB2A74}" dt="2025-04-16T15:55:59.133" v="250"/>
        <pc:sldMkLst>
          <pc:docMk/>
          <pc:sldMk cId="434740199" sldId="1407"/>
        </pc:sldMkLst>
      </pc:sldChg>
      <pc:sldChg chg="del">
        <pc:chgData name="Rini Shaji" userId="525cda041429e910" providerId="Windows Live" clId="Web-{10B874F1-DEAD-74E5-2DF0-8AFAE0BB2A74}" dt="2025-04-16T15:55:55.274" v="244"/>
        <pc:sldMkLst>
          <pc:docMk/>
          <pc:sldMk cId="2785602331" sldId="1411"/>
        </pc:sldMkLst>
      </pc:sldChg>
      <pc:sldChg chg="del">
        <pc:chgData name="Rini Shaji" userId="525cda041429e910" providerId="Windows Live" clId="Web-{10B874F1-DEAD-74E5-2DF0-8AFAE0BB2A74}" dt="2025-04-16T15:55:56.117" v="245"/>
        <pc:sldMkLst>
          <pc:docMk/>
          <pc:sldMk cId="2785920718" sldId="1606"/>
        </pc:sldMkLst>
      </pc:sldChg>
      <pc:sldChg chg="del">
        <pc:chgData name="Rini Shaji" userId="525cda041429e910" providerId="Windows Live" clId="Web-{10B874F1-DEAD-74E5-2DF0-8AFAE0BB2A74}" dt="2025-04-16T15:56:02.555" v="253"/>
        <pc:sldMkLst>
          <pc:docMk/>
          <pc:sldMk cId="1850048300" sldId="1608"/>
        </pc:sldMkLst>
      </pc:sldChg>
      <pc:sldChg chg="del">
        <pc:chgData name="Rini Shaji" userId="525cda041429e910" providerId="Windows Live" clId="Web-{10B874F1-DEAD-74E5-2DF0-8AFAE0BB2A74}" dt="2025-04-16T15:56:03.336" v="254"/>
        <pc:sldMkLst>
          <pc:docMk/>
          <pc:sldMk cId="2076299123" sldId="1609"/>
        </pc:sldMkLst>
      </pc:sldChg>
      <pc:sldChg chg="del">
        <pc:chgData name="Rini Shaji" userId="525cda041429e910" providerId="Windows Live" clId="Web-{10B874F1-DEAD-74E5-2DF0-8AFAE0BB2A74}" dt="2025-04-16T15:56:14.165" v="259"/>
        <pc:sldMkLst>
          <pc:docMk/>
          <pc:sldMk cId="2170825706" sldId="1679"/>
        </pc:sldMkLst>
      </pc:sldChg>
      <pc:sldChg chg="modSp">
        <pc:chgData name="Rini Shaji" userId="525cda041429e910" providerId="Windows Live" clId="Web-{10B874F1-DEAD-74E5-2DF0-8AFAE0BB2A74}" dt="2025-04-16T15:45:14.194" v="127" actId="20577"/>
        <pc:sldMkLst>
          <pc:docMk/>
          <pc:sldMk cId="821631254" sldId="1689"/>
        </pc:sldMkLst>
        <pc:spChg chg="mod">
          <ac:chgData name="Rini Shaji" userId="525cda041429e910" providerId="Windows Live" clId="Web-{10B874F1-DEAD-74E5-2DF0-8AFAE0BB2A74}" dt="2025-04-16T15:44:52.959" v="117" actId="20577"/>
          <ac:spMkLst>
            <pc:docMk/>
            <pc:sldMk cId="821631254" sldId="1689"/>
            <ac:spMk id="5" creationId="{AF47353D-3FCD-B81F-BB48-9B0AB99CB80C}"/>
          </ac:spMkLst>
        </pc:spChg>
        <pc:spChg chg="mod">
          <ac:chgData name="Rini Shaji" userId="525cda041429e910" providerId="Windows Live" clId="Web-{10B874F1-DEAD-74E5-2DF0-8AFAE0BB2A74}" dt="2025-04-16T15:45:14.194" v="127" actId="20577"/>
          <ac:spMkLst>
            <pc:docMk/>
            <pc:sldMk cId="821631254" sldId="1689"/>
            <ac:spMk id="7" creationId="{BB1D2924-101E-5EBC-9B93-D95B7D93C60A}"/>
          </ac:spMkLst>
        </pc:spChg>
      </pc:sldChg>
      <pc:sldChg chg="del">
        <pc:chgData name="Rini Shaji" userId="525cda041429e910" providerId="Windows Live" clId="Web-{10B874F1-DEAD-74E5-2DF0-8AFAE0BB2A74}" dt="2025-04-16T15:55:43.680" v="231"/>
        <pc:sldMkLst>
          <pc:docMk/>
          <pc:sldMk cId="1592419102" sldId="1755"/>
        </pc:sldMkLst>
      </pc:sldChg>
      <pc:sldChg chg="del">
        <pc:chgData name="Rini Shaji" userId="525cda041429e910" providerId="Windows Live" clId="Web-{10B874F1-DEAD-74E5-2DF0-8AFAE0BB2A74}" dt="2025-04-16T15:55:44.742" v="232"/>
        <pc:sldMkLst>
          <pc:docMk/>
          <pc:sldMk cId="591218981" sldId="1756"/>
        </pc:sldMkLst>
      </pc:sldChg>
      <pc:sldChg chg="del">
        <pc:chgData name="Rini Shaji" userId="525cda041429e910" providerId="Windows Live" clId="Web-{10B874F1-DEAD-74E5-2DF0-8AFAE0BB2A74}" dt="2025-04-16T15:55:45.992" v="233"/>
        <pc:sldMkLst>
          <pc:docMk/>
          <pc:sldMk cId="3507092470" sldId="1757"/>
        </pc:sldMkLst>
      </pc:sldChg>
      <pc:sldChg chg="del">
        <pc:chgData name="Rini Shaji" userId="525cda041429e910" providerId="Windows Live" clId="Web-{10B874F1-DEAD-74E5-2DF0-8AFAE0BB2A74}" dt="2025-04-16T15:55:48.945" v="236"/>
        <pc:sldMkLst>
          <pc:docMk/>
          <pc:sldMk cId="3565545958" sldId="1758"/>
        </pc:sldMkLst>
      </pc:sldChg>
      <pc:sldChg chg="del">
        <pc:chgData name="Rini Shaji" userId="525cda041429e910" providerId="Windows Live" clId="Web-{10B874F1-DEAD-74E5-2DF0-8AFAE0BB2A74}" dt="2025-04-16T15:55:49.805" v="237"/>
        <pc:sldMkLst>
          <pc:docMk/>
          <pc:sldMk cId="1860961304" sldId="1759"/>
        </pc:sldMkLst>
      </pc:sldChg>
      <pc:sldChg chg="del">
        <pc:chgData name="Rini Shaji" userId="525cda041429e910" providerId="Windows Live" clId="Web-{10B874F1-DEAD-74E5-2DF0-8AFAE0BB2A74}" dt="2025-04-16T15:55:50.633" v="238"/>
        <pc:sldMkLst>
          <pc:docMk/>
          <pc:sldMk cId="444629790" sldId="1760"/>
        </pc:sldMkLst>
      </pc:sldChg>
      <pc:sldChg chg="del">
        <pc:chgData name="Rini Shaji" userId="525cda041429e910" providerId="Windows Live" clId="Web-{10B874F1-DEAD-74E5-2DF0-8AFAE0BB2A74}" dt="2025-04-16T15:55:51.664" v="239"/>
        <pc:sldMkLst>
          <pc:docMk/>
          <pc:sldMk cId="3177669923" sldId="1761"/>
        </pc:sldMkLst>
      </pc:sldChg>
      <pc:sldChg chg="del">
        <pc:chgData name="Rini Shaji" userId="525cda041429e910" providerId="Windows Live" clId="Web-{10B874F1-DEAD-74E5-2DF0-8AFAE0BB2A74}" dt="2025-04-16T15:55:53.899" v="242"/>
        <pc:sldMkLst>
          <pc:docMk/>
          <pc:sldMk cId="3291974233" sldId="1762"/>
        </pc:sldMkLst>
      </pc:sldChg>
      <pc:sldChg chg="del">
        <pc:chgData name="Rini Shaji" userId="525cda041429e910" providerId="Windows Live" clId="Web-{10B874F1-DEAD-74E5-2DF0-8AFAE0BB2A74}" dt="2025-04-16T15:55:54.539" v="243"/>
        <pc:sldMkLst>
          <pc:docMk/>
          <pc:sldMk cId="2222851876" sldId="1763"/>
        </pc:sldMkLst>
      </pc:sldChg>
      <pc:sldChg chg="del">
        <pc:chgData name="Rini Shaji" userId="525cda041429e910" providerId="Windows Live" clId="Web-{10B874F1-DEAD-74E5-2DF0-8AFAE0BB2A74}" dt="2025-04-16T15:55:56.946" v="246"/>
        <pc:sldMkLst>
          <pc:docMk/>
          <pc:sldMk cId="869007040" sldId="1764"/>
        </pc:sldMkLst>
      </pc:sldChg>
      <pc:sldChg chg="del">
        <pc:chgData name="Rini Shaji" userId="525cda041429e910" providerId="Windows Live" clId="Web-{10B874F1-DEAD-74E5-2DF0-8AFAE0BB2A74}" dt="2025-04-16T15:55:57.352" v="247"/>
        <pc:sldMkLst>
          <pc:docMk/>
          <pc:sldMk cId="584605189" sldId="1765"/>
        </pc:sldMkLst>
      </pc:sldChg>
      <pc:sldChg chg="del">
        <pc:chgData name="Rini Shaji" userId="525cda041429e910" providerId="Windows Live" clId="Web-{10B874F1-DEAD-74E5-2DF0-8AFAE0BB2A74}" dt="2025-04-16T15:55:57.914" v="248"/>
        <pc:sldMkLst>
          <pc:docMk/>
          <pc:sldMk cId="1510227860" sldId="1766"/>
        </pc:sldMkLst>
      </pc:sldChg>
      <pc:sldChg chg="del">
        <pc:chgData name="Rini Shaji" userId="525cda041429e910" providerId="Windows Live" clId="Web-{10B874F1-DEAD-74E5-2DF0-8AFAE0BB2A74}" dt="2025-04-16T15:55:58.524" v="249"/>
        <pc:sldMkLst>
          <pc:docMk/>
          <pc:sldMk cId="1008354012" sldId="1767"/>
        </pc:sldMkLst>
      </pc:sldChg>
      <pc:sldChg chg="del">
        <pc:chgData name="Rini Shaji" userId="525cda041429e910" providerId="Windows Live" clId="Web-{10B874F1-DEAD-74E5-2DF0-8AFAE0BB2A74}" dt="2025-04-16T15:55:59.930" v="251"/>
        <pc:sldMkLst>
          <pc:docMk/>
          <pc:sldMk cId="82669733" sldId="1768"/>
        </pc:sldMkLst>
      </pc:sldChg>
      <pc:sldChg chg="del">
        <pc:chgData name="Rini Shaji" userId="525cda041429e910" providerId="Windows Live" clId="Web-{10B874F1-DEAD-74E5-2DF0-8AFAE0BB2A74}" dt="2025-04-16T15:56:01.164" v="252"/>
        <pc:sldMkLst>
          <pc:docMk/>
          <pc:sldMk cId="858710037" sldId="1769"/>
        </pc:sldMkLst>
      </pc:sldChg>
      <pc:sldChg chg="del">
        <pc:chgData name="Rini Shaji" userId="525cda041429e910" providerId="Windows Live" clId="Web-{10B874F1-DEAD-74E5-2DF0-8AFAE0BB2A74}" dt="2025-04-16T15:56:04.133" v="255"/>
        <pc:sldMkLst>
          <pc:docMk/>
          <pc:sldMk cId="3924465743" sldId="1770"/>
        </pc:sldMkLst>
      </pc:sldChg>
      <pc:sldChg chg="del">
        <pc:chgData name="Rini Shaji" userId="525cda041429e910" providerId="Windows Live" clId="Web-{10B874F1-DEAD-74E5-2DF0-8AFAE0BB2A74}" dt="2025-04-16T15:56:04.758" v="256"/>
        <pc:sldMkLst>
          <pc:docMk/>
          <pc:sldMk cId="374197513" sldId="1771"/>
        </pc:sldMkLst>
      </pc:sldChg>
      <pc:sldChg chg="del">
        <pc:chgData name="Rini Shaji" userId="525cda041429e910" providerId="Windows Live" clId="Web-{10B874F1-DEAD-74E5-2DF0-8AFAE0BB2A74}" dt="2025-04-16T15:56:05.649" v="257"/>
        <pc:sldMkLst>
          <pc:docMk/>
          <pc:sldMk cId="3409371306" sldId="1772"/>
        </pc:sldMkLst>
      </pc:sldChg>
      <pc:sldChg chg="del">
        <pc:chgData name="Rini Shaji" userId="525cda041429e910" providerId="Windows Live" clId="Web-{10B874F1-DEAD-74E5-2DF0-8AFAE0BB2A74}" dt="2025-04-16T15:56:17.337" v="260"/>
        <pc:sldMkLst>
          <pc:docMk/>
          <pc:sldMk cId="4100401397" sldId="1773"/>
        </pc:sldMkLst>
      </pc:sldChg>
      <pc:sldChg chg="del">
        <pc:chgData name="Rini Shaji" userId="525cda041429e910" providerId="Windows Live" clId="Web-{10B874F1-DEAD-74E5-2DF0-8AFAE0BB2A74}" dt="2025-04-16T15:56:18.290" v="261"/>
        <pc:sldMkLst>
          <pc:docMk/>
          <pc:sldMk cId="221903162" sldId="1774"/>
        </pc:sldMkLst>
      </pc:sldChg>
      <pc:sldChg chg="modSp">
        <pc:chgData name="Rini Shaji" userId="525cda041429e910" providerId="Windows Live" clId="Web-{10B874F1-DEAD-74E5-2DF0-8AFAE0BB2A74}" dt="2025-04-16T15:42:43.815" v="100" actId="20577"/>
        <pc:sldMkLst>
          <pc:docMk/>
          <pc:sldMk cId="2461373608" sldId="1780"/>
        </pc:sldMkLst>
        <pc:spChg chg="mod">
          <ac:chgData name="Rini Shaji" userId="525cda041429e910" providerId="Windows Live" clId="Web-{10B874F1-DEAD-74E5-2DF0-8AFAE0BB2A74}" dt="2025-04-16T15:42:43.815" v="100" actId="20577"/>
          <ac:spMkLst>
            <pc:docMk/>
            <pc:sldMk cId="2461373608" sldId="1780"/>
            <ac:spMk id="3" creationId="{AC295A5E-207E-E706-6940-A8237C0C2732}"/>
          </ac:spMkLst>
        </pc:spChg>
      </pc:sldChg>
      <pc:sldChg chg="modSp">
        <pc:chgData name="Rini Shaji" userId="525cda041429e910" providerId="Windows Live" clId="Web-{10B874F1-DEAD-74E5-2DF0-8AFAE0BB2A74}" dt="2025-04-16T15:44:47.881" v="116" actId="20577"/>
        <pc:sldMkLst>
          <pc:docMk/>
          <pc:sldMk cId="2647008420" sldId="1782"/>
        </pc:sldMkLst>
        <pc:spChg chg="mod">
          <ac:chgData name="Rini Shaji" userId="525cda041429e910" providerId="Windows Live" clId="Web-{10B874F1-DEAD-74E5-2DF0-8AFAE0BB2A74}" dt="2025-04-16T15:44:47.881" v="116" actId="20577"/>
          <ac:spMkLst>
            <pc:docMk/>
            <pc:sldMk cId="2647008420" sldId="1782"/>
            <ac:spMk id="5" creationId="{549F7D51-9112-27F9-EA1A-42F3F8B92B17}"/>
          </ac:spMkLst>
        </pc:spChg>
      </pc:sldChg>
      <pc:sldChg chg="modSp">
        <pc:chgData name="Rini Shaji" userId="525cda041429e910" providerId="Windows Live" clId="Web-{10B874F1-DEAD-74E5-2DF0-8AFAE0BB2A74}" dt="2025-04-16T15:44:42.412" v="115" actId="20577"/>
        <pc:sldMkLst>
          <pc:docMk/>
          <pc:sldMk cId="3322309909" sldId="1783"/>
        </pc:sldMkLst>
        <pc:spChg chg="mod">
          <ac:chgData name="Rini Shaji" userId="525cda041429e910" providerId="Windows Live" clId="Web-{10B874F1-DEAD-74E5-2DF0-8AFAE0BB2A74}" dt="2025-04-16T15:44:42.412" v="115" actId="20577"/>
          <ac:spMkLst>
            <pc:docMk/>
            <pc:sldMk cId="3322309909" sldId="1783"/>
            <ac:spMk id="5" creationId="{4E6961E0-9078-07AB-CB10-704D00CC653D}"/>
          </ac:spMkLst>
        </pc:spChg>
      </pc:sldChg>
      <pc:sldChg chg="modSp">
        <pc:chgData name="Rini Shaji" userId="525cda041429e910" providerId="Windows Live" clId="Web-{10B874F1-DEAD-74E5-2DF0-8AFAE0BB2A74}" dt="2025-04-16T15:44:37.974" v="114" actId="20577"/>
        <pc:sldMkLst>
          <pc:docMk/>
          <pc:sldMk cId="1177206329" sldId="1784"/>
        </pc:sldMkLst>
        <pc:spChg chg="mod">
          <ac:chgData name="Rini Shaji" userId="525cda041429e910" providerId="Windows Live" clId="Web-{10B874F1-DEAD-74E5-2DF0-8AFAE0BB2A74}" dt="2025-04-16T15:44:37.974" v="114" actId="20577"/>
          <ac:spMkLst>
            <pc:docMk/>
            <pc:sldMk cId="1177206329" sldId="1784"/>
            <ac:spMk id="5" creationId="{D272E8D2-05CC-4315-8734-10DD1817E8D7}"/>
          </ac:spMkLst>
        </pc:spChg>
      </pc:sldChg>
      <pc:sldChg chg="modSp">
        <pc:chgData name="Rini Shaji" userId="525cda041429e910" providerId="Windows Live" clId="Web-{10B874F1-DEAD-74E5-2DF0-8AFAE0BB2A74}" dt="2025-04-16T15:46:08.633" v="146" actId="1076"/>
        <pc:sldMkLst>
          <pc:docMk/>
          <pc:sldMk cId="2175210050" sldId="1786"/>
        </pc:sldMkLst>
        <pc:spChg chg="mod">
          <ac:chgData name="Rini Shaji" userId="525cda041429e910" providerId="Windows Live" clId="Web-{10B874F1-DEAD-74E5-2DF0-8AFAE0BB2A74}" dt="2025-04-16T15:46:03.305" v="145" actId="1076"/>
          <ac:spMkLst>
            <pc:docMk/>
            <pc:sldMk cId="2175210050" sldId="1786"/>
            <ac:spMk id="2" creationId="{1D857C2B-9EBD-D412-09EB-A4DAFD9D475B}"/>
          </ac:spMkLst>
        </pc:spChg>
        <pc:spChg chg="mod">
          <ac:chgData name="Rini Shaji" userId="525cda041429e910" providerId="Windows Live" clId="Web-{10B874F1-DEAD-74E5-2DF0-8AFAE0BB2A74}" dt="2025-04-16T15:46:08.633" v="146" actId="1076"/>
          <ac:spMkLst>
            <pc:docMk/>
            <pc:sldMk cId="2175210050" sldId="1786"/>
            <ac:spMk id="3" creationId="{80DE34E7-A67B-4734-427B-A7DEC64221C3}"/>
          </ac:spMkLst>
        </pc:spChg>
      </pc:sldChg>
      <pc:sldChg chg="modSp">
        <pc:chgData name="Rini Shaji" userId="525cda041429e910" providerId="Windows Live" clId="Web-{10B874F1-DEAD-74E5-2DF0-8AFAE0BB2A74}" dt="2025-04-16T15:52:23.518" v="198" actId="1076"/>
        <pc:sldMkLst>
          <pc:docMk/>
          <pc:sldMk cId="2028355823" sldId="1789"/>
        </pc:sldMkLst>
        <pc:spChg chg="mod">
          <ac:chgData name="Rini Shaji" userId="525cda041429e910" providerId="Windows Live" clId="Web-{10B874F1-DEAD-74E5-2DF0-8AFAE0BB2A74}" dt="2025-04-16T15:52:11.799" v="197" actId="1076"/>
          <ac:spMkLst>
            <pc:docMk/>
            <pc:sldMk cId="2028355823" sldId="1789"/>
            <ac:spMk id="2" creationId="{A50C0C5A-8723-33F9-A33A-5D80AD77946B}"/>
          </ac:spMkLst>
        </pc:spChg>
        <pc:spChg chg="mod">
          <ac:chgData name="Rini Shaji" userId="525cda041429e910" providerId="Windows Live" clId="Web-{10B874F1-DEAD-74E5-2DF0-8AFAE0BB2A74}" dt="2025-04-16T15:52:23.518" v="198" actId="1076"/>
          <ac:spMkLst>
            <pc:docMk/>
            <pc:sldMk cId="2028355823" sldId="1789"/>
            <ac:spMk id="3" creationId="{BEA70738-4EE3-1303-A5CD-FDCC7B704E2C}"/>
          </ac:spMkLst>
        </pc:spChg>
      </pc:sldChg>
      <pc:sldChg chg="modSp ord">
        <pc:chgData name="Rini Shaji" userId="525cda041429e910" providerId="Windows Live" clId="Web-{10B874F1-DEAD-74E5-2DF0-8AFAE0BB2A74}" dt="2025-04-16T15:53:37.207" v="212" actId="1076"/>
        <pc:sldMkLst>
          <pc:docMk/>
          <pc:sldMk cId="2280542997" sldId="1790"/>
        </pc:sldMkLst>
        <pc:spChg chg="mod">
          <ac:chgData name="Rini Shaji" userId="525cda041429e910" providerId="Windows Live" clId="Web-{10B874F1-DEAD-74E5-2DF0-8AFAE0BB2A74}" dt="2025-04-16T15:53:37.207" v="212" actId="1076"/>
          <ac:spMkLst>
            <pc:docMk/>
            <pc:sldMk cId="2280542997" sldId="1790"/>
            <ac:spMk id="3" creationId="{7AD76FFC-A2B8-24BC-40E2-C1824AC490C8}"/>
          </ac:spMkLst>
        </pc:spChg>
      </pc:sldChg>
      <pc:sldChg chg="modSp">
        <pc:chgData name="Rini Shaji" userId="525cda041429e910" providerId="Windows Live" clId="Web-{10B874F1-DEAD-74E5-2DF0-8AFAE0BB2A74}" dt="2025-04-16T15:54:49.256" v="226" actId="20577"/>
        <pc:sldMkLst>
          <pc:docMk/>
          <pc:sldMk cId="2288399842" sldId="1792"/>
        </pc:sldMkLst>
        <pc:spChg chg="mod">
          <ac:chgData name="Rini Shaji" userId="525cda041429e910" providerId="Windows Live" clId="Web-{10B874F1-DEAD-74E5-2DF0-8AFAE0BB2A74}" dt="2025-04-16T15:54:49.256" v="226" actId="20577"/>
          <ac:spMkLst>
            <pc:docMk/>
            <pc:sldMk cId="2288399842" sldId="1792"/>
            <ac:spMk id="2" creationId="{F0F78C57-59E4-23C6-C32B-15D7A790E92B}"/>
          </ac:spMkLst>
        </pc:spChg>
      </pc:sldChg>
      <pc:sldChg chg="modSp">
        <pc:chgData name="Rini Shaji" userId="525cda041429e910" providerId="Windows Live" clId="Web-{10B874F1-DEAD-74E5-2DF0-8AFAE0BB2A74}" dt="2025-04-16T15:46:48.009" v="155" actId="14100"/>
        <pc:sldMkLst>
          <pc:docMk/>
          <pc:sldMk cId="3354833727" sldId="1793"/>
        </pc:sldMkLst>
        <pc:spChg chg="mod">
          <ac:chgData name="Rini Shaji" userId="525cda041429e910" providerId="Windows Live" clId="Web-{10B874F1-DEAD-74E5-2DF0-8AFAE0BB2A74}" dt="2025-04-16T15:46:48.009" v="155" actId="14100"/>
          <ac:spMkLst>
            <pc:docMk/>
            <pc:sldMk cId="3354833727" sldId="1793"/>
            <ac:spMk id="2" creationId="{F0A7AD1A-C08C-E274-EA22-CFEBB745E0C2}"/>
          </ac:spMkLst>
        </pc:spChg>
        <pc:spChg chg="mod">
          <ac:chgData name="Rini Shaji" userId="525cda041429e910" providerId="Windows Live" clId="Web-{10B874F1-DEAD-74E5-2DF0-8AFAE0BB2A74}" dt="2025-04-16T15:46:30.524" v="152" actId="1076"/>
          <ac:spMkLst>
            <pc:docMk/>
            <pc:sldMk cId="3354833727" sldId="1793"/>
            <ac:spMk id="3" creationId="{974E2391-137A-071B-EC10-CCE6B5D6B320}"/>
          </ac:spMkLst>
        </pc:spChg>
      </pc:sldChg>
      <pc:sldChg chg="modSp">
        <pc:chgData name="Rini Shaji" userId="525cda041429e910" providerId="Windows Live" clId="Web-{10B874F1-DEAD-74E5-2DF0-8AFAE0BB2A74}" dt="2025-04-16T15:57:06.557" v="273" actId="1076"/>
        <pc:sldMkLst>
          <pc:docMk/>
          <pc:sldMk cId="2603224351" sldId="1794"/>
        </pc:sldMkLst>
        <pc:spChg chg="mod">
          <ac:chgData name="Rini Shaji" userId="525cda041429e910" providerId="Windows Live" clId="Web-{10B874F1-DEAD-74E5-2DF0-8AFAE0BB2A74}" dt="2025-04-16T15:56:58.807" v="272" actId="1076"/>
          <ac:spMkLst>
            <pc:docMk/>
            <pc:sldMk cId="2603224351" sldId="1794"/>
            <ac:spMk id="2" creationId="{2E95202E-7AA4-C1CB-8EAD-BCB964AEFB92}"/>
          </ac:spMkLst>
        </pc:spChg>
        <pc:spChg chg="mod">
          <ac:chgData name="Rini Shaji" userId="525cda041429e910" providerId="Windows Live" clId="Web-{10B874F1-DEAD-74E5-2DF0-8AFAE0BB2A74}" dt="2025-04-16T15:57:06.557" v="273" actId="1076"/>
          <ac:spMkLst>
            <pc:docMk/>
            <pc:sldMk cId="2603224351" sldId="1794"/>
            <ac:spMk id="3" creationId="{4E19DF56-A9A4-34DA-E493-50A3FCD679AE}"/>
          </ac:spMkLst>
        </pc:spChg>
      </pc:sldChg>
      <pc:sldChg chg="modSp">
        <pc:chgData name="Rini Shaji" userId="525cda041429e910" providerId="Windows Live" clId="Web-{10B874F1-DEAD-74E5-2DF0-8AFAE0BB2A74}" dt="2025-04-16T15:24:58.520" v="7" actId="20577"/>
        <pc:sldMkLst>
          <pc:docMk/>
          <pc:sldMk cId="2112525183" sldId="1795"/>
        </pc:sldMkLst>
        <pc:spChg chg="mod">
          <ac:chgData name="Rini Shaji" userId="525cda041429e910" providerId="Windows Live" clId="Web-{10B874F1-DEAD-74E5-2DF0-8AFAE0BB2A74}" dt="2025-04-16T15:24:55.536" v="5" actId="20577"/>
          <ac:spMkLst>
            <pc:docMk/>
            <pc:sldMk cId="2112525183" sldId="1795"/>
            <ac:spMk id="7" creationId="{9390CC55-F256-4E76-82F9-8D97E420EA21}"/>
          </ac:spMkLst>
        </pc:spChg>
        <pc:spChg chg="mod">
          <ac:chgData name="Rini Shaji" userId="525cda041429e910" providerId="Windows Live" clId="Web-{10B874F1-DEAD-74E5-2DF0-8AFAE0BB2A74}" dt="2025-04-16T15:24:58.520" v="7" actId="20577"/>
          <ac:spMkLst>
            <pc:docMk/>
            <pc:sldMk cId="2112525183" sldId="1795"/>
            <ac:spMk id="8" creationId="{55F0A6FF-A3CF-E63B-CC43-180555F2DAFA}"/>
          </ac:spMkLst>
        </pc:spChg>
      </pc:sldChg>
      <pc:sldChg chg="modSp">
        <pc:chgData name="Rini Shaji" userId="525cda041429e910" providerId="Windows Live" clId="Web-{10B874F1-DEAD-74E5-2DF0-8AFAE0BB2A74}" dt="2025-04-16T15:25:18.615" v="9" actId="20577"/>
        <pc:sldMkLst>
          <pc:docMk/>
          <pc:sldMk cId="2681504254" sldId="1796"/>
        </pc:sldMkLst>
        <pc:spChg chg="mod">
          <ac:chgData name="Rini Shaji" userId="525cda041429e910" providerId="Windows Live" clId="Web-{10B874F1-DEAD-74E5-2DF0-8AFAE0BB2A74}" dt="2025-04-16T15:25:18.615" v="9" actId="20577"/>
          <ac:spMkLst>
            <pc:docMk/>
            <pc:sldMk cId="2681504254" sldId="1796"/>
            <ac:spMk id="5" creationId="{4120CA57-055E-816A-1EA4-E4C4FEEC105A}"/>
          </ac:spMkLst>
        </pc:spChg>
      </pc:sldChg>
      <pc:sldChg chg="modSp add replId">
        <pc:chgData name="Rini Shaji" userId="525cda041429e910" providerId="Windows Live" clId="Web-{10B874F1-DEAD-74E5-2DF0-8AFAE0BB2A74}" dt="2025-04-16T15:27:24.212" v="41" actId="20577"/>
        <pc:sldMkLst>
          <pc:docMk/>
          <pc:sldMk cId="4249059673" sldId="1797"/>
        </pc:sldMkLst>
        <pc:spChg chg="mod">
          <ac:chgData name="Rini Shaji" userId="525cda041429e910" providerId="Windows Live" clId="Web-{10B874F1-DEAD-74E5-2DF0-8AFAE0BB2A74}" dt="2025-04-16T15:27:24.212" v="41" actId="20577"/>
          <ac:spMkLst>
            <pc:docMk/>
            <pc:sldMk cId="4249059673" sldId="1797"/>
            <ac:spMk id="5" creationId="{1D35A7BB-11A1-F4AD-BD57-73B42538402E}"/>
          </ac:spMkLst>
        </pc:spChg>
        <pc:spChg chg="mod">
          <ac:chgData name="Rini Shaji" userId="525cda041429e910" providerId="Windows Live" clId="Web-{10B874F1-DEAD-74E5-2DF0-8AFAE0BB2A74}" dt="2025-04-16T15:27:05.696" v="40" actId="20577"/>
          <ac:spMkLst>
            <pc:docMk/>
            <pc:sldMk cId="4249059673" sldId="1797"/>
            <ac:spMk id="7" creationId="{3F2AB0AC-BB50-9D93-D275-B3E1ED3C3FD9}"/>
          </ac:spMkLst>
        </pc:spChg>
        <pc:spChg chg="mod">
          <ac:chgData name="Rini Shaji" userId="525cda041429e910" providerId="Windows Live" clId="Web-{10B874F1-DEAD-74E5-2DF0-8AFAE0BB2A74}" dt="2025-04-16T15:26:45.773" v="32" actId="20577"/>
          <ac:spMkLst>
            <pc:docMk/>
            <pc:sldMk cId="4249059673" sldId="1797"/>
            <ac:spMk id="8" creationId="{C185E3D0-90FE-8FCA-42AB-6B763DE48BA5}"/>
          </ac:spMkLst>
        </pc:spChg>
      </pc:sldChg>
      <pc:sldChg chg="modSp add replId">
        <pc:chgData name="Rini Shaji" userId="525cda041429e910" providerId="Windows Live" clId="Web-{10B874F1-DEAD-74E5-2DF0-8AFAE0BB2A74}" dt="2025-04-16T15:29:44.263" v="60" actId="20577"/>
        <pc:sldMkLst>
          <pc:docMk/>
          <pc:sldMk cId="4203587680" sldId="1798"/>
        </pc:sldMkLst>
        <pc:spChg chg="mod">
          <ac:chgData name="Rini Shaji" userId="525cda041429e910" providerId="Windows Live" clId="Web-{10B874F1-DEAD-74E5-2DF0-8AFAE0BB2A74}" dt="2025-04-16T15:29:17.949" v="44" actId="20577"/>
          <ac:spMkLst>
            <pc:docMk/>
            <pc:sldMk cId="4203587680" sldId="1798"/>
            <ac:spMk id="5" creationId="{9726EF10-0873-02C2-5C46-863D27A83082}"/>
          </ac:spMkLst>
        </pc:spChg>
        <pc:spChg chg="mod">
          <ac:chgData name="Rini Shaji" userId="525cda041429e910" providerId="Windows Live" clId="Web-{10B874F1-DEAD-74E5-2DF0-8AFAE0BB2A74}" dt="2025-04-16T15:29:38.887" v="55" actId="20577"/>
          <ac:spMkLst>
            <pc:docMk/>
            <pc:sldMk cId="4203587680" sldId="1798"/>
            <ac:spMk id="7" creationId="{967A7093-E1C7-DC54-048D-E0130C2C0ADA}"/>
          </ac:spMkLst>
        </pc:spChg>
        <pc:spChg chg="mod">
          <ac:chgData name="Rini Shaji" userId="525cda041429e910" providerId="Windows Live" clId="Web-{10B874F1-DEAD-74E5-2DF0-8AFAE0BB2A74}" dt="2025-04-16T15:29:44.263" v="60" actId="20577"/>
          <ac:spMkLst>
            <pc:docMk/>
            <pc:sldMk cId="4203587680" sldId="1798"/>
            <ac:spMk id="8" creationId="{E6514C40-57C7-940E-0969-6F7A648EFE08}"/>
          </ac:spMkLst>
        </pc:spChg>
      </pc:sldChg>
      <pc:sldChg chg="add ord replId">
        <pc:chgData name="Rini Shaji" userId="525cda041429e910" providerId="Windows Live" clId="Web-{10B874F1-DEAD-74E5-2DF0-8AFAE0BB2A74}" dt="2025-04-16T15:44:12.927" v="112"/>
        <pc:sldMkLst>
          <pc:docMk/>
          <pc:sldMk cId="104979684" sldId="1799"/>
        </pc:sldMkLst>
      </pc:sldChg>
      <pc:sldChg chg="add ord replId">
        <pc:chgData name="Rini Shaji" userId="525cda041429e910" providerId="Windows Live" clId="Web-{10B874F1-DEAD-74E5-2DF0-8AFAE0BB2A74}" dt="2025-04-16T15:47:57.730" v="165"/>
        <pc:sldMkLst>
          <pc:docMk/>
          <pc:sldMk cId="971028115" sldId="1800"/>
        </pc:sldMkLst>
      </pc:sldChg>
      <pc:sldChg chg="add ord replId">
        <pc:chgData name="Rini Shaji" userId="525cda041429e910" providerId="Windows Live" clId="Web-{10B874F1-DEAD-74E5-2DF0-8AFAE0BB2A74}" dt="2025-04-16T15:48:17.418" v="167"/>
        <pc:sldMkLst>
          <pc:docMk/>
          <pc:sldMk cId="1255355298" sldId="1801"/>
        </pc:sldMkLst>
      </pc:sldChg>
      <pc:sldChg chg="add ord replId">
        <pc:chgData name="Rini Shaji" userId="525cda041429e910" providerId="Windows Live" clId="Web-{10B874F1-DEAD-74E5-2DF0-8AFAE0BB2A74}" dt="2025-04-16T15:55:09.476" v="229"/>
        <pc:sldMkLst>
          <pc:docMk/>
          <pc:sldMk cId="3860054322" sldId="1802"/>
        </pc:sldMkLst>
      </pc:sldChg>
    </pc:docChg>
  </pc:docChgLst>
  <pc:docChgLst>
    <pc:chgData name="Rini Shaji" userId="525cda041429e910" providerId="Windows Live" clId="Web-{7E63BDF5-B0C7-4E65-E3E6-0B7928D49B0E}"/>
    <pc:docChg chg="addSld delSld modSld">
      <pc:chgData name="Rini Shaji" userId="525cda041429e910" providerId="Windows Live" clId="Web-{7E63BDF5-B0C7-4E65-E3E6-0B7928D49B0E}" dt="2025-04-15T17:12:32.433" v="712" actId="20577"/>
      <pc:docMkLst>
        <pc:docMk/>
      </pc:docMkLst>
      <pc:sldChg chg="modSp">
        <pc:chgData name="Rini Shaji" userId="525cda041429e910" providerId="Windows Live" clId="Web-{7E63BDF5-B0C7-4E65-E3E6-0B7928D49B0E}" dt="2025-04-15T16:12:01.999" v="124" actId="1076"/>
        <pc:sldMkLst>
          <pc:docMk/>
          <pc:sldMk cId="717388547" sldId="813"/>
        </pc:sldMkLst>
        <pc:spChg chg="mod">
          <ac:chgData name="Rini Shaji" userId="525cda041429e910" providerId="Windows Live" clId="Web-{7E63BDF5-B0C7-4E65-E3E6-0B7928D49B0E}" dt="2025-04-15T16:11:54.467" v="123" actId="1076"/>
          <ac:spMkLst>
            <pc:docMk/>
            <pc:sldMk cId="717388547" sldId="813"/>
            <ac:spMk id="2" creationId="{B7289E29-7507-3DDD-F7D2-9284AAD62DE9}"/>
          </ac:spMkLst>
        </pc:spChg>
        <pc:spChg chg="mod">
          <ac:chgData name="Rini Shaji" userId="525cda041429e910" providerId="Windows Live" clId="Web-{7E63BDF5-B0C7-4E65-E3E6-0B7928D49B0E}" dt="2025-04-15T16:12:01.999" v="124" actId="1076"/>
          <ac:spMkLst>
            <pc:docMk/>
            <pc:sldMk cId="717388547" sldId="813"/>
            <ac:spMk id="3" creationId="{452E3445-7428-97CE-263A-521C050900BE}"/>
          </ac:spMkLst>
        </pc:spChg>
      </pc:sldChg>
      <pc:sldChg chg="modSp">
        <pc:chgData name="Rini Shaji" userId="525cda041429e910" providerId="Windows Live" clId="Web-{7E63BDF5-B0C7-4E65-E3E6-0B7928D49B0E}" dt="2025-04-15T16:01:46.403" v="8" actId="20577"/>
        <pc:sldMkLst>
          <pc:docMk/>
          <pc:sldMk cId="140346443" sldId="822"/>
        </pc:sldMkLst>
        <pc:spChg chg="mod">
          <ac:chgData name="Rini Shaji" userId="525cda041429e910" providerId="Windows Live" clId="Web-{7E63BDF5-B0C7-4E65-E3E6-0B7928D49B0E}" dt="2025-04-15T16:01:46.403" v="8" actId="20577"/>
          <ac:spMkLst>
            <pc:docMk/>
            <pc:sldMk cId="140346443" sldId="822"/>
            <ac:spMk id="10" creationId="{60127C6D-3342-C831-3981-C5030CF3B941}"/>
          </ac:spMkLst>
        </pc:spChg>
      </pc:sldChg>
      <pc:sldChg chg="addSp delSp modSp">
        <pc:chgData name="Rini Shaji" userId="525cda041429e910" providerId="Windows Live" clId="Web-{7E63BDF5-B0C7-4E65-E3E6-0B7928D49B0E}" dt="2025-04-15T16:46:00.698" v="397" actId="20577"/>
        <pc:sldMkLst>
          <pc:docMk/>
          <pc:sldMk cId="2716954731" sldId="1390"/>
        </pc:sldMkLst>
        <pc:spChg chg="mod">
          <ac:chgData name="Rini Shaji" userId="525cda041429e910" providerId="Windows Live" clId="Web-{7E63BDF5-B0C7-4E65-E3E6-0B7928D49B0E}" dt="2025-04-15T16:44:43.790" v="376" actId="20577"/>
          <ac:spMkLst>
            <pc:docMk/>
            <pc:sldMk cId="2716954731" sldId="1390"/>
            <ac:spMk id="2" creationId="{00000000-0000-0000-0000-000000000000}"/>
          </ac:spMkLst>
        </pc:spChg>
        <pc:spChg chg="add mod">
          <ac:chgData name="Rini Shaji" userId="525cda041429e910" providerId="Windows Live" clId="Web-{7E63BDF5-B0C7-4E65-E3E6-0B7928D49B0E}" dt="2025-04-15T16:17:44.165" v="246" actId="1076"/>
          <ac:spMkLst>
            <pc:docMk/>
            <pc:sldMk cId="2716954731" sldId="1390"/>
            <ac:spMk id="3" creationId="{1CD60F91-C48C-44D7-FB3B-A9437A0C3E5A}"/>
          </ac:spMkLst>
        </pc:spChg>
        <pc:spChg chg="add mod">
          <ac:chgData name="Rini Shaji" userId="525cda041429e910" providerId="Windows Live" clId="Web-{7E63BDF5-B0C7-4E65-E3E6-0B7928D49B0E}" dt="2025-04-15T16:23:02.643" v="259" actId="1076"/>
          <ac:spMkLst>
            <pc:docMk/>
            <pc:sldMk cId="2716954731" sldId="1390"/>
            <ac:spMk id="4" creationId="{BBA86F7C-8947-88A4-795D-942E62009A0C}"/>
          </ac:spMkLst>
        </pc:spChg>
        <pc:spChg chg="mod">
          <ac:chgData name="Rini Shaji" userId="525cda041429e910" providerId="Windows Live" clId="Web-{7E63BDF5-B0C7-4E65-E3E6-0B7928D49B0E}" dt="2025-04-15T16:46:00.698" v="397" actId="20577"/>
          <ac:spMkLst>
            <pc:docMk/>
            <pc:sldMk cId="2716954731" sldId="1390"/>
            <ac:spMk id="5" creationId="{F23B1A82-CA2E-08BD-1D0D-5AA03047C3D2}"/>
          </ac:spMkLst>
        </pc:spChg>
      </pc:sldChg>
      <pc:sldChg chg="addSp delSp modSp">
        <pc:chgData name="Rini Shaji" userId="525cda041429e910" providerId="Windows Live" clId="Web-{7E63BDF5-B0C7-4E65-E3E6-0B7928D49B0E}" dt="2025-04-15T17:03:48.965" v="548" actId="20577"/>
        <pc:sldMkLst>
          <pc:docMk/>
          <pc:sldMk cId="821631254" sldId="1689"/>
        </pc:sldMkLst>
        <pc:spChg chg="mod">
          <ac:chgData name="Rini Shaji" userId="525cda041429e910" providerId="Windows Live" clId="Web-{7E63BDF5-B0C7-4E65-E3E6-0B7928D49B0E}" dt="2025-04-15T16:47:33.935" v="427" actId="20577"/>
          <ac:spMkLst>
            <pc:docMk/>
            <pc:sldMk cId="821631254" sldId="1689"/>
            <ac:spMk id="2" creationId="{2B4BC52F-8332-8E12-44D0-FB1F54BDE5BF}"/>
          </ac:spMkLst>
        </pc:spChg>
        <pc:spChg chg="mod">
          <ac:chgData name="Rini Shaji" userId="525cda041429e910" providerId="Windows Live" clId="Web-{7E63BDF5-B0C7-4E65-E3E6-0B7928D49B0E}" dt="2025-04-15T17:02:07.806" v="527" actId="20577"/>
          <ac:spMkLst>
            <pc:docMk/>
            <pc:sldMk cId="821631254" sldId="1689"/>
            <ac:spMk id="5" creationId="{AF47353D-3FCD-B81F-BB48-9B0AB99CB80C}"/>
          </ac:spMkLst>
        </pc:spChg>
        <pc:spChg chg="add mod">
          <ac:chgData name="Rini Shaji" userId="525cda041429e910" providerId="Windows Live" clId="Web-{7E63BDF5-B0C7-4E65-E3E6-0B7928D49B0E}" dt="2025-04-15T17:03:41.699" v="546" actId="20577"/>
          <ac:spMkLst>
            <pc:docMk/>
            <pc:sldMk cId="821631254" sldId="1689"/>
            <ac:spMk id="7" creationId="{BB1D2924-101E-5EBC-9B93-D95B7D93C60A}"/>
          </ac:spMkLst>
        </pc:spChg>
        <pc:spChg chg="add mod">
          <ac:chgData name="Rini Shaji" userId="525cda041429e910" providerId="Windows Live" clId="Web-{7E63BDF5-B0C7-4E65-E3E6-0B7928D49B0E}" dt="2025-04-15T17:03:48.965" v="548" actId="20577"/>
          <ac:spMkLst>
            <pc:docMk/>
            <pc:sldMk cId="821631254" sldId="1689"/>
            <ac:spMk id="8" creationId="{48A2DDD5-68FB-7DBF-EC40-DBB7D1D53C13}"/>
          </ac:spMkLst>
        </pc:spChg>
      </pc:sldChg>
      <pc:sldChg chg="modSp">
        <pc:chgData name="Rini Shaji" userId="525cda041429e910" providerId="Windows Live" clId="Web-{7E63BDF5-B0C7-4E65-E3E6-0B7928D49B0E}" dt="2025-04-15T16:10:19.355" v="113" actId="20577"/>
        <pc:sldMkLst>
          <pc:docMk/>
          <pc:sldMk cId="831755894" sldId="1753"/>
        </pc:sldMkLst>
        <pc:spChg chg="mod">
          <ac:chgData name="Rini Shaji" userId="525cda041429e910" providerId="Windows Live" clId="Web-{7E63BDF5-B0C7-4E65-E3E6-0B7928D49B0E}" dt="2025-04-15T16:06:43.708" v="57" actId="20577"/>
          <ac:spMkLst>
            <pc:docMk/>
            <pc:sldMk cId="831755894" sldId="1753"/>
            <ac:spMk id="2" creationId="{367E20CA-75E8-05FD-EE3F-2DB3F850C6B4}"/>
          </ac:spMkLst>
        </pc:spChg>
        <pc:spChg chg="mod">
          <ac:chgData name="Rini Shaji" userId="525cda041429e910" providerId="Windows Live" clId="Web-{7E63BDF5-B0C7-4E65-E3E6-0B7928D49B0E}" dt="2025-04-15T16:10:19.355" v="113" actId="20577"/>
          <ac:spMkLst>
            <pc:docMk/>
            <pc:sldMk cId="831755894" sldId="1753"/>
            <ac:spMk id="6" creationId="{C6A570F7-7017-3A1F-88C7-EC7EDFFC8328}"/>
          </ac:spMkLst>
        </pc:spChg>
        <pc:spChg chg="mod">
          <ac:chgData name="Rini Shaji" userId="525cda041429e910" providerId="Windows Live" clId="Web-{7E63BDF5-B0C7-4E65-E3E6-0B7928D49B0E}" dt="2025-04-15T16:07:48.679" v="77" actId="20577"/>
          <ac:spMkLst>
            <pc:docMk/>
            <pc:sldMk cId="831755894" sldId="1753"/>
            <ac:spMk id="10" creationId="{333BB901-46F5-1318-F165-B355B177583A}"/>
          </ac:spMkLst>
        </pc:spChg>
      </pc:sldChg>
      <pc:sldChg chg="del">
        <pc:chgData name="Rini Shaji" userId="525cda041429e910" providerId="Windows Live" clId="Web-{7E63BDF5-B0C7-4E65-E3E6-0B7928D49B0E}" dt="2025-04-15T16:10:36.465" v="115"/>
        <pc:sldMkLst>
          <pc:docMk/>
          <pc:sldMk cId="3483362787" sldId="1754"/>
        </pc:sldMkLst>
      </pc:sldChg>
      <pc:sldChg chg="modSp add replId">
        <pc:chgData name="Rini Shaji" userId="525cda041429e910" providerId="Windows Live" clId="Web-{7E63BDF5-B0C7-4E65-E3E6-0B7928D49B0E}" dt="2025-04-15T16:04:49.533" v="33" actId="20577"/>
        <pc:sldMkLst>
          <pc:docMk/>
          <pc:sldMk cId="1927787499" sldId="1775"/>
        </pc:sldMkLst>
        <pc:spChg chg="mod">
          <ac:chgData name="Rini Shaji" userId="525cda041429e910" providerId="Windows Live" clId="Web-{7E63BDF5-B0C7-4E65-E3E6-0B7928D49B0E}" dt="2025-04-15T16:04:49.533" v="33" actId="20577"/>
          <ac:spMkLst>
            <pc:docMk/>
            <pc:sldMk cId="1927787499" sldId="1775"/>
            <ac:spMk id="6" creationId="{B0A8D98C-C2C8-43DF-3668-6910BB07B32C}"/>
          </ac:spMkLst>
        </pc:spChg>
        <pc:spChg chg="mod">
          <ac:chgData name="Rini Shaji" userId="525cda041429e910" providerId="Windows Live" clId="Web-{7E63BDF5-B0C7-4E65-E3E6-0B7928D49B0E}" dt="2025-04-15T16:03:37.281" v="24" actId="20577"/>
          <ac:spMkLst>
            <pc:docMk/>
            <pc:sldMk cId="1927787499" sldId="1775"/>
            <ac:spMk id="10" creationId="{CCA7A7BF-BF3A-16B0-FBBB-FC08304CF98A}"/>
          </ac:spMkLst>
        </pc:spChg>
      </pc:sldChg>
      <pc:sldChg chg="modSp add replId">
        <pc:chgData name="Rini Shaji" userId="525cda041429e910" providerId="Windows Live" clId="Web-{7E63BDF5-B0C7-4E65-E3E6-0B7928D49B0E}" dt="2025-04-15T16:04:54.596" v="34" actId="20577"/>
        <pc:sldMkLst>
          <pc:docMk/>
          <pc:sldMk cId="946666517" sldId="1776"/>
        </pc:sldMkLst>
        <pc:spChg chg="mod">
          <ac:chgData name="Rini Shaji" userId="525cda041429e910" providerId="Windows Live" clId="Web-{7E63BDF5-B0C7-4E65-E3E6-0B7928D49B0E}" dt="2025-04-15T16:04:54.596" v="34" actId="20577"/>
          <ac:spMkLst>
            <pc:docMk/>
            <pc:sldMk cId="946666517" sldId="1776"/>
            <ac:spMk id="6" creationId="{B142BCD0-EE9A-F389-BF92-4EACEF227DF4}"/>
          </ac:spMkLst>
        </pc:spChg>
        <pc:spChg chg="mod">
          <ac:chgData name="Rini Shaji" userId="525cda041429e910" providerId="Windows Live" clId="Web-{7E63BDF5-B0C7-4E65-E3E6-0B7928D49B0E}" dt="2025-04-15T16:04:33.673" v="31" actId="20577"/>
          <ac:spMkLst>
            <pc:docMk/>
            <pc:sldMk cId="946666517" sldId="1776"/>
            <ac:spMk id="10" creationId="{609A0362-3412-39EA-FACE-1565BA720546}"/>
          </ac:spMkLst>
        </pc:spChg>
      </pc:sldChg>
      <pc:sldChg chg="modSp add replId">
        <pc:chgData name="Rini Shaji" userId="525cda041429e910" providerId="Windows Live" clId="Web-{7E63BDF5-B0C7-4E65-E3E6-0B7928D49B0E}" dt="2025-04-15T16:10:26.168" v="114" actId="20577"/>
        <pc:sldMkLst>
          <pc:docMk/>
          <pc:sldMk cId="151888109" sldId="1777"/>
        </pc:sldMkLst>
        <pc:spChg chg="mod">
          <ac:chgData name="Rini Shaji" userId="525cda041429e910" providerId="Windows Live" clId="Web-{7E63BDF5-B0C7-4E65-E3E6-0B7928D49B0E}" dt="2025-04-15T16:10:26.168" v="114" actId="20577"/>
          <ac:spMkLst>
            <pc:docMk/>
            <pc:sldMk cId="151888109" sldId="1777"/>
            <ac:spMk id="6" creationId="{7B731E4A-69DD-5709-FA98-1D7BFE17873D}"/>
          </ac:spMkLst>
        </pc:spChg>
        <pc:spChg chg="mod">
          <ac:chgData name="Rini Shaji" userId="525cda041429e910" providerId="Windows Live" clId="Web-{7E63BDF5-B0C7-4E65-E3E6-0B7928D49B0E}" dt="2025-04-15T16:10:02.823" v="111" actId="20577"/>
          <ac:spMkLst>
            <pc:docMk/>
            <pc:sldMk cId="151888109" sldId="1777"/>
            <ac:spMk id="10" creationId="{FAD26736-5F24-4B57-3AB2-F144D31BBCFB}"/>
          </ac:spMkLst>
        </pc:spChg>
      </pc:sldChg>
      <pc:sldChg chg="modSp add replId">
        <pc:chgData name="Rini Shaji" userId="525cda041429e910" providerId="Windows Live" clId="Web-{7E63BDF5-B0C7-4E65-E3E6-0B7928D49B0E}" dt="2025-04-15T16:45:56.120" v="395" actId="20577"/>
        <pc:sldMkLst>
          <pc:docMk/>
          <pc:sldMk cId="2680780370" sldId="1778"/>
        </pc:sldMkLst>
        <pc:spChg chg="mod">
          <ac:chgData name="Rini Shaji" userId="525cda041429e910" providerId="Windows Live" clId="Web-{7E63BDF5-B0C7-4E65-E3E6-0B7928D49B0E}" dt="2025-04-15T16:45:31.979" v="389" actId="20577"/>
          <ac:spMkLst>
            <pc:docMk/>
            <pc:sldMk cId="2680780370" sldId="1778"/>
            <ac:spMk id="2" creationId="{ED975AF8-F30E-074D-2467-98A0A452E625}"/>
          </ac:spMkLst>
        </pc:spChg>
        <pc:spChg chg="mod">
          <ac:chgData name="Rini Shaji" userId="525cda041429e910" providerId="Windows Live" clId="Web-{7E63BDF5-B0C7-4E65-E3E6-0B7928D49B0E}" dt="2025-04-15T16:29:13.950" v="279" actId="20577"/>
          <ac:spMkLst>
            <pc:docMk/>
            <pc:sldMk cId="2680780370" sldId="1778"/>
            <ac:spMk id="3" creationId="{01E0C13E-EA25-B71B-B0D1-98191404287F}"/>
          </ac:spMkLst>
        </pc:spChg>
        <pc:spChg chg="mod">
          <ac:chgData name="Rini Shaji" userId="525cda041429e910" providerId="Windows Live" clId="Web-{7E63BDF5-B0C7-4E65-E3E6-0B7928D49B0E}" dt="2025-04-15T16:29:47.279" v="283" actId="1076"/>
          <ac:spMkLst>
            <pc:docMk/>
            <pc:sldMk cId="2680780370" sldId="1778"/>
            <ac:spMk id="4" creationId="{2BDD4FFB-AC34-C453-9CD5-52FDE89F1752}"/>
          </ac:spMkLst>
        </pc:spChg>
        <pc:spChg chg="mod">
          <ac:chgData name="Rini Shaji" userId="525cda041429e910" providerId="Windows Live" clId="Web-{7E63BDF5-B0C7-4E65-E3E6-0B7928D49B0E}" dt="2025-04-15T16:45:56.120" v="395" actId="20577"/>
          <ac:spMkLst>
            <pc:docMk/>
            <pc:sldMk cId="2680780370" sldId="1778"/>
            <ac:spMk id="5" creationId="{C264390D-FEE7-7568-7F62-65834CE738BF}"/>
          </ac:spMkLst>
        </pc:spChg>
      </pc:sldChg>
      <pc:sldChg chg="modSp add replId">
        <pc:chgData name="Rini Shaji" userId="525cda041429e910" providerId="Windows Live" clId="Web-{7E63BDF5-B0C7-4E65-E3E6-0B7928D49B0E}" dt="2025-04-15T16:45:51.260" v="394" actId="20577"/>
        <pc:sldMkLst>
          <pc:docMk/>
          <pc:sldMk cId="1316607175" sldId="1779"/>
        </pc:sldMkLst>
        <pc:spChg chg="mod">
          <ac:chgData name="Rini Shaji" userId="525cda041429e910" providerId="Windows Live" clId="Web-{7E63BDF5-B0C7-4E65-E3E6-0B7928D49B0E}" dt="2025-04-15T16:45:42.651" v="392" actId="20577"/>
          <ac:spMkLst>
            <pc:docMk/>
            <pc:sldMk cId="1316607175" sldId="1779"/>
            <ac:spMk id="2" creationId="{5E1554F0-3579-50D7-19EC-E014B4A2690C}"/>
          </ac:spMkLst>
        </pc:spChg>
        <pc:spChg chg="mod">
          <ac:chgData name="Rini Shaji" userId="525cda041429e910" providerId="Windows Live" clId="Web-{7E63BDF5-B0C7-4E65-E3E6-0B7928D49B0E}" dt="2025-04-15T16:34:25.475" v="308" actId="20577"/>
          <ac:spMkLst>
            <pc:docMk/>
            <pc:sldMk cId="1316607175" sldId="1779"/>
            <ac:spMk id="3" creationId="{3761AE1A-0FC1-60D6-4AF2-BDBE5E5DC62F}"/>
          </ac:spMkLst>
        </pc:spChg>
        <pc:spChg chg="mod">
          <ac:chgData name="Rini Shaji" userId="525cda041429e910" providerId="Windows Live" clId="Web-{7E63BDF5-B0C7-4E65-E3E6-0B7928D49B0E}" dt="2025-04-15T16:35:03.054" v="310" actId="20577"/>
          <ac:spMkLst>
            <pc:docMk/>
            <pc:sldMk cId="1316607175" sldId="1779"/>
            <ac:spMk id="4" creationId="{4F576E1C-0DFD-E6D0-A893-B7132C5E1D90}"/>
          </ac:spMkLst>
        </pc:spChg>
        <pc:spChg chg="mod">
          <ac:chgData name="Rini Shaji" userId="525cda041429e910" providerId="Windows Live" clId="Web-{7E63BDF5-B0C7-4E65-E3E6-0B7928D49B0E}" dt="2025-04-15T16:45:51.260" v="394" actId="20577"/>
          <ac:spMkLst>
            <pc:docMk/>
            <pc:sldMk cId="1316607175" sldId="1779"/>
            <ac:spMk id="5" creationId="{E81BA1F1-494F-F912-1200-AAABC7CF39A5}"/>
          </ac:spMkLst>
        </pc:spChg>
      </pc:sldChg>
      <pc:sldChg chg="modSp add replId">
        <pc:chgData name="Rini Shaji" userId="525cda041429e910" providerId="Windows Live" clId="Web-{7E63BDF5-B0C7-4E65-E3E6-0B7928D49B0E}" dt="2025-04-15T16:46:17.839" v="403" actId="20577"/>
        <pc:sldMkLst>
          <pc:docMk/>
          <pc:sldMk cId="2461373608" sldId="1780"/>
        </pc:sldMkLst>
        <pc:spChg chg="mod">
          <ac:chgData name="Rini Shaji" userId="525cda041429e910" providerId="Windows Live" clId="Web-{7E63BDF5-B0C7-4E65-E3E6-0B7928D49B0E}" dt="2025-04-15T16:46:09.323" v="401" actId="20577"/>
          <ac:spMkLst>
            <pc:docMk/>
            <pc:sldMk cId="2461373608" sldId="1780"/>
            <ac:spMk id="2" creationId="{4A4F306C-4599-FB94-C188-9BC812C9CFA6}"/>
          </ac:spMkLst>
        </pc:spChg>
        <pc:spChg chg="mod">
          <ac:chgData name="Rini Shaji" userId="525cda041429e910" providerId="Windows Live" clId="Web-{7E63BDF5-B0C7-4E65-E3E6-0B7928D49B0E}" dt="2025-04-15T16:38:08.778" v="330" actId="20577"/>
          <ac:spMkLst>
            <pc:docMk/>
            <pc:sldMk cId="2461373608" sldId="1780"/>
            <ac:spMk id="3" creationId="{AC295A5E-207E-E706-6940-A8237C0C2732}"/>
          </ac:spMkLst>
        </pc:spChg>
        <pc:spChg chg="mod">
          <ac:chgData name="Rini Shaji" userId="525cda041429e910" providerId="Windows Live" clId="Web-{7E63BDF5-B0C7-4E65-E3E6-0B7928D49B0E}" dt="2025-04-15T16:38:17.482" v="332" actId="20577"/>
          <ac:spMkLst>
            <pc:docMk/>
            <pc:sldMk cId="2461373608" sldId="1780"/>
            <ac:spMk id="4" creationId="{4E5A9526-86BD-073A-D24A-821B18992BC7}"/>
          </ac:spMkLst>
        </pc:spChg>
        <pc:spChg chg="mod">
          <ac:chgData name="Rini Shaji" userId="525cda041429e910" providerId="Windows Live" clId="Web-{7E63BDF5-B0C7-4E65-E3E6-0B7928D49B0E}" dt="2025-04-15T16:46:17.839" v="403" actId="20577"/>
          <ac:spMkLst>
            <pc:docMk/>
            <pc:sldMk cId="2461373608" sldId="1780"/>
            <ac:spMk id="5" creationId="{E2BC7195-9B97-33B1-8D89-D24575E19A29}"/>
          </ac:spMkLst>
        </pc:spChg>
      </pc:sldChg>
      <pc:sldChg chg="modSp add replId">
        <pc:chgData name="Rini Shaji" userId="525cda041429e910" providerId="Windows Live" clId="Web-{7E63BDF5-B0C7-4E65-E3E6-0B7928D49B0E}" dt="2025-04-15T16:46:53.590" v="410" actId="20577"/>
        <pc:sldMkLst>
          <pc:docMk/>
          <pc:sldMk cId="1538691628" sldId="1781"/>
        </pc:sldMkLst>
        <pc:spChg chg="mod">
          <ac:chgData name="Rini Shaji" userId="525cda041429e910" providerId="Windows Live" clId="Web-{7E63BDF5-B0C7-4E65-E3E6-0B7928D49B0E}" dt="2025-04-15T16:46:53.590" v="410" actId="20577"/>
          <ac:spMkLst>
            <pc:docMk/>
            <pc:sldMk cId="1538691628" sldId="1781"/>
            <ac:spMk id="2" creationId="{8017E131-30E5-29CA-628C-F0D4176C2D10}"/>
          </ac:spMkLst>
        </pc:spChg>
        <pc:spChg chg="mod">
          <ac:chgData name="Rini Shaji" userId="525cda041429e910" providerId="Windows Live" clId="Web-{7E63BDF5-B0C7-4E65-E3E6-0B7928D49B0E}" dt="2025-04-15T16:44:30.758" v="375" actId="20577"/>
          <ac:spMkLst>
            <pc:docMk/>
            <pc:sldMk cId="1538691628" sldId="1781"/>
            <ac:spMk id="3" creationId="{E509186D-2E28-B774-F481-4887C4C2C20D}"/>
          </ac:spMkLst>
        </pc:spChg>
        <pc:spChg chg="mod">
          <ac:chgData name="Rini Shaji" userId="525cda041429e910" providerId="Windows Live" clId="Web-{7E63BDF5-B0C7-4E65-E3E6-0B7928D49B0E}" dt="2025-04-15T16:44:04.023" v="373" actId="20577"/>
          <ac:spMkLst>
            <pc:docMk/>
            <pc:sldMk cId="1538691628" sldId="1781"/>
            <ac:spMk id="4" creationId="{C40511F3-ABEB-0E6B-B08A-6418D7D41AF0}"/>
          </ac:spMkLst>
        </pc:spChg>
        <pc:spChg chg="mod">
          <ac:chgData name="Rini Shaji" userId="525cda041429e910" providerId="Windows Live" clId="Web-{7E63BDF5-B0C7-4E65-E3E6-0B7928D49B0E}" dt="2025-04-15T16:46:46.121" v="408" actId="20577"/>
          <ac:spMkLst>
            <pc:docMk/>
            <pc:sldMk cId="1538691628" sldId="1781"/>
            <ac:spMk id="5" creationId="{DFC62832-C83B-EF8E-6396-05EB23304822}"/>
          </ac:spMkLst>
        </pc:spChg>
      </pc:sldChg>
      <pc:sldChg chg="modSp add replId">
        <pc:chgData name="Rini Shaji" userId="525cda041429e910" providerId="Windows Live" clId="Web-{7E63BDF5-B0C7-4E65-E3E6-0B7928D49B0E}" dt="2025-04-15T17:06:48.658" v="601" actId="20577"/>
        <pc:sldMkLst>
          <pc:docMk/>
          <pc:sldMk cId="2647008420" sldId="1782"/>
        </pc:sldMkLst>
        <pc:spChg chg="mod">
          <ac:chgData name="Rini Shaji" userId="525cda041429e910" providerId="Windows Live" clId="Web-{7E63BDF5-B0C7-4E65-E3E6-0B7928D49B0E}" dt="2025-04-15T17:02:00.993" v="526" actId="20577"/>
          <ac:spMkLst>
            <pc:docMk/>
            <pc:sldMk cId="2647008420" sldId="1782"/>
            <ac:spMk id="5" creationId="{549F7D51-9112-27F9-EA1A-42F3F8B92B17}"/>
          </ac:spMkLst>
        </pc:spChg>
        <pc:spChg chg="mod">
          <ac:chgData name="Rini Shaji" userId="525cda041429e910" providerId="Windows Live" clId="Web-{7E63BDF5-B0C7-4E65-E3E6-0B7928D49B0E}" dt="2025-04-15T17:06:41.658" v="595" actId="20577"/>
          <ac:spMkLst>
            <pc:docMk/>
            <pc:sldMk cId="2647008420" sldId="1782"/>
            <ac:spMk id="7" creationId="{A1E35A2C-C785-34B5-C59F-DFB4FD6DE2F1}"/>
          </ac:spMkLst>
        </pc:spChg>
        <pc:spChg chg="mod">
          <ac:chgData name="Rini Shaji" userId="525cda041429e910" providerId="Windows Live" clId="Web-{7E63BDF5-B0C7-4E65-E3E6-0B7928D49B0E}" dt="2025-04-15T17:06:48.658" v="601" actId="20577"/>
          <ac:spMkLst>
            <pc:docMk/>
            <pc:sldMk cId="2647008420" sldId="1782"/>
            <ac:spMk id="8" creationId="{C5FAE01A-2E9B-3F5F-C631-AD34668E7049}"/>
          </ac:spMkLst>
        </pc:spChg>
      </pc:sldChg>
      <pc:sldChg chg="modSp add replId">
        <pc:chgData name="Rini Shaji" userId="525cda041429e910" providerId="Windows Live" clId="Web-{7E63BDF5-B0C7-4E65-E3E6-0B7928D49B0E}" dt="2025-04-15T17:11:00.540" v="695" actId="1076"/>
        <pc:sldMkLst>
          <pc:docMk/>
          <pc:sldMk cId="3322309909" sldId="1783"/>
        </pc:sldMkLst>
        <pc:spChg chg="mod">
          <ac:chgData name="Rini Shaji" userId="525cda041429e910" providerId="Windows Live" clId="Web-{7E63BDF5-B0C7-4E65-E3E6-0B7928D49B0E}" dt="2025-04-15T17:01:57.134" v="524" actId="20577"/>
          <ac:spMkLst>
            <pc:docMk/>
            <pc:sldMk cId="3322309909" sldId="1783"/>
            <ac:spMk id="5" creationId="{4E6961E0-9078-07AB-CB10-704D00CC653D}"/>
          </ac:spMkLst>
        </pc:spChg>
        <pc:spChg chg="mod">
          <ac:chgData name="Rini Shaji" userId="525cda041429e910" providerId="Windows Live" clId="Web-{7E63BDF5-B0C7-4E65-E3E6-0B7928D49B0E}" dt="2025-04-15T17:10:42.227" v="689" actId="1076"/>
          <ac:spMkLst>
            <pc:docMk/>
            <pc:sldMk cId="3322309909" sldId="1783"/>
            <ac:spMk id="7" creationId="{C9662790-FA83-5ABD-0ACD-E082685CBC65}"/>
          </ac:spMkLst>
        </pc:spChg>
        <pc:spChg chg="mod">
          <ac:chgData name="Rini Shaji" userId="525cda041429e910" providerId="Windows Live" clId="Web-{7E63BDF5-B0C7-4E65-E3E6-0B7928D49B0E}" dt="2025-04-15T17:11:00.540" v="695" actId="1076"/>
          <ac:spMkLst>
            <pc:docMk/>
            <pc:sldMk cId="3322309909" sldId="1783"/>
            <ac:spMk id="8" creationId="{24C8ABA0-6E96-A03F-F204-DE3942A5825A}"/>
          </ac:spMkLst>
        </pc:spChg>
      </pc:sldChg>
      <pc:sldChg chg="modSp add replId">
        <pc:chgData name="Rini Shaji" userId="525cda041429e910" providerId="Windows Live" clId="Web-{7E63BDF5-B0C7-4E65-E3E6-0B7928D49B0E}" dt="2025-04-15T17:10:28.899" v="688" actId="20577"/>
        <pc:sldMkLst>
          <pc:docMk/>
          <pc:sldMk cId="1177206329" sldId="1784"/>
        </pc:sldMkLst>
        <pc:spChg chg="mod">
          <ac:chgData name="Rini Shaji" userId="525cda041429e910" providerId="Windows Live" clId="Web-{7E63BDF5-B0C7-4E65-E3E6-0B7928D49B0E}" dt="2025-04-15T17:01:38.836" v="516" actId="20577"/>
          <ac:spMkLst>
            <pc:docMk/>
            <pc:sldMk cId="1177206329" sldId="1784"/>
            <ac:spMk id="5" creationId="{D272E8D2-05CC-4315-8734-10DD1817E8D7}"/>
          </ac:spMkLst>
        </pc:spChg>
        <pc:spChg chg="mod">
          <ac:chgData name="Rini Shaji" userId="525cda041429e910" providerId="Windows Live" clId="Web-{7E63BDF5-B0C7-4E65-E3E6-0B7928D49B0E}" dt="2025-04-15T17:10:24.930" v="686" actId="1076"/>
          <ac:spMkLst>
            <pc:docMk/>
            <pc:sldMk cId="1177206329" sldId="1784"/>
            <ac:spMk id="7" creationId="{0F0C35B6-06C7-CF20-4104-C16FB006E514}"/>
          </ac:spMkLst>
        </pc:spChg>
        <pc:spChg chg="mod">
          <ac:chgData name="Rini Shaji" userId="525cda041429e910" providerId="Windows Live" clId="Web-{7E63BDF5-B0C7-4E65-E3E6-0B7928D49B0E}" dt="2025-04-15T17:10:28.899" v="688" actId="20577"/>
          <ac:spMkLst>
            <pc:docMk/>
            <pc:sldMk cId="1177206329" sldId="1784"/>
            <ac:spMk id="8" creationId="{9AB96B3B-2F7D-5E93-6FA4-D10A487F7802}"/>
          </ac:spMkLst>
        </pc:spChg>
      </pc:sldChg>
      <pc:sldChg chg="modSp add replId">
        <pc:chgData name="Rini Shaji" userId="525cda041429e910" providerId="Windows Live" clId="Web-{7E63BDF5-B0C7-4E65-E3E6-0B7928D49B0E}" dt="2025-04-15T17:12:32.433" v="712" actId="20577"/>
        <pc:sldMkLst>
          <pc:docMk/>
          <pc:sldMk cId="678669220" sldId="1785"/>
        </pc:sldMkLst>
        <pc:spChg chg="mod">
          <ac:chgData name="Rini Shaji" userId="525cda041429e910" providerId="Windows Live" clId="Web-{7E63BDF5-B0C7-4E65-E3E6-0B7928D49B0E}" dt="2025-04-15T17:12:32.433" v="712" actId="20577"/>
          <ac:spMkLst>
            <pc:docMk/>
            <pc:sldMk cId="678669220" sldId="1785"/>
            <ac:spMk id="5" creationId="{A672903C-C985-F3D3-A3A0-F7D04D6531D6}"/>
          </ac:spMkLst>
        </pc:spChg>
        <pc:spChg chg="mod">
          <ac:chgData name="Rini Shaji" userId="525cda041429e910" providerId="Windows Live" clId="Web-{7E63BDF5-B0C7-4E65-E3E6-0B7928D49B0E}" dt="2025-04-15T17:11:50.088" v="710" actId="20577"/>
          <ac:spMkLst>
            <pc:docMk/>
            <pc:sldMk cId="678669220" sldId="1785"/>
            <ac:spMk id="7" creationId="{0C6FBDF7-0764-2CDC-D3B4-0A83311011CA}"/>
          </ac:spMkLst>
        </pc:spChg>
      </pc:sldChg>
    </pc:docChg>
  </pc:docChgLst>
  <pc:docChgLst>
    <pc:chgData name="Rini Shaji" userId="525cda041429e910" providerId="Windows Live" clId="Web-{F6911A34-7FAC-9354-E34D-14579346FC39}"/>
    <pc:docChg chg="modSld sldOrd">
      <pc:chgData name="Rini Shaji" userId="525cda041429e910" providerId="Windows Live" clId="Web-{F6911A34-7FAC-9354-E34D-14579346FC39}" dt="2025-04-15T15:51:49.905" v="34" actId="20577"/>
      <pc:docMkLst>
        <pc:docMk/>
      </pc:docMkLst>
      <pc:sldChg chg="modSp">
        <pc:chgData name="Rini Shaji" userId="525cda041429e910" providerId="Windows Live" clId="Web-{F6911A34-7FAC-9354-E34D-14579346FC39}" dt="2025-04-15T15:51:49.905" v="34" actId="20577"/>
        <pc:sldMkLst>
          <pc:docMk/>
          <pc:sldMk cId="140346443" sldId="822"/>
        </pc:sldMkLst>
        <pc:spChg chg="mod">
          <ac:chgData name="Rini Shaji" userId="525cda041429e910" providerId="Windows Live" clId="Web-{F6911A34-7FAC-9354-E34D-14579346FC39}" dt="2025-04-15T15:49:57.293" v="7" actId="20577"/>
          <ac:spMkLst>
            <pc:docMk/>
            <pc:sldMk cId="140346443" sldId="822"/>
            <ac:spMk id="2" creationId="{69072751-0DFD-E04D-8DBC-6192EE4B4B2A}"/>
          </ac:spMkLst>
        </pc:spChg>
        <pc:spChg chg="mod">
          <ac:chgData name="Rini Shaji" userId="525cda041429e910" providerId="Windows Live" clId="Web-{F6911A34-7FAC-9354-E34D-14579346FC39}" dt="2025-04-15T15:51:49.905" v="34" actId="20577"/>
          <ac:spMkLst>
            <pc:docMk/>
            <pc:sldMk cId="140346443" sldId="822"/>
            <ac:spMk id="10" creationId="{60127C6D-3342-C831-3981-C5030CF3B941}"/>
          </ac:spMkLst>
        </pc:spChg>
      </pc:sldChg>
      <pc:sldChg chg="ord">
        <pc:chgData name="Rini Shaji" userId="525cda041429e910" providerId="Windows Live" clId="Web-{F6911A34-7FAC-9354-E34D-14579346FC39}" dt="2025-04-15T15:48:10.884" v="1"/>
        <pc:sldMkLst>
          <pc:docMk/>
          <pc:sldMk cId="3483362787" sldId="1754"/>
        </pc:sldMkLst>
      </pc:sldChg>
    </pc:docChg>
  </pc:docChgLst>
  <pc:docChgLst>
    <pc:chgData name="Reuben Stephen" userId="6a6eda1f0b9c2b70" providerId="LiveId" clId="{3E9A5C52-4B06-417C-8BA5-4874986CC554}"/>
    <pc:docChg chg="undo custSel addSld modSld">
      <pc:chgData name="Reuben Stephen" userId="6a6eda1f0b9c2b70" providerId="LiveId" clId="{3E9A5C52-4B06-417C-8BA5-4874986CC554}" dt="2025-04-17T13:30:13.422" v="1331" actId="6549"/>
      <pc:docMkLst>
        <pc:docMk/>
      </pc:docMkLst>
      <pc:sldChg chg="modSp mod">
        <pc:chgData name="Reuben Stephen" userId="6a6eda1f0b9c2b70" providerId="LiveId" clId="{3E9A5C52-4B06-417C-8BA5-4874986CC554}" dt="2025-04-17T12:40:44.362" v="322" actId="6549"/>
        <pc:sldMkLst>
          <pc:docMk/>
          <pc:sldMk cId="2716954731" sldId="1390"/>
        </pc:sldMkLst>
        <pc:spChg chg="mod">
          <ac:chgData name="Reuben Stephen" userId="6a6eda1f0b9c2b70" providerId="LiveId" clId="{3E9A5C52-4B06-417C-8BA5-4874986CC554}" dt="2025-04-17T12:40:44.362" v="322" actId="6549"/>
          <ac:spMkLst>
            <pc:docMk/>
            <pc:sldMk cId="2716954731" sldId="1390"/>
            <ac:spMk id="3" creationId="{1CD60F91-C48C-44D7-FB3B-A9437A0C3E5A}"/>
          </ac:spMkLst>
        </pc:spChg>
        <pc:spChg chg="mod">
          <ac:chgData name="Reuben Stephen" userId="6a6eda1f0b9c2b70" providerId="LiveId" clId="{3E9A5C52-4B06-417C-8BA5-4874986CC554}" dt="2025-04-17T12:31:34.423" v="34" actId="20577"/>
          <ac:spMkLst>
            <pc:docMk/>
            <pc:sldMk cId="2716954731" sldId="1390"/>
            <ac:spMk id="4" creationId="{BBA86F7C-8947-88A4-795D-942E62009A0C}"/>
          </ac:spMkLst>
        </pc:spChg>
      </pc:sldChg>
      <pc:sldChg chg="modSp mod">
        <pc:chgData name="Reuben Stephen" userId="6a6eda1f0b9c2b70" providerId="LiveId" clId="{3E9A5C52-4B06-417C-8BA5-4874986CC554}" dt="2025-04-17T13:21:59.809" v="1072" actId="20577"/>
        <pc:sldMkLst>
          <pc:docMk/>
          <pc:sldMk cId="821631254" sldId="1689"/>
        </pc:sldMkLst>
        <pc:spChg chg="mod">
          <ac:chgData name="Reuben Stephen" userId="6a6eda1f0b9c2b70" providerId="LiveId" clId="{3E9A5C52-4B06-417C-8BA5-4874986CC554}" dt="2025-04-17T13:21:59.809" v="1072" actId="20577"/>
          <ac:spMkLst>
            <pc:docMk/>
            <pc:sldMk cId="821631254" sldId="1689"/>
            <ac:spMk id="2" creationId="{2B4BC52F-8332-8E12-44D0-FB1F54BDE5BF}"/>
          </ac:spMkLst>
        </pc:spChg>
        <pc:spChg chg="mod">
          <ac:chgData name="Reuben Stephen" userId="6a6eda1f0b9c2b70" providerId="LiveId" clId="{3E9A5C52-4B06-417C-8BA5-4874986CC554}" dt="2025-04-17T13:05:26.258" v="616" actId="20577"/>
          <ac:spMkLst>
            <pc:docMk/>
            <pc:sldMk cId="821631254" sldId="1689"/>
            <ac:spMk id="5" creationId="{AF47353D-3FCD-B81F-BB48-9B0AB99CB80C}"/>
          </ac:spMkLst>
        </pc:spChg>
        <pc:spChg chg="mod">
          <ac:chgData name="Reuben Stephen" userId="6a6eda1f0b9c2b70" providerId="LiveId" clId="{3E9A5C52-4B06-417C-8BA5-4874986CC554}" dt="2025-04-17T12:42:09.566" v="335" actId="6549"/>
          <ac:spMkLst>
            <pc:docMk/>
            <pc:sldMk cId="821631254" sldId="1689"/>
            <ac:spMk id="7" creationId="{BB1D2924-101E-5EBC-9B93-D95B7D93C60A}"/>
          </ac:spMkLst>
        </pc:spChg>
      </pc:sldChg>
      <pc:sldChg chg="modSp mod">
        <pc:chgData name="Reuben Stephen" userId="6a6eda1f0b9c2b70" providerId="LiveId" clId="{3E9A5C52-4B06-417C-8BA5-4874986CC554}" dt="2025-04-17T12:40:01.396" v="302" actId="20577"/>
        <pc:sldMkLst>
          <pc:docMk/>
          <pc:sldMk cId="2680780370" sldId="1778"/>
        </pc:sldMkLst>
        <pc:spChg chg="mod">
          <ac:chgData name="Reuben Stephen" userId="6a6eda1f0b9c2b70" providerId="LiveId" clId="{3E9A5C52-4B06-417C-8BA5-4874986CC554}" dt="2025-04-17T12:39:58.749" v="301" actId="20577"/>
          <ac:spMkLst>
            <pc:docMk/>
            <pc:sldMk cId="2680780370" sldId="1778"/>
            <ac:spMk id="3" creationId="{01E0C13E-EA25-B71B-B0D1-98191404287F}"/>
          </ac:spMkLst>
        </pc:spChg>
        <pc:spChg chg="mod">
          <ac:chgData name="Reuben Stephen" userId="6a6eda1f0b9c2b70" providerId="LiveId" clId="{3E9A5C52-4B06-417C-8BA5-4874986CC554}" dt="2025-04-17T12:40:01.396" v="302" actId="20577"/>
          <ac:spMkLst>
            <pc:docMk/>
            <pc:sldMk cId="2680780370" sldId="1778"/>
            <ac:spMk id="4" creationId="{2BDD4FFB-AC34-C453-9CD5-52FDE89F1752}"/>
          </ac:spMkLst>
        </pc:spChg>
      </pc:sldChg>
      <pc:sldChg chg="modSp mod">
        <pc:chgData name="Reuben Stephen" userId="6a6eda1f0b9c2b70" providerId="LiveId" clId="{3E9A5C52-4B06-417C-8BA5-4874986CC554}" dt="2025-04-17T12:40:06.230" v="305" actId="20577"/>
        <pc:sldMkLst>
          <pc:docMk/>
          <pc:sldMk cId="1316607175" sldId="1779"/>
        </pc:sldMkLst>
        <pc:spChg chg="mod">
          <ac:chgData name="Reuben Stephen" userId="6a6eda1f0b9c2b70" providerId="LiveId" clId="{3E9A5C52-4B06-417C-8BA5-4874986CC554}" dt="2025-04-17T12:40:06.230" v="305" actId="20577"/>
          <ac:spMkLst>
            <pc:docMk/>
            <pc:sldMk cId="1316607175" sldId="1779"/>
            <ac:spMk id="3" creationId="{3761AE1A-0FC1-60D6-4AF2-BDBE5E5DC62F}"/>
          </ac:spMkLst>
        </pc:spChg>
        <pc:spChg chg="mod">
          <ac:chgData name="Reuben Stephen" userId="6a6eda1f0b9c2b70" providerId="LiveId" clId="{3E9A5C52-4B06-417C-8BA5-4874986CC554}" dt="2025-04-17T12:40:04.412" v="303" actId="20577"/>
          <ac:spMkLst>
            <pc:docMk/>
            <pc:sldMk cId="1316607175" sldId="1779"/>
            <ac:spMk id="4" creationId="{4F576E1C-0DFD-E6D0-A893-B7132C5E1D90}"/>
          </ac:spMkLst>
        </pc:spChg>
      </pc:sldChg>
      <pc:sldChg chg="modSp mod">
        <pc:chgData name="Reuben Stephen" userId="6a6eda1f0b9c2b70" providerId="LiveId" clId="{3E9A5C52-4B06-417C-8BA5-4874986CC554}" dt="2025-04-17T12:40:10.796" v="308" actId="20577"/>
        <pc:sldMkLst>
          <pc:docMk/>
          <pc:sldMk cId="2461373608" sldId="1780"/>
        </pc:sldMkLst>
        <pc:spChg chg="mod">
          <ac:chgData name="Reuben Stephen" userId="6a6eda1f0b9c2b70" providerId="LiveId" clId="{3E9A5C52-4B06-417C-8BA5-4874986CC554}" dt="2025-04-17T12:40:10.796" v="308" actId="20577"/>
          <ac:spMkLst>
            <pc:docMk/>
            <pc:sldMk cId="2461373608" sldId="1780"/>
            <ac:spMk id="3" creationId="{AC295A5E-207E-E706-6940-A8237C0C2732}"/>
          </ac:spMkLst>
        </pc:spChg>
        <pc:spChg chg="mod">
          <ac:chgData name="Reuben Stephen" userId="6a6eda1f0b9c2b70" providerId="LiveId" clId="{3E9A5C52-4B06-417C-8BA5-4874986CC554}" dt="2025-04-17T12:40:09.063" v="306" actId="20577"/>
          <ac:spMkLst>
            <pc:docMk/>
            <pc:sldMk cId="2461373608" sldId="1780"/>
            <ac:spMk id="4" creationId="{4E5A9526-86BD-073A-D24A-821B18992BC7}"/>
          </ac:spMkLst>
        </pc:spChg>
      </pc:sldChg>
      <pc:sldChg chg="modSp mod">
        <pc:chgData name="Reuben Stephen" userId="6a6eda1f0b9c2b70" providerId="LiveId" clId="{3E9A5C52-4B06-417C-8BA5-4874986CC554}" dt="2025-04-17T12:40:15.493" v="311" actId="20577"/>
        <pc:sldMkLst>
          <pc:docMk/>
          <pc:sldMk cId="1538691628" sldId="1781"/>
        </pc:sldMkLst>
        <pc:spChg chg="mod">
          <ac:chgData name="Reuben Stephen" userId="6a6eda1f0b9c2b70" providerId="LiveId" clId="{3E9A5C52-4B06-417C-8BA5-4874986CC554}" dt="2025-04-17T12:40:15.493" v="311" actId="20577"/>
          <ac:spMkLst>
            <pc:docMk/>
            <pc:sldMk cId="1538691628" sldId="1781"/>
            <ac:spMk id="3" creationId="{E509186D-2E28-B774-F481-4887C4C2C20D}"/>
          </ac:spMkLst>
        </pc:spChg>
        <pc:spChg chg="mod">
          <ac:chgData name="Reuben Stephen" userId="6a6eda1f0b9c2b70" providerId="LiveId" clId="{3E9A5C52-4B06-417C-8BA5-4874986CC554}" dt="2025-04-17T12:40:13.733" v="309" actId="6549"/>
          <ac:spMkLst>
            <pc:docMk/>
            <pc:sldMk cId="1538691628" sldId="1781"/>
            <ac:spMk id="4" creationId="{C40511F3-ABEB-0E6B-B08A-6418D7D41AF0}"/>
          </ac:spMkLst>
        </pc:spChg>
      </pc:sldChg>
      <pc:sldChg chg="modSp mod">
        <pc:chgData name="Reuben Stephen" userId="6a6eda1f0b9c2b70" providerId="LiveId" clId="{3E9A5C52-4B06-417C-8BA5-4874986CC554}" dt="2025-04-17T13:22:05.509" v="1074"/>
        <pc:sldMkLst>
          <pc:docMk/>
          <pc:sldMk cId="2647008420" sldId="1782"/>
        </pc:sldMkLst>
        <pc:spChg chg="mod">
          <ac:chgData name="Reuben Stephen" userId="6a6eda1f0b9c2b70" providerId="LiveId" clId="{3E9A5C52-4B06-417C-8BA5-4874986CC554}" dt="2025-04-17T13:22:05.509" v="1074"/>
          <ac:spMkLst>
            <pc:docMk/>
            <pc:sldMk cId="2647008420" sldId="1782"/>
            <ac:spMk id="2" creationId="{861CA43F-CFD4-F7A4-459F-75B6059E6829}"/>
          </ac:spMkLst>
        </pc:spChg>
        <pc:spChg chg="mod">
          <ac:chgData name="Reuben Stephen" userId="6a6eda1f0b9c2b70" providerId="LiveId" clId="{3E9A5C52-4B06-417C-8BA5-4874986CC554}" dt="2025-04-17T13:05:22.243" v="615" actId="20577"/>
          <ac:spMkLst>
            <pc:docMk/>
            <pc:sldMk cId="2647008420" sldId="1782"/>
            <ac:spMk id="5" creationId="{549F7D51-9112-27F9-EA1A-42F3F8B92B17}"/>
          </ac:spMkLst>
        </pc:spChg>
        <pc:spChg chg="mod">
          <ac:chgData name="Reuben Stephen" userId="6a6eda1f0b9c2b70" providerId="LiveId" clId="{3E9A5C52-4B06-417C-8BA5-4874986CC554}" dt="2025-04-17T12:59:50.561" v="371" actId="20577"/>
          <ac:spMkLst>
            <pc:docMk/>
            <pc:sldMk cId="2647008420" sldId="1782"/>
            <ac:spMk id="7" creationId="{A1E35A2C-C785-34B5-C59F-DFB4FD6DE2F1}"/>
          </ac:spMkLst>
        </pc:spChg>
        <pc:spChg chg="mod">
          <ac:chgData name="Reuben Stephen" userId="6a6eda1f0b9c2b70" providerId="LiveId" clId="{3E9A5C52-4B06-417C-8BA5-4874986CC554}" dt="2025-04-17T12:43:01.588" v="349" actId="20577"/>
          <ac:spMkLst>
            <pc:docMk/>
            <pc:sldMk cId="2647008420" sldId="1782"/>
            <ac:spMk id="8" creationId="{C5FAE01A-2E9B-3F5F-C631-AD34668E7049}"/>
          </ac:spMkLst>
        </pc:spChg>
      </pc:sldChg>
      <pc:sldChg chg="modSp mod">
        <pc:chgData name="Reuben Stephen" userId="6a6eda1f0b9c2b70" providerId="LiveId" clId="{3E9A5C52-4B06-417C-8BA5-4874986CC554}" dt="2025-04-17T13:22:08.713" v="1076"/>
        <pc:sldMkLst>
          <pc:docMk/>
          <pc:sldMk cId="3322309909" sldId="1783"/>
        </pc:sldMkLst>
        <pc:spChg chg="mod">
          <ac:chgData name="Reuben Stephen" userId="6a6eda1f0b9c2b70" providerId="LiveId" clId="{3E9A5C52-4B06-417C-8BA5-4874986CC554}" dt="2025-04-17T13:22:08.713" v="1076"/>
          <ac:spMkLst>
            <pc:docMk/>
            <pc:sldMk cId="3322309909" sldId="1783"/>
            <ac:spMk id="2" creationId="{1AF9D5DB-7B0F-AB36-0E33-B5AE8F855635}"/>
          </ac:spMkLst>
        </pc:spChg>
        <pc:spChg chg="mod">
          <ac:chgData name="Reuben Stephen" userId="6a6eda1f0b9c2b70" providerId="LiveId" clId="{3E9A5C52-4B06-417C-8BA5-4874986CC554}" dt="2025-04-17T13:05:19.696" v="614" actId="20577"/>
          <ac:spMkLst>
            <pc:docMk/>
            <pc:sldMk cId="3322309909" sldId="1783"/>
            <ac:spMk id="5" creationId="{4E6961E0-9078-07AB-CB10-704D00CC653D}"/>
          </ac:spMkLst>
        </pc:spChg>
        <pc:spChg chg="mod">
          <ac:chgData name="Reuben Stephen" userId="6a6eda1f0b9c2b70" providerId="LiveId" clId="{3E9A5C52-4B06-417C-8BA5-4874986CC554}" dt="2025-04-17T13:01:08.745" v="385" actId="20577"/>
          <ac:spMkLst>
            <pc:docMk/>
            <pc:sldMk cId="3322309909" sldId="1783"/>
            <ac:spMk id="7" creationId="{C9662790-FA83-5ABD-0ACD-E082685CBC65}"/>
          </ac:spMkLst>
        </pc:spChg>
      </pc:sldChg>
      <pc:sldChg chg="modSp mod">
        <pc:chgData name="Reuben Stephen" userId="6a6eda1f0b9c2b70" providerId="LiveId" clId="{3E9A5C52-4B06-417C-8BA5-4874986CC554}" dt="2025-04-17T13:22:12.422" v="1078"/>
        <pc:sldMkLst>
          <pc:docMk/>
          <pc:sldMk cId="1177206329" sldId="1784"/>
        </pc:sldMkLst>
        <pc:spChg chg="mod">
          <ac:chgData name="Reuben Stephen" userId="6a6eda1f0b9c2b70" providerId="LiveId" clId="{3E9A5C52-4B06-417C-8BA5-4874986CC554}" dt="2025-04-17T13:22:12.422" v="1078"/>
          <ac:spMkLst>
            <pc:docMk/>
            <pc:sldMk cId="1177206329" sldId="1784"/>
            <ac:spMk id="2" creationId="{FB0B53B9-58C3-4ECA-AD5D-8566D767CD2B}"/>
          </ac:spMkLst>
        </pc:spChg>
        <pc:spChg chg="mod">
          <ac:chgData name="Reuben Stephen" userId="6a6eda1f0b9c2b70" providerId="LiveId" clId="{3E9A5C52-4B06-417C-8BA5-4874986CC554}" dt="2025-04-17T13:05:16.785" v="613" actId="20577"/>
          <ac:spMkLst>
            <pc:docMk/>
            <pc:sldMk cId="1177206329" sldId="1784"/>
            <ac:spMk id="5" creationId="{D272E8D2-05CC-4315-8734-10DD1817E8D7}"/>
          </ac:spMkLst>
        </pc:spChg>
        <pc:spChg chg="mod">
          <ac:chgData name="Reuben Stephen" userId="6a6eda1f0b9c2b70" providerId="LiveId" clId="{3E9A5C52-4B06-417C-8BA5-4874986CC554}" dt="2025-04-17T13:02:37.763" v="404" actId="6549"/>
          <ac:spMkLst>
            <pc:docMk/>
            <pc:sldMk cId="1177206329" sldId="1784"/>
            <ac:spMk id="7" creationId="{0F0C35B6-06C7-CF20-4104-C16FB006E514}"/>
          </ac:spMkLst>
        </pc:spChg>
        <pc:spChg chg="mod">
          <ac:chgData name="Reuben Stephen" userId="6a6eda1f0b9c2b70" providerId="LiveId" clId="{3E9A5C52-4B06-417C-8BA5-4874986CC554}" dt="2025-04-17T13:01:43.692" v="392" actId="6549"/>
          <ac:spMkLst>
            <pc:docMk/>
            <pc:sldMk cId="1177206329" sldId="1784"/>
            <ac:spMk id="8" creationId="{9AB96B3B-2F7D-5E93-6FA4-D10A487F7802}"/>
          </ac:spMkLst>
        </pc:spChg>
      </pc:sldChg>
      <pc:sldChg chg="modSp mod">
        <pc:chgData name="Reuben Stephen" userId="6a6eda1f0b9c2b70" providerId="LiveId" clId="{3E9A5C52-4B06-417C-8BA5-4874986CC554}" dt="2025-04-17T13:12:58.484" v="829" actId="20577"/>
        <pc:sldMkLst>
          <pc:docMk/>
          <pc:sldMk cId="2280542997" sldId="1790"/>
        </pc:sldMkLst>
        <pc:spChg chg="mod">
          <ac:chgData name="Reuben Stephen" userId="6a6eda1f0b9c2b70" providerId="LiveId" clId="{3E9A5C52-4B06-417C-8BA5-4874986CC554}" dt="2025-04-17T13:12:58.484" v="829" actId="20577"/>
          <ac:spMkLst>
            <pc:docMk/>
            <pc:sldMk cId="2280542997" sldId="1790"/>
            <ac:spMk id="3" creationId="{7AD76FFC-A2B8-24BC-40E2-C1824AC490C8}"/>
          </ac:spMkLst>
        </pc:spChg>
      </pc:sldChg>
      <pc:sldChg chg="modSp mod">
        <pc:chgData name="Reuben Stephen" userId="6a6eda1f0b9c2b70" providerId="LiveId" clId="{3E9A5C52-4B06-417C-8BA5-4874986CC554}" dt="2025-04-17T13:21:48.070" v="1066"/>
        <pc:sldMkLst>
          <pc:docMk/>
          <pc:sldMk cId="3774483327" sldId="1791"/>
        </pc:sldMkLst>
        <pc:spChg chg="mod">
          <ac:chgData name="Reuben Stephen" userId="6a6eda1f0b9c2b70" providerId="LiveId" clId="{3E9A5C52-4B06-417C-8BA5-4874986CC554}" dt="2025-04-17T13:21:48.070" v="1066"/>
          <ac:spMkLst>
            <pc:docMk/>
            <pc:sldMk cId="3774483327" sldId="1791"/>
            <ac:spMk id="2" creationId="{19517040-032E-81B5-2CEB-6F8B2199A0F4}"/>
          </ac:spMkLst>
        </pc:spChg>
        <pc:spChg chg="mod">
          <ac:chgData name="Reuben Stephen" userId="6a6eda1f0b9c2b70" providerId="LiveId" clId="{3E9A5C52-4B06-417C-8BA5-4874986CC554}" dt="2025-04-17T13:09:47.186" v="741" actId="1076"/>
          <ac:spMkLst>
            <pc:docMk/>
            <pc:sldMk cId="3774483327" sldId="1791"/>
            <ac:spMk id="7" creationId="{8E5554AB-E4B1-17ED-FECA-53A0621BD1EA}"/>
          </ac:spMkLst>
        </pc:spChg>
        <pc:spChg chg="mod">
          <ac:chgData name="Reuben Stephen" userId="6a6eda1f0b9c2b70" providerId="LiveId" clId="{3E9A5C52-4B06-417C-8BA5-4874986CC554}" dt="2025-04-17T13:08:41.919" v="703" actId="20577"/>
          <ac:spMkLst>
            <pc:docMk/>
            <pc:sldMk cId="3774483327" sldId="1791"/>
            <ac:spMk id="8" creationId="{34C71758-2790-DBE9-5396-3A42AF84C3A0}"/>
          </ac:spMkLst>
        </pc:spChg>
      </pc:sldChg>
      <pc:sldChg chg="modSp mod">
        <pc:chgData name="Reuben Stephen" userId="6a6eda1f0b9c2b70" providerId="LiveId" clId="{3E9A5C52-4B06-417C-8BA5-4874986CC554}" dt="2025-04-17T13:21:40.527" v="1064" actId="20577"/>
        <pc:sldMkLst>
          <pc:docMk/>
          <pc:sldMk cId="2288399842" sldId="1792"/>
        </pc:sldMkLst>
        <pc:spChg chg="mod">
          <ac:chgData name="Reuben Stephen" userId="6a6eda1f0b9c2b70" providerId="LiveId" clId="{3E9A5C52-4B06-417C-8BA5-4874986CC554}" dt="2025-04-17T13:21:40.527" v="1064" actId="20577"/>
          <ac:spMkLst>
            <pc:docMk/>
            <pc:sldMk cId="2288399842" sldId="1792"/>
            <ac:spMk id="2" creationId="{F0F78C57-59E4-23C6-C32B-15D7A790E92B}"/>
          </ac:spMkLst>
        </pc:spChg>
        <pc:spChg chg="mod">
          <ac:chgData name="Reuben Stephen" userId="6a6eda1f0b9c2b70" providerId="LiveId" clId="{3E9A5C52-4B06-417C-8BA5-4874986CC554}" dt="2025-04-17T13:12:46.576" v="826" actId="6549"/>
          <ac:spMkLst>
            <pc:docMk/>
            <pc:sldMk cId="2288399842" sldId="1792"/>
            <ac:spMk id="7" creationId="{63DADDED-124F-4EE5-3F69-35EC30D37D5F}"/>
          </ac:spMkLst>
        </pc:spChg>
        <pc:spChg chg="mod">
          <ac:chgData name="Reuben Stephen" userId="6a6eda1f0b9c2b70" providerId="LiveId" clId="{3E9A5C52-4B06-417C-8BA5-4874986CC554}" dt="2025-04-17T13:12:40.483" v="825" actId="1076"/>
          <ac:spMkLst>
            <pc:docMk/>
            <pc:sldMk cId="2288399842" sldId="1792"/>
            <ac:spMk id="8" creationId="{C91ADC66-BA96-8D4B-4364-352ADEC7027A}"/>
          </ac:spMkLst>
        </pc:spChg>
      </pc:sldChg>
      <pc:sldChg chg="modSp mod">
        <pc:chgData name="Reuben Stephen" userId="6a6eda1f0b9c2b70" providerId="LiveId" clId="{3E9A5C52-4B06-417C-8BA5-4874986CC554}" dt="2025-04-17T13:21:14.250" v="1054"/>
        <pc:sldMkLst>
          <pc:docMk/>
          <pc:sldMk cId="2112525183" sldId="1795"/>
        </pc:sldMkLst>
        <pc:spChg chg="mod">
          <ac:chgData name="Reuben Stephen" userId="6a6eda1f0b9c2b70" providerId="LiveId" clId="{3E9A5C52-4B06-417C-8BA5-4874986CC554}" dt="2025-04-17T13:21:14.250" v="1054"/>
          <ac:spMkLst>
            <pc:docMk/>
            <pc:sldMk cId="2112525183" sldId="1795"/>
            <ac:spMk id="2" creationId="{7AAFBA6A-281C-A563-4FC7-00ACA12CD38D}"/>
          </ac:spMkLst>
        </pc:spChg>
        <pc:spChg chg="mod">
          <ac:chgData name="Reuben Stephen" userId="6a6eda1f0b9c2b70" providerId="LiveId" clId="{3E9A5C52-4B06-417C-8BA5-4874986CC554}" dt="2025-04-17T13:19:16.454" v="953" actId="20577"/>
          <ac:spMkLst>
            <pc:docMk/>
            <pc:sldMk cId="2112525183" sldId="1795"/>
            <ac:spMk id="7" creationId="{9390CC55-F256-4E76-82F9-8D97E420EA21}"/>
          </ac:spMkLst>
        </pc:spChg>
        <pc:spChg chg="mod">
          <ac:chgData name="Reuben Stephen" userId="6a6eda1f0b9c2b70" providerId="LiveId" clId="{3E9A5C52-4B06-417C-8BA5-4874986CC554}" dt="2025-04-17T13:18:52.400" v="936" actId="20577"/>
          <ac:spMkLst>
            <pc:docMk/>
            <pc:sldMk cId="2112525183" sldId="1795"/>
            <ac:spMk id="8" creationId="{55F0A6FF-A3CF-E63B-CC43-180555F2DAFA}"/>
          </ac:spMkLst>
        </pc:spChg>
      </pc:sldChg>
      <pc:sldChg chg="modSp mod">
        <pc:chgData name="Reuben Stephen" userId="6a6eda1f0b9c2b70" providerId="LiveId" clId="{3E9A5C52-4B06-417C-8BA5-4874986CC554}" dt="2025-04-17T13:23:08.082" v="1097" actId="20577"/>
        <pc:sldMkLst>
          <pc:docMk/>
          <pc:sldMk cId="2681504254" sldId="1796"/>
        </pc:sldMkLst>
        <pc:spChg chg="mod">
          <ac:chgData name="Reuben Stephen" userId="6a6eda1f0b9c2b70" providerId="LiveId" clId="{3E9A5C52-4B06-417C-8BA5-4874986CC554}" dt="2025-04-17T13:21:17.789" v="1055"/>
          <ac:spMkLst>
            <pc:docMk/>
            <pc:sldMk cId="2681504254" sldId="1796"/>
            <ac:spMk id="2" creationId="{DF9716A6-F929-B7CB-E317-E8754EFAD19C}"/>
          </ac:spMkLst>
        </pc:spChg>
        <pc:spChg chg="mod">
          <ac:chgData name="Reuben Stephen" userId="6a6eda1f0b9c2b70" providerId="LiveId" clId="{3E9A5C52-4B06-417C-8BA5-4874986CC554}" dt="2025-04-17T13:23:08.082" v="1097" actId="20577"/>
          <ac:spMkLst>
            <pc:docMk/>
            <pc:sldMk cId="2681504254" sldId="1796"/>
            <ac:spMk id="7" creationId="{D064D817-030E-BF6A-558E-D590E015D8FD}"/>
          </ac:spMkLst>
        </pc:spChg>
        <pc:spChg chg="mod">
          <ac:chgData name="Reuben Stephen" userId="6a6eda1f0b9c2b70" providerId="LiveId" clId="{3E9A5C52-4B06-417C-8BA5-4874986CC554}" dt="2025-04-17T13:20:45.744" v="1012" actId="14100"/>
          <ac:spMkLst>
            <pc:docMk/>
            <pc:sldMk cId="2681504254" sldId="1796"/>
            <ac:spMk id="8" creationId="{5FD65A1D-D46D-B076-C892-C4FB8B0C2A2A}"/>
          </ac:spMkLst>
        </pc:spChg>
      </pc:sldChg>
      <pc:sldChg chg="modSp mod">
        <pc:chgData name="Reuben Stephen" userId="6a6eda1f0b9c2b70" providerId="LiveId" clId="{3E9A5C52-4B06-417C-8BA5-4874986CC554}" dt="2025-04-17T13:25:26.556" v="1176" actId="20577"/>
        <pc:sldMkLst>
          <pc:docMk/>
          <pc:sldMk cId="4249059673" sldId="1797"/>
        </pc:sldMkLst>
        <pc:spChg chg="mod">
          <ac:chgData name="Reuben Stephen" userId="6a6eda1f0b9c2b70" providerId="LiveId" clId="{3E9A5C52-4B06-417C-8BA5-4874986CC554}" dt="2025-04-17T13:21:21.292" v="1056"/>
          <ac:spMkLst>
            <pc:docMk/>
            <pc:sldMk cId="4249059673" sldId="1797"/>
            <ac:spMk id="2" creationId="{0A40B1E4-7063-5872-B625-F704D69F8311}"/>
          </ac:spMkLst>
        </pc:spChg>
        <pc:spChg chg="mod">
          <ac:chgData name="Reuben Stephen" userId="6a6eda1f0b9c2b70" providerId="LiveId" clId="{3E9A5C52-4B06-417C-8BA5-4874986CC554}" dt="2025-04-17T13:25:26.556" v="1176" actId="20577"/>
          <ac:spMkLst>
            <pc:docMk/>
            <pc:sldMk cId="4249059673" sldId="1797"/>
            <ac:spMk id="7" creationId="{3F2AB0AC-BB50-9D93-D275-B3E1ED3C3FD9}"/>
          </ac:spMkLst>
        </pc:spChg>
        <pc:spChg chg="mod">
          <ac:chgData name="Reuben Stephen" userId="6a6eda1f0b9c2b70" providerId="LiveId" clId="{3E9A5C52-4B06-417C-8BA5-4874986CC554}" dt="2025-04-17T13:24:05.297" v="1123" actId="6549"/>
          <ac:spMkLst>
            <pc:docMk/>
            <pc:sldMk cId="4249059673" sldId="1797"/>
            <ac:spMk id="8" creationId="{C185E3D0-90FE-8FCA-42AB-6B763DE48BA5}"/>
          </ac:spMkLst>
        </pc:spChg>
      </pc:sldChg>
      <pc:sldChg chg="modSp mod">
        <pc:chgData name="Reuben Stephen" userId="6a6eda1f0b9c2b70" providerId="LiveId" clId="{3E9A5C52-4B06-417C-8BA5-4874986CC554}" dt="2025-04-17T13:28:08.521" v="1248" actId="20577"/>
        <pc:sldMkLst>
          <pc:docMk/>
          <pc:sldMk cId="4203587680" sldId="1798"/>
        </pc:sldMkLst>
        <pc:spChg chg="mod">
          <ac:chgData name="Reuben Stephen" userId="6a6eda1f0b9c2b70" providerId="LiveId" clId="{3E9A5C52-4B06-417C-8BA5-4874986CC554}" dt="2025-04-17T13:21:25.788" v="1057"/>
          <ac:spMkLst>
            <pc:docMk/>
            <pc:sldMk cId="4203587680" sldId="1798"/>
            <ac:spMk id="2" creationId="{CA3C4B0B-3774-C358-A1C6-73E1438FF8A3}"/>
          </ac:spMkLst>
        </pc:spChg>
        <pc:spChg chg="mod">
          <ac:chgData name="Reuben Stephen" userId="6a6eda1f0b9c2b70" providerId="LiveId" clId="{3E9A5C52-4B06-417C-8BA5-4874986CC554}" dt="2025-04-17T13:28:08.521" v="1248" actId="20577"/>
          <ac:spMkLst>
            <pc:docMk/>
            <pc:sldMk cId="4203587680" sldId="1798"/>
            <ac:spMk id="7" creationId="{967A7093-E1C7-DC54-048D-E0130C2C0ADA}"/>
          </ac:spMkLst>
        </pc:spChg>
        <pc:spChg chg="mod">
          <ac:chgData name="Reuben Stephen" userId="6a6eda1f0b9c2b70" providerId="LiveId" clId="{3E9A5C52-4B06-417C-8BA5-4874986CC554}" dt="2025-04-17T13:26:59.854" v="1213" actId="20577"/>
          <ac:spMkLst>
            <pc:docMk/>
            <pc:sldMk cId="4203587680" sldId="1798"/>
            <ac:spMk id="8" creationId="{E6514C40-57C7-940E-0969-6F7A648EFE08}"/>
          </ac:spMkLst>
        </pc:spChg>
      </pc:sldChg>
      <pc:sldChg chg="modSp mod">
        <pc:chgData name="Reuben Stephen" userId="6a6eda1f0b9c2b70" providerId="LiveId" clId="{3E9A5C52-4B06-417C-8BA5-4874986CC554}" dt="2025-04-17T13:30:13.422" v="1331" actId="6549"/>
        <pc:sldMkLst>
          <pc:docMk/>
          <pc:sldMk cId="3530597887" sldId="1803"/>
        </pc:sldMkLst>
        <pc:spChg chg="mod">
          <ac:chgData name="Reuben Stephen" userId="6a6eda1f0b9c2b70" providerId="LiveId" clId="{3E9A5C52-4B06-417C-8BA5-4874986CC554}" dt="2025-04-17T13:21:31.803" v="1058"/>
          <ac:spMkLst>
            <pc:docMk/>
            <pc:sldMk cId="3530597887" sldId="1803"/>
            <ac:spMk id="2" creationId="{06C47B16-9A3A-55B9-6F76-43A92C1E560C}"/>
          </ac:spMkLst>
        </pc:spChg>
        <pc:spChg chg="mod">
          <ac:chgData name="Reuben Stephen" userId="6a6eda1f0b9c2b70" providerId="LiveId" clId="{3E9A5C52-4B06-417C-8BA5-4874986CC554}" dt="2025-04-17T13:30:13.422" v="1331" actId="6549"/>
          <ac:spMkLst>
            <pc:docMk/>
            <pc:sldMk cId="3530597887" sldId="1803"/>
            <ac:spMk id="7" creationId="{0DD47B70-E034-BBED-8998-94E224AC0B41}"/>
          </ac:spMkLst>
        </pc:spChg>
        <pc:spChg chg="mod">
          <ac:chgData name="Reuben Stephen" userId="6a6eda1f0b9c2b70" providerId="LiveId" clId="{3E9A5C52-4B06-417C-8BA5-4874986CC554}" dt="2025-04-17T13:29:04.780" v="1286" actId="20577"/>
          <ac:spMkLst>
            <pc:docMk/>
            <pc:sldMk cId="3530597887" sldId="1803"/>
            <ac:spMk id="8" creationId="{726130AA-2B6B-7770-A205-5B4A059499B7}"/>
          </ac:spMkLst>
        </pc:spChg>
      </pc:sldChg>
      <pc:sldChg chg="modSp add mod">
        <pc:chgData name="Reuben Stephen" userId="6a6eda1f0b9c2b70" providerId="LiveId" clId="{3E9A5C52-4B06-417C-8BA5-4874986CC554}" dt="2025-04-17T13:22:15.679" v="1080"/>
        <pc:sldMkLst>
          <pc:docMk/>
          <pc:sldMk cId="2831804891" sldId="1804"/>
        </pc:sldMkLst>
        <pc:spChg chg="mod">
          <ac:chgData name="Reuben Stephen" userId="6a6eda1f0b9c2b70" providerId="LiveId" clId="{3E9A5C52-4B06-417C-8BA5-4874986CC554}" dt="2025-04-17T13:22:15.679" v="1080"/>
          <ac:spMkLst>
            <pc:docMk/>
            <pc:sldMk cId="2831804891" sldId="1804"/>
            <ac:spMk id="2" creationId="{EB21BC06-9201-9C48-B072-2D13EF2CD260}"/>
          </ac:spMkLst>
        </pc:spChg>
        <pc:spChg chg="mod">
          <ac:chgData name="Reuben Stephen" userId="6a6eda1f0b9c2b70" providerId="LiveId" clId="{3E9A5C52-4B06-417C-8BA5-4874986CC554}" dt="2025-04-17T13:05:10.853" v="612" actId="20577"/>
          <ac:spMkLst>
            <pc:docMk/>
            <pc:sldMk cId="2831804891" sldId="1804"/>
            <ac:spMk id="5" creationId="{6711A9CE-F28C-E967-A9BD-224C56CF8268}"/>
          </ac:spMkLst>
        </pc:spChg>
        <pc:spChg chg="mod">
          <ac:chgData name="Reuben Stephen" userId="6a6eda1f0b9c2b70" providerId="LiveId" clId="{3E9A5C52-4B06-417C-8BA5-4874986CC554}" dt="2025-04-17T13:05:05.191" v="609" actId="1076"/>
          <ac:spMkLst>
            <pc:docMk/>
            <pc:sldMk cId="2831804891" sldId="1804"/>
            <ac:spMk id="7" creationId="{7D1A428D-BDC3-B96F-B2D9-B6EF13CF416E}"/>
          </ac:spMkLst>
        </pc:spChg>
        <pc:spChg chg="mod">
          <ac:chgData name="Reuben Stephen" userId="6a6eda1f0b9c2b70" providerId="LiveId" clId="{3E9A5C52-4B06-417C-8BA5-4874986CC554}" dt="2025-04-17T13:04:12.065" v="507" actId="1076"/>
          <ac:spMkLst>
            <pc:docMk/>
            <pc:sldMk cId="2831804891" sldId="1804"/>
            <ac:spMk id="8" creationId="{CBEB395A-C347-235D-FD2F-2CBB43A50841}"/>
          </ac:spMkLst>
        </pc:spChg>
      </pc:sldChg>
    </pc:docChg>
  </pc:docChgLst>
  <pc:docChgLst>
    <pc:chgData name="Rini Shaji" userId="525cda041429e910" providerId="Windows Live" clId="Web-{A9B6FDDB-34F4-E149-C726-4D0882C9B44B}"/>
    <pc:docChg chg="addSld modSld sldOrd">
      <pc:chgData name="Rini Shaji" userId="525cda041429e910" providerId="Windows Live" clId="Web-{A9B6FDDB-34F4-E149-C726-4D0882C9B44B}" dt="2025-04-16T15:04:07.292" v="37"/>
      <pc:docMkLst>
        <pc:docMk/>
      </pc:docMkLst>
      <pc:sldChg chg="modSp">
        <pc:chgData name="Rini Shaji" userId="525cda041429e910" providerId="Windows Live" clId="Web-{A9B6FDDB-34F4-E149-C726-4D0882C9B44B}" dt="2025-04-16T15:03:10.306" v="18" actId="1076"/>
        <pc:sldMkLst>
          <pc:docMk/>
          <pc:sldMk cId="2280542997" sldId="1790"/>
        </pc:sldMkLst>
        <pc:spChg chg="mod">
          <ac:chgData name="Rini Shaji" userId="525cda041429e910" providerId="Windows Live" clId="Web-{A9B6FDDB-34F4-E149-C726-4D0882C9B44B}" dt="2025-04-16T15:03:06.680" v="17" actId="1076"/>
          <ac:spMkLst>
            <pc:docMk/>
            <pc:sldMk cId="2280542997" sldId="1790"/>
            <ac:spMk id="2" creationId="{C8B3CEA6-0F13-CD73-5355-C8B67A20949D}"/>
          </ac:spMkLst>
        </pc:spChg>
        <pc:spChg chg="mod">
          <ac:chgData name="Rini Shaji" userId="525cda041429e910" providerId="Windows Live" clId="Web-{A9B6FDDB-34F4-E149-C726-4D0882C9B44B}" dt="2025-04-16T15:03:10.306" v="18" actId="1076"/>
          <ac:spMkLst>
            <pc:docMk/>
            <pc:sldMk cId="2280542997" sldId="1790"/>
            <ac:spMk id="3" creationId="{7AD76FFC-A2B8-24BC-40E2-C1824AC490C8}"/>
          </ac:spMkLst>
        </pc:spChg>
      </pc:sldChg>
      <pc:sldChg chg="ord">
        <pc:chgData name="Rini Shaji" userId="525cda041429e910" providerId="Windows Live" clId="Web-{A9B6FDDB-34F4-E149-C726-4D0882C9B44B}" dt="2025-04-16T15:00:24.783" v="3"/>
        <pc:sldMkLst>
          <pc:docMk/>
          <pc:sldMk cId="3354833727" sldId="1793"/>
        </pc:sldMkLst>
      </pc:sldChg>
      <pc:sldChg chg="modSp add ord replId">
        <pc:chgData name="Rini Shaji" userId="525cda041429e910" providerId="Windows Live" clId="Web-{A9B6FDDB-34F4-E149-C726-4D0882C9B44B}" dt="2025-04-16T15:03:47.291" v="31"/>
        <pc:sldMkLst>
          <pc:docMk/>
          <pc:sldMk cId="2603224351" sldId="1794"/>
        </pc:sldMkLst>
        <pc:spChg chg="mod">
          <ac:chgData name="Rini Shaji" userId="525cda041429e910" providerId="Windows Live" clId="Web-{A9B6FDDB-34F4-E149-C726-4D0882C9B44B}" dt="2025-04-16T15:03:37.978" v="29" actId="1076"/>
          <ac:spMkLst>
            <pc:docMk/>
            <pc:sldMk cId="2603224351" sldId="1794"/>
            <ac:spMk id="2" creationId="{2E95202E-7AA4-C1CB-8EAD-BCB964AEFB92}"/>
          </ac:spMkLst>
        </pc:spChg>
        <pc:spChg chg="mod">
          <ac:chgData name="Rini Shaji" userId="525cda041429e910" providerId="Windows Live" clId="Web-{A9B6FDDB-34F4-E149-C726-4D0882C9B44B}" dt="2025-04-16T15:03:42.979" v="30" actId="1076"/>
          <ac:spMkLst>
            <pc:docMk/>
            <pc:sldMk cId="2603224351" sldId="1794"/>
            <ac:spMk id="3" creationId="{4E19DF56-A9A4-34DA-E493-50A3FCD679AE}"/>
          </ac:spMkLst>
        </pc:spChg>
      </pc:sldChg>
      <pc:sldChg chg="add ord replId">
        <pc:chgData name="Rini Shaji" userId="525cda041429e910" providerId="Windows Live" clId="Web-{A9B6FDDB-34F4-E149-C726-4D0882C9B44B}" dt="2025-04-16T15:04:07.292" v="37"/>
        <pc:sldMkLst>
          <pc:docMk/>
          <pc:sldMk cId="2112525183" sldId="1795"/>
        </pc:sldMkLst>
      </pc:sldChg>
    </pc:docChg>
  </pc:docChgLst>
  <pc:docChgLst>
    <pc:chgData name="Sini Mathew" userId="3875fe58a975fc01" providerId="Windows Live" clId="Web-{1F1ABA20-739E-C456-1A89-1BBF921388FA}"/>
    <pc:docChg chg="modSld">
      <pc:chgData name="Sini Mathew" userId="3875fe58a975fc01" providerId="Windows Live" clId="Web-{1F1ABA20-739E-C456-1A89-1BBF921388FA}" dt="2025-04-13T15:10:57.114" v="26" actId="20577"/>
      <pc:docMkLst>
        <pc:docMk/>
      </pc:docMkLst>
      <pc:sldChg chg="modSp">
        <pc:chgData name="Sini Mathew" userId="3875fe58a975fc01" providerId="Windows Live" clId="Web-{1F1ABA20-739E-C456-1A89-1BBF921388FA}" dt="2025-04-13T15:10:57.114" v="26" actId="20577"/>
        <pc:sldMkLst>
          <pc:docMk/>
          <pc:sldMk cId="717388547" sldId="813"/>
        </pc:sldMkLst>
        <pc:spChg chg="mod">
          <ac:chgData name="Sini Mathew" userId="3875fe58a975fc01" providerId="Windows Live" clId="Web-{1F1ABA20-739E-C456-1A89-1BBF921388FA}" dt="2025-04-13T15:10:57.114" v="26" actId="20577"/>
          <ac:spMkLst>
            <pc:docMk/>
            <pc:sldMk cId="717388547" sldId="813"/>
            <ac:spMk id="3" creationId="{452E3445-7428-97CE-263A-521C050900BE}"/>
          </ac:spMkLst>
        </pc:spChg>
      </pc:sldChg>
    </pc:docChg>
  </pc:docChgLst>
  <pc:docChgLst>
    <pc:chgData name="Sini Mathew" userId="3875fe58a975fc01" providerId="Windows Live" clId="Web-{E185FFFA-EB7F-0B72-588E-98CF2488331F}"/>
    <pc:docChg chg="modSld">
      <pc:chgData name="Sini Mathew" userId="3875fe58a975fc01" providerId="Windows Live" clId="Web-{E185FFFA-EB7F-0B72-588E-98CF2488331F}" dt="2025-04-13T16:19:03.448" v="9" actId="20577"/>
      <pc:docMkLst>
        <pc:docMk/>
      </pc:docMkLst>
      <pc:sldChg chg="modSp">
        <pc:chgData name="Sini Mathew" userId="3875fe58a975fc01" providerId="Windows Live" clId="Web-{E185FFFA-EB7F-0B72-588E-98CF2488331F}" dt="2025-04-13T16:18:42.885" v="8" actId="20577"/>
        <pc:sldMkLst>
          <pc:docMk/>
          <pc:sldMk cId="1416329417" sldId="949"/>
        </pc:sldMkLst>
      </pc:sldChg>
      <pc:sldChg chg="modSp">
        <pc:chgData name="Sini Mathew" userId="3875fe58a975fc01" providerId="Windows Live" clId="Web-{E185FFFA-EB7F-0B72-588E-98CF2488331F}" dt="2025-04-13T16:19:03.448" v="9" actId="20577"/>
        <pc:sldMkLst>
          <pc:docMk/>
          <pc:sldMk cId="2785602331" sldId="1411"/>
        </pc:sldMkLst>
      </pc:sldChg>
    </pc:docChg>
  </pc:docChgLst>
  <pc:docChgLst>
    <pc:chgData name="Rini Shaji" userId="525cda041429e910" providerId="Windows Live" clId="Web-{002AFEF1-4E51-4603-FC3D-E02465037932}"/>
    <pc:docChg chg="addSld delSld modSld sldOrd">
      <pc:chgData name="Rini Shaji" userId="525cda041429e910" providerId="Windows Live" clId="Web-{002AFEF1-4E51-4603-FC3D-E02465037932}" dt="2025-04-16T14:51:27.235" v="447" actId="1076"/>
      <pc:docMkLst>
        <pc:docMk/>
      </pc:docMkLst>
      <pc:sldChg chg="modSp">
        <pc:chgData name="Rini Shaji" userId="525cda041429e910" providerId="Windows Live" clId="Web-{002AFEF1-4E51-4603-FC3D-E02465037932}" dt="2025-04-16T14:49:58.469" v="430" actId="1076"/>
        <pc:sldMkLst>
          <pc:docMk/>
          <pc:sldMk cId="717388547" sldId="813"/>
        </pc:sldMkLst>
        <pc:spChg chg="mod">
          <ac:chgData name="Rini Shaji" userId="525cda041429e910" providerId="Windows Live" clId="Web-{002AFEF1-4E51-4603-FC3D-E02465037932}" dt="2025-04-16T14:49:54.797" v="429" actId="1076"/>
          <ac:spMkLst>
            <pc:docMk/>
            <pc:sldMk cId="717388547" sldId="813"/>
            <ac:spMk id="2" creationId="{B7289E29-7507-3DDD-F7D2-9284AAD62DE9}"/>
          </ac:spMkLst>
        </pc:spChg>
        <pc:spChg chg="mod">
          <ac:chgData name="Rini Shaji" userId="525cda041429e910" providerId="Windows Live" clId="Web-{002AFEF1-4E51-4603-FC3D-E02465037932}" dt="2025-04-16T14:49:58.469" v="430" actId="1076"/>
          <ac:spMkLst>
            <pc:docMk/>
            <pc:sldMk cId="717388547" sldId="813"/>
            <ac:spMk id="3" creationId="{452E3445-7428-97CE-263A-521C050900BE}"/>
          </ac:spMkLst>
        </pc:spChg>
      </pc:sldChg>
      <pc:sldChg chg="mod modShow">
        <pc:chgData name="Rini Shaji" userId="525cda041429e910" providerId="Windows Live" clId="Web-{002AFEF1-4E51-4603-FC3D-E02465037932}" dt="2025-04-16T10:59:35.669" v="3"/>
        <pc:sldMkLst>
          <pc:docMk/>
          <pc:sldMk cId="3717493800" sldId="821"/>
        </pc:sldMkLst>
      </pc:sldChg>
      <pc:sldChg chg="ord">
        <pc:chgData name="Rini Shaji" userId="525cda041429e910" providerId="Windows Live" clId="Web-{002AFEF1-4E51-4603-FC3D-E02465037932}" dt="2025-04-16T11:25:08.224" v="331"/>
        <pc:sldMkLst>
          <pc:docMk/>
          <pc:sldMk cId="3585569336" sldId="825"/>
        </pc:sldMkLst>
      </pc:sldChg>
      <pc:sldChg chg="mod modShow">
        <pc:chgData name="Rini Shaji" userId="525cda041429e910" providerId="Windows Live" clId="Web-{002AFEF1-4E51-4603-FC3D-E02465037932}" dt="2025-04-16T11:01:22.767" v="32"/>
        <pc:sldMkLst>
          <pc:docMk/>
          <pc:sldMk cId="2771250690" sldId="851"/>
        </pc:sldMkLst>
      </pc:sldChg>
      <pc:sldChg chg="modSp">
        <pc:chgData name="Rini Shaji" userId="525cda041429e910" providerId="Windows Live" clId="Web-{002AFEF1-4E51-4603-FC3D-E02465037932}" dt="2025-04-16T11:16:58.941" v="294" actId="1076"/>
        <pc:sldMkLst>
          <pc:docMk/>
          <pc:sldMk cId="1217883548" sldId="1318"/>
        </pc:sldMkLst>
        <pc:spChg chg="mod">
          <ac:chgData name="Rini Shaji" userId="525cda041429e910" providerId="Windows Live" clId="Web-{002AFEF1-4E51-4603-FC3D-E02465037932}" dt="2025-04-16T11:16:52.191" v="293" actId="1076"/>
          <ac:spMkLst>
            <pc:docMk/>
            <pc:sldMk cId="1217883548" sldId="1318"/>
            <ac:spMk id="2" creationId="{F23B826F-1EDA-129F-EC70-2DC957D4F038}"/>
          </ac:spMkLst>
        </pc:spChg>
        <pc:spChg chg="mod">
          <ac:chgData name="Rini Shaji" userId="525cda041429e910" providerId="Windows Live" clId="Web-{002AFEF1-4E51-4603-FC3D-E02465037932}" dt="2025-04-16T11:16:58.941" v="294" actId="1076"/>
          <ac:spMkLst>
            <pc:docMk/>
            <pc:sldMk cId="1217883548" sldId="1318"/>
            <ac:spMk id="3" creationId="{B9ACC418-9BFA-F946-DA5B-A680A2EBDFAC}"/>
          </ac:spMkLst>
        </pc:spChg>
      </pc:sldChg>
      <pc:sldChg chg="del">
        <pc:chgData name="Rini Shaji" userId="525cda041429e910" providerId="Windows Live" clId="Web-{002AFEF1-4E51-4603-FC3D-E02465037932}" dt="2025-04-16T11:24:59.021" v="329"/>
        <pc:sldMkLst>
          <pc:docMk/>
          <pc:sldMk cId="4765592" sldId="1388"/>
        </pc:sldMkLst>
      </pc:sldChg>
      <pc:sldChg chg="del">
        <pc:chgData name="Rini Shaji" userId="525cda041429e910" providerId="Windows Live" clId="Web-{002AFEF1-4E51-4603-FC3D-E02465037932}" dt="2025-04-16T11:01:14.001" v="30"/>
        <pc:sldMkLst>
          <pc:docMk/>
          <pc:sldMk cId="2217838844" sldId="1648"/>
        </pc:sldMkLst>
      </pc:sldChg>
      <pc:sldChg chg="del">
        <pc:chgData name="Rini Shaji" userId="525cda041429e910" providerId="Windows Live" clId="Web-{002AFEF1-4E51-4603-FC3D-E02465037932}" dt="2025-04-16T11:23:41.908" v="321"/>
        <pc:sldMkLst>
          <pc:docMk/>
          <pc:sldMk cId="101332573" sldId="1739"/>
        </pc:sldMkLst>
      </pc:sldChg>
      <pc:sldChg chg="del">
        <pc:chgData name="Rini Shaji" userId="525cda041429e910" providerId="Windows Live" clId="Web-{002AFEF1-4E51-4603-FC3D-E02465037932}" dt="2025-04-16T11:01:15.329" v="31"/>
        <pc:sldMkLst>
          <pc:docMk/>
          <pc:sldMk cId="3947353564" sldId="1752"/>
        </pc:sldMkLst>
      </pc:sldChg>
      <pc:sldChg chg="delSp modSp ord">
        <pc:chgData name="Rini Shaji" userId="525cda041429e910" providerId="Windows Live" clId="Web-{002AFEF1-4E51-4603-FC3D-E02465037932}" dt="2025-04-16T11:09:31.425" v="90" actId="20577"/>
        <pc:sldMkLst>
          <pc:docMk/>
          <pc:sldMk cId="678669220" sldId="1785"/>
        </pc:sldMkLst>
        <pc:spChg chg="mod">
          <ac:chgData name="Rini Shaji" userId="525cda041429e910" providerId="Windows Live" clId="Web-{002AFEF1-4E51-4603-FC3D-E02465037932}" dt="2025-04-16T11:01:08.454" v="29" actId="20577"/>
          <ac:spMkLst>
            <pc:docMk/>
            <pc:sldMk cId="678669220" sldId="1785"/>
            <ac:spMk id="2" creationId="{8988340E-FB28-6607-0B28-E0EB35841A07}"/>
          </ac:spMkLst>
        </pc:spChg>
        <pc:spChg chg="mod">
          <ac:chgData name="Rini Shaji" userId="525cda041429e910" providerId="Windows Live" clId="Web-{002AFEF1-4E51-4603-FC3D-E02465037932}" dt="2025-04-16T11:07:38.280" v="69" actId="20577"/>
          <ac:spMkLst>
            <pc:docMk/>
            <pc:sldMk cId="678669220" sldId="1785"/>
            <ac:spMk id="5" creationId="{A672903C-C985-F3D3-A3A0-F7D04D6531D6}"/>
          </ac:spMkLst>
        </pc:spChg>
        <pc:spChg chg="mod">
          <ac:chgData name="Rini Shaji" userId="525cda041429e910" providerId="Windows Live" clId="Web-{002AFEF1-4E51-4603-FC3D-E02465037932}" dt="2025-04-16T11:09:31.425" v="90" actId="20577"/>
          <ac:spMkLst>
            <pc:docMk/>
            <pc:sldMk cId="678669220" sldId="1785"/>
            <ac:spMk id="7" creationId="{0C6FBDF7-0764-2CDC-D3B4-0A83311011CA}"/>
          </ac:spMkLst>
        </pc:spChg>
      </pc:sldChg>
      <pc:sldChg chg="modSp add ord replId">
        <pc:chgData name="Rini Shaji" userId="525cda041429e910" providerId="Windows Live" clId="Web-{002AFEF1-4E51-4603-FC3D-E02465037932}" dt="2025-04-16T11:00:26.421" v="12" actId="20577"/>
        <pc:sldMkLst>
          <pc:docMk/>
          <pc:sldMk cId="2175210050" sldId="1786"/>
        </pc:sldMkLst>
        <pc:spChg chg="mod">
          <ac:chgData name="Rini Shaji" userId="525cda041429e910" providerId="Windows Live" clId="Web-{002AFEF1-4E51-4603-FC3D-E02465037932}" dt="2025-04-16T11:00:26.421" v="12" actId="20577"/>
          <ac:spMkLst>
            <pc:docMk/>
            <pc:sldMk cId="2175210050" sldId="1786"/>
            <ac:spMk id="3" creationId="{80DE34E7-A67B-4734-427B-A7DEC64221C3}"/>
          </ac:spMkLst>
        </pc:spChg>
      </pc:sldChg>
      <pc:sldChg chg="modSp add replId">
        <pc:chgData name="Rini Shaji" userId="525cda041429e910" providerId="Windows Live" clId="Web-{002AFEF1-4E51-4603-FC3D-E02465037932}" dt="2025-04-16T11:13:01.901" v="226" actId="1076"/>
        <pc:sldMkLst>
          <pc:docMk/>
          <pc:sldMk cId="2070260439" sldId="1787"/>
        </pc:sldMkLst>
        <pc:spChg chg="mod">
          <ac:chgData name="Rini Shaji" userId="525cda041429e910" providerId="Windows Live" clId="Web-{002AFEF1-4E51-4603-FC3D-E02465037932}" dt="2025-04-16T11:09:54.488" v="93" actId="20577"/>
          <ac:spMkLst>
            <pc:docMk/>
            <pc:sldMk cId="2070260439" sldId="1787"/>
            <ac:spMk id="5" creationId="{E1533F21-CE9C-18FC-7C5C-AD10443E0708}"/>
          </ac:spMkLst>
        </pc:spChg>
        <pc:spChg chg="mod">
          <ac:chgData name="Rini Shaji" userId="525cda041429e910" providerId="Windows Live" clId="Web-{002AFEF1-4E51-4603-FC3D-E02465037932}" dt="2025-04-16T11:13:01.901" v="226" actId="1076"/>
          <ac:spMkLst>
            <pc:docMk/>
            <pc:sldMk cId="2070260439" sldId="1787"/>
            <ac:spMk id="7" creationId="{C7782CAC-8795-5D9A-6BF4-327F7CAFB4EE}"/>
          </ac:spMkLst>
        </pc:spChg>
      </pc:sldChg>
      <pc:sldChg chg="modSp add replId">
        <pc:chgData name="Rini Shaji" userId="525cda041429e910" providerId="Windows Live" clId="Web-{002AFEF1-4E51-4603-FC3D-E02465037932}" dt="2025-04-16T11:15:30.907" v="278" actId="20577"/>
        <pc:sldMkLst>
          <pc:docMk/>
          <pc:sldMk cId="2055586571" sldId="1788"/>
        </pc:sldMkLst>
        <pc:spChg chg="mod">
          <ac:chgData name="Rini Shaji" userId="525cda041429e910" providerId="Windows Live" clId="Web-{002AFEF1-4E51-4603-FC3D-E02465037932}" dt="2025-04-16T11:12:06.915" v="216" actId="20577"/>
          <ac:spMkLst>
            <pc:docMk/>
            <pc:sldMk cId="2055586571" sldId="1788"/>
            <ac:spMk id="5" creationId="{226176DA-2274-4037-1524-449704AFC64E}"/>
          </ac:spMkLst>
        </pc:spChg>
        <pc:spChg chg="mod">
          <ac:chgData name="Rini Shaji" userId="525cda041429e910" providerId="Windows Live" clId="Web-{002AFEF1-4E51-4603-FC3D-E02465037932}" dt="2025-04-16T11:15:30.907" v="278" actId="20577"/>
          <ac:spMkLst>
            <pc:docMk/>
            <pc:sldMk cId="2055586571" sldId="1788"/>
            <ac:spMk id="7" creationId="{5AF5E99E-707C-5ECC-7E7A-937E7C83CBDA}"/>
          </ac:spMkLst>
        </pc:spChg>
      </pc:sldChg>
      <pc:sldChg chg="modSp add ord replId">
        <pc:chgData name="Rini Shaji" userId="525cda041429e910" providerId="Windows Live" clId="Web-{002AFEF1-4E51-4603-FC3D-E02465037932}" dt="2025-04-16T11:19:28.712" v="317" actId="20577"/>
        <pc:sldMkLst>
          <pc:docMk/>
          <pc:sldMk cId="2028355823" sldId="1789"/>
        </pc:sldMkLst>
        <pc:spChg chg="mod">
          <ac:chgData name="Rini Shaji" userId="525cda041429e910" providerId="Windows Live" clId="Web-{002AFEF1-4E51-4603-FC3D-E02465037932}" dt="2025-04-16T11:19:28.712" v="317" actId="20577"/>
          <ac:spMkLst>
            <pc:docMk/>
            <pc:sldMk cId="2028355823" sldId="1789"/>
            <ac:spMk id="3" creationId="{BEA70738-4EE3-1303-A5CD-FDCC7B704E2C}"/>
          </ac:spMkLst>
        </pc:spChg>
      </pc:sldChg>
      <pc:sldChg chg="modSp add ord replId">
        <pc:chgData name="Rini Shaji" userId="525cda041429e910" providerId="Windows Live" clId="Web-{002AFEF1-4E51-4603-FC3D-E02465037932}" dt="2025-04-16T11:23:36.158" v="320"/>
        <pc:sldMkLst>
          <pc:docMk/>
          <pc:sldMk cId="2280542997" sldId="1790"/>
        </pc:sldMkLst>
        <pc:spChg chg="mod">
          <ac:chgData name="Rini Shaji" userId="525cda041429e910" providerId="Windows Live" clId="Web-{002AFEF1-4E51-4603-FC3D-E02465037932}" dt="2025-04-16T11:21:14.903" v="319" actId="20577"/>
          <ac:spMkLst>
            <pc:docMk/>
            <pc:sldMk cId="2280542997" sldId="1790"/>
            <ac:spMk id="3" creationId="{7AD76FFC-A2B8-24BC-40E2-C1824AC490C8}"/>
          </ac:spMkLst>
        </pc:spChg>
      </pc:sldChg>
      <pc:sldChg chg="new del">
        <pc:chgData name="Rini Shaji" userId="525cda041429e910" providerId="Windows Live" clId="Web-{002AFEF1-4E51-4603-FC3D-E02465037932}" dt="2025-04-16T11:24:34.410" v="323"/>
        <pc:sldMkLst>
          <pc:docMk/>
          <pc:sldMk cId="794679932" sldId="1791"/>
        </pc:sldMkLst>
      </pc:sldChg>
      <pc:sldChg chg="modSp add ord replId">
        <pc:chgData name="Rini Shaji" userId="525cda041429e910" providerId="Windows Live" clId="Web-{002AFEF1-4E51-4603-FC3D-E02465037932}" dt="2025-04-16T14:34:03.397" v="384" actId="20577"/>
        <pc:sldMkLst>
          <pc:docMk/>
          <pc:sldMk cId="3774483327" sldId="1791"/>
        </pc:sldMkLst>
        <pc:spChg chg="mod">
          <ac:chgData name="Rini Shaji" userId="525cda041429e910" providerId="Windows Live" clId="Web-{002AFEF1-4E51-4603-FC3D-E02465037932}" dt="2025-04-16T11:32:44.709" v="345" actId="20577"/>
          <ac:spMkLst>
            <pc:docMk/>
            <pc:sldMk cId="3774483327" sldId="1791"/>
            <ac:spMk id="2" creationId="{19517040-032E-81B5-2CEB-6F8B2199A0F4}"/>
          </ac:spMkLst>
        </pc:spChg>
        <pc:spChg chg="mod">
          <ac:chgData name="Rini Shaji" userId="525cda041429e910" providerId="Windows Live" clId="Web-{002AFEF1-4E51-4603-FC3D-E02465037932}" dt="2025-04-16T11:34:31.510" v="381" actId="20577"/>
          <ac:spMkLst>
            <pc:docMk/>
            <pc:sldMk cId="3774483327" sldId="1791"/>
            <ac:spMk id="5" creationId="{ABE84531-21AF-E1CD-97BA-3381F47F427B}"/>
          </ac:spMkLst>
        </pc:spChg>
        <pc:spChg chg="mod">
          <ac:chgData name="Rini Shaji" userId="525cda041429e910" providerId="Windows Live" clId="Web-{002AFEF1-4E51-4603-FC3D-E02465037932}" dt="2025-04-16T14:34:03.397" v="384" actId="20577"/>
          <ac:spMkLst>
            <pc:docMk/>
            <pc:sldMk cId="3774483327" sldId="1791"/>
            <ac:spMk id="7" creationId="{8E5554AB-E4B1-17ED-FECA-53A0621BD1EA}"/>
          </ac:spMkLst>
        </pc:spChg>
        <pc:spChg chg="mod">
          <ac:chgData name="Rini Shaji" userId="525cda041429e910" providerId="Windows Live" clId="Web-{002AFEF1-4E51-4603-FC3D-E02465037932}" dt="2025-04-16T11:33:17.163" v="355" actId="20577"/>
          <ac:spMkLst>
            <pc:docMk/>
            <pc:sldMk cId="3774483327" sldId="1791"/>
            <ac:spMk id="8" creationId="{34C71758-2790-DBE9-5396-3A42AF84C3A0}"/>
          </ac:spMkLst>
        </pc:spChg>
      </pc:sldChg>
      <pc:sldChg chg="modSp add replId">
        <pc:chgData name="Rini Shaji" userId="525cda041429e910" providerId="Windows Live" clId="Web-{002AFEF1-4E51-4603-FC3D-E02465037932}" dt="2025-04-16T14:41:20.073" v="413" actId="1076"/>
        <pc:sldMkLst>
          <pc:docMk/>
          <pc:sldMk cId="2288399842" sldId="1792"/>
        </pc:sldMkLst>
        <pc:spChg chg="mod">
          <ac:chgData name="Rini Shaji" userId="525cda041429e910" providerId="Windows Live" clId="Web-{002AFEF1-4E51-4603-FC3D-E02465037932}" dt="2025-04-16T14:40:09.135" v="386" actId="20577"/>
          <ac:spMkLst>
            <pc:docMk/>
            <pc:sldMk cId="2288399842" sldId="1792"/>
            <ac:spMk id="5" creationId="{6E94B768-2166-FF05-170E-E37FEB368941}"/>
          </ac:spMkLst>
        </pc:spChg>
        <pc:spChg chg="mod">
          <ac:chgData name="Rini Shaji" userId="525cda041429e910" providerId="Windows Live" clId="Web-{002AFEF1-4E51-4603-FC3D-E02465037932}" dt="2025-04-16T14:41:14.276" v="412" actId="1076"/>
          <ac:spMkLst>
            <pc:docMk/>
            <pc:sldMk cId="2288399842" sldId="1792"/>
            <ac:spMk id="7" creationId="{63DADDED-124F-4EE5-3F69-35EC30D37D5F}"/>
          </ac:spMkLst>
        </pc:spChg>
        <pc:spChg chg="mod">
          <ac:chgData name="Rini Shaji" userId="525cda041429e910" providerId="Windows Live" clId="Web-{002AFEF1-4E51-4603-FC3D-E02465037932}" dt="2025-04-16T14:41:20.073" v="413" actId="1076"/>
          <ac:spMkLst>
            <pc:docMk/>
            <pc:sldMk cId="2288399842" sldId="1792"/>
            <ac:spMk id="8" creationId="{C91ADC66-BA96-8D4B-4364-352ADEC7027A}"/>
          </ac:spMkLst>
        </pc:spChg>
      </pc:sldChg>
      <pc:sldChg chg="modSp add replId">
        <pc:chgData name="Rini Shaji" userId="525cda041429e910" providerId="Windows Live" clId="Web-{002AFEF1-4E51-4603-FC3D-E02465037932}" dt="2025-04-16T14:51:27.235" v="447" actId="1076"/>
        <pc:sldMkLst>
          <pc:docMk/>
          <pc:sldMk cId="3354833727" sldId="1793"/>
        </pc:sldMkLst>
        <pc:spChg chg="mod">
          <ac:chgData name="Rini Shaji" userId="525cda041429e910" providerId="Windows Live" clId="Web-{002AFEF1-4E51-4603-FC3D-E02465037932}" dt="2025-04-16T14:51:21.063" v="446" actId="1076"/>
          <ac:spMkLst>
            <pc:docMk/>
            <pc:sldMk cId="3354833727" sldId="1793"/>
            <ac:spMk id="2" creationId="{F0A7AD1A-C08C-E274-EA22-CFEBB745E0C2}"/>
          </ac:spMkLst>
        </pc:spChg>
        <pc:spChg chg="mod">
          <ac:chgData name="Rini Shaji" userId="525cda041429e910" providerId="Windows Live" clId="Web-{002AFEF1-4E51-4603-FC3D-E02465037932}" dt="2025-04-16T14:51:27.235" v="447" actId="1076"/>
          <ac:spMkLst>
            <pc:docMk/>
            <pc:sldMk cId="3354833727" sldId="1793"/>
            <ac:spMk id="3" creationId="{974E2391-137A-071B-EC10-CCE6B5D6B320}"/>
          </ac:spMkLst>
        </pc:spChg>
      </pc:sldChg>
    </pc:docChg>
  </pc:docChgLst>
  <pc:docChgLst>
    <pc:chgData name="Sini Mathew" userId="3875fe58a975fc01" providerId="Windows Live" clId="Web-{F70089A9-0CBC-51F4-3746-E0D10216EEAD}"/>
    <pc:docChg chg="modSld">
      <pc:chgData name="Sini Mathew" userId="3875fe58a975fc01" providerId="Windows Live" clId="Web-{F70089A9-0CBC-51F4-3746-E0D10216EEAD}" dt="2025-04-17T08:23:10.010" v="135" actId="20577"/>
      <pc:docMkLst>
        <pc:docMk/>
      </pc:docMkLst>
      <pc:sldChg chg="modSp">
        <pc:chgData name="Sini Mathew" userId="3875fe58a975fc01" providerId="Windows Live" clId="Web-{F70089A9-0CBC-51F4-3746-E0D10216EEAD}" dt="2025-04-17T08:19:18.877" v="54" actId="20577"/>
        <pc:sldMkLst>
          <pc:docMk/>
          <pc:sldMk cId="2716954731" sldId="1390"/>
        </pc:sldMkLst>
        <pc:spChg chg="mod">
          <ac:chgData name="Sini Mathew" userId="3875fe58a975fc01" providerId="Windows Live" clId="Web-{F70089A9-0CBC-51F4-3746-E0D10216EEAD}" dt="2025-04-17T08:19:17.315" v="52" actId="20577"/>
          <ac:spMkLst>
            <pc:docMk/>
            <pc:sldMk cId="2716954731" sldId="1390"/>
            <ac:spMk id="3" creationId="{1CD60F91-C48C-44D7-FB3B-A9437A0C3E5A}"/>
          </ac:spMkLst>
        </pc:spChg>
        <pc:spChg chg="mod">
          <ac:chgData name="Sini Mathew" userId="3875fe58a975fc01" providerId="Windows Live" clId="Web-{F70089A9-0CBC-51F4-3746-E0D10216EEAD}" dt="2025-04-17T08:19:18.877" v="54" actId="20577"/>
          <ac:spMkLst>
            <pc:docMk/>
            <pc:sldMk cId="2716954731" sldId="1390"/>
            <ac:spMk id="4" creationId="{BBA86F7C-8947-88A4-795D-942E62009A0C}"/>
          </ac:spMkLst>
        </pc:spChg>
      </pc:sldChg>
      <pc:sldChg chg="modSp">
        <pc:chgData name="Sini Mathew" userId="3875fe58a975fc01" providerId="Windows Live" clId="Web-{F70089A9-0CBC-51F4-3746-E0D10216EEAD}" dt="2025-04-17T08:19:11.597" v="46" actId="20577"/>
        <pc:sldMkLst>
          <pc:docMk/>
          <pc:sldMk cId="2680780370" sldId="1778"/>
        </pc:sldMkLst>
        <pc:spChg chg="mod">
          <ac:chgData name="Sini Mathew" userId="3875fe58a975fc01" providerId="Windows Live" clId="Web-{F70089A9-0CBC-51F4-3746-E0D10216EEAD}" dt="2025-04-17T08:19:06.705" v="40" actId="20577"/>
          <ac:spMkLst>
            <pc:docMk/>
            <pc:sldMk cId="2680780370" sldId="1778"/>
            <ac:spMk id="3" creationId="{01E0C13E-EA25-B71B-B0D1-98191404287F}"/>
          </ac:spMkLst>
        </pc:spChg>
        <pc:spChg chg="mod">
          <ac:chgData name="Sini Mathew" userId="3875fe58a975fc01" providerId="Windows Live" clId="Web-{F70089A9-0CBC-51F4-3746-E0D10216EEAD}" dt="2025-04-17T08:19:11.597" v="46" actId="20577"/>
          <ac:spMkLst>
            <pc:docMk/>
            <pc:sldMk cId="2680780370" sldId="1778"/>
            <ac:spMk id="4" creationId="{2BDD4FFB-AC34-C453-9CD5-52FDE89F1752}"/>
          </ac:spMkLst>
        </pc:spChg>
      </pc:sldChg>
      <pc:sldChg chg="modSp">
        <pc:chgData name="Sini Mathew" userId="3875fe58a975fc01" providerId="Windows Live" clId="Web-{F70089A9-0CBC-51F4-3746-E0D10216EEAD}" dt="2025-04-17T08:19:47.581" v="66"/>
        <pc:sldMkLst>
          <pc:docMk/>
          <pc:sldMk cId="1316607175" sldId="1779"/>
        </pc:sldMkLst>
        <pc:spChg chg="mod">
          <ac:chgData name="Sini Mathew" userId="3875fe58a975fc01" providerId="Windows Live" clId="Web-{F70089A9-0CBC-51F4-3746-E0D10216EEAD}" dt="2025-04-17T08:19:47.581" v="66"/>
          <ac:spMkLst>
            <pc:docMk/>
            <pc:sldMk cId="1316607175" sldId="1779"/>
            <ac:spMk id="3" creationId="{3761AE1A-0FC1-60D6-4AF2-BDBE5E5DC62F}"/>
          </ac:spMkLst>
        </pc:spChg>
        <pc:spChg chg="mod">
          <ac:chgData name="Sini Mathew" userId="3875fe58a975fc01" providerId="Windows Live" clId="Web-{F70089A9-0CBC-51F4-3746-E0D10216EEAD}" dt="2025-04-17T08:19:40.347" v="65" actId="20577"/>
          <ac:spMkLst>
            <pc:docMk/>
            <pc:sldMk cId="1316607175" sldId="1779"/>
            <ac:spMk id="4" creationId="{4F576E1C-0DFD-E6D0-A893-B7132C5E1D90}"/>
          </ac:spMkLst>
        </pc:spChg>
      </pc:sldChg>
      <pc:sldChg chg="modSp">
        <pc:chgData name="Sini Mathew" userId="3875fe58a975fc01" providerId="Windows Live" clId="Web-{F70089A9-0CBC-51F4-3746-E0D10216EEAD}" dt="2025-04-17T08:20:24.489" v="89" actId="20577"/>
        <pc:sldMkLst>
          <pc:docMk/>
          <pc:sldMk cId="2461373608" sldId="1780"/>
        </pc:sldMkLst>
        <pc:spChg chg="mod">
          <ac:chgData name="Sini Mathew" userId="3875fe58a975fc01" providerId="Windows Live" clId="Web-{F70089A9-0CBC-51F4-3746-E0D10216EEAD}" dt="2025-04-17T08:20:10.363" v="75" actId="20577"/>
          <ac:spMkLst>
            <pc:docMk/>
            <pc:sldMk cId="2461373608" sldId="1780"/>
            <ac:spMk id="3" creationId="{AC295A5E-207E-E706-6940-A8237C0C2732}"/>
          </ac:spMkLst>
        </pc:spChg>
        <pc:spChg chg="mod">
          <ac:chgData name="Sini Mathew" userId="3875fe58a975fc01" providerId="Windows Live" clId="Web-{F70089A9-0CBC-51F4-3746-E0D10216EEAD}" dt="2025-04-17T08:20:24.489" v="89" actId="20577"/>
          <ac:spMkLst>
            <pc:docMk/>
            <pc:sldMk cId="2461373608" sldId="1780"/>
            <ac:spMk id="4" creationId="{4E5A9526-86BD-073A-D24A-821B18992BC7}"/>
          </ac:spMkLst>
        </pc:spChg>
      </pc:sldChg>
      <pc:sldChg chg="modSp">
        <pc:chgData name="Sini Mathew" userId="3875fe58a975fc01" providerId="Windows Live" clId="Web-{F70089A9-0CBC-51F4-3746-E0D10216EEAD}" dt="2025-04-17T08:20:57.959" v="109" actId="20577"/>
        <pc:sldMkLst>
          <pc:docMk/>
          <pc:sldMk cId="1538691628" sldId="1781"/>
        </pc:sldMkLst>
        <pc:spChg chg="mod">
          <ac:chgData name="Sini Mathew" userId="3875fe58a975fc01" providerId="Windows Live" clId="Web-{F70089A9-0CBC-51F4-3746-E0D10216EEAD}" dt="2025-04-17T08:20:41.818" v="99" actId="20577"/>
          <ac:spMkLst>
            <pc:docMk/>
            <pc:sldMk cId="1538691628" sldId="1781"/>
            <ac:spMk id="3" creationId="{E509186D-2E28-B774-F481-4887C4C2C20D}"/>
          </ac:spMkLst>
        </pc:spChg>
        <pc:spChg chg="mod">
          <ac:chgData name="Sini Mathew" userId="3875fe58a975fc01" providerId="Windows Live" clId="Web-{F70089A9-0CBC-51F4-3746-E0D10216EEAD}" dt="2025-04-17T08:20:57.959" v="109" actId="20577"/>
          <ac:spMkLst>
            <pc:docMk/>
            <pc:sldMk cId="1538691628" sldId="1781"/>
            <ac:spMk id="4" creationId="{C40511F3-ABEB-0E6B-B08A-6418D7D41AF0}"/>
          </ac:spMkLst>
        </pc:spChg>
      </pc:sldChg>
      <pc:sldChg chg="modSp">
        <pc:chgData name="Sini Mathew" userId="3875fe58a975fc01" providerId="Windows Live" clId="Web-{F70089A9-0CBC-51F4-3746-E0D10216EEAD}" dt="2025-04-17T08:21:19.631" v="111" actId="20577"/>
        <pc:sldMkLst>
          <pc:docMk/>
          <pc:sldMk cId="2647008420" sldId="1782"/>
        </pc:sldMkLst>
        <pc:spChg chg="mod">
          <ac:chgData name="Sini Mathew" userId="3875fe58a975fc01" providerId="Windows Live" clId="Web-{F70089A9-0CBC-51F4-3746-E0D10216EEAD}" dt="2025-04-17T08:21:19.631" v="111" actId="20577"/>
          <ac:spMkLst>
            <pc:docMk/>
            <pc:sldMk cId="2647008420" sldId="1782"/>
            <ac:spMk id="8" creationId="{C5FAE01A-2E9B-3F5F-C631-AD34668E7049}"/>
          </ac:spMkLst>
        </pc:spChg>
      </pc:sldChg>
      <pc:sldChg chg="modSp">
        <pc:chgData name="Sini Mathew" userId="3875fe58a975fc01" providerId="Windows Live" clId="Web-{F70089A9-0CBC-51F4-3746-E0D10216EEAD}" dt="2025-04-17T08:21:28.319" v="114" actId="20577"/>
        <pc:sldMkLst>
          <pc:docMk/>
          <pc:sldMk cId="3322309909" sldId="1783"/>
        </pc:sldMkLst>
        <pc:spChg chg="mod">
          <ac:chgData name="Sini Mathew" userId="3875fe58a975fc01" providerId="Windows Live" clId="Web-{F70089A9-0CBC-51F4-3746-E0D10216EEAD}" dt="2025-04-17T08:21:28.319" v="114" actId="20577"/>
          <ac:spMkLst>
            <pc:docMk/>
            <pc:sldMk cId="3322309909" sldId="1783"/>
            <ac:spMk id="8" creationId="{24C8ABA0-6E96-A03F-F204-DE3942A5825A}"/>
          </ac:spMkLst>
        </pc:spChg>
      </pc:sldChg>
      <pc:sldChg chg="modSp">
        <pc:chgData name="Sini Mathew" userId="3875fe58a975fc01" providerId="Windows Live" clId="Web-{F70089A9-0CBC-51F4-3746-E0D10216EEAD}" dt="2025-04-17T08:22:20.837" v="120" actId="20577"/>
        <pc:sldMkLst>
          <pc:docMk/>
          <pc:sldMk cId="3774483327" sldId="1791"/>
        </pc:sldMkLst>
        <pc:spChg chg="mod">
          <ac:chgData name="Sini Mathew" userId="3875fe58a975fc01" providerId="Windows Live" clId="Web-{F70089A9-0CBC-51F4-3746-E0D10216EEAD}" dt="2025-04-17T08:22:20.837" v="120" actId="20577"/>
          <ac:spMkLst>
            <pc:docMk/>
            <pc:sldMk cId="3774483327" sldId="1791"/>
            <ac:spMk id="8" creationId="{34C71758-2790-DBE9-5396-3A42AF84C3A0}"/>
          </ac:spMkLst>
        </pc:spChg>
      </pc:sldChg>
      <pc:sldChg chg="modSp">
        <pc:chgData name="Sini Mathew" userId="3875fe58a975fc01" providerId="Windows Live" clId="Web-{F70089A9-0CBC-51F4-3746-E0D10216EEAD}" dt="2025-04-17T08:22:44.384" v="127" actId="20577"/>
        <pc:sldMkLst>
          <pc:docMk/>
          <pc:sldMk cId="2288399842" sldId="1792"/>
        </pc:sldMkLst>
        <pc:spChg chg="mod">
          <ac:chgData name="Sini Mathew" userId="3875fe58a975fc01" providerId="Windows Live" clId="Web-{F70089A9-0CBC-51F4-3746-E0D10216EEAD}" dt="2025-04-17T08:22:44.009" v="125" actId="20577"/>
          <ac:spMkLst>
            <pc:docMk/>
            <pc:sldMk cId="2288399842" sldId="1792"/>
            <ac:spMk id="7" creationId="{63DADDED-124F-4EE5-3F69-35EC30D37D5F}"/>
          </ac:spMkLst>
        </pc:spChg>
        <pc:spChg chg="mod">
          <ac:chgData name="Sini Mathew" userId="3875fe58a975fc01" providerId="Windows Live" clId="Web-{F70089A9-0CBC-51F4-3746-E0D10216EEAD}" dt="2025-04-17T08:22:44.384" v="127" actId="20577"/>
          <ac:spMkLst>
            <pc:docMk/>
            <pc:sldMk cId="2288399842" sldId="1792"/>
            <ac:spMk id="8" creationId="{C91ADC66-BA96-8D4B-4364-352ADEC7027A}"/>
          </ac:spMkLst>
        </pc:spChg>
      </pc:sldChg>
      <pc:sldChg chg="modSp">
        <pc:chgData name="Sini Mathew" userId="3875fe58a975fc01" providerId="Windows Live" clId="Web-{F70089A9-0CBC-51F4-3746-E0D10216EEAD}" dt="2025-04-17T08:23:03.635" v="131" actId="20577"/>
        <pc:sldMkLst>
          <pc:docMk/>
          <pc:sldMk cId="2112525183" sldId="1795"/>
        </pc:sldMkLst>
        <pc:spChg chg="mod">
          <ac:chgData name="Sini Mathew" userId="3875fe58a975fc01" providerId="Windows Live" clId="Web-{F70089A9-0CBC-51F4-3746-E0D10216EEAD}" dt="2025-04-17T08:22:59.213" v="129" actId="20577"/>
          <ac:spMkLst>
            <pc:docMk/>
            <pc:sldMk cId="2112525183" sldId="1795"/>
            <ac:spMk id="7" creationId="{9390CC55-F256-4E76-82F9-8D97E420EA21}"/>
          </ac:spMkLst>
        </pc:spChg>
        <pc:spChg chg="mod">
          <ac:chgData name="Sini Mathew" userId="3875fe58a975fc01" providerId="Windows Live" clId="Web-{F70089A9-0CBC-51F4-3746-E0D10216EEAD}" dt="2025-04-17T08:23:03.635" v="131" actId="20577"/>
          <ac:spMkLst>
            <pc:docMk/>
            <pc:sldMk cId="2112525183" sldId="1795"/>
            <ac:spMk id="8" creationId="{55F0A6FF-A3CF-E63B-CC43-180555F2DAFA}"/>
          </ac:spMkLst>
        </pc:spChg>
      </pc:sldChg>
      <pc:sldChg chg="modSp">
        <pc:chgData name="Sini Mathew" userId="3875fe58a975fc01" providerId="Windows Live" clId="Web-{F70089A9-0CBC-51F4-3746-E0D10216EEAD}" dt="2025-04-17T08:23:10.010" v="135" actId="20577"/>
        <pc:sldMkLst>
          <pc:docMk/>
          <pc:sldMk cId="2681504254" sldId="1796"/>
        </pc:sldMkLst>
        <pc:spChg chg="mod">
          <ac:chgData name="Sini Mathew" userId="3875fe58a975fc01" providerId="Windows Live" clId="Web-{F70089A9-0CBC-51F4-3746-E0D10216EEAD}" dt="2025-04-17T08:23:08.416" v="133" actId="20577"/>
          <ac:spMkLst>
            <pc:docMk/>
            <pc:sldMk cId="2681504254" sldId="1796"/>
            <ac:spMk id="7" creationId="{D064D817-030E-BF6A-558E-D590E015D8FD}"/>
          </ac:spMkLst>
        </pc:spChg>
        <pc:spChg chg="mod">
          <ac:chgData name="Sini Mathew" userId="3875fe58a975fc01" providerId="Windows Live" clId="Web-{F70089A9-0CBC-51F4-3746-E0D10216EEAD}" dt="2025-04-17T08:23:10.010" v="135" actId="20577"/>
          <ac:spMkLst>
            <pc:docMk/>
            <pc:sldMk cId="2681504254" sldId="1796"/>
            <ac:spMk id="8" creationId="{5FD65A1D-D46D-B076-C892-C4FB8B0C2A2A}"/>
          </ac:spMkLst>
        </pc:spChg>
      </pc:sldChg>
    </pc:docChg>
  </pc:docChgLst>
  <pc:docChgLst>
    <pc:chgData name="Cynthia George" userId="8e4ca16d49ed6304" providerId="LiveId" clId="{B0941AEF-C5B5-024D-A1D1-3A3E32A291FB}"/>
    <pc:docChg chg="undo custSel modSld">
      <pc:chgData name="Cynthia George" userId="8e4ca16d49ed6304" providerId="LiveId" clId="{B0941AEF-C5B5-024D-A1D1-3A3E32A291FB}" dt="2025-04-18T00:18:21.183" v="6" actId="20577"/>
      <pc:docMkLst>
        <pc:docMk/>
      </pc:docMkLst>
      <pc:sldChg chg="modSp">
        <pc:chgData name="Cynthia George" userId="8e4ca16d49ed6304" providerId="LiveId" clId="{B0941AEF-C5B5-024D-A1D1-3A3E32A291FB}" dt="2025-04-18T00:18:21.183" v="6" actId="20577"/>
        <pc:sldMkLst>
          <pc:docMk/>
          <pc:sldMk cId="1927787499" sldId="1775"/>
        </pc:sldMkLst>
        <pc:spChg chg="mod">
          <ac:chgData name="Cynthia George" userId="8e4ca16d49ed6304" providerId="LiveId" clId="{B0941AEF-C5B5-024D-A1D1-3A3E32A291FB}" dt="2025-04-18T00:18:21.183" v="6" actId="20577"/>
          <ac:spMkLst>
            <pc:docMk/>
            <pc:sldMk cId="1927787499" sldId="1775"/>
            <ac:spMk id="10" creationId="{CCA7A7BF-BF3A-16B0-FBBB-FC08304CF98A}"/>
          </ac:spMkLst>
        </pc:spChg>
      </pc:sldChg>
      <pc:sldChg chg="modSp">
        <pc:chgData name="Cynthia George" userId="8e4ca16d49ed6304" providerId="LiveId" clId="{B0941AEF-C5B5-024D-A1D1-3A3E32A291FB}" dt="2025-04-18T00:17:49.261" v="1" actId="21"/>
        <pc:sldMkLst>
          <pc:docMk/>
          <pc:sldMk cId="946666517" sldId="1776"/>
        </pc:sldMkLst>
        <pc:spChg chg="mod">
          <ac:chgData name="Cynthia George" userId="8e4ca16d49ed6304" providerId="LiveId" clId="{B0941AEF-C5B5-024D-A1D1-3A3E32A291FB}" dt="2025-04-18T00:17:49.261" v="1" actId="21"/>
          <ac:spMkLst>
            <pc:docMk/>
            <pc:sldMk cId="946666517" sldId="1776"/>
            <ac:spMk id="10" creationId="{609A0362-3412-39EA-FACE-1565BA720546}"/>
          </ac:spMkLst>
        </pc:spChg>
      </pc:sldChg>
    </pc:docChg>
  </pc:docChgLst>
  <pc:docChgLst>
    <pc:chgData name="Rini Shaji" userId="525cda041429e910" providerId="Windows Live" clId="Web-{C61492EE-D10E-1F61-BF10-0AD466EF6D9D}"/>
    <pc:docChg chg="addSld modSld">
      <pc:chgData name="Rini Shaji" userId="525cda041429e910" providerId="Windows Live" clId="Web-{C61492EE-D10E-1F61-BF10-0AD466EF6D9D}" dt="2025-04-16T15:23:51.632" v="131" actId="20577"/>
      <pc:docMkLst>
        <pc:docMk/>
      </pc:docMkLst>
      <pc:sldChg chg="modSp">
        <pc:chgData name="Rini Shaji" userId="525cda041429e910" providerId="Windows Live" clId="Web-{C61492EE-D10E-1F61-BF10-0AD466EF6D9D}" dt="2025-04-16T15:23:51.632" v="131" actId="20577"/>
        <pc:sldMkLst>
          <pc:docMk/>
          <pc:sldMk cId="2112525183" sldId="1795"/>
        </pc:sldMkLst>
        <pc:spChg chg="mod">
          <ac:chgData name="Rini Shaji" userId="525cda041429e910" providerId="Windows Live" clId="Web-{C61492EE-D10E-1F61-BF10-0AD466EF6D9D}" dt="2025-04-16T15:23:51.632" v="131" actId="20577"/>
          <ac:spMkLst>
            <pc:docMk/>
            <pc:sldMk cId="2112525183" sldId="1795"/>
            <ac:spMk id="5" creationId="{148F6EAB-8B7C-8CD4-168B-93D05BB38FA7}"/>
          </ac:spMkLst>
        </pc:spChg>
        <pc:spChg chg="mod">
          <ac:chgData name="Rini Shaji" userId="525cda041429e910" providerId="Windows Live" clId="Web-{C61492EE-D10E-1F61-BF10-0AD466EF6D9D}" dt="2025-04-16T15:23:32.787" v="120" actId="20577"/>
          <ac:spMkLst>
            <pc:docMk/>
            <pc:sldMk cId="2112525183" sldId="1795"/>
            <ac:spMk id="7" creationId="{9390CC55-F256-4E76-82F9-8D97E420EA21}"/>
          </ac:spMkLst>
        </pc:spChg>
        <pc:spChg chg="mod">
          <ac:chgData name="Rini Shaji" userId="525cda041429e910" providerId="Windows Live" clId="Web-{C61492EE-D10E-1F61-BF10-0AD466EF6D9D}" dt="2025-04-16T15:23:46.038" v="128" actId="20577"/>
          <ac:spMkLst>
            <pc:docMk/>
            <pc:sldMk cId="2112525183" sldId="1795"/>
            <ac:spMk id="8" creationId="{55F0A6FF-A3CF-E63B-CC43-180555F2DAFA}"/>
          </ac:spMkLst>
        </pc:spChg>
      </pc:sldChg>
      <pc:sldChg chg="modSp add replId">
        <pc:chgData name="Rini Shaji" userId="525cda041429e910" providerId="Windows Live" clId="Web-{C61492EE-D10E-1F61-BF10-0AD466EF6D9D}" dt="2025-04-16T15:23:15.974" v="113" actId="20577"/>
        <pc:sldMkLst>
          <pc:docMk/>
          <pc:sldMk cId="2681504254" sldId="1796"/>
        </pc:sldMkLst>
        <pc:spChg chg="mod">
          <ac:chgData name="Rini Shaji" userId="525cda041429e910" providerId="Windows Live" clId="Web-{C61492EE-D10E-1F61-BF10-0AD466EF6D9D}" dt="2025-04-16T15:23:15.974" v="113" actId="20577"/>
          <ac:spMkLst>
            <pc:docMk/>
            <pc:sldMk cId="2681504254" sldId="1796"/>
            <ac:spMk id="5" creationId="{4120CA57-055E-816A-1EA4-E4C4FEEC105A}"/>
          </ac:spMkLst>
        </pc:spChg>
        <pc:spChg chg="mod">
          <ac:chgData name="Rini Shaji" userId="525cda041429e910" providerId="Windows Live" clId="Web-{C61492EE-D10E-1F61-BF10-0AD466EF6D9D}" dt="2025-04-16T15:22:19.769" v="109" actId="1076"/>
          <ac:spMkLst>
            <pc:docMk/>
            <pc:sldMk cId="2681504254" sldId="1796"/>
            <ac:spMk id="7" creationId="{D064D817-030E-BF6A-558E-D590E015D8FD}"/>
          </ac:spMkLst>
        </pc:spChg>
        <pc:spChg chg="mod">
          <ac:chgData name="Rini Shaji" userId="525cda041429e910" providerId="Windows Live" clId="Web-{C61492EE-D10E-1F61-BF10-0AD466EF6D9D}" dt="2025-04-16T15:22:24.379" v="110" actId="1076"/>
          <ac:spMkLst>
            <pc:docMk/>
            <pc:sldMk cId="2681504254" sldId="1796"/>
            <ac:spMk id="8" creationId="{5FD65A1D-D46D-B076-C892-C4FB8B0C2A2A}"/>
          </ac:spMkLst>
        </pc:spChg>
      </pc:sldChg>
    </pc:docChg>
  </pc:docChgLst>
  <pc:docChgLst>
    <pc:chgData name="Rini Shaji" userId="525cda041429e910" providerId="Windows Live" clId="Web-{DA1C038B-49BA-0357-B350-180CAEDBAC6D}"/>
    <pc:docChg chg="addSld modSld">
      <pc:chgData name="Rini Shaji" userId="525cda041429e910" providerId="Windows Live" clId="Web-{DA1C038B-49BA-0357-B350-180CAEDBAC6D}" dt="2025-04-17T08:44:13.065" v="362" actId="20577"/>
      <pc:docMkLst>
        <pc:docMk/>
      </pc:docMkLst>
      <pc:sldChg chg="modSp">
        <pc:chgData name="Rini Shaji" userId="525cda041429e910" providerId="Windows Live" clId="Web-{DA1C038B-49BA-0357-B350-180CAEDBAC6D}" dt="2025-04-17T08:07:43.751" v="12" actId="14100"/>
        <pc:sldMkLst>
          <pc:docMk/>
          <pc:sldMk cId="2716954731" sldId="1390"/>
        </pc:sldMkLst>
        <pc:spChg chg="mod">
          <ac:chgData name="Rini Shaji" userId="525cda041429e910" providerId="Windows Live" clId="Web-{DA1C038B-49BA-0357-B350-180CAEDBAC6D}" dt="2025-04-17T08:07:43.751" v="12" actId="14100"/>
          <ac:spMkLst>
            <pc:docMk/>
            <pc:sldMk cId="2716954731" sldId="1390"/>
            <ac:spMk id="5" creationId="{F23B1A82-CA2E-08BD-1D0D-5AA03047C3D2}"/>
          </ac:spMkLst>
        </pc:spChg>
      </pc:sldChg>
      <pc:sldChg chg="modSp">
        <pc:chgData name="Rini Shaji" userId="525cda041429e910" providerId="Windows Live" clId="Web-{DA1C038B-49BA-0357-B350-180CAEDBAC6D}" dt="2025-04-17T08:09:21.736" v="37" actId="14100"/>
        <pc:sldMkLst>
          <pc:docMk/>
          <pc:sldMk cId="821631254" sldId="1689"/>
        </pc:sldMkLst>
        <pc:spChg chg="mod">
          <ac:chgData name="Rini Shaji" userId="525cda041429e910" providerId="Windows Live" clId="Web-{DA1C038B-49BA-0357-B350-180CAEDBAC6D}" dt="2025-04-17T08:09:21.736" v="37" actId="14100"/>
          <ac:spMkLst>
            <pc:docMk/>
            <pc:sldMk cId="821631254" sldId="1689"/>
            <ac:spMk id="5" creationId="{AF47353D-3FCD-B81F-BB48-9B0AB99CB80C}"/>
          </ac:spMkLst>
        </pc:spChg>
      </pc:sldChg>
      <pc:sldChg chg="modSp">
        <pc:chgData name="Rini Shaji" userId="525cda041429e910" providerId="Windows Live" clId="Web-{DA1C038B-49BA-0357-B350-180CAEDBAC6D}" dt="2025-04-17T08:08:18.048" v="22" actId="14100"/>
        <pc:sldMkLst>
          <pc:docMk/>
          <pc:sldMk cId="2680780370" sldId="1778"/>
        </pc:sldMkLst>
        <pc:spChg chg="mod">
          <ac:chgData name="Rini Shaji" userId="525cda041429e910" providerId="Windows Live" clId="Web-{DA1C038B-49BA-0357-B350-180CAEDBAC6D}" dt="2025-04-17T08:08:18.048" v="22" actId="14100"/>
          <ac:spMkLst>
            <pc:docMk/>
            <pc:sldMk cId="2680780370" sldId="1778"/>
            <ac:spMk id="5" creationId="{C264390D-FEE7-7568-7F62-65834CE738BF}"/>
          </ac:spMkLst>
        </pc:spChg>
      </pc:sldChg>
      <pc:sldChg chg="modSp">
        <pc:chgData name="Rini Shaji" userId="525cda041429e910" providerId="Windows Live" clId="Web-{DA1C038B-49BA-0357-B350-180CAEDBAC6D}" dt="2025-04-17T08:08:41.955" v="26" actId="14100"/>
        <pc:sldMkLst>
          <pc:docMk/>
          <pc:sldMk cId="1316607175" sldId="1779"/>
        </pc:sldMkLst>
        <pc:spChg chg="mod">
          <ac:chgData name="Rini Shaji" userId="525cda041429e910" providerId="Windows Live" clId="Web-{DA1C038B-49BA-0357-B350-180CAEDBAC6D}" dt="2025-04-17T08:08:41.955" v="26" actId="14100"/>
          <ac:spMkLst>
            <pc:docMk/>
            <pc:sldMk cId="1316607175" sldId="1779"/>
            <ac:spMk id="5" creationId="{E81BA1F1-494F-F912-1200-AAABC7CF39A5}"/>
          </ac:spMkLst>
        </pc:spChg>
      </pc:sldChg>
      <pc:sldChg chg="modSp">
        <pc:chgData name="Rini Shaji" userId="525cda041429e910" providerId="Windows Live" clId="Web-{DA1C038B-49BA-0357-B350-180CAEDBAC6D}" dt="2025-04-17T08:08:55.845" v="29" actId="14100"/>
        <pc:sldMkLst>
          <pc:docMk/>
          <pc:sldMk cId="2461373608" sldId="1780"/>
        </pc:sldMkLst>
        <pc:spChg chg="mod">
          <ac:chgData name="Rini Shaji" userId="525cda041429e910" providerId="Windows Live" clId="Web-{DA1C038B-49BA-0357-B350-180CAEDBAC6D}" dt="2025-04-17T08:08:55.845" v="29" actId="14100"/>
          <ac:spMkLst>
            <pc:docMk/>
            <pc:sldMk cId="2461373608" sldId="1780"/>
            <ac:spMk id="5" creationId="{E2BC7195-9B97-33B1-8D89-D24575E19A29}"/>
          </ac:spMkLst>
        </pc:spChg>
      </pc:sldChg>
      <pc:sldChg chg="modSp">
        <pc:chgData name="Rini Shaji" userId="525cda041429e910" providerId="Windows Live" clId="Web-{DA1C038B-49BA-0357-B350-180CAEDBAC6D}" dt="2025-04-17T08:09:04.720" v="33" actId="14100"/>
        <pc:sldMkLst>
          <pc:docMk/>
          <pc:sldMk cId="1538691628" sldId="1781"/>
        </pc:sldMkLst>
        <pc:spChg chg="mod">
          <ac:chgData name="Rini Shaji" userId="525cda041429e910" providerId="Windows Live" clId="Web-{DA1C038B-49BA-0357-B350-180CAEDBAC6D}" dt="2025-04-17T08:09:04.720" v="33" actId="14100"/>
          <ac:spMkLst>
            <pc:docMk/>
            <pc:sldMk cId="1538691628" sldId="1781"/>
            <ac:spMk id="5" creationId="{DFC62832-C83B-EF8E-6396-05EB23304822}"/>
          </ac:spMkLst>
        </pc:spChg>
      </pc:sldChg>
      <pc:sldChg chg="modSp">
        <pc:chgData name="Rini Shaji" userId="525cda041429e910" providerId="Windows Live" clId="Web-{DA1C038B-49BA-0357-B350-180CAEDBAC6D}" dt="2025-04-17T08:09:30.721" v="41" actId="14100"/>
        <pc:sldMkLst>
          <pc:docMk/>
          <pc:sldMk cId="2647008420" sldId="1782"/>
        </pc:sldMkLst>
        <pc:spChg chg="mod">
          <ac:chgData name="Rini Shaji" userId="525cda041429e910" providerId="Windows Live" clId="Web-{DA1C038B-49BA-0357-B350-180CAEDBAC6D}" dt="2025-04-17T08:09:30.721" v="41" actId="14100"/>
          <ac:spMkLst>
            <pc:docMk/>
            <pc:sldMk cId="2647008420" sldId="1782"/>
            <ac:spMk id="5" creationId="{549F7D51-9112-27F9-EA1A-42F3F8B92B17}"/>
          </ac:spMkLst>
        </pc:spChg>
      </pc:sldChg>
      <pc:sldChg chg="modSp">
        <pc:chgData name="Rini Shaji" userId="525cda041429e910" providerId="Windows Live" clId="Web-{DA1C038B-49BA-0357-B350-180CAEDBAC6D}" dt="2025-04-17T08:09:40.205" v="45" actId="14100"/>
        <pc:sldMkLst>
          <pc:docMk/>
          <pc:sldMk cId="3322309909" sldId="1783"/>
        </pc:sldMkLst>
        <pc:spChg chg="mod">
          <ac:chgData name="Rini Shaji" userId="525cda041429e910" providerId="Windows Live" clId="Web-{DA1C038B-49BA-0357-B350-180CAEDBAC6D}" dt="2025-04-17T08:09:40.205" v="45" actId="14100"/>
          <ac:spMkLst>
            <pc:docMk/>
            <pc:sldMk cId="3322309909" sldId="1783"/>
            <ac:spMk id="5" creationId="{4E6961E0-9078-07AB-CB10-704D00CC653D}"/>
          </ac:spMkLst>
        </pc:spChg>
      </pc:sldChg>
      <pc:sldChg chg="modSp">
        <pc:chgData name="Rini Shaji" userId="525cda041429e910" providerId="Windows Live" clId="Web-{DA1C038B-49BA-0357-B350-180CAEDBAC6D}" dt="2025-04-17T08:09:49.361" v="49" actId="14100"/>
        <pc:sldMkLst>
          <pc:docMk/>
          <pc:sldMk cId="1177206329" sldId="1784"/>
        </pc:sldMkLst>
        <pc:spChg chg="mod">
          <ac:chgData name="Rini Shaji" userId="525cda041429e910" providerId="Windows Live" clId="Web-{DA1C038B-49BA-0357-B350-180CAEDBAC6D}" dt="2025-04-17T08:09:49.361" v="49" actId="14100"/>
          <ac:spMkLst>
            <pc:docMk/>
            <pc:sldMk cId="1177206329" sldId="1784"/>
            <ac:spMk id="5" creationId="{D272E8D2-05CC-4315-8734-10DD1817E8D7}"/>
          </ac:spMkLst>
        </pc:spChg>
      </pc:sldChg>
      <pc:sldChg chg="modSp">
        <pc:chgData name="Rini Shaji" userId="525cda041429e910" providerId="Windows Live" clId="Web-{DA1C038B-49BA-0357-B350-180CAEDBAC6D}" dt="2025-04-17T08:10:20.315" v="61" actId="20577"/>
        <pc:sldMkLst>
          <pc:docMk/>
          <pc:sldMk cId="678669220" sldId="1785"/>
        </pc:sldMkLst>
        <pc:spChg chg="mod">
          <ac:chgData name="Rini Shaji" userId="525cda041429e910" providerId="Windows Live" clId="Web-{DA1C038B-49BA-0357-B350-180CAEDBAC6D}" dt="2025-04-17T08:10:20.315" v="61" actId="20577"/>
          <ac:spMkLst>
            <pc:docMk/>
            <pc:sldMk cId="678669220" sldId="1785"/>
            <ac:spMk id="5" creationId="{A672903C-C985-F3D3-A3A0-F7D04D6531D6}"/>
          </ac:spMkLst>
        </pc:spChg>
      </pc:sldChg>
      <pc:sldChg chg="modSp">
        <pc:chgData name="Rini Shaji" userId="525cda041429e910" providerId="Windows Live" clId="Web-{DA1C038B-49BA-0357-B350-180CAEDBAC6D}" dt="2025-04-17T08:10:23.877" v="62" actId="20577"/>
        <pc:sldMkLst>
          <pc:docMk/>
          <pc:sldMk cId="2070260439" sldId="1787"/>
        </pc:sldMkLst>
        <pc:spChg chg="mod">
          <ac:chgData name="Rini Shaji" userId="525cda041429e910" providerId="Windows Live" clId="Web-{DA1C038B-49BA-0357-B350-180CAEDBAC6D}" dt="2025-04-17T08:10:23.877" v="62" actId="20577"/>
          <ac:spMkLst>
            <pc:docMk/>
            <pc:sldMk cId="2070260439" sldId="1787"/>
            <ac:spMk id="5" creationId="{E1533F21-CE9C-18FC-7C5C-AD10443E0708}"/>
          </ac:spMkLst>
        </pc:spChg>
      </pc:sldChg>
      <pc:sldChg chg="modSp">
        <pc:chgData name="Rini Shaji" userId="525cda041429e910" providerId="Windows Live" clId="Web-{DA1C038B-49BA-0357-B350-180CAEDBAC6D}" dt="2025-04-17T08:10:29.987" v="63" actId="20577"/>
        <pc:sldMkLst>
          <pc:docMk/>
          <pc:sldMk cId="2055586571" sldId="1788"/>
        </pc:sldMkLst>
        <pc:spChg chg="mod">
          <ac:chgData name="Rini Shaji" userId="525cda041429e910" providerId="Windows Live" clId="Web-{DA1C038B-49BA-0357-B350-180CAEDBAC6D}" dt="2025-04-17T08:10:29.987" v="63" actId="20577"/>
          <ac:spMkLst>
            <pc:docMk/>
            <pc:sldMk cId="2055586571" sldId="1788"/>
            <ac:spMk id="5" creationId="{226176DA-2274-4037-1524-449704AFC64E}"/>
          </ac:spMkLst>
        </pc:spChg>
      </pc:sldChg>
      <pc:sldChg chg="modSp">
        <pc:chgData name="Rini Shaji" userId="525cda041429e910" providerId="Windows Live" clId="Web-{DA1C038B-49BA-0357-B350-180CAEDBAC6D}" dt="2025-04-17T08:11:12.346" v="70" actId="14100"/>
        <pc:sldMkLst>
          <pc:docMk/>
          <pc:sldMk cId="3774483327" sldId="1791"/>
        </pc:sldMkLst>
        <pc:spChg chg="mod">
          <ac:chgData name="Rini Shaji" userId="525cda041429e910" providerId="Windows Live" clId="Web-{DA1C038B-49BA-0357-B350-180CAEDBAC6D}" dt="2025-04-17T08:11:12.346" v="70" actId="14100"/>
          <ac:spMkLst>
            <pc:docMk/>
            <pc:sldMk cId="3774483327" sldId="1791"/>
            <ac:spMk id="5" creationId="{ABE84531-21AF-E1CD-97BA-3381F47F427B}"/>
          </ac:spMkLst>
        </pc:spChg>
      </pc:sldChg>
      <pc:sldChg chg="modSp">
        <pc:chgData name="Rini Shaji" userId="525cda041429e910" providerId="Windows Live" clId="Web-{DA1C038B-49BA-0357-B350-180CAEDBAC6D}" dt="2025-04-17T08:11:25.175" v="74" actId="14100"/>
        <pc:sldMkLst>
          <pc:docMk/>
          <pc:sldMk cId="2288399842" sldId="1792"/>
        </pc:sldMkLst>
        <pc:spChg chg="mod">
          <ac:chgData name="Rini Shaji" userId="525cda041429e910" providerId="Windows Live" clId="Web-{DA1C038B-49BA-0357-B350-180CAEDBAC6D}" dt="2025-04-17T08:11:25.175" v="74" actId="14100"/>
          <ac:spMkLst>
            <pc:docMk/>
            <pc:sldMk cId="2288399842" sldId="1792"/>
            <ac:spMk id="5" creationId="{6E94B768-2166-FF05-170E-E37FEB368941}"/>
          </ac:spMkLst>
        </pc:spChg>
      </pc:sldChg>
      <pc:sldChg chg="modSp">
        <pc:chgData name="Rini Shaji" userId="525cda041429e910" providerId="Windows Live" clId="Web-{DA1C038B-49BA-0357-B350-180CAEDBAC6D}" dt="2025-04-17T08:11:47.753" v="80" actId="14100"/>
        <pc:sldMkLst>
          <pc:docMk/>
          <pc:sldMk cId="2112525183" sldId="1795"/>
        </pc:sldMkLst>
        <pc:spChg chg="mod">
          <ac:chgData name="Rini Shaji" userId="525cda041429e910" providerId="Windows Live" clId="Web-{DA1C038B-49BA-0357-B350-180CAEDBAC6D}" dt="2025-04-17T08:11:47.753" v="80" actId="14100"/>
          <ac:spMkLst>
            <pc:docMk/>
            <pc:sldMk cId="2112525183" sldId="1795"/>
            <ac:spMk id="5" creationId="{148F6EAB-8B7C-8CD4-168B-93D05BB38FA7}"/>
          </ac:spMkLst>
        </pc:spChg>
      </pc:sldChg>
      <pc:sldChg chg="modSp">
        <pc:chgData name="Rini Shaji" userId="525cda041429e910" providerId="Windows Live" clId="Web-{DA1C038B-49BA-0357-B350-180CAEDBAC6D}" dt="2025-04-17T08:12:15.159" v="88" actId="14100"/>
        <pc:sldMkLst>
          <pc:docMk/>
          <pc:sldMk cId="2681504254" sldId="1796"/>
        </pc:sldMkLst>
        <pc:spChg chg="mod">
          <ac:chgData name="Rini Shaji" userId="525cda041429e910" providerId="Windows Live" clId="Web-{DA1C038B-49BA-0357-B350-180CAEDBAC6D}" dt="2025-04-17T08:12:15.159" v="88" actId="14100"/>
          <ac:spMkLst>
            <pc:docMk/>
            <pc:sldMk cId="2681504254" sldId="1796"/>
            <ac:spMk id="5" creationId="{4120CA57-055E-816A-1EA4-E4C4FEEC105A}"/>
          </ac:spMkLst>
        </pc:spChg>
      </pc:sldChg>
      <pc:sldChg chg="modSp">
        <pc:chgData name="Rini Shaji" userId="525cda041429e910" providerId="Windows Live" clId="Web-{DA1C038B-49BA-0357-B350-180CAEDBAC6D}" dt="2025-04-17T08:27:51.526" v="173" actId="20577"/>
        <pc:sldMkLst>
          <pc:docMk/>
          <pc:sldMk cId="4249059673" sldId="1797"/>
        </pc:sldMkLst>
        <pc:spChg chg="mod">
          <ac:chgData name="Rini Shaji" userId="525cda041429e910" providerId="Windows Live" clId="Web-{DA1C038B-49BA-0357-B350-180CAEDBAC6D}" dt="2025-04-17T08:12:06.550" v="84" actId="14100"/>
          <ac:spMkLst>
            <pc:docMk/>
            <pc:sldMk cId="4249059673" sldId="1797"/>
            <ac:spMk id="5" creationId="{1D35A7BB-11A1-F4AD-BD57-73B42538402E}"/>
          </ac:spMkLst>
        </pc:spChg>
        <pc:spChg chg="mod">
          <ac:chgData name="Rini Shaji" userId="525cda041429e910" providerId="Windows Live" clId="Web-{DA1C038B-49BA-0357-B350-180CAEDBAC6D}" dt="2025-04-17T08:27:51.526" v="173" actId="20577"/>
          <ac:spMkLst>
            <pc:docMk/>
            <pc:sldMk cId="4249059673" sldId="1797"/>
            <ac:spMk id="7" creationId="{3F2AB0AC-BB50-9D93-D275-B3E1ED3C3FD9}"/>
          </ac:spMkLst>
        </pc:spChg>
        <pc:spChg chg="mod">
          <ac:chgData name="Rini Shaji" userId="525cda041429e910" providerId="Windows Live" clId="Web-{DA1C038B-49BA-0357-B350-180CAEDBAC6D}" dt="2025-04-17T08:27:12.807" v="137" actId="20577"/>
          <ac:spMkLst>
            <pc:docMk/>
            <pc:sldMk cId="4249059673" sldId="1797"/>
            <ac:spMk id="8" creationId="{C185E3D0-90FE-8FCA-42AB-6B763DE48BA5}"/>
          </ac:spMkLst>
        </pc:spChg>
      </pc:sldChg>
      <pc:sldChg chg="modSp">
        <pc:chgData name="Rini Shaji" userId="525cda041429e910" providerId="Windows Live" clId="Web-{DA1C038B-49BA-0357-B350-180CAEDBAC6D}" dt="2025-04-17T08:29:28.527" v="241" actId="20577"/>
        <pc:sldMkLst>
          <pc:docMk/>
          <pc:sldMk cId="4203587680" sldId="1798"/>
        </pc:sldMkLst>
        <pc:spChg chg="mod">
          <ac:chgData name="Rini Shaji" userId="525cda041429e910" providerId="Windows Live" clId="Web-{DA1C038B-49BA-0357-B350-180CAEDBAC6D}" dt="2025-04-17T08:12:28.628" v="92" actId="14100"/>
          <ac:spMkLst>
            <pc:docMk/>
            <pc:sldMk cId="4203587680" sldId="1798"/>
            <ac:spMk id="5" creationId="{9726EF10-0873-02C2-5C46-863D27A83082}"/>
          </ac:spMkLst>
        </pc:spChg>
        <pc:spChg chg="mod">
          <ac:chgData name="Rini Shaji" userId="525cda041429e910" providerId="Windows Live" clId="Web-{DA1C038B-49BA-0357-B350-180CAEDBAC6D}" dt="2025-04-17T08:29:22.745" v="238" actId="20577"/>
          <ac:spMkLst>
            <pc:docMk/>
            <pc:sldMk cId="4203587680" sldId="1798"/>
            <ac:spMk id="7" creationId="{967A7093-E1C7-DC54-048D-E0130C2C0ADA}"/>
          </ac:spMkLst>
        </pc:spChg>
        <pc:spChg chg="mod">
          <ac:chgData name="Rini Shaji" userId="525cda041429e910" providerId="Windows Live" clId="Web-{DA1C038B-49BA-0357-B350-180CAEDBAC6D}" dt="2025-04-17T08:29:28.527" v="241" actId="20577"/>
          <ac:spMkLst>
            <pc:docMk/>
            <pc:sldMk cId="4203587680" sldId="1798"/>
            <ac:spMk id="8" creationId="{E6514C40-57C7-940E-0969-6F7A648EFE08}"/>
          </ac:spMkLst>
        </pc:spChg>
      </pc:sldChg>
      <pc:sldChg chg="modSp add replId">
        <pc:chgData name="Rini Shaji" userId="525cda041429e910" providerId="Windows Live" clId="Web-{DA1C038B-49BA-0357-B350-180CAEDBAC6D}" dt="2025-04-17T08:44:13.065" v="362" actId="20577"/>
        <pc:sldMkLst>
          <pc:docMk/>
          <pc:sldMk cId="3530597887" sldId="1803"/>
        </pc:sldMkLst>
        <pc:spChg chg="mod">
          <ac:chgData name="Rini Shaji" userId="525cda041429e910" providerId="Windows Live" clId="Web-{DA1C038B-49BA-0357-B350-180CAEDBAC6D}" dt="2025-04-17T08:29:36.558" v="243" actId="20577"/>
          <ac:spMkLst>
            <pc:docMk/>
            <pc:sldMk cId="3530597887" sldId="1803"/>
            <ac:spMk id="5" creationId="{58C73436-85EF-5A20-04A4-A8B4FCD71540}"/>
          </ac:spMkLst>
        </pc:spChg>
        <pc:spChg chg="mod">
          <ac:chgData name="Rini Shaji" userId="525cda041429e910" providerId="Windows Live" clId="Web-{DA1C038B-49BA-0357-B350-180CAEDBAC6D}" dt="2025-04-17T08:44:13.065" v="362" actId="20577"/>
          <ac:spMkLst>
            <pc:docMk/>
            <pc:sldMk cId="3530597887" sldId="1803"/>
            <ac:spMk id="7" creationId="{0DD47B70-E034-BBED-8998-94E224AC0B41}"/>
          </ac:spMkLst>
        </pc:spChg>
        <pc:spChg chg="mod">
          <ac:chgData name="Rini Shaji" userId="525cda041429e910" providerId="Windows Live" clId="Web-{DA1C038B-49BA-0357-B350-180CAEDBAC6D}" dt="2025-04-17T08:41:38.360" v="254" actId="20577"/>
          <ac:spMkLst>
            <pc:docMk/>
            <pc:sldMk cId="3530597887" sldId="1803"/>
            <ac:spMk id="8" creationId="{726130AA-2B6B-7770-A205-5B4A059499B7}"/>
          </ac:spMkLst>
        </pc:spChg>
      </pc:sldChg>
    </pc:docChg>
  </pc:docChgLst>
  <pc:docChgLst>
    <pc:chgData name="Sini Mathew" userId="3875fe58a975fc01" providerId="LiveId" clId="{81422C84-151D-4211-901B-23A1DC82EF78}"/>
    <pc:docChg chg="undo custSel addSld delSld modSld sldOrd">
      <pc:chgData name="Sini Mathew" userId="3875fe58a975fc01" providerId="LiveId" clId="{81422C84-151D-4211-901B-23A1DC82EF78}" dt="2025-04-13T16:17:36.528" v="3464" actId="20577"/>
      <pc:docMkLst>
        <pc:docMk/>
      </pc:docMkLst>
      <pc:sldChg chg="modSp mod">
        <pc:chgData name="Sini Mathew" userId="3875fe58a975fc01" providerId="LiveId" clId="{81422C84-151D-4211-901B-23A1DC82EF78}" dt="2025-04-13T15:18:25.537" v="225" actId="20577"/>
        <pc:sldMkLst>
          <pc:docMk/>
          <pc:sldMk cId="140346443" sldId="822"/>
        </pc:sldMkLst>
        <pc:spChg chg="mod">
          <ac:chgData name="Sini Mathew" userId="3875fe58a975fc01" providerId="LiveId" clId="{81422C84-151D-4211-901B-23A1DC82EF78}" dt="2025-04-13T15:16:08.498" v="194" actId="20577"/>
          <ac:spMkLst>
            <pc:docMk/>
            <pc:sldMk cId="140346443" sldId="822"/>
            <ac:spMk id="2" creationId="{69072751-0DFD-E04D-8DBC-6192EE4B4B2A}"/>
          </ac:spMkLst>
        </pc:spChg>
        <pc:spChg chg="mod">
          <ac:chgData name="Sini Mathew" userId="3875fe58a975fc01" providerId="LiveId" clId="{81422C84-151D-4211-901B-23A1DC82EF78}" dt="2025-04-13T15:18:25.537" v="225" actId="20577"/>
          <ac:spMkLst>
            <pc:docMk/>
            <pc:sldMk cId="140346443" sldId="822"/>
            <ac:spMk id="6" creationId="{B48AEF40-D79D-77F3-773C-095D81075E36}"/>
          </ac:spMkLst>
        </pc:spChg>
        <pc:spChg chg="mod">
          <ac:chgData name="Sini Mathew" userId="3875fe58a975fc01" providerId="LiveId" clId="{81422C84-151D-4211-901B-23A1DC82EF78}" dt="2025-04-13T15:17:11.448" v="206" actId="20577"/>
          <ac:spMkLst>
            <pc:docMk/>
            <pc:sldMk cId="140346443" sldId="822"/>
            <ac:spMk id="10" creationId="{60127C6D-3342-C831-3981-C5030CF3B941}"/>
          </ac:spMkLst>
        </pc:spChg>
      </pc:sldChg>
      <pc:sldChg chg="modSp mod">
        <pc:chgData name="Sini Mathew" userId="3875fe58a975fc01" providerId="LiveId" clId="{81422C84-151D-4211-901B-23A1DC82EF78}" dt="2025-04-13T15:15:51.530" v="159" actId="20577"/>
        <pc:sldMkLst>
          <pc:docMk/>
          <pc:sldMk cId="1217883548" sldId="1318"/>
        </pc:sldMkLst>
        <pc:spChg chg="mod">
          <ac:chgData name="Sini Mathew" userId="3875fe58a975fc01" providerId="LiveId" clId="{81422C84-151D-4211-901B-23A1DC82EF78}" dt="2025-04-13T15:15:51.530" v="159" actId="20577"/>
          <ac:spMkLst>
            <pc:docMk/>
            <pc:sldMk cId="1217883548" sldId="1318"/>
            <ac:spMk id="3" creationId="{B9ACC418-9BFA-F946-DA5B-A680A2EBDFAC}"/>
          </ac:spMkLst>
        </pc:spChg>
      </pc:sldChg>
      <pc:sldChg chg="modSp mod">
        <pc:chgData name="Sini Mathew" userId="3875fe58a975fc01" providerId="LiveId" clId="{81422C84-151D-4211-901B-23A1DC82EF78}" dt="2025-04-13T15:29:12.819" v="535" actId="20577"/>
        <pc:sldMkLst>
          <pc:docMk/>
          <pc:sldMk cId="4765592" sldId="1388"/>
        </pc:sldMkLst>
      </pc:sldChg>
      <pc:sldChg chg="delSp modSp mod">
        <pc:chgData name="Sini Mathew" userId="3875fe58a975fc01" providerId="LiveId" clId="{81422C84-151D-4211-901B-23A1DC82EF78}" dt="2025-04-13T15:39:39.799" v="1357" actId="255"/>
        <pc:sldMkLst>
          <pc:docMk/>
          <pc:sldMk cId="397177493" sldId="1389"/>
        </pc:sldMkLst>
      </pc:sldChg>
      <pc:sldChg chg="modSp mod">
        <pc:chgData name="Sini Mathew" userId="3875fe58a975fc01" providerId="LiveId" clId="{81422C84-151D-4211-901B-23A1DC82EF78}" dt="2025-04-13T15:23:31.418" v="236" actId="20577"/>
        <pc:sldMkLst>
          <pc:docMk/>
          <pc:sldMk cId="2716954731" sldId="1390"/>
        </pc:sldMkLst>
        <pc:spChg chg="mod">
          <ac:chgData name="Sini Mathew" userId="3875fe58a975fc01" providerId="LiveId" clId="{81422C84-151D-4211-901B-23A1DC82EF78}" dt="2025-04-13T15:14:02.656" v="58" actId="20577"/>
          <ac:spMkLst>
            <pc:docMk/>
            <pc:sldMk cId="2716954731" sldId="1390"/>
            <ac:spMk id="2" creationId="{00000000-0000-0000-0000-000000000000}"/>
          </ac:spMkLst>
        </pc:spChg>
        <pc:spChg chg="mod">
          <ac:chgData name="Sini Mathew" userId="3875fe58a975fc01" providerId="LiveId" clId="{81422C84-151D-4211-901B-23A1DC82EF78}" dt="2025-04-13T15:13:23.669" v="23" actId="20577"/>
          <ac:spMkLst>
            <pc:docMk/>
            <pc:sldMk cId="2716954731" sldId="1390"/>
            <ac:spMk id="5" creationId="{F23B1A82-CA2E-08BD-1D0D-5AA03047C3D2}"/>
          </ac:spMkLst>
        </pc:spChg>
      </pc:sldChg>
      <pc:sldChg chg="modSp mod">
        <pc:chgData name="Sini Mathew" userId="3875fe58a975fc01" providerId="LiveId" clId="{81422C84-151D-4211-901B-23A1DC82EF78}" dt="2025-04-13T15:36:34.517" v="1185" actId="20577"/>
        <pc:sldMkLst>
          <pc:docMk/>
          <pc:sldMk cId="3559088401" sldId="1396"/>
        </pc:sldMkLst>
      </pc:sldChg>
      <pc:sldChg chg="modSp mod">
        <pc:chgData name="Sini Mathew" userId="3875fe58a975fc01" providerId="LiveId" clId="{81422C84-151D-4211-901B-23A1DC82EF78}" dt="2025-04-13T15:48:24.612" v="1742" actId="20577"/>
        <pc:sldMkLst>
          <pc:docMk/>
          <pc:sldMk cId="2451994672" sldId="1402"/>
        </pc:sldMkLst>
      </pc:sldChg>
      <pc:sldChg chg="addSp delSp modSp mod">
        <pc:chgData name="Sini Mathew" userId="3875fe58a975fc01" providerId="LiveId" clId="{81422C84-151D-4211-901B-23A1DC82EF78}" dt="2025-04-13T15:50:59.548" v="1794" actId="20577"/>
        <pc:sldMkLst>
          <pc:docMk/>
          <pc:sldMk cId="1432198362" sldId="1403"/>
        </pc:sldMkLst>
      </pc:sldChg>
      <pc:sldChg chg="modSp mod">
        <pc:chgData name="Sini Mathew" userId="3875fe58a975fc01" providerId="LiveId" clId="{81422C84-151D-4211-901B-23A1DC82EF78}" dt="2025-04-13T16:06:25.405" v="3135" actId="20577"/>
        <pc:sldMkLst>
          <pc:docMk/>
          <pc:sldMk cId="434740199" sldId="1407"/>
        </pc:sldMkLst>
      </pc:sldChg>
      <pc:sldChg chg="del">
        <pc:chgData name="Sini Mathew" userId="3875fe58a975fc01" providerId="LiveId" clId="{81422C84-151D-4211-901B-23A1DC82EF78}" dt="2025-04-13T16:06:52.448" v="3139" actId="47"/>
        <pc:sldMkLst>
          <pc:docMk/>
          <pc:sldMk cId="584892078" sldId="1408"/>
        </pc:sldMkLst>
      </pc:sldChg>
      <pc:sldChg chg="modSp mod">
        <pc:chgData name="Sini Mathew" userId="3875fe58a975fc01" providerId="LiveId" clId="{81422C84-151D-4211-901B-23A1DC82EF78}" dt="2025-04-13T15:51:51.463" v="1810" actId="20577"/>
        <pc:sldMkLst>
          <pc:docMk/>
          <pc:sldMk cId="2785602331" sldId="1411"/>
        </pc:sldMkLst>
      </pc:sldChg>
      <pc:sldChg chg="delSp modSp mod">
        <pc:chgData name="Sini Mathew" userId="3875fe58a975fc01" providerId="LiveId" clId="{81422C84-151D-4211-901B-23A1DC82EF78}" dt="2025-04-13T15:55:18.976" v="2090" actId="20577"/>
        <pc:sldMkLst>
          <pc:docMk/>
          <pc:sldMk cId="2785920718" sldId="1606"/>
        </pc:sldMkLst>
      </pc:sldChg>
      <pc:sldChg chg="modSp mod">
        <pc:chgData name="Sini Mathew" userId="3875fe58a975fc01" providerId="LiveId" clId="{81422C84-151D-4211-901B-23A1DC82EF78}" dt="2025-04-13T16:10:52.141" v="3311" actId="20577"/>
        <pc:sldMkLst>
          <pc:docMk/>
          <pc:sldMk cId="1850048300" sldId="1608"/>
        </pc:sldMkLst>
      </pc:sldChg>
      <pc:sldChg chg="modSp mod">
        <pc:chgData name="Sini Mathew" userId="3875fe58a975fc01" providerId="LiveId" clId="{81422C84-151D-4211-901B-23A1DC82EF78}" dt="2025-04-13T16:11:23.277" v="3333" actId="20577"/>
        <pc:sldMkLst>
          <pc:docMk/>
          <pc:sldMk cId="2076299123" sldId="1609"/>
        </pc:sldMkLst>
      </pc:sldChg>
      <pc:sldChg chg="modSp mod">
        <pc:chgData name="Sini Mathew" userId="3875fe58a975fc01" providerId="LiveId" clId="{81422C84-151D-4211-901B-23A1DC82EF78}" dt="2025-04-13T15:14:21.176" v="100" actId="20577"/>
        <pc:sldMkLst>
          <pc:docMk/>
          <pc:sldMk cId="2217838844" sldId="1648"/>
        </pc:sldMkLst>
      </pc:sldChg>
      <pc:sldChg chg="modSp mod">
        <pc:chgData name="Sini Mathew" userId="3875fe58a975fc01" providerId="LiveId" clId="{81422C84-151D-4211-901B-23A1DC82EF78}" dt="2025-04-13T16:17:00.965" v="3454" actId="20577"/>
        <pc:sldMkLst>
          <pc:docMk/>
          <pc:sldMk cId="2170825706" sldId="1679"/>
        </pc:sldMkLst>
      </pc:sldChg>
      <pc:sldChg chg="modSp mod">
        <pc:chgData name="Sini Mathew" userId="3875fe58a975fc01" providerId="LiveId" clId="{81422C84-151D-4211-901B-23A1DC82EF78}" dt="2025-04-13T15:23:50.360" v="237" actId="1076"/>
        <pc:sldMkLst>
          <pc:docMk/>
          <pc:sldMk cId="821631254" sldId="1689"/>
        </pc:sldMkLst>
        <pc:spChg chg="mod">
          <ac:chgData name="Sini Mathew" userId="3875fe58a975fc01" providerId="LiveId" clId="{81422C84-151D-4211-901B-23A1DC82EF78}" dt="2025-04-13T15:14:12.401" v="79" actId="20577"/>
          <ac:spMkLst>
            <pc:docMk/>
            <pc:sldMk cId="821631254" sldId="1689"/>
            <ac:spMk id="2" creationId="{2B4BC52F-8332-8E12-44D0-FB1F54BDE5BF}"/>
          </ac:spMkLst>
        </pc:spChg>
        <pc:spChg chg="mod">
          <ac:chgData name="Sini Mathew" userId="3875fe58a975fc01" providerId="LiveId" clId="{81422C84-151D-4211-901B-23A1DC82EF78}" dt="2025-04-13T15:13:28.829" v="25" actId="20577"/>
          <ac:spMkLst>
            <pc:docMk/>
            <pc:sldMk cId="821631254" sldId="1689"/>
            <ac:spMk id="5" creationId="{AF47353D-3FCD-B81F-BB48-9B0AB99CB80C}"/>
          </ac:spMkLst>
        </pc:spChg>
      </pc:sldChg>
      <pc:sldChg chg="del">
        <pc:chgData name="Sini Mathew" userId="3875fe58a975fc01" providerId="LiveId" clId="{81422C84-151D-4211-901B-23A1DC82EF78}" dt="2025-04-13T15:17:18.023" v="207" actId="47"/>
        <pc:sldMkLst>
          <pc:docMk/>
          <pc:sldMk cId="2854690300" sldId="1698"/>
        </pc:sldMkLst>
      </pc:sldChg>
      <pc:sldChg chg="del">
        <pc:chgData name="Sini Mathew" userId="3875fe58a975fc01" providerId="LiveId" clId="{81422C84-151D-4211-901B-23A1DC82EF78}" dt="2025-04-13T15:17:18.768" v="208" actId="47"/>
        <pc:sldMkLst>
          <pc:docMk/>
          <pc:sldMk cId="3491838284" sldId="1699"/>
        </pc:sldMkLst>
      </pc:sldChg>
      <pc:sldChg chg="del">
        <pc:chgData name="Sini Mathew" userId="3875fe58a975fc01" providerId="LiveId" clId="{81422C84-151D-4211-901B-23A1DC82EF78}" dt="2025-04-13T15:17:19.630" v="209" actId="47"/>
        <pc:sldMkLst>
          <pc:docMk/>
          <pc:sldMk cId="4075287773" sldId="1700"/>
        </pc:sldMkLst>
      </pc:sldChg>
      <pc:sldChg chg="del">
        <pc:chgData name="Sini Mathew" userId="3875fe58a975fc01" providerId="LiveId" clId="{81422C84-151D-4211-901B-23A1DC82EF78}" dt="2025-04-13T15:31:22.182" v="760" actId="47"/>
        <pc:sldMkLst>
          <pc:docMk/>
          <pc:sldMk cId="853400568" sldId="1701"/>
        </pc:sldMkLst>
      </pc:sldChg>
      <pc:sldChg chg="del">
        <pc:chgData name="Sini Mathew" userId="3875fe58a975fc01" providerId="LiveId" clId="{81422C84-151D-4211-901B-23A1DC82EF78}" dt="2025-04-13T15:31:22.906" v="761" actId="47"/>
        <pc:sldMkLst>
          <pc:docMk/>
          <pc:sldMk cId="668649574" sldId="1702"/>
        </pc:sldMkLst>
      </pc:sldChg>
      <pc:sldChg chg="del">
        <pc:chgData name="Sini Mathew" userId="3875fe58a975fc01" providerId="LiveId" clId="{81422C84-151D-4211-901B-23A1DC82EF78}" dt="2025-04-13T16:06:53.659" v="3140" actId="47"/>
        <pc:sldMkLst>
          <pc:docMk/>
          <pc:sldMk cId="219655467" sldId="1721"/>
        </pc:sldMkLst>
      </pc:sldChg>
      <pc:sldChg chg="del">
        <pc:chgData name="Sini Mathew" userId="3875fe58a975fc01" providerId="LiveId" clId="{81422C84-151D-4211-901B-23A1DC82EF78}" dt="2025-04-13T16:06:54.525" v="3141" actId="47"/>
        <pc:sldMkLst>
          <pc:docMk/>
          <pc:sldMk cId="463523031" sldId="1722"/>
        </pc:sldMkLst>
      </pc:sldChg>
      <pc:sldChg chg="del">
        <pc:chgData name="Sini Mathew" userId="3875fe58a975fc01" providerId="LiveId" clId="{81422C84-151D-4211-901B-23A1DC82EF78}" dt="2025-04-13T16:06:55.263" v="3142" actId="47"/>
        <pc:sldMkLst>
          <pc:docMk/>
          <pc:sldMk cId="3432636310" sldId="1723"/>
        </pc:sldMkLst>
      </pc:sldChg>
      <pc:sldChg chg="del">
        <pc:chgData name="Sini Mathew" userId="3875fe58a975fc01" providerId="LiveId" clId="{81422C84-151D-4211-901B-23A1DC82EF78}" dt="2025-04-13T15:55:26.583" v="2091" actId="47"/>
        <pc:sldMkLst>
          <pc:docMk/>
          <pc:sldMk cId="690771562" sldId="1724"/>
        </pc:sldMkLst>
      </pc:sldChg>
      <pc:sldChg chg="del">
        <pc:chgData name="Sini Mathew" userId="3875fe58a975fc01" providerId="LiveId" clId="{81422C84-151D-4211-901B-23A1DC82EF78}" dt="2025-04-13T15:55:27.718" v="2092" actId="47"/>
        <pc:sldMkLst>
          <pc:docMk/>
          <pc:sldMk cId="969023117" sldId="1725"/>
        </pc:sldMkLst>
      </pc:sldChg>
      <pc:sldChg chg="del">
        <pc:chgData name="Sini Mathew" userId="3875fe58a975fc01" providerId="LiveId" clId="{81422C84-151D-4211-901B-23A1DC82EF78}" dt="2025-04-13T16:13:39.047" v="3362" actId="47"/>
        <pc:sldMkLst>
          <pc:docMk/>
          <pc:sldMk cId="1250019310" sldId="1726"/>
        </pc:sldMkLst>
      </pc:sldChg>
      <pc:sldChg chg="del">
        <pc:chgData name="Sini Mathew" userId="3875fe58a975fc01" providerId="LiveId" clId="{81422C84-151D-4211-901B-23A1DC82EF78}" dt="2025-04-13T16:13:39.489" v="3363" actId="47"/>
        <pc:sldMkLst>
          <pc:docMk/>
          <pc:sldMk cId="3748588700" sldId="1727"/>
        </pc:sldMkLst>
      </pc:sldChg>
      <pc:sldChg chg="del">
        <pc:chgData name="Sini Mathew" userId="3875fe58a975fc01" providerId="LiveId" clId="{81422C84-151D-4211-901B-23A1DC82EF78}" dt="2025-04-13T16:13:39.937" v="3364" actId="47"/>
        <pc:sldMkLst>
          <pc:docMk/>
          <pc:sldMk cId="3889622551" sldId="1728"/>
        </pc:sldMkLst>
      </pc:sldChg>
      <pc:sldChg chg="del">
        <pc:chgData name="Sini Mathew" userId="3875fe58a975fc01" providerId="LiveId" clId="{81422C84-151D-4211-901B-23A1DC82EF78}" dt="2025-04-13T16:13:40.411" v="3365" actId="47"/>
        <pc:sldMkLst>
          <pc:docMk/>
          <pc:sldMk cId="2967580629" sldId="1729"/>
        </pc:sldMkLst>
      </pc:sldChg>
      <pc:sldChg chg="del">
        <pc:chgData name="Sini Mathew" userId="3875fe58a975fc01" providerId="LiveId" clId="{81422C84-151D-4211-901B-23A1DC82EF78}" dt="2025-04-13T16:16:00.456" v="3439" actId="47"/>
        <pc:sldMkLst>
          <pc:docMk/>
          <pc:sldMk cId="445806238" sldId="1730"/>
        </pc:sldMkLst>
      </pc:sldChg>
      <pc:sldChg chg="del">
        <pc:chgData name="Sini Mathew" userId="3875fe58a975fc01" providerId="LiveId" clId="{81422C84-151D-4211-901B-23A1DC82EF78}" dt="2025-04-13T15:24:50.060" v="239" actId="47"/>
        <pc:sldMkLst>
          <pc:docMk/>
          <pc:sldMk cId="957594651" sldId="1732"/>
        </pc:sldMkLst>
      </pc:sldChg>
      <pc:sldChg chg="del">
        <pc:chgData name="Sini Mathew" userId="3875fe58a975fc01" providerId="LiveId" clId="{81422C84-151D-4211-901B-23A1DC82EF78}" dt="2025-04-13T16:13:38.085" v="3360" actId="47"/>
        <pc:sldMkLst>
          <pc:docMk/>
          <pc:sldMk cId="335424326" sldId="1733"/>
        </pc:sldMkLst>
      </pc:sldChg>
      <pc:sldChg chg="del">
        <pc:chgData name="Sini Mathew" userId="3875fe58a975fc01" providerId="LiveId" clId="{81422C84-151D-4211-901B-23A1DC82EF78}" dt="2025-04-13T16:13:38.574" v="3361" actId="47"/>
        <pc:sldMkLst>
          <pc:docMk/>
          <pc:sldMk cId="389704180" sldId="1734"/>
        </pc:sldMkLst>
      </pc:sldChg>
      <pc:sldChg chg="del">
        <pc:chgData name="Sini Mathew" userId="3875fe58a975fc01" providerId="LiveId" clId="{81422C84-151D-4211-901B-23A1DC82EF78}" dt="2025-04-13T16:11:32.532" v="3334" actId="47"/>
        <pc:sldMkLst>
          <pc:docMk/>
          <pc:sldMk cId="1642818660" sldId="1735"/>
        </pc:sldMkLst>
      </pc:sldChg>
      <pc:sldChg chg="del">
        <pc:chgData name="Sini Mathew" userId="3875fe58a975fc01" providerId="LiveId" clId="{81422C84-151D-4211-901B-23A1DC82EF78}" dt="2025-04-13T16:11:33.420" v="3335" actId="47"/>
        <pc:sldMkLst>
          <pc:docMk/>
          <pc:sldMk cId="285698991" sldId="1736"/>
        </pc:sldMkLst>
      </pc:sldChg>
      <pc:sldChg chg="del">
        <pc:chgData name="Sini Mathew" userId="3875fe58a975fc01" providerId="LiveId" clId="{81422C84-151D-4211-901B-23A1DC82EF78}" dt="2025-04-13T16:11:34.649" v="3336" actId="47"/>
        <pc:sldMkLst>
          <pc:docMk/>
          <pc:sldMk cId="535332655" sldId="1737"/>
        </pc:sldMkLst>
      </pc:sldChg>
      <pc:sldChg chg="del">
        <pc:chgData name="Sini Mathew" userId="3875fe58a975fc01" providerId="LiveId" clId="{81422C84-151D-4211-901B-23A1DC82EF78}" dt="2025-04-13T15:24:49.474" v="238" actId="47"/>
        <pc:sldMkLst>
          <pc:docMk/>
          <pc:sldMk cId="1497574202" sldId="1738"/>
        </pc:sldMkLst>
      </pc:sldChg>
      <pc:sldChg chg="modSp mod">
        <pc:chgData name="Sini Mathew" userId="3875fe58a975fc01" providerId="LiveId" clId="{81422C84-151D-4211-901B-23A1DC82EF78}" dt="2025-04-13T15:27:05.524" v="524" actId="20577"/>
        <pc:sldMkLst>
          <pc:docMk/>
          <pc:sldMk cId="101332573" sldId="1739"/>
        </pc:sldMkLst>
      </pc:sldChg>
      <pc:sldChg chg="del">
        <pc:chgData name="Sini Mathew" userId="3875fe58a975fc01" providerId="LiveId" clId="{81422C84-151D-4211-901B-23A1DC82EF78}" dt="2025-04-13T15:24:50.712" v="240" actId="47"/>
        <pc:sldMkLst>
          <pc:docMk/>
          <pc:sldMk cId="3502560996" sldId="1741"/>
        </pc:sldMkLst>
      </pc:sldChg>
      <pc:sldChg chg="del">
        <pc:chgData name="Sini Mathew" userId="3875fe58a975fc01" providerId="LiveId" clId="{81422C84-151D-4211-901B-23A1DC82EF78}" dt="2025-04-13T15:24:51.480" v="241" actId="47"/>
        <pc:sldMkLst>
          <pc:docMk/>
          <pc:sldMk cId="427156444" sldId="1742"/>
        </pc:sldMkLst>
      </pc:sldChg>
      <pc:sldChg chg="del">
        <pc:chgData name="Sini Mathew" userId="3875fe58a975fc01" providerId="LiveId" clId="{81422C84-151D-4211-901B-23A1DC82EF78}" dt="2025-04-13T15:37:53.982" v="1208" actId="47"/>
        <pc:sldMkLst>
          <pc:docMk/>
          <pc:sldMk cId="3781339117" sldId="1743"/>
        </pc:sldMkLst>
      </pc:sldChg>
      <pc:sldChg chg="del">
        <pc:chgData name="Sini Mathew" userId="3875fe58a975fc01" providerId="LiveId" clId="{81422C84-151D-4211-901B-23A1DC82EF78}" dt="2025-04-13T15:37:54.280" v="1209" actId="47"/>
        <pc:sldMkLst>
          <pc:docMk/>
          <pc:sldMk cId="2335502606" sldId="1745"/>
        </pc:sldMkLst>
      </pc:sldChg>
      <pc:sldChg chg="del">
        <pc:chgData name="Sini Mathew" userId="3875fe58a975fc01" providerId="LiveId" clId="{81422C84-151D-4211-901B-23A1DC82EF78}" dt="2025-04-13T15:37:54.911" v="1210" actId="47"/>
        <pc:sldMkLst>
          <pc:docMk/>
          <pc:sldMk cId="3738409133" sldId="1746"/>
        </pc:sldMkLst>
      </pc:sldChg>
      <pc:sldChg chg="del">
        <pc:chgData name="Sini Mathew" userId="3875fe58a975fc01" providerId="LiveId" clId="{81422C84-151D-4211-901B-23A1DC82EF78}" dt="2025-04-13T15:37:55.400" v="1211" actId="47"/>
        <pc:sldMkLst>
          <pc:docMk/>
          <pc:sldMk cId="3401414918" sldId="1747"/>
        </pc:sldMkLst>
      </pc:sldChg>
      <pc:sldChg chg="del">
        <pc:chgData name="Sini Mathew" userId="3875fe58a975fc01" providerId="LiveId" clId="{81422C84-151D-4211-901B-23A1DC82EF78}" dt="2025-04-13T15:49:53.729" v="1778" actId="47"/>
        <pc:sldMkLst>
          <pc:docMk/>
          <pc:sldMk cId="1834825461" sldId="1748"/>
        </pc:sldMkLst>
      </pc:sldChg>
      <pc:sldChg chg="del">
        <pc:chgData name="Sini Mathew" userId="3875fe58a975fc01" providerId="LiveId" clId="{81422C84-151D-4211-901B-23A1DC82EF78}" dt="2025-04-13T15:49:55.293" v="1780" actId="47"/>
        <pc:sldMkLst>
          <pc:docMk/>
          <pc:sldMk cId="4252949132" sldId="1749"/>
        </pc:sldMkLst>
      </pc:sldChg>
      <pc:sldChg chg="del">
        <pc:chgData name="Sini Mathew" userId="3875fe58a975fc01" providerId="LiveId" clId="{81422C84-151D-4211-901B-23A1DC82EF78}" dt="2025-04-13T15:49:54.365" v="1779" actId="47"/>
        <pc:sldMkLst>
          <pc:docMk/>
          <pc:sldMk cId="3316963590" sldId="1750"/>
        </pc:sldMkLst>
      </pc:sldChg>
      <pc:sldChg chg="del">
        <pc:chgData name="Sini Mathew" userId="3875fe58a975fc01" providerId="LiveId" clId="{81422C84-151D-4211-901B-23A1DC82EF78}" dt="2025-04-13T15:49:56.584" v="1781" actId="47"/>
        <pc:sldMkLst>
          <pc:docMk/>
          <pc:sldMk cId="1792693648" sldId="1751"/>
        </pc:sldMkLst>
      </pc:sldChg>
      <pc:sldChg chg="modSp add mod">
        <pc:chgData name="Sini Mathew" userId="3875fe58a975fc01" providerId="LiveId" clId="{81422C84-151D-4211-901B-23A1DC82EF78}" dt="2025-04-13T15:14:30.440" v="121" actId="20577"/>
        <pc:sldMkLst>
          <pc:docMk/>
          <pc:sldMk cId="3947353564" sldId="1752"/>
        </pc:sldMkLst>
      </pc:sldChg>
      <pc:sldChg chg="modSp add mod">
        <pc:chgData name="Sini Mathew" userId="3875fe58a975fc01" providerId="LiveId" clId="{81422C84-151D-4211-901B-23A1DC82EF78}" dt="2025-04-13T15:18:36.653" v="231" actId="20577"/>
        <pc:sldMkLst>
          <pc:docMk/>
          <pc:sldMk cId="831755894" sldId="1753"/>
        </pc:sldMkLst>
        <pc:spChg chg="mod">
          <ac:chgData name="Sini Mathew" userId="3875fe58a975fc01" providerId="LiveId" clId="{81422C84-151D-4211-901B-23A1DC82EF78}" dt="2025-04-13T15:18:36.653" v="231" actId="20577"/>
          <ac:spMkLst>
            <pc:docMk/>
            <pc:sldMk cId="831755894" sldId="1753"/>
            <ac:spMk id="6" creationId="{C6A570F7-7017-3A1F-88C7-EC7EDFFC8328}"/>
          </ac:spMkLst>
        </pc:spChg>
        <pc:spChg chg="mod">
          <ac:chgData name="Sini Mathew" userId="3875fe58a975fc01" providerId="LiveId" clId="{81422C84-151D-4211-901B-23A1DC82EF78}" dt="2025-04-13T15:17:46.587" v="216" actId="20577"/>
          <ac:spMkLst>
            <pc:docMk/>
            <pc:sldMk cId="831755894" sldId="1753"/>
            <ac:spMk id="10" creationId="{333BB901-46F5-1318-F165-B355B177583A}"/>
          </ac:spMkLst>
        </pc:spChg>
      </pc:sldChg>
      <pc:sldChg chg="modSp add mod">
        <pc:chgData name="Sini Mathew" userId="3875fe58a975fc01" providerId="LiveId" clId="{81422C84-151D-4211-901B-23A1DC82EF78}" dt="2025-04-13T15:18:45.990" v="235" actId="20577"/>
        <pc:sldMkLst>
          <pc:docMk/>
          <pc:sldMk cId="3483362787" sldId="1754"/>
        </pc:sldMkLst>
      </pc:sldChg>
      <pc:sldChg chg="modSp add mod">
        <pc:chgData name="Sini Mathew" userId="3875fe58a975fc01" providerId="LiveId" clId="{81422C84-151D-4211-901B-23A1DC82EF78}" dt="2025-04-13T15:36:44.768" v="1188" actId="20577"/>
        <pc:sldMkLst>
          <pc:docMk/>
          <pc:sldMk cId="1592419102" sldId="1755"/>
        </pc:sldMkLst>
      </pc:sldChg>
      <pc:sldChg chg="modSp add mod">
        <pc:chgData name="Sini Mathew" userId="3875fe58a975fc01" providerId="LiveId" clId="{81422C84-151D-4211-901B-23A1DC82EF78}" dt="2025-04-13T15:36:55.339" v="1192" actId="20577"/>
        <pc:sldMkLst>
          <pc:docMk/>
          <pc:sldMk cId="591218981" sldId="1756"/>
        </pc:sldMkLst>
      </pc:sldChg>
      <pc:sldChg chg="modSp add mod">
        <pc:chgData name="Sini Mathew" userId="3875fe58a975fc01" providerId="LiveId" clId="{81422C84-151D-4211-901B-23A1DC82EF78}" dt="2025-04-13T15:37:05.216" v="1196" actId="20577"/>
        <pc:sldMkLst>
          <pc:docMk/>
          <pc:sldMk cId="3507092470" sldId="1757"/>
        </pc:sldMkLst>
      </pc:sldChg>
      <pc:sldChg chg="modSp add mod">
        <pc:chgData name="Sini Mathew" userId="3875fe58a975fc01" providerId="LiveId" clId="{81422C84-151D-4211-901B-23A1DC82EF78}" dt="2025-04-13T15:40:59.093" v="1459" actId="20577"/>
        <pc:sldMkLst>
          <pc:docMk/>
          <pc:sldMk cId="3565545958" sldId="1758"/>
        </pc:sldMkLst>
      </pc:sldChg>
      <pc:sldChg chg="modSp add mod">
        <pc:chgData name="Sini Mathew" userId="3875fe58a975fc01" providerId="LiveId" clId="{81422C84-151D-4211-901B-23A1DC82EF78}" dt="2025-04-13T15:42:08.516" v="1548" actId="20577"/>
        <pc:sldMkLst>
          <pc:docMk/>
          <pc:sldMk cId="1860961304" sldId="1759"/>
        </pc:sldMkLst>
      </pc:sldChg>
      <pc:sldChg chg="modSp add mod">
        <pc:chgData name="Sini Mathew" userId="3875fe58a975fc01" providerId="LiveId" clId="{81422C84-151D-4211-901B-23A1DC82EF78}" dt="2025-04-13T15:43:06.605" v="1626" actId="20577"/>
        <pc:sldMkLst>
          <pc:docMk/>
          <pc:sldMk cId="444629790" sldId="1760"/>
        </pc:sldMkLst>
      </pc:sldChg>
      <pc:sldChg chg="modSp add mod">
        <pc:chgData name="Sini Mathew" userId="3875fe58a975fc01" providerId="LiveId" clId="{81422C84-151D-4211-901B-23A1DC82EF78}" dt="2025-04-13T15:44:00.981" v="1724" actId="20577"/>
        <pc:sldMkLst>
          <pc:docMk/>
          <pc:sldMk cId="3177669923" sldId="1761"/>
        </pc:sldMkLst>
      </pc:sldChg>
      <pc:sldChg chg="modSp add mod">
        <pc:chgData name="Sini Mathew" userId="3875fe58a975fc01" providerId="LiveId" clId="{81422C84-151D-4211-901B-23A1DC82EF78}" dt="2025-04-13T15:50:47.880" v="1791" actId="20577"/>
        <pc:sldMkLst>
          <pc:docMk/>
          <pc:sldMk cId="3291974233" sldId="1762"/>
        </pc:sldMkLst>
      </pc:sldChg>
      <pc:sldChg chg="modSp add mod">
        <pc:chgData name="Sini Mathew" userId="3875fe58a975fc01" providerId="LiveId" clId="{81422C84-151D-4211-901B-23A1DC82EF78}" dt="2025-04-13T15:51:21.330" v="1800" actId="20577"/>
        <pc:sldMkLst>
          <pc:docMk/>
          <pc:sldMk cId="2222851876" sldId="1763"/>
        </pc:sldMkLst>
      </pc:sldChg>
      <pc:sldChg chg="modSp add mod">
        <pc:chgData name="Sini Mathew" userId="3875fe58a975fc01" providerId="LiveId" clId="{81422C84-151D-4211-901B-23A1DC82EF78}" dt="2025-04-13T15:58:52.252" v="2356" actId="20577"/>
        <pc:sldMkLst>
          <pc:docMk/>
          <pc:sldMk cId="869007040" sldId="1764"/>
        </pc:sldMkLst>
      </pc:sldChg>
      <pc:sldChg chg="modSp add mod">
        <pc:chgData name="Sini Mathew" userId="3875fe58a975fc01" providerId="LiveId" clId="{81422C84-151D-4211-901B-23A1DC82EF78}" dt="2025-04-13T16:01:09.266" v="2625" actId="20577"/>
        <pc:sldMkLst>
          <pc:docMk/>
          <pc:sldMk cId="584605189" sldId="1765"/>
        </pc:sldMkLst>
      </pc:sldChg>
      <pc:sldChg chg="modSp add mod">
        <pc:chgData name="Sini Mathew" userId="3875fe58a975fc01" providerId="LiveId" clId="{81422C84-151D-4211-901B-23A1DC82EF78}" dt="2025-04-13T16:03:23.483" v="2883" actId="20577"/>
        <pc:sldMkLst>
          <pc:docMk/>
          <pc:sldMk cId="1510227860" sldId="1766"/>
        </pc:sldMkLst>
      </pc:sldChg>
      <pc:sldChg chg="modSp add mod">
        <pc:chgData name="Sini Mathew" userId="3875fe58a975fc01" providerId="LiveId" clId="{81422C84-151D-4211-901B-23A1DC82EF78}" dt="2025-04-13T16:05:23.149" v="3120" actId="20577"/>
        <pc:sldMkLst>
          <pc:docMk/>
          <pc:sldMk cId="1008354012" sldId="1767"/>
        </pc:sldMkLst>
      </pc:sldChg>
      <pc:sldChg chg="add ord">
        <pc:chgData name="Sini Mathew" userId="3875fe58a975fc01" providerId="LiveId" clId="{81422C84-151D-4211-901B-23A1DC82EF78}" dt="2025-04-13T16:06:48.374" v="3138"/>
        <pc:sldMkLst>
          <pc:docMk/>
          <pc:sldMk cId="82669733" sldId="1768"/>
        </pc:sldMkLst>
      </pc:sldChg>
      <pc:sldChg chg="modSp add mod">
        <pc:chgData name="Sini Mathew" userId="3875fe58a975fc01" providerId="LiveId" clId="{81422C84-151D-4211-901B-23A1DC82EF78}" dt="2025-04-13T16:08:59.627" v="3263" actId="20577"/>
        <pc:sldMkLst>
          <pc:docMk/>
          <pc:sldMk cId="858710037" sldId="1769"/>
        </pc:sldMkLst>
      </pc:sldChg>
      <pc:sldChg chg="modSp add mod">
        <pc:chgData name="Sini Mathew" userId="3875fe58a975fc01" providerId="LiveId" clId="{81422C84-151D-4211-901B-23A1DC82EF78}" dt="2025-04-13T16:12:55.606" v="3355" actId="20577"/>
        <pc:sldMkLst>
          <pc:docMk/>
          <pc:sldMk cId="3924465743" sldId="1770"/>
        </pc:sldMkLst>
      </pc:sldChg>
      <pc:sldChg chg="modSp add mod">
        <pc:chgData name="Sini Mathew" userId="3875fe58a975fc01" providerId="LiveId" clId="{81422C84-151D-4211-901B-23A1DC82EF78}" dt="2025-04-13T16:13:00.896" v="3357" actId="20577"/>
        <pc:sldMkLst>
          <pc:docMk/>
          <pc:sldMk cId="374197513" sldId="1771"/>
        </pc:sldMkLst>
      </pc:sldChg>
      <pc:sldChg chg="modSp add mod">
        <pc:chgData name="Sini Mathew" userId="3875fe58a975fc01" providerId="LiveId" clId="{81422C84-151D-4211-901B-23A1DC82EF78}" dt="2025-04-13T16:13:07.817" v="3359" actId="20577"/>
        <pc:sldMkLst>
          <pc:docMk/>
          <pc:sldMk cId="3409371306" sldId="1772"/>
        </pc:sldMkLst>
      </pc:sldChg>
      <pc:sldChg chg="modSp add mod">
        <pc:chgData name="Sini Mathew" userId="3875fe58a975fc01" providerId="LiveId" clId="{81422C84-151D-4211-901B-23A1DC82EF78}" dt="2025-04-13T16:17:08.812" v="3456" actId="20577"/>
        <pc:sldMkLst>
          <pc:docMk/>
          <pc:sldMk cId="4100401397" sldId="1773"/>
        </pc:sldMkLst>
      </pc:sldChg>
      <pc:sldChg chg="modSp add mod">
        <pc:chgData name="Sini Mathew" userId="3875fe58a975fc01" providerId="LiveId" clId="{81422C84-151D-4211-901B-23A1DC82EF78}" dt="2025-04-13T16:17:36.528" v="3464" actId="20577"/>
        <pc:sldMkLst>
          <pc:docMk/>
          <pc:sldMk cId="221903162" sldId="1774"/>
        </pc:sldMkLst>
      </pc:sldChg>
    </pc:docChg>
  </pc:docChgLst>
  <pc:docChgLst>
    <pc:chgData name="Sini Mathew" userId="3875fe58a975fc01" providerId="Windows Live" clId="Web-{24B405EE-6B1B-DD18-7506-351E8BDC7E38}"/>
    <pc:docChg chg="modSld">
      <pc:chgData name="Sini Mathew" userId="3875fe58a975fc01" providerId="Windows Live" clId="Web-{24B405EE-6B1B-DD18-7506-351E8BDC7E38}" dt="2025-04-17T02:11:09.491" v="23" actId="1076"/>
      <pc:docMkLst>
        <pc:docMk/>
      </pc:docMkLst>
      <pc:sldChg chg="modSp">
        <pc:chgData name="Sini Mathew" userId="3875fe58a975fc01" providerId="Windows Live" clId="Web-{24B405EE-6B1B-DD18-7506-351E8BDC7E38}" dt="2025-04-17T02:11:09.491" v="23" actId="1076"/>
        <pc:sldMkLst>
          <pc:docMk/>
          <pc:sldMk cId="2716954731" sldId="1390"/>
        </pc:sldMkLst>
        <pc:spChg chg="mod">
          <ac:chgData name="Sini Mathew" userId="3875fe58a975fc01" providerId="Windows Live" clId="Web-{24B405EE-6B1B-DD18-7506-351E8BDC7E38}" dt="2025-04-17T02:11:07.490" v="22" actId="1076"/>
          <ac:spMkLst>
            <pc:docMk/>
            <pc:sldMk cId="2716954731" sldId="1390"/>
            <ac:spMk id="3" creationId="{1CD60F91-C48C-44D7-FB3B-A9437A0C3E5A}"/>
          </ac:spMkLst>
        </pc:spChg>
        <pc:spChg chg="mod">
          <ac:chgData name="Sini Mathew" userId="3875fe58a975fc01" providerId="Windows Live" clId="Web-{24B405EE-6B1B-DD18-7506-351E8BDC7E38}" dt="2025-04-17T02:11:09.491" v="23" actId="1076"/>
          <ac:spMkLst>
            <pc:docMk/>
            <pc:sldMk cId="2716954731" sldId="1390"/>
            <ac:spMk id="4" creationId="{BBA86F7C-8947-88A4-795D-942E62009A0C}"/>
          </ac:spMkLst>
        </pc:spChg>
      </pc:sldChg>
    </pc:docChg>
  </pc:docChgLst>
  <pc:docChgLst>
    <pc:chgData clId="Web-{DA1C038B-49BA-0357-B350-180CAEDBAC6D}"/>
    <pc:docChg chg="modSld">
      <pc:chgData name="" userId="" providerId="" clId="Web-{DA1C038B-49BA-0357-B350-180CAEDBAC6D}" dt="2025-04-17T08:07:11.688" v="5" actId="20577"/>
      <pc:docMkLst>
        <pc:docMk/>
      </pc:docMkLst>
      <pc:sldChg chg="modSp">
        <pc:chgData name="" userId="" providerId="" clId="Web-{DA1C038B-49BA-0357-B350-180CAEDBAC6D}" dt="2025-04-17T08:07:11.688" v="5" actId="20577"/>
        <pc:sldMkLst>
          <pc:docMk/>
          <pc:sldMk cId="2716954731" sldId="1390"/>
        </pc:sldMkLst>
        <pc:spChg chg="mod">
          <ac:chgData name="" userId="" providerId="" clId="Web-{DA1C038B-49BA-0357-B350-180CAEDBAC6D}" dt="2025-04-17T08:07:11.688" v="5" actId="20577"/>
          <ac:spMkLst>
            <pc:docMk/>
            <pc:sldMk cId="2716954731" sldId="1390"/>
            <ac:spMk id="5" creationId="{F23B1A82-CA2E-08BD-1D0D-5AA03047C3D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63A1F-755C-0546-8932-E860F2147B1A}" type="datetimeFigureOut">
              <a:rPr lang="en-GB" smtClean="0"/>
              <a:t>18/04/2025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E53EA-ED27-5247-B6F2-F078340520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564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4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32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81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4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70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55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493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30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38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694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, 9:00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55CE7F3C-6377-4BA4-082D-C05844B505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English Holy Communion Service – 09 Feb 2025, 9:00 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9726205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D945F63B-B55E-8E51-D68D-F0517AE979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09 Feb 2025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929588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F291F304-18B5-A049-4BBD-4222E09BBE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09 Feb 2025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490850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Header - 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48FE7525-701C-1966-DABB-11C36E0824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-7495"/>
            <a:ext cx="9144000" cy="361950"/>
          </a:xfrm>
          <a:noFill/>
        </p:spPr>
        <p:txBody>
          <a:bodyPr>
            <a:noAutofit/>
          </a:bodyPr>
          <a:lstStyle>
            <a:lvl1pPr algn="ctr">
              <a:defRPr sz="2000" b="0" i="0">
                <a:solidFill>
                  <a:schemeClr val="bg1"/>
                </a:solidFill>
                <a:latin typeface="Gill Sans MT" panose="020B05020201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F845F3-CC22-433F-9120-253A2A1338E7}"/>
              </a:ext>
            </a:extLst>
          </p:cNvPr>
          <p:cNvSpPr txBox="1"/>
          <p:nvPr userDrawn="1"/>
        </p:nvSpPr>
        <p:spPr>
          <a:xfrm>
            <a:off x="0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09 Feb 2025</a:t>
            </a:r>
            <a:endParaRPr lang="en-US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98368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888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713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6112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4492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413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5605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1984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05885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746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3291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7774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4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2647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799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5143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3417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7733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44029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229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709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4086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9239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03376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79620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211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2.xml" /><Relationship Id="rId16" Type="http://schemas.openxmlformats.org/officeDocument/2006/relationships/theme" Target="../theme/theme1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 /><Relationship Id="rId13" Type="http://schemas.openxmlformats.org/officeDocument/2006/relationships/theme" Target="../theme/theme2.xml" /><Relationship Id="rId3" Type="http://schemas.openxmlformats.org/officeDocument/2006/relationships/slideLayout" Target="../slideLayouts/slideLayout18.xml" /><Relationship Id="rId7" Type="http://schemas.openxmlformats.org/officeDocument/2006/relationships/slideLayout" Target="../slideLayouts/slideLayout22.xml" /><Relationship Id="rId12" Type="http://schemas.openxmlformats.org/officeDocument/2006/relationships/slideLayout" Target="../slideLayouts/slideLayout27.xml" /><Relationship Id="rId2" Type="http://schemas.openxmlformats.org/officeDocument/2006/relationships/slideLayout" Target="../slideLayouts/slideLayout17.xml" /><Relationship Id="rId1" Type="http://schemas.openxmlformats.org/officeDocument/2006/relationships/slideLayout" Target="../slideLayouts/slideLayout16.xml" /><Relationship Id="rId6" Type="http://schemas.openxmlformats.org/officeDocument/2006/relationships/slideLayout" Target="../slideLayouts/slideLayout21.xml" /><Relationship Id="rId11" Type="http://schemas.openxmlformats.org/officeDocument/2006/relationships/slideLayout" Target="../slideLayouts/slideLayout26.xml" /><Relationship Id="rId5" Type="http://schemas.openxmlformats.org/officeDocument/2006/relationships/slideLayout" Target="../slideLayouts/slideLayout20.xml" /><Relationship Id="rId10" Type="http://schemas.openxmlformats.org/officeDocument/2006/relationships/slideLayout" Target="../slideLayouts/slideLayout25.xml" /><Relationship Id="rId4" Type="http://schemas.openxmlformats.org/officeDocument/2006/relationships/slideLayout" Target="../slideLayouts/slideLayout19.xml" /><Relationship Id="rId9" Type="http://schemas.openxmlformats.org/officeDocument/2006/relationships/slideLayout" Target="../slideLayouts/slideLayout24.xml" 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 /><Relationship Id="rId13" Type="http://schemas.openxmlformats.org/officeDocument/2006/relationships/theme" Target="../theme/theme3.xml" /><Relationship Id="rId3" Type="http://schemas.openxmlformats.org/officeDocument/2006/relationships/slideLayout" Target="../slideLayouts/slideLayout30.xml" /><Relationship Id="rId7" Type="http://schemas.openxmlformats.org/officeDocument/2006/relationships/slideLayout" Target="../slideLayouts/slideLayout34.xml" /><Relationship Id="rId12" Type="http://schemas.openxmlformats.org/officeDocument/2006/relationships/slideLayout" Target="../slideLayouts/slideLayout39.xml" /><Relationship Id="rId2" Type="http://schemas.openxmlformats.org/officeDocument/2006/relationships/slideLayout" Target="../slideLayouts/slideLayout29.xml" /><Relationship Id="rId1" Type="http://schemas.openxmlformats.org/officeDocument/2006/relationships/slideLayout" Target="../slideLayouts/slideLayout28.xml" /><Relationship Id="rId6" Type="http://schemas.openxmlformats.org/officeDocument/2006/relationships/slideLayout" Target="../slideLayouts/slideLayout33.xml" /><Relationship Id="rId11" Type="http://schemas.openxmlformats.org/officeDocument/2006/relationships/slideLayout" Target="../slideLayouts/slideLayout38.xml" /><Relationship Id="rId5" Type="http://schemas.openxmlformats.org/officeDocument/2006/relationships/slideLayout" Target="../slideLayouts/slideLayout32.xml" /><Relationship Id="rId10" Type="http://schemas.openxmlformats.org/officeDocument/2006/relationships/slideLayout" Target="../slideLayouts/slideLayout37.xml" /><Relationship Id="rId4" Type="http://schemas.openxmlformats.org/officeDocument/2006/relationships/slideLayout" Target="../slideLayouts/slideLayout31.xml" /><Relationship Id="rId9" Type="http://schemas.openxmlformats.org/officeDocument/2006/relationships/slideLayout" Target="../slideLayouts/slideLayout3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40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6" r:id="rId12"/>
    <p:sldLayoutId id="2147483687" r:id="rId13"/>
    <p:sldLayoutId id="2147483689" r:id="rId14"/>
    <p:sldLayoutId id="2147483688" r:id="rId15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260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680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 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39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39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39.xml" 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 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39.xml" 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39.xml" 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 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 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 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 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 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 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 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 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 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 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 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 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E105701-EC27-2870-9103-A1C6E52CB44F}"/>
              </a:ext>
            </a:extLst>
          </p:cNvPr>
          <p:cNvSpPr txBox="1">
            <a:spLocks/>
          </p:cNvSpPr>
          <p:nvPr/>
        </p:nvSpPr>
        <p:spPr>
          <a:xfrm>
            <a:off x="1009567" y="1800417"/>
            <a:ext cx="7124865" cy="294553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Good Friday Service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6118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7289E29-7507-3DDD-F7D2-9284AAD62DE9}"/>
              </a:ext>
            </a:extLst>
          </p:cNvPr>
          <p:cNvSpPr/>
          <p:nvPr/>
        </p:nvSpPr>
        <p:spPr>
          <a:xfrm>
            <a:off x="1726571" y="1031965"/>
            <a:ext cx="5951805" cy="2892844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E3445-7428-97CE-263A-521C050900BE}"/>
              </a:ext>
            </a:extLst>
          </p:cNvPr>
          <p:cNvSpPr txBox="1">
            <a:spLocks/>
          </p:cNvSpPr>
          <p:nvPr/>
        </p:nvSpPr>
        <p:spPr>
          <a:xfrm>
            <a:off x="1856327" y="1289667"/>
            <a:ext cx="5686906" cy="2700235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>
                <a:solidFill>
                  <a:schemeClr val="bg1"/>
                </a:solidFill>
                <a:latin typeface="Tenorite"/>
              </a:rPr>
              <a:t>Part 1 </a:t>
            </a:r>
            <a:endParaRPr lang="en-US">
              <a:solidFill>
                <a:schemeClr val="bg1"/>
              </a:solidFill>
            </a:endParaRPr>
          </a:p>
          <a:p>
            <a:r>
              <a:rPr lang="en-US" i="1">
                <a:solidFill>
                  <a:schemeClr val="bg1"/>
                </a:solidFill>
                <a:latin typeface="Tenorite"/>
              </a:rPr>
              <a:t>Song No. 144 (Malayalam)</a:t>
            </a:r>
            <a:endParaRPr lang="en-US" i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7388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Part 1: </a:t>
            </a:r>
            <a:r>
              <a:rPr lang="en-US" err="1"/>
              <a:t>Daivathinte</a:t>
            </a:r>
            <a:r>
              <a:rPr lang="en-US"/>
              <a:t> Eka Puthran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3B1A82-CA2E-08BD-1D0D-5AA03047C3D2}"/>
              </a:ext>
            </a:extLst>
          </p:cNvPr>
          <p:cNvSpPr txBox="1"/>
          <p:nvPr/>
        </p:nvSpPr>
        <p:spPr>
          <a:xfrm>
            <a:off x="6823345" y="4786008"/>
            <a:ext cx="232065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Part 1 (Malayalam): 1 of 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D60F91-C48C-44D7-FB3B-A9437A0C3E5A}"/>
              </a:ext>
            </a:extLst>
          </p:cNvPr>
          <p:cNvSpPr txBox="1"/>
          <p:nvPr/>
        </p:nvSpPr>
        <p:spPr>
          <a:xfrm>
            <a:off x="298286" y="1176116"/>
            <a:ext cx="4253593" cy="30008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Daivathinte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ekaputhran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, </a:t>
            </a:r>
          </a:p>
          <a:p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paapikale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rakshippaan</a:t>
            </a:r>
            <a:endParaRPr lang="en-US" dirty="0"/>
          </a:p>
          <a:p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Manushyanaay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paadupettu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, </a:t>
            </a:r>
          </a:p>
          <a:p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kurishinmel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marichu</a:t>
            </a:r>
            <a:endParaRPr lang="en-US" dirty="0">
              <a:cs typeface="Segoe UI"/>
            </a:endParaRPr>
          </a:p>
          <a:p>
            <a:endParaRPr lang="en-US" sz="1500" dirty="0">
              <a:solidFill>
                <a:srgbClr val="110E39"/>
              </a:solidFill>
              <a:cs typeface="Segoe UI"/>
            </a:endParaRPr>
          </a:p>
          <a:p>
            <a:endParaRPr lang="en-US" sz="1500" dirty="0">
              <a:solidFill>
                <a:srgbClr val="110E39"/>
              </a:solidFill>
              <a:cs typeface="Segoe UI"/>
            </a:endParaRPr>
          </a:p>
          <a:p>
            <a:endParaRPr lang="en-US" sz="1500" dirty="0">
              <a:solidFill>
                <a:srgbClr val="110E39"/>
              </a:solidFill>
              <a:cs typeface="Segoe UI"/>
            </a:endParaRPr>
          </a:p>
          <a:p>
            <a:r>
              <a:rPr lang="en-US" i="1" dirty="0">
                <a:solidFill>
                  <a:srgbClr val="C00000"/>
                </a:solidFill>
                <a:cs typeface="Segoe UI"/>
              </a:rPr>
              <a:t>Ithra </a:t>
            </a:r>
            <a:r>
              <a:rPr lang="en-US" i="1" dirty="0" err="1">
                <a:solidFill>
                  <a:srgbClr val="C00000"/>
                </a:solidFill>
                <a:cs typeface="Segoe UI"/>
              </a:rPr>
              <a:t>sneham</a:t>
            </a:r>
            <a:r>
              <a:rPr lang="en-US" i="1" dirty="0">
                <a:solidFill>
                  <a:srgbClr val="C00000"/>
                </a:solidFill>
                <a:cs typeface="Segoe UI"/>
              </a:rPr>
              <a:t>, Ithra </a:t>
            </a:r>
            <a:r>
              <a:rPr lang="en-US" i="1" dirty="0" err="1">
                <a:solidFill>
                  <a:srgbClr val="C00000"/>
                </a:solidFill>
                <a:cs typeface="Segoe UI"/>
              </a:rPr>
              <a:t>sneham</a:t>
            </a:r>
            <a:endParaRPr lang="en-US" i="1" dirty="0">
              <a:solidFill>
                <a:srgbClr val="C00000"/>
              </a:solidFill>
              <a:cs typeface="Segoe UI"/>
            </a:endParaRPr>
          </a:p>
          <a:p>
            <a:r>
              <a:rPr lang="en-US" i="1" dirty="0">
                <a:solidFill>
                  <a:srgbClr val="C00000"/>
                </a:solidFill>
                <a:cs typeface="Segoe UI"/>
              </a:rPr>
              <a:t>Ithra </a:t>
            </a:r>
            <a:r>
              <a:rPr lang="en-US" i="1" dirty="0" err="1">
                <a:solidFill>
                  <a:srgbClr val="C00000"/>
                </a:solidFill>
                <a:cs typeface="Segoe UI"/>
              </a:rPr>
              <a:t>sneham</a:t>
            </a:r>
            <a:r>
              <a:rPr lang="en-US" i="1" dirty="0">
                <a:solidFill>
                  <a:srgbClr val="C00000"/>
                </a:solidFill>
                <a:cs typeface="Segoe UI"/>
              </a:rPr>
              <a:t> </a:t>
            </a:r>
            <a:r>
              <a:rPr lang="en-US" i="1" dirty="0" err="1">
                <a:solidFill>
                  <a:srgbClr val="C00000"/>
                </a:solidFill>
                <a:cs typeface="Segoe UI"/>
              </a:rPr>
              <a:t>erivaan</a:t>
            </a:r>
            <a:endParaRPr lang="en-US" i="1" dirty="0">
              <a:solidFill>
                <a:srgbClr val="C00000"/>
              </a:solidFill>
              <a:cs typeface="Segoe UI"/>
            </a:endParaRPr>
          </a:p>
          <a:p>
            <a:r>
              <a:rPr lang="en-US" i="1" dirty="0" err="1">
                <a:solidFill>
                  <a:srgbClr val="C00000"/>
                </a:solidFill>
                <a:cs typeface="Segoe UI"/>
              </a:rPr>
              <a:t>Manushyanaay</a:t>
            </a:r>
            <a:r>
              <a:rPr lang="en-US" i="1" dirty="0">
                <a:solidFill>
                  <a:srgbClr val="C00000"/>
                </a:solidFill>
                <a:cs typeface="Segoe UI"/>
              </a:rPr>
              <a:t> </a:t>
            </a:r>
            <a:r>
              <a:rPr lang="en-US" i="1" dirty="0" err="1">
                <a:solidFill>
                  <a:srgbClr val="C00000"/>
                </a:solidFill>
                <a:cs typeface="Segoe UI"/>
              </a:rPr>
              <a:t>paadu</a:t>
            </a:r>
            <a:r>
              <a:rPr lang="en-US" i="1" dirty="0">
                <a:solidFill>
                  <a:srgbClr val="C00000"/>
                </a:solidFill>
                <a:cs typeface="Segoe UI"/>
              </a:rPr>
              <a:t> </a:t>
            </a:r>
            <a:r>
              <a:rPr lang="en-US" i="1" dirty="0" err="1">
                <a:solidFill>
                  <a:srgbClr val="C00000"/>
                </a:solidFill>
                <a:cs typeface="Segoe UI"/>
              </a:rPr>
              <a:t>pettu</a:t>
            </a:r>
            <a:endParaRPr lang="en-US" i="1" dirty="0">
              <a:solidFill>
                <a:srgbClr val="C00000"/>
              </a:solidFill>
              <a:cs typeface="Segoe UI"/>
            </a:endParaRPr>
          </a:p>
          <a:p>
            <a:r>
              <a:rPr lang="en-US" i="1" dirty="0" err="1">
                <a:solidFill>
                  <a:srgbClr val="C00000"/>
                </a:solidFill>
                <a:cs typeface="Segoe UI"/>
              </a:rPr>
              <a:t>Kurishinmel</a:t>
            </a:r>
            <a:r>
              <a:rPr lang="en-US" i="1" dirty="0">
                <a:solidFill>
                  <a:srgbClr val="C00000"/>
                </a:solidFill>
                <a:cs typeface="Segoe UI"/>
              </a:rPr>
              <a:t> </a:t>
            </a:r>
            <a:r>
              <a:rPr lang="en-US" i="1" dirty="0" err="1">
                <a:solidFill>
                  <a:srgbClr val="C00000"/>
                </a:solidFill>
                <a:cs typeface="Segoe UI"/>
              </a:rPr>
              <a:t>marichu</a:t>
            </a:r>
            <a:endParaRPr lang="en-US" i="1" dirty="0">
              <a:solidFill>
                <a:srgbClr val="C00000"/>
              </a:solidFill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A86F7C-8947-88A4-795D-942E62009A0C}"/>
              </a:ext>
            </a:extLst>
          </p:cNvPr>
          <p:cNvSpPr txBox="1"/>
          <p:nvPr/>
        </p:nvSpPr>
        <p:spPr>
          <a:xfrm>
            <a:off x="4551879" y="1244152"/>
            <a:ext cx="4596492" cy="28777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ദൈവത്തിന്റെ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 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ഏകപുത്ര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ൻ,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പാപികളെ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 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രക്ഷിപ്പാ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ൻ </a:t>
            </a:r>
            <a:endParaRPr lang="en-US" sz="1600" dirty="0">
              <a:latin typeface="ML-TTAathira" panose="04000000000000000000" pitchFamily="82" charset="0"/>
              <a:cs typeface="Segoe UI"/>
            </a:endParaRPr>
          </a:p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മനുഷ്യനായി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 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പാടുപെട്ടു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 ,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കുരിശിന്മേ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ൽ 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മരിച്ചു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 . </a:t>
            </a:r>
            <a:endParaRPr lang="en-US" sz="1600" dirty="0">
              <a:latin typeface="ML-TTAathira" panose="04000000000000000000" pitchFamily="82" charset="0"/>
            </a:endParaRPr>
          </a:p>
          <a:p>
            <a:endParaRPr lang="en-US" sz="1500" dirty="0">
              <a:solidFill>
                <a:srgbClr val="110E39"/>
              </a:solidFill>
              <a:latin typeface="ML-TTAathira" panose="04000000000000000000" pitchFamily="82" charset="0"/>
              <a:cs typeface="Segoe UI"/>
            </a:endParaRPr>
          </a:p>
          <a:p>
            <a:pPr algn="l"/>
            <a:endParaRPr lang="en-US" sz="1500" dirty="0">
              <a:solidFill>
                <a:srgbClr val="110E39"/>
              </a:solidFill>
              <a:latin typeface="ML-TTAathira" panose="04000000000000000000" pitchFamily="82" charset="0"/>
              <a:cs typeface="Segoe UI"/>
            </a:endParaRPr>
          </a:p>
          <a:p>
            <a:endParaRPr lang="en-US" sz="1500" dirty="0">
              <a:solidFill>
                <a:srgbClr val="110E39"/>
              </a:solidFill>
              <a:latin typeface="ML-TTAathira" panose="04000000000000000000" pitchFamily="82" charset="0"/>
              <a:ea typeface="+mn-lt"/>
              <a:cs typeface="+mn-lt"/>
            </a:endParaRPr>
          </a:p>
          <a:p>
            <a:r>
              <a:rPr lang="en-US" i="1" dirty="0" err="1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ഇത്ര</a:t>
            </a:r>
            <a:r>
              <a:rPr lang="en-US" i="1" dirty="0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  </a:t>
            </a:r>
            <a:r>
              <a:rPr lang="en-US" i="1" dirty="0" err="1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സ്നേഹം</a:t>
            </a:r>
            <a:r>
              <a:rPr lang="en-US" i="1" dirty="0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, </a:t>
            </a:r>
            <a:r>
              <a:rPr lang="en-US" i="1" dirty="0" err="1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ഇത്ര</a:t>
            </a:r>
            <a:r>
              <a:rPr lang="en-US" i="1" dirty="0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  </a:t>
            </a:r>
            <a:r>
              <a:rPr lang="en-US" i="1" dirty="0" err="1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സ്നേഹം</a:t>
            </a:r>
            <a:r>
              <a:rPr lang="en-US" i="1" dirty="0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endParaRPr lang="en-US" i="1" dirty="0">
              <a:solidFill>
                <a:srgbClr val="C00000"/>
              </a:solidFill>
              <a:latin typeface="ML-TTAathira" panose="04000000000000000000" pitchFamily="82" charset="0"/>
              <a:cs typeface="Segoe UI"/>
            </a:endParaRPr>
          </a:p>
          <a:p>
            <a:r>
              <a:rPr lang="en-US" i="1" dirty="0" err="1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ഇത്ര</a:t>
            </a:r>
            <a:r>
              <a:rPr lang="en-US" i="1" dirty="0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  </a:t>
            </a:r>
            <a:r>
              <a:rPr lang="en-US" i="1" dirty="0" err="1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സ്നേഹം</a:t>
            </a:r>
            <a:r>
              <a:rPr lang="en-US" i="1" dirty="0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 </a:t>
            </a:r>
            <a:r>
              <a:rPr lang="ml-IN" i="1" dirty="0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എരിവാൻ </a:t>
            </a:r>
            <a:r>
              <a:rPr lang="en-US" i="1" dirty="0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endParaRPr lang="en-US" i="1" dirty="0">
              <a:solidFill>
                <a:srgbClr val="C00000"/>
              </a:solidFill>
              <a:latin typeface="ML-TTAathira" panose="04000000000000000000" pitchFamily="82" charset="0"/>
              <a:cs typeface="Segoe UI"/>
            </a:endParaRPr>
          </a:p>
          <a:p>
            <a:r>
              <a:rPr lang="en-US" i="1" dirty="0" err="1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മനു</a:t>
            </a:r>
            <a:r>
              <a:rPr lang="ml-IN" i="1" dirty="0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ഷ്യനായ് </a:t>
            </a:r>
            <a:r>
              <a:rPr lang="en-US" i="1" dirty="0" err="1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പാടുപെട്ടു</a:t>
            </a:r>
            <a:endParaRPr lang="en-US" i="1" dirty="0">
              <a:solidFill>
                <a:srgbClr val="C00000"/>
              </a:solidFill>
              <a:latin typeface="ML-TTAathira" panose="04000000000000000000" pitchFamily="82" charset="0"/>
              <a:cs typeface="Segoe UI"/>
            </a:endParaRPr>
          </a:p>
          <a:p>
            <a:r>
              <a:rPr lang="en-US" i="1" dirty="0" err="1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കുരിശിന്മേ</a:t>
            </a:r>
            <a:r>
              <a:rPr lang="en-US" i="1" dirty="0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ൽ  </a:t>
            </a:r>
            <a:r>
              <a:rPr lang="en-US" i="1" dirty="0" err="1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മരിച്ചു</a:t>
            </a:r>
            <a:r>
              <a:rPr lang="en-US" i="1" dirty="0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.</a:t>
            </a:r>
            <a:r>
              <a:rPr lang="en-US" dirty="0">
                <a:solidFill>
                  <a:srgbClr val="000000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endParaRPr lang="en-US" dirty="0">
              <a:latin typeface="ML-TTAathir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6954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53612-284D-BDBA-5955-2C4CC4ADB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75AF8-F30E-074D-2467-98A0A452E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Part 1: </a:t>
            </a:r>
            <a:r>
              <a:rPr lang="en-US" err="1"/>
              <a:t>Daivathinte</a:t>
            </a:r>
            <a:r>
              <a:rPr lang="en-US"/>
              <a:t> Eka Puthran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570127AD-7347-AEBE-A042-4A040DB27CB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64390D-FEE7-7568-7F62-65834CE738BF}"/>
              </a:ext>
            </a:extLst>
          </p:cNvPr>
          <p:cNvSpPr txBox="1"/>
          <p:nvPr/>
        </p:nvSpPr>
        <p:spPr>
          <a:xfrm>
            <a:off x="6870970" y="4786008"/>
            <a:ext cx="22730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Part 1 (Malayalam): 2 of 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E0C13E-EA25-B71B-B0D1-98191404287F}"/>
              </a:ext>
            </a:extLst>
          </p:cNvPr>
          <p:cNvSpPr txBox="1"/>
          <p:nvPr/>
        </p:nvSpPr>
        <p:spPr>
          <a:xfrm>
            <a:off x="298286" y="1176116"/>
            <a:ext cx="3943350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Paapikalum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drohikalum</a:t>
            </a: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ml-IN" dirty="0">
                <a:solidFill>
                  <a:srgbClr val="110E39"/>
                </a:solidFill>
                <a:ea typeface="+mn-lt"/>
                <a:cs typeface="+mn-lt"/>
              </a:rPr>
              <a:t>Aa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ya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nara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vargathe</a:t>
            </a:r>
            <a:br>
              <a:rPr lang="en-US" dirty="0">
                <a:ea typeface="+mn-lt"/>
                <a:cs typeface="+mn-lt"/>
              </a:rPr>
            </a:b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Veendeduppan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ethra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kashtam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,</a:t>
            </a: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Sahichu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nee sha</a:t>
            </a:r>
            <a:r>
              <a:rPr lang="ml-IN" dirty="0">
                <a:solidFill>
                  <a:srgbClr val="110E39"/>
                </a:solidFill>
                <a:ea typeface="+mn-lt"/>
                <a:cs typeface="+mn-lt"/>
              </a:rPr>
              <a:t>a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nthamaay</a:t>
            </a:r>
            <a:endParaRPr lang="en-US" dirty="0">
              <a:ea typeface="+mn-lt"/>
              <a:cs typeface="+mn-lt"/>
            </a:endParaRPr>
          </a:p>
          <a:p>
            <a:endParaRPr lang="en-US" dirty="0">
              <a:solidFill>
                <a:srgbClr val="110E39"/>
              </a:solidFill>
              <a:cs typeface="Segoe UI"/>
            </a:endParaRPr>
          </a:p>
          <a:p>
            <a:pPr algn="l"/>
            <a:endParaRPr lang="en-US" sz="1500" dirty="0">
              <a:solidFill>
                <a:srgbClr val="110E39"/>
              </a:solidFill>
              <a:cs typeface="Segoe UI"/>
            </a:endParaRPr>
          </a:p>
          <a:p>
            <a:endParaRPr lang="en-US" sz="1500" dirty="0">
              <a:solidFill>
                <a:srgbClr val="110E39"/>
              </a:solidFill>
              <a:cs typeface="Segoe UI"/>
            </a:endParaRPr>
          </a:p>
          <a:p>
            <a:r>
              <a:rPr lang="en-US" i="1" dirty="0">
                <a:solidFill>
                  <a:srgbClr val="C00000"/>
                </a:solidFill>
                <a:cs typeface="Segoe UI"/>
              </a:rPr>
              <a:t>Ithra </a:t>
            </a:r>
            <a:r>
              <a:rPr lang="en-US" i="1" dirty="0" err="1">
                <a:solidFill>
                  <a:srgbClr val="C00000"/>
                </a:solidFill>
                <a:cs typeface="Segoe UI"/>
              </a:rPr>
              <a:t>sneham</a:t>
            </a:r>
            <a:r>
              <a:rPr lang="en-US" i="1" dirty="0">
                <a:solidFill>
                  <a:srgbClr val="C00000"/>
                </a:solidFill>
                <a:cs typeface="Segoe UI"/>
              </a:rPr>
              <a:t>, Ithra </a:t>
            </a:r>
            <a:r>
              <a:rPr lang="en-US" i="1" dirty="0" err="1">
                <a:solidFill>
                  <a:srgbClr val="C00000"/>
                </a:solidFill>
                <a:cs typeface="Segoe UI"/>
              </a:rPr>
              <a:t>sneham</a:t>
            </a:r>
            <a:endParaRPr lang="en-US" i="1" dirty="0">
              <a:solidFill>
                <a:srgbClr val="C00000"/>
              </a:solidFill>
              <a:cs typeface="Segoe UI"/>
            </a:endParaRPr>
          </a:p>
          <a:p>
            <a:r>
              <a:rPr lang="en-US" i="1" dirty="0">
                <a:solidFill>
                  <a:srgbClr val="C00000"/>
                </a:solidFill>
                <a:cs typeface="Segoe UI"/>
              </a:rPr>
              <a:t>Ithra </a:t>
            </a:r>
            <a:r>
              <a:rPr lang="en-US" i="1" dirty="0" err="1">
                <a:solidFill>
                  <a:srgbClr val="C00000"/>
                </a:solidFill>
                <a:cs typeface="Segoe UI"/>
              </a:rPr>
              <a:t>sneham</a:t>
            </a:r>
            <a:r>
              <a:rPr lang="en-US" i="1" dirty="0">
                <a:solidFill>
                  <a:srgbClr val="C00000"/>
                </a:solidFill>
                <a:cs typeface="Segoe UI"/>
              </a:rPr>
              <a:t> </a:t>
            </a:r>
            <a:r>
              <a:rPr lang="en-US" i="1" dirty="0" err="1">
                <a:solidFill>
                  <a:srgbClr val="C00000"/>
                </a:solidFill>
                <a:cs typeface="Segoe UI"/>
              </a:rPr>
              <a:t>erivaan</a:t>
            </a:r>
            <a:endParaRPr lang="en-US" i="1" dirty="0">
              <a:solidFill>
                <a:srgbClr val="C00000"/>
              </a:solidFill>
              <a:cs typeface="Segoe UI"/>
            </a:endParaRPr>
          </a:p>
          <a:p>
            <a:r>
              <a:rPr lang="en-US" i="1" dirty="0" err="1">
                <a:solidFill>
                  <a:srgbClr val="C00000"/>
                </a:solidFill>
                <a:cs typeface="Segoe UI"/>
              </a:rPr>
              <a:t>Manushyanaay</a:t>
            </a:r>
            <a:r>
              <a:rPr lang="en-US" i="1" dirty="0">
                <a:solidFill>
                  <a:srgbClr val="C00000"/>
                </a:solidFill>
                <a:cs typeface="Segoe UI"/>
              </a:rPr>
              <a:t> </a:t>
            </a:r>
            <a:r>
              <a:rPr lang="en-US" i="1" dirty="0" err="1">
                <a:solidFill>
                  <a:srgbClr val="C00000"/>
                </a:solidFill>
                <a:cs typeface="Segoe UI"/>
              </a:rPr>
              <a:t>paadu</a:t>
            </a:r>
            <a:r>
              <a:rPr lang="en-US" i="1" dirty="0">
                <a:solidFill>
                  <a:srgbClr val="C00000"/>
                </a:solidFill>
                <a:cs typeface="Segoe UI"/>
              </a:rPr>
              <a:t> </a:t>
            </a:r>
            <a:r>
              <a:rPr lang="en-US" i="1" dirty="0" err="1">
                <a:solidFill>
                  <a:srgbClr val="C00000"/>
                </a:solidFill>
                <a:cs typeface="Segoe UI"/>
              </a:rPr>
              <a:t>pettu</a:t>
            </a:r>
            <a:endParaRPr lang="en-US" i="1" dirty="0">
              <a:solidFill>
                <a:srgbClr val="C00000"/>
              </a:solidFill>
              <a:cs typeface="Segoe UI"/>
            </a:endParaRPr>
          </a:p>
          <a:p>
            <a:r>
              <a:rPr lang="en-US" i="1" dirty="0" err="1">
                <a:solidFill>
                  <a:srgbClr val="C00000"/>
                </a:solidFill>
                <a:cs typeface="Segoe UI"/>
              </a:rPr>
              <a:t>Kurishinmel</a:t>
            </a:r>
            <a:r>
              <a:rPr lang="en-US" i="1" dirty="0">
                <a:solidFill>
                  <a:srgbClr val="C00000"/>
                </a:solidFill>
                <a:cs typeface="Segoe UI"/>
              </a:rPr>
              <a:t> </a:t>
            </a:r>
            <a:r>
              <a:rPr lang="en-US" i="1" dirty="0" err="1">
                <a:solidFill>
                  <a:srgbClr val="C00000"/>
                </a:solidFill>
                <a:cs typeface="Segoe UI"/>
              </a:rPr>
              <a:t>marichu</a:t>
            </a:r>
            <a:endParaRPr lang="en-US" i="1" dirty="0">
              <a:solidFill>
                <a:srgbClr val="C00000"/>
              </a:solidFill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D4FFB-AC34-C453-9CD5-52FDE89F1752}"/>
              </a:ext>
            </a:extLst>
          </p:cNvPr>
          <p:cNvSpPr txBox="1"/>
          <p:nvPr/>
        </p:nvSpPr>
        <p:spPr>
          <a:xfrm>
            <a:off x="4241636" y="1176116"/>
            <a:ext cx="4596492" cy="28931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പാപികളും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 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ദ്രോഹികളു</a:t>
            </a:r>
            <a:r>
              <a:rPr lang="ml-IN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-</a:t>
            </a:r>
            <a:endParaRPr lang="en-US" sz="1600" dirty="0">
              <a:solidFill>
                <a:srgbClr val="000000"/>
              </a:solidFill>
              <a:latin typeface="ML-TTAathira" panose="04000000000000000000" pitchFamily="82" charset="0"/>
              <a:ea typeface="+mn-lt"/>
              <a:cs typeface="+mn-lt"/>
            </a:endParaRPr>
          </a:p>
          <a:p>
            <a:r>
              <a:rPr lang="ml-IN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മായ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നരവർഗ്ഗത്തെ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endParaRPr lang="en-US" dirty="0">
              <a:latin typeface="ML-TTAathira" panose="04000000000000000000" pitchFamily="82" charset="0"/>
            </a:endParaRPr>
          </a:p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വീണ്ടെടുക്കാ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ൻ 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എത്ര</a:t>
            </a:r>
            <a:r>
              <a:rPr lang="ml-IN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 കഷ്ടം </a:t>
            </a:r>
            <a:endParaRPr lang="en-US" dirty="0">
              <a:latin typeface="ML-TTAathira" panose="04000000000000000000" pitchFamily="82" charset="0"/>
            </a:endParaRPr>
          </a:p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സഹിച്ചു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 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നീ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 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ശാന്തമാ</a:t>
            </a:r>
            <a:r>
              <a:rPr lang="ml-IN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യ് 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 </a:t>
            </a:r>
            <a:endParaRPr lang="en-US" sz="1600" dirty="0">
              <a:latin typeface="ML-TTAathira" panose="04000000000000000000" pitchFamily="82" charset="0"/>
              <a:cs typeface="Segoe UI"/>
            </a:endParaRPr>
          </a:p>
          <a:p>
            <a:endParaRPr lang="en-US" sz="1600" dirty="0">
              <a:solidFill>
                <a:srgbClr val="110E39"/>
              </a:solidFill>
              <a:latin typeface="ML-TTAathira" panose="04000000000000000000" pitchFamily="82" charset="0"/>
              <a:cs typeface="Segoe UI"/>
            </a:endParaRPr>
          </a:p>
          <a:p>
            <a:pPr algn="l"/>
            <a:endParaRPr lang="en-US" sz="1500" dirty="0">
              <a:solidFill>
                <a:srgbClr val="110E39"/>
              </a:solidFill>
              <a:latin typeface="ML-TTAathira" panose="04000000000000000000" pitchFamily="82" charset="0"/>
              <a:cs typeface="Segoe UI"/>
            </a:endParaRPr>
          </a:p>
          <a:p>
            <a:endParaRPr lang="en-US" sz="1500" dirty="0">
              <a:solidFill>
                <a:srgbClr val="110E39"/>
              </a:solidFill>
              <a:latin typeface="ML-TTAathira" panose="04000000000000000000" pitchFamily="82" charset="0"/>
              <a:ea typeface="+mn-lt"/>
              <a:cs typeface="+mn-lt"/>
            </a:endParaRPr>
          </a:p>
          <a:p>
            <a:r>
              <a:rPr lang="en-US" i="1" dirty="0" err="1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ഇത്ര</a:t>
            </a:r>
            <a:r>
              <a:rPr lang="en-US" i="1" dirty="0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  </a:t>
            </a:r>
            <a:r>
              <a:rPr lang="en-US" i="1" dirty="0" err="1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സ്നേഹം</a:t>
            </a:r>
            <a:r>
              <a:rPr lang="en-US" i="1" dirty="0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, </a:t>
            </a:r>
            <a:r>
              <a:rPr lang="en-US" i="1" dirty="0" err="1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ഇത്ര</a:t>
            </a:r>
            <a:r>
              <a:rPr lang="en-US" i="1" dirty="0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  </a:t>
            </a:r>
            <a:r>
              <a:rPr lang="en-US" i="1" dirty="0" err="1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സ്നേഹം</a:t>
            </a:r>
            <a:r>
              <a:rPr lang="en-US" i="1" dirty="0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endParaRPr lang="en-US" i="1" dirty="0">
              <a:solidFill>
                <a:srgbClr val="C00000"/>
              </a:solidFill>
              <a:latin typeface="ML-TTAathira" panose="04000000000000000000" pitchFamily="82" charset="0"/>
              <a:cs typeface="Segoe UI"/>
            </a:endParaRPr>
          </a:p>
          <a:p>
            <a:r>
              <a:rPr lang="en-US" i="1" dirty="0" err="1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ഇത്ര</a:t>
            </a:r>
            <a:r>
              <a:rPr lang="en-US" i="1" dirty="0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  </a:t>
            </a:r>
            <a:r>
              <a:rPr lang="en-US" i="1" dirty="0" err="1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സ്നേഹം</a:t>
            </a:r>
            <a:r>
              <a:rPr lang="en-US" i="1" dirty="0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  </a:t>
            </a:r>
            <a:r>
              <a:rPr lang="ml-IN" i="1" dirty="0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എരിവാൻ </a:t>
            </a:r>
            <a:endParaRPr lang="en-US" i="1" dirty="0">
              <a:solidFill>
                <a:srgbClr val="C00000"/>
              </a:solidFill>
              <a:latin typeface="ML-TTAathira" panose="04000000000000000000" pitchFamily="82" charset="0"/>
              <a:cs typeface="Segoe UI"/>
            </a:endParaRPr>
          </a:p>
          <a:p>
            <a:r>
              <a:rPr lang="en-US" i="1" dirty="0" err="1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മനു</a:t>
            </a:r>
            <a:r>
              <a:rPr lang="ml-IN" i="1" dirty="0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ഷ്യനായ് </a:t>
            </a:r>
            <a:r>
              <a:rPr lang="en-US" i="1" dirty="0" err="1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പാടുപെട്ടു</a:t>
            </a:r>
            <a:endParaRPr lang="en-US" i="1" dirty="0">
              <a:solidFill>
                <a:srgbClr val="C00000"/>
              </a:solidFill>
              <a:latin typeface="ML-TTAathira" panose="04000000000000000000" pitchFamily="82" charset="0"/>
              <a:cs typeface="Segoe UI"/>
            </a:endParaRPr>
          </a:p>
          <a:p>
            <a:r>
              <a:rPr lang="en-US" i="1" dirty="0" err="1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കുരിശിന്മേ</a:t>
            </a:r>
            <a:r>
              <a:rPr lang="en-US" i="1" dirty="0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ൽ  </a:t>
            </a:r>
            <a:r>
              <a:rPr lang="en-US" i="1" dirty="0" err="1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മരിച്ചു</a:t>
            </a:r>
            <a:endParaRPr lang="en-US" dirty="0">
              <a:latin typeface="ML-TTAathir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780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00381-5A5F-0C0E-249F-27AEC3183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554F0-3579-50D7-19EC-E014B4A26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Part 1: </a:t>
            </a:r>
            <a:r>
              <a:rPr lang="en-US" err="1"/>
              <a:t>Daivathinte</a:t>
            </a:r>
            <a:r>
              <a:rPr lang="en-US"/>
              <a:t> Eka Puthran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F68EE38-EE83-D977-4842-1AB804CBA15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1BA1F1-494F-F912-1200-AAABC7CF39A5}"/>
              </a:ext>
            </a:extLst>
          </p:cNvPr>
          <p:cNvSpPr txBox="1"/>
          <p:nvPr/>
        </p:nvSpPr>
        <p:spPr>
          <a:xfrm>
            <a:off x="6890020" y="4786008"/>
            <a:ext cx="225398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Part 1 (Malayalam): 3 of 5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61AE1A-0FC1-60D6-4AF2-BDBE5E5DC62F}"/>
              </a:ext>
            </a:extLst>
          </p:cNvPr>
          <p:cNvSpPr txBox="1"/>
          <p:nvPr/>
        </p:nvSpPr>
        <p:spPr>
          <a:xfrm>
            <a:off x="298286" y="1176116"/>
            <a:ext cx="3853989" cy="300082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Nirmalanmar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bhujikunna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Paraloka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appam 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thaan</a:t>
            </a:r>
            <a:br>
              <a:rPr lang="en-US" dirty="0">
                <a:ea typeface="+mn-lt"/>
                <a:cs typeface="+mn-lt"/>
              </a:rPr>
            </a:b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Papikalku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jeevan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nalki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Rakshikkunn</a:t>
            </a:r>
            <a:r>
              <a:rPr lang="ml-IN" dirty="0">
                <a:solidFill>
                  <a:srgbClr val="110E39"/>
                </a:solidFill>
                <a:ea typeface="+mn-lt"/>
                <a:cs typeface="+mn-lt"/>
              </a:rPr>
              <a:t>ee 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rekshakan</a:t>
            </a:r>
            <a:endParaRPr lang="en-US" dirty="0">
              <a:ea typeface="+mn-lt"/>
              <a:cs typeface="+mn-lt"/>
            </a:endParaRPr>
          </a:p>
          <a:p>
            <a:endParaRPr lang="en-US" sz="1500" dirty="0">
              <a:solidFill>
                <a:srgbClr val="110E39"/>
              </a:solidFill>
              <a:cs typeface="Segoe UI"/>
            </a:endParaRPr>
          </a:p>
          <a:p>
            <a:pPr algn="l"/>
            <a:endParaRPr lang="en-US" sz="1500" dirty="0">
              <a:solidFill>
                <a:srgbClr val="110E39"/>
              </a:solidFill>
              <a:cs typeface="Segoe UI"/>
            </a:endParaRPr>
          </a:p>
          <a:p>
            <a:endParaRPr lang="en-US" sz="1500" u="sng" dirty="0">
              <a:solidFill>
                <a:srgbClr val="110E39"/>
              </a:solidFill>
              <a:cs typeface="Segoe UI"/>
            </a:endParaRPr>
          </a:p>
          <a:p>
            <a:r>
              <a:rPr lang="en-US" i="1" dirty="0">
                <a:solidFill>
                  <a:srgbClr val="C00000"/>
                </a:solidFill>
                <a:cs typeface="Segoe UI"/>
              </a:rPr>
              <a:t>Ithra </a:t>
            </a:r>
            <a:r>
              <a:rPr lang="en-US" i="1" dirty="0" err="1">
                <a:solidFill>
                  <a:srgbClr val="C00000"/>
                </a:solidFill>
                <a:cs typeface="Segoe UI"/>
              </a:rPr>
              <a:t>sneham</a:t>
            </a:r>
            <a:r>
              <a:rPr lang="en-US" i="1" dirty="0">
                <a:solidFill>
                  <a:srgbClr val="C00000"/>
                </a:solidFill>
                <a:cs typeface="Segoe UI"/>
              </a:rPr>
              <a:t>, Ithra </a:t>
            </a:r>
            <a:r>
              <a:rPr lang="en-US" i="1" dirty="0" err="1">
                <a:solidFill>
                  <a:srgbClr val="C00000"/>
                </a:solidFill>
                <a:cs typeface="Segoe UI"/>
              </a:rPr>
              <a:t>sneham</a:t>
            </a:r>
            <a:endParaRPr lang="en-US" i="1" dirty="0">
              <a:solidFill>
                <a:srgbClr val="C00000"/>
              </a:solidFill>
              <a:cs typeface="Segoe UI"/>
            </a:endParaRPr>
          </a:p>
          <a:p>
            <a:r>
              <a:rPr lang="en-US" i="1" dirty="0">
                <a:solidFill>
                  <a:srgbClr val="C00000"/>
                </a:solidFill>
                <a:cs typeface="Segoe UI"/>
              </a:rPr>
              <a:t>Ithra </a:t>
            </a:r>
            <a:r>
              <a:rPr lang="en-US" i="1" dirty="0" err="1">
                <a:solidFill>
                  <a:srgbClr val="C00000"/>
                </a:solidFill>
                <a:cs typeface="Segoe UI"/>
              </a:rPr>
              <a:t>sneham</a:t>
            </a:r>
            <a:r>
              <a:rPr lang="en-US" i="1" dirty="0">
                <a:solidFill>
                  <a:srgbClr val="C00000"/>
                </a:solidFill>
                <a:cs typeface="Segoe UI"/>
              </a:rPr>
              <a:t> </a:t>
            </a:r>
            <a:r>
              <a:rPr lang="en-US" i="1" dirty="0" err="1">
                <a:solidFill>
                  <a:srgbClr val="C00000"/>
                </a:solidFill>
                <a:cs typeface="Segoe UI"/>
              </a:rPr>
              <a:t>erivaan</a:t>
            </a:r>
            <a:endParaRPr lang="en-US" i="1" dirty="0">
              <a:solidFill>
                <a:srgbClr val="C00000"/>
              </a:solidFill>
              <a:cs typeface="Segoe UI"/>
            </a:endParaRPr>
          </a:p>
          <a:p>
            <a:r>
              <a:rPr lang="en-US" i="1" dirty="0" err="1">
                <a:solidFill>
                  <a:srgbClr val="C00000"/>
                </a:solidFill>
                <a:cs typeface="Segoe UI"/>
              </a:rPr>
              <a:t>Manushyanaay</a:t>
            </a:r>
            <a:r>
              <a:rPr lang="en-US" i="1" dirty="0">
                <a:solidFill>
                  <a:srgbClr val="C00000"/>
                </a:solidFill>
                <a:cs typeface="Segoe UI"/>
              </a:rPr>
              <a:t> </a:t>
            </a:r>
            <a:r>
              <a:rPr lang="en-US" i="1" dirty="0" err="1">
                <a:solidFill>
                  <a:srgbClr val="C00000"/>
                </a:solidFill>
                <a:cs typeface="Segoe UI"/>
              </a:rPr>
              <a:t>paadu</a:t>
            </a:r>
            <a:r>
              <a:rPr lang="en-US" i="1" dirty="0">
                <a:solidFill>
                  <a:srgbClr val="C00000"/>
                </a:solidFill>
                <a:cs typeface="Segoe UI"/>
              </a:rPr>
              <a:t> </a:t>
            </a:r>
            <a:r>
              <a:rPr lang="en-US" i="1" dirty="0" err="1">
                <a:solidFill>
                  <a:srgbClr val="C00000"/>
                </a:solidFill>
                <a:cs typeface="Segoe UI"/>
              </a:rPr>
              <a:t>pettu</a:t>
            </a:r>
            <a:endParaRPr lang="en-US" i="1" dirty="0">
              <a:solidFill>
                <a:srgbClr val="C00000"/>
              </a:solidFill>
              <a:cs typeface="Segoe UI"/>
            </a:endParaRPr>
          </a:p>
          <a:p>
            <a:r>
              <a:rPr lang="en-US" i="1" dirty="0" err="1">
                <a:solidFill>
                  <a:srgbClr val="C00000"/>
                </a:solidFill>
                <a:cs typeface="Segoe UI"/>
              </a:rPr>
              <a:t>Kurishinmel</a:t>
            </a:r>
            <a:r>
              <a:rPr lang="en-US" i="1" dirty="0">
                <a:solidFill>
                  <a:srgbClr val="C00000"/>
                </a:solidFill>
                <a:cs typeface="Segoe UI"/>
              </a:rPr>
              <a:t> </a:t>
            </a:r>
            <a:r>
              <a:rPr lang="en-US" i="1" dirty="0" err="1">
                <a:solidFill>
                  <a:srgbClr val="C00000"/>
                </a:solidFill>
                <a:cs typeface="Segoe UI"/>
              </a:rPr>
              <a:t>marichu</a:t>
            </a:r>
            <a:endParaRPr lang="en-US" i="1" dirty="0">
              <a:solidFill>
                <a:srgbClr val="C00000"/>
              </a:solidFill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576E1C-0DFD-E6D0-A893-B7132C5E1D90}"/>
              </a:ext>
            </a:extLst>
          </p:cNvPr>
          <p:cNvSpPr txBox="1"/>
          <p:nvPr/>
        </p:nvSpPr>
        <p:spPr>
          <a:xfrm>
            <a:off x="4241636" y="1176116"/>
            <a:ext cx="4596492" cy="28777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ml-IN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നിർമ്മലന്മാർ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ഭുജിക്കുന്ന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  </a:t>
            </a:r>
            <a:endParaRPr lang="en-US" dirty="0">
              <a:latin typeface="ML-TTAathira" panose="04000000000000000000" pitchFamily="82" charset="0"/>
            </a:endParaRPr>
          </a:p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പരലോക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 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അപ്പം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 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താ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ൻ </a:t>
            </a:r>
            <a:endParaRPr lang="en-US" dirty="0">
              <a:latin typeface="ML-TTAathira" panose="04000000000000000000" pitchFamily="82" charset="0"/>
            </a:endParaRPr>
          </a:p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പാ</a:t>
            </a:r>
            <a:r>
              <a:rPr lang="ml-IN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പികൾ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ക്കു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 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ജീവ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ൻ 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നല്‌കി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endParaRPr lang="en-US" dirty="0">
              <a:latin typeface="ML-TTAathira" panose="04000000000000000000" pitchFamily="82" charset="0"/>
            </a:endParaRPr>
          </a:p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രക്ഷിക്കു</a:t>
            </a:r>
            <a:r>
              <a:rPr lang="ml-IN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ന്നീ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രക്ഷക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ൻ</a:t>
            </a:r>
            <a:endParaRPr lang="en-US" dirty="0">
              <a:latin typeface="ML-TTAathira" panose="04000000000000000000" pitchFamily="82" charset="0"/>
            </a:endParaRPr>
          </a:p>
          <a:p>
            <a:endParaRPr lang="en-US" sz="1500" dirty="0">
              <a:solidFill>
                <a:srgbClr val="110E39"/>
              </a:solidFill>
              <a:latin typeface="ML-TTAathira" panose="04000000000000000000" pitchFamily="82" charset="0"/>
              <a:cs typeface="Segoe UI"/>
            </a:endParaRPr>
          </a:p>
          <a:p>
            <a:pPr algn="l"/>
            <a:endParaRPr lang="en-US" sz="1500" dirty="0">
              <a:solidFill>
                <a:srgbClr val="110E39"/>
              </a:solidFill>
              <a:latin typeface="ML-TTAathira" panose="04000000000000000000" pitchFamily="82" charset="0"/>
              <a:cs typeface="Segoe UI"/>
            </a:endParaRPr>
          </a:p>
          <a:p>
            <a:endParaRPr lang="en-US" sz="1500" u="sng" dirty="0">
              <a:solidFill>
                <a:srgbClr val="110E39"/>
              </a:solidFill>
              <a:latin typeface="ML-TTAathira" panose="04000000000000000000" pitchFamily="82" charset="0"/>
              <a:cs typeface="Segoe UI"/>
            </a:endParaRPr>
          </a:p>
          <a:p>
            <a:r>
              <a:rPr lang="en-US" i="1" dirty="0" err="1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ഇത്ര</a:t>
            </a:r>
            <a:r>
              <a:rPr lang="en-US" i="1" dirty="0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  </a:t>
            </a:r>
            <a:r>
              <a:rPr lang="en-US" i="1" dirty="0" err="1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സ്നേഹം</a:t>
            </a:r>
            <a:r>
              <a:rPr lang="en-US" i="1" dirty="0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, </a:t>
            </a:r>
            <a:r>
              <a:rPr lang="en-US" i="1" dirty="0" err="1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ഇത്ര</a:t>
            </a:r>
            <a:r>
              <a:rPr lang="en-US" i="1" dirty="0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  </a:t>
            </a:r>
            <a:r>
              <a:rPr lang="en-US" i="1" dirty="0" err="1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സ്നേഹം</a:t>
            </a:r>
            <a:r>
              <a:rPr lang="en-US" i="1" dirty="0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endParaRPr lang="en-US" i="1" dirty="0">
              <a:solidFill>
                <a:srgbClr val="C00000"/>
              </a:solidFill>
              <a:latin typeface="ML-TTAathira" panose="04000000000000000000" pitchFamily="82" charset="0"/>
              <a:cs typeface="Segoe UI"/>
            </a:endParaRPr>
          </a:p>
          <a:p>
            <a:r>
              <a:rPr lang="en-US" i="1" dirty="0" err="1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ഇത്ര</a:t>
            </a:r>
            <a:r>
              <a:rPr lang="en-US" i="1" dirty="0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  </a:t>
            </a:r>
            <a:r>
              <a:rPr lang="en-US" i="1" dirty="0" err="1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സ്നേഹം</a:t>
            </a:r>
            <a:r>
              <a:rPr lang="en-US" i="1" dirty="0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  </a:t>
            </a:r>
            <a:r>
              <a:rPr lang="ml-IN" i="1" dirty="0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എരിവാൻ </a:t>
            </a:r>
            <a:endParaRPr lang="en-US" i="1" dirty="0">
              <a:solidFill>
                <a:srgbClr val="C00000"/>
              </a:solidFill>
              <a:latin typeface="ML-TTAathira" panose="04000000000000000000" pitchFamily="82" charset="0"/>
              <a:cs typeface="Segoe UI"/>
            </a:endParaRPr>
          </a:p>
          <a:p>
            <a:r>
              <a:rPr lang="en-US" i="1" dirty="0" err="1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മനു</a:t>
            </a:r>
            <a:r>
              <a:rPr lang="ml-IN" i="1" dirty="0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ഷ്യനായ് </a:t>
            </a:r>
            <a:r>
              <a:rPr lang="en-US" i="1" dirty="0" err="1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പാടുപെട്ടു</a:t>
            </a:r>
            <a:endParaRPr lang="en-US" i="1" dirty="0">
              <a:solidFill>
                <a:srgbClr val="C00000"/>
              </a:solidFill>
              <a:latin typeface="ML-TTAathira" panose="04000000000000000000" pitchFamily="82" charset="0"/>
              <a:cs typeface="Segoe UI"/>
            </a:endParaRPr>
          </a:p>
          <a:p>
            <a:r>
              <a:rPr lang="en-US" i="1" dirty="0" err="1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കുരിശിന്മേ</a:t>
            </a:r>
            <a:r>
              <a:rPr lang="en-US" i="1" dirty="0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ൽ  </a:t>
            </a:r>
            <a:r>
              <a:rPr lang="en-US" i="1" dirty="0" err="1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മരിച്ചു</a:t>
            </a:r>
            <a:endParaRPr lang="en-US" i="1" dirty="0">
              <a:solidFill>
                <a:srgbClr val="C00000"/>
              </a:solidFill>
              <a:latin typeface="ML-TTAathir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6607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C3AFD-4601-3A68-DC66-C8D131583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F306C-4599-FB94-C188-9BC812C9C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Part 1: </a:t>
            </a:r>
            <a:r>
              <a:rPr lang="en-US" err="1"/>
              <a:t>Daivathinte</a:t>
            </a:r>
            <a:r>
              <a:rPr lang="en-US"/>
              <a:t> Eka Puthran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6266BEDD-FCA0-0AB6-5D8A-446DDE59002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BC7195-9B97-33B1-8D89-D24575E19A29}"/>
              </a:ext>
            </a:extLst>
          </p:cNvPr>
          <p:cNvSpPr txBox="1"/>
          <p:nvPr/>
        </p:nvSpPr>
        <p:spPr>
          <a:xfrm>
            <a:off x="6928120" y="4786008"/>
            <a:ext cx="221588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Part 1 (Malayalam): 4 of 5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295A5E-207E-E706-6940-A8237C0C2732}"/>
              </a:ext>
            </a:extLst>
          </p:cNvPr>
          <p:cNvSpPr txBox="1"/>
          <p:nvPr/>
        </p:nvSpPr>
        <p:spPr>
          <a:xfrm>
            <a:off x="298286" y="1176116"/>
            <a:ext cx="3749058" cy="30008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Krupayale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rakshapetta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Papiyaaya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njaanitha</a:t>
            </a:r>
            <a:br>
              <a:rPr lang="en-US" dirty="0">
                <a:ea typeface="+mn-lt"/>
                <a:cs typeface="+mn-lt"/>
              </a:rPr>
            </a:b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Hridayathil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daiva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sneham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Erivaan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vanchikunnu</a:t>
            </a:r>
            <a:endParaRPr lang="en-US" dirty="0">
              <a:ea typeface="+mn-lt"/>
              <a:cs typeface="+mn-lt"/>
            </a:endParaRPr>
          </a:p>
          <a:p>
            <a:endParaRPr lang="en-US" sz="1500" dirty="0">
              <a:solidFill>
                <a:srgbClr val="110E39"/>
              </a:solidFill>
              <a:cs typeface="Segoe UI"/>
            </a:endParaRPr>
          </a:p>
          <a:p>
            <a:pPr algn="l"/>
            <a:endParaRPr lang="en-US" sz="1500" dirty="0">
              <a:solidFill>
                <a:srgbClr val="110E39"/>
              </a:solidFill>
              <a:cs typeface="Segoe UI"/>
            </a:endParaRPr>
          </a:p>
          <a:p>
            <a:endParaRPr lang="en-US" sz="1500" dirty="0">
              <a:solidFill>
                <a:srgbClr val="110E39"/>
              </a:solidFill>
              <a:cs typeface="Segoe UI"/>
            </a:endParaRPr>
          </a:p>
          <a:p>
            <a:r>
              <a:rPr lang="en-US" i="1" dirty="0">
                <a:solidFill>
                  <a:srgbClr val="C00000"/>
                </a:solidFill>
                <a:cs typeface="Segoe UI"/>
              </a:rPr>
              <a:t>Ithra </a:t>
            </a:r>
            <a:r>
              <a:rPr lang="en-US" i="1" dirty="0" err="1">
                <a:solidFill>
                  <a:srgbClr val="C00000"/>
                </a:solidFill>
                <a:cs typeface="Segoe UI"/>
              </a:rPr>
              <a:t>sneham</a:t>
            </a:r>
            <a:r>
              <a:rPr lang="en-US" i="1" dirty="0">
                <a:solidFill>
                  <a:srgbClr val="C00000"/>
                </a:solidFill>
                <a:cs typeface="Segoe UI"/>
              </a:rPr>
              <a:t>, Ithra </a:t>
            </a:r>
            <a:r>
              <a:rPr lang="en-US" i="1" dirty="0" err="1">
                <a:solidFill>
                  <a:srgbClr val="C00000"/>
                </a:solidFill>
                <a:cs typeface="Segoe UI"/>
              </a:rPr>
              <a:t>sneham</a:t>
            </a:r>
            <a:endParaRPr lang="en-US" i="1" dirty="0">
              <a:solidFill>
                <a:srgbClr val="C00000"/>
              </a:solidFill>
              <a:cs typeface="Segoe UI"/>
            </a:endParaRPr>
          </a:p>
          <a:p>
            <a:r>
              <a:rPr lang="en-US" i="1" dirty="0">
                <a:solidFill>
                  <a:srgbClr val="C00000"/>
                </a:solidFill>
                <a:cs typeface="Segoe UI"/>
              </a:rPr>
              <a:t>Ithra </a:t>
            </a:r>
            <a:r>
              <a:rPr lang="en-US" i="1" dirty="0" err="1">
                <a:solidFill>
                  <a:srgbClr val="C00000"/>
                </a:solidFill>
                <a:cs typeface="Segoe UI"/>
              </a:rPr>
              <a:t>sneham</a:t>
            </a:r>
            <a:r>
              <a:rPr lang="en-US" i="1" dirty="0">
                <a:solidFill>
                  <a:srgbClr val="C00000"/>
                </a:solidFill>
                <a:cs typeface="Segoe UI"/>
              </a:rPr>
              <a:t> </a:t>
            </a:r>
            <a:r>
              <a:rPr lang="en-US" i="1" dirty="0" err="1">
                <a:solidFill>
                  <a:srgbClr val="C00000"/>
                </a:solidFill>
                <a:cs typeface="Segoe UI"/>
              </a:rPr>
              <a:t>erivaan</a:t>
            </a:r>
            <a:endParaRPr lang="en-US" i="1" dirty="0">
              <a:solidFill>
                <a:srgbClr val="C00000"/>
              </a:solidFill>
              <a:cs typeface="Segoe UI"/>
            </a:endParaRPr>
          </a:p>
          <a:p>
            <a:r>
              <a:rPr lang="en-US" i="1" dirty="0" err="1">
                <a:solidFill>
                  <a:srgbClr val="C00000"/>
                </a:solidFill>
                <a:cs typeface="Segoe UI"/>
              </a:rPr>
              <a:t>Manushyanaay</a:t>
            </a:r>
            <a:r>
              <a:rPr lang="en-US" i="1" dirty="0">
                <a:solidFill>
                  <a:srgbClr val="C00000"/>
                </a:solidFill>
                <a:cs typeface="Segoe UI"/>
              </a:rPr>
              <a:t> </a:t>
            </a:r>
            <a:r>
              <a:rPr lang="en-US" i="1" dirty="0" err="1">
                <a:solidFill>
                  <a:srgbClr val="C00000"/>
                </a:solidFill>
                <a:cs typeface="Segoe UI"/>
              </a:rPr>
              <a:t>paadu</a:t>
            </a:r>
            <a:r>
              <a:rPr lang="en-US" i="1" dirty="0">
                <a:solidFill>
                  <a:srgbClr val="C00000"/>
                </a:solidFill>
                <a:cs typeface="Segoe UI"/>
              </a:rPr>
              <a:t> </a:t>
            </a:r>
            <a:r>
              <a:rPr lang="en-US" i="1" dirty="0" err="1">
                <a:solidFill>
                  <a:srgbClr val="C00000"/>
                </a:solidFill>
                <a:cs typeface="Segoe UI"/>
              </a:rPr>
              <a:t>pettu</a:t>
            </a:r>
            <a:endParaRPr lang="en-US" i="1" dirty="0">
              <a:solidFill>
                <a:srgbClr val="C00000"/>
              </a:solidFill>
              <a:cs typeface="Segoe UI"/>
            </a:endParaRPr>
          </a:p>
          <a:p>
            <a:r>
              <a:rPr lang="en-US" i="1" dirty="0" err="1">
                <a:solidFill>
                  <a:srgbClr val="C00000"/>
                </a:solidFill>
                <a:cs typeface="Segoe UI"/>
              </a:rPr>
              <a:t>Kurishinmel</a:t>
            </a:r>
            <a:r>
              <a:rPr lang="en-US" i="1" dirty="0">
                <a:solidFill>
                  <a:srgbClr val="C00000"/>
                </a:solidFill>
                <a:cs typeface="Segoe UI"/>
              </a:rPr>
              <a:t> </a:t>
            </a:r>
            <a:r>
              <a:rPr lang="en-US" i="1" dirty="0" err="1">
                <a:solidFill>
                  <a:srgbClr val="C00000"/>
                </a:solidFill>
                <a:cs typeface="Segoe UI"/>
              </a:rPr>
              <a:t>marichu</a:t>
            </a:r>
            <a:endParaRPr lang="en-US" i="1" dirty="0">
              <a:solidFill>
                <a:srgbClr val="C00000"/>
              </a:solidFill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5A9526-86BD-073A-D24A-821B18992BC7}"/>
              </a:ext>
            </a:extLst>
          </p:cNvPr>
          <p:cNvSpPr txBox="1"/>
          <p:nvPr/>
        </p:nvSpPr>
        <p:spPr>
          <a:xfrm>
            <a:off x="4241636" y="1176116"/>
            <a:ext cx="4596492" cy="29238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കൃപയാ</a:t>
            </a:r>
            <a:r>
              <a:rPr lang="ml-IN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ലെ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രക്ഷപെട്ട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endParaRPr lang="en-US" dirty="0">
              <a:latin typeface="ML-TTAathira" panose="04000000000000000000" pitchFamily="82" charset="0"/>
            </a:endParaRPr>
          </a:p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പാപിയായ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 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ഞാനിതാ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  </a:t>
            </a:r>
            <a:endParaRPr lang="en-US" dirty="0">
              <a:latin typeface="ML-TTAathira" panose="04000000000000000000" pitchFamily="82" charset="0"/>
            </a:endParaRPr>
          </a:p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ഹൃദയത്തി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ൽ 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ദൈവസ്നേഹം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endParaRPr lang="en-US" dirty="0">
              <a:latin typeface="ML-TTAathira" panose="04000000000000000000" pitchFamily="82" charset="0"/>
            </a:endParaRPr>
          </a:p>
          <a:p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എ</a:t>
            </a:r>
            <a:r>
              <a:rPr lang="ml-IN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രി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വാ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ൻ  </a:t>
            </a:r>
            <a:r>
              <a:rPr lang="ml-IN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വാഞ്ഛിക്കുന്നു </a:t>
            </a:r>
          </a:p>
          <a:p>
            <a:endParaRPr lang="en-US" sz="1500" dirty="0">
              <a:solidFill>
                <a:srgbClr val="110E39"/>
              </a:solidFill>
              <a:latin typeface="ML-TTAathira" panose="04000000000000000000" pitchFamily="82" charset="0"/>
              <a:cs typeface="Segoe UI"/>
            </a:endParaRPr>
          </a:p>
          <a:p>
            <a:pPr algn="l"/>
            <a:endParaRPr lang="en-US" sz="1500" dirty="0">
              <a:solidFill>
                <a:srgbClr val="110E39"/>
              </a:solidFill>
              <a:latin typeface="ML-TTAathira" panose="04000000000000000000" pitchFamily="82" charset="0"/>
              <a:cs typeface="Segoe UI"/>
            </a:endParaRPr>
          </a:p>
          <a:p>
            <a:endParaRPr lang="en-US" i="1" dirty="0">
              <a:solidFill>
                <a:srgbClr val="C00000"/>
              </a:solidFill>
              <a:latin typeface="ML-TTAathira" panose="04000000000000000000" pitchFamily="82" charset="0"/>
              <a:ea typeface="+mn-lt"/>
              <a:cs typeface="+mn-lt"/>
            </a:endParaRPr>
          </a:p>
          <a:p>
            <a:r>
              <a:rPr lang="en-US" i="1" dirty="0" err="1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ഇത്ര</a:t>
            </a:r>
            <a:r>
              <a:rPr lang="en-US" i="1" dirty="0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  </a:t>
            </a:r>
            <a:r>
              <a:rPr lang="en-US" i="1" dirty="0" err="1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സ്നേഹം</a:t>
            </a:r>
            <a:r>
              <a:rPr lang="en-US" i="1" dirty="0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, </a:t>
            </a:r>
            <a:r>
              <a:rPr lang="en-US" i="1" dirty="0" err="1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ഇത്ര</a:t>
            </a:r>
            <a:r>
              <a:rPr lang="en-US" i="1" dirty="0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  </a:t>
            </a:r>
            <a:r>
              <a:rPr lang="en-US" i="1" dirty="0" err="1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സ്നേഹം</a:t>
            </a:r>
            <a:r>
              <a:rPr lang="en-US" i="1" dirty="0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endParaRPr lang="en-US" i="1" dirty="0">
              <a:solidFill>
                <a:srgbClr val="C00000"/>
              </a:solidFill>
              <a:latin typeface="ML-TTAathira" panose="04000000000000000000" pitchFamily="82" charset="0"/>
              <a:cs typeface="Segoe UI"/>
            </a:endParaRPr>
          </a:p>
          <a:p>
            <a:r>
              <a:rPr lang="en-US" i="1" dirty="0" err="1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ഇത്ര</a:t>
            </a:r>
            <a:r>
              <a:rPr lang="en-US" i="1" dirty="0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  </a:t>
            </a:r>
            <a:r>
              <a:rPr lang="en-US" i="1" dirty="0" err="1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സ്നേഹം</a:t>
            </a:r>
            <a:r>
              <a:rPr lang="en-US" i="1" dirty="0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  </a:t>
            </a:r>
            <a:r>
              <a:rPr lang="ml-IN" i="1" dirty="0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എരിവാൻ </a:t>
            </a:r>
            <a:endParaRPr lang="en-US" i="1" dirty="0">
              <a:solidFill>
                <a:srgbClr val="C00000"/>
              </a:solidFill>
              <a:latin typeface="ML-TTAathira" panose="04000000000000000000" pitchFamily="82" charset="0"/>
              <a:cs typeface="Segoe UI"/>
            </a:endParaRPr>
          </a:p>
          <a:p>
            <a:r>
              <a:rPr lang="en-US" i="1" dirty="0" err="1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മനു</a:t>
            </a:r>
            <a:r>
              <a:rPr lang="ml-IN" i="1" dirty="0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ഷ്യനായ് </a:t>
            </a:r>
            <a:r>
              <a:rPr lang="en-US" i="1" dirty="0" err="1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പാടുപെട്ടു</a:t>
            </a:r>
            <a:endParaRPr lang="en-US" i="1" dirty="0">
              <a:solidFill>
                <a:srgbClr val="C00000"/>
              </a:solidFill>
              <a:latin typeface="ML-TTAathira" panose="04000000000000000000" pitchFamily="82" charset="0"/>
              <a:cs typeface="Segoe UI"/>
            </a:endParaRPr>
          </a:p>
          <a:p>
            <a:r>
              <a:rPr lang="en-US" i="1" dirty="0" err="1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കുരിശിന്മേ</a:t>
            </a:r>
            <a:r>
              <a:rPr lang="en-US" i="1" dirty="0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ൽ  </a:t>
            </a:r>
            <a:r>
              <a:rPr lang="en-US" i="1" dirty="0" err="1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മരിച്ചു</a:t>
            </a:r>
            <a:endParaRPr lang="en-US" i="1" dirty="0">
              <a:solidFill>
                <a:srgbClr val="C00000"/>
              </a:solidFill>
              <a:latin typeface="ML-TTAathir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1373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FDE3C-F3EE-0C91-90AF-330B99762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7E131-30E5-29CA-628C-F0D4176C2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Part 1: </a:t>
            </a:r>
            <a:r>
              <a:rPr lang="en-US" err="1"/>
              <a:t>Daivathinte</a:t>
            </a:r>
            <a:r>
              <a:rPr lang="en-US"/>
              <a:t> Eka Puthran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E4D69809-1166-6A78-C742-BC324C98A56A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C62832-C83B-EF8E-6396-05EB23304822}"/>
              </a:ext>
            </a:extLst>
          </p:cNvPr>
          <p:cNvSpPr txBox="1"/>
          <p:nvPr/>
        </p:nvSpPr>
        <p:spPr>
          <a:xfrm>
            <a:off x="6928120" y="4786008"/>
            <a:ext cx="221588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Part 1 (Malayalam): 5 of 5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09186D-2E28-B774-F481-4887C4C2C20D}"/>
              </a:ext>
            </a:extLst>
          </p:cNvPr>
          <p:cNvSpPr txBox="1"/>
          <p:nvPr/>
        </p:nvSpPr>
        <p:spPr>
          <a:xfrm>
            <a:off x="298286" y="1176116"/>
            <a:ext cx="3539196" cy="30008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Pa</a:t>
            </a:r>
            <a:r>
              <a:rPr lang="ml-IN" dirty="0">
                <a:solidFill>
                  <a:srgbClr val="110E39"/>
                </a:solidFill>
                <a:ea typeface="+mn-lt"/>
                <a:cs typeface="+mn-lt"/>
              </a:rPr>
              <a:t>a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piyil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pradhaniyaayi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-</a:t>
            </a: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runna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enne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rakshippaan</a:t>
            </a:r>
            <a:br>
              <a:rPr lang="en-US" dirty="0">
                <a:ea typeface="+mn-lt"/>
                <a:cs typeface="+mn-lt"/>
              </a:rPr>
            </a:b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Shaapa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mrithyuvetta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ninne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Nithyakaalam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vazhthum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njaan</a:t>
            </a:r>
            <a:endParaRPr lang="en-US" dirty="0">
              <a:ea typeface="+mn-lt"/>
              <a:cs typeface="+mn-lt"/>
            </a:endParaRPr>
          </a:p>
          <a:p>
            <a:endParaRPr lang="en-US" sz="1500" dirty="0">
              <a:solidFill>
                <a:srgbClr val="110E39"/>
              </a:solidFill>
              <a:cs typeface="Segoe UI"/>
            </a:endParaRPr>
          </a:p>
          <a:p>
            <a:pPr algn="l"/>
            <a:endParaRPr lang="en-US" sz="1500" dirty="0">
              <a:solidFill>
                <a:srgbClr val="110E39"/>
              </a:solidFill>
              <a:cs typeface="Segoe UI"/>
            </a:endParaRPr>
          </a:p>
          <a:p>
            <a:endParaRPr lang="en-US" sz="1500" dirty="0">
              <a:solidFill>
                <a:srgbClr val="110E39"/>
              </a:solidFill>
              <a:cs typeface="Segoe UI"/>
            </a:endParaRPr>
          </a:p>
          <a:p>
            <a:r>
              <a:rPr lang="en-US" i="1" dirty="0">
                <a:solidFill>
                  <a:srgbClr val="C00000"/>
                </a:solidFill>
                <a:cs typeface="Segoe UI"/>
              </a:rPr>
              <a:t>Ithra </a:t>
            </a:r>
            <a:r>
              <a:rPr lang="en-US" i="1" dirty="0" err="1">
                <a:solidFill>
                  <a:srgbClr val="C00000"/>
                </a:solidFill>
                <a:cs typeface="Segoe UI"/>
              </a:rPr>
              <a:t>sneham</a:t>
            </a:r>
            <a:r>
              <a:rPr lang="en-US" i="1" dirty="0">
                <a:solidFill>
                  <a:srgbClr val="C00000"/>
                </a:solidFill>
                <a:cs typeface="Segoe UI"/>
              </a:rPr>
              <a:t>, Ithra </a:t>
            </a:r>
            <a:r>
              <a:rPr lang="en-US" i="1" dirty="0" err="1">
                <a:solidFill>
                  <a:srgbClr val="C00000"/>
                </a:solidFill>
                <a:cs typeface="Segoe UI"/>
              </a:rPr>
              <a:t>sneham</a:t>
            </a:r>
            <a:endParaRPr lang="en-US" i="1" dirty="0">
              <a:solidFill>
                <a:srgbClr val="C00000"/>
              </a:solidFill>
              <a:cs typeface="Segoe UI"/>
            </a:endParaRPr>
          </a:p>
          <a:p>
            <a:r>
              <a:rPr lang="en-US" i="1" dirty="0">
                <a:solidFill>
                  <a:srgbClr val="C00000"/>
                </a:solidFill>
                <a:cs typeface="Segoe UI"/>
              </a:rPr>
              <a:t>Ithra </a:t>
            </a:r>
            <a:r>
              <a:rPr lang="en-US" i="1" dirty="0" err="1">
                <a:solidFill>
                  <a:srgbClr val="C00000"/>
                </a:solidFill>
                <a:cs typeface="Segoe UI"/>
              </a:rPr>
              <a:t>sneham</a:t>
            </a:r>
            <a:r>
              <a:rPr lang="en-US" i="1" dirty="0">
                <a:solidFill>
                  <a:srgbClr val="C00000"/>
                </a:solidFill>
                <a:cs typeface="Segoe UI"/>
              </a:rPr>
              <a:t> </a:t>
            </a:r>
            <a:r>
              <a:rPr lang="en-US" i="1" dirty="0" err="1">
                <a:solidFill>
                  <a:srgbClr val="C00000"/>
                </a:solidFill>
                <a:cs typeface="Segoe UI"/>
              </a:rPr>
              <a:t>erivaan</a:t>
            </a:r>
            <a:endParaRPr lang="en-US" i="1" dirty="0">
              <a:solidFill>
                <a:srgbClr val="C00000"/>
              </a:solidFill>
              <a:cs typeface="Segoe UI"/>
            </a:endParaRPr>
          </a:p>
          <a:p>
            <a:r>
              <a:rPr lang="en-US" i="1" dirty="0" err="1">
                <a:solidFill>
                  <a:srgbClr val="C00000"/>
                </a:solidFill>
                <a:cs typeface="Segoe UI"/>
              </a:rPr>
              <a:t>Manushyanaay</a:t>
            </a:r>
            <a:r>
              <a:rPr lang="en-US" i="1" dirty="0">
                <a:solidFill>
                  <a:srgbClr val="C00000"/>
                </a:solidFill>
                <a:cs typeface="Segoe UI"/>
              </a:rPr>
              <a:t> </a:t>
            </a:r>
            <a:r>
              <a:rPr lang="en-US" i="1" dirty="0" err="1">
                <a:solidFill>
                  <a:srgbClr val="C00000"/>
                </a:solidFill>
                <a:cs typeface="Segoe UI"/>
              </a:rPr>
              <a:t>paadu</a:t>
            </a:r>
            <a:r>
              <a:rPr lang="en-US" i="1" dirty="0">
                <a:solidFill>
                  <a:srgbClr val="C00000"/>
                </a:solidFill>
                <a:cs typeface="Segoe UI"/>
              </a:rPr>
              <a:t> </a:t>
            </a:r>
            <a:r>
              <a:rPr lang="en-US" i="1" dirty="0" err="1">
                <a:solidFill>
                  <a:srgbClr val="C00000"/>
                </a:solidFill>
                <a:cs typeface="Segoe UI"/>
              </a:rPr>
              <a:t>pettu</a:t>
            </a:r>
            <a:endParaRPr lang="en-US" i="1" dirty="0">
              <a:solidFill>
                <a:srgbClr val="C00000"/>
              </a:solidFill>
              <a:cs typeface="Segoe UI"/>
            </a:endParaRPr>
          </a:p>
          <a:p>
            <a:r>
              <a:rPr lang="en-US" i="1" dirty="0" err="1">
                <a:solidFill>
                  <a:srgbClr val="C00000"/>
                </a:solidFill>
                <a:cs typeface="Segoe UI"/>
              </a:rPr>
              <a:t>Kurishinmel</a:t>
            </a:r>
            <a:r>
              <a:rPr lang="en-US" i="1" dirty="0">
                <a:solidFill>
                  <a:srgbClr val="C00000"/>
                </a:solidFill>
                <a:cs typeface="Segoe UI"/>
              </a:rPr>
              <a:t> </a:t>
            </a:r>
            <a:r>
              <a:rPr lang="en-US" i="1" dirty="0" err="1">
                <a:solidFill>
                  <a:srgbClr val="C00000"/>
                </a:solidFill>
                <a:cs typeface="Segoe UI"/>
              </a:rPr>
              <a:t>marichu</a:t>
            </a:r>
            <a:endParaRPr lang="en-US" i="1" dirty="0">
              <a:solidFill>
                <a:srgbClr val="C00000"/>
              </a:solidFill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0511F3-ABEB-0E6B-B08A-6418D7D41AF0}"/>
              </a:ext>
            </a:extLst>
          </p:cNvPr>
          <p:cNvSpPr txBox="1"/>
          <p:nvPr/>
        </p:nvSpPr>
        <p:spPr>
          <a:xfrm>
            <a:off x="4241636" y="1176116"/>
            <a:ext cx="4596492" cy="29238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പാപിയി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ൽ 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പ്രധാനിയായി</a:t>
            </a:r>
            <a:r>
              <a:rPr lang="ml-IN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-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endParaRPr lang="en-US" dirty="0">
              <a:latin typeface="ML-TTAathira" panose="04000000000000000000" pitchFamily="82" charset="0"/>
            </a:endParaRPr>
          </a:p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രുന്ന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 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എന്നെ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 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രക്ഷിപ്പാ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ൻ</a:t>
            </a:r>
            <a:endParaRPr lang="en-US" dirty="0">
              <a:latin typeface="ML-TTAathira" panose="04000000000000000000" pitchFamily="82" charset="0"/>
            </a:endParaRPr>
          </a:p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ശാപമൃത്യു</a:t>
            </a:r>
            <a:r>
              <a:rPr lang="ml-IN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വേറ്റ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നിന്നെ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endParaRPr lang="en-US" dirty="0">
              <a:latin typeface="ML-TTAathira" panose="04000000000000000000" pitchFamily="82" charset="0"/>
            </a:endParaRPr>
          </a:p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നിത്യകാലം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 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വാഴ്ത്തും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 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ഞാ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ൻ</a:t>
            </a:r>
            <a:endParaRPr lang="en-US" dirty="0">
              <a:latin typeface="ML-TTAathira" panose="04000000000000000000" pitchFamily="82" charset="0"/>
              <a:ea typeface="+mn-lt"/>
              <a:cs typeface="+mn-lt"/>
            </a:endParaRPr>
          </a:p>
          <a:p>
            <a:endParaRPr lang="en-US" sz="1500" dirty="0">
              <a:solidFill>
                <a:srgbClr val="110E39"/>
              </a:solidFill>
              <a:latin typeface="ML-TTAathira" panose="04000000000000000000" pitchFamily="82" charset="0"/>
              <a:cs typeface="Segoe UI"/>
            </a:endParaRPr>
          </a:p>
          <a:p>
            <a:pPr algn="l"/>
            <a:endParaRPr lang="en-US" sz="1500" dirty="0">
              <a:solidFill>
                <a:srgbClr val="110E39"/>
              </a:solidFill>
              <a:latin typeface="ML-TTAathira" panose="04000000000000000000" pitchFamily="82" charset="0"/>
              <a:cs typeface="Segoe UI"/>
            </a:endParaRPr>
          </a:p>
          <a:p>
            <a:endParaRPr lang="en-US" i="1" dirty="0">
              <a:solidFill>
                <a:srgbClr val="C00000"/>
              </a:solidFill>
              <a:latin typeface="ML-TTAathira" panose="04000000000000000000" pitchFamily="82" charset="0"/>
              <a:ea typeface="+mn-lt"/>
              <a:cs typeface="+mn-lt"/>
            </a:endParaRPr>
          </a:p>
          <a:p>
            <a:r>
              <a:rPr lang="en-US" i="1" dirty="0" err="1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ഇത്ര</a:t>
            </a:r>
            <a:r>
              <a:rPr lang="en-US" i="1" dirty="0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  </a:t>
            </a:r>
            <a:r>
              <a:rPr lang="en-US" i="1" dirty="0" err="1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സ്നേഹം</a:t>
            </a:r>
            <a:r>
              <a:rPr lang="en-US" i="1" dirty="0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, </a:t>
            </a:r>
            <a:r>
              <a:rPr lang="en-US" i="1" dirty="0" err="1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ഇത്ര</a:t>
            </a:r>
            <a:r>
              <a:rPr lang="en-US" i="1" dirty="0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  </a:t>
            </a:r>
            <a:r>
              <a:rPr lang="en-US" i="1" dirty="0" err="1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സ്നേഹം</a:t>
            </a:r>
            <a:r>
              <a:rPr lang="en-US" i="1" dirty="0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endParaRPr lang="en-US" i="1" dirty="0">
              <a:solidFill>
                <a:srgbClr val="C00000"/>
              </a:solidFill>
              <a:latin typeface="ML-TTAathira" panose="04000000000000000000" pitchFamily="82" charset="0"/>
              <a:cs typeface="Segoe UI"/>
            </a:endParaRPr>
          </a:p>
          <a:p>
            <a:r>
              <a:rPr lang="en-US" i="1" dirty="0" err="1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ഇത്ര</a:t>
            </a:r>
            <a:r>
              <a:rPr lang="en-US" i="1" dirty="0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  </a:t>
            </a:r>
            <a:r>
              <a:rPr lang="en-US" i="1" dirty="0" err="1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സ്നേഹം</a:t>
            </a:r>
            <a:r>
              <a:rPr lang="en-US" i="1" dirty="0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  </a:t>
            </a:r>
            <a:r>
              <a:rPr lang="ml-IN" i="1" dirty="0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എരിവാൻ </a:t>
            </a:r>
            <a:endParaRPr lang="en-US" i="1" dirty="0">
              <a:solidFill>
                <a:srgbClr val="C00000"/>
              </a:solidFill>
              <a:latin typeface="ML-TTAathira" panose="04000000000000000000" pitchFamily="82" charset="0"/>
              <a:cs typeface="Segoe UI"/>
            </a:endParaRPr>
          </a:p>
          <a:p>
            <a:r>
              <a:rPr lang="en-US" i="1" dirty="0" err="1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മനു</a:t>
            </a:r>
            <a:r>
              <a:rPr lang="ml-IN" i="1" dirty="0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ഷ്യനായ് </a:t>
            </a:r>
            <a:r>
              <a:rPr lang="en-US" i="1" dirty="0" err="1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പാടുപെട്ടു</a:t>
            </a:r>
            <a:endParaRPr lang="en-US" i="1" dirty="0">
              <a:solidFill>
                <a:srgbClr val="C00000"/>
              </a:solidFill>
              <a:latin typeface="ML-TTAathira" panose="04000000000000000000" pitchFamily="82" charset="0"/>
              <a:cs typeface="Segoe UI"/>
            </a:endParaRPr>
          </a:p>
          <a:p>
            <a:r>
              <a:rPr lang="en-US" i="1" dirty="0" err="1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കുരിശിന്മേ</a:t>
            </a:r>
            <a:r>
              <a:rPr lang="en-US" i="1" dirty="0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ൽ  </a:t>
            </a:r>
            <a:r>
              <a:rPr lang="en-US" i="1" dirty="0" err="1">
                <a:solidFill>
                  <a:srgbClr val="C00000"/>
                </a:solidFill>
                <a:latin typeface="ML-TTAathira" panose="04000000000000000000" pitchFamily="82" charset="0"/>
                <a:ea typeface="+mn-lt"/>
                <a:cs typeface="+mn-lt"/>
              </a:rPr>
              <a:t>മരിച്ചു</a:t>
            </a:r>
            <a:endParaRPr lang="en-US" i="1" dirty="0">
              <a:solidFill>
                <a:srgbClr val="C00000"/>
              </a:solidFill>
              <a:latin typeface="ML-TTAathir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8691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54F76-09B0-995A-475A-12284B9F1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0A7AD1A-C08C-E274-EA22-CFEBB745E0C2}"/>
              </a:ext>
            </a:extLst>
          </p:cNvPr>
          <p:cNvSpPr/>
          <p:nvPr/>
        </p:nvSpPr>
        <p:spPr>
          <a:xfrm>
            <a:off x="1726571" y="1106804"/>
            <a:ext cx="5951805" cy="2522729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E2391-137A-071B-EC10-CCE6B5D6B320}"/>
              </a:ext>
            </a:extLst>
          </p:cNvPr>
          <p:cNvSpPr txBox="1">
            <a:spLocks/>
          </p:cNvSpPr>
          <p:nvPr/>
        </p:nvSpPr>
        <p:spPr>
          <a:xfrm>
            <a:off x="1856327" y="1221631"/>
            <a:ext cx="5686906" cy="2700235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>
                <a:solidFill>
                  <a:schemeClr val="bg1"/>
                </a:solidFill>
                <a:latin typeface="Tenorite"/>
              </a:rPr>
              <a:t>Part 1 </a:t>
            </a:r>
            <a:endParaRPr lang="en-US" err="1">
              <a:solidFill>
                <a:schemeClr val="bg1"/>
              </a:solidFill>
            </a:endParaRPr>
          </a:p>
          <a:p>
            <a:r>
              <a:rPr lang="en-US" i="1">
                <a:solidFill>
                  <a:schemeClr val="bg1"/>
                </a:solidFill>
                <a:latin typeface="Tenorite"/>
              </a:rPr>
              <a:t>Song No. 140 (Malayalam)</a:t>
            </a:r>
          </a:p>
        </p:txBody>
      </p:sp>
    </p:spTree>
    <p:extLst>
      <p:ext uri="{BB962C8B-B14F-4D97-AF65-F5344CB8AC3E}">
        <p14:creationId xmlns:p14="http://schemas.microsoft.com/office/powerpoint/2010/main" val="33548337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AF5D2-225B-C999-F26D-B8ACEDC48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BC52F-8332-8E12-44D0-FB1F54BDE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Part 1: </a:t>
            </a:r>
            <a:r>
              <a:rPr lang="en-US" dirty="0" err="1"/>
              <a:t>Daivame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daivame</a:t>
            </a:r>
            <a:r>
              <a:rPr lang="en-US" dirty="0"/>
              <a:t> (140)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F9B8F93-497E-1736-F80F-F5826BD74B9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47353D-3FCD-B81F-BB48-9B0AB99CB80C}"/>
              </a:ext>
            </a:extLst>
          </p:cNvPr>
          <p:cNvSpPr txBox="1"/>
          <p:nvPr/>
        </p:nvSpPr>
        <p:spPr>
          <a:xfrm>
            <a:off x="6918595" y="4786008"/>
            <a:ext cx="222540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Part 1 (Malayalam): 1 of 5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1D2924-101E-5EBC-9B93-D95B7D93C60A}"/>
              </a:ext>
            </a:extLst>
          </p:cNvPr>
          <p:cNvSpPr txBox="1"/>
          <p:nvPr/>
        </p:nvSpPr>
        <p:spPr>
          <a:xfrm>
            <a:off x="277837" y="1155885"/>
            <a:ext cx="4016828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Daivame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en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daivame</a:t>
            </a:r>
            <a:br>
              <a:rPr lang="en-US" dirty="0">
                <a:solidFill>
                  <a:srgbClr val="110E39"/>
                </a:solidFill>
                <a:ea typeface="+mn-lt"/>
                <a:cs typeface="+mn-lt"/>
              </a:rPr>
            </a:b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Enne nee 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kaivittathu</a:t>
            </a:r>
            <a:br>
              <a:rPr lang="en-US" dirty="0">
                <a:solidFill>
                  <a:srgbClr val="110E39"/>
                </a:solidFill>
                <a:ea typeface="+mn-lt"/>
                <a:cs typeface="+mn-lt"/>
              </a:rPr>
            </a:b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Enthinen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immaanuvel</a:t>
            </a:r>
            <a:br>
              <a:rPr lang="en-US" dirty="0">
                <a:solidFill>
                  <a:srgbClr val="110E39"/>
                </a:solidFill>
                <a:ea typeface="+mn-lt"/>
                <a:cs typeface="+mn-lt"/>
              </a:rPr>
            </a:b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Santhaapaal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vilicchathu</a:t>
            </a:r>
            <a:br>
              <a:rPr lang="en-US" dirty="0">
                <a:solidFill>
                  <a:srgbClr val="110E39"/>
                </a:solidFill>
                <a:ea typeface="+mn-lt"/>
                <a:cs typeface="+mn-lt"/>
              </a:rPr>
            </a:br>
            <a:endParaRPr lang="en-US" dirty="0">
              <a:solidFill>
                <a:srgbClr val="110E39"/>
              </a:solidFill>
              <a:ea typeface="+mn-lt"/>
              <a:cs typeface="+mn-lt"/>
            </a:endParaRPr>
          </a:p>
          <a:p>
            <a:br>
              <a:rPr lang="en-US" dirty="0">
                <a:solidFill>
                  <a:srgbClr val="110E39"/>
                </a:solidFill>
                <a:ea typeface="+mn-lt"/>
                <a:cs typeface="+mn-lt"/>
              </a:rPr>
            </a:b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Soorya 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shobha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maarippoy</a:t>
            </a:r>
            <a:br>
              <a:rPr lang="en-US" dirty="0">
                <a:solidFill>
                  <a:srgbClr val="110E39"/>
                </a:solidFill>
                <a:ea typeface="+mn-lt"/>
                <a:cs typeface="+mn-lt"/>
              </a:rPr>
            </a:b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Raathri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pol 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maddhyaahnamaay</a:t>
            </a:r>
            <a:br>
              <a:rPr lang="en-US" dirty="0">
                <a:solidFill>
                  <a:srgbClr val="110E39"/>
                </a:solidFill>
                <a:ea typeface="+mn-lt"/>
                <a:cs typeface="+mn-lt"/>
              </a:rPr>
            </a:b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Kristhu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naathan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paapikkaay</a:t>
            </a:r>
            <a:br>
              <a:rPr lang="en-US" dirty="0">
                <a:solidFill>
                  <a:srgbClr val="110E39"/>
                </a:solidFill>
                <a:ea typeface="+mn-lt"/>
                <a:cs typeface="+mn-lt"/>
              </a:rPr>
            </a:b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Krooshil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thoongunnayyayyo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!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A2DDD5-68FB-7DBF-EC40-DBB7D1D53C13}"/>
              </a:ext>
            </a:extLst>
          </p:cNvPr>
          <p:cNvSpPr txBox="1"/>
          <p:nvPr/>
        </p:nvSpPr>
        <p:spPr>
          <a:xfrm>
            <a:off x="4451591" y="1156071"/>
            <a:ext cx="3927020" cy="28007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ദൈവമേ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!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എന്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‍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ദൈവമേ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!</a:t>
            </a:r>
            <a:b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</a:b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എന്നെ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നീ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കൈവിട്ടതു</a:t>
            </a:r>
            <a:b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</a:b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എന്തിനെന്നിമ്മാനുവേല്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‍</a:t>
            </a:r>
            <a:b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</a:b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സന്താപാല്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‍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വിളിച്ചതു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.</a:t>
            </a:r>
            <a:endParaRPr lang="en-US" dirty="0">
              <a:solidFill>
                <a:srgbClr val="000000"/>
              </a:solidFill>
              <a:latin typeface="ML-TTAathira" panose="04000000000000000000" pitchFamily="82" charset="0"/>
              <a:ea typeface="+mn-lt"/>
              <a:cs typeface="+mn-lt"/>
            </a:endParaRPr>
          </a:p>
          <a:p>
            <a:endParaRPr lang="en-US" sz="1600" dirty="0">
              <a:solidFill>
                <a:srgbClr val="110E39"/>
              </a:solidFill>
              <a:latin typeface="ML-TTAathira" panose="04000000000000000000" pitchFamily="82" charset="0"/>
              <a:ea typeface="+mn-lt"/>
              <a:cs typeface="+mn-lt"/>
            </a:endParaRPr>
          </a:p>
          <a:p>
            <a:endParaRPr lang="en-US" sz="1600" dirty="0">
              <a:solidFill>
                <a:srgbClr val="110E39"/>
              </a:solidFill>
              <a:latin typeface="ML-TTAathira" panose="04000000000000000000" pitchFamily="82" charset="0"/>
              <a:ea typeface="+mn-lt"/>
              <a:cs typeface="+mn-lt"/>
            </a:endParaRPr>
          </a:p>
          <a:p>
            <a:endParaRPr lang="en-US" sz="1600" dirty="0">
              <a:solidFill>
                <a:srgbClr val="110E39"/>
              </a:solidFill>
              <a:latin typeface="ML-TTAathira" panose="04000000000000000000" pitchFamily="82" charset="0"/>
              <a:ea typeface="+mn-lt"/>
              <a:cs typeface="+mn-lt"/>
            </a:endParaRPr>
          </a:p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സൂര്യശോഭ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മാറിപ്പോയ്</a:t>
            </a:r>
            <a:endParaRPr lang="en-US" dirty="0">
              <a:latin typeface="ML-TTAathira" panose="04000000000000000000" pitchFamily="82" charset="0"/>
              <a:cs typeface="Segoe UI"/>
            </a:endParaRPr>
          </a:p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രാത്രി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പോല്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‍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മദ്ധ്യാഹ്നമായ്</a:t>
            </a:r>
            <a:endParaRPr lang="en-US" dirty="0">
              <a:latin typeface="ML-TTAathira" panose="04000000000000000000" pitchFamily="82" charset="0"/>
            </a:endParaRPr>
          </a:p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ക്രിസ്തു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നാഥന്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‍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പാപിക്കായ്</a:t>
            </a:r>
            <a:endParaRPr lang="en-US" dirty="0">
              <a:latin typeface="ML-TTAathira" panose="04000000000000000000" pitchFamily="82" charset="0"/>
            </a:endParaRPr>
          </a:p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ക്രൂശില്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‍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തൂങ്ങുന്നയ്യയ്യോ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!</a:t>
            </a:r>
            <a:endParaRPr lang="en-US" dirty="0">
              <a:latin typeface="ML-TTAathir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1631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C3AC0-5ECD-6297-B3A3-B8EEC6D5C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CA43F-CFD4-F7A4-459F-75B6059E6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Part 1: </a:t>
            </a:r>
            <a:r>
              <a:rPr lang="en-US" dirty="0" err="1"/>
              <a:t>Daivame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daivame</a:t>
            </a:r>
            <a:r>
              <a:rPr lang="en-US" dirty="0"/>
              <a:t> (140)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36A5FA7-A17C-4C83-65D3-67C05690310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9F7D51-9112-27F9-EA1A-42F3F8B92B17}"/>
              </a:ext>
            </a:extLst>
          </p:cNvPr>
          <p:cNvSpPr txBox="1"/>
          <p:nvPr/>
        </p:nvSpPr>
        <p:spPr>
          <a:xfrm>
            <a:off x="6928120" y="4786008"/>
            <a:ext cx="221588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Part 1 (Malayalam): 2 of 5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E35A2C-C785-34B5-C59F-DFB4FD6DE2F1}"/>
              </a:ext>
            </a:extLst>
          </p:cNvPr>
          <p:cNvSpPr txBox="1"/>
          <p:nvPr/>
        </p:nvSpPr>
        <p:spPr>
          <a:xfrm>
            <a:off x="432958" y="1155885"/>
            <a:ext cx="4016828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Nanmacheyvaanothiya</a:t>
            </a:r>
            <a:br>
              <a:rPr lang="en-US" dirty="0">
                <a:solidFill>
                  <a:srgbClr val="110E39"/>
                </a:solidFill>
                <a:ea typeface="+mn-lt"/>
                <a:cs typeface="+mn-lt"/>
              </a:rPr>
            </a:b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Naathaa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! 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Ninthruppaadangal</a:t>
            </a:r>
            <a:br>
              <a:rPr lang="en-US" dirty="0">
                <a:solidFill>
                  <a:srgbClr val="110E39"/>
                </a:solidFill>
                <a:ea typeface="+mn-lt"/>
                <a:cs typeface="+mn-lt"/>
              </a:rPr>
            </a:b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Vanmurivu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kondoraani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-</a:t>
            </a:r>
            <a:br>
              <a:rPr lang="en-US" dirty="0">
                <a:solidFill>
                  <a:srgbClr val="110E39"/>
                </a:solidFill>
                <a:ea typeface="+mn-lt"/>
                <a:cs typeface="+mn-lt"/>
              </a:rPr>
            </a:b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yil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pathinju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thoongunnu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.</a:t>
            </a:r>
            <a:br>
              <a:rPr lang="en-US" dirty="0">
                <a:solidFill>
                  <a:srgbClr val="110E39"/>
                </a:solidFill>
                <a:ea typeface="+mn-lt"/>
                <a:cs typeface="+mn-lt"/>
              </a:rPr>
            </a:br>
            <a:endParaRPr lang="en-US" dirty="0">
              <a:solidFill>
                <a:srgbClr val="110E39"/>
              </a:solidFill>
              <a:ea typeface="+mn-lt"/>
              <a:cs typeface="+mn-lt"/>
            </a:endParaRPr>
          </a:p>
          <a:p>
            <a:br>
              <a:rPr lang="en-US" dirty="0">
                <a:solidFill>
                  <a:srgbClr val="110E39"/>
                </a:solidFill>
                <a:ea typeface="+mn-lt"/>
                <a:cs typeface="+mn-lt"/>
              </a:rPr>
            </a:b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Svasthamaakkum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Yeshuvin</a:t>
            </a:r>
            <a:br>
              <a:rPr lang="en-US" dirty="0">
                <a:solidFill>
                  <a:srgbClr val="110E39"/>
                </a:solidFill>
                <a:ea typeface="+mn-lt"/>
                <a:cs typeface="+mn-lt"/>
              </a:rPr>
            </a:b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Thrukkaikal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Randaaniyaal</a:t>
            </a:r>
            <a:br>
              <a:rPr lang="en-US" dirty="0">
                <a:solidFill>
                  <a:srgbClr val="110E39"/>
                </a:solidFill>
                <a:ea typeface="+mn-lt"/>
                <a:cs typeface="+mn-lt"/>
              </a:rPr>
            </a:b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Marthya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paapatthin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nimittham</a:t>
            </a:r>
            <a:br>
              <a:rPr lang="en-US" dirty="0">
                <a:solidFill>
                  <a:srgbClr val="110E39"/>
                </a:solidFill>
                <a:ea typeface="+mn-lt"/>
                <a:cs typeface="+mn-lt"/>
              </a:rPr>
            </a:b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cherttharhanju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thoongunnu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!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FAE01A-2E9B-3F5F-C631-AD34668E7049}"/>
              </a:ext>
            </a:extLst>
          </p:cNvPr>
          <p:cNvSpPr txBox="1"/>
          <p:nvPr/>
        </p:nvSpPr>
        <p:spPr>
          <a:xfrm>
            <a:off x="4449786" y="1155885"/>
            <a:ext cx="3927020" cy="30777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നന്മചെയ്വാനോടിയ</a:t>
            </a:r>
            <a:b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</a:b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നാഥാ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!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നിന്‍തൃപ്പാദങ്ങള്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‍</a:t>
            </a:r>
            <a:b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</a:b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വന്‍മുറിവു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കൊണ്‍ടൊരാണി</a:t>
            </a:r>
            <a:b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</a:b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യില്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‍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പതിഞ്ഞു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തൂങ്ങുന്നു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.</a:t>
            </a:r>
            <a:endParaRPr lang="en-US" dirty="0">
              <a:latin typeface="ML-TTAathira" panose="04000000000000000000" pitchFamily="82" charset="0"/>
            </a:endParaRPr>
          </a:p>
          <a:p>
            <a:endParaRPr lang="en-US" sz="1600" dirty="0">
              <a:solidFill>
                <a:srgbClr val="110E39"/>
              </a:solidFill>
              <a:latin typeface="ML-TTAathira" panose="04000000000000000000" pitchFamily="82" charset="0"/>
              <a:cs typeface="Segoe UI"/>
            </a:endParaRPr>
          </a:p>
          <a:p>
            <a:endParaRPr lang="en-US" sz="1600" dirty="0">
              <a:solidFill>
                <a:srgbClr val="110E39"/>
              </a:solidFill>
              <a:latin typeface="ML-TTAathira" panose="04000000000000000000" pitchFamily="82" charset="0"/>
              <a:cs typeface="Segoe UI"/>
            </a:endParaRPr>
          </a:p>
          <a:p>
            <a:endParaRPr lang="en-US" sz="1600" dirty="0">
              <a:solidFill>
                <a:srgbClr val="110E39"/>
              </a:solidFill>
              <a:latin typeface="ML-TTAathira" panose="04000000000000000000" pitchFamily="82" charset="0"/>
              <a:ea typeface="+mn-lt"/>
              <a:cs typeface="+mn-lt"/>
            </a:endParaRPr>
          </a:p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സ്വസ്ഥമാക്കും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യേശുവിന്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‍</a:t>
            </a:r>
            <a:b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</a:b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തൃക്കൈകള്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‍ </a:t>
            </a:r>
            <a:r>
              <a:rPr lang="ml-IN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രണ്ടാണിയാൽ </a:t>
            </a:r>
            <a:b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</a:b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മര്‍ത്യപാപത്തിന്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‍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നിമിത്തം</a:t>
            </a:r>
            <a:b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</a:b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ചേര്‍ത്തറഞ്ഞു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തൂങ്ങുന്നു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!</a:t>
            </a:r>
            <a:endParaRPr lang="en-US" dirty="0">
              <a:latin typeface="ML-TTAathira" panose="04000000000000000000" pitchFamily="82" charset="0"/>
              <a:ea typeface="+mn-lt"/>
              <a:cs typeface="+mn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008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13627-8181-926D-3C57-F1887007D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9D5DB-7B0F-AB36-0E33-B5AE8F855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Part 1: </a:t>
            </a:r>
            <a:r>
              <a:rPr lang="en-US" dirty="0" err="1"/>
              <a:t>Daivame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daivame</a:t>
            </a:r>
            <a:r>
              <a:rPr lang="en-US" dirty="0"/>
              <a:t> (140)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3874729A-B7BD-0CF2-E6F0-0EC8544948B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6961E0-9078-07AB-CB10-704D00CC653D}"/>
              </a:ext>
            </a:extLst>
          </p:cNvPr>
          <p:cNvSpPr txBox="1"/>
          <p:nvPr/>
        </p:nvSpPr>
        <p:spPr>
          <a:xfrm>
            <a:off x="6918595" y="4786008"/>
            <a:ext cx="222540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Part 1 (Malayalam): 3 of 5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662790-FA83-5ABD-0ACD-E082685CBC65}"/>
              </a:ext>
            </a:extLst>
          </p:cNvPr>
          <p:cNvSpPr txBox="1"/>
          <p:nvPr/>
        </p:nvSpPr>
        <p:spPr>
          <a:xfrm>
            <a:off x="432958" y="1139556"/>
            <a:ext cx="4016828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Paarhakal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pilarkkunnu</a:t>
            </a:r>
            <a:br>
              <a:rPr lang="en-US" dirty="0">
                <a:solidFill>
                  <a:srgbClr val="110E39"/>
                </a:solidFill>
                <a:ea typeface="+mn-lt"/>
                <a:cs typeface="+mn-lt"/>
              </a:rPr>
            </a:b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Paaridam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kulungunnu</a:t>
            </a:r>
            <a:br>
              <a:rPr lang="en-US" dirty="0">
                <a:solidFill>
                  <a:srgbClr val="110E39"/>
                </a:solidFill>
                <a:ea typeface="+mn-lt"/>
                <a:cs typeface="+mn-lt"/>
              </a:rPr>
            </a:b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Keerhi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thira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sheelayum</a:t>
            </a:r>
            <a:br>
              <a:rPr lang="en-US" dirty="0">
                <a:solidFill>
                  <a:srgbClr val="110E39"/>
                </a:solidFill>
                <a:ea typeface="+mn-lt"/>
                <a:cs typeface="+mn-lt"/>
              </a:rPr>
            </a:b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Melil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ninnum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keezhattam</a:t>
            </a:r>
            <a:br>
              <a:rPr lang="en-US" dirty="0">
                <a:solidFill>
                  <a:srgbClr val="110E39"/>
                </a:solidFill>
                <a:ea typeface="+mn-lt"/>
                <a:cs typeface="+mn-lt"/>
              </a:rPr>
            </a:br>
            <a:endParaRPr lang="en-US" dirty="0">
              <a:solidFill>
                <a:srgbClr val="110E39"/>
              </a:solidFill>
              <a:ea typeface="+mn-lt"/>
              <a:cs typeface="+mn-lt"/>
            </a:endParaRPr>
          </a:p>
          <a:p>
            <a:br>
              <a:rPr lang="en-US" dirty="0">
                <a:solidFill>
                  <a:srgbClr val="110E39"/>
                </a:solidFill>
                <a:ea typeface="+mn-lt"/>
                <a:cs typeface="+mn-lt"/>
              </a:rPr>
            </a:b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Paapiye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! Nin 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paapatthaal</a:t>
            </a:r>
            <a:br>
              <a:rPr lang="en-US" dirty="0">
                <a:solidFill>
                  <a:srgbClr val="110E39"/>
                </a:solidFill>
                <a:ea typeface="+mn-lt"/>
                <a:cs typeface="+mn-lt"/>
              </a:rPr>
            </a:b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Punya 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naathan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yeshuthaan</a:t>
            </a:r>
            <a:br>
              <a:rPr lang="en-US" dirty="0">
                <a:solidFill>
                  <a:srgbClr val="110E39"/>
                </a:solidFill>
                <a:ea typeface="+mn-lt"/>
                <a:cs typeface="+mn-lt"/>
              </a:rPr>
            </a:b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Paarinnum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paratthinnum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ma-</a:t>
            </a:r>
            <a:br>
              <a:rPr lang="en-US" dirty="0">
                <a:solidFill>
                  <a:srgbClr val="110E39"/>
                </a:solidFill>
                <a:ea typeface="+mn-lt"/>
                <a:cs typeface="+mn-lt"/>
              </a:rPr>
            </a:b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ddhye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maratthil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thoongunnu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!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C8ABA0-6E96-A03F-F204-DE3942A5825A}"/>
              </a:ext>
            </a:extLst>
          </p:cNvPr>
          <p:cNvSpPr txBox="1"/>
          <p:nvPr/>
        </p:nvSpPr>
        <p:spPr>
          <a:xfrm>
            <a:off x="4451591" y="1107085"/>
            <a:ext cx="3927020" cy="31700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പാറകള്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‍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പിളര്‍ക്കുന്നു</a:t>
            </a:r>
            <a:endParaRPr lang="en-US" dirty="0">
              <a:latin typeface="ML-TTAathira" panose="04000000000000000000" pitchFamily="82" charset="0"/>
            </a:endParaRPr>
          </a:p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പാരിടം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കുലുങ്ങുന്നു</a:t>
            </a:r>
            <a:endParaRPr lang="en-US" dirty="0">
              <a:latin typeface="ML-TTAathira" panose="04000000000000000000" pitchFamily="82" charset="0"/>
            </a:endParaRPr>
          </a:p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കീറി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തിരശീലയും</a:t>
            </a:r>
            <a:endParaRPr lang="en-US" dirty="0">
              <a:latin typeface="ML-TTAathira" panose="04000000000000000000" pitchFamily="82" charset="0"/>
            </a:endParaRPr>
          </a:p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മേലില്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‍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നിന്നും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കീഴറ്റം</a:t>
            </a:r>
            <a:endParaRPr lang="en-US" dirty="0">
              <a:latin typeface="ML-TTAathira" panose="04000000000000000000" pitchFamily="82" charset="0"/>
            </a:endParaRPr>
          </a:p>
          <a:p>
            <a:endParaRPr lang="en-US" dirty="0">
              <a:latin typeface="ML-TTAathira" panose="04000000000000000000" pitchFamily="82" charset="0"/>
            </a:endParaRPr>
          </a:p>
          <a:p>
            <a:endParaRPr lang="en-US" dirty="0">
              <a:latin typeface="ML-TTAathira" panose="04000000000000000000" pitchFamily="82" charset="0"/>
              <a:cs typeface="Segoe UI"/>
            </a:endParaRPr>
          </a:p>
          <a:p>
            <a:endParaRPr lang="en-US" dirty="0">
              <a:solidFill>
                <a:srgbClr val="000000"/>
              </a:solidFill>
              <a:latin typeface="ML-TTAathira" panose="04000000000000000000" pitchFamily="82" charset="0"/>
              <a:ea typeface="+mn-lt"/>
              <a:cs typeface="+mn-lt"/>
            </a:endParaRPr>
          </a:p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പാപിയേ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!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നിന്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‍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പാപത്താല്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‍</a:t>
            </a:r>
            <a:endParaRPr lang="en-US" dirty="0">
              <a:latin typeface="ML-TTAathira" panose="04000000000000000000" pitchFamily="82" charset="0"/>
            </a:endParaRPr>
          </a:p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പുണ്യനാഥന്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‍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യേശുതാന്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‍</a:t>
            </a:r>
            <a:endParaRPr lang="en-US" dirty="0">
              <a:latin typeface="ML-TTAathira" panose="04000000000000000000" pitchFamily="82" charset="0"/>
            </a:endParaRPr>
          </a:p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പാരിന്നും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പരത്തിന്നും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 മ-</a:t>
            </a:r>
            <a:endParaRPr lang="en-US" dirty="0">
              <a:latin typeface="ML-TTAathira" panose="04000000000000000000" pitchFamily="82" charset="0"/>
            </a:endParaRPr>
          </a:p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ദ്ധ്യേ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മരത്തില്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‍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തൂങ്ങുന്നു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!</a:t>
            </a:r>
            <a:endParaRPr lang="en-US" dirty="0">
              <a:latin typeface="ML-TTAathira" panose="04000000000000000000" pitchFamily="82" charset="0"/>
              <a:ea typeface="+mn-lt"/>
              <a:cs typeface="+mn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2309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A9C5D-CEC7-62E4-D572-08B5974DD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B53B9-58C3-4ECA-AD5D-8566D767C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Part 1: </a:t>
            </a:r>
            <a:r>
              <a:rPr lang="en-US" dirty="0" err="1"/>
              <a:t>Daivame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daivame</a:t>
            </a:r>
            <a:r>
              <a:rPr lang="en-US" dirty="0"/>
              <a:t> (140)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2837E912-A19C-57D1-9DA9-9F54C8E8E06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72E8D2-05CC-4315-8734-10DD1817E8D7}"/>
              </a:ext>
            </a:extLst>
          </p:cNvPr>
          <p:cNvSpPr txBox="1"/>
          <p:nvPr/>
        </p:nvSpPr>
        <p:spPr>
          <a:xfrm>
            <a:off x="6918595" y="4786008"/>
            <a:ext cx="222540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Part 1 (Malayalam): 4 of 5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0C35B6-06C7-CF20-4104-C16FB006E514}"/>
              </a:ext>
            </a:extLst>
          </p:cNvPr>
          <p:cNvSpPr txBox="1"/>
          <p:nvPr/>
        </p:nvSpPr>
        <p:spPr>
          <a:xfrm>
            <a:off x="277837" y="1139556"/>
            <a:ext cx="4016828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Ninte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perkku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chaakuvaanu</a:t>
            </a:r>
            <a:br>
              <a:rPr lang="en-US" dirty="0">
                <a:solidFill>
                  <a:srgbClr val="110E39"/>
                </a:solidFill>
                <a:ea typeface="+mn-lt"/>
                <a:cs typeface="+mn-lt"/>
              </a:rPr>
            </a:b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Nilkkunneshu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krooshinmelu</a:t>
            </a:r>
            <a:br>
              <a:rPr lang="en-US" dirty="0">
                <a:solidFill>
                  <a:srgbClr val="110E39"/>
                </a:solidFill>
                <a:ea typeface="+mn-lt"/>
                <a:cs typeface="+mn-lt"/>
              </a:rPr>
            </a:b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Thante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shaantha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bhaavam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kaanka</a:t>
            </a:r>
            <a:br>
              <a:rPr lang="en-US" dirty="0">
                <a:solidFill>
                  <a:srgbClr val="110E39"/>
                </a:solidFill>
                <a:ea typeface="+mn-lt"/>
                <a:cs typeface="+mn-lt"/>
              </a:rPr>
            </a:b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Thaazhmayullorotu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polu</a:t>
            </a:r>
            <a:br>
              <a:rPr lang="en-US" dirty="0">
                <a:solidFill>
                  <a:srgbClr val="110E39"/>
                </a:solidFill>
                <a:ea typeface="+mn-lt"/>
                <a:cs typeface="+mn-lt"/>
              </a:rPr>
            </a:br>
            <a:endParaRPr lang="en-US" dirty="0">
              <a:solidFill>
                <a:srgbClr val="110E39"/>
              </a:solidFill>
              <a:ea typeface="+mn-lt"/>
              <a:cs typeface="+mn-lt"/>
            </a:endParaRPr>
          </a:p>
          <a:p>
            <a:br>
              <a:rPr lang="en-US" dirty="0">
                <a:solidFill>
                  <a:srgbClr val="110E39"/>
                </a:solidFill>
                <a:ea typeface="+mn-lt"/>
                <a:cs typeface="+mn-lt"/>
              </a:rPr>
            </a:b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Nammute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srashtaavivan</a:t>
            </a:r>
            <a:br>
              <a:rPr lang="en-US" dirty="0">
                <a:solidFill>
                  <a:srgbClr val="110E39"/>
                </a:solidFill>
                <a:ea typeface="+mn-lt"/>
                <a:cs typeface="+mn-lt"/>
              </a:rPr>
            </a:b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Sarvva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loka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naathan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thaan</a:t>
            </a:r>
            <a:br>
              <a:rPr lang="en-US" dirty="0">
                <a:solidFill>
                  <a:srgbClr val="110E39"/>
                </a:solidFill>
                <a:ea typeface="+mn-lt"/>
                <a:cs typeface="+mn-lt"/>
              </a:rPr>
            </a:b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Nammute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paapam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chumannu</a:t>
            </a:r>
            <a:br>
              <a:rPr lang="en-US" dirty="0">
                <a:solidFill>
                  <a:srgbClr val="110E39"/>
                </a:solidFill>
                <a:ea typeface="+mn-lt"/>
                <a:cs typeface="+mn-lt"/>
              </a:rPr>
            </a:b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Theerkkunnayyo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0E39"/>
                </a:solidFill>
                <a:ea typeface="+mn-lt"/>
                <a:cs typeface="+mn-lt"/>
              </a:rPr>
              <a:t>krooshinmel</a:t>
            </a:r>
            <a:r>
              <a:rPr lang="en-US" dirty="0">
                <a:solidFill>
                  <a:srgbClr val="110E39"/>
                </a:solidFill>
                <a:ea typeface="+mn-lt"/>
                <a:cs typeface="+mn-lt"/>
              </a:rPr>
              <a:t>!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B96B3B-2F7D-5E93-6FA4-D10A487F7802}"/>
              </a:ext>
            </a:extLst>
          </p:cNvPr>
          <p:cNvSpPr txBox="1"/>
          <p:nvPr/>
        </p:nvSpPr>
        <p:spPr>
          <a:xfrm>
            <a:off x="4451591" y="1156071"/>
            <a:ext cx="3927020" cy="28931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നിന്‍റെ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പേര്‍ക്കു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ചാകുവാന്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‍</a:t>
            </a:r>
            <a:endParaRPr lang="en-US" dirty="0">
              <a:latin typeface="ML-TTAathira" panose="04000000000000000000" pitchFamily="82" charset="0"/>
            </a:endParaRPr>
          </a:p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നില്‍ക്കുന്നേശു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ക്രൂശിന്മേല്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‍</a:t>
            </a:r>
            <a:endParaRPr lang="en-US" dirty="0">
              <a:latin typeface="ML-TTAathira" panose="04000000000000000000" pitchFamily="82" charset="0"/>
            </a:endParaRPr>
          </a:p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തന്‍റെ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ശാന്ത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ഭാവം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കാണ്‍ക</a:t>
            </a:r>
            <a:endParaRPr lang="en-US" dirty="0">
              <a:latin typeface="ML-TTAathira" panose="04000000000000000000" pitchFamily="82" charset="0"/>
            </a:endParaRPr>
          </a:p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താഴ്മയുള്ളോരാ</a:t>
            </a:r>
            <a:r>
              <a:rPr lang="ml-IN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ടു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പോല്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‍</a:t>
            </a:r>
            <a:endParaRPr lang="en-US" dirty="0">
              <a:latin typeface="ML-TTAathira" panose="04000000000000000000" pitchFamily="82" charset="0"/>
            </a:endParaRPr>
          </a:p>
          <a:p>
            <a:endParaRPr lang="en-US" dirty="0">
              <a:latin typeface="ML-TTAathira" panose="04000000000000000000" pitchFamily="82" charset="0"/>
            </a:endParaRPr>
          </a:p>
          <a:p>
            <a:endParaRPr lang="en-US" dirty="0">
              <a:latin typeface="ML-TTAathira" panose="04000000000000000000" pitchFamily="82" charset="0"/>
            </a:endParaRPr>
          </a:p>
          <a:p>
            <a:endParaRPr lang="en-US" dirty="0">
              <a:solidFill>
                <a:srgbClr val="000000"/>
              </a:solidFill>
              <a:latin typeface="ML-TTAathira" panose="04000000000000000000" pitchFamily="82" charset="0"/>
              <a:ea typeface="+mn-lt"/>
              <a:cs typeface="+mn-lt"/>
            </a:endParaRPr>
          </a:p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നമ്മുടെ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സ്രഷ്ടാവിവന്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‍</a:t>
            </a:r>
            <a:endParaRPr lang="en-US" dirty="0">
              <a:latin typeface="ML-TTAathira" panose="04000000000000000000" pitchFamily="82" charset="0"/>
            </a:endParaRPr>
          </a:p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സര്‍വ്വ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ലോകനാഥന്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‍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താന്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‍</a:t>
            </a:r>
            <a:endParaRPr lang="en-US" dirty="0">
              <a:latin typeface="ML-TTAathira" panose="04000000000000000000" pitchFamily="82" charset="0"/>
            </a:endParaRPr>
          </a:p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നമ്മുടെ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പാപം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ചുമന്നു</a:t>
            </a:r>
            <a:endParaRPr lang="en-US" dirty="0">
              <a:latin typeface="ML-TTAathira" panose="04000000000000000000" pitchFamily="82" charset="0"/>
            </a:endParaRPr>
          </a:p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തീര്‍ക്കുന്നയ്യോ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ക്രൂശിന്മേല്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‍</a:t>
            </a:r>
            <a:endParaRPr lang="en-US" dirty="0">
              <a:latin typeface="ML-TTAathir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72063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180A6-4B94-4B57-E2C3-667FC7EBF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1BC06-9201-9C48-B072-2D13EF2CD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Part 1: </a:t>
            </a:r>
            <a:r>
              <a:rPr lang="en-US" dirty="0" err="1"/>
              <a:t>Daivame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daivame</a:t>
            </a:r>
            <a:r>
              <a:rPr lang="en-US" dirty="0"/>
              <a:t> (140)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38F2653E-F301-07C7-A633-6CEB0DDC6C7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11A9CE-F28C-E967-A9BD-224C56CF8268}"/>
              </a:ext>
            </a:extLst>
          </p:cNvPr>
          <p:cNvSpPr txBox="1"/>
          <p:nvPr/>
        </p:nvSpPr>
        <p:spPr>
          <a:xfrm>
            <a:off x="6918595" y="4786008"/>
            <a:ext cx="222540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Part 1 (Malayalam): 5 of 5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1A428D-BDC3-B96F-B2D9-B6EF13CF416E}"/>
              </a:ext>
            </a:extLst>
          </p:cNvPr>
          <p:cNvSpPr txBox="1"/>
          <p:nvPr/>
        </p:nvSpPr>
        <p:spPr>
          <a:xfrm>
            <a:off x="519793" y="1970552"/>
            <a:ext cx="4016828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SG" dirty="0" err="1">
                <a:ea typeface="+mn-lt"/>
                <a:cs typeface="+mn-lt"/>
              </a:rPr>
              <a:t>Mannavaa</a:t>
            </a:r>
            <a:r>
              <a:rPr lang="en-SG" dirty="0">
                <a:ea typeface="+mn-lt"/>
                <a:cs typeface="+mn-lt"/>
              </a:rPr>
              <a:t> </a:t>
            </a:r>
            <a:r>
              <a:rPr lang="en-SG" dirty="0" err="1">
                <a:ea typeface="+mn-lt"/>
                <a:cs typeface="+mn-lt"/>
              </a:rPr>
              <a:t>en</a:t>
            </a:r>
            <a:r>
              <a:rPr lang="en-SG" dirty="0">
                <a:ea typeface="+mn-lt"/>
                <a:cs typeface="+mn-lt"/>
              </a:rPr>
              <a:t> </a:t>
            </a:r>
            <a:r>
              <a:rPr lang="en-SG" dirty="0" err="1">
                <a:ea typeface="+mn-lt"/>
                <a:cs typeface="+mn-lt"/>
              </a:rPr>
              <a:t>yeshuve</a:t>
            </a:r>
            <a:r>
              <a:rPr lang="en-SG" dirty="0">
                <a:ea typeface="+mn-lt"/>
                <a:cs typeface="+mn-lt"/>
              </a:rPr>
              <a:t>!</a:t>
            </a:r>
          </a:p>
          <a:p>
            <a:r>
              <a:rPr lang="en-SG" dirty="0" err="1">
                <a:ea typeface="+mn-lt"/>
                <a:cs typeface="+mn-lt"/>
              </a:rPr>
              <a:t>Enneyorhththukollhuka</a:t>
            </a:r>
            <a:endParaRPr lang="en-SG" dirty="0">
              <a:ea typeface="+mn-lt"/>
              <a:cs typeface="+mn-lt"/>
            </a:endParaRPr>
          </a:p>
          <a:p>
            <a:r>
              <a:rPr lang="en-SG" dirty="0" err="1">
                <a:ea typeface="+mn-lt"/>
                <a:cs typeface="+mn-lt"/>
              </a:rPr>
              <a:t>Ninte</a:t>
            </a:r>
            <a:r>
              <a:rPr lang="en-SG" dirty="0">
                <a:ea typeface="+mn-lt"/>
                <a:cs typeface="+mn-lt"/>
              </a:rPr>
              <a:t> </a:t>
            </a:r>
            <a:r>
              <a:rPr lang="en-SG" dirty="0" err="1">
                <a:ea typeface="+mn-lt"/>
                <a:cs typeface="+mn-lt"/>
              </a:rPr>
              <a:t>punhyaththil</a:t>
            </a:r>
            <a:r>
              <a:rPr lang="en-SG" dirty="0">
                <a:ea typeface="+mn-lt"/>
                <a:cs typeface="+mn-lt"/>
              </a:rPr>
              <a:t> </a:t>
            </a:r>
            <a:r>
              <a:rPr lang="en-SG" dirty="0" err="1">
                <a:ea typeface="+mn-lt"/>
                <a:cs typeface="+mn-lt"/>
              </a:rPr>
              <a:t>oramsham</a:t>
            </a:r>
            <a:endParaRPr lang="en-SG" dirty="0">
              <a:ea typeface="+mn-lt"/>
              <a:cs typeface="+mn-lt"/>
            </a:endParaRPr>
          </a:p>
          <a:p>
            <a:r>
              <a:rPr lang="en-SG" dirty="0">
                <a:ea typeface="+mn-lt"/>
                <a:cs typeface="+mn-lt"/>
              </a:rPr>
              <a:t>Ente </a:t>
            </a:r>
            <a:r>
              <a:rPr lang="en-SG" dirty="0" err="1">
                <a:ea typeface="+mn-lt"/>
                <a:cs typeface="+mn-lt"/>
              </a:rPr>
              <a:t>rakshayaakkuka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EB395A-C347-235D-FD2F-2CBB43A50841}"/>
              </a:ext>
            </a:extLst>
          </p:cNvPr>
          <p:cNvSpPr txBox="1"/>
          <p:nvPr/>
        </p:nvSpPr>
        <p:spPr>
          <a:xfrm>
            <a:off x="4607380" y="2032108"/>
            <a:ext cx="3927020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ml-IN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മന്നവാ എൻ യേശുവേ!</a:t>
            </a:r>
          </a:p>
          <a:p>
            <a:r>
              <a:rPr lang="ml-IN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എന്നെയോർത്തുകൊള്ളുക </a:t>
            </a:r>
          </a:p>
          <a:p>
            <a:r>
              <a:rPr lang="ml-IN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നിന്റെ പുണ്യത്തിൽ ഒരംശം </a:t>
            </a:r>
          </a:p>
          <a:p>
            <a:r>
              <a:rPr lang="ml-IN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എന്റെ രക്ഷയാക്കുക </a:t>
            </a:r>
            <a:endParaRPr lang="en-US" dirty="0">
              <a:latin typeface="ML-TTAathir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18048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25545-F3A8-BEF7-B9A8-02413AAF1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D857C2B-9EBD-D412-09EB-A4DAFD9D475B}"/>
              </a:ext>
            </a:extLst>
          </p:cNvPr>
          <p:cNvSpPr/>
          <p:nvPr/>
        </p:nvSpPr>
        <p:spPr>
          <a:xfrm>
            <a:off x="1721129" y="1070065"/>
            <a:ext cx="5949083" cy="2774462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E34E7-A67B-4734-427B-A7DEC64221C3}"/>
              </a:ext>
            </a:extLst>
          </p:cNvPr>
          <p:cNvSpPr txBox="1">
            <a:spLocks/>
          </p:cNvSpPr>
          <p:nvPr/>
        </p:nvSpPr>
        <p:spPr>
          <a:xfrm>
            <a:off x="1725698" y="1284224"/>
            <a:ext cx="5686906" cy="2700235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>
                <a:solidFill>
                  <a:schemeClr val="bg1"/>
                </a:solidFill>
                <a:latin typeface="Tenorite"/>
              </a:rPr>
              <a:t>Part 2</a:t>
            </a:r>
          </a:p>
          <a:p>
            <a:r>
              <a:rPr lang="en-US" i="1">
                <a:solidFill>
                  <a:schemeClr val="bg1"/>
                </a:solidFill>
                <a:latin typeface="Tenorite"/>
              </a:rPr>
              <a:t>Song No. 126 (English)</a:t>
            </a:r>
          </a:p>
        </p:txBody>
      </p:sp>
    </p:spTree>
    <p:extLst>
      <p:ext uri="{BB962C8B-B14F-4D97-AF65-F5344CB8AC3E}">
        <p14:creationId xmlns:p14="http://schemas.microsoft.com/office/powerpoint/2010/main" val="21752100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1DC7A-A477-2D32-6A9A-382D9DE43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8340E-FB28-6607-0B28-E0EB35841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Part 2: O sacred head now wounded</a:t>
            </a:r>
            <a:endParaRPr lang="en-US">
              <a:cs typeface="Segoe UI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0B2F6461-EA01-1C3C-B97F-24567C2E06CA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72903C-C985-F3D3-A3A0-F7D04D6531D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Part 2 (English): 1 of 3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6FBDF7-0764-2CDC-D3B4-0A83311011CA}"/>
              </a:ext>
            </a:extLst>
          </p:cNvPr>
          <p:cNvSpPr txBox="1"/>
          <p:nvPr/>
        </p:nvSpPr>
        <p:spPr>
          <a:xfrm>
            <a:off x="1890283" y="1288333"/>
            <a:ext cx="5365296" cy="31700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500">
                <a:solidFill>
                  <a:srgbClr val="110E39"/>
                </a:solidFill>
                <a:ea typeface="+mn-lt"/>
                <a:cs typeface="+mn-lt"/>
              </a:rPr>
              <a:t>O sacred Head once wounded,</a:t>
            </a:r>
            <a:br>
              <a:rPr lang="en-US" sz="2500">
                <a:ea typeface="+mn-lt"/>
                <a:cs typeface="+mn-lt"/>
              </a:rPr>
            </a:br>
            <a:r>
              <a:rPr lang="en-US" sz="2500">
                <a:solidFill>
                  <a:srgbClr val="110E39"/>
                </a:solidFill>
                <a:ea typeface="+mn-lt"/>
                <a:cs typeface="+mn-lt"/>
              </a:rPr>
              <a:t>With grief and pain </a:t>
            </a:r>
            <a:r>
              <a:rPr lang="en-US" sz="2500" err="1">
                <a:solidFill>
                  <a:srgbClr val="110E39"/>
                </a:solidFill>
                <a:ea typeface="+mn-lt"/>
                <a:cs typeface="+mn-lt"/>
              </a:rPr>
              <a:t>weigh'd</a:t>
            </a:r>
            <a:r>
              <a:rPr lang="en-US" sz="2500">
                <a:solidFill>
                  <a:srgbClr val="110E39"/>
                </a:solidFill>
                <a:ea typeface="+mn-lt"/>
                <a:cs typeface="+mn-lt"/>
              </a:rPr>
              <a:t> down,</a:t>
            </a:r>
            <a:br>
              <a:rPr lang="en-US" sz="2500">
                <a:ea typeface="+mn-lt"/>
                <a:cs typeface="+mn-lt"/>
              </a:rPr>
            </a:br>
            <a:r>
              <a:rPr lang="en-US" sz="2500">
                <a:solidFill>
                  <a:srgbClr val="110E39"/>
                </a:solidFill>
                <a:ea typeface="+mn-lt"/>
                <a:cs typeface="+mn-lt"/>
              </a:rPr>
              <a:t>How scornfully surrounded</a:t>
            </a:r>
            <a:br>
              <a:rPr lang="en-US" sz="2500">
                <a:ea typeface="+mn-lt"/>
                <a:cs typeface="+mn-lt"/>
              </a:rPr>
            </a:br>
            <a:r>
              <a:rPr lang="en-US" sz="2500">
                <a:solidFill>
                  <a:srgbClr val="110E39"/>
                </a:solidFill>
                <a:ea typeface="+mn-lt"/>
                <a:cs typeface="+mn-lt"/>
              </a:rPr>
              <a:t>With thorns, Thine only crown;</a:t>
            </a:r>
            <a:br>
              <a:rPr lang="en-US" sz="2500">
                <a:ea typeface="+mn-lt"/>
                <a:cs typeface="+mn-lt"/>
              </a:rPr>
            </a:br>
            <a:r>
              <a:rPr lang="en-US" sz="2500">
                <a:solidFill>
                  <a:srgbClr val="110E39"/>
                </a:solidFill>
                <a:ea typeface="+mn-lt"/>
                <a:cs typeface="+mn-lt"/>
              </a:rPr>
              <a:t>How art Thou pale with anguish,</a:t>
            </a:r>
            <a:br>
              <a:rPr lang="en-US" sz="2500">
                <a:ea typeface="+mn-lt"/>
                <a:cs typeface="+mn-lt"/>
              </a:rPr>
            </a:br>
            <a:r>
              <a:rPr lang="en-US" sz="2500">
                <a:solidFill>
                  <a:srgbClr val="110E39"/>
                </a:solidFill>
                <a:ea typeface="+mn-lt"/>
                <a:cs typeface="+mn-lt"/>
              </a:rPr>
              <a:t>With sore abuse and scorn!</a:t>
            </a:r>
            <a:br>
              <a:rPr lang="en-US" sz="2500">
                <a:ea typeface="+mn-lt"/>
                <a:cs typeface="+mn-lt"/>
              </a:rPr>
            </a:br>
            <a:r>
              <a:rPr lang="en-US" sz="2500">
                <a:solidFill>
                  <a:srgbClr val="110E39"/>
                </a:solidFill>
                <a:ea typeface="+mn-lt"/>
                <a:cs typeface="+mn-lt"/>
              </a:rPr>
              <a:t>How does that visage languish,</a:t>
            </a:r>
            <a:br>
              <a:rPr lang="en-US" sz="2500">
                <a:ea typeface="+mn-lt"/>
                <a:cs typeface="+mn-lt"/>
              </a:rPr>
            </a:br>
            <a:r>
              <a:rPr lang="en-US" sz="2500">
                <a:solidFill>
                  <a:srgbClr val="110E39"/>
                </a:solidFill>
                <a:ea typeface="+mn-lt"/>
                <a:cs typeface="+mn-lt"/>
              </a:rPr>
              <a:t>Which once was bright as morn!</a:t>
            </a:r>
            <a:endParaRPr lang="en-US" sz="25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786692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5D659-95E8-F48B-B983-C2CEB519A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AAF4B-8828-B2D2-C429-EC0111418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Part 2: O sacred head now wounded</a:t>
            </a:r>
            <a:endParaRPr lang="en-US">
              <a:cs typeface="Segoe UI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C3BA1287-EC9A-4842-6131-540EB6E9ED7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533F21-CE9C-18FC-7C5C-AD10443E0708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Part 2 (English): 2 of 3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782CAC-8795-5D9A-6BF4-327F7CAFB4EE}"/>
              </a:ext>
            </a:extLst>
          </p:cNvPr>
          <p:cNvSpPr txBox="1"/>
          <p:nvPr/>
        </p:nvSpPr>
        <p:spPr>
          <a:xfrm>
            <a:off x="2090308" y="1125049"/>
            <a:ext cx="4955721" cy="31700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500">
                <a:solidFill>
                  <a:srgbClr val="110E39"/>
                </a:solidFill>
                <a:ea typeface="+mn-lt"/>
                <a:cs typeface="+mn-lt"/>
              </a:rPr>
              <a:t>O sacred Head, what glory, 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 algn="ctr"/>
            <a:r>
              <a:rPr lang="en-US" sz="2500">
                <a:solidFill>
                  <a:srgbClr val="110E39"/>
                </a:solidFill>
                <a:cs typeface="Segoe UI"/>
              </a:rPr>
              <a:t>What bliss till now was Thine!</a:t>
            </a:r>
          </a:p>
          <a:p>
            <a:pPr algn="ctr"/>
            <a:r>
              <a:rPr lang="en-US" sz="2500">
                <a:solidFill>
                  <a:srgbClr val="110E39"/>
                </a:solidFill>
                <a:cs typeface="Segoe UI"/>
              </a:rPr>
              <a:t>Yet, though despised and gory,</a:t>
            </a:r>
          </a:p>
          <a:p>
            <a:pPr algn="ctr"/>
            <a:r>
              <a:rPr lang="en-US" sz="2500">
                <a:solidFill>
                  <a:srgbClr val="110E39"/>
                </a:solidFill>
                <a:cs typeface="Segoe UI"/>
              </a:rPr>
              <a:t>I joy to call Thee mine;</a:t>
            </a:r>
          </a:p>
          <a:p>
            <a:pPr algn="ctr"/>
            <a:r>
              <a:rPr lang="en-US" sz="2500">
                <a:solidFill>
                  <a:srgbClr val="110E39"/>
                </a:solidFill>
                <a:cs typeface="Segoe UI"/>
              </a:rPr>
              <a:t>Thy grief and Thy compassion</a:t>
            </a:r>
          </a:p>
          <a:p>
            <a:pPr algn="ctr"/>
            <a:r>
              <a:rPr lang="en-US" sz="2500">
                <a:solidFill>
                  <a:srgbClr val="110E39"/>
                </a:solidFill>
                <a:cs typeface="Segoe UI"/>
              </a:rPr>
              <a:t>Were all for sinners' gain;</a:t>
            </a:r>
          </a:p>
          <a:p>
            <a:pPr algn="ctr"/>
            <a:r>
              <a:rPr lang="en-US" sz="2500">
                <a:solidFill>
                  <a:srgbClr val="110E39"/>
                </a:solidFill>
                <a:cs typeface="Segoe UI"/>
              </a:rPr>
              <a:t>Mine, mine was the transgression,</a:t>
            </a:r>
          </a:p>
          <a:p>
            <a:pPr algn="ctr"/>
            <a:r>
              <a:rPr lang="en-US" sz="2500">
                <a:solidFill>
                  <a:srgbClr val="110E39"/>
                </a:solidFill>
                <a:cs typeface="Segoe UI"/>
              </a:rPr>
              <a:t>But Thine the deadly pain.</a:t>
            </a:r>
          </a:p>
        </p:txBody>
      </p:sp>
    </p:spTree>
    <p:extLst>
      <p:ext uri="{BB962C8B-B14F-4D97-AF65-F5344CB8AC3E}">
        <p14:creationId xmlns:p14="http://schemas.microsoft.com/office/powerpoint/2010/main" val="20702604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D5784-1820-509D-E7F0-D3864682B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C7CFB-D806-8A1B-DBE8-40FB7E34F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Part 2: O sacred head now wounded</a:t>
            </a:r>
            <a:endParaRPr lang="en-US">
              <a:cs typeface="Segoe UI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288B3991-49BA-EE3F-B22F-2AF98016B3D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6176DA-2274-4037-1524-449704AFC64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Part 2 (English): 3 of 3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F5E99E-707C-5ECC-7E7A-937E7C83CBDA}"/>
              </a:ext>
            </a:extLst>
          </p:cNvPr>
          <p:cNvSpPr txBox="1"/>
          <p:nvPr/>
        </p:nvSpPr>
        <p:spPr>
          <a:xfrm>
            <a:off x="2090308" y="1157587"/>
            <a:ext cx="4955721" cy="31700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500">
                <a:solidFill>
                  <a:srgbClr val="110E39"/>
                </a:solidFill>
                <a:ea typeface="+mn-lt"/>
                <a:cs typeface="+mn-lt"/>
              </a:rPr>
              <a:t>What language shall I borrow</a:t>
            </a:r>
            <a:br>
              <a:rPr lang="en-US" sz="2500">
                <a:solidFill>
                  <a:srgbClr val="110E39"/>
                </a:solidFill>
                <a:ea typeface="+mn-lt"/>
                <a:cs typeface="+mn-lt"/>
              </a:rPr>
            </a:br>
            <a:r>
              <a:rPr lang="en-US" sz="2500">
                <a:solidFill>
                  <a:srgbClr val="110E39"/>
                </a:solidFill>
                <a:ea typeface="+mn-lt"/>
                <a:cs typeface="+mn-lt"/>
              </a:rPr>
              <a:t>To praise Thee, heavenly Friend,</a:t>
            </a:r>
            <a:br>
              <a:rPr lang="en-US" sz="2500">
                <a:solidFill>
                  <a:srgbClr val="110E39"/>
                </a:solidFill>
                <a:ea typeface="+mn-lt"/>
                <a:cs typeface="+mn-lt"/>
              </a:rPr>
            </a:br>
            <a:r>
              <a:rPr lang="en-US" sz="2500">
                <a:solidFill>
                  <a:srgbClr val="110E39"/>
                </a:solidFill>
                <a:ea typeface="+mn-lt"/>
                <a:cs typeface="+mn-lt"/>
              </a:rPr>
              <a:t>For this Thy dying sorrow,</a:t>
            </a:r>
            <a:br>
              <a:rPr lang="en-US" sz="2500">
                <a:solidFill>
                  <a:srgbClr val="110E39"/>
                </a:solidFill>
                <a:ea typeface="+mn-lt"/>
                <a:cs typeface="+mn-lt"/>
              </a:rPr>
            </a:br>
            <a:r>
              <a:rPr lang="en-US" sz="2500">
                <a:solidFill>
                  <a:srgbClr val="110E39"/>
                </a:solidFill>
                <a:ea typeface="+mn-lt"/>
                <a:cs typeface="+mn-lt"/>
              </a:rPr>
              <a:t>Thy pity without end?</a:t>
            </a:r>
            <a:br>
              <a:rPr lang="en-US" sz="2500">
                <a:solidFill>
                  <a:srgbClr val="110E39"/>
                </a:solidFill>
                <a:ea typeface="+mn-lt"/>
                <a:cs typeface="+mn-lt"/>
              </a:rPr>
            </a:br>
            <a:r>
              <a:rPr lang="en-US" sz="2500">
                <a:solidFill>
                  <a:srgbClr val="110E39"/>
                </a:solidFill>
                <a:ea typeface="+mn-lt"/>
                <a:cs typeface="+mn-lt"/>
              </a:rPr>
              <a:t>Lord, make me Thine forever,</a:t>
            </a:r>
            <a:br>
              <a:rPr lang="en-US" sz="2500">
                <a:solidFill>
                  <a:srgbClr val="110E39"/>
                </a:solidFill>
                <a:ea typeface="+mn-lt"/>
                <a:cs typeface="+mn-lt"/>
              </a:rPr>
            </a:br>
            <a:r>
              <a:rPr lang="en-US" sz="2500">
                <a:solidFill>
                  <a:srgbClr val="110E39"/>
                </a:solidFill>
                <a:ea typeface="+mn-lt"/>
                <a:cs typeface="+mn-lt"/>
              </a:rPr>
              <a:t>Nor let me faithless prove,</a:t>
            </a:r>
            <a:br>
              <a:rPr lang="en-US" sz="2500">
                <a:solidFill>
                  <a:srgbClr val="110E39"/>
                </a:solidFill>
                <a:ea typeface="+mn-lt"/>
                <a:cs typeface="+mn-lt"/>
              </a:rPr>
            </a:br>
            <a:r>
              <a:rPr lang="en-US" sz="2500">
                <a:solidFill>
                  <a:srgbClr val="110E39"/>
                </a:solidFill>
                <a:ea typeface="+mn-lt"/>
                <a:cs typeface="+mn-lt"/>
              </a:rPr>
              <a:t>Oh, let me never, never</a:t>
            </a:r>
            <a:br>
              <a:rPr lang="en-US" sz="2500">
                <a:solidFill>
                  <a:srgbClr val="110E39"/>
                </a:solidFill>
                <a:ea typeface="+mn-lt"/>
                <a:cs typeface="+mn-lt"/>
              </a:rPr>
            </a:br>
            <a:r>
              <a:rPr lang="en-US" sz="2500">
                <a:solidFill>
                  <a:srgbClr val="110E39"/>
                </a:solidFill>
                <a:ea typeface="+mn-lt"/>
                <a:cs typeface="+mn-lt"/>
              </a:rPr>
              <a:t>Abuse such dying love.</a:t>
            </a:r>
            <a:endParaRPr lang="en-US" sz="25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555865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23B826F-1EDA-129F-EC70-2DC957D4F038}"/>
              </a:ext>
            </a:extLst>
          </p:cNvPr>
          <p:cNvSpPr/>
          <p:nvPr/>
        </p:nvSpPr>
        <p:spPr>
          <a:xfrm>
            <a:off x="2183739" y="1297261"/>
            <a:ext cx="5266377" cy="1731401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2189699" y="1308253"/>
            <a:ext cx="5260417" cy="2057757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  <a:latin typeface="Tenorite"/>
              </a:rPr>
              <a:t>Offertory</a:t>
            </a:r>
            <a:endParaRPr lang="en-GB">
              <a:solidFill>
                <a:schemeClr val="bg1"/>
              </a:solidFill>
            </a:endParaRPr>
          </a:p>
          <a:p>
            <a:r>
              <a:rPr lang="en-GB" i="1">
                <a:solidFill>
                  <a:schemeClr val="bg1"/>
                </a:solidFill>
                <a:latin typeface="Tenorite"/>
              </a:rPr>
              <a:t>Song No. 1134</a:t>
            </a:r>
            <a:endParaRPr lang="en-GB">
              <a:gradFill>
                <a:gsLst>
                  <a:gs pos="7000">
                    <a:srgbClr val="001A52"/>
                  </a:gs>
                  <a:gs pos="21000">
                    <a:srgbClr val="008FD3"/>
                  </a:gs>
                  <a:gs pos="40000">
                    <a:srgbClr val="9BBDC9"/>
                  </a:gs>
                  <a:gs pos="55000">
                    <a:prstClr val="white"/>
                  </a:gs>
                </a:gsLst>
                <a:lin ang="5400000" scaled="1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12178835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egoe UI"/>
                <a:cs typeface="Segoe UI"/>
              </a:rPr>
              <a:t>Offertory – There is a green hill far away</a:t>
            </a:r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Offertory : 1 of 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977EB1-CBD2-2A19-FF44-FE6AFEF294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114119" y="1279570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0127C6D-3342-C831-3981-C5030CF3B941}"/>
              </a:ext>
            </a:extLst>
          </p:cNvPr>
          <p:cNvSpPr txBox="1"/>
          <p:nvPr/>
        </p:nvSpPr>
        <p:spPr>
          <a:xfrm>
            <a:off x="74150" y="707730"/>
            <a:ext cx="5964555" cy="34163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There is a green hill far away,</a:t>
            </a:r>
            <a:br>
              <a:rPr lang="en-SG" sz="2400">
                <a:solidFill>
                  <a:srgbClr val="000000"/>
                </a:solidFill>
                <a:ea typeface="+mn-lt"/>
                <a:cs typeface="+mn-lt"/>
              </a:rPr>
            </a:br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Outside a city wall,</a:t>
            </a:r>
            <a:br>
              <a:rPr lang="en-SG" sz="2400">
                <a:solidFill>
                  <a:srgbClr val="000000"/>
                </a:solidFill>
                <a:ea typeface="+mn-lt"/>
                <a:cs typeface="+mn-lt"/>
              </a:rPr>
            </a:br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Where the dear Lord was crucified,</a:t>
            </a:r>
            <a:br>
              <a:rPr lang="en-SG" sz="2400">
                <a:solidFill>
                  <a:srgbClr val="000000"/>
                </a:solidFill>
                <a:ea typeface="+mn-lt"/>
                <a:cs typeface="+mn-lt"/>
              </a:rPr>
            </a:br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Who died to save us all.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endParaRPr lang="en-SG" sz="2400">
              <a:ea typeface="+mn-lt"/>
              <a:cs typeface="+mn-lt"/>
            </a:endParaRPr>
          </a:p>
          <a:p>
            <a:r>
              <a:rPr lang="en-SG" sz="2400">
                <a:ea typeface="+mn-lt"/>
                <a:cs typeface="+mn-lt"/>
              </a:rPr>
              <a:t>We may not know, we cannot tell</a:t>
            </a:r>
            <a:br>
              <a:rPr lang="en-SG" sz="2400">
                <a:ea typeface="+mn-lt"/>
                <a:cs typeface="+mn-lt"/>
              </a:rPr>
            </a:br>
            <a:r>
              <a:rPr lang="en-SG" sz="2400">
                <a:ea typeface="+mn-lt"/>
                <a:cs typeface="+mn-lt"/>
              </a:rPr>
              <a:t>What pains He had to bear,</a:t>
            </a:r>
            <a:br>
              <a:rPr lang="en-SG" sz="2400">
                <a:ea typeface="+mn-lt"/>
                <a:cs typeface="+mn-lt"/>
              </a:rPr>
            </a:br>
            <a:r>
              <a:rPr lang="en-SG" sz="2400">
                <a:ea typeface="+mn-lt"/>
                <a:cs typeface="+mn-lt"/>
              </a:rPr>
              <a:t>But we believe it was for us</a:t>
            </a:r>
            <a:br>
              <a:rPr lang="en-SG" sz="2400">
                <a:ea typeface="+mn-lt"/>
                <a:cs typeface="+mn-lt"/>
              </a:rPr>
            </a:br>
            <a:r>
              <a:rPr lang="en-SG" sz="2400">
                <a:ea typeface="+mn-lt"/>
                <a:cs typeface="+mn-lt"/>
              </a:rPr>
              <a:t>He hung and suffered there.</a:t>
            </a:r>
            <a:endParaRPr lang="en-SG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3464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80C84-6F71-1DAE-05FB-80DC41C99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5039F-3EEB-6AF8-4B82-620F39101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egoe UI"/>
                <a:cs typeface="Segoe UI"/>
              </a:rPr>
              <a:t>Offertory – There is a green hill far away</a:t>
            </a:r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340DBB7-0779-6C73-47EB-2EC6355A6D2E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A8D98C-C2C8-43DF-3668-6910BB07B32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Offertory : 2 of 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38EAB3-F8AC-3D13-B9F3-BC3A91017B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114119" y="1279570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CA7A7BF-BF3A-16B0-FBBB-FC08304CF98A}"/>
              </a:ext>
            </a:extLst>
          </p:cNvPr>
          <p:cNvSpPr txBox="1"/>
          <p:nvPr/>
        </p:nvSpPr>
        <p:spPr>
          <a:xfrm>
            <a:off x="74150" y="707730"/>
            <a:ext cx="5964555" cy="369331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400" dirty="0">
                <a:solidFill>
                  <a:srgbClr val="000000"/>
                </a:solidFill>
                <a:ea typeface="+mn-lt"/>
                <a:cs typeface="+mn-lt"/>
              </a:rPr>
              <a:t>He died that we might be </a:t>
            </a:r>
            <a:r>
              <a:rPr lang="en-SG" sz="2400" dirty="0" err="1">
                <a:solidFill>
                  <a:srgbClr val="000000"/>
                </a:solidFill>
                <a:ea typeface="+mn-lt"/>
                <a:cs typeface="+mn-lt"/>
              </a:rPr>
              <a:t>forgiv’n</a:t>
            </a:r>
            <a:r>
              <a:rPr lang="en-SG" sz="2400" dirty="0">
                <a:solidFill>
                  <a:srgbClr val="000000"/>
                </a:solidFill>
                <a:ea typeface="+mn-lt"/>
                <a:cs typeface="+mn-lt"/>
              </a:rPr>
              <a:t>,</a:t>
            </a:r>
            <a:br>
              <a:rPr lang="en-SG" sz="2400" dirty="0">
                <a:solidFill>
                  <a:srgbClr val="000000"/>
                </a:solidFill>
                <a:ea typeface="+mn-lt"/>
                <a:cs typeface="+mn-lt"/>
              </a:rPr>
            </a:br>
            <a:r>
              <a:rPr lang="en-SG" sz="2400" dirty="0">
                <a:solidFill>
                  <a:srgbClr val="000000"/>
                </a:solidFill>
                <a:ea typeface="+mn-lt"/>
                <a:cs typeface="+mn-lt"/>
              </a:rPr>
              <a:t>He died to make us good,</a:t>
            </a:r>
            <a:br>
              <a:rPr lang="en-SG" sz="2400" dirty="0">
                <a:solidFill>
                  <a:srgbClr val="000000"/>
                </a:solidFill>
                <a:ea typeface="+mn-lt"/>
                <a:cs typeface="+mn-lt"/>
              </a:rPr>
            </a:br>
            <a:r>
              <a:rPr lang="en-SG" sz="2400" dirty="0">
                <a:solidFill>
                  <a:srgbClr val="000000"/>
                </a:solidFill>
                <a:ea typeface="+mn-lt"/>
                <a:cs typeface="+mn-lt"/>
              </a:rPr>
              <a:t>That we might go at last to </a:t>
            </a:r>
            <a:r>
              <a:rPr lang="en-SG" sz="2400" dirty="0" err="1">
                <a:solidFill>
                  <a:srgbClr val="000000"/>
                </a:solidFill>
                <a:ea typeface="+mn-lt"/>
                <a:cs typeface="+mn-lt"/>
              </a:rPr>
              <a:t>heav’n</a:t>
            </a:r>
            <a:r>
              <a:rPr lang="en-SG" sz="2400" dirty="0">
                <a:solidFill>
                  <a:srgbClr val="000000"/>
                </a:solidFill>
                <a:ea typeface="+mn-lt"/>
                <a:cs typeface="+mn-lt"/>
              </a:rPr>
              <a:t>,</a:t>
            </a:r>
            <a:br>
              <a:rPr lang="en-SG" sz="2400" dirty="0">
                <a:solidFill>
                  <a:srgbClr val="000000"/>
                </a:solidFill>
                <a:ea typeface="+mn-lt"/>
                <a:cs typeface="+mn-lt"/>
              </a:rPr>
            </a:br>
            <a:r>
              <a:rPr lang="en-SG" sz="2400" dirty="0">
                <a:solidFill>
                  <a:srgbClr val="000000"/>
                </a:solidFill>
                <a:ea typeface="+mn-lt"/>
                <a:cs typeface="+mn-lt"/>
              </a:rPr>
              <a:t>Saved by His precious blood.</a:t>
            </a:r>
            <a:endParaRPr lang="en-GB" sz="2400">
              <a:solidFill>
                <a:srgbClr val="000000"/>
              </a:solidFill>
              <a:ea typeface="+mn-lt"/>
              <a:cs typeface="+mn-lt"/>
            </a:endParaRPr>
          </a:p>
          <a:p>
            <a:endParaRPr lang="en-GB" sz="2400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SG" sz="2400" dirty="0">
                <a:solidFill>
                  <a:srgbClr val="000000"/>
                </a:solidFill>
                <a:ea typeface="+mn-lt"/>
                <a:cs typeface="+mn-lt"/>
              </a:rPr>
              <a:t>There was no other good enough</a:t>
            </a:r>
            <a:br>
              <a:rPr lang="en-SG" sz="2400" dirty="0">
                <a:solidFill>
                  <a:srgbClr val="000000"/>
                </a:solidFill>
                <a:ea typeface="+mn-lt"/>
                <a:cs typeface="+mn-lt"/>
              </a:rPr>
            </a:br>
            <a:r>
              <a:rPr lang="en-SG" sz="2400" dirty="0">
                <a:solidFill>
                  <a:srgbClr val="000000"/>
                </a:solidFill>
                <a:ea typeface="+mn-lt"/>
                <a:cs typeface="+mn-lt"/>
              </a:rPr>
              <a:t>To pay the price of sin,</a:t>
            </a:r>
            <a:br>
              <a:rPr lang="en-SG" sz="2400" dirty="0">
                <a:solidFill>
                  <a:srgbClr val="000000"/>
                </a:solidFill>
                <a:ea typeface="+mn-lt"/>
                <a:cs typeface="+mn-lt"/>
              </a:rPr>
            </a:br>
            <a:r>
              <a:rPr lang="en-SG" sz="2400" dirty="0">
                <a:solidFill>
                  <a:srgbClr val="000000"/>
                </a:solidFill>
                <a:ea typeface="+mn-lt"/>
                <a:cs typeface="+mn-lt"/>
              </a:rPr>
              <a:t>He only could unlock the gate</a:t>
            </a:r>
            <a:br>
              <a:rPr lang="en-SG" sz="2400" dirty="0">
                <a:solidFill>
                  <a:srgbClr val="000000"/>
                </a:solidFill>
                <a:ea typeface="+mn-lt"/>
                <a:cs typeface="+mn-lt"/>
              </a:rPr>
            </a:br>
            <a:r>
              <a:rPr lang="en-SG" sz="2400" dirty="0">
                <a:solidFill>
                  <a:srgbClr val="000000"/>
                </a:solidFill>
                <a:ea typeface="+mn-lt"/>
                <a:cs typeface="+mn-lt"/>
              </a:rPr>
              <a:t>Of </a:t>
            </a:r>
            <a:r>
              <a:rPr lang="en-SG" sz="2400" dirty="0" err="1">
                <a:solidFill>
                  <a:srgbClr val="000000"/>
                </a:solidFill>
                <a:ea typeface="+mn-lt"/>
                <a:cs typeface="+mn-lt"/>
              </a:rPr>
              <a:t>heav’n</a:t>
            </a:r>
            <a:r>
              <a:rPr lang="en-SG" sz="2400" dirty="0">
                <a:solidFill>
                  <a:srgbClr val="000000"/>
                </a:solidFill>
                <a:ea typeface="+mn-lt"/>
                <a:cs typeface="+mn-lt"/>
              </a:rPr>
              <a:t> and let us in.</a:t>
            </a:r>
            <a:endParaRPr lang="en-US" dirty="0">
              <a:ea typeface="+mn-lt"/>
              <a:cs typeface="+mn-lt"/>
            </a:endParaRPr>
          </a:p>
          <a:p>
            <a:endParaRPr lang="en-SG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277874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A7CBA-9543-6AC7-813B-6BCDF44C4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E58E5-27F8-77B4-CF69-B1361CF15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egoe UI"/>
                <a:cs typeface="Segoe UI"/>
              </a:rPr>
              <a:t>Offertory – There is a green hill far away</a:t>
            </a:r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29E5BBD-67EF-64F7-35A4-BEA39CD65657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42BCD0-EE9A-F389-BF92-4EACEF227DF4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Offertory : 3 of 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282BD8-A62E-2895-7075-A99821D9DB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114119" y="1279570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09A0362-3412-39EA-FACE-1565BA720546}"/>
              </a:ext>
            </a:extLst>
          </p:cNvPr>
          <p:cNvSpPr txBox="1"/>
          <p:nvPr/>
        </p:nvSpPr>
        <p:spPr>
          <a:xfrm>
            <a:off x="74150" y="707730"/>
            <a:ext cx="5964555" cy="34163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 dirty="0">
              <a:ea typeface="+mn-lt"/>
              <a:cs typeface="+mn-lt"/>
            </a:endParaRPr>
          </a:p>
          <a:p>
            <a:endParaRPr lang="en-SG" sz="2400" dirty="0">
              <a:ea typeface="+mn-lt"/>
              <a:cs typeface="+mn-lt"/>
            </a:endParaRPr>
          </a:p>
          <a:p>
            <a:r>
              <a:rPr lang="en-SG" sz="2400" dirty="0">
                <a:ea typeface="+mn-lt"/>
                <a:cs typeface="+mn-lt"/>
              </a:rPr>
              <a:t>Oh, dearly, dearly has He loved!</a:t>
            </a:r>
            <a:br>
              <a:rPr lang="en-SG" sz="2400" dirty="0">
                <a:ea typeface="+mn-lt"/>
                <a:cs typeface="+mn-lt"/>
              </a:rPr>
            </a:br>
            <a:r>
              <a:rPr lang="en-SG" sz="2400" dirty="0">
                <a:ea typeface="+mn-lt"/>
                <a:cs typeface="+mn-lt"/>
              </a:rPr>
              <a:t>And we must love Him too</a:t>
            </a:r>
            <a:br>
              <a:rPr lang="en-SG" sz="2400" dirty="0">
                <a:ea typeface="+mn-lt"/>
                <a:cs typeface="+mn-lt"/>
              </a:rPr>
            </a:br>
            <a:r>
              <a:rPr lang="en-SG" sz="2400" dirty="0">
                <a:ea typeface="+mn-lt"/>
                <a:cs typeface="+mn-lt"/>
              </a:rPr>
              <a:t>And trust in His redeeming blood</a:t>
            </a:r>
            <a:br>
              <a:rPr lang="en-SG" sz="2400" dirty="0">
                <a:ea typeface="+mn-lt"/>
                <a:cs typeface="+mn-lt"/>
              </a:rPr>
            </a:br>
            <a:r>
              <a:rPr lang="en-SG" sz="2400" dirty="0">
                <a:ea typeface="+mn-lt"/>
                <a:cs typeface="+mn-lt"/>
              </a:rPr>
              <a:t>And try His works to do.</a:t>
            </a:r>
            <a:endParaRPr lang="en-SG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466665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794A3-C0D3-22D4-32E5-4EFE554FD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50C0C5A-8723-33F9-A33A-5D80AD77946B}"/>
              </a:ext>
            </a:extLst>
          </p:cNvPr>
          <p:cNvSpPr/>
          <p:nvPr/>
        </p:nvSpPr>
        <p:spPr>
          <a:xfrm>
            <a:off x="1936089" y="1754461"/>
            <a:ext cx="5266377" cy="1883801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70738-4EE3-1303-A5CD-FDCC7B704E2C}"/>
              </a:ext>
            </a:extLst>
          </p:cNvPr>
          <p:cNvSpPr txBox="1">
            <a:spLocks/>
          </p:cNvSpPr>
          <p:nvPr/>
        </p:nvSpPr>
        <p:spPr>
          <a:xfrm>
            <a:off x="1942049" y="1908328"/>
            <a:ext cx="5260417" cy="2372082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  <a:latin typeface="Tenorite"/>
              </a:rPr>
              <a:t>Offertory</a:t>
            </a:r>
          </a:p>
          <a:p>
            <a:r>
              <a:rPr lang="en-GB" i="1">
                <a:solidFill>
                  <a:schemeClr val="bg1"/>
                </a:solidFill>
                <a:latin typeface="Tenorite"/>
              </a:rPr>
              <a:t>Song No. 115</a:t>
            </a:r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83558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F74D1-FC5E-3C42-A06E-C6D6C32F0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E20CA-75E8-05FD-EE3F-2DB3F850C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egoe UI"/>
                <a:cs typeface="Segoe UI"/>
              </a:rPr>
              <a:t>Offertory – When I survey the wondrous cross</a:t>
            </a:r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6886165-3292-C77C-D15C-2C1C9CD749B5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A570F7-7017-3A1F-88C7-EC7EDFFC8328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Offertory : 1 of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074BBD-8BE0-6549-3898-1F4828E04C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114119" y="1279570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33BB901-46F5-1318-F165-B355B177583A}"/>
              </a:ext>
            </a:extLst>
          </p:cNvPr>
          <p:cNvSpPr txBox="1"/>
          <p:nvPr/>
        </p:nvSpPr>
        <p:spPr>
          <a:xfrm>
            <a:off x="74150" y="707730"/>
            <a:ext cx="5964555" cy="34163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400">
                <a:ea typeface="+mn-lt"/>
                <a:cs typeface="+mn-lt"/>
              </a:rPr>
              <a:t>When I survey the wondrous cross</a:t>
            </a:r>
            <a:br>
              <a:rPr lang="en-SG" sz="2400">
                <a:ea typeface="+mn-lt"/>
                <a:cs typeface="+mn-lt"/>
              </a:rPr>
            </a:br>
            <a:r>
              <a:rPr lang="en-SG" sz="2400">
                <a:ea typeface="+mn-lt"/>
                <a:cs typeface="+mn-lt"/>
              </a:rPr>
              <a:t>On which the Prince of Glory died</a:t>
            </a:r>
            <a:br>
              <a:rPr lang="en-SG" sz="2400">
                <a:ea typeface="+mn-lt"/>
                <a:cs typeface="+mn-lt"/>
              </a:rPr>
            </a:br>
            <a:r>
              <a:rPr lang="en-SG" sz="2400">
                <a:ea typeface="+mn-lt"/>
                <a:cs typeface="+mn-lt"/>
              </a:rPr>
              <a:t>My richest gain I count but loss</a:t>
            </a:r>
            <a:br>
              <a:rPr lang="en-SG" sz="2400">
                <a:ea typeface="+mn-lt"/>
                <a:cs typeface="+mn-lt"/>
              </a:rPr>
            </a:br>
            <a:r>
              <a:rPr lang="en-SG" sz="2400">
                <a:ea typeface="+mn-lt"/>
                <a:cs typeface="+mn-lt"/>
              </a:rPr>
              <a:t>And pour contempt on all my pride.</a:t>
            </a:r>
            <a:endParaRPr lang="en-US">
              <a:ea typeface="+mn-lt"/>
              <a:cs typeface="+mn-lt"/>
            </a:endParaRPr>
          </a:p>
          <a:p>
            <a:endParaRPr lang="en-SG" sz="2400">
              <a:ea typeface="+mn-lt"/>
              <a:cs typeface="+mn-lt"/>
            </a:endParaRPr>
          </a:p>
          <a:p>
            <a:r>
              <a:rPr lang="en-SG" sz="2400">
                <a:ea typeface="+mn-lt"/>
                <a:cs typeface="+mn-lt"/>
              </a:rPr>
              <a:t>Forbid it, Lord, that I should boast</a:t>
            </a:r>
            <a:br>
              <a:rPr lang="en-SG" sz="2400">
                <a:ea typeface="+mn-lt"/>
                <a:cs typeface="+mn-lt"/>
              </a:rPr>
            </a:br>
            <a:r>
              <a:rPr lang="en-SG" sz="2400">
                <a:ea typeface="+mn-lt"/>
                <a:cs typeface="+mn-lt"/>
              </a:rPr>
              <a:t>save in the death of Christ, my God!</a:t>
            </a:r>
            <a:br>
              <a:rPr lang="en-SG" sz="2400">
                <a:ea typeface="+mn-lt"/>
                <a:cs typeface="+mn-lt"/>
              </a:rPr>
            </a:br>
            <a:r>
              <a:rPr lang="en-SG" sz="2400">
                <a:ea typeface="+mn-lt"/>
                <a:cs typeface="+mn-lt"/>
              </a:rPr>
              <a:t>All the vain things that charm me most,</a:t>
            </a:r>
            <a:br>
              <a:rPr lang="en-SG" sz="2400">
                <a:ea typeface="+mn-lt"/>
                <a:cs typeface="+mn-lt"/>
              </a:rPr>
            </a:br>
            <a:r>
              <a:rPr lang="en-SG" sz="2400">
                <a:ea typeface="+mn-lt"/>
                <a:cs typeface="+mn-lt"/>
              </a:rPr>
              <a:t>I sacrifice them to his blood.</a:t>
            </a:r>
            <a:endParaRPr lang="en-SG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317558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78E2C-E416-B583-6295-299DF6EA0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A4280-2B67-489C-2EBA-F0976EAA6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egoe UI"/>
                <a:cs typeface="Segoe UI"/>
              </a:rPr>
              <a:t>Offertory – When I survey the wondrous cross</a:t>
            </a:r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ECF5056-864F-E37C-3235-C8BC922DBD21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731E4A-69DD-5709-FA98-1D7BFE17873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Offertory : 2 of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7EF09A-944A-CFF8-3FF8-3940A18E2F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114119" y="1279570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AD26736-5F24-4B57-3AB2-F144D31BBCFB}"/>
              </a:ext>
            </a:extLst>
          </p:cNvPr>
          <p:cNvSpPr txBox="1"/>
          <p:nvPr/>
        </p:nvSpPr>
        <p:spPr>
          <a:xfrm>
            <a:off x="74150" y="707730"/>
            <a:ext cx="5964555" cy="34163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400">
                <a:ea typeface="+mn-lt"/>
                <a:cs typeface="+mn-lt"/>
              </a:rPr>
              <a:t>See, from His head, His hands, His feet,</a:t>
            </a:r>
            <a:br>
              <a:rPr lang="en-SG" sz="2400">
                <a:ea typeface="+mn-lt"/>
                <a:cs typeface="+mn-lt"/>
              </a:rPr>
            </a:br>
            <a:r>
              <a:rPr lang="en-SG" sz="2400">
                <a:ea typeface="+mn-lt"/>
                <a:cs typeface="+mn-lt"/>
              </a:rPr>
              <a:t>Sorrow and love flow mingled down.</a:t>
            </a:r>
            <a:br>
              <a:rPr lang="en-SG" sz="2400">
                <a:ea typeface="+mn-lt"/>
                <a:cs typeface="+mn-lt"/>
              </a:rPr>
            </a:br>
            <a:r>
              <a:rPr lang="en-SG" sz="2400">
                <a:ea typeface="+mn-lt"/>
                <a:cs typeface="+mn-lt"/>
              </a:rPr>
              <a:t>Did e'er such love and sorrow meet,</a:t>
            </a:r>
            <a:br>
              <a:rPr lang="en-SG" sz="2400">
                <a:ea typeface="+mn-lt"/>
                <a:cs typeface="+mn-lt"/>
              </a:rPr>
            </a:br>
            <a:r>
              <a:rPr lang="en-SG" sz="2400">
                <a:ea typeface="+mn-lt"/>
                <a:cs typeface="+mn-lt"/>
              </a:rPr>
              <a:t>Or thorns compose so rich a crown?</a:t>
            </a:r>
            <a:endParaRPr lang="en-US">
              <a:ea typeface="+mn-lt"/>
              <a:cs typeface="+mn-lt"/>
            </a:endParaRPr>
          </a:p>
          <a:p>
            <a:endParaRPr lang="en-SG" sz="2400">
              <a:ea typeface="+mn-lt"/>
              <a:cs typeface="+mn-lt"/>
            </a:endParaRPr>
          </a:p>
          <a:p>
            <a:r>
              <a:rPr lang="en-SG" sz="2400">
                <a:ea typeface="+mn-lt"/>
                <a:cs typeface="+mn-lt"/>
              </a:rPr>
              <a:t>Were the whole realm of nature mine,</a:t>
            </a:r>
            <a:br>
              <a:rPr lang="en-SG" sz="2400">
                <a:ea typeface="+mn-lt"/>
                <a:cs typeface="+mn-lt"/>
              </a:rPr>
            </a:br>
            <a:r>
              <a:rPr lang="en-SG" sz="2400">
                <a:ea typeface="+mn-lt"/>
                <a:cs typeface="+mn-lt"/>
              </a:rPr>
              <a:t>That were an offering far too small.</a:t>
            </a:r>
            <a:br>
              <a:rPr lang="en-SG" sz="2400">
                <a:ea typeface="+mn-lt"/>
                <a:cs typeface="+mn-lt"/>
              </a:rPr>
            </a:br>
            <a:r>
              <a:rPr lang="en-SG" sz="2400">
                <a:ea typeface="+mn-lt"/>
                <a:cs typeface="+mn-lt"/>
              </a:rPr>
              <a:t>Love so amazing, so Divine,</a:t>
            </a:r>
            <a:br>
              <a:rPr lang="en-SG" sz="2400">
                <a:ea typeface="+mn-lt"/>
                <a:cs typeface="+mn-lt"/>
              </a:rPr>
            </a:br>
            <a:r>
              <a:rPr lang="en-SG" sz="2400">
                <a:ea typeface="+mn-lt"/>
                <a:cs typeface="+mn-lt"/>
              </a:rPr>
              <a:t>Demands my soul, my life, my all.</a:t>
            </a:r>
            <a:endParaRPr lang="en-SG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18881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1BD9860-3E26-D69D-B65F-72FA23372C1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941791" y="2163057"/>
            <a:ext cx="5260417" cy="81738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Offertory</a:t>
            </a:r>
          </a:p>
        </p:txBody>
      </p:sp>
    </p:spTree>
    <p:extLst>
      <p:ext uri="{BB962C8B-B14F-4D97-AF65-F5344CB8AC3E}">
        <p14:creationId xmlns:p14="http://schemas.microsoft.com/office/powerpoint/2010/main" val="8636318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92AD42C-7AA5-5979-5D1A-6EFB0A176B69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361FC-3ECC-9DD4-0EC8-1573FF25656D}"/>
              </a:ext>
            </a:extLst>
          </p:cNvPr>
          <p:cNvSpPr txBox="1">
            <a:spLocks/>
          </p:cNvSpPr>
          <p:nvPr/>
        </p:nvSpPr>
        <p:spPr>
          <a:xfrm>
            <a:off x="2106541" y="2157617"/>
            <a:ext cx="4930917" cy="828265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Message</a:t>
            </a:r>
          </a:p>
        </p:txBody>
      </p:sp>
    </p:spTree>
    <p:extLst>
      <p:ext uri="{BB962C8B-B14F-4D97-AF65-F5344CB8AC3E}">
        <p14:creationId xmlns:p14="http://schemas.microsoft.com/office/powerpoint/2010/main" val="9869874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90B1688-CD2F-4ABF-A1F2-A27C7C669BF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0C40A-F4C4-760A-1D04-0A03FA7728B9}"/>
              </a:ext>
            </a:extLst>
          </p:cNvPr>
          <p:cNvSpPr txBox="1">
            <a:spLocks/>
          </p:cNvSpPr>
          <p:nvPr/>
        </p:nvSpPr>
        <p:spPr>
          <a:xfrm>
            <a:off x="2106540" y="2156262"/>
            <a:ext cx="4930917" cy="830973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Prayer</a:t>
            </a:r>
          </a:p>
        </p:txBody>
      </p:sp>
    </p:spTree>
    <p:extLst>
      <p:ext uri="{BB962C8B-B14F-4D97-AF65-F5344CB8AC3E}">
        <p14:creationId xmlns:p14="http://schemas.microsoft.com/office/powerpoint/2010/main" val="33940566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ED50B-AACD-A118-0703-6CB67F2EF7B8}"/>
              </a:ext>
            </a:extLst>
          </p:cNvPr>
          <p:cNvSpPr txBox="1">
            <a:spLocks/>
          </p:cNvSpPr>
          <p:nvPr/>
        </p:nvSpPr>
        <p:spPr>
          <a:xfrm>
            <a:off x="1009567" y="1104373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Jesus Christ Who Makes Redemption Possible for Everyone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5693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FD04B-B1EA-2AF9-41BE-BE4D5D042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8B3CEA6-0F13-CD73-5355-C8B67A20949D}"/>
              </a:ext>
            </a:extLst>
          </p:cNvPr>
          <p:cNvSpPr/>
          <p:nvPr/>
        </p:nvSpPr>
        <p:spPr>
          <a:xfrm>
            <a:off x="1721129" y="1212940"/>
            <a:ext cx="5949083" cy="2707787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76FFC-A2B8-24BC-40E2-C1824AC490C8}"/>
              </a:ext>
            </a:extLst>
          </p:cNvPr>
          <p:cNvSpPr txBox="1">
            <a:spLocks/>
          </p:cNvSpPr>
          <p:nvPr/>
        </p:nvSpPr>
        <p:spPr>
          <a:xfrm>
            <a:off x="1849523" y="1369949"/>
            <a:ext cx="5686906" cy="2700235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 dirty="0">
                <a:solidFill>
                  <a:schemeClr val="bg1"/>
                </a:solidFill>
                <a:latin typeface="Tenorite"/>
              </a:rPr>
              <a:t>Part 3  </a:t>
            </a:r>
            <a:endParaRPr lang="en-US" i="1" dirty="0">
              <a:solidFill>
                <a:schemeClr val="bg1"/>
              </a:solidFill>
            </a:endParaRPr>
          </a:p>
          <a:p>
            <a:r>
              <a:rPr lang="en-US" i="1" dirty="0">
                <a:solidFill>
                  <a:schemeClr val="bg1"/>
                </a:solidFill>
                <a:latin typeface="Tenorite"/>
              </a:rPr>
              <a:t>Song No.164 (Malayalam)</a:t>
            </a:r>
            <a:endParaRPr lang="en-US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05429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2D055-05D9-F093-49E6-022B54118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17040-032E-81B5-2CEB-6F8B2199A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Part 3: </a:t>
            </a:r>
            <a:r>
              <a:rPr lang="en-US" dirty="0">
                <a:ea typeface="+mn-lt"/>
                <a:cs typeface="+mn-lt"/>
              </a:rPr>
              <a:t>Rakshitha</a:t>
            </a:r>
            <a:r>
              <a:rPr lang="ml-IN" dirty="0">
                <a:ea typeface="+mn-lt"/>
                <a:cs typeface="+mn-lt"/>
              </a:rPr>
              <a:t>a</a:t>
            </a:r>
            <a:r>
              <a:rPr lang="en-US" dirty="0">
                <a:ea typeface="+mn-lt"/>
                <a:cs typeface="+mn-lt"/>
              </a:rPr>
              <a:t>vine </a:t>
            </a:r>
            <a:r>
              <a:rPr lang="en-US" dirty="0" err="1">
                <a:ea typeface="+mn-lt"/>
                <a:cs typeface="+mn-lt"/>
              </a:rPr>
              <a:t>kaanhka</a:t>
            </a:r>
            <a:r>
              <a:rPr lang="en-US" dirty="0">
                <a:ea typeface="+mn-lt"/>
                <a:cs typeface="+mn-lt"/>
              </a:rPr>
              <a:t> (164) </a:t>
            </a:r>
            <a:endParaRPr lang="en-US" dirty="0">
              <a:cs typeface="Segoe UI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6B1B7A1C-CDE2-4CFB-3AA0-E7A6A33BBA0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E84531-21AF-E1CD-97BA-3381F47F427B}"/>
              </a:ext>
            </a:extLst>
          </p:cNvPr>
          <p:cNvSpPr txBox="1"/>
          <p:nvPr/>
        </p:nvSpPr>
        <p:spPr>
          <a:xfrm>
            <a:off x="6899545" y="4786008"/>
            <a:ext cx="224445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Part 3 (Malayalam): 1 of 2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5554AB-E4B1-17ED-FECA-53A0621BD1EA}"/>
              </a:ext>
            </a:extLst>
          </p:cNvPr>
          <p:cNvSpPr txBox="1"/>
          <p:nvPr/>
        </p:nvSpPr>
        <p:spPr>
          <a:xfrm>
            <a:off x="307818" y="861762"/>
            <a:ext cx="3544655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Rakshitha</a:t>
            </a:r>
            <a:r>
              <a:rPr lang="ml-IN" dirty="0">
                <a:ea typeface="+mn-lt"/>
                <a:cs typeface="+mn-lt"/>
              </a:rPr>
              <a:t>a</a:t>
            </a:r>
            <a:r>
              <a:rPr lang="en-US" dirty="0">
                <a:ea typeface="+mn-lt"/>
                <a:cs typeface="+mn-lt"/>
              </a:rPr>
              <a:t>vine </a:t>
            </a:r>
            <a:r>
              <a:rPr lang="en-US" dirty="0" err="1">
                <a:ea typeface="+mn-lt"/>
                <a:cs typeface="+mn-lt"/>
              </a:rPr>
              <a:t>kaanhka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paapi</a:t>
            </a:r>
            <a:br>
              <a:rPr lang="en-US" dirty="0">
                <a:ea typeface="+mn-lt"/>
                <a:cs typeface="+mn-lt"/>
              </a:rPr>
            </a:br>
            <a:r>
              <a:rPr lang="en-US" dirty="0" err="1">
                <a:ea typeface="+mn-lt"/>
                <a:cs typeface="+mn-lt"/>
              </a:rPr>
              <a:t>Ninte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perkkallayo</a:t>
            </a:r>
            <a:r>
              <a:rPr lang="en-US" dirty="0">
                <a:ea typeface="+mn-lt"/>
                <a:cs typeface="+mn-lt"/>
              </a:rPr>
              <a:t> </a:t>
            </a:r>
          </a:p>
          <a:p>
            <a:r>
              <a:rPr lang="en-US" dirty="0" err="1">
                <a:ea typeface="+mn-lt"/>
                <a:cs typeface="+mn-lt"/>
              </a:rPr>
              <a:t>krooshinmel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thoongunnu</a:t>
            </a:r>
            <a:endParaRPr lang="en-US" dirty="0">
              <a:cs typeface="Segoe UI"/>
            </a:endParaRPr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r>
              <a:rPr lang="en-US" dirty="0" err="1">
                <a:ea typeface="+mn-lt"/>
                <a:cs typeface="+mn-lt"/>
              </a:rPr>
              <a:t>Kalvarhi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malamel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nokku</a:t>
            </a:r>
            <a:r>
              <a:rPr lang="en-US" dirty="0">
                <a:ea typeface="+mn-lt"/>
                <a:cs typeface="+mn-lt"/>
              </a:rPr>
              <a:t> nee</a:t>
            </a:r>
            <a:br>
              <a:rPr lang="en-US" dirty="0">
                <a:ea typeface="+mn-lt"/>
                <a:cs typeface="+mn-lt"/>
              </a:rPr>
            </a:br>
            <a:r>
              <a:rPr lang="en-US" dirty="0" err="1">
                <a:ea typeface="+mn-lt"/>
                <a:cs typeface="+mn-lt"/>
              </a:rPr>
              <a:t>Kaalkaram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chernnitha</a:t>
            </a:r>
            <a:r>
              <a:rPr lang="en-US" dirty="0">
                <a:ea typeface="+mn-lt"/>
                <a:cs typeface="+mn-lt"/>
              </a:rPr>
              <a:t> </a:t>
            </a:r>
          </a:p>
          <a:p>
            <a:r>
              <a:rPr lang="en-US" dirty="0" err="1">
                <a:ea typeface="+mn-lt"/>
                <a:cs typeface="+mn-lt"/>
              </a:rPr>
              <a:t>Aanhimel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thoongunnu</a:t>
            </a:r>
            <a:endParaRPr lang="en-US" dirty="0">
              <a:cs typeface="Segoe UI"/>
            </a:endParaRPr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Dhyaana </a:t>
            </a:r>
            <a:r>
              <a:rPr lang="en-US" dirty="0" err="1">
                <a:ea typeface="+mn-lt"/>
                <a:cs typeface="+mn-lt"/>
              </a:rPr>
              <a:t>peetthamathil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kayarhi</a:t>
            </a:r>
            <a:br>
              <a:rPr lang="en-US" dirty="0">
                <a:ea typeface="+mn-lt"/>
                <a:cs typeface="+mn-lt"/>
              </a:rPr>
            </a:br>
            <a:r>
              <a:rPr lang="en-US" dirty="0" err="1">
                <a:ea typeface="+mn-lt"/>
                <a:cs typeface="+mn-lt"/>
              </a:rPr>
              <a:t>Ullile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kannukal</a:t>
            </a:r>
            <a:r>
              <a:rPr lang="en-US" dirty="0">
                <a:ea typeface="+mn-lt"/>
                <a:cs typeface="+mn-lt"/>
              </a:rPr>
              <a:t> </a:t>
            </a:r>
          </a:p>
          <a:p>
            <a:r>
              <a:rPr lang="en-US" dirty="0" err="1">
                <a:ea typeface="+mn-lt"/>
                <a:cs typeface="+mn-lt"/>
              </a:rPr>
              <a:t>kondu</a:t>
            </a:r>
            <a:r>
              <a:rPr lang="en-US" dirty="0">
                <a:ea typeface="+mn-lt"/>
                <a:cs typeface="+mn-lt"/>
              </a:rPr>
              <a:t> nee </a:t>
            </a:r>
            <a:r>
              <a:rPr lang="en-US" dirty="0" err="1">
                <a:ea typeface="+mn-lt"/>
                <a:cs typeface="+mn-lt"/>
              </a:rPr>
              <a:t>kaanhuka</a:t>
            </a:r>
            <a:endParaRPr lang="en-US" dirty="0">
              <a:cs typeface="Segoe UI"/>
            </a:endParaRPr>
          </a:p>
          <a:p>
            <a:endParaRPr lang="en-US" dirty="0">
              <a:ea typeface="+mn-lt"/>
              <a:cs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C71758-2790-DBE9-5396-3A42AF84C3A0}"/>
              </a:ext>
            </a:extLst>
          </p:cNvPr>
          <p:cNvSpPr txBox="1"/>
          <p:nvPr/>
        </p:nvSpPr>
        <p:spPr>
          <a:xfrm>
            <a:off x="4159770" y="861762"/>
            <a:ext cx="4226336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രക്ഷിതാവിനെ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r>
              <a:rPr lang="ml-IN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കാൺക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പാപി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endParaRPr lang="en-US" dirty="0">
              <a:latin typeface="ML-TTAathira" panose="04000000000000000000" pitchFamily="82" charset="0"/>
            </a:endParaRPr>
          </a:p>
          <a:p>
            <a:r>
              <a:rPr lang="ml-IN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നിന്റെ പേർക്കല്ലയോ 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ക്രൂശിന്മേ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ൽ 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തൂങ്ങുന്നു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endParaRPr lang="en-US" dirty="0">
              <a:latin typeface="ML-TTAathira" panose="04000000000000000000" pitchFamily="82" charset="0"/>
            </a:endParaRPr>
          </a:p>
          <a:p>
            <a:endParaRPr lang="en-US" dirty="0">
              <a:latin typeface="ML-TTAathira" panose="04000000000000000000" pitchFamily="82" charset="0"/>
              <a:cs typeface="Segoe UI"/>
            </a:endParaRPr>
          </a:p>
          <a:p>
            <a:endParaRPr lang="ml-IN" dirty="0">
              <a:solidFill>
                <a:srgbClr val="000000"/>
              </a:solidFill>
              <a:latin typeface="ML-TTAathira" panose="04000000000000000000" pitchFamily="82" charset="0"/>
              <a:ea typeface="+mn-lt"/>
              <a:cs typeface="+mn-lt"/>
            </a:endParaRPr>
          </a:p>
          <a:p>
            <a:endParaRPr lang="en-US" dirty="0">
              <a:solidFill>
                <a:srgbClr val="000000"/>
              </a:solidFill>
              <a:latin typeface="ML-TTAathira" panose="04000000000000000000" pitchFamily="82" charset="0"/>
              <a:ea typeface="+mn-lt"/>
              <a:cs typeface="+mn-lt"/>
            </a:endParaRPr>
          </a:p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കാൽവ</a:t>
            </a:r>
            <a:r>
              <a:rPr lang="ml-IN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റി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മലമേ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ൽ 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നോക്കു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 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നീ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endParaRPr lang="en-US" dirty="0">
              <a:latin typeface="ML-TTAathira" panose="04000000000000000000" pitchFamily="82" charset="0"/>
            </a:endParaRPr>
          </a:p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കാ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ൽ</a:t>
            </a:r>
            <a:r>
              <a:rPr lang="ml-IN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ക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രം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 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ചേർന്നിതാ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 </a:t>
            </a:r>
            <a:endParaRPr lang="ml-IN" sz="1600" dirty="0">
              <a:solidFill>
                <a:srgbClr val="110E39"/>
              </a:solidFill>
              <a:latin typeface="ML-TTAathira" panose="04000000000000000000" pitchFamily="82" charset="0"/>
              <a:ea typeface="+mn-lt"/>
              <a:cs typeface="+mn-lt"/>
            </a:endParaRPr>
          </a:p>
          <a:p>
            <a:r>
              <a:rPr lang="ml-IN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ആണിമേ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ൽ 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തൂങ്ങുന്നു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endParaRPr lang="en-US" dirty="0">
              <a:latin typeface="ML-TTAathira" panose="04000000000000000000" pitchFamily="82" charset="0"/>
            </a:endParaRPr>
          </a:p>
          <a:p>
            <a:endParaRPr lang="en-US" dirty="0">
              <a:latin typeface="ML-TTAathira" panose="04000000000000000000" pitchFamily="82" charset="0"/>
            </a:endParaRPr>
          </a:p>
          <a:p>
            <a:endParaRPr lang="en-US" dirty="0">
              <a:solidFill>
                <a:srgbClr val="000000"/>
              </a:solidFill>
              <a:latin typeface="ML-TTAathira" panose="04000000000000000000" pitchFamily="82" charset="0"/>
              <a:ea typeface="+mn-lt"/>
              <a:cs typeface="+mn-lt"/>
            </a:endParaRPr>
          </a:p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ധ്യാനപീഠമത്തി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ൽ 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കയറി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endParaRPr lang="en-US" dirty="0">
              <a:latin typeface="ML-TTAathira" panose="04000000000000000000" pitchFamily="82" charset="0"/>
            </a:endParaRPr>
          </a:p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ഉള്ളിലെ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 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കണ്ണുക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ൾ  </a:t>
            </a:r>
            <a:endParaRPr lang="ml-IN" sz="1600" dirty="0">
              <a:solidFill>
                <a:srgbClr val="110E39"/>
              </a:solidFill>
              <a:latin typeface="ML-TTAathira" panose="04000000000000000000" pitchFamily="82" charset="0"/>
              <a:ea typeface="+mn-lt"/>
              <a:cs typeface="+mn-lt"/>
            </a:endParaRPr>
          </a:p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കൊണ്ടു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 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നീ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 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കാണുക</a:t>
            </a:r>
            <a:endParaRPr lang="en-US" dirty="0">
              <a:latin typeface="ML-TTAathir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44833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52591-8C24-18AC-460B-B2A84A966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78C57-59E4-23C6-C32B-15D7A790E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Part 3: </a:t>
            </a:r>
            <a:r>
              <a:rPr lang="en-US" dirty="0">
                <a:ea typeface="+mn-lt"/>
                <a:cs typeface="+mn-lt"/>
              </a:rPr>
              <a:t>Rakshitha</a:t>
            </a:r>
            <a:r>
              <a:rPr lang="ml-IN" dirty="0">
                <a:ea typeface="+mn-lt"/>
                <a:cs typeface="+mn-lt"/>
              </a:rPr>
              <a:t>a</a:t>
            </a:r>
            <a:r>
              <a:rPr lang="en-US" dirty="0">
                <a:ea typeface="+mn-lt"/>
                <a:cs typeface="+mn-lt"/>
              </a:rPr>
              <a:t>vine </a:t>
            </a:r>
            <a:r>
              <a:rPr lang="en-US" dirty="0" err="1">
                <a:ea typeface="+mn-lt"/>
                <a:cs typeface="+mn-lt"/>
              </a:rPr>
              <a:t>kaanhka</a:t>
            </a:r>
            <a:r>
              <a:rPr lang="en-US" dirty="0">
                <a:ea typeface="+mn-lt"/>
                <a:cs typeface="+mn-lt"/>
              </a:rPr>
              <a:t> (164) </a:t>
            </a:r>
            <a:endParaRPr lang="en-US" dirty="0">
              <a:cs typeface="Segoe UI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EE541B63-8DF8-479A-7576-A82BB5668AF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94B768-2166-FF05-170E-E37FEB368941}"/>
              </a:ext>
            </a:extLst>
          </p:cNvPr>
          <p:cNvSpPr txBox="1"/>
          <p:nvPr/>
        </p:nvSpPr>
        <p:spPr>
          <a:xfrm>
            <a:off x="6880495" y="4814583"/>
            <a:ext cx="226350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Part 3 (Malayalam): 2 of 2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DADDED-124F-4EE5-3F69-35EC30D37D5F}"/>
              </a:ext>
            </a:extLst>
          </p:cNvPr>
          <p:cNvSpPr txBox="1"/>
          <p:nvPr/>
        </p:nvSpPr>
        <p:spPr>
          <a:xfrm>
            <a:off x="301303" y="722921"/>
            <a:ext cx="4016828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ea typeface="+mn-lt"/>
                <a:cs typeface="+mn-lt"/>
              </a:rPr>
              <a:t>Paapathil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jeevikunnavane</a:t>
            </a:r>
            <a:br>
              <a:rPr lang="en-US" dirty="0">
                <a:ea typeface="+mn-lt"/>
                <a:cs typeface="+mn-lt"/>
              </a:rPr>
            </a:br>
            <a:r>
              <a:rPr lang="en-US" dirty="0" err="1">
                <a:ea typeface="+mn-lt"/>
                <a:cs typeface="+mn-lt"/>
              </a:rPr>
              <a:t>Ninte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perkallayo</a:t>
            </a:r>
            <a:r>
              <a:rPr lang="en-US" dirty="0">
                <a:ea typeface="+mn-lt"/>
                <a:cs typeface="+mn-lt"/>
              </a:rPr>
              <a:t> </a:t>
            </a:r>
            <a:endParaRPr lang="ml-IN" dirty="0">
              <a:ea typeface="+mn-lt"/>
              <a:cs typeface="+mn-lt"/>
            </a:endParaRPr>
          </a:p>
          <a:p>
            <a:r>
              <a:rPr lang="en-US" dirty="0" err="1">
                <a:ea typeface="+mn-lt"/>
                <a:cs typeface="+mn-lt"/>
              </a:rPr>
              <a:t>thoongunnee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rakshakan</a:t>
            </a:r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r>
              <a:rPr lang="en-US" dirty="0" err="1">
                <a:ea typeface="+mn-lt"/>
                <a:cs typeface="+mn-lt"/>
              </a:rPr>
              <a:t>Thallhuka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ninte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paapamellam</a:t>
            </a:r>
            <a:br>
              <a:rPr lang="en-US" dirty="0">
                <a:ea typeface="+mn-lt"/>
                <a:cs typeface="+mn-lt"/>
              </a:rPr>
            </a:br>
            <a:r>
              <a:rPr lang="en-US" dirty="0" err="1">
                <a:ea typeface="+mn-lt"/>
                <a:cs typeface="+mn-lt"/>
              </a:rPr>
              <a:t>Kallhamethum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ninay</a:t>
            </a:r>
            <a:r>
              <a:rPr lang="en-US" dirty="0">
                <a:ea typeface="+mn-lt"/>
                <a:cs typeface="+mn-lt"/>
              </a:rPr>
              <a:t>-</a:t>
            </a:r>
          </a:p>
          <a:p>
            <a:r>
              <a:rPr lang="en-US" dirty="0" err="1">
                <a:ea typeface="+mn-lt"/>
                <a:cs typeface="+mn-lt"/>
              </a:rPr>
              <a:t>kkenda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ninnullil</a:t>
            </a:r>
            <a:r>
              <a:rPr lang="en-US" dirty="0">
                <a:ea typeface="+mn-lt"/>
                <a:cs typeface="+mn-lt"/>
              </a:rPr>
              <a:t> nee</a:t>
            </a:r>
            <a:endParaRPr lang="en-US" dirty="0"/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r>
              <a:rPr lang="en-US" dirty="0" err="1">
                <a:ea typeface="+mn-lt"/>
                <a:cs typeface="+mn-lt"/>
              </a:rPr>
              <a:t>Ullham</a:t>
            </a:r>
            <a:r>
              <a:rPr lang="en-US" dirty="0">
                <a:ea typeface="+mn-lt"/>
                <a:cs typeface="+mn-lt"/>
              </a:rPr>
              <a:t> nee </a:t>
            </a:r>
            <a:r>
              <a:rPr lang="en-US" dirty="0" err="1">
                <a:ea typeface="+mn-lt"/>
                <a:cs typeface="+mn-lt"/>
              </a:rPr>
              <a:t>muzhuvan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thurannu</a:t>
            </a:r>
            <a:br>
              <a:rPr lang="en-US" dirty="0">
                <a:ea typeface="+mn-lt"/>
                <a:cs typeface="+mn-lt"/>
              </a:rPr>
            </a:br>
            <a:r>
              <a:rPr lang="en-US" dirty="0" err="1">
                <a:ea typeface="+mn-lt"/>
                <a:cs typeface="+mn-lt"/>
              </a:rPr>
              <a:t>Thallayaam’eshuvin</a:t>
            </a:r>
            <a:r>
              <a:rPr lang="en-US" dirty="0">
                <a:ea typeface="+mn-lt"/>
                <a:cs typeface="+mn-lt"/>
              </a:rPr>
              <a:t> </a:t>
            </a:r>
          </a:p>
          <a:p>
            <a:r>
              <a:rPr lang="en-US" dirty="0" err="1">
                <a:ea typeface="+mn-lt"/>
                <a:cs typeface="+mn-lt"/>
              </a:rPr>
              <a:t>kaiyil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elpikka</a:t>
            </a:r>
            <a:r>
              <a:rPr lang="en-US" dirty="0">
                <a:ea typeface="+mn-lt"/>
                <a:cs typeface="+mn-lt"/>
              </a:rPr>
              <a:t> nee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1ADC66-BA96-8D4B-4364-352ADEC7027A}"/>
              </a:ext>
            </a:extLst>
          </p:cNvPr>
          <p:cNvSpPr txBox="1"/>
          <p:nvPr/>
        </p:nvSpPr>
        <p:spPr>
          <a:xfrm>
            <a:off x="4825871" y="722921"/>
            <a:ext cx="3927020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പാപത്തി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ൽ 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ജീവിക്കുന്നവ</a:t>
            </a:r>
            <a:r>
              <a:rPr lang="ml-IN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നേ 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endParaRPr lang="en-US" dirty="0">
              <a:latin typeface="ML-TTAathira" panose="04000000000000000000" pitchFamily="82" charset="0"/>
            </a:endParaRPr>
          </a:p>
          <a:p>
            <a:r>
              <a:rPr lang="ml-IN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നിന്റെ പേർക്കല്ലയോ </a:t>
            </a:r>
          </a:p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തുങ്ങു</a:t>
            </a:r>
            <a:r>
              <a:rPr lang="ml-IN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ന്നീ 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രക്ഷക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ൻ </a:t>
            </a:r>
            <a:endParaRPr lang="en-US" dirty="0">
              <a:latin typeface="ML-TTAathira" panose="04000000000000000000" pitchFamily="82" charset="0"/>
            </a:endParaRPr>
          </a:p>
          <a:p>
            <a:endParaRPr lang="en-US" dirty="0">
              <a:latin typeface="ML-TTAathira" panose="04000000000000000000" pitchFamily="82" charset="0"/>
              <a:cs typeface="Segoe UI"/>
            </a:endParaRPr>
          </a:p>
          <a:p>
            <a:endParaRPr lang="en-US" dirty="0">
              <a:latin typeface="ML-TTAathira" panose="04000000000000000000" pitchFamily="82" charset="0"/>
              <a:cs typeface="Segoe UI"/>
            </a:endParaRPr>
          </a:p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തള്ളുക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 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നിൻറ്റെ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 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പാപമെല്ലാം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endParaRPr lang="en-US" dirty="0">
              <a:latin typeface="ML-TTAathira" panose="04000000000000000000" pitchFamily="82" charset="0"/>
            </a:endParaRPr>
          </a:p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കള്ളമേതും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 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നിന</a:t>
            </a:r>
            <a:r>
              <a:rPr lang="ml-IN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-</a:t>
            </a:r>
          </a:p>
          <a:p>
            <a:r>
              <a:rPr lang="ml-IN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യ്ക്കേണ്ട 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നിന്നുള്ളി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ൽ 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നീ</a:t>
            </a:r>
            <a:endParaRPr lang="en-US" dirty="0">
              <a:latin typeface="ML-TTAathira" panose="04000000000000000000" pitchFamily="82" charset="0"/>
              <a:ea typeface="+mn-lt"/>
              <a:cs typeface="+mn-lt"/>
            </a:endParaRPr>
          </a:p>
          <a:p>
            <a:endParaRPr lang="en-US" dirty="0">
              <a:latin typeface="ML-TTAathira" panose="04000000000000000000" pitchFamily="82" charset="0"/>
            </a:endParaRPr>
          </a:p>
          <a:p>
            <a:endParaRPr lang="en-US" dirty="0">
              <a:solidFill>
                <a:srgbClr val="000000"/>
              </a:solidFill>
              <a:latin typeface="ML-TTAathira" panose="04000000000000000000" pitchFamily="82" charset="0"/>
              <a:ea typeface="+mn-lt"/>
              <a:cs typeface="+mn-lt"/>
            </a:endParaRPr>
          </a:p>
          <a:p>
            <a:endParaRPr lang="en-US" dirty="0">
              <a:solidFill>
                <a:srgbClr val="000000"/>
              </a:solidFill>
              <a:latin typeface="ML-TTAathira" panose="04000000000000000000" pitchFamily="82" charset="0"/>
              <a:ea typeface="+mn-lt"/>
              <a:cs typeface="+mn-lt"/>
            </a:endParaRPr>
          </a:p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ഉള്ളം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 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നീ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 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മുഴുവ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ൻ 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തുറന്നു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endParaRPr lang="en-US" dirty="0">
              <a:latin typeface="ML-TTAathira" panose="04000000000000000000" pitchFamily="82" charset="0"/>
            </a:endParaRPr>
          </a:p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തള്ള</a:t>
            </a:r>
            <a:r>
              <a:rPr lang="ml-IN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യാം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യേശുവി</a:t>
            </a:r>
            <a:r>
              <a:rPr lang="ml-IN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ൻ 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കൈയി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ൽ 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ഏല്പിക്ക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 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നീ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endParaRPr lang="en-US" dirty="0">
              <a:latin typeface="ML-TTAathir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83998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5CC5E-660B-C3F7-732C-CB84D6036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5DBA-547A-3874-A398-CB5C58CA0473}"/>
              </a:ext>
            </a:extLst>
          </p:cNvPr>
          <p:cNvSpPr txBox="1">
            <a:spLocks/>
          </p:cNvSpPr>
          <p:nvPr/>
        </p:nvSpPr>
        <p:spPr>
          <a:xfrm>
            <a:off x="1009567" y="1104373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Jesus Christ Who Makes Redemption Possible for Everyone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0543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E614B-4810-80F4-F5DA-485550790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E95202E-7AA4-C1CB-8EAD-BCB964AEFB92}"/>
              </a:ext>
            </a:extLst>
          </p:cNvPr>
          <p:cNvSpPr/>
          <p:nvPr/>
        </p:nvSpPr>
        <p:spPr>
          <a:xfrm>
            <a:off x="1721129" y="1155790"/>
            <a:ext cx="5949083" cy="2060087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9DF56-A9A4-34DA-E493-50A3FCD679AE}"/>
              </a:ext>
            </a:extLst>
          </p:cNvPr>
          <p:cNvSpPr txBox="1">
            <a:spLocks/>
          </p:cNvSpPr>
          <p:nvPr/>
        </p:nvSpPr>
        <p:spPr>
          <a:xfrm>
            <a:off x="1982873" y="1379474"/>
            <a:ext cx="5686906" cy="2700235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>
                <a:solidFill>
                  <a:schemeClr val="bg1"/>
                </a:solidFill>
                <a:latin typeface="Tenorite"/>
              </a:rPr>
              <a:t>Part 3 </a:t>
            </a:r>
            <a:endParaRPr lang="en-US" err="1">
              <a:solidFill>
                <a:schemeClr val="bg1"/>
              </a:solidFill>
            </a:endParaRPr>
          </a:p>
          <a:p>
            <a:r>
              <a:rPr lang="en-US" i="1">
                <a:solidFill>
                  <a:schemeClr val="bg1"/>
                </a:solidFill>
                <a:latin typeface="Tenorite"/>
              </a:rPr>
              <a:t>Song No. 146</a:t>
            </a:r>
            <a:endParaRPr lang="en-US">
              <a:gradFill>
                <a:gsLst>
                  <a:gs pos="7000">
                    <a:srgbClr val="001A52"/>
                  </a:gs>
                  <a:gs pos="21000">
                    <a:srgbClr val="008FD3"/>
                  </a:gs>
                  <a:gs pos="40000">
                    <a:srgbClr val="9BBDC9"/>
                  </a:gs>
                  <a:gs pos="55000">
                    <a:prstClr val="white"/>
                  </a:gs>
                </a:gsLst>
                <a:lin ang="5400000" scaled="1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6032243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DE868-9DD6-95E8-C058-D9283D67E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FBA6A-281C-A563-4FC7-00ACA12CD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Part 3: </a:t>
            </a:r>
            <a:r>
              <a:rPr lang="en-US" dirty="0" err="1"/>
              <a:t>Krooshinmel</a:t>
            </a:r>
            <a:r>
              <a:rPr lang="en-US" dirty="0"/>
              <a:t> </a:t>
            </a:r>
            <a:r>
              <a:rPr lang="en-US" dirty="0" err="1"/>
              <a:t>Krooshinmel</a:t>
            </a:r>
            <a:r>
              <a:rPr lang="en-US" dirty="0"/>
              <a:t> (146)</a:t>
            </a:r>
            <a:endParaRPr lang="en-US" dirty="0">
              <a:cs typeface="Segoe UI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602A64D9-A683-DB98-7D90-40D4E7E9B2E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8F6EAB-8B7C-8CD4-168B-93D05BB38FA7}"/>
              </a:ext>
            </a:extLst>
          </p:cNvPr>
          <p:cNvSpPr txBox="1"/>
          <p:nvPr/>
        </p:nvSpPr>
        <p:spPr>
          <a:xfrm>
            <a:off x="6861445" y="4786008"/>
            <a:ext cx="228255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Part 3 (Malayalam): 1 of  5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90CC55-F256-4E76-82F9-8D97E420EA21}"/>
              </a:ext>
            </a:extLst>
          </p:cNvPr>
          <p:cNvSpPr txBox="1"/>
          <p:nvPr/>
        </p:nvSpPr>
        <p:spPr>
          <a:xfrm>
            <a:off x="112427" y="775264"/>
            <a:ext cx="4016828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ea typeface="+mn-lt"/>
                <a:cs typeface="+mn-lt"/>
              </a:rPr>
              <a:t>Krooshinmel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Krooshinmel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r>
              <a:rPr lang="en-US" dirty="0" err="1">
                <a:ea typeface="+mn-lt"/>
                <a:cs typeface="+mn-lt"/>
              </a:rPr>
              <a:t>Kaanhunnathaaritha</a:t>
            </a:r>
            <a:br>
              <a:rPr lang="en-US" dirty="0">
                <a:ea typeface="+mn-lt"/>
                <a:cs typeface="+mn-lt"/>
              </a:rPr>
            </a:br>
            <a:r>
              <a:rPr lang="en-US" dirty="0" err="1">
                <a:ea typeface="+mn-lt"/>
                <a:cs typeface="+mn-lt"/>
              </a:rPr>
              <a:t>Praanha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naathhan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praanha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naathhan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En </a:t>
            </a:r>
            <a:r>
              <a:rPr lang="en-US" dirty="0" err="1">
                <a:ea typeface="+mn-lt"/>
                <a:cs typeface="+mn-lt"/>
              </a:rPr>
              <a:t>perkkaay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chaakunnu</a:t>
            </a:r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r>
              <a:rPr lang="en-US" dirty="0" err="1">
                <a:ea typeface="+mn-lt"/>
                <a:cs typeface="+mn-lt"/>
              </a:rPr>
              <a:t>Aathmaave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paapaththin</a:t>
            </a:r>
            <a:r>
              <a:rPr lang="en-US" dirty="0">
                <a:ea typeface="+mn-lt"/>
                <a:cs typeface="+mn-lt"/>
              </a:rPr>
              <a:t> </a:t>
            </a:r>
          </a:p>
          <a:p>
            <a:r>
              <a:rPr lang="en-US" dirty="0" err="1">
                <a:ea typeface="+mn-lt"/>
                <a:cs typeface="+mn-lt"/>
              </a:rPr>
              <a:t>kaazhcha</a:t>
            </a:r>
            <a:r>
              <a:rPr lang="en-US" dirty="0">
                <a:ea typeface="+mn-lt"/>
                <a:cs typeface="+mn-lt"/>
              </a:rPr>
              <a:t> nee </a:t>
            </a:r>
            <a:r>
              <a:rPr lang="en-US" dirty="0" err="1">
                <a:ea typeface="+mn-lt"/>
                <a:cs typeface="+mn-lt"/>
              </a:rPr>
              <a:t>kaanhuka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Daivaththin </a:t>
            </a:r>
            <a:r>
              <a:rPr lang="en-US" dirty="0" err="1">
                <a:ea typeface="+mn-lt"/>
                <a:cs typeface="+mn-lt"/>
              </a:rPr>
              <a:t>puthranee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ml-IN" dirty="0">
                <a:ea typeface="+mn-lt"/>
                <a:cs typeface="+mn-lt"/>
              </a:rPr>
              <a:t>s</a:t>
            </a:r>
            <a:r>
              <a:rPr lang="en-US" dirty="0">
                <a:ea typeface="+mn-lt"/>
                <a:cs typeface="+mn-lt"/>
              </a:rPr>
              <a:t>h</a:t>
            </a:r>
            <a:r>
              <a:rPr lang="ml-IN" dirty="0">
                <a:ea typeface="+mn-lt"/>
                <a:cs typeface="+mn-lt"/>
              </a:rPr>
              <a:t>a</a:t>
            </a:r>
            <a:r>
              <a:rPr lang="en-US" dirty="0" err="1">
                <a:ea typeface="+mn-lt"/>
                <a:cs typeface="+mn-lt"/>
              </a:rPr>
              <a:t>apathil</a:t>
            </a:r>
            <a:r>
              <a:rPr lang="ml-IN" dirty="0">
                <a:ea typeface="+mn-lt"/>
                <a:cs typeface="+mn-lt"/>
              </a:rPr>
              <a:t>a</a:t>
            </a:r>
            <a:r>
              <a:rPr lang="en-US" dirty="0" err="1">
                <a:ea typeface="+mn-lt"/>
                <a:cs typeface="+mn-lt"/>
              </a:rPr>
              <a:t>ayallo</a:t>
            </a:r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cs typeface="Segoe UI"/>
            </a:endParaRPr>
          </a:p>
          <a:p>
            <a:endParaRPr lang="en-US" dirty="0">
              <a:cs typeface="Segoe UI"/>
            </a:endParaRPr>
          </a:p>
          <a:p>
            <a:endParaRPr lang="en-US" dirty="0">
              <a:cs typeface="Segoe UI"/>
            </a:endParaRPr>
          </a:p>
          <a:p>
            <a:endParaRPr lang="en-US" dirty="0">
              <a:cs typeface="Segoe UI"/>
            </a:endParaRPr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F0A6FF-A3CF-E63B-CC43-180555F2DAFA}"/>
              </a:ext>
            </a:extLst>
          </p:cNvPr>
          <p:cNvSpPr txBox="1"/>
          <p:nvPr/>
        </p:nvSpPr>
        <p:spPr>
          <a:xfrm>
            <a:off x="4804348" y="868580"/>
            <a:ext cx="3335312" cy="36625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ക്രൂശിന്മേ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ൽ 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ക്രൂശിന്മേ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ൽ </a:t>
            </a:r>
            <a:endParaRPr lang="ml-IN" sz="1600" dirty="0">
              <a:solidFill>
                <a:srgbClr val="110E39"/>
              </a:solidFill>
              <a:latin typeface="ML-TTAathira" panose="04000000000000000000" pitchFamily="82" charset="0"/>
              <a:ea typeface="+mn-lt"/>
              <a:cs typeface="+mn-lt"/>
            </a:endParaRPr>
          </a:p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കാണുന്ന</a:t>
            </a:r>
            <a:r>
              <a:rPr lang="ml-IN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താരിതാ 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endParaRPr lang="en-US" dirty="0">
              <a:latin typeface="ML-TTAathira" panose="04000000000000000000" pitchFamily="82" charset="0"/>
            </a:endParaRPr>
          </a:p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പ്രാണനാഥ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ൻ 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പ്രാണനാഥ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ൻ,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എൻപേർക്കായി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 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ചാകുന്നു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endParaRPr lang="en-US" dirty="0">
              <a:latin typeface="ML-TTAathira" panose="04000000000000000000" pitchFamily="82" charset="0"/>
            </a:endParaRPr>
          </a:p>
          <a:p>
            <a:endParaRPr lang="en-US" dirty="0">
              <a:latin typeface="ML-TTAathira" panose="04000000000000000000" pitchFamily="82" charset="0"/>
              <a:cs typeface="Segoe UI"/>
            </a:endParaRPr>
          </a:p>
          <a:p>
            <a:endParaRPr lang="en-US" dirty="0">
              <a:solidFill>
                <a:srgbClr val="000000"/>
              </a:solidFill>
              <a:latin typeface="ML-TTAathira" panose="04000000000000000000" pitchFamily="82" charset="0"/>
              <a:ea typeface="+mn-lt"/>
              <a:cs typeface="+mn-lt"/>
            </a:endParaRPr>
          </a:p>
          <a:p>
            <a:endParaRPr lang="en-US" dirty="0">
              <a:solidFill>
                <a:srgbClr val="000000"/>
              </a:solidFill>
              <a:latin typeface="ML-TTAathira" panose="04000000000000000000" pitchFamily="82" charset="0"/>
              <a:ea typeface="+mn-lt"/>
              <a:cs typeface="+mn-lt"/>
            </a:endParaRPr>
          </a:p>
          <a:p>
            <a:r>
              <a:rPr lang="ml-IN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ആത്മാവേ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പാപത്തി</a:t>
            </a:r>
            <a:r>
              <a:rPr lang="ml-IN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ൻ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കാഴ്ച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 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നീ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 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കാണുക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! </a:t>
            </a:r>
            <a:endParaRPr lang="en-US" dirty="0">
              <a:latin typeface="ML-TTAathira" panose="04000000000000000000" pitchFamily="82" charset="0"/>
            </a:endParaRPr>
          </a:p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ദൈവത്തിന്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 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പുത്ര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ൻ </a:t>
            </a:r>
            <a:r>
              <a:rPr lang="ml-IN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ഈ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ശാപത്തിലായല്ലോ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endParaRPr lang="en-US" dirty="0">
              <a:latin typeface="ML-TTAathira" panose="04000000000000000000" pitchFamily="82" charset="0"/>
            </a:endParaRPr>
          </a:p>
          <a:p>
            <a:endParaRPr lang="en-US" sz="1600" dirty="0">
              <a:solidFill>
                <a:srgbClr val="110E39"/>
              </a:solidFill>
              <a:ea typeface="+mn-lt"/>
              <a:cs typeface="+mn-lt"/>
            </a:endParaRPr>
          </a:p>
          <a:p>
            <a:r>
              <a:rPr lang="en-US" sz="1600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endParaRPr lang="en-US" dirty="0">
              <a:cs typeface="Segoe UI"/>
            </a:endParaRPr>
          </a:p>
          <a:p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125251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019AB-744B-5F76-ACC7-F100B1DB8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716A6-F929-B7CB-E317-E8754EFAD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Part 3: </a:t>
            </a:r>
            <a:r>
              <a:rPr lang="en-US" dirty="0" err="1"/>
              <a:t>Krooshinmel</a:t>
            </a:r>
            <a:r>
              <a:rPr lang="en-US" dirty="0"/>
              <a:t> </a:t>
            </a:r>
            <a:r>
              <a:rPr lang="en-US" dirty="0" err="1"/>
              <a:t>Krooshinmel</a:t>
            </a:r>
            <a:r>
              <a:rPr lang="en-US" dirty="0"/>
              <a:t> (146)</a:t>
            </a:r>
            <a:endParaRPr lang="en-US" dirty="0">
              <a:cs typeface="Segoe UI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7A9DF71-A21A-86CF-2E6F-EC1029A485F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20CA57-055E-816A-1EA4-E4C4FEEC105A}"/>
              </a:ext>
            </a:extLst>
          </p:cNvPr>
          <p:cNvSpPr txBox="1"/>
          <p:nvPr/>
        </p:nvSpPr>
        <p:spPr>
          <a:xfrm>
            <a:off x="6832870" y="4738383"/>
            <a:ext cx="23111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Part 3 (Malayalam): 2 of 5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64D817-030E-BF6A-558E-D590E015D8FD}"/>
              </a:ext>
            </a:extLst>
          </p:cNvPr>
          <p:cNvSpPr txBox="1"/>
          <p:nvPr/>
        </p:nvSpPr>
        <p:spPr>
          <a:xfrm>
            <a:off x="554062" y="1006206"/>
            <a:ext cx="4016828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ea typeface="+mn-lt"/>
                <a:cs typeface="+mn-lt"/>
              </a:rPr>
              <a:t>Ithramaam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snehathe</a:t>
            </a:r>
            <a:r>
              <a:rPr lang="en-US" dirty="0">
                <a:ea typeface="+mn-lt"/>
                <a:cs typeface="+mn-lt"/>
              </a:rPr>
              <a:t> </a:t>
            </a:r>
          </a:p>
          <a:p>
            <a:r>
              <a:rPr lang="en-US" dirty="0" err="1">
                <a:ea typeface="+mn-lt"/>
                <a:cs typeface="+mn-lt"/>
              </a:rPr>
              <a:t>ethranaal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thallhi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njaan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Ee </a:t>
            </a:r>
            <a:r>
              <a:rPr lang="en-US" dirty="0" err="1">
                <a:ea typeface="+mn-lt"/>
                <a:cs typeface="+mn-lt"/>
              </a:rPr>
              <a:t>mahaa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paapathe</a:t>
            </a:r>
            <a:r>
              <a:rPr lang="en-US" dirty="0">
                <a:ea typeface="+mn-lt"/>
                <a:cs typeface="+mn-lt"/>
              </a:rPr>
              <a:t> </a:t>
            </a:r>
          </a:p>
          <a:p>
            <a:r>
              <a:rPr lang="en-US" dirty="0" err="1">
                <a:ea typeface="+mn-lt"/>
                <a:cs typeface="+mn-lt"/>
              </a:rPr>
              <a:t>daivame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orkkalle</a:t>
            </a:r>
            <a:endParaRPr lang="en-US" dirty="0">
              <a:ea typeface="+mn-lt"/>
              <a:cs typeface="+mn-lt"/>
            </a:endParaRPr>
          </a:p>
          <a:p>
            <a:endParaRPr lang="en-US" dirty="0">
              <a:cs typeface="Segoe UI"/>
            </a:endParaRPr>
          </a:p>
          <a:p>
            <a:endParaRPr lang="en-US" dirty="0">
              <a:cs typeface="Segoe UI"/>
            </a:endParaRPr>
          </a:p>
          <a:p>
            <a:endParaRPr lang="en-US" dirty="0">
              <a:ea typeface="+mn-lt"/>
              <a:cs typeface="+mn-lt"/>
            </a:endParaRPr>
          </a:p>
          <a:p>
            <a:r>
              <a:rPr lang="en-US" dirty="0" err="1">
                <a:ea typeface="+mn-lt"/>
                <a:cs typeface="+mn-lt"/>
              </a:rPr>
              <a:t>Paapathe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snehippaan</a:t>
            </a:r>
            <a:r>
              <a:rPr lang="en-US" dirty="0">
                <a:ea typeface="+mn-lt"/>
                <a:cs typeface="+mn-lt"/>
              </a:rPr>
              <a:t> </a:t>
            </a:r>
          </a:p>
          <a:p>
            <a:r>
              <a:rPr lang="en-US" dirty="0" err="1">
                <a:ea typeface="+mn-lt"/>
                <a:cs typeface="+mn-lt"/>
              </a:rPr>
              <a:t>Njaanini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pokumo</a:t>
            </a:r>
            <a:br>
              <a:rPr lang="en-US" dirty="0">
                <a:ea typeface="+mn-lt"/>
                <a:cs typeface="+mn-lt"/>
              </a:rPr>
            </a:br>
            <a:r>
              <a:rPr lang="en-US" dirty="0" err="1">
                <a:ea typeface="+mn-lt"/>
                <a:cs typeface="+mn-lt"/>
              </a:rPr>
              <a:t>Daivathin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paithalaay</a:t>
            </a:r>
            <a:r>
              <a:rPr lang="en-US" dirty="0">
                <a:ea typeface="+mn-lt"/>
                <a:cs typeface="+mn-lt"/>
              </a:rPr>
              <a:t> </a:t>
            </a:r>
          </a:p>
          <a:p>
            <a:r>
              <a:rPr lang="en-US" dirty="0" err="1">
                <a:ea typeface="+mn-lt"/>
                <a:cs typeface="+mn-lt"/>
              </a:rPr>
              <a:t>Jeevikkum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njaanini</a:t>
            </a:r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D65A1D-D46D-B076-C892-C4FB8B0C2A2A}"/>
              </a:ext>
            </a:extLst>
          </p:cNvPr>
          <p:cNvSpPr txBox="1"/>
          <p:nvPr/>
        </p:nvSpPr>
        <p:spPr>
          <a:xfrm>
            <a:off x="5061191" y="1108446"/>
            <a:ext cx="3055983" cy="28007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ml-IN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ഇത്രമാം 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സ്നേഹത്തെ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 </a:t>
            </a:r>
            <a:endParaRPr lang="ml-IN" sz="1600" dirty="0">
              <a:solidFill>
                <a:srgbClr val="110E39"/>
              </a:solidFill>
              <a:latin typeface="ML-TTAathira" panose="04000000000000000000" pitchFamily="82" charset="0"/>
              <a:ea typeface="+mn-lt"/>
              <a:cs typeface="+mn-lt"/>
            </a:endParaRPr>
          </a:p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എത്രനാ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ൾ 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തള്ളി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 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ഞാ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ൻ </a:t>
            </a:r>
            <a:endParaRPr lang="en-US" dirty="0">
              <a:latin typeface="ML-TTAathira" panose="04000000000000000000" pitchFamily="82" charset="0"/>
              <a:cs typeface="Segoe UI"/>
            </a:endParaRPr>
          </a:p>
          <a:p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ഈ 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മഹാപാപത്തെ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  </a:t>
            </a:r>
            <a:endParaRPr lang="ml-IN" sz="1600" dirty="0">
              <a:solidFill>
                <a:srgbClr val="110E39"/>
              </a:solidFill>
              <a:latin typeface="ML-TTAathira" panose="04000000000000000000" pitchFamily="82" charset="0"/>
              <a:ea typeface="+mn-lt"/>
              <a:cs typeface="+mn-lt"/>
            </a:endParaRPr>
          </a:p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ദൈവമേ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 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ഓർക്കല്ലേ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endParaRPr lang="en-US" dirty="0">
              <a:solidFill>
                <a:srgbClr val="000000"/>
              </a:solidFill>
              <a:latin typeface="ML-TTAathira" panose="04000000000000000000" pitchFamily="82" charset="0"/>
              <a:ea typeface="+mn-lt"/>
              <a:cs typeface="+mn-lt"/>
            </a:endParaRPr>
          </a:p>
          <a:p>
            <a:endParaRPr lang="en-US" sz="1600" dirty="0">
              <a:solidFill>
                <a:srgbClr val="110E39"/>
              </a:solidFill>
              <a:latin typeface="ML-TTAathira" panose="04000000000000000000" pitchFamily="82" charset="0"/>
              <a:ea typeface="+mn-lt"/>
              <a:cs typeface="+mn-lt"/>
            </a:endParaRPr>
          </a:p>
          <a:p>
            <a:endParaRPr lang="en-US" sz="1600" dirty="0">
              <a:solidFill>
                <a:srgbClr val="110E39"/>
              </a:solidFill>
              <a:latin typeface="ML-TTAathira" panose="04000000000000000000" pitchFamily="82" charset="0"/>
              <a:ea typeface="+mn-lt"/>
              <a:cs typeface="+mn-lt"/>
            </a:endParaRPr>
          </a:p>
          <a:p>
            <a:endParaRPr lang="en-US" sz="1600" dirty="0">
              <a:solidFill>
                <a:srgbClr val="110E39"/>
              </a:solidFill>
              <a:latin typeface="ML-TTAathira" panose="04000000000000000000" pitchFamily="82" charset="0"/>
              <a:ea typeface="+mn-lt"/>
              <a:cs typeface="+mn-lt"/>
            </a:endParaRPr>
          </a:p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പാപത്തെ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 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സ്നേഹി</a:t>
            </a:r>
            <a:r>
              <a:rPr lang="ml-IN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പ്പാൻ 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ഞാനിനി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 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പോകുമോ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endParaRPr lang="en-US" dirty="0">
              <a:latin typeface="ML-TTAathira" panose="04000000000000000000" pitchFamily="82" charset="0"/>
              <a:ea typeface="+mn-lt"/>
              <a:cs typeface="+mn-lt"/>
            </a:endParaRPr>
          </a:p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ദൈവത്തി</a:t>
            </a:r>
            <a:r>
              <a:rPr lang="ml-IN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ൻ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പൈതലായി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  </a:t>
            </a:r>
            <a:endParaRPr lang="ml-IN" sz="1600" dirty="0">
              <a:solidFill>
                <a:srgbClr val="110E39"/>
              </a:solidFill>
              <a:latin typeface="ML-TTAathira" panose="04000000000000000000" pitchFamily="82" charset="0"/>
              <a:ea typeface="+mn-lt"/>
              <a:cs typeface="+mn-lt"/>
            </a:endParaRPr>
          </a:p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ജീവിക്കും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 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ഞാനിനി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endParaRPr lang="en-US" dirty="0">
              <a:latin typeface="ML-TTAathira" panose="04000000000000000000" pitchFamily="82" charset="0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815042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DC9EE-07A7-6E84-D34B-FA1BC5FD9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0B1E4-7063-5872-B625-F704D69F8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Part 3: </a:t>
            </a:r>
            <a:r>
              <a:rPr lang="en-US" dirty="0" err="1"/>
              <a:t>Krooshinmel</a:t>
            </a:r>
            <a:r>
              <a:rPr lang="en-US" dirty="0"/>
              <a:t> </a:t>
            </a:r>
            <a:r>
              <a:rPr lang="en-US" dirty="0" err="1"/>
              <a:t>Krooshinmel</a:t>
            </a:r>
            <a:r>
              <a:rPr lang="en-US" dirty="0"/>
              <a:t> (146)</a:t>
            </a:r>
            <a:endParaRPr lang="en-US" dirty="0">
              <a:cs typeface="Segoe UI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5BF150A5-59FE-DFF1-C978-E0B0DF042AD1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35A7BB-11A1-F4AD-BD57-73B42538402E}"/>
              </a:ext>
            </a:extLst>
          </p:cNvPr>
          <p:cNvSpPr txBox="1"/>
          <p:nvPr/>
        </p:nvSpPr>
        <p:spPr>
          <a:xfrm>
            <a:off x="6870970" y="4786008"/>
            <a:ext cx="22730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Part 3 (Malayalam): 3 of 5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2AB0AC-BB50-9D93-D275-B3E1ED3C3FD9}"/>
              </a:ext>
            </a:extLst>
          </p:cNvPr>
          <p:cNvSpPr txBox="1"/>
          <p:nvPr/>
        </p:nvSpPr>
        <p:spPr>
          <a:xfrm>
            <a:off x="554062" y="1006206"/>
            <a:ext cx="4016828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ea typeface="+mn-lt"/>
                <a:cs typeface="+mn-lt"/>
              </a:rPr>
              <a:t>Kashtangal</a:t>
            </a:r>
            <a:r>
              <a:rPr lang="ml-IN" dirty="0">
                <a:ea typeface="+mn-lt"/>
                <a:cs typeface="+mn-lt"/>
              </a:rPr>
              <a:t>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vannaalum</a:t>
            </a:r>
            <a:r>
              <a:rPr lang="en-US" dirty="0">
                <a:ea typeface="+mn-lt"/>
                <a:cs typeface="+mn-lt"/>
              </a:rPr>
              <a:t> </a:t>
            </a:r>
          </a:p>
          <a:p>
            <a:r>
              <a:rPr lang="en-US" dirty="0" err="1">
                <a:ea typeface="+mn-lt"/>
                <a:cs typeface="+mn-lt"/>
              </a:rPr>
              <a:t>nashtangalh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vannaalum</a:t>
            </a:r>
            <a:br>
              <a:rPr lang="en-US" dirty="0">
                <a:ea typeface="+mn-lt"/>
                <a:cs typeface="+mn-lt"/>
              </a:rPr>
            </a:br>
            <a:r>
              <a:rPr lang="en-US" dirty="0" err="1">
                <a:ea typeface="+mn-lt"/>
                <a:cs typeface="+mn-lt"/>
              </a:rPr>
              <a:t>Krooshinmel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kaanhunna</a:t>
            </a:r>
            <a:r>
              <a:rPr lang="en-US" dirty="0">
                <a:ea typeface="+mn-lt"/>
                <a:cs typeface="+mn-lt"/>
              </a:rPr>
              <a:t> </a:t>
            </a:r>
          </a:p>
          <a:p>
            <a:r>
              <a:rPr lang="en-US" dirty="0" err="1">
                <a:ea typeface="+mn-lt"/>
                <a:cs typeface="+mn-lt"/>
              </a:rPr>
              <a:t>snehaththe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orkkum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njaan</a:t>
            </a:r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r>
              <a:rPr lang="en-US" dirty="0" err="1">
                <a:ea typeface="+mn-lt"/>
                <a:cs typeface="+mn-lt"/>
              </a:rPr>
              <a:t>Shathrukkal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nindayum</a:t>
            </a:r>
            <a:r>
              <a:rPr lang="en-US" dirty="0">
                <a:ea typeface="+mn-lt"/>
                <a:cs typeface="+mn-lt"/>
              </a:rPr>
              <a:t> </a:t>
            </a:r>
          </a:p>
          <a:p>
            <a:r>
              <a:rPr lang="en-US" dirty="0" err="1">
                <a:ea typeface="+mn-lt"/>
                <a:cs typeface="+mn-lt"/>
              </a:rPr>
              <a:t>dooshyavum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chollumpolh</a:t>
            </a:r>
            <a:endParaRPr lang="en-US" dirty="0">
              <a:ea typeface="+mn-lt"/>
              <a:cs typeface="+mn-lt"/>
            </a:endParaRPr>
          </a:p>
          <a:p>
            <a:r>
              <a:rPr lang="en-US" dirty="0" err="1">
                <a:ea typeface="+mn-lt"/>
                <a:cs typeface="+mn-lt"/>
              </a:rPr>
              <a:t>krooshinmel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kaanhunna</a:t>
            </a:r>
            <a:endParaRPr lang="en-US" dirty="0">
              <a:ea typeface="+mn-lt"/>
              <a:cs typeface="+mn-lt"/>
            </a:endParaRPr>
          </a:p>
          <a:p>
            <a:r>
              <a:rPr lang="en-US" dirty="0" err="1">
                <a:ea typeface="+mn-lt"/>
                <a:cs typeface="+mn-lt"/>
              </a:rPr>
              <a:t>Snehathe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orkkum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njaan</a:t>
            </a:r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85E3D0-90FE-8FCA-42AB-6B763DE48BA5}"/>
              </a:ext>
            </a:extLst>
          </p:cNvPr>
          <p:cNvSpPr txBox="1"/>
          <p:nvPr/>
        </p:nvSpPr>
        <p:spPr>
          <a:xfrm>
            <a:off x="5008726" y="1006206"/>
            <a:ext cx="3927020" cy="27392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കഷ്ടങ്ങ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ൾ 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വന്നാലും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  </a:t>
            </a:r>
            <a:endParaRPr lang="ml-IN" sz="1600" dirty="0">
              <a:solidFill>
                <a:srgbClr val="110E39"/>
              </a:solidFill>
              <a:latin typeface="ML-TTAathira" panose="04000000000000000000" pitchFamily="82" charset="0"/>
              <a:ea typeface="+mn-lt"/>
              <a:cs typeface="+mn-lt"/>
            </a:endParaRPr>
          </a:p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നഷ്ടങ്ങ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ൾ 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വന്നാലും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endParaRPr lang="en-US" dirty="0">
              <a:latin typeface="ML-TTAathira" panose="04000000000000000000" pitchFamily="82" charset="0"/>
              <a:ea typeface="+mn-lt"/>
              <a:cs typeface="+mn-lt"/>
            </a:endParaRPr>
          </a:p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ക്രൂശിന്മേ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ൽ 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കാണുന്ന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  </a:t>
            </a:r>
            <a:endParaRPr lang="ml-IN" sz="1600" dirty="0">
              <a:solidFill>
                <a:srgbClr val="110E39"/>
              </a:solidFill>
              <a:latin typeface="ML-TTAathira" panose="04000000000000000000" pitchFamily="82" charset="0"/>
              <a:ea typeface="+mn-lt"/>
              <a:cs typeface="+mn-lt"/>
            </a:endParaRPr>
          </a:p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സ്നേഹത്തെ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 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ഓർക്കും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 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ഞാ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ൻ </a:t>
            </a:r>
            <a:endParaRPr lang="en-US" dirty="0">
              <a:latin typeface="ML-TTAathira" panose="04000000000000000000" pitchFamily="82" charset="0"/>
              <a:ea typeface="+mn-lt"/>
              <a:cs typeface="+mn-lt"/>
            </a:endParaRPr>
          </a:p>
          <a:p>
            <a:endParaRPr lang="en-US" dirty="0">
              <a:latin typeface="ML-TTAathira" panose="04000000000000000000" pitchFamily="82" charset="0"/>
            </a:endParaRPr>
          </a:p>
          <a:p>
            <a:endParaRPr lang="ml-IN" dirty="0">
              <a:solidFill>
                <a:srgbClr val="000000"/>
              </a:solidFill>
              <a:latin typeface="ML-TTAathira" panose="04000000000000000000" pitchFamily="82" charset="0"/>
              <a:ea typeface="+mn-lt"/>
              <a:cs typeface="+mn-lt"/>
            </a:endParaRPr>
          </a:p>
          <a:p>
            <a:r>
              <a:rPr lang="en-US" dirty="0" err="1">
                <a:solidFill>
                  <a:srgbClr val="000000"/>
                </a:solidFill>
                <a:latin typeface="ML-TTAathira" panose="04000000000000000000" pitchFamily="82" charset="0"/>
                <a:ea typeface="+mn-lt"/>
                <a:cs typeface="+mn-lt"/>
              </a:rPr>
              <a:t>ശത്രുക</a:t>
            </a:r>
            <a:r>
              <a:rPr lang="en-US" dirty="0">
                <a:solidFill>
                  <a:srgbClr val="000000"/>
                </a:solidFill>
                <a:latin typeface="ML-TTAathira" panose="04000000000000000000" pitchFamily="82" charset="0"/>
                <a:ea typeface="+mn-lt"/>
                <a:cs typeface="+mn-lt"/>
              </a:rPr>
              <a:t>ൾ </a:t>
            </a:r>
            <a:r>
              <a:rPr lang="ml-IN" dirty="0">
                <a:solidFill>
                  <a:srgbClr val="000000"/>
                </a:solidFill>
                <a:latin typeface="ML-TTAathira" panose="04000000000000000000" pitchFamily="82" charset="0"/>
                <a:ea typeface="+mn-lt"/>
                <a:cs typeface="+mn-lt"/>
              </a:rPr>
              <a:t>നിന്ദയും </a:t>
            </a:r>
          </a:p>
          <a:p>
            <a:r>
              <a:rPr lang="en-US" dirty="0" err="1">
                <a:solidFill>
                  <a:srgbClr val="000000"/>
                </a:solidFill>
                <a:latin typeface="ML-TTAathira" panose="04000000000000000000" pitchFamily="82" charset="0"/>
                <a:ea typeface="+mn-lt"/>
                <a:cs typeface="+mn-lt"/>
              </a:rPr>
              <a:t>ദൂഷ്യവും</a:t>
            </a:r>
            <a:r>
              <a:rPr lang="en-US" dirty="0">
                <a:solidFill>
                  <a:srgbClr val="000000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L-TTAathira" panose="04000000000000000000" pitchFamily="82" charset="0"/>
                <a:ea typeface="+mn-lt"/>
                <a:cs typeface="+mn-lt"/>
              </a:rPr>
              <a:t>ചൊല്ലുമ്പോ</a:t>
            </a:r>
            <a:r>
              <a:rPr lang="en-US" dirty="0">
                <a:solidFill>
                  <a:srgbClr val="000000"/>
                </a:solidFill>
                <a:latin typeface="ML-TTAathira" panose="04000000000000000000" pitchFamily="82" charset="0"/>
                <a:ea typeface="+mn-lt"/>
                <a:cs typeface="+mn-lt"/>
              </a:rPr>
              <a:t>ൾ </a:t>
            </a:r>
            <a:endParaRPr lang="en-US" dirty="0">
              <a:latin typeface="ML-TTAathira" panose="04000000000000000000" pitchFamily="82" charset="0"/>
              <a:ea typeface="+mn-lt"/>
              <a:cs typeface="+mn-lt"/>
            </a:endParaRPr>
          </a:p>
          <a:p>
            <a:r>
              <a:rPr lang="en-US" dirty="0" err="1">
                <a:solidFill>
                  <a:srgbClr val="000000"/>
                </a:solidFill>
                <a:latin typeface="ML-TTAathira" panose="04000000000000000000" pitchFamily="82" charset="0"/>
                <a:ea typeface="+mn-lt"/>
                <a:cs typeface="+mn-lt"/>
              </a:rPr>
              <a:t>ക്രൂശിന്മേ</a:t>
            </a:r>
            <a:r>
              <a:rPr lang="en-US" dirty="0">
                <a:solidFill>
                  <a:srgbClr val="000000"/>
                </a:solidFill>
                <a:latin typeface="ML-TTAathira" panose="04000000000000000000" pitchFamily="82" charset="0"/>
                <a:ea typeface="+mn-lt"/>
                <a:cs typeface="+mn-lt"/>
              </a:rPr>
              <a:t>ൽ </a:t>
            </a:r>
            <a:r>
              <a:rPr lang="en-US" dirty="0" err="1">
                <a:solidFill>
                  <a:srgbClr val="000000"/>
                </a:solidFill>
                <a:latin typeface="ML-TTAathira" panose="04000000000000000000" pitchFamily="82" charset="0"/>
                <a:ea typeface="+mn-lt"/>
                <a:cs typeface="+mn-lt"/>
              </a:rPr>
              <a:t>കാണുന്ന</a:t>
            </a:r>
            <a:r>
              <a:rPr lang="en-US" dirty="0">
                <a:solidFill>
                  <a:srgbClr val="000000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L-TTAathira" panose="04000000000000000000" pitchFamily="82" charset="0"/>
                <a:ea typeface="+mn-lt"/>
                <a:cs typeface="+mn-lt"/>
              </a:rPr>
              <a:t>സ്നേഹത്തെ</a:t>
            </a:r>
            <a:r>
              <a:rPr lang="en-US" dirty="0">
                <a:solidFill>
                  <a:srgbClr val="000000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L-TTAathira" panose="04000000000000000000" pitchFamily="82" charset="0"/>
                <a:ea typeface="+mn-lt"/>
                <a:cs typeface="+mn-lt"/>
              </a:rPr>
              <a:t>ഓർക്കും</a:t>
            </a:r>
            <a:r>
              <a:rPr lang="en-US" dirty="0">
                <a:solidFill>
                  <a:srgbClr val="000000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L-TTAathira" panose="04000000000000000000" pitchFamily="82" charset="0"/>
                <a:ea typeface="+mn-lt"/>
                <a:cs typeface="+mn-lt"/>
              </a:rPr>
              <a:t>ഞാ</a:t>
            </a:r>
            <a:r>
              <a:rPr lang="en-US" dirty="0">
                <a:solidFill>
                  <a:srgbClr val="000000"/>
                </a:solidFill>
                <a:latin typeface="ML-TTAathira" panose="04000000000000000000" pitchFamily="82" charset="0"/>
                <a:ea typeface="+mn-lt"/>
                <a:cs typeface="+mn-lt"/>
              </a:rPr>
              <a:t>ൻ</a:t>
            </a:r>
            <a:endParaRPr lang="en-US" sz="1600" dirty="0">
              <a:solidFill>
                <a:srgbClr val="110E39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490596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3861A-0E29-178B-320E-A27598B66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C4B0B-3774-C358-A1C6-73E1438FF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Part 3: </a:t>
            </a:r>
            <a:r>
              <a:rPr lang="en-US" dirty="0" err="1"/>
              <a:t>Krooshinmel</a:t>
            </a:r>
            <a:r>
              <a:rPr lang="en-US" dirty="0"/>
              <a:t> </a:t>
            </a:r>
            <a:r>
              <a:rPr lang="en-US" dirty="0" err="1"/>
              <a:t>Krooshinmel</a:t>
            </a:r>
            <a:r>
              <a:rPr lang="en-US" dirty="0"/>
              <a:t> (146)</a:t>
            </a:r>
            <a:endParaRPr lang="en-US" dirty="0">
              <a:cs typeface="Segoe UI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0D594914-18F0-7CF3-5D69-EA2B233EA44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26EF10-0873-02C2-5C46-863D27A83082}"/>
              </a:ext>
            </a:extLst>
          </p:cNvPr>
          <p:cNvSpPr txBox="1"/>
          <p:nvPr/>
        </p:nvSpPr>
        <p:spPr>
          <a:xfrm>
            <a:off x="6899545" y="4786008"/>
            <a:ext cx="224445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Part 3 (Malayalam): 4 of 5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7A7093-E1C7-DC54-048D-E0130C2C0ADA}"/>
              </a:ext>
            </a:extLst>
          </p:cNvPr>
          <p:cNvSpPr txBox="1"/>
          <p:nvPr/>
        </p:nvSpPr>
        <p:spPr>
          <a:xfrm>
            <a:off x="554062" y="1006206"/>
            <a:ext cx="4016828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ea typeface="+mn-lt"/>
                <a:cs typeface="+mn-lt"/>
              </a:rPr>
              <a:t>Paapathin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shodhana</a:t>
            </a:r>
            <a:r>
              <a:rPr lang="en-US" dirty="0">
                <a:ea typeface="+mn-lt"/>
                <a:cs typeface="+mn-lt"/>
              </a:rPr>
              <a:t> </a:t>
            </a:r>
          </a:p>
          <a:p>
            <a:r>
              <a:rPr lang="en-US" dirty="0" err="1">
                <a:ea typeface="+mn-lt"/>
                <a:cs typeface="+mn-lt"/>
              </a:rPr>
              <a:t>Bhemamai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varumpol</a:t>
            </a:r>
            <a:br>
              <a:rPr lang="en-US" dirty="0">
                <a:ea typeface="+mn-lt"/>
                <a:cs typeface="+mn-lt"/>
              </a:rPr>
            </a:br>
            <a:r>
              <a:rPr lang="en-US" dirty="0" err="1">
                <a:ea typeface="+mn-lt"/>
                <a:cs typeface="+mn-lt"/>
              </a:rPr>
              <a:t>Krusinmel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kaanunna</a:t>
            </a:r>
            <a:r>
              <a:rPr lang="en-US" dirty="0">
                <a:ea typeface="+mn-lt"/>
                <a:cs typeface="+mn-lt"/>
              </a:rPr>
              <a:t> </a:t>
            </a:r>
          </a:p>
          <a:p>
            <a:r>
              <a:rPr lang="en-US" dirty="0" err="1">
                <a:ea typeface="+mn-lt"/>
                <a:cs typeface="+mn-lt"/>
              </a:rPr>
              <a:t>Snehathe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orkum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njan</a:t>
            </a:r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r>
              <a:rPr lang="en-US" dirty="0" err="1">
                <a:ea typeface="+mn-lt"/>
                <a:cs typeface="+mn-lt"/>
              </a:rPr>
              <a:t>Aapathi</a:t>
            </a:r>
            <a:r>
              <a:rPr lang="en-SG" dirty="0">
                <a:ea typeface="+mn-lt"/>
                <a:cs typeface="+mn-lt"/>
              </a:rPr>
              <a:t>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olhangalh</a:t>
            </a:r>
            <a:r>
              <a:rPr lang="en-US" dirty="0">
                <a:ea typeface="+mn-lt"/>
                <a:cs typeface="+mn-lt"/>
              </a:rPr>
              <a:t> </a:t>
            </a:r>
          </a:p>
          <a:p>
            <a:r>
              <a:rPr lang="en-US" dirty="0" err="1">
                <a:ea typeface="+mn-lt"/>
                <a:cs typeface="+mn-lt"/>
              </a:rPr>
              <a:t>saadhuve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thallhumbolh</a:t>
            </a:r>
            <a:endParaRPr lang="en-US" dirty="0">
              <a:ea typeface="+mn-lt"/>
              <a:cs typeface="+mn-lt"/>
            </a:endParaRPr>
          </a:p>
          <a:p>
            <a:r>
              <a:rPr lang="en-US" dirty="0" err="1">
                <a:ea typeface="+mn-lt"/>
                <a:cs typeface="+mn-lt"/>
              </a:rPr>
              <a:t>Krooshinmel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Kaanhunna</a:t>
            </a:r>
            <a:endParaRPr lang="en-US" dirty="0">
              <a:ea typeface="+mn-lt"/>
              <a:cs typeface="+mn-lt"/>
            </a:endParaRPr>
          </a:p>
          <a:p>
            <a:r>
              <a:rPr lang="en-US" dirty="0" err="1">
                <a:ea typeface="+mn-lt"/>
                <a:cs typeface="+mn-lt"/>
              </a:rPr>
              <a:t>Snehaththe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orkkum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njaan</a:t>
            </a:r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514C40-57C7-940E-0969-6F7A648EFE08}"/>
              </a:ext>
            </a:extLst>
          </p:cNvPr>
          <p:cNvSpPr txBox="1"/>
          <p:nvPr/>
        </p:nvSpPr>
        <p:spPr>
          <a:xfrm>
            <a:off x="5061191" y="1108446"/>
            <a:ext cx="3927020" cy="28007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പാപത്തി</a:t>
            </a:r>
            <a:r>
              <a:rPr lang="ml-IN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ൻ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ശോധന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 </a:t>
            </a:r>
            <a:endParaRPr lang="ml-IN" sz="1600" dirty="0">
              <a:solidFill>
                <a:srgbClr val="110E39"/>
              </a:solidFill>
              <a:latin typeface="ML-TTAathira" panose="04000000000000000000" pitchFamily="82" charset="0"/>
              <a:ea typeface="+mn-lt"/>
              <a:cs typeface="+mn-lt"/>
            </a:endParaRPr>
          </a:p>
          <a:p>
            <a:r>
              <a:rPr lang="ml-IN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ഭീമ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മാ</a:t>
            </a:r>
            <a:r>
              <a:rPr lang="ml-IN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യ്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വരുമ്പോ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ൾ </a:t>
            </a:r>
            <a:endParaRPr lang="en-US" dirty="0">
              <a:latin typeface="ML-TTAathira" panose="04000000000000000000" pitchFamily="82" charset="0"/>
              <a:ea typeface="+mn-lt"/>
              <a:cs typeface="+mn-lt"/>
            </a:endParaRPr>
          </a:p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ക്രൂശിന്മേ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ൽ 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കാണുന്ന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  </a:t>
            </a:r>
            <a:endParaRPr lang="ml-IN" sz="1600" dirty="0">
              <a:solidFill>
                <a:srgbClr val="110E39"/>
              </a:solidFill>
              <a:latin typeface="ML-TTAathira" panose="04000000000000000000" pitchFamily="82" charset="0"/>
              <a:ea typeface="+mn-lt"/>
              <a:cs typeface="+mn-lt"/>
            </a:endParaRPr>
          </a:p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സ്നേഹത്തെ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 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ഓർക്കും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 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ഞാ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ൻ </a:t>
            </a:r>
            <a:endParaRPr lang="en-US" dirty="0">
              <a:latin typeface="ML-TTAathira" panose="04000000000000000000" pitchFamily="82" charset="0"/>
              <a:ea typeface="+mn-lt"/>
              <a:cs typeface="+mn-lt"/>
            </a:endParaRPr>
          </a:p>
          <a:p>
            <a:endParaRPr lang="en-US" sz="1600" dirty="0">
              <a:solidFill>
                <a:srgbClr val="110E39"/>
              </a:solidFill>
              <a:latin typeface="ML-TTAathira" panose="04000000000000000000" pitchFamily="82" charset="0"/>
              <a:ea typeface="+mn-lt"/>
              <a:cs typeface="+mn-lt"/>
            </a:endParaRPr>
          </a:p>
          <a:p>
            <a:endParaRPr lang="en-US" sz="1600" dirty="0">
              <a:solidFill>
                <a:srgbClr val="110E39"/>
              </a:solidFill>
              <a:latin typeface="ML-TTAathira" panose="04000000000000000000" pitchFamily="82" charset="0"/>
              <a:ea typeface="+mn-lt"/>
              <a:cs typeface="+mn-lt"/>
            </a:endParaRPr>
          </a:p>
          <a:p>
            <a:endParaRPr lang="ml-IN" sz="1600" dirty="0">
              <a:solidFill>
                <a:srgbClr val="110E39"/>
              </a:solidFill>
              <a:latin typeface="ML-TTAathira" panose="04000000000000000000" pitchFamily="82" charset="0"/>
              <a:ea typeface="+mn-lt"/>
              <a:cs typeface="+mn-lt"/>
            </a:endParaRPr>
          </a:p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ആപത്തി</a:t>
            </a:r>
            <a:r>
              <a:rPr lang="ml-IN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ൻ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ഓളങ്ങ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ൾ </a:t>
            </a:r>
            <a:endParaRPr lang="ml-IN" sz="1600" dirty="0">
              <a:solidFill>
                <a:srgbClr val="110E39"/>
              </a:solidFill>
              <a:latin typeface="ML-TTAathira" panose="04000000000000000000" pitchFamily="82" charset="0"/>
              <a:ea typeface="+mn-lt"/>
              <a:cs typeface="+mn-lt"/>
            </a:endParaRPr>
          </a:p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സാധുവെ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തള്ളുമ്പോ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ൾ </a:t>
            </a:r>
            <a:endParaRPr lang="en-US" dirty="0">
              <a:latin typeface="ML-TTAathira" panose="04000000000000000000" pitchFamily="82" charset="0"/>
              <a:ea typeface="+mn-lt"/>
              <a:cs typeface="+mn-lt"/>
            </a:endParaRPr>
          </a:p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ക്രൂശിന്മേ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ൽ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കാണുന്ന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endParaRPr lang="ml-IN" sz="1600" dirty="0">
              <a:solidFill>
                <a:srgbClr val="110E39"/>
              </a:solidFill>
              <a:latin typeface="ML-TTAathira" panose="04000000000000000000" pitchFamily="82" charset="0"/>
              <a:ea typeface="+mn-lt"/>
              <a:cs typeface="+mn-lt"/>
            </a:endParaRPr>
          </a:p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സ്നേഹത്തെ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ഓർക്കും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ഞാ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ൻ</a:t>
            </a:r>
            <a:endParaRPr lang="en-US" sz="1600" dirty="0">
              <a:solidFill>
                <a:srgbClr val="110E39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035876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AEE9B-0098-F900-312C-B805DC5FC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47B16-9A3A-55B9-6F76-43A92C1E5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Part 3: </a:t>
            </a:r>
            <a:r>
              <a:rPr lang="en-US" dirty="0" err="1"/>
              <a:t>Krooshinmel</a:t>
            </a:r>
            <a:r>
              <a:rPr lang="en-US" dirty="0"/>
              <a:t> </a:t>
            </a:r>
            <a:r>
              <a:rPr lang="en-US" dirty="0" err="1"/>
              <a:t>Krooshinmel</a:t>
            </a:r>
            <a:r>
              <a:rPr lang="en-US" dirty="0"/>
              <a:t> (146)</a:t>
            </a:r>
            <a:endParaRPr lang="en-US" dirty="0">
              <a:cs typeface="Segoe UI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E110152E-6CF9-8665-E940-45FA19498D0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C73436-85EF-5A20-04A4-A8B4FCD71540}"/>
              </a:ext>
            </a:extLst>
          </p:cNvPr>
          <p:cNvSpPr txBox="1"/>
          <p:nvPr/>
        </p:nvSpPr>
        <p:spPr>
          <a:xfrm>
            <a:off x="6899545" y="4786008"/>
            <a:ext cx="224445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Part 3 (Malayalam): 5 of 5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D47B70-E034-BBED-8998-94E224AC0B41}"/>
              </a:ext>
            </a:extLst>
          </p:cNvPr>
          <p:cNvSpPr txBox="1"/>
          <p:nvPr/>
        </p:nvSpPr>
        <p:spPr>
          <a:xfrm>
            <a:off x="554062" y="1006206"/>
            <a:ext cx="4016828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ea typeface="+mn-lt"/>
                <a:cs typeface="+mn-lt"/>
              </a:rPr>
              <a:t>Shathruthvam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varddhichaal</a:t>
            </a:r>
            <a:r>
              <a:rPr lang="en-US" dirty="0">
                <a:ea typeface="+mn-lt"/>
                <a:cs typeface="+mn-lt"/>
              </a:rPr>
              <a:t> </a:t>
            </a:r>
          </a:p>
          <a:p>
            <a:r>
              <a:rPr lang="en-US" dirty="0" err="1">
                <a:ea typeface="+mn-lt"/>
                <a:cs typeface="+mn-lt"/>
              </a:rPr>
              <a:t>peedakal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koodiyal</a:t>
            </a:r>
            <a:endParaRPr lang="en-US" dirty="0">
              <a:ea typeface="+mn-lt"/>
              <a:cs typeface="+mn-lt"/>
            </a:endParaRPr>
          </a:p>
          <a:p>
            <a:r>
              <a:rPr lang="en-US" dirty="0" err="1">
                <a:ea typeface="+mn-lt"/>
                <a:cs typeface="+mn-lt"/>
              </a:rPr>
              <a:t>Krooshinmel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kaanhunna</a:t>
            </a:r>
            <a:endParaRPr lang="en-US" dirty="0">
              <a:ea typeface="+mn-lt"/>
              <a:cs typeface="+mn-lt"/>
            </a:endParaRPr>
          </a:p>
          <a:p>
            <a:r>
              <a:rPr lang="en-US" dirty="0" err="1">
                <a:ea typeface="+mn-lt"/>
                <a:cs typeface="+mn-lt"/>
              </a:rPr>
              <a:t>Snehathe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orkkum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njaan</a:t>
            </a:r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r>
              <a:rPr lang="en-US" dirty="0" err="1">
                <a:ea typeface="+mn-lt"/>
                <a:cs typeface="+mn-lt"/>
              </a:rPr>
              <a:t>Aathmave</a:t>
            </a:r>
            <a:r>
              <a:rPr lang="en-US" dirty="0">
                <a:ea typeface="+mn-lt"/>
                <a:cs typeface="+mn-lt"/>
              </a:rPr>
              <a:t>! </a:t>
            </a:r>
            <a:r>
              <a:rPr lang="en-US" dirty="0" err="1">
                <a:ea typeface="+mn-lt"/>
                <a:cs typeface="+mn-lt"/>
              </a:rPr>
              <a:t>orkka</a:t>
            </a:r>
            <a:r>
              <a:rPr lang="en-US" dirty="0">
                <a:ea typeface="+mn-lt"/>
                <a:cs typeface="+mn-lt"/>
              </a:rPr>
              <a:t> nee </a:t>
            </a:r>
          </a:p>
          <a:p>
            <a:r>
              <a:rPr lang="en-US" dirty="0">
                <a:ea typeface="+mn-lt"/>
                <a:cs typeface="+mn-lt"/>
              </a:rPr>
              <a:t>ee maha </a:t>
            </a:r>
            <a:r>
              <a:rPr lang="en-US" dirty="0" err="1">
                <a:ea typeface="+mn-lt"/>
                <a:cs typeface="+mn-lt"/>
              </a:rPr>
              <a:t>snehathe</a:t>
            </a:r>
            <a:endParaRPr lang="en-US" dirty="0">
              <a:ea typeface="+mn-lt"/>
              <a:cs typeface="+mn-lt"/>
            </a:endParaRPr>
          </a:p>
          <a:p>
            <a:r>
              <a:rPr lang="en-US" dirty="0" err="1">
                <a:ea typeface="+mn-lt"/>
                <a:cs typeface="+mn-lt"/>
              </a:rPr>
              <a:t>Daivathin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puthran</a:t>
            </a:r>
            <a:r>
              <a:rPr lang="en-US" dirty="0">
                <a:ea typeface="+mn-lt"/>
                <a:cs typeface="+mn-lt"/>
              </a:rPr>
              <a:t> ee </a:t>
            </a:r>
          </a:p>
          <a:p>
            <a:r>
              <a:rPr lang="en-US" dirty="0" err="1">
                <a:ea typeface="+mn-lt"/>
                <a:cs typeface="+mn-lt"/>
              </a:rPr>
              <a:t>saadhuve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snehichu</a:t>
            </a:r>
            <a:r>
              <a:rPr lang="en-US">
                <a:ea typeface="+mn-lt"/>
                <a:cs typeface="+mn-lt"/>
              </a:rPr>
              <a:t> 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6130AA-2B6B-7770-A205-5B4A059499B7}"/>
              </a:ext>
            </a:extLst>
          </p:cNvPr>
          <p:cNvSpPr txBox="1"/>
          <p:nvPr/>
        </p:nvSpPr>
        <p:spPr>
          <a:xfrm>
            <a:off x="5061191" y="1108446"/>
            <a:ext cx="3927020" cy="33547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ml-IN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ശത്രുത്വം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വർദ്ധിച്ചാ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ൽ </a:t>
            </a:r>
            <a:endParaRPr lang="ml-IN" sz="1600" dirty="0">
              <a:solidFill>
                <a:srgbClr val="110E39"/>
              </a:solidFill>
              <a:latin typeface="ML-TTAathira" panose="04000000000000000000" pitchFamily="82" charset="0"/>
              <a:ea typeface="+mn-lt"/>
              <a:cs typeface="+mn-lt"/>
            </a:endParaRPr>
          </a:p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പീഡക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ൾ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കൂടിയാ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ൽ </a:t>
            </a:r>
            <a:endParaRPr lang="en-US" dirty="0">
              <a:latin typeface="ML-TTAathira" panose="04000000000000000000" pitchFamily="82" charset="0"/>
            </a:endParaRPr>
          </a:p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ക്രൂശിന്മേ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ൽ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കാണുന്ന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endParaRPr lang="ml-IN" sz="1600" dirty="0">
              <a:solidFill>
                <a:srgbClr val="110E39"/>
              </a:solidFill>
              <a:latin typeface="ML-TTAathira" panose="04000000000000000000" pitchFamily="82" charset="0"/>
              <a:ea typeface="+mn-lt"/>
              <a:cs typeface="+mn-lt"/>
            </a:endParaRPr>
          </a:p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സ്നേഹത്തെ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ഓർക്കും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ഞാ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ൻ </a:t>
            </a:r>
            <a:endParaRPr lang="en-US" dirty="0">
              <a:latin typeface="ML-TTAathira" panose="04000000000000000000" pitchFamily="82" charset="0"/>
              <a:ea typeface="+mn-lt"/>
              <a:cs typeface="+mn-lt"/>
            </a:endParaRPr>
          </a:p>
          <a:p>
            <a:br>
              <a:rPr lang="en-US" dirty="0">
                <a:latin typeface="ML-TTAathira" panose="04000000000000000000" pitchFamily="82" charset="0"/>
              </a:rPr>
            </a:br>
            <a:endParaRPr lang="en-US" dirty="0">
              <a:latin typeface="ML-TTAathira" panose="04000000000000000000" pitchFamily="82" charset="0"/>
            </a:endParaRPr>
          </a:p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ആത്മാവേ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 ഓർ</a:t>
            </a:r>
            <a:r>
              <a:rPr lang="ml-IN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ക്ക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നീ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endParaRPr lang="ml-IN" sz="1600" dirty="0">
              <a:solidFill>
                <a:srgbClr val="110E39"/>
              </a:solidFill>
              <a:latin typeface="ML-TTAathira" panose="04000000000000000000" pitchFamily="82" charset="0"/>
              <a:ea typeface="+mn-lt"/>
              <a:cs typeface="+mn-lt"/>
            </a:endParaRPr>
          </a:p>
          <a:p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ഈ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മഹാ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സ്നേഹത്തെ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endParaRPr lang="en-US" dirty="0">
              <a:latin typeface="ML-TTAathira" panose="04000000000000000000" pitchFamily="82" charset="0"/>
            </a:endParaRPr>
          </a:p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ദൈവത്തി</a:t>
            </a:r>
            <a:r>
              <a:rPr lang="ml-IN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ൻ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പുത്ര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ൻ </a:t>
            </a:r>
            <a:r>
              <a:rPr lang="ml-IN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ഈ </a:t>
            </a:r>
          </a:p>
          <a:p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സാധുവെ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സ്നേഹിച്ചു</a:t>
            </a:r>
            <a:r>
              <a:rPr lang="en-US" sz="1600" dirty="0">
                <a:solidFill>
                  <a:srgbClr val="110E39"/>
                </a:solidFill>
                <a:latin typeface="ML-TTAathira" panose="04000000000000000000" pitchFamily="82" charset="0"/>
                <a:ea typeface="+mn-lt"/>
                <a:cs typeface="+mn-lt"/>
              </a:rPr>
              <a:t> </a:t>
            </a:r>
            <a:endParaRPr lang="en-US" dirty="0">
              <a:latin typeface="ML-TTAathira" panose="04000000000000000000" pitchFamily="82" charset="0"/>
            </a:endParaRPr>
          </a:p>
          <a:p>
            <a:endParaRPr lang="en-US" sz="1600" dirty="0">
              <a:solidFill>
                <a:srgbClr val="110E39"/>
              </a:solidFill>
              <a:ea typeface="+mn-lt"/>
              <a:cs typeface="+mn-lt"/>
            </a:endParaRPr>
          </a:p>
          <a:p>
            <a:endParaRPr lang="en-US" sz="1600" dirty="0">
              <a:solidFill>
                <a:srgbClr val="110E39"/>
              </a:solidFill>
              <a:ea typeface="+mn-lt"/>
              <a:cs typeface="+mn-lt"/>
            </a:endParaRPr>
          </a:p>
          <a:p>
            <a:endParaRPr lang="en-US" sz="1600" dirty="0">
              <a:solidFill>
                <a:srgbClr val="110E39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305978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6BB2930-A4C7-F30F-1B80-CC4D479494FA}"/>
              </a:ext>
            </a:extLst>
          </p:cNvPr>
          <p:cNvSpPr/>
          <p:nvPr/>
        </p:nvSpPr>
        <p:spPr>
          <a:xfrm>
            <a:off x="1940855" y="2135782"/>
            <a:ext cx="5262283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F3B4DD-D28E-D949-A750-E7C0BC73DB23}"/>
              </a:ext>
            </a:extLst>
          </p:cNvPr>
          <p:cNvSpPr txBox="1">
            <a:spLocks/>
          </p:cNvSpPr>
          <p:nvPr/>
        </p:nvSpPr>
        <p:spPr>
          <a:xfrm>
            <a:off x="2106541" y="2183412"/>
            <a:ext cx="4930917" cy="77667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Announcements</a:t>
            </a:r>
          </a:p>
        </p:txBody>
      </p:sp>
    </p:spTree>
    <p:extLst>
      <p:ext uri="{BB962C8B-B14F-4D97-AF65-F5344CB8AC3E}">
        <p14:creationId xmlns:p14="http://schemas.microsoft.com/office/powerpoint/2010/main" val="307132398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5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60</TotalTime>
  <Words>1794</Words>
  <Application>Microsoft Office PowerPoint</Application>
  <PresentationFormat>On-screen Show (16:9)</PresentationFormat>
  <Paragraphs>422</Paragraphs>
  <Slides>39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1_Office Theme</vt:lpstr>
      <vt:lpstr>4_Office Theme</vt:lpstr>
      <vt:lpstr>5_Office Theme</vt:lpstr>
      <vt:lpstr>PowerPoint Presentation</vt:lpstr>
      <vt:lpstr>PowerPoint Presentation</vt:lpstr>
      <vt:lpstr>Part 1: Daivathinte Eka Puthran</vt:lpstr>
      <vt:lpstr>Part 1: Daivathinte Eka Puthran</vt:lpstr>
      <vt:lpstr>Part 1: Daivathinte Eka Puthran</vt:lpstr>
      <vt:lpstr>Part 1: Daivathinte Eka Puthran</vt:lpstr>
      <vt:lpstr>Part 1: Daivathinte Eka Puthran</vt:lpstr>
      <vt:lpstr>PowerPoint Presentation</vt:lpstr>
      <vt:lpstr>Part 1: Daivame en daivame (140)</vt:lpstr>
      <vt:lpstr>Part 1: Daivame en daivame (140)</vt:lpstr>
      <vt:lpstr>Part 1: Daivame en daivame (140)</vt:lpstr>
      <vt:lpstr>Part 1: Daivame en daivame (140)</vt:lpstr>
      <vt:lpstr>Part 1: Daivame en daivame (140)</vt:lpstr>
      <vt:lpstr>PowerPoint Presentation</vt:lpstr>
      <vt:lpstr>Part 2: O sacred head now wounded</vt:lpstr>
      <vt:lpstr>Part 2: O sacred head now wounded</vt:lpstr>
      <vt:lpstr>Part 2: O sacred head now wounded</vt:lpstr>
      <vt:lpstr>PowerPoint Presentation</vt:lpstr>
      <vt:lpstr>Offertory – There is a green hill far away</vt:lpstr>
      <vt:lpstr>Offertory – There is a green hill far away</vt:lpstr>
      <vt:lpstr>Offertory – There is a green hill far away</vt:lpstr>
      <vt:lpstr>PowerPoint Presentation</vt:lpstr>
      <vt:lpstr>Offertory – When I survey the wondrous cross</vt:lpstr>
      <vt:lpstr>Offertory – When I survey the wondrous cross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Part 3: Rakshithaavine kaanhka (164) </vt:lpstr>
      <vt:lpstr>Part 3: Rakshithaavine kaanhka (164) </vt:lpstr>
      <vt:lpstr>PowerPoint Presentation</vt:lpstr>
      <vt:lpstr>PowerPoint Presentation</vt:lpstr>
      <vt:lpstr>Part 3: Krooshinmel Krooshinmel (146)</vt:lpstr>
      <vt:lpstr>Part 3: Krooshinmel Krooshinmel (146)</vt:lpstr>
      <vt:lpstr>Part 3: Krooshinmel Krooshinmel (146)</vt:lpstr>
      <vt:lpstr>Part 3: Krooshinmel Krooshinmel (146)</vt:lpstr>
      <vt:lpstr>Part 3: Krooshinmel Krooshinmel (146)</vt:lpstr>
      <vt:lpstr>PowerPoint Presentation</vt:lpstr>
    </vt:vector>
  </TitlesOfParts>
  <Company>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Santhosh JOSEPH (ITE)</dc:creator>
  <cp:lastModifiedBy>Cynthia George</cp:lastModifiedBy>
  <cp:revision>3</cp:revision>
  <dcterms:created xsi:type="dcterms:W3CDTF">2020-09-02T02:55:07Z</dcterms:created>
  <dcterms:modified xsi:type="dcterms:W3CDTF">2025-04-18T00:18:23Z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ce832c-fd95-4339-84d0-00952058857c_Enabled">
    <vt:lpwstr>True</vt:lpwstr>
  </property>
  <property fmtid="{D5CDD505-2E9C-101B-9397-08002B2CF9AE}" pid="3" name="MSIP_Label_47ce832c-fd95-4339-84d0-00952058857c_SiteId">
    <vt:lpwstr>13b42c8c-cbcf-4e3d-9d20-f55b7b5ee3c1</vt:lpwstr>
  </property>
  <property fmtid="{D5CDD505-2E9C-101B-9397-08002B2CF9AE}" pid="4" name="MSIP_Label_47ce832c-fd95-4339-84d0-00952058857c_Owner">
    <vt:lpwstr>Santhosh_Joseph@ite.edu.sg</vt:lpwstr>
  </property>
  <property fmtid="{D5CDD505-2E9C-101B-9397-08002B2CF9AE}" pid="5" name="MSIP_Label_47ce832c-fd95-4339-84d0-00952058857c_SetDate">
    <vt:lpwstr>2020-09-02T02:55:31.4412613Z</vt:lpwstr>
  </property>
  <property fmtid="{D5CDD505-2E9C-101B-9397-08002B2CF9AE}" pid="6" name="MSIP_Label_47ce832c-fd95-4339-84d0-00952058857c_Name">
    <vt:lpwstr>Official (Closed)</vt:lpwstr>
  </property>
  <property fmtid="{D5CDD505-2E9C-101B-9397-08002B2CF9AE}" pid="7" name="MSIP_Label_47ce832c-fd95-4339-84d0-00952058857c_Application">
    <vt:lpwstr>Microsoft Azure Information Protection</vt:lpwstr>
  </property>
  <property fmtid="{D5CDD505-2E9C-101B-9397-08002B2CF9AE}" pid="8" name="MSIP_Label_47ce832c-fd95-4339-84d0-00952058857c_ActionId">
    <vt:lpwstr>8101d916-9275-49eb-bf62-55ac502d45bb</vt:lpwstr>
  </property>
  <property fmtid="{D5CDD505-2E9C-101B-9397-08002B2CF9AE}" pid="9" name="MSIP_Label_47ce832c-fd95-4339-84d0-00952058857c_Extended_MSFT_Method">
    <vt:lpwstr>Automatic</vt:lpwstr>
  </property>
  <property fmtid="{D5CDD505-2E9C-101B-9397-08002B2CF9AE}" pid="10" name="MSIP_Label_0dcf3bf5-ad0e-4c8c-aa2d-c5b4b510dcc6_Enabled">
    <vt:lpwstr>true</vt:lpwstr>
  </property>
  <property fmtid="{D5CDD505-2E9C-101B-9397-08002B2CF9AE}" pid="11" name="MSIP_Label_0dcf3bf5-ad0e-4c8c-aa2d-c5b4b510dcc6_SetDate">
    <vt:lpwstr>2022-03-09T08:58:32Z</vt:lpwstr>
  </property>
  <property fmtid="{D5CDD505-2E9C-101B-9397-08002B2CF9AE}" pid="12" name="MSIP_Label_0dcf3bf5-ad0e-4c8c-aa2d-c5b4b510dcc6_Method">
    <vt:lpwstr>Standard</vt:lpwstr>
  </property>
  <property fmtid="{D5CDD505-2E9C-101B-9397-08002B2CF9AE}" pid="13" name="MSIP_Label_0dcf3bf5-ad0e-4c8c-aa2d-c5b4b510dcc6_Name">
    <vt:lpwstr>0dcf3bf5-ad0e-4c8c-aa2d-c5b4b510dcc6</vt:lpwstr>
  </property>
  <property fmtid="{D5CDD505-2E9C-101B-9397-08002B2CF9AE}" pid="14" name="MSIP_Label_0dcf3bf5-ad0e-4c8c-aa2d-c5b4b510dcc6_SiteId">
    <vt:lpwstr>13b42c8c-cbcf-4e3d-9d20-f55b7b5ee3c1</vt:lpwstr>
  </property>
  <property fmtid="{D5CDD505-2E9C-101B-9397-08002B2CF9AE}" pid="15" name="MSIP_Label_0dcf3bf5-ad0e-4c8c-aa2d-c5b4b510dcc6_ActionId">
    <vt:lpwstr>8101d916-9275-49eb-bf62-55ac502d45bb</vt:lpwstr>
  </property>
  <property fmtid="{D5CDD505-2E9C-101B-9397-08002B2CF9AE}" pid="16" name="MSIP_Label_0dcf3bf5-ad0e-4c8c-aa2d-c5b4b510dcc6_ContentBits">
    <vt:lpwstr>0</vt:lpwstr>
  </property>
</Properties>
</file>