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1"/>
  </p:notesMasterIdLst>
  <p:handoutMasterIdLst>
    <p:handoutMasterId r:id="rId52"/>
  </p:handoutMasterIdLst>
  <p:sldIdLst>
    <p:sldId id="1727" r:id="rId7"/>
    <p:sldId id="813" r:id="rId8"/>
    <p:sldId id="1915" r:id="rId9"/>
    <p:sldId id="2067" r:id="rId10"/>
    <p:sldId id="821" r:id="rId11"/>
    <p:sldId id="851" r:id="rId12"/>
    <p:sldId id="2021" r:id="rId13"/>
    <p:sldId id="822" r:id="rId14"/>
    <p:sldId id="2068" r:id="rId15"/>
    <p:sldId id="2069" r:id="rId16"/>
    <p:sldId id="2070" r:id="rId17"/>
    <p:sldId id="2071" r:id="rId18"/>
    <p:sldId id="2072" r:id="rId19"/>
    <p:sldId id="823" r:id="rId20"/>
    <p:sldId id="824" r:id="rId21"/>
    <p:sldId id="1989" r:id="rId22"/>
    <p:sldId id="1388" r:id="rId23"/>
    <p:sldId id="2045" r:id="rId24"/>
    <p:sldId id="2073" r:id="rId25"/>
    <p:sldId id="1829" r:id="rId26"/>
    <p:sldId id="2064" r:id="rId27"/>
    <p:sldId id="2065" r:id="rId28"/>
    <p:sldId id="2066" r:id="rId29"/>
    <p:sldId id="2016" r:id="rId30"/>
    <p:sldId id="2030" r:id="rId31"/>
    <p:sldId id="2077" r:id="rId32"/>
    <p:sldId id="2078" r:id="rId33"/>
    <p:sldId id="1826" r:id="rId34"/>
    <p:sldId id="1827" r:id="rId35"/>
    <p:sldId id="2074" r:id="rId36"/>
    <p:sldId id="2076" r:id="rId37"/>
    <p:sldId id="2017" r:id="rId38"/>
    <p:sldId id="2055" r:id="rId39"/>
    <p:sldId id="2056" r:id="rId40"/>
    <p:sldId id="2057" r:id="rId41"/>
    <p:sldId id="2058" r:id="rId42"/>
    <p:sldId id="2059" r:id="rId43"/>
    <p:sldId id="2060" r:id="rId44"/>
    <p:sldId id="2061" r:id="rId45"/>
    <p:sldId id="2062" r:id="rId46"/>
    <p:sldId id="2063" r:id="rId47"/>
    <p:sldId id="820" r:id="rId48"/>
    <p:sldId id="858" r:id="rId49"/>
    <p:sldId id="2075" r:id="rId5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E55A3F-37D6-4454-A5D4-951E1B8B819C}" v="21" dt="2025-12-16T01:23:16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4" y="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microsoft.com/office/2015/10/relationships/revisionInfo" Target="revisionInfo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tableStyles" Target="tableStyle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handoutMaster" Target="handoutMasters/handoutMaster1.xml"/><Relationship Id="rId6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LiveId" clId="{01228244-6B25-4D01-85AC-4B8EA41E8750}"/>
    <pc:docChg chg="undo custSel addSld delSld modSld addMainMaster delMainMaster">
      <pc:chgData name="Sini Mathew" userId="3875fe58a975fc01" providerId="LiveId" clId="{01228244-6B25-4D01-85AC-4B8EA41E8750}" dt="2025-12-16T01:27:17.837" v="3978" actId="20577"/>
      <pc:docMkLst>
        <pc:docMk/>
      </pc:docMkLst>
      <pc:sldChg chg="modSp mod">
        <pc:chgData name="Sini Mathew" userId="3875fe58a975fc01" providerId="LiveId" clId="{01228244-6B25-4D01-85AC-4B8EA41E8750}" dt="2025-12-15T04:03:48.188" v="750" actId="20577"/>
        <pc:sldMkLst>
          <pc:docMk/>
          <pc:sldMk cId="717388547" sldId="813"/>
        </pc:sldMkLst>
        <pc:spChg chg="mod">
          <ac:chgData name="Sini Mathew" userId="3875fe58a975fc01" providerId="LiveId" clId="{01228244-6B25-4D01-85AC-4B8EA41E8750}" dt="2025-12-15T04:03:48.188" v="750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add del mod">
        <pc:chgData name="Sini Mathew" userId="3875fe58a975fc01" providerId="LiveId" clId="{01228244-6B25-4D01-85AC-4B8EA41E8750}" dt="2025-12-15T04:17:26.226" v="1015" actId="20577"/>
        <pc:sldMkLst>
          <pc:docMk/>
          <pc:sldMk cId="3717493800" sldId="821"/>
        </pc:sldMkLst>
        <pc:spChg chg="mod">
          <ac:chgData name="Sini Mathew" userId="3875fe58a975fc01" providerId="LiveId" clId="{01228244-6B25-4D01-85AC-4B8EA41E8750}" dt="2025-12-15T04:17:26.226" v="1015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add del mod">
        <pc:chgData name="Sini Mathew" userId="3875fe58a975fc01" providerId="LiveId" clId="{01228244-6B25-4D01-85AC-4B8EA41E8750}" dt="2025-12-16T01:25:18.294" v="3953" actId="20577"/>
        <pc:sldMkLst>
          <pc:docMk/>
          <pc:sldMk cId="140346443" sldId="822"/>
        </pc:sldMkLst>
        <pc:spChg chg="mod">
          <ac:chgData name="Sini Mathew" userId="3875fe58a975fc01" providerId="LiveId" clId="{01228244-6B25-4D01-85AC-4B8EA41E8750}" dt="2025-12-15T04:18:48.799" v="1083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LiveId" clId="{01228244-6B25-4D01-85AC-4B8EA41E8750}" dt="2025-12-15T13:41:59.425" v="2534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Sini Mathew" userId="3875fe58a975fc01" providerId="LiveId" clId="{01228244-6B25-4D01-85AC-4B8EA41E8750}" dt="2025-12-16T01:25:18.294" v="3953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add del">
        <pc:chgData name="Sini Mathew" userId="3875fe58a975fc01" providerId="LiveId" clId="{01228244-6B25-4D01-85AC-4B8EA41E8750}" dt="2025-12-15T04:03:25.983" v="712" actId="47"/>
        <pc:sldMkLst>
          <pc:docMk/>
          <pc:sldMk cId="986987420" sldId="823"/>
        </pc:sldMkLst>
      </pc:sldChg>
      <pc:sldChg chg="add del">
        <pc:chgData name="Sini Mathew" userId="3875fe58a975fc01" providerId="LiveId" clId="{01228244-6B25-4D01-85AC-4B8EA41E8750}" dt="2025-12-15T04:03:25.184" v="711" actId="47"/>
        <pc:sldMkLst>
          <pc:docMk/>
          <pc:sldMk cId="3394056638" sldId="824"/>
        </pc:sldMkLst>
      </pc:sldChg>
      <pc:sldChg chg="modSp add del mod">
        <pc:chgData name="Sini Mathew" userId="3875fe58a975fc01" providerId="LiveId" clId="{01228244-6B25-4D01-85AC-4B8EA41E8750}" dt="2025-12-16T01:25:10.344" v="3951" actId="6549"/>
        <pc:sldMkLst>
          <pc:docMk/>
          <pc:sldMk cId="2771250690" sldId="851"/>
        </pc:sldMkLst>
        <pc:spChg chg="mod">
          <ac:chgData name="Sini Mathew" userId="3875fe58a975fc01" providerId="LiveId" clId="{01228244-6B25-4D01-85AC-4B8EA41E8750}" dt="2025-12-15T04:17:34.276" v="1026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Sini Mathew" userId="3875fe58a975fc01" providerId="LiveId" clId="{01228244-6B25-4D01-85AC-4B8EA41E8750}" dt="2025-12-16T01:25:10.344" v="3951" actId="6549"/>
          <ac:spMkLst>
            <pc:docMk/>
            <pc:sldMk cId="2771250690" sldId="851"/>
            <ac:spMk id="8" creationId="{9BADF726-2AAD-85FD-9A5C-793E45C4B3F2}"/>
          </ac:spMkLst>
        </pc:spChg>
      </pc:sldChg>
      <pc:sldChg chg="modSp mod">
        <pc:chgData name="Sini Mathew" userId="3875fe58a975fc01" providerId="LiveId" clId="{01228244-6B25-4D01-85AC-4B8EA41E8750}" dt="2025-12-16T01:24:09.105" v="3950" actId="6549"/>
        <pc:sldMkLst>
          <pc:docMk/>
          <pc:sldMk cId="3441406009" sldId="858"/>
        </pc:sldMkLst>
        <pc:spChg chg="mod">
          <ac:chgData name="Sini Mathew" userId="3875fe58a975fc01" providerId="LiveId" clId="{01228244-6B25-4D01-85AC-4B8EA41E8750}" dt="2025-12-15T13:56:34.191" v="2827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Sini Mathew" userId="3875fe58a975fc01" providerId="LiveId" clId="{01228244-6B25-4D01-85AC-4B8EA41E8750}" dt="2025-12-15T13:56:38.783" v="2829" actId="20577"/>
          <ac:spMkLst>
            <pc:docMk/>
            <pc:sldMk cId="3441406009" sldId="858"/>
            <ac:spMk id="5" creationId="{089B1927-DD5B-EE66-1640-FBE3EE92B17A}"/>
          </ac:spMkLst>
        </pc:spChg>
        <pc:spChg chg="mod">
          <ac:chgData name="Sini Mathew" userId="3875fe58a975fc01" providerId="LiveId" clId="{01228244-6B25-4D01-85AC-4B8EA41E8750}" dt="2025-12-16T01:24:09.105" v="3950" actId="6549"/>
          <ac:spMkLst>
            <pc:docMk/>
            <pc:sldMk cId="3441406009" sldId="858"/>
            <ac:spMk id="6" creationId="{CA0575D6-2132-A304-BD4D-E123FFDE7A28}"/>
          </ac:spMkLst>
        </pc:spChg>
      </pc:sldChg>
      <pc:sldChg chg="modSp add del mod">
        <pc:chgData name="Sini Mathew" userId="3875fe58a975fc01" providerId="LiveId" clId="{01228244-6B25-4D01-85AC-4B8EA41E8750}" dt="2025-12-15T13:45:51.170" v="2581" actId="20577"/>
        <pc:sldMkLst>
          <pc:docMk/>
          <pc:sldMk cId="4765592" sldId="1388"/>
        </pc:sldMkLst>
        <pc:spChg chg="mod">
          <ac:chgData name="Sini Mathew" userId="3875fe58a975fc01" providerId="LiveId" clId="{01228244-6B25-4D01-85AC-4B8EA41E8750}" dt="2025-12-15T13:45:51.170" v="2581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del">
        <pc:chgData name="Sini Mathew" userId="3875fe58a975fc01" providerId="LiveId" clId="{01228244-6B25-4D01-85AC-4B8EA41E8750}" dt="2025-12-15T13:55:01.752" v="2756" actId="47"/>
        <pc:sldMkLst>
          <pc:docMk/>
          <pc:sldMk cId="2332149466" sldId="1412"/>
        </pc:sldMkLst>
      </pc:sldChg>
      <pc:sldChg chg="modSp add del mod">
        <pc:chgData name="Sini Mathew" userId="3875fe58a975fc01" providerId="LiveId" clId="{01228244-6B25-4D01-85AC-4B8EA41E8750}" dt="2025-12-15T13:30:58.533" v="2340" actId="47"/>
        <pc:sldMkLst>
          <pc:docMk/>
          <pc:sldMk cId="273441562" sldId="1788"/>
        </pc:sldMkLst>
        <pc:spChg chg="mod">
          <ac:chgData name="Sini Mathew" userId="3875fe58a975fc01" providerId="LiveId" clId="{01228244-6B25-4D01-85AC-4B8EA41E8750}" dt="2025-12-15T13:30:03.340" v="2339" actId="20577"/>
          <ac:spMkLst>
            <pc:docMk/>
            <pc:sldMk cId="273441562" sldId="1788"/>
            <ac:spMk id="5" creationId="{38D12105-4609-3D02-0584-9524569291D5}"/>
          </ac:spMkLst>
        </pc:spChg>
      </pc:sldChg>
      <pc:sldChg chg="del">
        <pc:chgData name="Sini Mathew" userId="3875fe58a975fc01" providerId="LiveId" clId="{01228244-6B25-4D01-85AC-4B8EA41E8750}" dt="2025-12-15T13:29:45.950" v="2336" actId="2696"/>
        <pc:sldMkLst>
          <pc:docMk/>
          <pc:sldMk cId="2374215211" sldId="1788"/>
        </pc:sldMkLst>
      </pc:sldChg>
      <pc:sldChg chg="modSp mod">
        <pc:chgData name="Sini Mathew" userId="3875fe58a975fc01" providerId="LiveId" clId="{01228244-6B25-4D01-85AC-4B8EA41E8750}" dt="2025-12-15T13:52:31.974" v="2712" actId="20577"/>
        <pc:sldMkLst>
          <pc:docMk/>
          <pc:sldMk cId="2406581127" sldId="1826"/>
        </pc:sldMkLst>
        <pc:spChg chg="mod">
          <ac:chgData name="Sini Mathew" userId="3875fe58a975fc01" providerId="LiveId" clId="{01228244-6B25-4D01-85AC-4B8EA41E8750}" dt="2025-12-15T13:52:31.974" v="2712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addSp delSp modSp mod">
        <pc:chgData name="Sini Mathew" userId="3875fe58a975fc01" providerId="LiveId" clId="{01228244-6B25-4D01-85AC-4B8EA41E8750}" dt="2025-12-16T01:26:33.899" v="3967" actId="1076"/>
        <pc:sldMkLst>
          <pc:docMk/>
          <pc:sldMk cId="3359142403" sldId="1827"/>
        </pc:sldMkLst>
        <pc:spChg chg="mod">
          <ac:chgData name="Sini Mathew" userId="3875fe58a975fc01" providerId="LiveId" clId="{01228244-6B25-4D01-85AC-4B8EA41E8750}" dt="2025-12-15T13:52:38.101" v="2716" actId="20577"/>
          <ac:spMkLst>
            <pc:docMk/>
            <pc:sldMk cId="3359142403" sldId="1827"/>
            <ac:spMk id="2" creationId="{C12247C4-7A0E-CA01-D3F5-C5DDF9F128FF}"/>
          </ac:spMkLst>
        </pc:spChg>
        <pc:spChg chg="del">
          <ac:chgData name="Sini Mathew" userId="3875fe58a975fc01" providerId="LiveId" clId="{01228244-6B25-4D01-85AC-4B8EA41E8750}" dt="2025-12-15T13:50:16.015" v="2675" actId="478"/>
          <ac:spMkLst>
            <pc:docMk/>
            <pc:sldMk cId="3359142403" sldId="1827"/>
            <ac:spMk id="3" creationId="{B5A180FF-27B4-9716-9185-8EDA22383276}"/>
          </ac:spMkLst>
        </pc:spChg>
        <pc:spChg chg="mod">
          <ac:chgData name="Sini Mathew" userId="3875fe58a975fc01" providerId="LiveId" clId="{01228244-6B25-4D01-85AC-4B8EA41E8750}" dt="2025-12-15T13:53:56" v="2750" actId="20577"/>
          <ac:spMkLst>
            <pc:docMk/>
            <pc:sldMk cId="3359142403" sldId="1827"/>
            <ac:spMk id="4" creationId="{518E5F5E-AFCD-CA89-E3DF-EB5B7465010C}"/>
          </ac:spMkLst>
        </pc:spChg>
        <pc:spChg chg="add mod">
          <ac:chgData name="Sini Mathew" userId="3875fe58a975fc01" providerId="LiveId" clId="{01228244-6B25-4D01-85AC-4B8EA41E8750}" dt="2025-12-15T13:51:48.818" v="2708" actId="6549"/>
          <ac:spMkLst>
            <pc:docMk/>
            <pc:sldMk cId="3359142403" sldId="1827"/>
            <ac:spMk id="6" creationId="{D0F06AB0-20C4-0399-1C5E-ADD8E600E248}"/>
          </ac:spMkLst>
        </pc:spChg>
        <pc:spChg chg="mod">
          <ac:chgData name="Sini Mathew" userId="3875fe58a975fc01" providerId="LiveId" clId="{01228244-6B25-4D01-85AC-4B8EA41E8750}" dt="2025-12-16T01:26:33.899" v="3967" actId="1076"/>
          <ac:spMkLst>
            <pc:docMk/>
            <pc:sldMk cId="3359142403" sldId="1827"/>
            <ac:spMk id="9" creationId="{4536F35D-48AB-EDB2-4394-D9653B1CDDAF}"/>
          </ac:spMkLst>
        </pc:spChg>
      </pc:sldChg>
      <pc:sldChg chg="modSp mod">
        <pc:chgData name="Sini Mathew" userId="3875fe58a975fc01" providerId="LiveId" clId="{01228244-6B25-4D01-85AC-4B8EA41E8750}" dt="2025-12-15T13:48:28.959" v="2672" actId="20577"/>
        <pc:sldMkLst>
          <pc:docMk/>
          <pc:sldMk cId="2684712631" sldId="1829"/>
        </pc:sldMkLst>
        <pc:spChg chg="mod">
          <ac:chgData name="Sini Mathew" userId="3875fe58a975fc01" providerId="LiveId" clId="{01228244-6B25-4D01-85AC-4B8EA41E8750}" dt="2025-12-15T13:48:28.959" v="2672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del">
        <pc:chgData name="Sini Mathew" userId="3875fe58a975fc01" providerId="LiveId" clId="{01228244-6B25-4D01-85AC-4B8EA41E8750}" dt="2025-12-15T13:55:01.200" v="2755" actId="47"/>
        <pc:sldMkLst>
          <pc:docMk/>
          <pc:sldMk cId="1147338714" sldId="1856"/>
        </pc:sldMkLst>
      </pc:sldChg>
      <pc:sldChg chg="modSp del mod">
        <pc:chgData name="Sini Mathew" userId="3875fe58a975fc01" providerId="LiveId" clId="{01228244-6B25-4D01-85AC-4B8EA41E8750}" dt="2025-12-15T13:58:04.084" v="2841" actId="47"/>
        <pc:sldMkLst>
          <pc:docMk/>
          <pc:sldMk cId="3482069950" sldId="1900"/>
        </pc:sldMkLst>
        <pc:spChg chg="mod">
          <ac:chgData name="Sini Mathew" userId="3875fe58a975fc01" providerId="LiveId" clId="{01228244-6B25-4D01-85AC-4B8EA41E8750}" dt="2025-12-15T13:57:25.922" v="2840" actId="20577"/>
          <ac:spMkLst>
            <pc:docMk/>
            <pc:sldMk cId="3482069950" sldId="1900"/>
            <ac:spMk id="7" creationId="{0F17F290-1656-7542-9578-98FD23DC620B}"/>
          </ac:spMkLst>
        </pc:spChg>
      </pc:sldChg>
      <pc:sldChg chg="modSp add del mod">
        <pc:chgData name="Sini Mathew" userId="3875fe58a975fc01" providerId="LiveId" clId="{01228244-6B25-4D01-85AC-4B8EA41E8750}" dt="2025-12-16T01:21:20.917" v="3898" actId="20577"/>
        <pc:sldMkLst>
          <pc:docMk/>
          <pc:sldMk cId="3366721836" sldId="1915"/>
        </pc:sldMkLst>
        <pc:spChg chg="mod">
          <ac:chgData name="Sini Mathew" userId="3875fe58a975fc01" providerId="LiveId" clId="{01228244-6B25-4D01-85AC-4B8EA41E8750}" dt="2025-12-15T04:04:19.033" v="800" actId="20577"/>
          <ac:spMkLst>
            <pc:docMk/>
            <pc:sldMk cId="3366721836" sldId="1915"/>
            <ac:spMk id="2" creationId="{A364F5D1-79C1-4C43-8C2B-B9182DCD2006}"/>
          </ac:spMkLst>
        </pc:spChg>
        <pc:spChg chg="mod">
          <ac:chgData name="Sini Mathew" userId="3875fe58a975fc01" providerId="LiveId" clId="{01228244-6B25-4D01-85AC-4B8EA41E8750}" dt="2025-12-16T01:21:10.323" v="3896" actId="313"/>
          <ac:spMkLst>
            <pc:docMk/>
            <pc:sldMk cId="3366721836" sldId="1915"/>
            <ac:spMk id="4" creationId="{EEAA6A71-2919-6F92-C2BF-2A5CEE44FF51}"/>
          </ac:spMkLst>
        </pc:spChg>
        <pc:spChg chg="mod">
          <ac:chgData name="Sini Mathew" userId="3875fe58a975fc01" providerId="LiveId" clId="{01228244-6B25-4D01-85AC-4B8EA41E8750}" dt="2025-12-16T01:21:20.917" v="3898" actId="20577"/>
          <ac:spMkLst>
            <pc:docMk/>
            <pc:sldMk cId="3366721836" sldId="1915"/>
            <ac:spMk id="5" creationId="{A580248D-7344-851E-94DE-44524E9F4FC9}"/>
          </ac:spMkLst>
        </pc:spChg>
      </pc:sldChg>
      <pc:sldChg chg="modSp add del mod">
        <pc:chgData name="Sini Mathew" userId="3875fe58a975fc01" providerId="LiveId" clId="{01228244-6B25-4D01-85AC-4B8EA41E8750}" dt="2025-12-15T13:45:42.619" v="2570" actId="1076"/>
        <pc:sldMkLst>
          <pc:docMk/>
          <pc:sldMk cId="4050471080" sldId="1989"/>
        </pc:sldMkLst>
        <pc:spChg chg="mod">
          <ac:chgData name="Sini Mathew" userId="3875fe58a975fc01" providerId="LiveId" clId="{01228244-6B25-4D01-85AC-4B8EA41E8750}" dt="2025-12-15T04:20:11.966" v="1112" actId="20577"/>
          <ac:spMkLst>
            <pc:docMk/>
            <pc:sldMk cId="4050471080" sldId="1989"/>
            <ac:spMk id="2" creationId="{1DA63A6A-450D-4603-B02C-80F270CA1D46}"/>
          </ac:spMkLst>
        </pc:spChg>
        <pc:spChg chg="mod">
          <ac:chgData name="Sini Mathew" userId="3875fe58a975fc01" providerId="LiveId" clId="{01228244-6B25-4D01-85AC-4B8EA41E8750}" dt="2025-12-15T13:45:42.619" v="2570" actId="1076"/>
          <ac:spMkLst>
            <pc:docMk/>
            <pc:sldMk cId="4050471080" sldId="1989"/>
            <ac:spMk id="6" creationId="{4AC751B8-1522-B4B4-3170-CBBEEEDF2680}"/>
          </ac:spMkLst>
        </pc:spChg>
      </pc:sldChg>
      <pc:sldChg chg="modSp mod">
        <pc:chgData name="Sini Mathew" userId="3875fe58a975fc01" providerId="LiveId" clId="{01228244-6B25-4D01-85AC-4B8EA41E8750}" dt="2025-12-15T14:01:44.316" v="2978" actId="20577"/>
        <pc:sldMkLst>
          <pc:docMk/>
          <pc:sldMk cId="1437468126" sldId="2016"/>
        </pc:sldMkLst>
        <pc:spChg chg="mod">
          <ac:chgData name="Sini Mathew" userId="3875fe58a975fc01" providerId="LiveId" clId="{01228244-6B25-4D01-85AC-4B8EA41E8750}" dt="2025-12-15T14:01:44.316" v="2978" actId="20577"/>
          <ac:spMkLst>
            <pc:docMk/>
            <pc:sldMk cId="1437468126" sldId="2016"/>
            <ac:spMk id="7" creationId="{26B70EC7-394D-7001-14F7-2950348E1D4F}"/>
          </ac:spMkLst>
        </pc:spChg>
      </pc:sldChg>
      <pc:sldChg chg="modSp add mod">
        <pc:chgData name="Sini Mathew" userId="3875fe58a975fc01" providerId="LiveId" clId="{01228244-6B25-4D01-85AC-4B8EA41E8750}" dt="2025-12-16T01:26:51.366" v="3969" actId="20577"/>
        <pc:sldMkLst>
          <pc:docMk/>
          <pc:sldMk cId="402026690" sldId="2017"/>
        </pc:sldMkLst>
        <pc:spChg chg="mod">
          <ac:chgData name="Sini Mathew" userId="3875fe58a975fc01" providerId="LiveId" clId="{01228244-6B25-4D01-85AC-4B8EA41E8750}" dt="2025-12-15T13:58:56.141" v="2897" actId="14100"/>
          <ac:spMkLst>
            <pc:docMk/>
            <pc:sldMk cId="402026690" sldId="2017"/>
            <ac:spMk id="4" creationId="{92B35A23-AC28-2BF5-587D-62D45A75B75A}"/>
          </ac:spMkLst>
        </pc:spChg>
        <pc:spChg chg="mod">
          <ac:chgData name="Sini Mathew" userId="3875fe58a975fc01" providerId="LiveId" clId="{01228244-6B25-4D01-85AC-4B8EA41E8750}" dt="2025-12-16T01:26:51.366" v="3969" actId="20577"/>
          <ac:spMkLst>
            <pc:docMk/>
            <pc:sldMk cId="402026690" sldId="2017"/>
            <ac:spMk id="9" creationId="{25D4BBBF-5ABA-E6A0-B7E0-37C92FABA217}"/>
          </ac:spMkLst>
        </pc:spChg>
      </pc:sldChg>
      <pc:sldChg chg="modSp del mod">
        <pc:chgData name="Sini Mathew" userId="3875fe58a975fc01" providerId="LiveId" clId="{01228244-6B25-4D01-85AC-4B8EA41E8750}" dt="2025-12-15T13:26:39.143" v="2287" actId="2696"/>
        <pc:sldMkLst>
          <pc:docMk/>
          <pc:sldMk cId="3490574658" sldId="2017"/>
        </pc:sldMkLst>
        <pc:spChg chg="mod">
          <ac:chgData name="Sini Mathew" userId="3875fe58a975fc01" providerId="LiveId" clId="{01228244-6B25-4D01-85AC-4B8EA41E8750}" dt="2025-12-15T04:21:17.642" v="1186" actId="20577"/>
          <ac:spMkLst>
            <pc:docMk/>
            <pc:sldMk cId="3490574658" sldId="2017"/>
            <ac:spMk id="2" creationId="{C82C73B0-DDAA-F443-75D4-17503BF5F0F8}"/>
          </ac:spMkLst>
        </pc:spChg>
        <pc:spChg chg="mod">
          <ac:chgData name="Sini Mathew" userId="3875fe58a975fc01" providerId="LiveId" clId="{01228244-6B25-4D01-85AC-4B8EA41E8750}" dt="2025-12-15T04:25:37.560" v="1429" actId="20577"/>
          <ac:spMkLst>
            <pc:docMk/>
            <pc:sldMk cId="3490574658" sldId="2017"/>
            <ac:spMk id="4" creationId="{92B35A23-AC28-2BF5-587D-62D45A75B75A}"/>
          </ac:spMkLst>
        </pc:spChg>
        <pc:spChg chg="mod">
          <ac:chgData name="Sini Mathew" userId="3875fe58a975fc01" providerId="LiveId" clId="{01228244-6B25-4D01-85AC-4B8EA41E8750}" dt="2025-12-15T04:35:28.630" v="1837" actId="6549"/>
          <ac:spMkLst>
            <pc:docMk/>
            <pc:sldMk cId="3490574658" sldId="2017"/>
            <ac:spMk id="9" creationId="{25D4BBBF-5ABA-E6A0-B7E0-37C92FABA217}"/>
          </ac:spMkLst>
        </pc:spChg>
      </pc:sldChg>
      <pc:sldChg chg="modSp add del mod">
        <pc:chgData name="Sini Mathew" userId="3875fe58a975fc01" providerId="LiveId" clId="{01228244-6B25-4D01-85AC-4B8EA41E8750}" dt="2025-12-15T04:18:40.687" v="1069" actId="20577"/>
        <pc:sldMkLst>
          <pc:docMk/>
          <pc:sldMk cId="2858801894" sldId="2021"/>
        </pc:sldMkLst>
        <pc:spChg chg="mod">
          <ac:chgData name="Sini Mathew" userId="3875fe58a975fc01" providerId="LiveId" clId="{01228244-6B25-4D01-85AC-4B8EA41E8750}" dt="2025-12-15T04:18:40.687" v="1069" actId="20577"/>
          <ac:spMkLst>
            <pc:docMk/>
            <pc:sldMk cId="2858801894" sldId="2021"/>
            <ac:spMk id="3" creationId="{A6CE1BC1-7D83-5120-9C07-D5EA74BE90F4}"/>
          </ac:spMkLst>
        </pc:spChg>
      </pc:sldChg>
      <pc:sldChg chg="modSp mod">
        <pc:chgData name="Sini Mathew" userId="3875fe58a975fc01" providerId="LiveId" clId="{01228244-6B25-4D01-85AC-4B8EA41E8750}" dt="2025-12-15T14:09:10.511" v="3588" actId="20577"/>
        <pc:sldMkLst>
          <pc:docMk/>
          <pc:sldMk cId="1973655286" sldId="2030"/>
        </pc:sldMkLst>
        <pc:spChg chg="mod">
          <ac:chgData name="Sini Mathew" userId="3875fe58a975fc01" providerId="LiveId" clId="{01228244-6B25-4D01-85AC-4B8EA41E8750}" dt="2025-12-15T14:01:50.956" v="2982" actId="20577"/>
          <ac:spMkLst>
            <pc:docMk/>
            <pc:sldMk cId="1973655286" sldId="2030"/>
            <ac:spMk id="2" creationId="{C3E8D805-7911-16CA-A722-063170F891E8}"/>
          </ac:spMkLst>
        </pc:spChg>
        <pc:spChg chg="mod">
          <ac:chgData name="Sini Mathew" userId="3875fe58a975fc01" providerId="LiveId" clId="{01228244-6B25-4D01-85AC-4B8EA41E8750}" dt="2025-12-15T14:07:07.047" v="3503" actId="6549"/>
          <ac:spMkLst>
            <pc:docMk/>
            <pc:sldMk cId="1973655286" sldId="2030"/>
            <ac:spMk id="4" creationId="{4B2E8C10-8BFC-A8B2-9E87-AAAAEB299522}"/>
          </ac:spMkLst>
        </pc:spChg>
        <pc:spChg chg="mod">
          <ac:chgData name="Sini Mathew" userId="3875fe58a975fc01" providerId="LiveId" clId="{01228244-6B25-4D01-85AC-4B8EA41E8750}" dt="2025-12-15T14:09:10.511" v="3588" actId="20577"/>
          <ac:spMkLst>
            <pc:docMk/>
            <pc:sldMk cId="1973655286" sldId="2030"/>
            <ac:spMk id="9" creationId="{EC1D59EC-CD8C-F999-74F8-B79769C11A43}"/>
          </ac:spMkLst>
        </pc:spChg>
      </pc:sldChg>
      <pc:sldChg chg="add del">
        <pc:chgData name="Sini Mathew" userId="3875fe58a975fc01" providerId="LiveId" clId="{01228244-6B25-4D01-85AC-4B8EA41E8750}" dt="2025-12-15T04:14:29.745" v="1003" actId="47"/>
        <pc:sldMkLst>
          <pc:docMk/>
          <pc:sldMk cId="770269871" sldId="2041"/>
        </pc:sldMkLst>
      </pc:sldChg>
      <pc:sldChg chg="add del">
        <pc:chgData name="Sini Mathew" userId="3875fe58a975fc01" providerId="LiveId" clId="{01228244-6B25-4D01-85AC-4B8EA41E8750}" dt="2025-12-15T04:14:30.427" v="1004" actId="47"/>
        <pc:sldMkLst>
          <pc:docMk/>
          <pc:sldMk cId="2474027036" sldId="2042"/>
        </pc:sldMkLst>
      </pc:sldChg>
      <pc:sldChg chg="add del">
        <pc:chgData name="Sini Mathew" userId="3875fe58a975fc01" providerId="LiveId" clId="{01228244-6B25-4D01-85AC-4B8EA41E8750}" dt="2025-12-15T04:19:08.355" v="1109" actId="47"/>
        <pc:sldMkLst>
          <pc:docMk/>
          <pc:sldMk cId="140979002" sldId="2043"/>
        </pc:sldMkLst>
      </pc:sldChg>
      <pc:sldChg chg="add del">
        <pc:chgData name="Sini Mathew" userId="3875fe58a975fc01" providerId="LiveId" clId="{01228244-6B25-4D01-85AC-4B8EA41E8750}" dt="2025-12-15T04:19:08.833" v="1110" actId="47"/>
        <pc:sldMkLst>
          <pc:docMk/>
          <pc:sldMk cId="2339271926" sldId="2044"/>
        </pc:sldMkLst>
      </pc:sldChg>
      <pc:sldChg chg="addSp delSp modSp add del mod">
        <pc:chgData name="Sini Mathew" userId="3875fe58a975fc01" providerId="LiveId" clId="{01228244-6B25-4D01-85AC-4B8EA41E8750}" dt="2025-12-16T01:23:10.130" v="3935" actId="6549"/>
        <pc:sldMkLst>
          <pc:docMk/>
          <pc:sldMk cId="1830807856" sldId="2045"/>
        </pc:sldMkLst>
        <pc:spChg chg="mod">
          <ac:chgData name="Sini Mathew" userId="3875fe58a975fc01" providerId="LiveId" clId="{01228244-6B25-4D01-85AC-4B8EA41E8750}" dt="2025-12-16T01:21:54.535" v="3914" actId="20577"/>
          <ac:spMkLst>
            <pc:docMk/>
            <pc:sldMk cId="1830807856" sldId="2045"/>
            <ac:spMk id="2" creationId="{8F227A13-13E7-8349-7588-9EA80AF984BF}"/>
          </ac:spMkLst>
        </pc:spChg>
        <pc:spChg chg="add mod">
          <ac:chgData name="Sini Mathew" userId="3875fe58a975fc01" providerId="LiveId" clId="{01228244-6B25-4D01-85AC-4B8EA41E8750}" dt="2025-12-16T01:23:10.130" v="3935" actId="6549"/>
          <ac:spMkLst>
            <pc:docMk/>
            <pc:sldMk cId="1830807856" sldId="2045"/>
            <ac:spMk id="3" creationId="{4D8B4B08-B89A-2DE8-9D55-4BEDD01F5474}"/>
          </ac:spMkLst>
        </pc:spChg>
        <pc:spChg chg="mod">
          <ac:chgData name="Sini Mathew" userId="3875fe58a975fc01" providerId="LiveId" clId="{01228244-6B25-4D01-85AC-4B8EA41E8750}" dt="2025-12-15T13:47:48.084" v="2623" actId="20577"/>
          <ac:spMkLst>
            <pc:docMk/>
            <pc:sldMk cId="1830807856" sldId="2045"/>
            <ac:spMk id="4" creationId="{C2AB646A-33D3-6781-E901-E023277C669A}"/>
          </ac:spMkLst>
        </pc:spChg>
        <pc:spChg chg="del mod">
          <ac:chgData name="Sini Mathew" userId="3875fe58a975fc01" providerId="LiveId" clId="{01228244-6B25-4D01-85AC-4B8EA41E8750}" dt="2025-12-15T13:46:13.001" v="2583" actId="478"/>
          <ac:spMkLst>
            <pc:docMk/>
            <pc:sldMk cId="1830807856" sldId="2045"/>
            <ac:spMk id="6" creationId="{DD453C0F-F247-3A35-4D38-E63DDAD9619D}"/>
          </ac:spMkLst>
        </pc:spChg>
        <pc:spChg chg="add mod">
          <ac:chgData name="Sini Mathew" userId="3875fe58a975fc01" providerId="LiveId" clId="{01228244-6B25-4D01-85AC-4B8EA41E8750}" dt="2025-12-15T13:46:43.753" v="2588"/>
          <ac:spMkLst>
            <pc:docMk/>
            <pc:sldMk cId="1830807856" sldId="2045"/>
            <ac:spMk id="7" creationId="{B7C35D21-174A-6D3C-3E6C-E85A610ACE43}"/>
          </ac:spMkLst>
        </pc:spChg>
      </pc:sldChg>
      <pc:sldChg chg="del">
        <pc:chgData name="Sini Mathew" userId="3875fe58a975fc01" providerId="LiveId" clId="{01228244-6B25-4D01-85AC-4B8EA41E8750}" dt="2025-12-15T04:00:22.184" v="341" actId="47"/>
        <pc:sldMkLst>
          <pc:docMk/>
          <pc:sldMk cId="3326401077" sldId="2046"/>
        </pc:sldMkLst>
      </pc:sldChg>
      <pc:sldChg chg="del">
        <pc:chgData name="Sini Mathew" userId="3875fe58a975fc01" providerId="LiveId" clId="{01228244-6B25-4D01-85AC-4B8EA41E8750}" dt="2025-12-15T04:00:23.186" v="342" actId="47"/>
        <pc:sldMkLst>
          <pc:docMk/>
          <pc:sldMk cId="1773903206" sldId="2047"/>
        </pc:sldMkLst>
      </pc:sldChg>
      <pc:sldChg chg="del">
        <pc:chgData name="Sini Mathew" userId="3875fe58a975fc01" providerId="LiveId" clId="{01228244-6B25-4D01-85AC-4B8EA41E8750}" dt="2025-12-15T04:00:24.054" v="343" actId="47"/>
        <pc:sldMkLst>
          <pc:docMk/>
          <pc:sldMk cId="2049715825" sldId="2048"/>
        </pc:sldMkLst>
      </pc:sldChg>
      <pc:sldChg chg="del">
        <pc:chgData name="Sini Mathew" userId="3875fe58a975fc01" providerId="LiveId" clId="{01228244-6B25-4D01-85AC-4B8EA41E8750}" dt="2025-12-15T13:52:03.898" v="2709" actId="47"/>
        <pc:sldMkLst>
          <pc:docMk/>
          <pc:sldMk cId="2844276918" sldId="2049"/>
        </pc:sldMkLst>
      </pc:sldChg>
      <pc:sldChg chg="del">
        <pc:chgData name="Sini Mathew" userId="3875fe58a975fc01" providerId="LiveId" clId="{01228244-6B25-4D01-85AC-4B8EA41E8750}" dt="2025-12-15T13:52:05.049" v="2710" actId="47"/>
        <pc:sldMkLst>
          <pc:docMk/>
          <pc:sldMk cId="1205497447" sldId="2050"/>
        </pc:sldMkLst>
      </pc:sldChg>
      <pc:sldChg chg="del">
        <pc:chgData name="Sini Mathew" userId="3875fe58a975fc01" providerId="LiveId" clId="{01228244-6B25-4D01-85AC-4B8EA41E8750}" dt="2025-12-15T13:55:03.055" v="2757" actId="47"/>
        <pc:sldMkLst>
          <pc:docMk/>
          <pc:sldMk cId="775491860" sldId="2051"/>
        </pc:sldMkLst>
      </pc:sldChg>
      <pc:sldChg chg="del">
        <pc:chgData name="Sini Mathew" userId="3875fe58a975fc01" providerId="LiveId" clId="{01228244-6B25-4D01-85AC-4B8EA41E8750}" dt="2025-12-15T13:55:17.003" v="2758" actId="47"/>
        <pc:sldMkLst>
          <pc:docMk/>
          <pc:sldMk cId="346359504" sldId="2052"/>
        </pc:sldMkLst>
      </pc:sldChg>
      <pc:sldChg chg="modSp add del mod">
        <pc:chgData name="Sini Mathew" userId="3875fe58a975fc01" providerId="LiveId" clId="{01228244-6B25-4D01-85AC-4B8EA41E8750}" dt="2025-12-15T13:46:49.058" v="2589" actId="47"/>
        <pc:sldMkLst>
          <pc:docMk/>
          <pc:sldMk cId="3003929822" sldId="2053"/>
        </pc:sldMkLst>
        <pc:spChg chg="mod">
          <ac:chgData name="Sini Mathew" userId="3875fe58a975fc01" providerId="LiveId" clId="{01228244-6B25-4D01-85AC-4B8EA41E8750}" dt="2025-12-15T04:01:24.554" v="513" actId="20577"/>
          <ac:spMkLst>
            <pc:docMk/>
            <pc:sldMk cId="3003929822" sldId="2053"/>
            <ac:spMk id="6" creationId="{85621065-9F82-4AA4-2CB3-2DE97BE4B8D5}"/>
          </ac:spMkLst>
        </pc:spChg>
      </pc:sldChg>
      <pc:sldChg chg="modSp add del mod">
        <pc:chgData name="Sini Mathew" userId="3875fe58a975fc01" providerId="LiveId" clId="{01228244-6B25-4D01-85AC-4B8EA41E8750}" dt="2025-12-15T13:46:50.120" v="2590" actId="47"/>
        <pc:sldMkLst>
          <pc:docMk/>
          <pc:sldMk cId="3640625062" sldId="2054"/>
        </pc:sldMkLst>
        <pc:spChg chg="mod">
          <ac:chgData name="Sini Mathew" userId="3875fe58a975fc01" providerId="LiveId" clId="{01228244-6B25-4D01-85AC-4B8EA41E8750}" dt="2025-12-15T04:02:16.607" v="656" actId="20577"/>
          <ac:spMkLst>
            <pc:docMk/>
            <pc:sldMk cId="3640625062" sldId="2054"/>
            <ac:spMk id="6" creationId="{C0CD0CC0-D0D3-9708-F1E8-324E9C8F30C6}"/>
          </ac:spMkLst>
        </pc:spChg>
      </pc:sldChg>
      <pc:sldChg chg="modSp add del mod">
        <pc:chgData name="Sini Mathew" userId="3875fe58a975fc01" providerId="LiveId" clId="{01228244-6B25-4D01-85AC-4B8EA41E8750}" dt="2025-12-15T13:26:39.143" v="2287" actId="2696"/>
        <pc:sldMkLst>
          <pc:docMk/>
          <pc:sldMk cId="1851513189" sldId="2055"/>
        </pc:sldMkLst>
        <pc:spChg chg="mod">
          <ac:chgData name="Sini Mathew" userId="3875fe58a975fc01" providerId="LiveId" clId="{01228244-6B25-4D01-85AC-4B8EA41E8750}" dt="2025-12-15T04:27:49.574" v="1601" actId="20577"/>
          <ac:spMkLst>
            <pc:docMk/>
            <pc:sldMk cId="1851513189" sldId="2055"/>
            <ac:spMk id="4" creationId="{847E4898-792C-B33C-7D6C-FE52ED99CB51}"/>
          </ac:spMkLst>
        </pc:spChg>
        <pc:spChg chg="mod">
          <ac:chgData name="Sini Mathew" userId="3875fe58a975fc01" providerId="LiveId" clId="{01228244-6B25-4D01-85AC-4B8EA41E8750}" dt="2025-12-15T04:26:21.156" v="1514" actId="6549"/>
          <ac:spMkLst>
            <pc:docMk/>
            <pc:sldMk cId="1851513189" sldId="2055"/>
            <ac:spMk id="9" creationId="{B705D9FA-5DAA-E50D-E247-DC03525AC14C}"/>
          </ac:spMkLst>
        </pc:spChg>
      </pc:sldChg>
      <pc:sldChg chg="modSp add mod">
        <pc:chgData name="Sini Mathew" userId="3875fe58a975fc01" providerId="LiveId" clId="{01228244-6B25-4D01-85AC-4B8EA41E8750}" dt="2025-12-16T01:26:57.233" v="3970" actId="20577"/>
        <pc:sldMkLst>
          <pc:docMk/>
          <pc:sldMk cId="2832870860" sldId="2055"/>
        </pc:sldMkLst>
        <pc:spChg chg="mod">
          <ac:chgData name="Sini Mathew" userId="3875fe58a975fc01" providerId="LiveId" clId="{01228244-6B25-4D01-85AC-4B8EA41E8750}" dt="2025-12-15T13:58:40.506" v="2881" actId="14100"/>
          <ac:spMkLst>
            <pc:docMk/>
            <pc:sldMk cId="2832870860" sldId="2055"/>
            <ac:spMk id="4" creationId="{847E4898-792C-B33C-7D6C-FE52ED99CB51}"/>
          </ac:spMkLst>
        </pc:spChg>
        <pc:spChg chg="mod">
          <ac:chgData name="Sini Mathew" userId="3875fe58a975fc01" providerId="LiveId" clId="{01228244-6B25-4D01-85AC-4B8EA41E8750}" dt="2025-12-16T01:26:57.233" v="3970" actId="20577"/>
          <ac:spMkLst>
            <pc:docMk/>
            <pc:sldMk cId="2832870860" sldId="2055"/>
            <ac:spMk id="9" creationId="{B705D9FA-5DAA-E50D-E247-DC03525AC14C}"/>
          </ac:spMkLst>
        </pc:spChg>
      </pc:sldChg>
      <pc:sldChg chg="modSp add mod">
        <pc:chgData name="Sini Mathew" userId="3875fe58a975fc01" providerId="LiveId" clId="{01228244-6B25-4D01-85AC-4B8EA41E8750}" dt="2025-12-16T01:27:00.392" v="3971" actId="20577"/>
        <pc:sldMkLst>
          <pc:docMk/>
          <pc:sldMk cId="2461821456" sldId="2056"/>
        </pc:sldMkLst>
        <pc:spChg chg="mod">
          <ac:chgData name="Sini Mathew" userId="3875fe58a975fc01" providerId="LiveId" clId="{01228244-6B25-4D01-85AC-4B8EA41E8750}" dt="2025-12-15T13:59:20.146" v="2905" actId="20577"/>
          <ac:spMkLst>
            <pc:docMk/>
            <pc:sldMk cId="2461821456" sldId="2056"/>
            <ac:spMk id="4" creationId="{9D29A6CB-B483-2143-7DDE-EBEB39DCCA1C}"/>
          </ac:spMkLst>
        </pc:spChg>
        <pc:spChg chg="mod">
          <ac:chgData name="Sini Mathew" userId="3875fe58a975fc01" providerId="LiveId" clId="{01228244-6B25-4D01-85AC-4B8EA41E8750}" dt="2025-12-16T01:27:00.392" v="3971" actId="20577"/>
          <ac:spMkLst>
            <pc:docMk/>
            <pc:sldMk cId="2461821456" sldId="2056"/>
            <ac:spMk id="9" creationId="{556A7B67-E2F4-A221-44F0-9D7D94F1481A}"/>
          </ac:spMkLst>
        </pc:spChg>
      </pc:sldChg>
      <pc:sldChg chg="modSp add del mod">
        <pc:chgData name="Sini Mathew" userId="3875fe58a975fc01" providerId="LiveId" clId="{01228244-6B25-4D01-85AC-4B8EA41E8750}" dt="2025-12-15T13:26:39.143" v="2287" actId="2696"/>
        <pc:sldMkLst>
          <pc:docMk/>
          <pc:sldMk cId="3501897325" sldId="2056"/>
        </pc:sldMkLst>
        <pc:spChg chg="mod">
          <ac:chgData name="Sini Mathew" userId="3875fe58a975fc01" providerId="LiveId" clId="{01228244-6B25-4D01-85AC-4B8EA41E8750}" dt="2025-12-15T04:27:58.821" v="1605" actId="20577"/>
          <ac:spMkLst>
            <pc:docMk/>
            <pc:sldMk cId="3501897325" sldId="2056"/>
            <ac:spMk id="4" creationId="{9D29A6CB-B483-2143-7DDE-EBEB39DCCA1C}"/>
          </ac:spMkLst>
        </pc:spChg>
        <pc:spChg chg="mod">
          <ac:chgData name="Sini Mathew" userId="3875fe58a975fc01" providerId="LiveId" clId="{01228244-6B25-4D01-85AC-4B8EA41E8750}" dt="2025-12-15T04:27:40.962" v="1597" actId="20577"/>
          <ac:spMkLst>
            <pc:docMk/>
            <pc:sldMk cId="3501897325" sldId="2056"/>
            <ac:spMk id="9" creationId="{556A7B67-E2F4-A221-44F0-9D7D94F1481A}"/>
          </ac:spMkLst>
        </pc:spChg>
      </pc:sldChg>
      <pc:sldChg chg="modSp add del mod">
        <pc:chgData name="Sini Mathew" userId="3875fe58a975fc01" providerId="LiveId" clId="{01228244-6B25-4D01-85AC-4B8EA41E8750}" dt="2025-12-15T13:26:39.143" v="2287" actId="2696"/>
        <pc:sldMkLst>
          <pc:docMk/>
          <pc:sldMk cId="819016991" sldId="2057"/>
        </pc:sldMkLst>
        <pc:spChg chg="mod">
          <ac:chgData name="Sini Mathew" userId="3875fe58a975fc01" providerId="LiveId" clId="{01228244-6B25-4D01-85AC-4B8EA41E8750}" dt="2025-12-15T04:28:56.152" v="1712" actId="20577"/>
          <ac:spMkLst>
            <pc:docMk/>
            <pc:sldMk cId="819016991" sldId="2057"/>
            <ac:spMk id="4" creationId="{91B07F22-E0CF-E4D7-17D5-3953037D457C}"/>
          </ac:spMkLst>
        </pc:spChg>
        <pc:spChg chg="mod">
          <ac:chgData name="Sini Mathew" userId="3875fe58a975fc01" providerId="LiveId" clId="{01228244-6B25-4D01-85AC-4B8EA41E8750}" dt="2025-12-15T04:28:50.879" v="1710" actId="20577"/>
          <ac:spMkLst>
            <pc:docMk/>
            <pc:sldMk cId="819016991" sldId="2057"/>
            <ac:spMk id="9" creationId="{32DA97D4-579F-37E6-605B-8D00437D0546}"/>
          </ac:spMkLst>
        </pc:spChg>
      </pc:sldChg>
      <pc:sldChg chg="modSp add mod">
        <pc:chgData name="Sini Mathew" userId="3875fe58a975fc01" providerId="LiveId" clId="{01228244-6B25-4D01-85AC-4B8EA41E8750}" dt="2025-12-16T01:27:02.833" v="3972" actId="20577"/>
        <pc:sldMkLst>
          <pc:docMk/>
          <pc:sldMk cId="3156389510" sldId="2057"/>
        </pc:sldMkLst>
        <pc:spChg chg="mod">
          <ac:chgData name="Sini Mathew" userId="3875fe58a975fc01" providerId="LiveId" clId="{01228244-6B25-4D01-85AC-4B8EA41E8750}" dt="2025-12-15T13:59:32.860" v="2913" actId="20577"/>
          <ac:spMkLst>
            <pc:docMk/>
            <pc:sldMk cId="3156389510" sldId="2057"/>
            <ac:spMk id="4" creationId="{91B07F22-E0CF-E4D7-17D5-3953037D457C}"/>
          </ac:spMkLst>
        </pc:spChg>
        <pc:spChg chg="mod">
          <ac:chgData name="Sini Mathew" userId="3875fe58a975fc01" providerId="LiveId" clId="{01228244-6B25-4D01-85AC-4B8EA41E8750}" dt="2025-12-16T01:27:02.833" v="3972" actId="20577"/>
          <ac:spMkLst>
            <pc:docMk/>
            <pc:sldMk cId="3156389510" sldId="2057"/>
            <ac:spMk id="9" creationId="{32DA97D4-579F-37E6-605B-8D00437D0546}"/>
          </ac:spMkLst>
        </pc:spChg>
      </pc:sldChg>
      <pc:sldChg chg="modSp add mod">
        <pc:chgData name="Sini Mathew" userId="3875fe58a975fc01" providerId="LiveId" clId="{01228244-6B25-4D01-85AC-4B8EA41E8750}" dt="2025-12-16T01:27:05.105" v="3973" actId="20577"/>
        <pc:sldMkLst>
          <pc:docMk/>
          <pc:sldMk cId="3844980713" sldId="2058"/>
        </pc:sldMkLst>
        <pc:spChg chg="mod">
          <ac:chgData name="Sini Mathew" userId="3875fe58a975fc01" providerId="LiveId" clId="{01228244-6B25-4D01-85AC-4B8EA41E8750}" dt="2025-12-15T13:59:44.906" v="2921" actId="20577"/>
          <ac:spMkLst>
            <pc:docMk/>
            <pc:sldMk cId="3844980713" sldId="2058"/>
            <ac:spMk id="4" creationId="{DF7DCDEC-348F-8181-7CA0-E087D565B377}"/>
          </ac:spMkLst>
        </pc:spChg>
        <pc:spChg chg="mod">
          <ac:chgData name="Sini Mathew" userId="3875fe58a975fc01" providerId="LiveId" clId="{01228244-6B25-4D01-85AC-4B8EA41E8750}" dt="2025-12-16T01:27:05.105" v="3973" actId="20577"/>
          <ac:spMkLst>
            <pc:docMk/>
            <pc:sldMk cId="3844980713" sldId="2058"/>
            <ac:spMk id="9" creationId="{6BBA6E80-7FD3-755F-8AD0-82FAD5B15F15}"/>
          </ac:spMkLst>
        </pc:spChg>
      </pc:sldChg>
      <pc:sldChg chg="modSp add del mod">
        <pc:chgData name="Sini Mathew" userId="3875fe58a975fc01" providerId="LiveId" clId="{01228244-6B25-4D01-85AC-4B8EA41E8750}" dt="2025-12-15T13:26:39.143" v="2287" actId="2696"/>
        <pc:sldMkLst>
          <pc:docMk/>
          <pc:sldMk cId="4051967294" sldId="2058"/>
        </pc:sldMkLst>
        <pc:spChg chg="mod">
          <ac:chgData name="Sini Mathew" userId="3875fe58a975fc01" providerId="LiveId" clId="{01228244-6B25-4D01-85AC-4B8EA41E8750}" dt="2025-12-15T04:35:45.235" v="1839" actId="20577"/>
          <ac:spMkLst>
            <pc:docMk/>
            <pc:sldMk cId="4051967294" sldId="2058"/>
            <ac:spMk id="4" creationId="{DF7DCDEC-348F-8181-7CA0-E087D565B377}"/>
          </ac:spMkLst>
        </pc:spChg>
        <pc:spChg chg="mod">
          <ac:chgData name="Sini Mathew" userId="3875fe58a975fc01" providerId="LiveId" clId="{01228244-6B25-4D01-85AC-4B8EA41E8750}" dt="2025-12-15T04:34:26.396" v="1826" actId="20577"/>
          <ac:spMkLst>
            <pc:docMk/>
            <pc:sldMk cId="4051967294" sldId="2058"/>
            <ac:spMk id="9" creationId="{6BBA6E80-7FD3-755F-8AD0-82FAD5B15F15}"/>
          </ac:spMkLst>
        </pc:spChg>
      </pc:sldChg>
      <pc:sldChg chg="modSp add mod">
        <pc:chgData name="Sini Mathew" userId="3875fe58a975fc01" providerId="LiveId" clId="{01228244-6B25-4D01-85AC-4B8EA41E8750}" dt="2025-12-16T01:27:07.581" v="3974" actId="20577"/>
        <pc:sldMkLst>
          <pc:docMk/>
          <pc:sldMk cId="529948846" sldId="2059"/>
        </pc:sldMkLst>
        <pc:spChg chg="mod">
          <ac:chgData name="Sini Mathew" userId="3875fe58a975fc01" providerId="LiveId" clId="{01228244-6B25-4D01-85AC-4B8EA41E8750}" dt="2025-12-15T14:00:01.985" v="2929" actId="20577"/>
          <ac:spMkLst>
            <pc:docMk/>
            <pc:sldMk cId="529948846" sldId="2059"/>
            <ac:spMk id="4" creationId="{CA5BDDE5-CF4E-E36B-C27B-1CB3F8A50109}"/>
          </ac:spMkLst>
        </pc:spChg>
        <pc:spChg chg="mod">
          <ac:chgData name="Sini Mathew" userId="3875fe58a975fc01" providerId="LiveId" clId="{01228244-6B25-4D01-85AC-4B8EA41E8750}" dt="2025-12-16T01:27:07.581" v="3974" actId="20577"/>
          <ac:spMkLst>
            <pc:docMk/>
            <pc:sldMk cId="529948846" sldId="2059"/>
            <ac:spMk id="9" creationId="{D5EA0C7B-F1F1-88CE-624D-6EC55E8836EA}"/>
          </ac:spMkLst>
        </pc:spChg>
      </pc:sldChg>
      <pc:sldChg chg="modSp add del mod">
        <pc:chgData name="Sini Mathew" userId="3875fe58a975fc01" providerId="LiveId" clId="{01228244-6B25-4D01-85AC-4B8EA41E8750}" dt="2025-12-15T04:36:02.201" v="1840" actId="47"/>
        <pc:sldMkLst>
          <pc:docMk/>
          <pc:sldMk cId="785778743" sldId="2059"/>
        </pc:sldMkLst>
        <pc:spChg chg="mod">
          <ac:chgData name="Sini Mathew" userId="3875fe58a975fc01" providerId="LiveId" clId="{01228244-6B25-4D01-85AC-4B8EA41E8750}" dt="2025-12-15T04:34:57.762" v="1834" actId="20577"/>
          <ac:spMkLst>
            <pc:docMk/>
            <pc:sldMk cId="785778743" sldId="2059"/>
            <ac:spMk id="4" creationId="{3EB20761-B665-4DD1-19ED-725F9481DE9F}"/>
          </ac:spMkLst>
        </pc:spChg>
      </pc:sldChg>
      <pc:sldChg chg="modSp add del mod">
        <pc:chgData name="Sini Mathew" userId="3875fe58a975fc01" providerId="LiveId" clId="{01228244-6B25-4D01-85AC-4B8EA41E8750}" dt="2025-12-15T13:26:39.143" v="2287" actId="2696"/>
        <pc:sldMkLst>
          <pc:docMk/>
          <pc:sldMk cId="3316282311" sldId="2059"/>
        </pc:sldMkLst>
        <pc:spChg chg="mod">
          <ac:chgData name="Sini Mathew" userId="3875fe58a975fc01" providerId="LiveId" clId="{01228244-6B25-4D01-85AC-4B8EA41E8750}" dt="2025-12-15T04:36:19.262" v="1843" actId="20577"/>
          <ac:spMkLst>
            <pc:docMk/>
            <pc:sldMk cId="3316282311" sldId="2059"/>
            <ac:spMk id="4" creationId="{CA5BDDE5-CF4E-E36B-C27B-1CB3F8A50109}"/>
          </ac:spMkLst>
        </pc:spChg>
        <pc:spChg chg="mod">
          <ac:chgData name="Sini Mathew" userId="3875fe58a975fc01" providerId="LiveId" clId="{01228244-6B25-4D01-85AC-4B8EA41E8750}" dt="2025-12-15T04:37:03.016" v="1947" actId="20577"/>
          <ac:spMkLst>
            <pc:docMk/>
            <pc:sldMk cId="3316282311" sldId="2059"/>
            <ac:spMk id="9" creationId="{D5EA0C7B-F1F1-88CE-624D-6EC55E8836EA}"/>
          </ac:spMkLst>
        </pc:spChg>
      </pc:sldChg>
      <pc:sldChg chg="modSp add del mod">
        <pc:chgData name="Sini Mathew" userId="3875fe58a975fc01" providerId="LiveId" clId="{01228244-6B25-4D01-85AC-4B8EA41E8750}" dt="2025-12-15T13:26:39.143" v="2287" actId="2696"/>
        <pc:sldMkLst>
          <pc:docMk/>
          <pc:sldMk cId="490253089" sldId="2060"/>
        </pc:sldMkLst>
        <pc:spChg chg="mod">
          <ac:chgData name="Sini Mathew" userId="3875fe58a975fc01" providerId="LiveId" clId="{01228244-6B25-4D01-85AC-4B8EA41E8750}" dt="2025-12-15T04:37:21.019" v="1950" actId="20577"/>
          <ac:spMkLst>
            <pc:docMk/>
            <pc:sldMk cId="490253089" sldId="2060"/>
            <ac:spMk id="4" creationId="{E8B9B917-5E1C-F6A8-B1F5-066F7BD7483D}"/>
          </ac:spMkLst>
        </pc:spChg>
        <pc:spChg chg="mod">
          <ac:chgData name="Sini Mathew" userId="3875fe58a975fc01" providerId="LiveId" clId="{01228244-6B25-4D01-85AC-4B8EA41E8750}" dt="2025-12-15T04:37:58.028" v="2070" actId="20577"/>
          <ac:spMkLst>
            <pc:docMk/>
            <pc:sldMk cId="490253089" sldId="2060"/>
            <ac:spMk id="9" creationId="{A09D9308-0836-40D2-487C-4C5FE86E1C3D}"/>
          </ac:spMkLst>
        </pc:spChg>
      </pc:sldChg>
      <pc:sldChg chg="modSp add mod">
        <pc:chgData name="Sini Mathew" userId="3875fe58a975fc01" providerId="LiveId" clId="{01228244-6B25-4D01-85AC-4B8EA41E8750}" dt="2025-12-16T01:27:10.110" v="3975" actId="20577"/>
        <pc:sldMkLst>
          <pc:docMk/>
          <pc:sldMk cId="3533926469" sldId="2060"/>
        </pc:sldMkLst>
        <pc:spChg chg="mod">
          <ac:chgData name="Sini Mathew" userId="3875fe58a975fc01" providerId="LiveId" clId="{01228244-6B25-4D01-85AC-4B8EA41E8750}" dt="2025-12-15T14:00:13.295" v="2937" actId="20577"/>
          <ac:spMkLst>
            <pc:docMk/>
            <pc:sldMk cId="3533926469" sldId="2060"/>
            <ac:spMk id="4" creationId="{E8B9B917-5E1C-F6A8-B1F5-066F7BD7483D}"/>
          </ac:spMkLst>
        </pc:spChg>
        <pc:spChg chg="mod">
          <ac:chgData name="Sini Mathew" userId="3875fe58a975fc01" providerId="LiveId" clId="{01228244-6B25-4D01-85AC-4B8EA41E8750}" dt="2025-12-16T01:27:10.110" v="3975" actId="20577"/>
          <ac:spMkLst>
            <pc:docMk/>
            <pc:sldMk cId="3533926469" sldId="2060"/>
            <ac:spMk id="9" creationId="{A09D9308-0836-40D2-487C-4C5FE86E1C3D}"/>
          </ac:spMkLst>
        </pc:spChg>
      </pc:sldChg>
      <pc:sldChg chg="modSp add del mod">
        <pc:chgData name="Sini Mathew" userId="3875fe58a975fc01" providerId="LiveId" clId="{01228244-6B25-4D01-85AC-4B8EA41E8750}" dt="2025-12-15T13:26:39.143" v="2287" actId="2696"/>
        <pc:sldMkLst>
          <pc:docMk/>
          <pc:sldMk cId="506227384" sldId="2061"/>
        </pc:sldMkLst>
        <pc:spChg chg="mod">
          <ac:chgData name="Sini Mathew" userId="3875fe58a975fc01" providerId="LiveId" clId="{01228244-6B25-4D01-85AC-4B8EA41E8750}" dt="2025-12-15T13:24:46.286" v="2238" actId="20577"/>
          <ac:spMkLst>
            <pc:docMk/>
            <pc:sldMk cId="506227384" sldId="2061"/>
            <ac:spMk id="4" creationId="{281249F4-13C8-E4BE-0D1A-BE1D103CB1C6}"/>
          </ac:spMkLst>
        </pc:spChg>
        <pc:spChg chg="mod">
          <ac:chgData name="Sini Mathew" userId="3875fe58a975fc01" providerId="LiveId" clId="{01228244-6B25-4D01-85AC-4B8EA41E8750}" dt="2025-12-15T04:38:48.951" v="2182" actId="20577"/>
          <ac:spMkLst>
            <pc:docMk/>
            <pc:sldMk cId="506227384" sldId="2061"/>
            <ac:spMk id="9" creationId="{BD45A334-8D6C-B608-5D22-4C2B14FCD7A7}"/>
          </ac:spMkLst>
        </pc:spChg>
      </pc:sldChg>
      <pc:sldChg chg="modSp add mod">
        <pc:chgData name="Sini Mathew" userId="3875fe58a975fc01" providerId="LiveId" clId="{01228244-6B25-4D01-85AC-4B8EA41E8750}" dt="2025-12-16T01:27:12.853" v="3976" actId="20577"/>
        <pc:sldMkLst>
          <pc:docMk/>
          <pc:sldMk cId="3558586294" sldId="2061"/>
        </pc:sldMkLst>
        <pc:spChg chg="mod">
          <ac:chgData name="Sini Mathew" userId="3875fe58a975fc01" providerId="LiveId" clId="{01228244-6B25-4D01-85AC-4B8EA41E8750}" dt="2025-12-15T14:00:27.624" v="2945" actId="20577"/>
          <ac:spMkLst>
            <pc:docMk/>
            <pc:sldMk cId="3558586294" sldId="2061"/>
            <ac:spMk id="4" creationId="{281249F4-13C8-E4BE-0D1A-BE1D103CB1C6}"/>
          </ac:spMkLst>
        </pc:spChg>
        <pc:spChg chg="mod">
          <ac:chgData name="Sini Mathew" userId="3875fe58a975fc01" providerId="LiveId" clId="{01228244-6B25-4D01-85AC-4B8EA41E8750}" dt="2025-12-16T01:27:12.853" v="3976" actId="20577"/>
          <ac:spMkLst>
            <pc:docMk/>
            <pc:sldMk cId="3558586294" sldId="2061"/>
            <ac:spMk id="9" creationId="{BD45A334-8D6C-B608-5D22-4C2B14FCD7A7}"/>
          </ac:spMkLst>
        </pc:spChg>
      </pc:sldChg>
      <pc:sldChg chg="modSp add mod">
        <pc:chgData name="Sini Mathew" userId="3875fe58a975fc01" providerId="LiveId" clId="{01228244-6B25-4D01-85AC-4B8EA41E8750}" dt="2025-12-16T01:27:15.730" v="3977" actId="20577"/>
        <pc:sldMkLst>
          <pc:docMk/>
          <pc:sldMk cId="2061933630" sldId="2062"/>
        </pc:sldMkLst>
        <pc:spChg chg="mod">
          <ac:chgData name="Sini Mathew" userId="3875fe58a975fc01" providerId="LiveId" clId="{01228244-6B25-4D01-85AC-4B8EA41E8750}" dt="2025-12-15T14:00:57.493" v="2960" actId="20577"/>
          <ac:spMkLst>
            <pc:docMk/>
            <pc:sldMk cId="2061933630" sldId="2062"/>
            <ac:spMk id="4" creationId="{3DA84762-C2D8-E30A-12F0-6B6204EF5D49}"/>
          </ac:spMkLst>
        </pc:spChg>
        <pc:spChg chg="mod">
          <ac:chgData name="Sini Mathew" userId="3875fe58a975fc01" providerId="LiveId" clId="{01228244-6B25-4D01-85AC-4B8EA41E8750}" dt="2025-12-16T01:27:15.730" v="3977" actId="20577"/>
          <ac:spMkLst>
            <pc:docMk/>
            <pc:sldMk cId="2061933630" sldId="2062"/>
            <ac:spMk id="9" creationId="{54791C7B-5793-6F6C-21D7-2661ACA1F700}"/>
          </ac:spMkLst>
        </pc:spChg>
      </pc:sldChg>
      <pc:sldChg chg="modSp add del mod">
        <pc:chgData name="Sini Mathew" userId="3875fe58a975fc01" providerId="LiveId" clId="{01228244-6B25-4D01-85AC-4B8EA41E8750}" dt="2025-12-15T13:26:39.143" v="2287" actId="2696"/>
        <pc:sldMkLst>
          <pc:docMk/>
          <pc:sldMk cId="3326220642" sldId="2062"/>
        </pc:sldMkLst>
        <pc:spChg chg="mod">
          <ac:chgData name="Sini Mathew" userId="3875fe58a975fc01" providerId="LiveId" clId="{01228244-6B25-4D01-85AC-4B8EA41E8750}" dt="2025-12-15T13:24:53.325" v="2240" actId="20577"/>
          <ac:spMkLst>
            <pc:docMk/>
            <pc:sldMk cId="3326220642" sldId="2062"/>
            <ac:spMk id="4" creationId="{3DA84762-C2D8-E30A-12F0-6B6204EF5D49}"/>
          </ac:spMkLst>
        </pc:spChg>
        <pc:spChg chg="mod">
          <ac:chgData name="Sini Mathew" userId="3875fe58a975fc01" providerId="LiveId" clId="{01228244-6B25-4D01-85AC-4B8EA41E8750}" dt="2025-12-15T13:23:41.309" v="2236" actId="20577"/>
          <ac:spMkLst>
            <pc:docMk/>
            <pc:sldMk cId="3326220642" sldId="2062"/>
            <ac:spMk id="9" creationId="{54791C7B-5793-6F6C-21D7-2661ACA1F700}"/>
          </ac:spMkLst>
        </pc:spChg>
      </pc:sldChg>
      <pc:sldChg chg="modSp add del mod">
        <pc:chgData name="Sini Mathew" userId="3875fe58a975fc01" providerId="LiveId" clId="{01228244-6B25-4D01-85AC-4B8EA41E8750}" dt="2025-12-15T13:26:39.143" v="2287" actId="2696"/>
        <pc:sldMkLst>
          <pc:docMk/>
          <pc:sldMk cId="1209900356" sldId="2063"/>
        </pc:sldMkLst>
        <pc:spChg chg="mod">
          <ac:chgData name="Sini Mathew" userId="3875fe58a975fc01" providerId="LiveId" clId="{01228244-6B25-4D01-85AC-4B8EA41E8750}" dt="2025-12-15T13:25:24.752" v="2286" actId="20577"/>
          <ac:spMkLst>
            <pc:docMk/>
            <pc:sldMk cId="1209900356" sldId="2063"/>
            <ac:spMk id="9" creationId="{FCB40987-3840-048D-EBDC-C514D4093A95}"/>
          </ac:spMkLst>
        </pc:spChg>
      </pc:sldChg>
      <pc:sldChg chg="modSp add mod">
        <pc:chgData name="Sini Mathew" userId="3875fe58a975fc01" providerId="LiveId" clId="{01228244-6B25-4D01-85AC-4B8EA41E8750}" dt="2025-12-16T01:27:17.837" v="3978" actId="20577"/>
        <pc:sldMkLst>
          <pc:docMk/>
          <pc:sldMk cId="3645895075" sldId="2063"/>
        </pc:sldMkLst>
        <pc:spChg chg="mod">
          <ac:chgData name="Sini Mathew" userId="3875fe58a975fc01" providerId="LiveId" clId="{01228244-6B25-4D01-85AC-4B8EA41E8750}" dt="2025-12-15T14:01:14.632" v="2968" actId="20577"/>
          <ac:spMkLst>
            <pc:docMk/>
            <pc:sldMk cId="3645895075" sldId="2063"/>
            <ac:spMk id="4" creationId="{CE6E55B7-655D-5624-3B90-6437920DD7C3}"/>
          </ac:spMkLst>
        </pc:spChg>
        <pc:spChg chg="mod">
          <ac:chgData name="Sini Mathew" userId="3875fe58a975fc01" providerId="LiveId" clId="{01228244-6B25-4D01-85AC-4B8EA41E8750}" dt="2025-12-16T01:27:17.837" v="3978" actId="20577"/>
          <ac:spMkLst>
            <pc:docMk/>
            <pc:sldMk cId="3645895075" sldId="2063"/>
            <ac:spMk id="9" creationId="{FCB40987-3840-048D-EBDC-C514D4093A95}"/>
          </ac:spMkLst>
        </pc:spChg>
      </pc:sldChg>
      <pc:sldChg chg="modSp add mod">
        <pc:chgData name="Sini Mathew" userId="3875fe58a975fc01" providerId="LiveId" clId="{01228244-6B25-4D01-85AC-4B8EA41E8750}" dt="2025-12-16T01:26:11.566" v="3964" actId="20577"/>
        <pc:sldMkLst>
          <pc:docMk/>
          <pc:sldMk cId="1319081704" sldId="2064"/>
        </pc:sldMkLst>
        <pc:spChg chg="mod">
          <ac:chgData name="Sini Mathew" userId="3875fe58a975fc01" providerId="LiveId" clId="{01228244-6B25-4D01-85AC-4B8EA41E8750}" dt="2025-12-15T13:32:07.884" v="2401" actId="20577"/>
          <ac:spMkLst>
            <pc:docMk/>
            <pc:sldMk cId="1319081704" sldId="2064"/>
            <ac:spMk id="4" creationId="{FAF6E6BE-F279-39E6-CFCC-E5BD578A9CFB}"/>
          </ac:spMkLst>
        </pc:spChg>
        <pc:spChg chg="mod">
          <ac:chgData name="Sini Mathew" userId="3875fe58a975fc01" providerId="LiveId" clId="{01228244-6B25-4D01-85AC-4B8EA41E8750}" dt="2025-12-16T01:26:11.566" v="3964" actId="20577"/>
          <ac:spMkLst>
            <pc:docMk/>
            <pc:sldMk cId="1319081704" sldId="2064"/>
            <ac:spMk id="6" creationId="{02FCB3C4-ACB9-4791-CF0B-D2D340BB7563}"/>
          </ac:spMkLst>
        </pc:spChg>
      </pc:sldChg>
      <pc:sldChg chg="modSp add mod">
        <pc:chgData name="Sini Mathew" userId="3875fe58a975fc01" providerId="LiveId" clId="{01228244-6B25-4D01-85AC-4B8EA41E8750}" dt="2025-12-16T01:26:14.211" v="3965" actId="20577"/>
        <pc:sldMkLst>
          <pc:docMk/>
          <pc:sldMk cId="3820782253" sldId="2065"/>
        </pc:sldMkLst>
        <pc:spChg chg="mod">
          <ac:chgData name="Sini Mathew" userId="3875fe58a975fc01" providerId="LiveId" clId="{01228244-6B25-4D01-85AC-4B8EA41E8750}" dt="2025-12-15T13:32:49.970" v="2437" actId="20577"/>
          <ac:spMkLst>
            <pc:docMk/>
            <pc:sldMk cId="3820782253" sldId="2065"/>
            <ac:spMk id="4" creationId="{638040D7-4A26-1B54-3307-EBFA7CAFFA0F}"/>
          </ac:spMkLst>
        </pc:spChg>
        <pc:spChg chg="mod">
          <ac:chgData name="Sini Mathew" userId="3875fe58a975fc01" providerId="LiveId" clId="{01228244-6B25-4D01-85AC-4B8EA41E8750}" dt="2025-12-16T01:26:14.211" v="3965" actId="20577"/>
          <ac:spMkLst>
            <pc:docMk/>
            <pc:sldMk cId="3820782253" sldId="2065"/>
            <ac:spMk id="6" creationId="{BAAF9CCB-9083-151B-CBD3-59A44843CCF2}"/>
          </ac:spMkLst>
        </pc:spChg>
      </pc:sldChg>
      <pc:sldChg chg="modSp add mod">
        <pc:chgData name="Sini Mathew" userId="3875fe58a975fc01" providerId="LiveId" clId="{01228244-6B25-4D01-85AC-4B8EA41E8750}" dt="2025-12-16T01:26:16.574" v="3966" actId="20577"/>
        <pc:sldMkLst>
          <pc:docMk/>
          <pc:sldMk cId="4075723723" sldId="2066"/>
        </pc:sldMkLst>
        <pc:spChg chg="mod">
          <ac:chgData name="Sini Mathew" userId="3875fe58a975fc01" providerId="LiveId" clId="{01228244-6B25-4D01-85AC-4B8EA41E8750}" dt="2025-12-15T13:33:12.092" v="2459" actId="20577"/>
          <ac:spMkLst>
            <pc:docMk/>
            <pc:sldMk cId="4075723723" sldId="2066"/>
            <ac:spMk id="4" creationId="{19AF5F56-D463-3835-B162-101FA1A36174}"/>
          </ac:spMkLst>
        </pc:spChg>
        <pc:spChg chg="mod">
          <ac:chgData name="Sini Mathew" userId="3875fe58a975fc01" providerId="LiveId" clId="{01228244-6B25-4D01-85AC-4B8EA41E8750}" dt="2025-12-16T01:26:16.574" v="3966" actId="20577"/>
          <ac:spMkLst>
            <pc:docMk/>
            <pc:sldMk cId="4075723723" sldId="2066"/>
            <ac:spMk id="6" creationId="{A03FC0FE-50DC-196C-E2BB-FA70CDCD8C73}"/>
          </ac:spMkLst>
        </pc:spChg>
      </pc:sldChg>
      <pc:sldChg chg="modSp add mod">
        <pc:chgData name="Sini Mathew" userId="3875fe58a975fc01" providerId="LiveId" clId="{01228244-6B25-4D01-85AC-4B8EA41E8750}" dt="2025-12-16T01:21:29.578" v="3902" actId="20577"/>
        <pc:sldMkLst>
          <pc:docMk/>
          <pc:sldMk cId="13004598" sldId="2067"/>
        </pc:sldMkLst>
        <pc:spChg chg="mod">
          <ac:chgData name="Sini Mathew" userId="3875fe58a975fc01" providerId="LiveId" clId="{01228244-6B25-4D01-85AC-4B8EA41E8750}" dt="2025-12-15T13:35:18.009" v="2464"/>
          <ac:spMkLst>
            <pc:docMk/>
            <pc:sldMk cId="13004598" sldId="2067"/>
            <ac:spMk id="4" creationId="{04E1C004-23D5-161A-D900-674A1DB1D333}"/>
          </ac:spMkLst>
        </pc:spChg>
        <pc:spChg chg="mod">
          <ac:chgData name="Sini Mathew" userId="3875fe58a975fc01" providerId="LiveId" clId="{01228244-6B25-4D01-85AC-4B8EA41E8750}" dt="2025-12-16T01:21:29.578" v="3902" actId="20577"/>
          <ac:spMkLst>
            <pc:docMk/>
            <pc:sldMk cId="13004598" sldId="2067"/>
            <ac:spMk id="5" creationId="{67D5C53F-8295-3332-9B28-5AA75D9B9A67}"/>
          </ac:spMkLst>
        </pc:spChg>
      </pc:sldChg>
      <pc:sldChg chg="modSp add mod">
        <pc:chgData name="Sini Mathew" userId="3875fe58a975fc01" providerId="LiveId" clId="{01228244-6B25-4D01-85AC-4B8EA41E8750}" dt="2025-12-16T01:25:24.739" v="3955" actId="20577"/>
        <pc:sldMkLst>
          <pc:docMk/>
          <pc:sldMk cId="1009033914" sldId="2068"/>
        </pc:sldMkLst>
        <pc:spChg chg="mod">
          <ac:chgData name="Sini Mathew" userId="3875fe58a975fc01" providerId="LiveId" clId="{01228244-6B25-4D01-85AC-4B8EA41E8750}" dt="2025-12-15T13:42:37.721" v="2542" actId="20577"/>
          <ac:spMkLst>
            <pc:docMk/>
            <pc:sldMk cId="1009033914" sldId="2068"/>
            <ac:spMk id="6" creationId="{B8918913-082E-0840-76F5-23EDBE0697F7}"/>
          </ac:spMkLst>
        </pc:spChg>
        <pc:spChg chg="mod">
          <ac:chgData name="Sini Mathew" userId="3875fe58a975fc01" providerId="LiveId" clId="{01228244-6B25-4D01-85AC-4B8EA41E8750}" dt="2025-12-16T01:25:24.739" v="3955" actId="20577"/>
          <ac:spMkLst>
            <pc:docMk/>
            <pc:sldMk cId="1009033914" sldId="2068"/>
            <ac:spMk id="10" creationId="{2939127C-BF73-DF6B-DF24-74D3DC1C89E5}"/>
          </ac:spMkLst>
        </pc:spChg>
      </pc:sldChg>
      <pc:sldChg chg="modSp add mod">
        <pc:chgData name="Sini Mathew" userId="3875fe58a975fc01" providerId="LiveId" clId="{01228244-6B25-4D01-85AC-4B8EA41E8750}" dt="2025-12-16T01:25:29.804" v="3957" actId="20577"/>
        <pc:sldMkLst>
          <pc:docMk/>
          <pc:sldMk cId="136177483" sldId="2069"/>
        </pc:sldMkLst>
        <pc:spChg chg="mod">
          <ac:chgData name="Sini Mathew" userId="3875fe58a975fc01" providerId="LiveId" clId="{01228244-6B25-4D01-85AC-4B8EA41E8750}" dt="2025-12-15T13:42:59.966" v="2545" actId="20577"/>
          <ac:spMkLst>
            <pc:docMk/>
            <pc:sldMk cId="136177483" sldId="2069"/>
            <ac:spMk id="6" creationId="{3CE6A208-B85A-40D7-93D9-AA50060E5ACF}"/>
          </ac:spMkLst>
        </pc:spChg>
        <pc:spChg chg="mod">
          <ac:chgData name="Sini Mathew" userId="3875fe58a975fc01" providerId="LiveId" clId="{01228244-6B25-4D01-85AC-4B8EA41E8750}" dt="2025-12-16T01:25:29.804" v="3957" actId="20577"/>
          <ac:spMkLst>
            <pc:docMk/>
            <pc:sldMk cId="136177483" sldId="2069"/>
            <ac:spMk id="10" creationId="{C606E44A-0AF4-B994-608E-DAC765F943D0}"/>
          </ac:spMkLst>
        </pc:spChg>
      </pc:sldChg>
      <pc:sldChg chg="modSp add mod">
        <pc:chgData name="Sini Mathew" userId="3875fe58a975fc01" providerId="LiveId" clId="{01228244-6B25-4D01-85AC-4B8EA41E8750}" dt="2025-12-16T01:25:35.889" v="3959" actId="20577"/>
        <pc:sldMkLst>
          <pc:docMk/>
          <pc:sldMk cId="4006872771" sldId="2070"/>
        </pc:sldMkLst>
        <pc:spChg chg="mod">
          <ac:chgData name="Sini Mathew" userId="3875fe58a975fc01" providerId="LiveId" clId="{01228244-6B25-4D01-85AC-4B8EA41E8750}" dt="2025-12-15T13:43:36.721" v="2554" actId="20577"/>
          <ac:spMkLst>
            <pc:docMk/>
            <pc:sldMk cId="4006872771" sldId="2070"/>
            <ac:spMk id="6" creationId="{9160F1F0-217C-1488-E55C-2D9F15AF424B}"/>
          </ac:spMkLst>
        </pc:spChg>
        <pc:spChg chg="mod ord">
          <ac:chgData name="Sini Mathew" userId="3875fe58a975fc01" providerId="LiveId" clId="{01228244-6B25-4D01-85AC-4B8EA41E8750}" dt="2025-12-16T01:25:35.889" v="3959" actId="20577"/>
          <ac:spMkLst>
            <pc:docMk/>
            <pc:sldMk cId="4006872771" sldId="2070"/>
            <ac:spMk id="10" creationId="{6DBC28D6-808E-1D86-C3C9-266DF1B3AF6D}"/>
          </ac:spMkLst>
        </pc:spChg>
      </pc:sldChg>
      <pc:sldChg chg="modSp add mod">
        <pc:chgData name="Sini Mathew" userId="3875fe58a975fc01" providerId="LiveId" clId="{01228244-6B25-4D01-85AC-4B8EA41E8750}" dt="2025-12-16T01:25:41.017" v="3961" actId="20577"/>
        <pc:sldMkLst>
          <pc:docMk/>
          <pc:sldMk cId="2936950957" sldId="2071"/>
        </pc:sldMkLst>
        <pc:spChg chg="mod">
          <ac:chgData name="Sini Mathew" userId="3875fe58a975fc01" providerId="LiveId" clId="{01228244-6B25-4D01-85AC-4B8EA41E8750}" dt="2025-12-15T13:44:11.815" v="2559" actId="20577"/>
          <ac:spMkLst>
            <pc:docMk/>
            <pc:sldMk cId="2936950957" sldId="2071"/>
            <ac:spMk id="6" creationId="{11F5B197-83D1-9E4E-56A2-35064920D85F}"/>
          </ac:spMkLst>
        </pc:spChg>
        <pc:spChg chg="mod">
          <ac:chgData name="Sini Mathew" userId="3875fe58a975fc01" providerId="LiveId" clId="{01228244-6B25-4D01-85AC-4B8EA41E8750}" dt="2025-12-16T01:25:41.017" v="3961" actId="20577"/>
          <ac:spMkLst>
            <pc:docMk/>
            <pc:sldMk cId="2936950957" sldId="2071"/>
            <ac:spMk id="10" creationId="{C16E6E95-1976-F20C-62AD-5BFCC1413F84}"/>
          </ac:spMkLst>
        </pc:spChg>
      </pc:sldChg>
      <pc:sldChg chg="modSp add mod">
        <pc:chgData name="Sini Mathew" userId="3875fe58a975fc01" providerId="LiveId" clId="{01228244-6B25-4D01-85AC-4B8EA41E8750}" dt="2025-12-16T01:25:45.471" v="3963" actId="20577"/>
        <pc:sldMkLst>
          <pc:docMk/>
          <pc:sldMk cId="3408330880" sldId="2072"/>
        </pc:sldMkLst>
        <pc:spChg chg="mod">
          <ac:chgData name="Sini Mathew" userId="3875fe58a975fc01" providerId="LiveId" clId="{01228244-6B25-4D01-85AC-4B8EA41E8750}" dt="2025-12-15T13:44:47.447" v="2566" actId="20577"/>
          <ac:spMkLst>
            <pc:docMk/>
            <pc:sldMk cId="3408330880" sldId="2072"/>
            <ac:spMk id="6" creationId="{F282B237-9122-3175-66CF-280328409DB1}"/>
          </ac:spMkLst>
        </pc:spChg>
        <pc:spChg chg="mod">
          <ac:chgData name="Sini Mathew" userId="3875fe58a975fc01" providerId="LiveId" clId="{01228244-6B25-4D01-85AC-4B8EA41E8750}" dt="2025-12-16T01:25:45.471" v="3963" actId="20577"/>
          <ac:spMkLst>
            <pc:docMk/>
            <pc:sldMk cId="3408330880" sldId="2072"/>
            <ac:spMk id="10" creationId="{89209F2A-1681-0C99-DBBB-444808CAA300}"/>
          </ac:spMkLst>
        </pc:spChg>
      </pc:sldChg>
      <pc:sldChg chg="modSp add mod">
        <pc:chgData name="Sini Mathew" userId="3875fe58a975fc01" providerId="LiveId" clId="{01228244-6B25-4D01-85AC-4B8EA41E8750}" dt="2025-12-16T01:23:16.263" v="3936"/>
        <pc:sldMkLst>
          <pc:docMk/>
          <pc:sldMk cId="2964587561" sldId="2073"/>
        </pc:sldMkLst>
        <pc:spChg chg="mod">
          <ac:chgData name="Sini Mathew" userId="3875fe58a975fc01" providerId="LiveId" clId="{01228244-6B25-4D01-85AC-4B8EA41E8750}" dt="2025-12-16T01:22:10.826" v="3927" actId="20577"/>
          <ac:spMkLst>
            <pc:docMk/>
            <pc:sldMk cId="2964587561" sldId="2073"/>
            <ac:spMk id="2" creationId="{9B90F990-2F2A-C5BE-BE77-67363BC68AFD}"/>
          </ac:spMkLst>
        </pc:spChg>
        <pc:spChg chg="mod">
          <ac:chgData name="Sini Mathew" userId="3875fe58a975fc01" providerId="LiveId" clId="{01228244-6B25-4D01-85AC-4B8EA41E8750}" dt="2025-12-16T01:23:16.263" v="3936"/>
          <ac:spMkLst>
            <pc:docMk/>
            <pc:sldMk cId="2964587561" sldId="2073"/>
            <ac:spMk id="3" creationId="{0189FA91-DF69-A6E4-662E-B0F41D3B079A}"/>
          </ac:spMkLst>
        </pc:spChg>
        <pc:spChg chg="mod">
          <ac:chgData name="Sini Mathew" userId="3875fe58a975fc01" providerId="LiveId" clId="{01228244-6B25-4D01-85AC-4B8EA41E8750}" dt="2025-12-15T13:48:09.322" v="2646" actId="20577"/>
          <ac:spMkLst>
            <pc:docMk/>
            <pc:sldMk cId="2964587561" sldId="2073"/>
            <ac:spMk id="4" creationId="{E2DB655D-87DE-F960-0BD4-5DB2B5C393B3}"/>
          </ac:spMkLst>
        </pc:spChg>
        <pc:spChg chg="mod">
          <ac:chgData name="Sini Mathew" userId="3875fe58a975fc01" providerId="LiveId" clId="{01228244-6B25-4D01-85AC-4B8EA41E8750}" dt="2025-12-15T13:47:19.918" v="2593"/>
          <ac:spMkLst>
            <pc:docMk/>
            <pc:sldMk cId="2964587561" sldId="2073"/>
            <ac:spMk id="7" creationId="{12AA059D-05FA-2467-6341-69DB6C30B399}"/>
          </ac:spMkLst>
        </pc:spChg>
      </pc:sldChg>
      <pc:sldChg chg="modSp add mod">
        <pc:chgData name="Sini Mathew" userId="3875fe58a975fc01" providerId="LiveId" clId="{01228244-6B25-4D01-85AC-4B8EA41E8750}" dt="2025-12-16T01:26:42.091" v="3968" actId="1076"/>
        <pc:sldMkLst>
          <pc:docMk/>
          <pc:sldMk cId="2205832812" sldId="2074"/>
        </pc:sldMkLst>
        <pc:spChg chg="mod">
          <ac:chgData name="Sini Mathew" userId="3875fe58a975fc01" providerId="LiveId" clId="{01228244-6B25-4D01-85AC-4B8EA41E8750}" dt="2025-12-15T13:54:06.891" v="2754" actId="20577"/>
          <ac:spMkLst>
            <pc:docMk/>
            <pc:sldMk cId="2205832812" sldId="2074"/>
            <ac:spMk id="4" creationId="{2EC3B5B0-6E44-275F-067F-28AED26755E7}"/>
          </ac:spMkLst>
        </pc:spChg>
        <pc:spChg chg="mod">
          <ac:chgData name="Sini Mathew" userId="3875fe58a975fc01" providerId="LiveId" clId="{01228244-6B25-4D01-85AC-4B8EA41E8750}" dt="2025-12-15T13:53:51.334" v="2748" actId="6549"/>
          <ac:spMkLst>
            <pc:docMk/>
            <pc:sldMk cId="2205832812" sldId="2074"/>
            <ac:spMk id="6" creationId="{DB559E69-9659-94F2-8C58-F5D3F31F9A78}"/>
          </ac:spMkLst>
        </pc:spChg>
        <pc:spChg chg="mod">
          <ac:chgData name="Sini Mathew" userId="3875fe58a975fc01" providerId="LiveId" clId="{01228244-6B25-4D01-85AC-4B8EA41E8750}" dt="2025-12-16T01:26:42.091" v="3968" actId="1076"/>
          <ac:spMkLst>
            <pc:docMk/>
            <pc:sldMk cId="2205832812" sldId="2074"/>
            <ac:spMk id="9" creationId="{461B954D-086A-1704-8ABC-EF7DE4C3BD66}"/>
          </ac:spMkLst>
        </pc:spChg>
      </pc:sldChg>
      <pc:sldChg chg="modSp add mod">
        <pc:chgData name="Sini Mathew" userId="3875fe58a975fc01" providerId="LiveId" clId="{01228244-6B25-4D01-85AC-4B8EA41E8750}" dt="2025-12-15T13:56:55.199" v="2832" actId="207"/>
        <pc:sldMkLst>
          <pc:docMk/>
          <pc:sldMk cId="4286698758" sldId="2075"/>
        </pc:sldMkLst>
        <pc:spChg chg="mod">
          <ac:chgData name="Sini Mathew" userId="3875fe58a975fc01" providerId="LiveId" clId="{01228244-6B25-4D01-85AC-4B8EA41E8750}" dt="2025-12-15T13:56:55.199" v="2832" actId="207"/>
          <ac:spMkLst>
            <pc:docMk/>
            <pc:sldMk cId="4286698758" sldId="2075"/>
            <ac:spMk id="6" creationId="{EEAF3585-D173-BA5D-7826-9DE57B37BD2D}"/>
          </ac:spMkLst>
        </pc:spChg>
      </pc:sldChg>
      <pc:sldChg chg="add">
        <pc:chgData name="Sini Mathew" userId="3875fe58a975fc01" providerId="LiveId" clId="{01228244-6B25-4D01-85AC-4B8EA41E8750}" dt="2025-12-15T13:57:19.956" v="2834" actId="2890"/>
        <pc:sldMkLst>
          <pc:docMk/>
          <pc:sldMk cId="3058911311" sldId="2076"/>
        </pc:sldMkLst>
      </pc:sldChg>
      <pc:sldChg chg="modSp add mod">
        <pc:chgData name="Sini Mathew" userId="3875fe58a975fc01" providerId="LiveId" clId="{01228244-6B25-4D01-85AC-4B8EA41E8750}" dt="2025-12-15T14:08:41.680" v="3586" actId="6549"/>
        <pc:sldMkLst>
          <pc:docMk/>
          <pc:sldMk cId="128051702" sldId="2077"/>
        </pc:sldMkLst>
        <pc:spChg chg="mod">
          <ac:chgData name="Sini Mathew" userId="3875fe58a975fc01" providerId="LiveId" clId="{01228244-6B25-4D01-85AC-4B8EA41E8750}" dt="2025-12-15T14:07:02.287" v="3502" actId="20577"/>
          <ac:spMkLst>
            <pc:docMk/>
            <pc:sldMk cId="128051702" sldId="2077"/>
            <ac:spMk id="4" creationId="{0DC8B18D-C512-6122-9DA4-AE76CABE7488}"/>
          </ac:spMkLst>
        </pc:spChg>
        <pc:spChg chg="mod">
          <ac:chgData name="Sini Mathew" userId="3875fe58a975fc01" providerId="LiveId" clId="{01228244-6B25-4D01-85AC-4B8EA41E8750}" dt="2025-12-15T14:08:41.680" v="3586" actId="6549"/>
          <ac:spMkLst>
            <pc:docMk/>
            <pc:sldMk cId="128051702" sldId="2077"/>
            <ac:spMk id="9" creationId="{48D7C3FE-9F05-3677-A44E-CB590316FD8D}"/>
          </ac:spMkLst>
        </pc:spChg>
      </pc:sldChg>
      <pc:sldChg chg="modSp add mod">
        <pc:chgData name="Sini Mathew" userId="3875fe58a975fc01" providerId="LiveId" clId="{01228244-6B25-4D01-85AC-4B8EA41E8750}" dt="2025-12-15T14:11:49.805" v="3876" actId="20577"/>
        <pc:sldMkLst>
          <pc:docMk/>
          <pc:sldMk cId="1990989027" sldId="2078"/>
        </pc:sldMkLst>
        <pc:spChg chg="mod">
          <ac:chgData name="Sini Mathew" userId="3875fe58a975fc01" providerId="LiveId" clId="{01228244-6B25-4D01-85AC-4B8EA41E8750}" dt="2025-12-15T14:11:49.805" v="3876" actId="20577"/>
          <ac:spMkLst>
            <pc:docMk/>
            <pc:sldMk cId="1990989027" sldId="2078"/>
            <ac:spMk id="4" creationId="{8A8FC8A2-20B5-B47E-2356-BB369D7C6016}"/>
          </ac:spMkLst>
        </pc:spChg>
        <pc:spChg chg="mod">
          <ac:chgData name="Sini Mathew" userId="3875fe58a975fc01" providerId="LiveId" clId="{01228244-6B25-4D01-85AC-4B8EA41E8750}" dt="2025-12-15T14:11:46.108" v="3874" actId="6549"/>
          <ac:spMkLst>
            <pc:docMk/>
            <pc:sldMk cId="1990989027" sldId="2078"/>
            <ac:spMk id="9" creationId="{D8B2DCA6-FAB8-C939-2A2E-F179FF5887E5}"/>
          </ac:spMkLst>
        </pc:spChg>
      </pc:sldChg>
      <pc:sldMasterChg chg="add del addSldLayout delSldLayout">
        <pc:chgData name="Sini Mathew" userId="3875fe58a975fc01" providerId="LiveId" clId="{01228244-6B25-4D01-85AC-4B8EA41E8750}" dt="2025-12-15T04:03:31.738" v="719" actId="47"/>
        <pc:sldMasterMkLst>
          <pc:docMk/>
          <pc:sldMasterMk cId="1017260726" sldId="2147483744"/>
        </pc:sldMasterMkLst>
        <pc:sldLayoutChg chg="add del">
          <pc:chgData name="Sini Mathew" userId="3875fe58a975fc01" providerId="LiveId" clId="{01228244-6B25-4D01-85AC-4B8EA41E8750}" dt="2025-12-15T04:03:31.738" v="719" actId="47"/>
          <pc:sldLayoutMkLst>
            <pc:docMk/>
            <pc:sldMasterMk cId="1017260726" sldId="2147483744"/>
            <pc:sldLayoutMk cId="1450888859" sldId="2147483745"/>
          </pc:sldLayoutMkLst>
        </pc:sldLayoutChg>
        <pc:sldLayoutChg chg="add del">
          <pc:chgData name="Sini Mathew" userId="3875fe58a975fc01" providerId="LiveId" clId="{01228244-6B25-4D01-85AC-4B8EA41E8750}" dt="2025-12-15T04:03:31.738" v="719" actId="47"/>
          <pc:sldLayoutMkLst>
            <pc:docMk/>
            <pc:sldMasterMk cId="1017260726" sldId="2147483744"/>
            <pc:sldLayoutMk cId="1913171329" sldId="2147483746"/>
          </pc:sldLayoutMkLst>
        </pc:sldLayoutChg>
        <pc:sldLayoutChg chg="add del">
          <pc:chgData name="Sini Mathew" userId="3875fe58a975fc01" providerId="LiveId" clId="{01228244-6B25-4D01-85AC-4B8EA41E8750}" dt="2025-12-15T04:03:31.738" v="719" actId="47"/>
          <pc:sldLayoutMkLst>
            <pc:docMk/>
            <pc:sldMasterMk cId="1017260726" sldId="2147483744"/>
            <pc:sldLayoutMk cId="578611290" sldId="2147483747"/>
          </pc:sldLayoutMkLst>
        </pc:sldLayoutChg>
        <pc:sldLayoutChg chg="add del">
          <pc:chgData name="Sini Mathew" userId="3875fe58a975fc01" providerId="LiveId" clId="{01228244-6B25-4D01-85AC-4B8EA41E8750}" dt="2025-12-15T04:03:31.738" v="719" actId="47"/>
          <pc:sldLayoutMkLst>
            <pc:docMk/>
            <pc:sldMasterMk cId="1017260726" sldId="2147483744"/>
            <pc:sldLayoutMk cId="3627449261" sldId="2147483748"/>
          </pc:sldLayoutMkLst>
        </pc:sldLayoutChg>
        <pc:sldLayoutChg chg="add del">
          <pc:chgData name="Sini Mathew" userId="3875fe58a975fc01" providerId="LiveId" clId="{01228244-6B25-4D01-85AC-4B8EA41E8750}" dt="2025-12-15T04:03:31.738" v="719" actId="47"/>
          <pc:sldLayoutMkLst>
            <pc:docMk/>
            <pc:sldMasterMk cId="1017260726" sldId="2147483744"/>
            <pc:sldLayoutMk cId="2195641346" sldId="2147483749"/>
          </pc:sldLayoutMkLst>
        </pc:sldLayoutChg>
        <pc:sldLayoutChg chg="add del">
          <pc:chgData name="Sini Mathew" userId="3875fe58a975fc01" providerId="LiveId" clId="{01228244-6B25-4D01-85AC-4B8EA41E8750}" dt="2025-12-15T04:03:31.738" v="719" actId="47"/>
          <pc:sldLayoutMkLst>
            <pc:docMk/>
            <pc:sldMasterMk cId="1017260726" sldId="2147483744"/>
            <pc:sldLayoutMk cId="4148560587" sldId="2147483750"/>
          </pc:sldLayoutMkLst>
        </pc:sldLayoutChg>
        <pc:sldLayoutChg chg="add del">
          <pc:chgData name="Sini Mathew" userId="3875fe58a975fc01" providerId="LiveId" clId="{01228244-6B25-4D01-85AC-4B8EA41E8750}" dt="2025-12-15T04:03:31.738" v="719" actId="47"/>
          <pc:sldLayoutMkLst>
            <pc:docMk/>
            <pc:sldMasterMk cId="1017260726" sldId="2147483744"/>
            <pc:sldLayoutMk cId="1704198419" sldId="2147483751"/>
          </pc:sldLayoutMkLst>
        </pc:sldLayoutChg>
        <pc:sldLayoutChg chg="add del">
          <pc:chgData name="Sini Mathew" userId="3875fe58a975fc01" providerId="LiveId" clId="{01228244-6B25-4D01-85AC-4B8EA41E8750}" dt="2025-12-15T04:03:31.738" v="719" actId="47"/>
          <pc:sldLayoutMkLst>
            <pc:docMk/>
            <pc:sldMasterMk cId="1017260726" sldId="2147483744"/>
            <pc:sldLayoutMk cId="3274058854" sldId="2147483752"/>
          </pc:sldLayoutMkLst>
        </pc:sldLayoutChg>
        <pc:sldLayoutChg chg="add del">
          <pc:chgData name="Sini Mathew" userId="3875fe58a975fc01" providerId="LiveId" clId="{01228244-6B25-4D01-85AC-4B8EA41E8750}" dt="2025-12-15T04:03:31.738" v="719" actId="47"/>
          <pc:sldLayoutMkLst>
            <pc:docMk/>
            <pc:sldMasterMk cId="1017260726" sldId="2147483744"/>
            <pc:sldLayoutMk cId="2264874642" sldId="2147483753"/>
          </pc:sldLayoutMkLst>
        </pc:sldLayoutChg>
        <pc:sldLayoutChg chg="add del">
          <pc:chgData name="Sini Mathew" userId="3875fe58a975fc01" providerId="LiveId" clId="{01228244-6B25-4D01-85AC-4B8EA41E8750}" dt="2025-12-15T04:03:31.738" v="719" actId="47"/>
          <pc:sldLayoutMkLst>
            <pc:docMk/>
            <pc:sldMasterMk cId="1017260726" sldId="2147483744"/>
            <pc:sldLayoutMk cId="616332912" sldId="2147483754"/>
          </pc:sldLayoutMkLst>
        </pc:sldLayoutChg>
        <pc:sldLayoutChg chg="add del">
          <pc:chgData name="Sini Mathew" userId="3875fe58a975fc01" providerId="LiveId" clId="{01228244-6B25-4D01-85AC-4B8EA41E8750}" dt="2025-12-15T04:03:31.738" v="719" actId="47"/>
          <pc:sldLayoutMkLst>
            <pc:docMk/>
            <pc:sldMasterMk cId="1017260726" sldId="2147483744"/>
            <pc:sldLayoutMk cId="1641177749" sldId="2147483755"/>
          </pc:sldLayoutMkLst>
        </pc:sldLayoutChg>
        <pc:sldLayoutChg chg="add del">
          <pc:chgData name="Sini Mathew" userId="3875fe58a975fc01" providerId="LiveId" clId="{01228244-6B25-4D01-85AC-4B8EA41E8750}" dt="2025-12-15T04:03:31.738" v="719" actId="47"/>
          <pc:sldLayoutMkLst>
            <pc:docMk/>
            <pc:sldMasterMk cId="1017260726" sldId="2147483744"/>
            <pc:sldLayoutMk cId="2560264736" sldId="2147483756"/>
          </pc:sldLayoutMkLst>
        </pc:sldLayoutChg>
      </pc:sldMasterChg>
      <pc:sldMasterChg chg="add del addSldLayout delSldLayout">
        <pc:chgData name="Sini Mathew" userId="3875fe58a975fc01" providerId="LiveId" clId="{01228244-6B25-4D01-85AC-4B8EA41E8750}" dt="2025-12-15T04:03:29.763" v="717" actId="47"/>
        <pc:sldMasterMkLst>
          <pc:docMk/>
          <pc:sldMasterMk cId="2840347933" sldId="2147483757"/>
        </pc:sldMasterMkLst>
        <pc:sldLayoutChg chg="add del">
          <pc:chgData name="Sini Mathew" userId="3875fe58a975fc01" providerId="LiveId" clId="{01228244-6B25-4D01-85AC-4B8EA41E8750}" dt="2025-12-15T04:03:29.763" v="717" actId="47"/>
          <pc:sldLayoutMkLst>
            <pc:docMk/>
            <pc:sldMasterMk cId="2840347933" sldId="2147483757"/>
            <pc:sldLayoutMk cId="1584829499" sldId="2147483758"/>
          </pc:sldLayoutMkLst>
        </pc:sldLayoutChg>
        <pc:sldLayoutChg chg="add del">
          <pc:chgData name="Sini Mathew" userId="3875fe58a975fc01" providerId="LiveId" clId="{01228244-6B25-4D01-85AC-4B8EA41E8750}" dt="2025-12-15T04:03:29.763" v="717" actId="47"/>
          <pc:sldLayoutMkLst>
            <pc:docMk/>
            <pc:sldMasterMk cId="2840347933" sldId="2147483757"/>
            <pc:sldLayoutMk cId="1055974055" sldId="2147483759"/>
          </pc:sldLayoutMkLst>
        </pc:sldLayoutChg>
        <pc:sldLayoutChg chg="add del">
          <pc:chgData name="Sini Mathew" userId="3875fe58a975fc01" providerId="LiveId" clId="{01228244-6B25-4D01-85AC-4B8EA41E8750}" dt="2025-12-15T04:03:29.763" v="717" actId="47"/>
          <pc:sldLayoutMkLst>
            <pc:docMk/>
            <pc:sldMasterMk cId="2840347933" sldId="2147483757"/>
            <pc:sldLayoutMk cId="3400835127" sldId="2147483760"/>
          </pc:sldLayoutMkLst>
        </pc:sldLayoutChg>
        <pc:sldLayoutChg chg="add del">
          <pc:chgData name="Sini Mathew" userId="3875fe58a975fc01" providerId="LiveId" clId="{01228244-6B25-4D01-85AC-4B8EA41E8750}" dt="2025-12-15T04:03:29.763" v="717" actId="47"/>
          <pc:sldLayoutMkLst>
            <pc:docMk/>
            <pc:sldMasterMk cId="2840347933" sldId="2147483757"/>
            <pc:sldLayoutMk cId="439597465" sldId="2147483761"/>
          </pc:sldLayoutMkLst>
        </pc:sldLayoutChg>
        <pc:sldLayoutChg chg="add del">
          <pc:chgData name="Sini Mathew" userId="3875fe58a975fc01" providerId="LiveId" clId="{01228244-6B25-4D01-85AC-4B8EA41E8750}" dt="2025-12-15T04:03:29.763" v="717" actId="47"/>
          <pc:sldLayoutMkLst>
            <pc:docMk/>
            <pc:sldMasterMk cId="2840347933" sldId="2147483757"/>
            <pc:sldLayoutMk cId="3939502324" sldId="2147483762"/>
          </pc:sldLayoutMkLst>
        </pc:sldLayoutChg>
        <pc:sldLayoutChg chg="add del">
          <pc:chgData name="Sini Mathew" userId="3875fe58a975fc01" providerId="LiveId" clId="{01228244-6B25-4D01-85AC-4B8EA41E8750}" dt="2025-12-15T04:03:29.763" v="717" actId="47"/>
          <pc:sldLayoutMkLst>
            <pc:docMk/>
            <pc:sldMasterMk cId="2840347933" sldId="2147483757"/>
            <pc:sldLayoutMk cId="2964222497" sldId="2147483763"/>
          </pc:sldLayoutMkLst>
        </pc:sldLayoutChg>
        <pc:sldLayoutChg chg="add del">
          <pc:chgData name="Sini Mathew" userId="3875fe58a975fc01" providerId="LiveId" clId="{01228244-6B25-4D01-85AC-4B8EA41E8750}" dt="2025-12-15T04:03:29.763" v="717" actId="47"/>
          <pc:sldLayoutMkLst>
            <pc:docMk/>
            <pc:sldMasterMk cId="2840347933" sldId="2147483757"/>
            <pc:sldLayoutMk cId="585523756" sldId="2147483764"/>
          </pc:sldLayoutMkLst>
        </pc:sldLayoutChg>
        <pc:sldLayoutChg chg="add del">
          <pc:chgData name="Sini Mathew" userId="3875fe58a975fc01" providerId="LiveId" clId="{01228244-6B25-4D01-85AC-4B8EA41E8750}" dt="2025-12-15T04:03:29.763" v="717" actId="47"/>
          <pc:sldLayoutMkLst>
            <pc:docMk/>
            <pc:sldMasterMk cId="2840347933" sldId="2147483757"/>
            <pc:sldLayoutMk cId="596449170" sldId="2147483765"/>
          </pc:sldLayoutMkLst>
        </pc:sldLayoutChg>
        <pc:sldLayoutChg chg="add del">
          <pc:chgData name="Sini Mathew" userId="3875fe58a975fc01" providerId="LiveId" clId="{01228244-6B25-4D01-85AC-4B8EA41E8750}" dt="2025-12-15T04:03:29.763" v="717" actId="47"/>
          <pc:sldLayoutMkLst>
            <pc:docMk/>
            <pc:sldMasterMk cId="2840347933" sldId="2147483757"/>
            <pc:sldLayoutMk cId="4124594271" sldId="2147483766"/>
          </pc:sldLayoutMkLst>
        </pc:sldLayoutChg>
        <pc:sldLayoutChg chg="add del">
          <pc:chgData name="Sini Mathew" userId="3875fe58a975fc01" providerId="LiveId" clId="{01228244-6B25-4D01-85AC-4B8EA41E8750}" dt="2025-12-15T04:03:29.763" v="717" actId="47"/>
          <pc:sldLayoutMkLst>
            <pc:docMk/>
            <pc:sldMasterMk cId="2840347933" sldId="2147483757"/>
            <pc:sldLayoutMk cId="1597716288" sldId="2147483767"/>
          </pc:sldLayoutMkLst>
        </pc:sldLayoutChg>
        <pc:sldLayoutChg chg="add del">
          <pc:chgData name="Sini Mathew" userId="3875fe58a975fc01" providerId="LiveId" clId="{01228244-6B25-4D01-85AC-4B8EA41E8750}" dt="2025-12-15T04:03:29.763" v="717" actId="47"/>
          <pc:sldLayoutMkLst>
            <pc:docMk/>
            <pc:sldMasterMk cId="2840347933" sldId="2147483757"/>
            <pc:sldLayoutMk cId="172126820" sldId="2147483768"/>
          </pc:sldLayoutMkLst>
        </pc:sldLayoutChg>
        <pc:sldLayoutChg chg="add del">
          <pc:chgData name="Sini Mathew" userId="3875fe58a975fc01" providerId="LiveId" clId="{01228244-6B25-4D01-85AC-4B8EA41E8750}" dt="2025-12-15T04:03:29.763" v="717" actId="47"/>
          <pc:sldLayoutMkLst>
            <pc:docMk/>
            <pc:sldMasterMk cId="2840347933" sldId="2147483757"/>
            <pc:sldLayoutMk cId="2739943457" sldId="2147483769"/>
          </pc:sldLayoutMkLst>
        </pc:sldLayoutChg>
      </pc:sldMasterChg>
      <pc:sldMasterChg chg="add del addSldLayout delSldLayout">
        <pc:chgData name="Sini Mathew" userId="3875fe58a975fc01" providerId="LiveId" clId="{01228244-6B25-4D01-85AC-4B8EA41E8750}" dt="2025-12-15T04:03:26.648" v="713" actId="47"/>
        <pc:sldMasterMkLst>
          <pc:docMk/>
          <pc:sldMasterMk cId="665680664" sldId="2147483770"/>
        </pc:sldMasterMkLst>
        <pc:sldLayoutChg chg="add del">
          <pc:chgData name="Sini Mathew" userId="3875fe58a975fc01" providerId="LiveId" clId="{01228244-6B25-4D01-85AC-4B8EA41E8750}" dt="2025-12-15T04:03:26.648" v="713" actId="47"/>
          <pc:sldLayoutMkLst>
            <pc:docMk/>
            <pc:sldMasterMk cId="665680664" sldId="2147483770"/>
            <pc:sldLayoutMk cId="4040879972" sldId="2147483771"/>
          </pc:sldLayoutMkLst>
        </pc:sldLayoutChg>
        <pc:sldLayoutChg chg="add del">
          <pc:chgData name="Sini Mathew" userId="3875fe58a975fc01" providerId="LiveId" clId="{01228244-6B25-4D01-85AC-4B8EA41E8750}" dt="2025-12-15T04:03:26.648" v="713" actId="47"/>
          <pc:sldLayoutMkLst>
            <pc:docMk/>
            <pc:sldMasterMk cId="665680664" sldId="2147483770"/>
            <pc:sldLayoutMk cId="3455351438" sldId="2147483772"/>
          </pc:sldLayoutMkLst>
        </pc:sldLayoutChg>
        <pc:sldLayoutChg chg="add del">
          <pc:chgData name="Sini Mathew" userId="3875fe58a975fc01" providerId="LiveId" clId="{01228244-6B25-4D01-85AC-4B8EA41E8750}" dt="2025-12-15T04:03:26.648" v="713" actId="47"/>
          <pc:sldLayoutMkLst>
            <pc:docMk/>
            <pc:sldMasterMk cId="665680664" sldId="2147483770"/>
            <pc:sldLayoutMk cId="3462234172" sldId="2147483773"/>
          </pc:sldLayoutMkLst>
        </pc:sldLayoutChg>
        <pc:sldLayoutChg chg="add del">
          <pc:chgData name="Sini Mathew" userId="3875fe58a975fc01" providerId="LiveId" clId="{01228244-6B25-4D01-85AC-4B8EA41E8750}" dt="2025-12-15T04:03:26.648" v="713" actId="47"/>
          <pc:sldLayoutMkLst>
            <pc:docMk/>
            <pc:sldMasterMk cId="665680664" sldId="2147483770"/>
            <pc:sldLayoutMk cId="3564877333" sldId="2147483774"/>
          </pc:sldLayoutMkLst>
        </pc:sldLayoutChg>
        <pc:sldLayoutChg chg="add del">
          <pc:chgData name="Sini Mathew" userId="3875fe58a975fc01" providerId="LiveId" clId="{01228244-6B25-4D01-85AC-4B8EA41E8750}" dt="2025-12-15T04:03:26.648" v="713" actId="47"/>
          <pc:sldLayoutMkLst>
            <pc:docMk/>
            <pc:sldMasterMk cId="665680664" sldId="2147483770"/>
            <pc:sldLayoutMk cId="2089440293" sldId="2147483775"/>
          </pc:sldLayoutMkLst>
        </pc:sldLayoutChg>
        <pc:sldLayoutChg chg="add del">
          <pc:chgData name="Sini Mathew" userId="3875fe58a975fc01" providerId="LiveId" clId="{01228244-6B25-4D01-85AC-4B8EA41E8750}" dt="2025-12-15T04:03:26.648" v="713" actId="47"/>
          <pc:sldLayoutMkLst>
            <pc:docMk/>
            <pc:sldMasterMk cId="665680664" sldId="2147483770"/>
            <pc:sldLayoutMk cId="1755622933" sldId="2147483776"/>
          </pc:sldLayoutMkLst>
        </pc:sldLayoutChg>
        <pc:sldLayoutChg chg="add del">
          <pc:chgData name="Sini Mathew" userId="3875fe58a975fc01" providerId="LiveId" clId="{01228244-6B25-4D01-85AC-4B8EA41E8750}" dt="2025-12-15T04:03:26.648" v="713" actId="47"/>
          <pc:sldLayoutMkLst>
            <pc:docMk/>
            <pc:sldMasterMk cId="665680664" sldId="2147483770"/>
            <pc:sldLayoutMk cId="70397093" sldId="2147483777"/>
          </pc:sldLayoutMkLst>
        </pc:sldLayoutChg>
        <pc:sldLayoutChg chg="add del">
          <pc:chgData name="Sini Mathew" userId="3875fe58a975fc01" providerId="LiveId" clId="{01228244-6B25-4D01-85AC-4B8EA41E8750}" dt="2025-12-15T04:03:26.648" v="713" actId="47"/>
          <pc:sldLayoutMkLst>
            <pc:docMk/>
            <pc:sldMasterMk cId="665680664" sldId="2147483770"/>
            <pc:sldLayoutMk cId="1037940865" sldId="2147483778"/>
          </pc:sldLayoutMkLst>
        </pc:sldLayoutChg>
        <pc:sldLayoutChg chg="add del">
          <pc:chgData name="Sini Mathew" userId="3875fe58a975fc01" providerId="LiveId" clId="{01228244-6B25-4D01-85AC-4B8EA41E8750}" dt="2025-12-15T04:03:26.648" v="713" actId="47"/>
          <pc:sldLayoutMkLst>
            <pc:docMk/>
            <pc:sldMasterMk cId="665680664" sldId="2147483770"/>
            <pc:sldLayoutMk cId="1724192399" sldId="2147483779"/>
          </pc:sldLayoutMkLst>
        </pc:sldLayoutChg>
        <pc:sldLayoutChg chg="add del">
          <pc:chgData name="Sini Mathew" userId="3875fe58a975fc01" providerId="LiveId" clId="{01228244-6B25-4D01-85AC-4B8EA41E8750}" dt="2025-12-15T04:03:26.648" v="713" actId="47"/>
          <pc:sldLayoutMkLst>
            <pc:docMk/>
            <pc:sldMasterMk cId="665680664" sldId="2147483770"/>
            <pc:sldLayoutMk cId="3884033764" sldId="2147483780"/>
          </pc:sldLayoutMkLst>
        </pc:sldLayoutChg>
        <pc:sldLayoutChg chg="add del">
          <pc:chgData name="Sini Mathew" userId="3875fe58a975fc01" providerId="LiveId" clId="{01228244-6B25-4D01-85AC-4B8EA41E8750}" dt="2025-12-15T04:03:26.648" v="713" actId="47"/>
          <pc:sldLayoutMkLst>
            <pc:docMk/>
            <pc:sldMasterMk cId="665680664" sldId="2147483770"/>
            <pc:sldLayoutMk cId="2744796204" sldId="2147483781"/>
          </pc:sldLayoutMkLst>
        </pc:sldLayoutChg>
        <pc:sldLayoutChg chg="add del">
          <pc:chgData name="Sini Mathew" userId="3875fe58a975fc01" providerId="LiveId" clId="{01228244-6B25-4D01-85AC-4B8EA41E8750}" dt="2025-12-15T04:03:26.648" v="713" actId="47"/>
          <pc:sldLayoutMkLst>
            <pc:docMk/>
            <pc:sldMasterMk cId="665680664" sldId="2147483770"/>
            <pc:sldLayoutMk cId="4022211806" sldId="2147483782"/>
          </pc:sldLayoutMkLst>
        </pc:sldLayoutChg>
      </pc:sldMasterChg>
    </pc:docChg>
  </pc:docChgLst>
  <pc:docChgLst>
    <pc:chgData name="Anusha George" userId="16e042edc073b892" providerId="LiveId" clId="{0315540A-D044-4F2B-87D6-3CE57C244716}"/>
    <pc:docChg chg="undo custSel modSld">
      <pc:chgData name="Anusha George" userId="16e042edc073b892" providerId="LiveId" clId="{0315540A-D044-4F2B-87D6-3CE57C244716}" dt="2025-12-16T21:50:19.078" v="258" actId="20577"/>
      <pc:docMkLst>
        <pc:docMk/>
      </pc:docMkLst>
      <pc:sldChg chg="modSp mod">
        <pc:chgData name="Anusha George" userId="16e042edc073b892" providerId="LiveId" clId="{0315540A-D044-4F2B-87D6-3CE57C244716}" dt="2025-12-16T21:50:19.078" v="258" actId="20577"/>
        <pc:sldMkLst>
          <pc:docMk/>
          <pc:sldMk cId="3820782253" sldId="2065"/>
        </pc:sldMkLst>
        <pc:spChg chg="mod">
          <ac:chgData name="Anusha George" userId="16e042edc073b892" providerId="LiveId" clId="{0315540A-D044-4F2B-87D6-3CE57C244716}" dt="2025-12-16T21:50:19.078" v="258" actId="20577"/>
          <ac:spMkLst>
            <pc:docMk/>
            <pc:sldMk cId="3820782253" sldId="2065"/>
            <ac:spMk id="6" creationId="{BAAF9CCB-9083-151B-CBD3-59A44843CCF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61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6-F4EA-8C30-952C-F7B6BF0F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95A81-AB66-BF58-3EB7-EA34DC8EE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3754C-BF09-1763-2515-13BAD79FD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A3106-BC29-5E7A-A319-F5AE06F44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443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8AA85-2549-CEF7-12D6-565629B6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53795-2528-A9F0-DB11-9E113CCC3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E28D5-758E-DDC6-295E-8DC00A479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B2ED5-26E7-6DCF-0F64-000D3CE81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3633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B072-6F75-34A3-405C-2F44D946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B341F-F9B4-25B2-AEBF-06258F6FD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87A6D-B830-C531-9B10-E30DE1E3D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7DB07-0AF7-494F-4455-1C6FA1431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429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924CA-D39A-558E-5EFA-07FAB4933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D3D16-37C3-9050-133A-BCDFF2450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6F468-16A8-D9C8-3F00-05B995D54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36494-597E-B11D-8C16-EB9FA7996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248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07AEE-4A90-20BC-84D0-01C9E6CA7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2363A-C64A-F961-1F3C-E5D757E93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61D95-48B3-057D-9EE3-07626159F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DD9CC-B755-0319-AF5A-6E25571EA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46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EE3A-0A8B-9CC7-FEE9-A7CA2AAC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20C32-0638-DB85-0B4F-B00B0ED2F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D165E-298C-A1C5-D58C-3E09255E5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1A635-266C-6CFF-3AAB-94D04E552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279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94796-D28E-16AC-DC69-3BCA9CF96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27288-7AAF-E0AE-B808-37658032B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341AE-45F6-9948-11B0-262165549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DEB11-A1E9-3FEE-8C92-9A8FB9DEE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661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0687-8B91-39C8-B1E8-509F14DE0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71F16-A54D-580D-C0F5-C707ABDEE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0F8AC-AF35-9C7B-387F-94B0C5C04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47A28-C62B-EEB6-A3D4-C7FEA90A2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570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32F2-30E6-691C-6B3B-4EBAA1364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98FBE-8ED1-6445-B0DC-70C87157A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2B05E-D1F2-1DEC-94D9-FCD4E75A4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85550-A2C5-48CB-1DE5-91D95B06B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310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7D760-B0B7-C139-31CC-3F4486AE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6FF1C-24BB-765D-A250-7A83C933B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589C6-722B-167B-BB18-3B902E420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5C7E3-9D83-12CC-6C55-2CF8A3BFA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533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9FBA1-2C93-1CE7-98FA-675FBAC56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36684-6D88-8334-9C82-AC01E55F2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0EDBF-82D0-DC0F-489A-074554966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C0E6D-9C6F-6775-8407-30F0DE539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298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EBA7E-0C06-96B3-2C69-8078B4A7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53774-6FB9-A6FF-AADE-7A3D3A80C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77EF4-DB53-FAC9-672C-A52CF80D4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87DE3-DA17-AB10-FE91-2B745E8E9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7346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FF433-B9E2-F737-419F-946B3BA9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45F3E-F95B-8128-7D72-7D8F20FE2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B4F7E-E9A9-FBBE-4DDE-FA4AE1CEE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0AFD2-C942-9E6D-6D5D-9595FFC6B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197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19528-5DAD-B70D-843C-2A55CF6AF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686E5-A085-5989-FF2C-296F67C0D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87BBA-F3EE-AF6A-B51A-B6D61AFDB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EED38-50F6-1AB3-F2BB-FE4730264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068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72CF-5ED5-91DF-052A-18B8E0018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55EFA-8013-AEAB-2065-3553448C5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F128F-3A3C-5F11-90B5-3E28F3DAC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1892D-D08D-8549-836B-B21AE37D4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6946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9A262-D69B-B45B-077C-019F858A6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03E9A-062B-DFFF-984C-5D071A812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51E73-A9EB-4D96-6303-C7309A7D6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B0845-D04F-889F-49E1-AEEB05510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1514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0B599-9B10-4C14-AB4C-6D73554EE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FC0A4-0B8C-6D01-787B-A59408FF6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9A154-057C-F295-F93B-265E4DB67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D8C10-6ADF-33A4-EECD-385E4BD9D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6420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88F67-269D-EB3E-8F5A-AC544298D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4D905-59D7-13AE-165F-913C2FEF4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ABB61-D70E-98F5-CE8D-4F102B836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5B5E0-53AC-EC9A-4C4D-C8A87FE7D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7618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D415-A5A3-3814-7216-8FE401DAD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7A4E8-2CBC-DF04-54BC-DFFA98229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754B9-C136-5EF6-26C2-BD304F57F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44A3D-254E-E19D-C323-04CAF2D03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331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12 October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Nov 23, 2025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dirty="0">
                <a:solidFill>
                  <a:srgbClr val="FFFFFF"/>
                </a:solidFill>
                <a:latin typeface="Tenorite"/>
                <a:cs typeface="Segoe UI"/>
              </a:rPr>
              <a:t>Come Thou Long expected Jesus</a:t>
            </a:r>
            <a:endParaRPr lang="en-US" dirty="0">
              <a:gradFill>
                <a:gsLst>
                  <a:gs pos="7000">
                    <a:srgbClr val="001A52"/>
                  </a:gs>
                  <a:gs pos="21000">
                    <a:srgbClr val="008FD3"/>
                  </a:gs>
                  <a:gs pos="40000">
                    <a:srgbClr val="9BBDC9"/>
                  </a:gs>
                  <a:gs pos="55000">
                    <a:prstClr val="white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 Come, Thou long expected Jesus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2</a:t>
            </a:r>
            <a:endParaRPr lang="en-SG" sz="140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A6A71-2919-6F92-C2BF-2A5CEE44FF51}"/>
              </a:ext>
            </a:extLst>
          </p:cNvPr>
          <p:cNvSpPr txBox="1"/>
          <p:nvPr/>
        </p:nvSpPr>
        <p:spPr>
          <a:xfrm>
            <a:off x="0" y="1094484"/>
            <a:ext cx="914206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/>
              <a:t>Come, thou long expected Jesus,</a:t>
            </a:r>
          </a:p>
          <a:p>
            <a:pPr algn="ctr"/>
            <a:r>
              <a:rPr lang="en-SG" sz="2800" dirty="0"/>
              <a:t>born to set thy people free;</a:t>
            </a:r>
          </a:p>
          <a:p>
            <a:pPr algn="ctr"/>
            <a:r>
              <a:rPr lang="en-SG" sz="2800" dirty="0"/>
              <a:t>from our fears and sins release us,</a:t>
            </a:r>
          </a:p>
          <a:p>
            <a:pPr algn="ctr"/>
            <a:r>
              <a:rPr lang="en-SG" sz="2800" dirty="0"/>
              <a:t>let us find our rest in thee.</a:t>
            </a:r>
          </a:p>
          <a:p>
            <a:pPr algn="ctr"/>
            <a:r>
              <a:rPr lang="en-SG" sz="2800" dirty="0"/>
              <a:t>Israel’s strength and consolation,</a:t>
            </a:r>
          </a:p>
          <a:p>
            <a:pPr algn="ctr"/>
            <a:r>
              <a:rPr lang="en-SG" sz="2800" dirty="0"/>
              <a:t>hope of all the earth thou art;</a:t>
            </a:r>
          </a:p>
          <a:p>
            <a:pPr algn="ctr"/>
            <a:r>
              <a:rPr lang="en-SG" sz="2800" dirty="0"/>
              <a:t>dear desire of every nation,</a:t>
            </a:r>
          </a:p>
          <a:p>
            <a:pPr algn="ctr"/>
            <a:r>
              <a:rPr lang="en-SG" sz="2800" dirty="0"/>
              <a:t>joy of every longing heart.</a:t>
            </a:r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FB994-016B-B007-74D3-F8901C12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3BCE-F9B4-B64B-18D6-479E9A440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 Come, Thou long expected Jesus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6CC1888-73A5-4308-CE99-D8744CA27C1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5C53F-8295-3332-9B28-5AA75D9B9A6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 of 2</a:t>
            </a:r>
            <a:endParaRPr lang="en-SG" sz="140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1C004-23D5-161A-D900-674A1DB1D333}"/>
              </a:ext>
            </a:extLst>
          </p:cNvPr>
          <p:cNvSpPr txBox="1"/>
          <p:nvPr/>
        </p:nvSpPr>
        <p:spPr>
          <a:xfrm>
            <a:off x="0" y="1094484"/>
            <a:ext cx="9142063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SG" sz="2800" dirty="0"/>
              <a:t>Born thy people to deliver,</a:t>
            </a:r>
          </a:p>
          <a:p>
            <a:pPr algn="ctr"/>
            <a:r>
              <a:rPr lang="en-SG" sz="2800" dirty="0"/>
              <a:t>born a child and yet a King,</a:t>
            </a:r>
          </a:p>
          <a:p>
            <a:pPr algn="ctr"/>
            <a:r>
              <a:rPr lang="en-SG" sz="2800" dirty="0"/>
              <a:t>born to reign in us forever,</a:t>
            </a:r>
          </a:p>
          <a:p>
            <a:pPr algn="ctr"/>
            <a:r>
              <a:rPr lang="en-SG" sz="2800" dirty="0"/>
              <a:t>now thy gracious kingdom bring.</a:t>
            </a:r>
          </a:p>
          <a:p>
            <a:pPr algn="ctr"/>
            <a:r>
              <a:rPr lang="en-SG" sz="2800" dirty="0"/>
              <a:t>By thine own eternal spirit</a:t>
            </a:r>
          </a:p>
          <a:p>
            <a:pPr algn="ctr"/>
            <a:r>
              <a:rPr lang="en-SG" sz="2800" dirty="0"/>
              <a:t>rule in all our hearts alone;</a:t>
            </a:r>
          </a:p>
          <a:p>
            <a:pPr algn="ctr"/>
            <a:r>
              <a:rPr lang="en-SG" sz="2800" dirty="0"/>
              <a:t>by thine all sufficient merit,</a:t>
            </a:r>
          </a:p>
          <a:p>
            <a:pPr algn="ctr"/>
            <a:r>
              <a:rPr lang="en-SG" sz="2800" dirty="0"/>
              <a:t>raise us to thy glorious throne.</a:t>
            </a:r>
          </a:p>
        </p:txBody>
      </p:sp>
    </p:spTree>
    <p:extLst>
      <p:ext uri="{BB962C8B-B14F-4D97-AF65-F5344CB8AC3E}">
        <p14:creationId xmlns:p14="http://schemas.microsoft.com/office/powerpoint/2010/main" val="1300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7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3600" b="0" dirty="0">
                <a:solidFill>
                  <a:srgbClr val="FFFFFF"/>
                </a:solidFill>
                <a:latin typeface="Tenorite"/>
                <a:cs typeface="Segoe UI"/>
              </a:rPr>
              <a:t>Hymn No 306</a:t>
            </a:r>
            <a:endParaRPr lang="en-SG" dirty="0">
              <a:gradFill>
                <a:gsLst>
                  <a:gs pos="7000">
                    <a:srgbClr val="001A52"/>
                  </a:gs>
                  <a:gs pos="21000">
                    <a:srgbClr val="008FD3"/>
                  </a:gs>
                  <a:gs pos="40000">
                    <a:srgbClr val="9BBDC9"/>
                  </a:gs>
                  <a:gs pos="55000">
                    <a:prstClr val="white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 dirty="0">
                <a:latin typeface="Segoe UI"/>
                <a:cs typeface="Segoe UI"/>
              </a:rPr>
              <a:t>Thanksgiving – </a:t>
            </a:r>
            <a:r>
              <a:rPr lang="en-SG" sz="2800" dirty="0">
                <a:solidFill>
                  <a:srgbClr val="FFFFFF"/>
                </a:solidFill>
                <a:latin typeface="Segoe UI"/>
                <a:cs typeface="Segoe UI"/>
              </a:rPr>
              <a:t>Hymn No 306</a:t>
            </a:r>
            <a:endParaRPr lang="en-SG" sz="2800" dirty="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-405161" y="713845"/>
            <a:ext cx="9549161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cs typeface="Segoe UI"/>
              </a:rPr>
              <a:t>There shall be showers of blessing:</a:t>
            </a:r>
          </a:p>
          <a:p>
            <a:pPr lvl="1"/>
            <a:r>
              <a:rPr lang="en-SG" sz="2800" dirty="0">
                <a:cs typeface="Segoe UI"/>
              </a:rPr>
              <a:t>This is the promise of love;</a:t>
            </a:r>
          </a:p>
          <a:p>
            <a:pPr lvl="1"/>
            <a:r>
              <a:rPr lang="en-SG" sz="2800" dirty="0">
                <a:cs typeface="Segoe UI"/>
              </a:rPr>
              <a:t>There shall be seasons refreshing,</a:t>
            </a:r>
          </a:p>
          <a:p>
            <a:pPr lvl="1"/>
            <a:r>
              <a:rPr lang="en-SG" sz="2800" dirty="0">
                <a:cs typeface="Segoe UI"/>
              </a:rPr>
              <a:t>Sent from the Savior above.</a:t>
            </a:r>
          </a:p>
          <a:p>
            <a:pPr lvl="1"/>
            <a:endParaRPr lang="en-SG" sz="2800" dirty="0">
              <a:cs typeface="Segoe UI"/>
            </a:endParaRPr>
          </a:p>
          <a:p>
            <a:pPr lvl="1"/>
            <a:r>
              <a:rPr lang="en-SG" sz="2800" i="1" dirty="0">
                <a:solidFill>
                  <a:srgbClr val="C00000"/>
                </a:solidFill>
                <a:cs typeface="Segoe UI"/>
              </a:rPr>
              <a:t>Showers of blessing, Showers of blessing we need:</a:t>
            </a:r>
          </a:p>
          <a:p>
            <a:pPr lvl="1"/>
            <a:r>
              <a:rPr lang="en-SG" sz="2800" i="1" dirty="0">
                <a:solidFill>
                  <a:srgbClr val="C00000"/>
                </a:solidFill>
                <a:cs typeface="Segoe UI"/>
              </a:rPr>
              <a:t>Mercy-drops round us are falling, But for the showers we plead.</a:t>
            </a: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6CA3-73E0-375F-0D7F-C70BEB77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1353E76-4E00-A87E-0E3C-673848A4DF96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E1BC1-7D83-5120-9C07-D5EA74BE90F4}"/>
              </a:ext>
            </a:extLst>
          </p:cNvPr>
          <p:cNvSpPr txBox="1">
            <a:spLocks/>
          </p:cNvSpPr>
          <p:nvPr/>
        </p:nvSpPr>
        <p:spPr>
          <a:xfrm>
            <a:off x="1127800" y="1510642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</a:p>
          <a:p>
            <a:r>
              <a:rPr lang="en-SG" sz="3600" dirty="0">
                <a:solidFill>
                  <a:schemeClr val="bg1"/>
                </a:solidFill>
                <a:latin typeface="Tenorite"/>
              </a:rPr>
              <a:t>The First Noel</a:t>
            </a:r>
          </a:p>
        </p:txBody>
      </p:sp>
    </p:spTree>
    <p:extLst>
      <p:ext uri="{BB962C8B-B14F-4D97-AF65-F5344CB8AC3E}">
        <p14:creationId xmlns:p14="http://schemas.microsoft.com/office/powerpoint/2010/main" val="285880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The First Noel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1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03889" y="729158"/>
            <a:ext cx="6125882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cs typeface="Segoe UI"/>
              </a:rPr>
              <a:t>The first Noel the angel did say</a:t>
            </a:r>
          </a:p>
          <a:p>
            <a:r>
              <a:rPr lang="en-SG" sz="2800" dirty="0">
                <a:cs typeface="Segoe UI"/>
              </a:rPr>
              <a:t>was to certain poor shepherds in fields as they lay,</a:t>
            </a:r>
          </a:p>
          <a:p>
            <a:r>
              <a:rPr lang="en-SG" sz="2800" dirty="0">
                <a:cs typeface="Segoe UI"/>
              </a:rPr>
              <a:t>in fields where they lay keeping their sheep,</a:t>
            </a:r>
          </a:p>
          <a:p>
            <a:r>
              <a:rPr lang="en-SG" sz="2800" dirty="0">
                <a:cs typeface="Segoe UI"/>
              </a:rPr>
              <a:t>on a cold winter’s night that was so deep.</a:t>
            </a:r>
          </a:p>
          <a:p>
            <a:endParaRPr lang="en-SG" sz="2800" i="1" dirty="0">
              <a:solidFill>
                <a:srgbClr val="C00000"/>
              </a:solidFill>
              <a:cs typeface="Segoe UI"/>
            </a:endParaRPr>
          </a:p>
          <a:p>
            <a:r>
              <a:rPr lang="en-SG" sz="2800" i="1" dirty="0">
                <a:solidFill>
                  <a:srgbClr val="C00000"/>
                </a:solidFill>
                <a:cs typeface="Segoe UI"/>
              </a:rPr>
              <a:t>Noel, Noel, Noel, Noel,</a:t>
            </a:r>
          </a:p>
          <a:p>
            <a:r>
              <a:rPr lang="en-SG" sz="2800" i="1" dirty="0">
                <a:solidFill>
                  <a:srgbClr val="C00000"/>
                </a:solidFill>
                <a:cs typeface="Segoe UI"/>
              </a:rPr>
              <a:t>born is the King of Israel.</a:t>
            </a:r>
            <a:endParaRPr lang="en-US" sz="2800" i="1" dirty="0">
              <a:solidFill>
                <a:srgbClr val="C00000"/>
              </a:solidFill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BB2F6-08DC-68EC-B062-B2DBB583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C01E-9B15-8223-102D-283D785F3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The First Noel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5F4699-70B0-8A62-01FA-4800B536E31B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18913-082E-0840-76F5-23EDBE0697F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2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F357E1-E685-8E96-9683-220B0C86F8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39127C-BF73-DF6B-DF24-74D3DC1C89E5}"/>
              </a:ext>
            </a:extLst>
          </p:cNvPr>
          <p:cNvSpPr txBox="1"/>
          <p:nvPr/>
        </p:nvSpPr>
        <p:spPr>
          <a:xfrm>
            <a:off x="0" y="672484"/>
            <a:ext cx="641957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cs typeface="Segoe UI"/>
              </a:rPr>
              <a:t>They looked up and saw a star</a:t>
            </a:r>
          </a:p>
          <a:p>
            <a:r>
              <a:rPr lang="en-SG" sz="2800" dirty="0">
                <a:cs typeface="Segoe UI"/>
              </a:rPr>
              <a:t>shining in the east beyond them far;</a:t>
            </a:r>
          </a:p>
          <a:p>
            <a:r>
              <a:rPr lang="en-SG" sz="2800" dirty="0">
                <a:cs typeface="Segoe UI"/>
              </a:rPr>
              <a:t>and to the earth it gave great light,</a:t>
            </a:r>
          </a:p>
          <a:p>
            <a:r>
              <a:rPr lang="en-SG" sz="2800" dirty="0">
                <a:cs typeface="Segoe UI"/>
              </a:rPr>
              <a:t>and so it continued both day and night.</a:t>
            </a:r>
          </a:p>
          <a:p>
            <a:endParaRPr lang="en-SG" sz="2800" i="1" dirty="0">
              <a:solidFill>
                <a:srgbClr val="C00000"/>
              </a:solidFill>
              <a:cs typeface="Segoe UI"/>
            </a:endParaRPr>
          </a:p>
          <a:p>
            <a:endParaRPr lang="en-SG" sz="2800" i="1" dirty="0">
              <a:solidFill>
                <a:srgbClr val="C00000"/>
              </a:solidFill>
              <a:cs typeface="Segoe UI"/>
            </a:endParaRPr>
          </a:p>
          <a:p>
            <a:r>
              <a:rPr lang="en-SG" sz="2800" i="1" dirty="0">
                <a:solidFill>
                  <a:srgbClr val="C00000"/>
                </a:solidFill>
                <a:cs typeface="Segoe UI"/>
              </a:rPr>
              <a:t>Noel, Noel, Noel, Noel,</a:t>
            </a:r>
          </a:p>
          <a:p>
            <a:r>
              <a:rPr lang="en-SG" sz="2800" i="1" dirty="0">
                <a:solidFill>
                  <a:srgbClr val="C00000"/>
                </a:solidFill>
                <a:cs typeface="Segoe UI"/>
              </a:rPr>
              <a:t>born is the King of Israel.</a:t>
            </a:r>
            <a:endParaRPr lang="en-US" sz="2800" i="1" dirty="0">
              <a:solidFill>
                <a:srgbClr val="C00000"/>
              </a:solidFill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4D84196-B090-4259-6903-1C6C5857A6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033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32D58-2FF1-9C38-A0E7-7F0E745A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62F14-8E08-1037-B304-2AE92C2D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The First Noel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89DF5B-BD1F-6F13-3D74-91C3D89E319E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6A208-B85A-40D7-93D9-AA50060E5AC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3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DA29D-661F-4E92-63AC-36197CF8FF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06E44A-0AF4-B994-608E-DAC765F943D0}"/>
              </a:ext>
            </a:extLst>
          </p:cNvPr>
          <p:cNvSpPr txBox="1"/>
          <p:nvPr/>
        </p:nvSpPr>
        <p:spPr>
          <a:xfrm>
            <a:off x="103888" y="729158"/>
            <a:ext cx="6296911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cs typeface="Segoe UI"/>
              </a:rPr>
              <a:t>And by the light of that same star</a:t>
            </a:r>
          </a:p>
          <a:p>
            <a:r>
              <a:rPr lang="en-SG" sz="2800" dirty="0">
                <a:cs typeface="Segoe UI"/>
              </a:rPr>
              <a:t>three wise men came from country far;</a:t>
            </a:r>
          </a:p>
          <a:p>
            <a:r>
              <a:rPr lang="en-SG" sz="2800" dirty="0">
                <a:cs typeface="Segoe UI"/>
              </a:rPr>
              <a:t>to seek for a king was their intent,</a:t>
            </a:r>
          </a:p>
          <a:p>
            <a:r>
              <a:rPr lang="en-SG" sz="2800" dirty="0">
                <a:cs typeface="Segoe UI"/>
              </a:rPr>
              <a:t>and to follow the star wherever it went.</a:t>
            </a:r>
          </a:p>
          <a:p>
            <a:endParaRPr lang="en-SG" sz="2800" i="1" dirty="0">
              <a:solidFill>
                <a:srgbClr val="C00000"/>
              </a:solidFill>
              <a:cs typeface="Segoe UI"/>
            </a:endParaRPr>
          </a:p>
          <a:p>
            <a:endParaRPr lang="en-SG" sz="2800" i="1" dirty="0">
              <a:solidFill>
                <a:srgbClr val="C00000"/>
              </a:solidFill>
              <a:cs typeface="Segoe UI"/>
            </a:endParaRPr>
          </a:p>
          <a:p>
            <a:r>
              <a:rPr lang="en-SG" sz="2800" i="1" dirty="0">
                <a:solidFill>
                  <a:srgbClr val="C00000"/>
                </a:solidFill>
                <a:cs typeface="Segoe UI"/>
              </a:rPr>
              <a:t>Noel, Noel, Noel, Noel,</a:t>
            </a:r>
          </a:p>
          <a:p>
            <a:r>
              <a:rPr lang="en-SG" sz="2800" i="1" dirty="0">
                <a:solidFill>
                  <a:srgbClr val="C00000"/>
                </a:solidFill>
                <a:cs typeface="Segoe UI"/>
              </a:rPr>
              <a:t>born is the King of Israel.</a:t>
            </a:r>
            <a:endParaRPr lang="en-US" sz="2800" i="1" dirty="0">
              <a:solidFill>
                <a:srgbClr val="C00000"/>
              </a:solidFill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3B64E26-7D06-5C4F-B49C-0EAD00AB166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77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D0C04-2E1F-9641-05C8-32AD00CC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2C28-B1DF-8A50-8931-4AD05CC5B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The First Noel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69059F3-9BAA-36B6-38CA-10B65EEFF200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0F1F0-217C-1488-E55C-2D9F15AF424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4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C0961C-EF1F-5D44-5615-71D8E9C8CC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8D321EA-2E19-3DAD-CD3F-325E702A8F1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C28D6-808E-1D86-C3C9-266DF1B3AF6D}"/>
              </a:ext>
            </a:extLst>
          </p:cNvPr>
          <p:cNvSpPr txBox="1"/>
          <p:nvPr/>
        </p:nvSpPr>
        <p:spPr>
          <a:xfrm>
            <a:off x="103888" y="729158"/>
            <a:ext cx="6296911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cs typeface="Segoe UI"/>
              </a:rPr>
              <a:t>This star drew nigh to the northwest;</a:t>
            </a:r>
          </a:p>
          <a:p>
            <a:r>
              <a:rPr lang="en-SG" sz="2800" dirty="0">
                <a:cs typeface="Segoe UI"/>
              </a:rPr>
              <a:t>o’er Bethlehem it took its rest,</a:t>
            </a:r>
          </a:p>
          <a:p>
            <a:r>
              <a:rPr lang="en-SG" sz="2800" dirty="0">
                <a:cs typeface="Segoe UI"/>
              </a:rPr>
              <a:t>and there it did both stop and stay,</a:t>
            </a:r>
          </a:p>
          <a:p>
            <a:r>
              <a:rPr lang="en-SG" sz="2800" dirty="0">
                <a:cs typeface="Segoe UI"/>
              </a:rPr>
              <a:t>right over the place where Jesus lay..</a:t>
            </a:r>
          </a:p>
          <a:p>
            <a:endParaRPr lang="en-SG" sz="2800" i="1" dirty="0">
              <a:solidFill>
                <a:srgbClr val="C00000"/>
              </a:solidFill>
              <a:cs typeface="Segoe UI"/>
            </a:endParaRPr>
          </a:p>
          <a:p>
            <a:endParaRPr lang="en-SG" sz="2800" i="1" dirty="0">
              <a:solidFill>
                <a:srgbClr val="C00000"/>
              </a:solidFill>
              <a:cs typeface="Segoe UI"/>
            </a:endParaRPr>
          </a:p>
          <a:p>
            <a:r>
              <a:rPr lang="en-SG" sz="2800" i="1" dirty="0">
                <a:solidFill>
                  <a:srgbClr val="C00000"/>
                </a:solidFill>
                <a:cs typeface="Segoe UI"/>
              </a:rPr>
              <a:t>Noel, Noel, Noel, Noel,</a:t>
            </a:r>
          </a:p>
          <a:p>
            <a:r>
              <a:rPr lang="en-SG" sz="2800" i="1" dirty="0">
                <a:solidFill>
                  <a:srgbClr val="C00000"/>
                </a:solidFill>
                <a:cs typeface="Segoe UI"/>
              </a:rPr>
              <a:t>born is the King of Israel.</a:t>
            </a:r>
            <a:endParaRPr lang="en-US" sz="2800" i="1" dirty="0">
              <a:solidFill>
                <a:srgbClr val="C00000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06872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B7488-478D-98BD-43FC-001B8BC7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B72B7-E1AE-E2CA-4A6A-F62089BDC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The First Noel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227B43-946A-055B-CEDB-5AB2220AA409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5B197-83D1-9E4E-56A2-35064920D85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5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BDBD7D-31B1-F7AF-7CF6-62D2EDC37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8AD76D4-1D2B-8D68-A90A-B4E9540D04B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6E6E95-1976-F20C-62AD-5BFCC1413F84}"/>
              </a:ext>
            </a:extLst>
          </p:cNvPr>
          <p:cNvSpPr txBox="1"/>
          <p:nvPr/>
        </p:nvSpPr>
        <p:spPr>
          <a:xfrm>
            <a:off x="0" y="729158"/>
            <a:ext cx="6467707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cs typeface="Segoe UI"/>
              </a:rPr>
              <a:t>Then entered in those wise men three,</a:t>
            </a:r>
          </a:p>
          <a:p>
            <a:r>
              <a:rPr lang="en-SG" sz="2800" dirty="0">
                <a:cs typeface="Segoe UI"/>
              </a:rPr>
              <a:t>full reverently upon their knee,</a:t>
            </a:r>
          </a:p>
          <a:p>
            <a:r>
              <a:rPr lang="en-SG" sz="2800" dirty="0">
                <a:cs typeface="Segoe UI"/>
              </a:rPr>
              <a:t>and offered there in his presence</a:t>
            </a:r>
          </a:p>
          <a:p>
            <a:r>
              <a:rPr lang="en-SG" sz="2800" dirty="0">
                <a:cs typeface="Segoe UI"/>
              </a:rPr>
              <a:t>their gold, and myrrh, and frankincense.</a:t>
            </a:r>
          </a:p>
          <a:p>
            <a:endParaRPr lang="en-SG" sz="2800" i="1" dirty="0">
              <a:solidFill>
                <a:srgbClr val="C00000"/>
              </a:solidFill>
              <a:cs typeface="Segoe UI"/>
            </a:endParaRPr>
          </a:p>
          <a:p>
            <a:endParaRPr lang="en-SG" sz="2800" i="1" dirty="0">
              <a:solidFill>
                <a:srgbClr val="C00000"/>
              </a:solidFill>
              <a:cs typeface="Segoe UI"/>
            </a:endParaRPr>
          </a:p>
          <a:p>
            <a:r>
              <a:rPr lang="en-SG" sz="2800" i="1" dirty="0">
                <a:solidFill>
                  <a:srgbClr val="C00000"/>
                </a:solidFill>
                <a:cs typeface="Segoe UI"/>
              </a:rPr>
              <a:t>Noel, Noel, Noel, Noel,</a:t>
            </a:r>
          </a:p>
          <a:p>
            <a:r>
              <a:rPr lang="en-SG" sz="2800" i="1" dirty="0">
                <a:solidFill>
                  <a:srgbClr val="C00000"/>
                </a:solidFill>
                <a:cs typeface="Segoe UI"/>
              </a:rPr>
              <a:t>born is the King of Israel.</a:t>
            </a:r>
            <a:endParaRPr lang="en-US" sz="2800" i="1" dirty="0">
              <a:solidFill>
                <a:srgbClr val="C00000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6950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9CB82-32A2-F264-B471-CC01DE048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457F-20AD-1BF9-1D12-4D77A8AC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The First Noel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B9E357-6AB8-DF86-8205-D19939867D7A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2B237-9122-3175-66CF-280328409DB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6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CCCE9-0A5F-9600-C021-C9594D9A3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8823B90-153A-C63B-345F-EAE12AAB5AC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209F2A-1681-0C99-DBBB-444808CAA300}"/>
              </a:ext>
            </a:extLst>
          </p:cNvPr>
          <p:cNvSpPr txBox="1"/>
          <p:nvPr/>
        </p:nvSpPr>
        <p:spPr>
          <a:xfrm>
            <a:off x="0" y="729158"/>
            <a:ext cx="6579220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cs typeface="Segoe UI"/>
              </a:rPr>
              <a:t>Then let us all with one accord</a:t>
            </a:r>
          </a:p>
          <a:p>
            <a:r>
              <a:rPr lang="en-SG" sz="2800" dirty="0">
                <a:cs typeface="Segoe UI"/>
              </a:rPr>
              <a:t>sing praises to our heavenly Lord,</a:t>
            </a:r>
          </a:p>
          <a:p>
            <a:r>
              <a:rPr lang="en-SG" sz="2800" dirty="0">
                <a:cs typeface="Segoe UI"/>
              </a:rPr>
              <a:t>that hath made heaven and earth of nought,</a:t>
            </a:r>
          </a:p>
          <a:p>
            <a:r>
              <a:rPr lang="en-SG" sz="2800" dirty="0">
                <a:cs typeface="Segoe UI"/>
              </a:rPr>
              <a:t>and with his blood our life hath bought..</a:t>
            </a:r>
          </a:p>
          <a:p>
            <a:endParaRPr lang="en-SG" sz="2800" i="1" dirty="0">
              <a:solidFill>
                <a:srgbClr val="C00000"/>
              </a:solidFill>
              <a:cs typeface="Segoe UI"/>
            </a:endParaRPr>
          </a:p>
          <a:p>
            <a:endParaRPr lang="en-SG" sz="2800" i="1" dirty="0">
              <a:solidFill>
                <a:srgbClr val="C00000"/>
              </a:solidFill>
              <a:cs typeface="Segoe UI"/>
            </a:endParaRPr>
          </a:p>
          <a:p>
            <a:r>
              <a:rPr lang="en-SG" sz="2800" i="1" dirty="0">
                <a:solidFill>
                  <a:srgbClr val="C00000"/>
                </a:solidFill>
                <a:cs typeface="Segoe UI"/>
              </a:rPr>
              <a:t>Noel, Noel, Noel, Noel,</a:t>
            </a:r>
          </a:p>
          <a:p>
            <a:r>
              <a:rPr lang="en-SG" sz="2800" i="1" dirty="0">
                <a:solidFill>
                  <a:srgbClr val="C00000"/>
                </a:solidFill>
                <a:cs typeface="Segoe UI"/>
              </a:rPr>
              <a:t>born is the King of Israel.</a:t>
            </a:r>
            <a:endParaRPr lang="en-US" sz="2800" i="1" dirty="0">
              <a:solidFill>
                <a:srgbClr val="C00000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08330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Confession –</a:t>
            </a:r>
            <a:r>
              <a:rPr lang="en-GB" sz="2800" dirty="0">
                <a:latin typeface="Segoe UI"/>
                <a:cs typeface="Segoe UI"/>
              </a:rPr>
              <a:t> </a:t>
            </a:r>
            <a:r>
              <a:rPr lang="en-SG" sz="2800" dirty="0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Hymn No 473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751B8-1522-B4B4-3170-CBBEEEDF2680}"/>
              </a:ext>
            </a:extLst>
          </p:cNvPr>
          <p:cNvSpPr txBox="1"/>
          <p:nvPr/>
        </p:nvSpPr>
        <p:spPr>
          <a:xfrm>
            <a:off x="-149260" y="1323337"/>
            <a:ext cx="914318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Just as I am, without one plea,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But that Thy blood was shed for me,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And that Thou </a:t>
            </a:r>
            <a:r>
              <a:rPr lang="en-SG" sz="2800" dirty="0" err="1">
                <a:latin typeface="Segoe UI"/>
                <a:cs typeface="Segoe UI"/>
              </a:rPr>
              <a:t>bid’st</a:t>
            </a:r>
            <a:r>
              <a:rPr lang="en-SG" sz="2800" dirty="0">
                <a:latin typeface="Segoe UI"/>
                <a:cs typeface="Segoe UI"/>
              </a:rPr>
              <a:t> me come to Thee,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O Lamb of God, I come! I come!</a:t>
            </a:r>
            <a:endParaRPr lang="en-SG" sz="28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50471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473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2F2D-2848-4FB3-B6D4-0BB5B0F6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7A13-13E7-8349-7588-9EA80AF9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473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6442D94-FAEA-7015-DF42-EEEE78CE31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B646A-33D3-6781-E901-E023277C669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Holy Communion 1: 1 of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B4B08-B89A-2DE8-9D55-4BEDD01F5474}"/>
              </a:ext>
            </a:extLst>
          </p:cNvPr>
          <p:cNvSpPr txBox="1"/>
          <p:nvPr/>
        </p:nvSpPr>
        <p:spPr>
          <a:xfrm>
            <a:off x="-138108" y="880028"/>
            <a:ext cx="914318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Just as I am, without one plea,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But that Thy blood was shed for me,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And that Thou </a:t>
            </a:r>
            <a:r>
              <a:rPr lang="en-SG" sz="2800" dirty="0" err="1">
                <a:latin typeface="Segoe UI"/>
                <a:cs typeface="Segoe UI"/>
              </a:rPr>
              <a:t>bid’st</a:t>
            </a:r>
            <a:r>
              <a:rPr lang="en-SG" sz="2800" dirty="0">
                <a:latin typeface="Segoe UI"/>
                <a:cs typeface="Segoe UI"/>
              </a:rPr>
              <a:t> me come to Thee,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O Lamb of God, I come! I come!</a:t>
            </a:r>
            <a:endParaRPr lang="en-SG" sz="28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35D21-174A-6D3C-3E6C-E85A610ACE43}"/>
              </a:ext>
            </a:extLst>
          </p:cNvPr>
          <p:cNvSpPr txBox="1"/>
          <p:nvPr/>
        </p:nvSpPr>
        <p:spPr>
          <a:xfrm>
            <a:off x="-138108" y="2833018"/>
            <a:ext cx="914318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Just as I am, poor, wretched, blind;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Sight, riches, healing of the mind;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Yes, all I need, in Thee to find,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O Lamb of God, I come, I come!</a:t>
            </a:r>
            <a:endParaRPr lang="en-SG" sz="28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30807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621D6-FCDB-2B65-F74B-F6AA25492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F990-2F2A-C5BE-BE77-67363BC68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Hymn No 473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807A836-9F02-31B4-6615-7B626653F7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B655D-87DE-F960-0BD4-5DB2B5C393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Holy Communion 1:: 2 of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9FA91-DF69-A6E4-662E-B0F41D3B079A}"/>
              </a:ext>
            </a:extLst>
          </p:cNvPr>
          <p:cNvSpPr txBox="1"/>
          <p:nvPr/>
        </p:nvSpPr>
        <p:spPr>
          <a:xfrm>
            <a:off x="-138108" y="880028"/>
            <a:ext cx="914318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Just as I am, Thou wilt receive,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Wilt welcome, pardon, cleanse, relieve;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Because Thy promise I believe,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O Lamb of God, I come, I come!</a:t>
            </a:r>
            <a:endParaRPr lang="en-SG" sz="28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AA059D-05FA-2467-6341-69DB6C30B399}"/>
              </a:ext>
            </a:extLst>
          </p:cNvPr>
          <p:cNvSpPr txBox="1"/>
          <p:nvPr/>
        </p:nvSpPr>
        <p:spPr>
          <a:xfrm>
            <a:off x="-138108" y="2833018"/>
            <a:ext cx="914318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Just as I am, Thy love unknown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Has broken every barrier down;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Now, to be Thine, yea, Thine alone,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O Lamb of God, I come, I come!</a:t>
            </a:r>
            <a:endParaRPr lang="en-SG" sz="28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64587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O  come, O come, Emmanuel!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FC5D9-5094-4620-A837-75B723895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5BAD-4E30-4D15-0DA1-77353CD3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O come, O come, Emmanuel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A552082-0627-800D-8737-168E90E1EBD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6E6BE-F279-39E6-CFCC-E5BD578A9CFB}"/>
              </a:ext>
            </a:extLst>
          </p:cNvPr>
          <p:cNvSpPr txBox="1"/>
          <p:nvPr/>
        </p:nvSpPr>
        <p:spPr>
          <a:xfrm>
            <a:off x="5631366" y="4786009"/>
            <a:ext cx="3512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Holy Communion 2: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CB3C4-ACB9-4791-CF0B-D2D340BB7563}"/>
              </a:ext>
            </a:extLst>
          </p:cNvPr>
          <p:cNvSpPr txBox="1"/>
          <p:nvPr/>
        </p:nvSpPr>
        <p:spPr>
          <a:xfrm>
            <a:off x="-149260" y="832683"/>
            <a:ext cx="914318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O come, O come, Emmanuel,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And ransom captive Israel,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That mourns in lonely exile here,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Until the Son of God appear,</a:t>
            </a: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Rejoice! Rejoice! Emmanuel,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Shall come to thee, O Israel!</a:t>
            </a:r>
          </a:p>
        </p:txBody>
      </p:sp>
    </p:spTree>
    <p:extLst>
      <p:ext uri="{BB962C8B-B14F-4D97-AF65-F5344CB8AC3E}">
        <p14:creationId xmlns:p14="http://schemas.microsoft.com/office/powerpoint/2010/main" val="1319081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65E53-F396-415B-D0A0-B3A368A76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D4E5D-CB0F-7D43-78C7-54DEAEAD4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O come, O come, Emmanuel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FB9ED26-C10E-319C-0125-E5A6EC6A989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040D7-4A26-1B54-3307-EBFA7CAFFA0F}"/>
              </a:ext>
            </a:extLst>
          </p:cNvPr>
          <p:cNvSpPr txBox="1"/>
          <p:nvPr/>
        </p:nvSpPr>
        <p:spPr>
          <a:xfrm>
            <a:off x="6389649" y="4697228"/>
            <a:ext cx="27543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Holy communion 2: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F9CCB-9083-151B-CBD3-59A44843CCF2}"/>
              </a:ext>
            </a:extLst>
          </p:cNvPr>
          <p:cNvSpPr txBox="1"/>
          <p:nvPr/>
        </p:nvSpPr>
        <p:spPr>
          <a:xfrm>
            <a:off x="-149260" y="832683"/>
            <a:ext cx="914318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O come, Thou Dayspring, from on high,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And cheer us by Thy drawing nigh;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Disperse the gloomy clouds of night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And death’s dark shadows put to flight. </a:t>
            </a: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Rejoice! Rejoice! Emmanuel,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Shall come to thee, O Israel!</a:t>
            </a:r>
          </a:p>
        </p:txBody>
      </p:sp>
    </p:spTree>
    <p:extLst>
      <p:ext uri="{BB962C8B-B14F-4D97-AF65-F5344CB8AC3E}">
        <p14:creationId xmlns:p14="http://schemas.microsoft.com/office/powerpoint/2010/main" val="3820782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5B98-3A65-4B10-33B3-D80A6012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4F36C-3EE9-A06F-CECE-FACCC3A5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</a:t>
            </a:r>
            <a:r>
              <a:rPr lang="en-GB" sz="2800" dirty="0">
                <a:latin typeface="Segoe UI"/>
                <a:cs typeface="Segoe UI"/>
              </a:rPr>
              <a:t> O come, O come, Emmanuel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C6493B7-4C2F-97B8-7B72-208358E8746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F5F56-D463-3835-B162-101FA1A36174}"/>
              </a:ext>
            </a:extLst>
          </p:cNvPr>
          <p:cNvSpPr txBox="1"/>
          <p:nvPr/>
        </p:nvSpPr>
        <p:spPr>
          <a:xfrm>
            <a:off x="5876693" y="4716966"/>
            <a:ext cx="3267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Holy Communion 2: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FC0FE-50DC-196C-E2BB-FA70CDCD8C73}"/>
              </a:ext>
            </a:extLst>
          </p:cNvPr>
          <p:cNvSpPr txBox="1"/>
          <p:nvPr/>
        </p:nvSpPr>
        <p:spPr>
          <a:xfrm>
            <a:off x="-149260" y="832683"/>
            <a:ext cx="914318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dirty="0">
                <a:latin typeface="Segoe UI"/>
                <a:cs typeface="Segoe UI"/>
              </a:rPr>
              <a:t>O come, Desire of nations, bind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All peoples in one heart and mind;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Bid envy, strife and quarrels cease; </a:t>
            </a:r>
          </a:p>
          <a:p>
            <a:pPr lvl="1"/>
            <a:r>
              <a:rPr lang="en-SG" sz="2800" dirty="0">
                <a:latin typeface="Segoe UI"/>
                <a:cs typeface="Segoe UI"/>
              </a:rPr>
              <a:t>Fill the whole world with heaven’s peace.</a:t>
            </a: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endParaRPr lang="en-SG" sz="2800" dirty="0">
              <a:latin typeface="Segoe UI"/>
              <a:cs typeface="Segoe UI"/>
            </a:endParaRP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Rejoice! Rejoice! Emmanuel, </a:t>
            </a:r>
          </a:p>
          <a:p>
            <a:pPr lvl="1"/>
            <a:r>
              <a:rPr lang="en-SG" sz="2800" i="1" dirty="0">
                <a:solidFill>
                  <a:srgbClr val="FF0000"/>
                </a:solidFill>
                <a:latin typeface="Segoe UI"/>
                <a:cs typeface="Segoe UI"/>
              </a:rPr>
              <a:t>Shall come to thee, O Israel!</a:t>
            </a:r>
          </a:p>
        </p:txBody>
      </p:sp>
    </p:spTree>
    <p:extLst>
      <p:ext uri="{BB962C8B-B14F-4D97-AF65-F5344CB8AC3E}">
        <p14:creationId xmlns:p14="http://schemas.microsoft.com/office/powerpoint/2010/main" val="4075723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44C2-C095-B991-A67C-B2286FCC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E04C-B759-98C7-6590-FCFECE931E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C419B08-7D07-78F7-C22F-D1C9EBD4B8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B70EC7-394D-7001-14F7-2950348E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30</a:t>
            </a:r>
            <a:endParaRPr lang="en-US" sz="2800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7468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7057-A939-16EA-181C-60BBCD43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D805-7911-16CA-A722-063170F8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30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E8C10-8BFC-A8B2-9E87-AAAAEB29952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D59EC-CD8C-F999-74F8-B79769C11A43}"/>
              </a:ext>
            </a:extLst>
          </p:cNvPr>
          <p:cNvSpPr txBox="1"/>
          <p:nvPr/>
        </p:nvSpPr>
        <p:spPr>
          <a:xfrm>
            <a:off x="0" y="692580"/>
            <a:ext cx="9040304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>
                <a:ea typeface="Calibri"/>
                <a:cs typeface="Calibri"/>
              </a:rPr>
              <a:t>Hark the herald angels sing;</a:t>
            </a:r>
          </a:p>
          <a:p>
            <a:r>
              <a:rPr lang="en-SG" sz="2600" dirty="0">
                <a:ea typeface="Calibri"/>
                <a:cs typeface="Calibri"/>
              </a:rPr>
              <a:t> Glory to the new born king; </a:t>
            </a:r>
          </a:p>
          <a:p>
            <a:r>
              <a:rPr lang="en-SG" sz="2600" dirty="0">
                <a:ea typeface="Calibri"/>
                <a:cs typeface="Calibri"/>
              </a:rPr>
              <a:t>Peace on earth and mercy mild; </a:t>
            </a:r>
          </a:p>
          <a:p>
            <a:r>
              <a:rPr lang="en-SG" sz="2600" dirty="0">
                <a:ea typeface="Calibri"/>
                <a:cs typeface="Calibri"/>
              </a:rPr>
              <a:t>God and sinners reconciled. </a:t>
            </a:r>
          </a:p>
          <a:p>
            <a:r>
              <a:rPr lang="en-SG" sz="2600" dirty="0">
                <a:ea typeface="Calibri"/>
                <a:cs typeface="Calibri"/>
              </a:rPr>
              <a:t>Joyful all ye nations rise; </a:t>
            </a:r>
          </a:p>
          <a:p>
            <a:r>
              <a:rPr lang="en-SG" sz="2600" dirty="0">
                <a:ea typeface="Calibri"/>
                <a:cs typeface="Calibri"/>
              </a:rPr>
              <a:t>Join the triumph of the skies; </a:t>
            </a:r>
          </a:p>
          <a:p>
            <a:r>
              <a:rPr lang="en-SG" sz="2600" dirty="0">
                <a:ea typeface="Calibri"/>
                <a:cs typeface="Calibri"/>
              </a:rPr>
              <a:t>With angelic host proclaim; </a:t>
            </a:r>
          </a:p>
          <a:p>
            <a:r>
              <a:rPr lang="en-SG" sz="2600" dirty="0">
                <a:ea typeface="Calibri"/>
                <a:cs typeface="Calibri"/>
              </a:rPr>
              <a:t>Christ is born in Bethlehem!</a:t>
            </a:r>
          </a:p>
          <a:p>
            <a:endParaRPr lang="en-SG" sz="2600" dirty="0">
              <a:ea typeface="Calibri"/>
              <a:cs typeface="Calibri"/>
            </a:endParaRPr>
          </a:p>
          <a:p>
            <a:r>
              <a:rPr lang="en-SG" sz="2600" i="1" dirty="0">
                <a:solidFill>
                  <a:srgbClr val="C00000"/>
                </a:solidFill>
                <a:ea typeface="Calibri"/>
                <a:cs typeface="Calibri"/>
              </a:rPr>
              <a:t>Hark the herald angels sing; Glory to the new born King!. 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049121C-FC62-B7F5-94A7-53CFEFC02D1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655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1839E-8957-793D-965D-0D185498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53E8-48F6-68E1-F764-40A594B7E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30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8B18D-C512-6122-9DA4-AE76CABE748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2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D7C3FE-9F05-3677-A44E-CB590316FD8D}"/>
              </a:ext>
            </a:extLst>
          </p:cNvPr>
          <p:cNvSpPr txBox="1"/>
          <p:nvPr/>
        </p:nvSpPr>
        <p:spPr>
          <a:xfrm>
            <a:off x="51848" y="625606"/>
            <a:ext cx="9040304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>
                <a:ea typeface="Calibri"/>
                <a:cs typeface="Calibri"/>
              </a:rPr>
              <a:t>Christ  by highest heaven adorned; </a:t>
            </a:r>
          </a:p>
          <a:p>
            <a:r>
              <a:rPr lang="en-SG" sz="2600" dirty="0">
                <a:ea typeface="Calibri"/>
                <a:cs typeface="Calibri"/>
              </a:rPr>
              <a:t>Christ the ever lasting Lord!</a:t>
            </a:r>
          </a:p>
          <a:p>
            <a:r>
              <a:rPr lang="en-SG" sz="2600" dirty="0">
                <a:ea typeface="Calibri"/>
                <a:cs typeface="Calibri"/>
              </a:rPr>
              <a:t>Late in time, behold Him Come; </a:t>
            </a:r>
          </a:p>
          <a:p>
            <a:r>
              <a:rPr lang="en-SG" sz="2600" dirty="0">
                <a:ea typeface="Calibri"/>
                <a:cs typeface="Calibri"/>
              </a:rPr>
              <a:t>Offspring of a virgin’s womb; </a:t>
            </a:r>
          </a:p>
          <a:p>
            <a:r>
              <a:rPr lang="en-SG" sz="2600" dirty="0" err="1">
                <a:ea typeface="Calibri"/>
                <a:cs typeface="Calibri"/>
              </a:rPr>
              <a:t>Veil’d</a:t>
            </a:r>
            <a:r>
              <a:rPr lang="en-SG" sz="2600" dirty="0">
                <a:ea typeface="Calibri"/>
                <a:cs typeface="Calibri"/>
              </a:rPr>
              <a:t>  in flesh the God head see; </a:t>
            </a:r>
          </a:p>
          <a:p>
            <a:r>
              <a:rPr lang="en-SG" sz="2600" dirty="0">
                <a:ea typeface="Calibri"/>
                <a:cs typeface="Calibri"/>
              </a:rPr>
              <a:t>Hail incarnate deity; </a:t>
            </a:r>
          </a:p>
          <a:p>
            <a:r>
              <a:rPr lang="en-SG" sz="2600" dirty="0">
                <a:ea typeface="Calibri"/>
                <a:cs typeface="Calibri"/>
              </a:rPr>
              <a:t>Pleased as man with men to dwell; </a:t>
            </a:r>
          </a:p>
          <a:p>
            <a:r>
              <a:rPr lang="en-SG" sz="2600" dirty="0">
                <a:ea typeface="Calibri"/>
                <a:cs typeface="Calibri"/>
              </a:rPr>
              <a:t>Jesus our Immanuel!</a:t>
            </a:r>
          </a:p>
          <a:p>
            <a:endParaRPr lang="en-SG" sz="2600" dirty="0">
              <a:ea typeface="Calibri"/>
              <a:cs typeface="Calibri"/>
            </a:endParaRPr>
          </a:p>
          <a:p>
            <a:r>
              <a:rPr lang="en-SG" sz="2600" i="1" dirty="0">
                <a:solidFill>
                  <a:srgbClr val="C00000"/>
                </a:solidFill>
                <a:ea typeface="Calibri"/>
                <a:cs typeface="Calibri"/>
              </a:rPr>
              <a:t>Hark the herald angels sing; Glory to the new born King!. 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EEEF049-99FA-C78F-E711-2181385CDBC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51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A4FBF-55AD-5F26-62DB-7F2A660C0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C6C6F-5752-150B-B856-5502BA3F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Hymn No 30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FC8A2-20B5-B47E-2356-BB369D7C601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B2DCA6-FAB8-C939-2A2E-F179FF5887E5}"/>
              </a:ext>
            </a:extLst>
          </p:cNvPr>
          <p:cNvSpPr txBox="1"/>
          <p:nvPr/>
        </p:nvSpPr>
        <p:spPr>
          <a:xfrm>
            <a:off x="51848" y="625606"/>
            <a:ext cx="9040304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>
                <a:ea typeface="Calibri"/>
                <a:cs typeface="Calibri"/>
              </a:rPr>
              <a:t>Hail the heavenly Prince of Peace!</a:t>
            </a:r>
          </a:p>
          <a:p>
            <a:r>
              <a:rPr lang="en-SG" sz="2600" dirty="0">
                <a:ea typeface="Calibri"/>
                <a:cs typeface="Calibri"/>
              </a:rPr>
              <a:t>Hail the Son of Righteousness! </a:t>
            </a:r>
          </a:p>
          <a:p>
            <a:r>
              <a:rPr lang="en-SG" sz="2600" dirty="0">
                <a:ea typeface="Calibri"/>
                <a:cs typeface="Calibri"/>
              </a:rPr>
              <a:t>Light and life to all He brings;  </a:t>
            </a:r>
          </a:p>
          <a:p>
            <a:r>
              <a:rPr lang="en-SG" sz="2600" dirty="0" err="1">
                <a:ea typeface="Calibri"/>
                <a:cs typeface="Calibri"/>
              </a:rPr>
              <a:t>Ris’n</a:t>
            </a:r>
            <a:r>
              <a:rPr lang="en-SG" sz="2600" dirty="0">
                <a:ea typeface="Calibri"/>
                <a:cs typeface="Calibri"/>
              </a:rPr>
              <a:t> with healing in His wings; </a:t>
            </a:r>
          </a:p>
          <a:p>
            <a:r>
              <a:rPr lang="en-SG" sz="2600" dirty="0">
                <a:ea typeface="Calibri"/>
                <a:cs typeface="Calibri"/>
              </a:rPr>
              <a:t>Mild He lays  His glory by; </a:t>
            </a:r>
          </a:p>
          <a:p>
            <a:r>
              <a:rPr lang="en-SG" sz="2600" dirty="0">
                <a:ea typeface="Calibri"/>
                <a:cs typeface="Calibri"/>
              </a:rPr>
              <a:t>Born that man no more may die; </a:t>
            </a:r>
          </a:p>
          <a:p>
            <a:r>
              <a:rPr lang="en-SG" sz="2600" dirty="0">
                <a:ea typeface="Calibri"/>
                <a:cs typeface="Calibri"/>
              </a:rPr>
              <a:t>Born to raise the sons of earth; </a:t>
            </a:r>
          </a:p>
          <a:p>
            <a:r>
              <a:rPr lang="en-SG" sz="2600" dirty="0">
                <a:ea typeface="Calibri"/>
                <a:cs typeface="Calibri"/>
              </a:rPr>
              <a:t>Born to give them second birth!</a:t>
            </a:r>
          </a:p>
          <a:p>
            <a:endParaRPr lang="en-SG" sz="2600" dirty="0">
              <a:ea typeface="Calibri"/>
              <a:cs typeface="Calibri"/>
            </a:endParaRPr>
          </a:p>
          <a:p>
            <a:r>
              <a:rPr lang="en-SG" sz="2600" i="1" dirty="0">
                <a:solidFill>
                  <a:srgbClr val="C00000"/>
                </a:solidFill>
                <a:ea typeface="Calibri"/>
                <a:cs typeface="Calibri"/>
              </a:rPr>
              <a:t>Hark the herald angels </a:t>
            </a:r>
            <a:r>
              <a:rPr lang="en-SG" sz="2600" i="1" dirty="0" err="1">
                <a:solidFill>
                  <a:srgbClr val="C00000"/>
                </a:solidFill>
                <a:ea typeface="Calibri"/>
                <a:cs typeface="Calibri"/>
              </a:rPr>
              <a:t>sing;Glory</a:t>
            </a:r>
            <a:r>
              <a:rPr lang="en-SG" sz="2600" i="1" dirty="0">
                <a:solidFill>
                  <a:srgbClr val="C00000"/>
                </a:solidFill>
                <a:ea typeface="Calibri"/>
                <a:cs typeface="Calibri"/>
              </a:rPr>
              <a:t> to the new born King!. 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80D6991-168D-FCC6-79EA-B06B9B4F416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989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 Hymn No 26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26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1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6F35D-48AB-EDB2-4394-D9653B1CDDAF}"/>
              </a:ext>
            </a:extLst>
          </p:cNvPr>
          <p:cNvSpPr txBox="1"/>
          <p:nvPr/>
        </p:nvSpPr>
        <p:spPr>
          <a:xfrm>
            <a:off x="-28717" y="807573"/>
            <a:ext cx="8867917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O little town of Bethlehem, how still we see thee lie!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Above thy deep and dreamless sleep, the silent stars go by.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Yet in thy dark streets shineth, the everlasting light;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the hopes and fears of all the years, are met in thee tonight.</a:t>
            </a:r>
            <a:endParaRPr lang="en-GB" sz="2400" b="0" i="0" dirty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F06AB0-20C4-0399-1C5E-ADD8E600E248}"/>
              </a:ext>
            </a:extLst>
          </p:cNvPr>
          <p:cNvSpPr txBox="1"/>
          <p:nvPr/>
        </p:nvSpPr>
        <p:spPr>
          <a:xfrm>
            <a:off x="0" y="2822857"/>
            <a:ext cx="914400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For Christ is born of Mary; and, gathered all above,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while mortals sleep, the angels keep their watch of wondering love.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O morning stars, together proclaim the holy birth,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and praises sing to God the King, and peace to men on earth.</a:t>
            </a:r>
            <a:endParaRPr lang="en-GB" sz="2400" b="0" i="0" dirty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B146-E012-9B10-0A60-D70EFCFD3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DAD0-9469-1247-ABDD-54DA62F65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No 26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C03ABBF-F80C-FE6B-3B93-0037B218C11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38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3B5B0-6E44-275F-067F-28AED26755E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2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B954D-086A-1704-8ABC-EF7DE4C3BD66}"/>
              </a:ext>
            </a:extLst>
          </p:cNvPr>
          <p:cNvSpPr txBox="1"/>
          <p:nvPr/>
        </p:nvSpPr>
        <p:spPr>
          <a:xfrm>
            <a:off x="-28717" y="807573"/>
            <a:ext cx="8867917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How silently, how silently, the wondrous gift is given!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So God imparts to human hearts, the blessings of His heaven.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No ear may hear His coming, but in this world of sin,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where meek souls will receive Him still, the dear Christ enters in.</a:t>
            </a:r>
            <a:endParaRPr lang="en-GB" sz="2400" b="0" i="0" dirty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59E69-9659-94F2-8C58-F5D3F31F9A78}"/>
              </a:ext>
            </a:extLst>
          </p:cNvPr>
          <p:cNvSpPr txBox="1"/>
          <p:nvPr/>
        </p:nvSpPr>
        <p:spPr>
          <a:xfrm>
            <a:off x="0" y="2822857"/>
            <a:ext cx="9144000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O holy Child of Bethlehem, descend to us, we pray;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cast out our sin and enter in; be born in us today.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We hear the holy angels, the great glad tidings tell;</a:t>
            </a:r>
          </a:p>
          <a:p>
            <a:pPr algn="just" fontAlgn="t"/>
            <a:r>
              <a:rPr lang="en-SG" sz="2400" dirty="0">
                <a:solidFill>
                  <a:srgbClr val="000000"/>
                </a:solidFill>
                <a:cs typeface="Segoe UI"/>
              </a:rPr>
              <a:t>O come to us, abide with us, our Lord Emmanuel!</a:t>
            </a:r>
            <a:endParaRPr lang="en-GB" sz="2400" b="0" i="0" dirty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05832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93DD-8B5A-C55B-7611-0FD659A34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06D7F-D933-9897-F186-7DEDE225D4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FAFF5D49-E45B-1394-4D49-88B5BFF24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DEDF1C9-60AF-263F-1456-E627E43C6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Who is He in yonder stall?</a:t>
            </a:r>
          </a:p>
        </p:txBody>
      </p:sp>
    </p:spTree>
    <p:extLst>
      <p:ext uri="{BB962C8B-B14F-4D97-AF65-F5344CB8AC3E}">
        <p14:creationId xmlns:p14="http://schemas.microsoft.com/office/powerpoint/2010/main" val="3058911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F9236-9852-6C7B-05A6-7A022EB6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73B0-DDAA-F443-75D4-17503BF5F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Who is He in yonder stall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35A23-AC28-2BF5-587D-62D45A75B75A}"/>
              </a:ext>
            </a:extLst>
          </p:cNvPr>
          <p:cNvSpPr txBox="1"/>
          <p:nvPr/>
        </p:nvSpPr>
        <p:spPr>
          <a:xfrm>
            <a:off x="6657278" y="4806176"/>
            <a:ext cx="248672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 5: 1 of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4BBBF-5ABA-E6A0-B7E0-37C92FABA217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Calibri"/>
              </a:rPr>
              <a:t>Who is He in yonder stall? </a:t>
            </a:r>
          </a:p>
          <a:p>
            <a:r>
              <a:rPr lang="en-SG" sz="2800" dirty="0">
                <a:ea typeface="Calibri"/>
                <a:cs typeface="Calibri"/>
              </a:rPr>
              <a:t>At whose feet the shepherd’s fall?</a:t>
            </a:r>
          </a:p>
          <a:p>
            <a:endParaRPr lang="en-SG" sz="2800" dirty="0">
              <a:ea typeface="Calibri"/>
              <a:cs typeface="Calibri"/>
            </a:endParaRPr>
          </a:p>
          <a:p>
            <a:endParaRPr lang="en-SG" sz="2800" dirty="0">
              <a:ea typeface="Calibri"/>
              <a:cs typeface="Calibri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“it’s the Lord oh wondrous story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“tis the Lord the King of glory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At His feet we humbly fall, 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Crown Him, Crown Him, Lord of all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6568B3B-EC6B-7DEA-9254-1EC1BF820A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26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33EC5-904A-D2EF-CFD8-DAD983F45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DC00-D93C-40DB-0480-A01B9361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Who is He in yonder stall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E4898-792C-B33C-7D6C-FE52ED99CB51}"/>
              </a:ext>
            </a:extLst>
          </p:cNvPr>
          <p:cNvSpPr txBox="1"/>
          <p:nvPr/>
        </p:nvSpPr>
        <p:spPr>
          <a:xfrm>
            <a:off x="6423103" y="4739268"/>
            <a:ext cx="272089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5: 2  of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5D9FA-5DAA-E50D-E247-DC03525AC14C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Calibri"/>
              </a:rPr>
              <a:t>Who is He in deep distress? </a:t>
            </a:r>
          </a:p>
          <a:p>
            <a:r>
              <a:rPr lang="en-SG" sz="2800" dirty="0">
                <a:ea typeface="Calibri"/>
                <a:cs typeface="Calibri"/>
              </a:rPr>
              <a:t>Fasting in the wilderness?</a:t>
            </a:r>
          </a:p>
          <a:p>
            <a:endParaRPr lang="en-SG" sz="2800" dirty="0">
              <a:ea typeface="Calibri"/>
              <a:cs typeface="Calibri"/>
            </a:endParaRPr>
          </a:p>
          <a:p>
            <a:endParaRPr lang="en-SG" sz="2800" dirty="0">
              <a:ea typeface="Calibri"/>
              <a:cs typeface="Calibri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“it’s the Lord oh wondrous story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“tis the Lord the King of glory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At His feet we humbly fall, 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Crown Him, Crown Him, Lord of all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3B0922C-867F-DC85-D4FD-3131B39A11C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8708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14C97-AEC5-AE3D-C260-ABFD8EF53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51C2-041D-03D7-01FF-74E7CF5C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Who is He in yonder stall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9A6CB-B483-2143-7DDE-EBEB39DCCA1C}"/>
              </a:ext>
            </a:extLst>
          </p:cNvPr>
          <p:cNvSpPr txBox="1"/>
          <p:nvPr/>
        </p:nvSpPr>
        <p:spPr>
          <a:xfrm>
            <a:off x="6713034" y="4817326"/>
            <a:ext cx="243096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5: 3 of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A7B67-E2F4-A221-44F0-9D7D94F1481A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Calibri"/>
              </a:rPr>
              <a:t>Who is He the people bless? </a:t>
            </a:r>
          </a:p>
          <a:p>
            <a:r>
              <a:rPr lang="en-SG" sz="2800" dirty="0">
                <a:ea typeface="Calibri"/>
                <a:cs typeface="Calibri"/>
              </a:rPr>
              <a:t>For His words of gentleness?</a:t>
            </a:r>
          </a:p>
          <a:p>
            <a:endParaRPr lang="en-SG" sz="2800" dirty="0">
              <a:ea typeface="Calibri"/>
              <a:cs typeface="Calibri"/>
            </a:endParaRPr>
          </a:p>
          <a:p>
            <a:endParaRPr lang="en-SG" sz="2800" dirty="0">
              <a:ea typeface="Calibri"/>
              <a:cs typeface="Calibri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“it’s the Lord oh wondrous story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“tis the Lord the King of glory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At His feet we humbly fall, 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Crown Him, Crown Him, Lord of all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C0D1F66-6FBF-0848-8784-B88BD7F2F23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8214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633F9-0823-62EB-4A3C-125352EB8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F97B-FF9F-B58F-B9DE-C62C5D74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Who is He in yonder stall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B07F22-E0CF-E4D7-17D5-3953037D457C}"/>
              </a:ext>
            </a:extLst>
          </p:cNvPr>
          <p:cNvSpPr txBox="1"/>
          <p:nvPr/>
        </p:nvSpPr>
        <p:spPr>
          <a:xfrm>
            <a:off x="6333893" y="4705816"/>
            <a:ext cx="2810107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5: 4 of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DA97D4-579F-37E6-605B-8D00437D0546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Calibri"/>
              </a:rPr>
              <a:t>Who is He to whom they bring?</a:t>
            </a:r>
          </a:p>
          <a:p>
            <a:r>
              <a:rPr lang="en-SG" sz="2800" dirty="0">
                <a:ea typeface="Calibri"/>
                <a:cs typeface="Calibri"/>
              </a:rPr>
              <a:t>All the sick and the sorrowing?</a:t>
            </a:r>
          </a:p>
          <a:p>
            <a:endParaRPr lang="en-SG" sz="2800" dirty="0">
              <a:ea typeface="Calibri"/>
              <a:cs typeface="Calibri"/>
            </a:endParaRPr>
          </a:p>
          <a:p>
            <a:endParaRPr lang="en-SG" sz="2800" dirty="0">
              <a:ea typeface="Calibri"/>
              <a:cs typeface="Calibri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“it’s the Lord oh wondrous story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“tis the Lord the King of glory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At His feet we humbly fall, 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Crown Him, Crown Him, Lord of all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819B38F-9B4F-8565-7FA7-CED548CF8A9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3895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5634-FAC1-2BE5-42F3-3582F1B9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314F-360C-123B-78CA-CB76CC01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Who is He in yonder stall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DCDEC-348F-8181-7CA0-E087D565B377}"/>
              </a:ext>
            </a:extLst>
          </p:cNvPr>
          <p:cNvSpPr txBox="1"/>
          <p:nvPr/>
        </p:nvSpPr>
        <p:spPr>
          <a:xfrm>
            <a:off x="6322741" y="4739268"/>
            <a:ext cx="282125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5: 5 of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A6E80-7FD3-755F-8AD0-82FAD5B15F15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Calibri"/>
              </a:rPr>
              <a:t>Who is He who stands and weeps?</a:t>
            </a:r>
          </a:p>
          <a:p>
            <a:r>
              <a:rPr lang="en-SG" sz="2800" dirty="0">
                <a:ea typeface="Calibri"/>
                <a:cs typeface="Calibri"/>
              </a:rPr>
              <a:t>At the grave where Lazarus sleeps?</a:t>
            </a:r>
          </a:p>
          <a:p>
            <a:endParaRPr lang="en-SG" sz="2800" dirty="0">
              <a:ea typeface="Calibri"/>
              <a:cs typeface="Calibri"/>
            </a:endParaRPr>
          </a:p>
          <a:p>
            <a:endParaRPr lang="en-SG" sz="2800" dirty="0">
              <a:ea typeface="Calibri"/>
              <a:cs typeface="Calibri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“it’s the Lord oh wondrous story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“tis the Lord the King of glory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At His feet we humbly fall, 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Crown Him, Crown Him, Lord of all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80BE81B-9BE6-110B-E82B-430857FE847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980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3D81E-2F71-A57F-5713-0DB21AB2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4C06E-559F-00AA-9284-9E81912B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Who is He in yonder stall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5BDDE5-CF4E-E36B-C27B-1CB3F8A50109}"/>
              </a:ext>
            </a:extLst>
          </p:cNvPr>
          <p:cNvSpPr txBox="1"/>
          <p:nvPr/>
        </p:nvSpPr>
        <p:spPr>
          <a:xfrm>
            <a:off x="5809785" y="4739268"/>
            <a:ext cx="333421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5: 6 of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EA0C7B-F1F1-88CE-624D-6EC55E8836EA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Calibri"/>
              </a:rPr>
              <a:t>Who is He the gathering throng?</a:t>
            </a:r>
          </a:p>
          <a:p>
            <a:r>
              <a:rPr lang="en-SG" sz="2800" dirty="0">
                <a:ea typeface="Calibri"/>
                <a:cs typeface="Calibri"/>
              </a:rPr>
              <a:t>Greet with loud triumphant song?</a:t>
            </a:r>
          </a:p>
          <a:p>
            <a:endParaRPr lang="en-SG" sz="2800" dirty="0">
              <a:ea typeface="Calibri"/>
              <a:cs typeface="Calibri"/>
            </a:endParaRPr>
          </a:p>
          <a:p>
            <a:endParaRPr lang="en-SG" sz="2800" dirty="0">
              <a:ea typeface="Calibri"/>
              <a:cs typeface="Calibri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“it’s the Lord oh wondrous story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“tis the Lord the King of glory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At His feet we humbly fall, 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Crown Him, Crown Him, Lord of all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E851B0A-F13F-C012-6FF9-6AAD77B8B4F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9488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9026-E4C0-7802-2B8C-D691BE19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4850E-0EA8-288E-CEBE-E463474FF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Who is He in yonder stall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9B917-5E1C-F6A8-B1F5-066F7BD7483D}"/>
              </a:ext>
            </a:extLst>
          </p:cNvPr>
          <p:cNvSpPr txBox="1"/>
          <p:nvPr/>
        </p:nvSpPr>
        <p:spPr>
          <a:xfrm>
            <a:off x="5687122" y="4638908"/>
            <a:ext cx="345687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5: 7 of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D9308-0836-40D2-487C-4C5FE86E1C3D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Calibri"/>
              </a:rPr>
              <a:t>Lo, at midnight who is He?</a:t>
            </a:r>
          </a:p>
          <a:p>
            <a:r>
              <a:rPr lang="en-SG" sz="2800" dirty="0">
                <a:ea typeface="Calibri"/>
                <a:cs typeface="Calibri"/>
              </a:rPr>
              <a:t>Who prays in dark Gethsemane?</a:t>
            </a:r>
          </a:p>
          <a:p>
            <a:endParaRPr lang="en-SG" sz="2800" dirty="0">
              <a:ea typeface="Calibri"/>
              <a:cs typeface="Calibri"/>
            </a:endParaRPr>
          </a:p>
          <a:p>
            <a:endParaRPr lang="en-SG" sz="2800" dirty="0">
              <a:ea typeface="Calibri"/>
              <a:cs typeface="Calibri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“it’s the Lord oh wondrous story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“tis the Lord the King of glory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At His feet we humbly fall, 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Crown Him, Crown Him, Lord of all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8789147-1C13-7129-803B-7B5FCFC027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9264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88C0-45AE-3E01-367C-1275D192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DF11-D52B-606E-A1A6-07BE5F0A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Who is He in yonder stall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249F4-13C8-E4BE-0D1A-BE1D103CB1C6}"/>
              </a:ext>
            </a:extLst>
          </p:cNvPr>
          <p:cNvSpPr txBox="1"/>
          <p:nvPr/>
        </p:nvSpPr>
        <p:spPr>
          <a:xfrm>
            <a:off x="5408341" y="4728118"/>
            <a:ext cx="373565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5: 6 of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45A334-8D6C-B608-5D22-4C2B14FCD7A7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Calibri"/>
              </a:rPr>
              <a:t>Who is He on yonder tree?</a:t>
            </a:r>
          </a:p>
          <a:p>
            <a:r>
              <a:rPr lang="en-SG" sz="2800" dirty="0">
                <a:ea typeface="Calibri"/>
                <a:cs typeface="Calibri"/>
              </a:rPr>
              <a:t>Dies in grief and agony</a:t>
            </a:r>
          </a:p>
          <a:p>
            <a:endParaRPr lang="en-SG" sz="2800" dirty="0">
              <a:ea typeface="Calibri"/>
              <a:cs typeface="Calibri"/>
            </a:endParaRPr>
          </a:p>
          <a:p>
            <a:endParaRPr lang="en-SG" sz="2800" dirty="0">
              <a:ea typeface="Calibri"/>
              <a:cs typeface="Calibri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“it’s the Lord oh wondrous story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“tis the Lord the King of glory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At His feet we humbly fall, 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Crown Him, Crown Him, Lord of all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5911511-D1C4-7EBC-0BDB-105C8069EE4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5862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52682-F491-B88F-1E83-6B51063C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D3E0-2135-275B-4042-92C8C75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Who is He in yonder stall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84762-C2D8-E30A-12F0-6B6204EF5D49}"/>
              </a:ext>
            </a:extLst>
          </p:cNvPr>
          <p:cNvSpPr txBox="1"/>
          <p:nvPr/>
        </p:nvSpPr>
        <p:spPr>
          <a:xfrm>
            <a:off x="5464098" y="4761572"/>
            <a:ext cx="367990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5: 9 of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791C7B-5793-6F6C-21D7-2661ACA1F700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Calibri"/>
              </a:rPr>
              <a:t>Who is He who from the grave?</a:t>
            </a:r>
          </a:p>
          <a:p>
            <a:r>
              <a:rPr lang="en-SG" sz="2800" dirty="0">
                <a:ea typeface="Calibri"/>
                <a:cs typeface="Calibri"/>
              </a:rPr>
              <a:t>Comes to succour, help and save</a:t>
            </a:r>
          </a:p>
          <a:p>
            <a:endParaRPr lang="en-SG" sz="2800" dirty="0">
              <a:ea typeface="Calibri"/>
              <a:cs typeface="Calibri"/>
            </a:endParaRPr>
          </a:p>
          <a:p>
            <a:endParaRPr lang="en-SG" sz="2800" dirty="0">
              <a:ea typeface="Calibri"/>
              <a:cs typeface="Calibri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“it’s the Lord oh wondrous story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“tis the Lord the King of glory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At His feet we humbly fall, 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Crown Him, Crown Him, Lord of all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9D73AF8-7E61-1EE6-7427-93D7F0806A1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9336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71894-686F-3B33-0B99-6A61A418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2A02C-C1D4-42C5-095B-C5B6F945C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Who is He in yonder stall</a:t>
            </a:r>
            <a:endParaRPr lang="en-US" sz="2800" b="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6E55B7-655D-5624-3B90-6437920DD7C3}"/>
              </a:ext>
            </a:extLst>
          </p:cNvPr>
          <p:cNvSpPr txBox="1"/>
          <p:nvPr/>
        </p:nvSpPr>
        <p:spPr>
          <a:xfrm>
            <a:off x="5408341" y="4705816"/>
            <a:ext cx="373565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Holy Communion 5: 10 of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40987-3840-048D-EBDC-C514D4093A95}"/>
              </a:ext>
            </a:extLst>
          </p:cNvPr>
          <p:cNvSpPr txBox="1"/>
          <p:nvPr/>
        </p:nvSpPr>
        <p:spPr>
          <a:xfrm>
            <a:off x="103696" y="672839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ea typeface="Calibri"/>
                <a:cs typeface="Calibri"/>
              </a:rPr>
              <a:t>Who is He who from His throne?</a:t>
            </a:r>
          </a:p>
          <a:p>
            <a:r>
              <a:rPr lang="en-SG" sz="2800" dirty="0">
                <a:ea typeface="Calibri"/>
                <a:cs typeface="Calibri"/>
              </a:rPr>
              <a:t>Rules through all the world alone?</a:t>
            </a:r>
          </a:p>
          <a:p>
            <a:endParaRPr lang="en-SG" sz="2800">
              <a:ea typeface="Calibri"/>
              <a:cs typeface="Calibri"/>
            </a:endParaRPr>
          </a:p>
          <a:p>
            <a:endParaRPr lang="en-SG" sz="2800" dirty="0">
              <a:ea typeface="Calibri"/>
              <a:cs typeface="Calibri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“it’s the Lord oh wondrous story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“tis the Lord the King of glory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At His feet we humbly fall, </a:t>
            </a:r>
          </a:p>
          <a:p>
            <a:r>
              <a:rPr lang="en-SG" sz="2800" i="1" dirty="0">
                <a:solidFill>
                  <a:srgbClr val="C00000"/>
                </a:solidFill>
                <a:ea typeface="Calibri"/>
                <a:cs typeface="Calibri"/>
              </a:rPr>
              <a:t>Crown Him, Crown Him, Lord of all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4196143-4667-7999-F722-376ACEE9D76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>
                <a:solidFill>
                  <a:srgbClr val="FFFF00"/>
                </a:solidFill>
                <a:latin typeface="Segoe UI"/>
                <a:cs typeface="Segoe UI"/>
              </a:rPr>
              <a:t>33</a:t>
            </a:r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8950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Closing Hymn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SG" dirty="0">
                <a:latin typeface="Segoe UI"/>
                <a:ea typeface="Calibri"/>
                <a:cs typeface="Segoe UI"/>
              </a:rPr>
              <a:t>It came upon the midnight clear</a:t>
            </a:r>
            <a:endParaRPr lang="en-US" dirty="0">
              <a:effectLst/>
              <a:latin typeface="Segoe UI"/>
              <a:ea typeface="Calibr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1014516"/>
            <a:ext cx="7698657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 dirty="0">
                <a:latin typeface="Segoe UI"/>
                <a:cs typeface="Segoe UI"/>
              </a:rPr>
              <a:t>It came upon the midnight clear,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that glorious song of old,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from angels bending near the earth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to touch their harps of gold: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Peace on the earth, good will to men,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from heaven’s all-gracious King.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The world in solemn stillness lay,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to hear the angels sing.</a:t>
            </a:r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C81CF-E729-DA2B-0768-52D9ED760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568B-72EF-9B8F-52BF-5620ECD48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SG" dirty="0">
                <a:latin typeface="Segoe UI"/>
                <a:ea typeface="Calibri"/>
                <a:cs typeface="Segoe UI"/>
              </a:rPr>
              <a:t>It came upon the midnight clear</a:t>
            </a:r>
            <a:endParaRPr lang="en-US" dirty="0">
              <a:effectLst/>
              <a:latin typeface="Segoe UI"/>
              <a:ea typeface="Calibr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39300-4014-54EE-EB4D-87AC2AB3803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CD3904-7C05-C709-B69D-199D42E7F04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AF3585-D173-BA5D-7826-9DE57B37BD2D}"/>
              </a:ext>
            </a:extLst>
          </p:cNvPr>
          <p:cNvSpPr/>
          <p:nvPr/>
        </p:nvSpPr>
        <p:spPr>
          <a:xfrm>
            <a:off x="722671" y="1014516"/>
            <a:ext cx="7698657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 dirty="0">
                <a:latin typeface="Segoe UI"/>
                <a:cs typeface="Segoe UI"/>
              </a:rPr>
              <a:t>For lo! the days are hastening on,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by prophet seen of old,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when with the ever-circling years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shall come the time foretold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when peace shall over all the earth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its ancient </a:t>
            </a:r>
            <a:r>
              <a:rPr lang="en-SG" sz="2800" i="1" dirty="0" err="1">
                <a:latin typeface="Segoe UI"/>
                <a:cs typeface="Segoe UI"/>
              </a:rPr>
              <a:t>splendors</a:t>
            </a:r>
            <a:r>
              <a:rPr lang="en-SG" sz="2800" i="1" dirty="0">
                <a:latin typeface="Segoe UI"/>
                <a:cs typeface="Segoe UI"/>
              </a:rPr>
              <a:t> fling,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and the whole world send back the song</a:t>
            </a:r>
          </a:p>
          <a:p>
            <a:pPr algn="ctr"/>
            <a:r>
              <a:rPr lang="en-SG" sz="2800" i="1" dirty="0">
                <a:latin typeface="Segoe UI"/>
                <a:cs typeface="Segoe UI"/>
              </a:rPr>
              <a:t>which now the angels sing.</a:t>
            </a:r>
          </a:p>
        </p:txBody>
      </p:sp>
    </p:spTree>
    <p:extLst>
      <p:ext uri="{BB962C8B-B14F-4D97-AF65-F5344CB8AC3E}">
        <p14:creationId xmlns:p14="http://schemas.microsoft.com/office/powerpoint/2010/main" val="4286698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684</TotalTime>
  <Words>2298</Words>
  <Application>Microsoft Office PowerPoint</Application>
  <PresentationFormat>On-screen Show (16:9)</PresentationFormat>
  <Paragraphs>400</Paragraphs>
  <Slides>44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 Come, Thou long expected Jesus</vt:lpstr>
      <vt:lpstr>Opening Hymn – Come, Thou long expected Jesus</vt:lpstr>
      <vt:lpstr>PowerPoint Presentation</vt:lpstr>
      <vt:lpstr>Thanksgiving – Hymn No 306</vt:lpstr>
      <vt:lpstr>PowerPoint Presentation</vt:lpstr>
      <vt:lpstr>Offertory – The First Noel</vt:lpstr>
      <vt:lpstr>Offertory – The First Noel</vt:lpstr>
      <vt:lpstr>Offertory – The First Noel</vt:lpstr>
      <vt:lpstr>Offertory – The First Noel</vt:lpstr>
      <vt:lpstr>Offertory – The First Noel</vt:lpstr>
      <vt:lpstr>Offertory – The First Noel</vt:lpstr>
      <vt:lpstr>PowerPoint Presentation</vt:lpstr>
      <vt:lpstr>PowerPoint Presentation</vt:lpstr>
      <vt:lpstr>Confession – Hymn No 473</vt:lpstr>
      <vt:lpstr>Holy Communion – Hymn No 473</vt:lpstr>
      <vt:lpstr>Holy Communion – Hymn No 473</vt:lpstr>
      <vt:lpstr>Holy Communion – Hymn No 473</vt:lpstr>
      <vt:lpstr>Holy Communion – O  come, O come, Emmanuel!</vt:lpstr>
      <vt:lpstr>Holy Communion – O come, O come, Emmanuel</vt:lpstr>
      <vt:lpstr>Holy Communion – O come, O come, Emmanuel</vt:lpstr>
      <vt:lpstr>Holy Communion – O come, O come, Emmanuel</vt:lpstr>
      <vt:lpstr>Holy Communion – Hymn No 30</vt:lpstr>
      <vt:lpstr>Holy Communion – Hymn No 30</vt:lpstr>
      <vt:lpstr>Holy Communion – Hymn No 30</vt:lpstr>
      <vt:lpstr>Holy Communion – Hymn No 30</vt:lpstr>
      <vt:lpstr>Holy Communion – Hymn No 26</vt:lpstr>
      <vt:lpstr>Holy Communion – Hymn No 26</vt:lpstr>
      <vt:lpstr>Holy Communion – Hymn No 26</vt:lpstr>
      <vt:lpstr>Holy Communion – Who is He in yonder stall?</vt:lpstr>
      <vt:lpstr>Holy Communion – Who is He in yonder stall</vt:lpstr>
      <vt:lpstr>Holy Communion – Who is He in yonder stall</vt:lpstr>
      <vt:lpstr>Holy Communion – Who is He in yonder stall</vt:lpstr>
      <vt:lpstr>Holy Communion – Who is He in yonder stall</vt:lpstr>
      <vt:lpstr>Holy Communion – Who is He in yonder stall</vt:lpstr>
      <vt:lpstr>Holy Communion – Who is He in yonder stall</vt:lpstr>
      <vt:lpstr>Holy Communion – Who is He in yonder stall</vt:lpstr>
      <vt:lpstr>Holy Communion – Who is He in yonder stall</vt:lpstr>
      <vt:lpstr>Holy Communion – Who is He in yonder stall</vt:lpstr>
      <vt:lpstr>Holy Communion – Who is He in yonder stall</vt:lpstr>
      <vt:lpstr>PowerPoint Presentation</vt:lpstr>
      <vt:lpstr>Closing Hymn – It came upon the midnight clear</vt:lpstr>
      <vt:lpstr>Closing Hymn – It came upon the midnight clear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Anusha George</cp:lastModifiedBy>
  <cp:revision>4</cp:revision>
  <dcterms:created xsi:type="dcterms:W3CDTF">2020-09-02T02:55:07Z</dcterms:created>
  <dcterms:modified xsi:type="dcterms:W3CDTF">2025-12-16T21:50:27Z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