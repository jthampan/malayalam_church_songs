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4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5.xml" ContentType="application/vnd.openxmlformats-officedocument.theme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  <p:sldMasterId id="2147483744" r:id="rId3"/>
    <p:sldMasterId id="2147483757" r:id="rId4"/>
    <p:sldMasterId id="2147483770" r:id="rId5"/>
    <p:sldMasterId id="2147483783" r:id="rId6"/>
  </p:sldMasterIdLst>
  <p:notesMasterIdLst>
    <p:notesMasterId r:id="rId55"/>
  </p:notesMasterIdLst>
  <p:handoutMasterIdLst>
    <p:handoutMasterId r:id="rId56"/>
  </p:handoutMasterIdLst>
  <p:sldIdLst>
    <p:sldId id="1746" r:id="rId7"/>
    <p:sldId id="1727" r:id="rId8"/>
    <p:sldId id="813" r:id="rId9"/>
    <p:sldId id="1766" r:id="rId10"/>
    <p:sldId id="1814" r:id="rId11"/>
    <p:sldId id="1815" r:id="rId12"/>
    <p:sldId id="1816" r:id="rId13"/>
    <p:sldId id="1817" r:id="rId14"/>
    <p:sldId id="1298" r:id="rId15"/>
    <p:sldId id="821" r:id="rId16"/>
    <p:sldId id="851" r:id="rId17"/>
    <p:sldId id="1318" r:id="rId18"/>
    <p:sldId id="822" r:id="rId19"/>
    <p:sldId id="1818" r:id="rId20"/>
    <p:sldId id="1819" r:id="rId21"/>
    <p:sldId id="1324" r:id="rId22"/>
    <p:sldId id="1820" r:id="rId23"/>
    <p:sldId id="1821" r:id="rId24"/>
    <p:sldId id="823" r:id="rId25"/>
    <p:sldId id="824" r:id="rId26"/>
    <p:sldId id="1277" r:id="rId27"/>
    <p:sldId id="1733" r:id="rId28"/>
    <p:sldId id="1388" r:id="rId29"/>
    <p:sldId id="1822" r:id="rId30"/>
    <p:sldId id="1832" r:id="rId31"/>
    <p:sldId id="1834" r:id="rId32"/>
    <p:sldId id="1829" r:id="rId33"/>
    <p:sldId id="1830" r:id="rId34"/>
    <p:sldId id="1824" r:id="rId35"/>
    <p:sldId id="1825" r:id="rId36"/>
    <p:sldId id="1826" r:id="rId37"/>
    <p:sldId id="1827" r:id="rId38"/>
    <p:sldId id="1828" r:id="rId39"/>
    <p:sldId id="1731" r:id="rId40"/>
    <p:sldId id="820" r:id="rId41"/>
    <p:sldId id="1201" r:id="rId42"/>
    <p:sldId id="1679" r:id="rId43"/>
    <p:sldId id="1732" r:id="rId44"/>
    <p:sldId id="1835" r:id="rId45"/>
    <p:sldId id="1841" r:id="rId46"/>
    <p:sldId id="1842" r:id="rId47"/>
    <p:sldId id="1843" r:id="rId48"/>
    <p:sldId id="1840" r:id="rId49"/>
    <p:sldId id="1836" r:id="rId50"/>
    <p:sldId id="1837" r:id="rId51"/>
    <p:sldId id="1838" r:id="rId52"/>
    <p:sldId id="1839" r:id="rId53"/>
    <p:sldId id="1844" r:id="rId5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C5DCF09-FC5E-8246-38A5-7BDD29DA3586}" name="Sherin Sarah Varghese" initials="SSV" userId="dc22cf68baf02303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iti samuel" initials="as" lastIdx="1" clrIdx="0">
    <p:extLst>
      <p:ext uri="{19B8F6BF-5375-455C-9EA6-DF929625EA0E}">
        <p15:presenceInfo xmlns:p15="http://schemas.microsoft.com/office/powerpoint/2012/main" userId="810fea6f6deeb52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31A02"/>
    <a:srgbClr val="905562"/>
    <a:srgbClr val="B6807C"/>
    <a:srgbClr val="AE7C76"/>
    <a:srgbClr val="A1889D"/>
    <a:srgbClr val="432545"/>
    <a:srgbClr val="42475E"/>
    <a:srgbClr val="BDBCC4"/>
    <a:srgbClr val="FAC983"/>
    <a:srgbClr val="FF9F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7F5C19-D6DA-724A-2A70-8759F5E6BA9F}" v="418" dt="2025-07-10T09:47:28.156"/>
    <p1510:client id="{23F5C522-A79C-3471-39C3-D1CC2A82B433}" v="324" dt="2025-07-11T09:00:20.294"/>
    <p1510:client id="{37FE77E5-459B-C641-9620-19BD06BBA30E}" v="994" dt="2025-07-10T09:35:47.471"/>
    <p1510:client id="{5A0D701C-9927-EA94-9C64-62935BD17B4F}" v="359" dt="2025-07-11T02:39:07.665"/>
    <p1510:client id="{7146FB4D-1700-677C-E1FB-1491061F069F}" v="1" dt="2025-07-12T03:17:32.622"/>
    <p1510:client id="{D02C8E9E-E544-0141-9101-A61577D47004}" v="49" dt="2025-07-12T03:06:24.416"/>
    <p1510:client id="{DEA904E0-16C5-A2BA-E361-3A9056DC3BF2}" v="58" dt="2025-07-11T08:15:54.6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50" Type="http://schemas.openxmlformats.org/officeDocument/2006/relationships/slide" Target="slides/slide44.xml"/><Relationship Id="rId55" Type="http://schemas.openxmlformats.org/officeDocument/2006/relationships/notesMaster" Target="notesMasters/notesMaster1.xml"/><Relationship Id="rId63" Type="http://schemas.microsoft.com/office/2015/10/relationships/revisionInfo" Target="revisionInfo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61" Type="http://schemas.openxmlformats.org/officeDocument/2006/relationships/tableStyles" Target="tableStyles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handoutMaster" Target="handoutMasters/handoutMaster1.xml"/><Relationship Id="rId64" Type="http://schemas.microsoft.com/office/2018/10/relationships/authors" Target="authors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viewProps" Target="viewProps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commentAuthors" Target="commentAuthors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ni Mathew" userId="3875fe58a975fc01" providerId="LiveId" clId="{B82A49D6-1E40-4EC1-B62A-54B0DBEE4FC0}"/>
    <pc:docChg chg="custSel addSld delSld modSld">
      <pc:chgData name="Sini Mathew" userId="3875fe58a975fc01" providerId="LiveId" clId="{B82A49D6-1E40-4EC1-B62A-54B0DBEE4FC0}" dt="2025-07-08T14:13:57.175" v="2021" actId="20577"/>
      <pc:docMkLst>
        <pc:docMk/>
      </pc:docMkLst>
      <pc:sldChg chg="modSp mod">
        <pc:chgData name="Sini Mathew" userId="3875fe58a975fc01" providerId="LiveId" clId="{B82A49D6-1E40-4EC1-B62A-54B0DBEE4FC0}" dt="2025-07-08T13:32:15.969" v="41" actId="20577"/>
        <pc:sldMkLst>
          <pc:docMk/>
          <pc:sldMk cId="717388547" sldId="813"/>
        </pc:sldMkLst>
        <pc:spChg chg="mod">
          <ac:chgData name="Sini Mathew" userId="3875fe58a975fc01" providerId="LiveId" clId="{B82A49D6-1E40-4EC1-B62A-54B0DBEE4FC0}" dt="2025-07-08T13:32:15.969" v="41" actId="20577"/>
          <ac:spMkLst>
            <pc:docMk/>
            <pc:sldMk cId="717388547" sldId="813"/>
            <ac:spMk id="3" creationId="{452E3445-7428-97CE-263A-521C050900BE}"/>
          </ac:spMkLst>
        </pc:spChg>
      </pc:sldChg>
      <pc:sldChg chg="addSp modSp mod">
        <pc:chgData name="Sini Mathew" userId="3875fe58a975fc01" providerId="LiveId" clId="{B82A49D6-1E40-4EC1-B62A-54B0DBEE4FC0}" dt="2025-07-08T14:07:11.157" v="1566" actId="20577"/>
        <pc:sldMkLst>
          <pc:docMk/>
          <pc:sldMk cId="140346443" sldId="822"/>
        </pc:sldMkLst>
        <pc:spChg chg="mod">
          <ac:chgData name="Sini Mathew" userId="3875fe58a975fc01" providerId="LiveId" clId="{B82A49D6-1E40-4EC1-B62A-54B0DBEE4FC0}" dt="2025-07-08T14:01:37.867" v="1289" actId="20577"/>
          <ac:spMkLst>
            <pc:docMk/>
            <pc:sldMk cId="140346443" sldId="822"/>
            <ac:spMk id="2" creationId="{69072751-0DFD-E04D-8DBC-6192EE4B4B2A}"/>
          </ac:spMkLst>
        </pc:spChg>
        <pc:spChg chg="add mod">
          <ac:chgData name="Sini Mathew" userId="3875fe58a975fc01" providerId="LiveId" clId="{B82A49D6-1E40-4EC1-B62A-54B0DBEE4FC0}" dt="2025-07-08T14:07:11.157" v="1566" actId="20577"/>
          <ac:spMkLst>
            <pc:docMk/>
            <pc:sldMk cId="140346443" sldId="822"/>
            <ac:spMk id="3" creationId="{1AB012BE-040E-5B65-02E1-DDB2A9A00DA4}"/>
          </ac:spMkLst>
        </pc:spChg>
        <pc:spChg chg="mod">
          <ac:chgData name="Sini Mathew" userId="3875fe58a975fc01" providerId="LiveId" clId="{B82A49D6-1E40-4EC1-B62A-54B0DBEE4FC0}" dt="2025-07-08T14:04:23.815" v="1440" actId="20577"/>
          <ac:spMkLst>
            <pc:docMk/>
            <pc:sldMk cId="140346443" sldId="822"/>
            <ac:spMk id="10" creationId="{60127C6D-3342-C831-3981-C5030CF3B941}"/>
          </ac:spMkLst>
        </pc:spChg>
      </pc:sldChg>
      <pc:sldChg chg="modSp mod">
        <pc:chgData name="Sini Mathew" userId="3875fe58a975fc01" providerId="LiveId" clId="{B82A49D6-1E40-4EC1-B62A-54B0DBEE4FC0}" dt="2025-07-08T14:01:31.787" v="1277" actId="20577"/>
        <pc:sldMkLst>
          <pc:docMk/>
          <pc:sldMk cId="1217883548" sldId="1318"/>
        </pc:sldMkLst>
        <pc:spChg chg="mod">
          <ac:chgData name="Sini Mathew" userId="3875fe58a975fc01" providerId="LiveId" clId="{B82A49D6-1E40-4EC1-B62A-54B0DBEE4FC0}" dt="2025-07-08T14:01:31.787" v="1277" actId="20577"/>
          <ac:spMkLst>
            <pc:docMk/>
            <pc:sldMk cId="1217883548" sldId="1318"/>
            <ac:spMk id="3" creationId="{B9ACC418-9BFA-F946-DA5B-A680A2EBDFAC}"/>
          </ac:spMkLst>
        </pc:spChg>
      </pc:sldChg>
      <pc:sldChg chg="modSp mod">
        <pc:chgData name="Sini Mathew" userId="3875fe58a975fc01" providerId="LiveId" clId="{B82A49D6-1E40-4EC1-B62A-54B0DBEE4FC0}" dt="2025-07-01T02:49:00.837" v="23" actId="20577"/>
        <pc:sldMkLst>
          <pc:docMk/>
          <pc:sldMk cId="126902895" sldId="1746"/>
        </pc:sldMkLst>
        <pc:spChg chg="mod">
          <ac:chgData name="Sini Mathew" userId="3875fe58a975fc01" providerId="LiveId" clId="{B82A49D6-1E40-4EC1-B62A-54B0DBEE4FC0}" dt="2025-07-01T02:49:00.837" v="23" actId="20577"/>
          <ac:spMkLst>
            <pc:docMk/>
            <pc:sldMk cId="126902895" sldId="1746"/>
            <ac:spMk id="7" creationId="{565A7DE2-A0D3-0201-4DD7-DCA2BFDB505C}"/>
          </ac:spMkLst>
        </pc:spChg>
      </pc:sldChg>
      <pc:sldChg chg="modSp mod">
        <pc:chgData name="Sini Mathew" userId="3875fe58a975fc01" providerId="LiveId" clId="{B82A49D6-1E40-4EC1-B62A-54B0DBEE4FC0}" dt="2025-07-08T13:53:45.922" v="1191" actId="20577"/>
        <pc:sldMkLst>
          <pc:docMk/>
          <pc:sldMk cId="3192769657" sldId="1766"/>
        </pc:sldMkLst>
        <pc:spChg chg="mod">
          <ac:chgData name="Sini Mathew" userId="3875fe58a975fc01" providerId="LiveId" clId="{B82A49D6-1E40-4EC1-B62A-54B0DBEE4FC0}" dt="2025-07-08T13:53:45.922" v="1191" actId="20577"/>
          <ac:spMkLst>
            <pc:docMk/>
            <pc:sldMk cId="3192769657" sldId="1766"/>
            <ac:spMk id="2" creationId="{E0685611-F8C0-7B58-25FF-103D1B8382DF}"/>
          </ac:spMkLst>
        </pc:spChg>
        <pc:spChg chg="mod">
          <ac:chgData name="Sini Mathew" userId="3875fe58a975fc01" providerId="LiveId" clId="{B82A49D6-1E40-4EC1-B62A-54B0DBEE4FC0}" dt="2025-07-08T13:53:00.896" v="1156" actId="20577"/>
          <ac:spMkLst>
            <pc:docMk/>
            <pc:sldMk cId="3192769657" sldId="1766"/>
            <ac:spMk id="5" creationId="{47C06F40-95DD-32FD-9090-4DFCCE9E7180}"/>
          </ac:spMkLst>
        </pc:spChg>
        <pc:spChg chg="mod">
          <ac:chgData name="Sini Mathew" userId="3875fe58a975fc01" providerId="LiveId" clId="{B82A49D6-1E40-4EC1-B62A-54B0DBEE4FC0}" dt="2025-07-08T13:36:26.210" v="283" actId="20577"/>
          <ac:spMkLst>
            <pc:docMk/>
            <pc:sldMk cId="3192769657" sldId="1766"/>
            <ac:spMk id="7" creationId="{73BCB907-E0B2-54A2-70D6-6ED07B3192C6}"/>
          </ac:spMkLst>
        </pc:spChg>
      </pc:sldChg>
      <pc:sldChg chg="del">
        <pc:chgData name="Sini Mathew" userId="3875fe58a975fc01" providerId="LiveId" clId="{B82A49D6-1E40-4EC1-B62A-54B0DBEE4FC0}" dt="2025-07-08T13:36:05.547" v="279" actId="47"/>
        <pc:sldMkLst>
          <pc:docMk/>
          <pc:sldMk cId="3178306836" sldId="1792"/>
        </pc:sldMkLst>
      </pc:sldChg>
      <pc:sldChg chg="del">
        <pc:chgData name="Sini Mathew" userId="3875fe58a975fc01" providerId="LiveId" clId="{B82A49D6-1E40-4EC1-B62A-54B0DBEE4FC0}" dt="2025-07-08T13:36:06.387" v="280" actId="47"/>
        <pc:sldMkLst>
          <pc:docMk/>
          <pc:sldMk cId="2954902843" sldId="1793"/>
        </pc:sldMkLst>
      </pc:sldChg>
      <pc:sldChg chg="del">
        <pc:chgData name="Sini Mathew" userId="3875fe58a975fc01" providerId="LiveId" clId="{B82A49D6-1E40-4EC1-B62A-54B0DBEE4FC0}" dt="2025-07-08T13:36:07.254" v="281" actId="47"/>
        <pc:sldMkLst>
          <pc:docMk/>
          <pc:sldMk cId="2289629979" sldId="1794"/>
        </pc:sldMkLst>
      </pc:sldChg>
      <pc:sldChg chg="del">
        <pc:chgData name="Sini Mathew" userId="3875fe58a975fc01" providerId="LiveId" clId="{B82A49D6-1E40-4EC1-B62A-54B0DBEE4FC0}" dt="2025-07-08T14:01:41.984" v="1290" actId="47"/>
        <pc:sldMkLst>
          <pc:docMk/>
          <pc:sldMk cId="3044109009" sldId="1795"/>
        </pc:sldMkLst>
      </pc:sldChg>
      <pc:sldChg chg="del">
        <pc:chgData name="Sini Mathew" userId="3875fe58a975fc01" providerId="LiveId" clId="{B82A49D6-1E40-4EC1-B62A-54B0DBEE4FC0}" dt="2025-07-08T14:01:42.791" v="1291" actId="47"/>
        <pc:sldMkLst>
          <pc:docMk/>
          <pc:sldMk cId="1534806361" sldId="1796"/>
        </pc:sldMkLst>
      </pc:sldChg>
      <pc:sldChg chg="modSp add mod">
        <pc:chgData name="Sini Mathew" userId="3875fe58a975fc01" providerId="LiveId" clId="{B82A49D6-1E40-4EC1-B62A-54B0DBEE4FC0}" dt="2025-07-08T13:53:51.882" v="1209" actId="20577"/>
        <pc:sldMkLst>
          <pc:docMk/>
          <pc:sldMk cId="3059271663" sldId="1814"/>
        </pc:sldMkLst>
        <pc:spChg chg="mod">
          <ac:chgData name="Sini Mathew" userId="3875fe58a975fc01" providerId="LiveId" clId="{B82A49D6-1E40-4EC1-B62A-54B0DBEE4FC0}" dt="2025-07-08T13:53:51.882" v="1209" actId="20577"/>
          <ac:spMkLst>
            <pc:docMk/>
            <pc:sldMk cId="3059271663" sldId="1814"/>
            <ac:spMk id="2" creationId="{FCEEA85E-8AA9-B3E4-C0D9-48734464F731}"/>
          </ac:spMkLst>
        </pc:spChg>
        <pc:spChg chg="mod">
          <ac:chgData name="Sini Mathew" userId="3875fe58a975fc01" providerId="LiveId" clId="{B82A49D6-1E40-4EC1-B62A-54B0DBEE4FC0}" dt="2025-07-08T13:53:08.444" v="1160" actId="20577"/>
          <ac:spMkLst>
            <pc:docMk/>
            <pc:sldMk cId="3059271663" sldId="1814"/>
            <ac:spMk id="5" creationId="{CF844C4C-76B8-F42D-0686-1C5EAACEF0F6}"/>
          </ac:spMkLst>
        </pc:spChg>
        <pc:spChg chg="mod">
          <ac:chgData name="Sini Mathew" userId="3875fe58a975fc01" providerId="LiveId" clId="{B82A49D6-1E40-4EC1-B62A-54B0DBEE4FC0}" dt="2025-07-08T13:46:52.541" v="758" actId="6549"/>
          <ac:spMkLst>
            <pc:docMk/>
            <pc:sldMk cId="3059271663" sldId="1814"/>
            <ac:spMk id="7" creationId="{C7BCB3BF-A387-F009-75C0-A5DAB6A9A0C7}"/>
          </ac:spMkLst>
        </pc:spChg>
      </pc:sldChg>
      <pc:sldChg chg="modSp add mod">
        <pc:chgData name="Sini Mathew" userId="3875fe58a975fc01" providerId="LiveId" clId="{B82A49D6-1E40-4EC1-B62A-54B0DBEE4FC0}" dt="2025-07-08T13:53:58.635" v="1227" actId="20577"/>
        <pc:sldMkLst>
          <pc:docMk/>
          <pc:sldMk cId="368851534" sldId="1815"/>
        </pc:sldMkLst>
        <pc:spChg chg="mod">
          <ac:chgData name="Sini Mathew" userId="3875fe58a975fc01" providerId="LiveId" clId="{B82A49D6-1E40-4EC1-B62A-54B0DBEE4FC0}" dt="2025-07-08T13:53:58.635" v="1227" actId="20577"/>
          <ac:spMkLst>
            <pc:docMk/>
            <pc:sldMk cId="368851534" sldId="1815"/>
            <ac:spMk id="2" creationId="{21385A73-6EE9-FCA9-8494-217F0A585D77}"/>
          </ac:spMkLst>
        </pc:spChg>
        <pc:spChg chg="mod">
          <ac:chgData name="Sini Mathew" userId="3875fe58a975fc01" providerId="LiveId" clId="{B82A49D6-1E40-4EC1-B62A-54B0DBEE4FC0}" dt="2025-07-08T13:53:15.418" v="1164" actId="20577"/>
          <ac:spMkLst>
            <pc:docMk/>
            <pc:sldMk cId="368851534" sldId="1815"/>
            <ac:spMk id="5" creationId="{15F13020-6DC3-9280-EB0A-3CF130262368}"/>
          </ac:spMkLst>
        </pc:spChg>
        <pc:spChg chg="mod">
          <ac:chgData name="Sini Mathew" userId="3875fe58a975fc01" providerId="LiveId" clId="{B82A49D6-1E40-4EC1-B62A-54B0DBEE4FC0}" dt="2025-07-08T13:45:02.229" v="733" actId="20577"/>
          <ac:spMkLst>
            <pc:docMk/>
            <pc:sldMk cId="368851534" sldId="1815"/>
            <ac:spMk id="7" creationId="{15A2532F-DB25-ACF5-CC0F-C183AFD39A2F}"/>
          </ac:spMkLst>
        </pc:spChg>
      </pc:sldChg>
      <pc:sldChg chg="modSp add mod">
        <pc:chgData name="Sini Mathew" userId="3875fe58a975fc01" providerId="LiveId" clId="{B82A49D6-1E40-4EC1-B62A-54B0DBEE4FC0}" dt="2025-07-08T13:54:04.980" v="1245" actId="20577"/>
        <pc:sldMkLst>
          <pc:docMk/>
          <pc:sldMk cId="147178672" sldId="1816"/>
        </pc:sldMkLst>
        <pc:spChg chg="mod">
          <ac:chgData name="Sini Mathew" userId="3875fe58a975fc01" providerId="LiveId" clId="{B82A49D6-1E40-4EC1-B62A-54B0DBEE4FC0}" dt="2025-07-08T13:54:04.980" v="1245" actId="20577"/>
          <ac:spMkLst>
            <pc:docMk/>
            <pc:sldMk cId="147178672" sldId="1816"/>
            <ac:spMk id="2" creationId="{42886B31-375A-9510-8A16-50E57D838B1D}"/>
          </ac:spMkLst>
        </pc:spChg>
        <pc:spChg chg="mod">
          <ac:chgData name="Sini Mathew" userId="3875fe58a975fc01" providerId="LiveId" clId="{B82A49D6-1E40-4EC1-B62A-54B0DBEE4FC0}" dt="2025-07-08T13:53:22.337" v="1168" actId="20577"/>
          <ac:spMkLst>
            <pc:docMk/>
            <pc:sldMk cId="147178672" sldId="1816"/>
            <ac:spMk id="5" creationId="{17C24E1F-15A3-7916-5C90-54B509C4C955}"/>
          </ac:spMkLst>
        </pc:spChg>
        <pc:spChg chg="mod">
          <ac:chgData name="Sini Mathew" userId="3875fe58a975fc01" providerId="LiveId" clId="{B82A49D6-1E40-4EC1-B62A-54B0DBEE4FC0}" dt="2025-07-08T13:49:22.824" v="955" actId="20577"/>
          <ac:spMkLst>
            <pc:docMk/>
            <pc:sldMk cId="147178672" sldId="1816"/>
            <ac:spMk id="7" creationId="{A60EE430-55C5-2BE2-A8CA-DC00EBFDAC72}"/>
          </ac:spMkLst>
        </pc:spChg>
      </pc:sldChg>
      <pc:sldChg chg="modSp add mod">
        <pc:chgData name="Sini Mathew" userId="3875fe58a975fc01" providerId="LiveId" clId="{B82A49D6-1E40-4EC1-B62A-54B0DBEE4FC0}" dt="2025-07-08T13:54:12.523" v="1265" actId="20577"/>
        <pc:sldMkLst>
          <pc:docMk/>
          <pc:sldMk cId="1403820475" sldId="1817"/>
        </pc:sldMkLst>
        <pc:spChg chg="mod">
          <ac:chgData name="Sini Mathew" userId="3875fe58a975fc01" providerId="LiveId" clId="{B82A49D6-1E40-4EC1-B62A-54B0DBEE4FC0}" dt="2025-07-08T13:54:12.523" v="1265" actId="20577"/>
          <ac:spMkLst>
            <pc:docMk/>
            <pc:sldMk cId="1403820475" sldId="1817"/>
            <ac:spMk id="2" creationId="{9D125445-CA75-06C6-4783-0AA9CEA1D407}"/>
          </ac:spMkLst>
        </pc:spChg>
        <pc:spChg chg="mod">
          <ac:chgData name="Sini Mathew" userId="3875fe58a975fc01" providerId="LiveId" clId="{B82A49D6-1E40-4EC1-B62A-54B0DBEE4FC0}" dt="2025-07-08T13:53:29.020" v="1172" actId="20577"/>
          <ac:spMkLst>
            <pc:docMk/>
            <pc:sldMk cId="1403820475" sldId="1817"/>
            <ac:spMk id="5" creationId="{52466B34-9A5A-1D79-7F42-5EE2F3B0C49D}"/>
          </ac:spMkLst>
        </pc:spChg>
        <pc:spChg chg="mod">
          <ac:chgData name="Sini Mathew" userId="3875fe58a975fc01" providerId="LiveId" clId="{B82A49D6-1E40-4EC1-B62A-54B0DBEE4FC0}" dt="2025-07-08T13:52:52.022" v="1154" actId="20577"/>
          <ac:spMkLst>
            <pc:docMk/>
            <pc:sldMk cId="1403820475" sldId="1817"/>
            <ac:spMk id="7" creationId="{E0520F81-081E-D20B-BF4F-98E28867CE5D}"/>
          </ac:spMkLst>
        </pc:spChg>
      </pc:sldChg>
      <pc:sldChg chg="modSp add mod">
        <pc:chgData name="Sini Mathew" userId="3875fe58a975fc01" providerId="LiveId" clId="{B82A49D6-1E40-4EC1-B62A-54B0DBEE4FC0}" dt="2025-07-08T14:10:57.257" v="1797" actId="20577"/>
        <pc:sldMkLst>
          <pc:docMk/>
          <pc:sldMk cId="2694161924" sldId="1818"/>
        </pc:sldMkLst>
        <pc:spChg chg="mod">
          <ac:chgData name="Sini Mathew" userId="3875fe58a975fc01" providerId="LiveId" clId="{B82A49D6-1E40-4EC1-B62A-54B0DBEE4FC0}" dt="2025-07-08T14:10:50.195" v="1795" actId="20577"/>
          <ac:spMkLst>
            <pc:docMk/>
            <pc:sldMk cId="2694161924" sldId="1818"/>
            <ac:spMk id="3" creationId="{AD7D3B08-000F-A43C-4A20-85ADD49D9DED}"/>
          </ac:spMkLst>
        </pc:spChg>
        <pc:spChg chg="mod">
          <ac:chgData name="Sini Mathew" userId="3875fe58a975fc01" providerId="LiveId" clId="{B82A49D6-1E40-4EC1-B62A-54B0DBEE4FC0}" dt="2025-07-08T14:10:57.257" v="1797" actId="20577"/>
          <ac:spMkLst>
            <pc:docMk/>
            <pc:sldMk cId="2694161924" sldId="1818"/>
            <ac:spMk id="6" creationId="{3FE0D381-4D83-765D-E401-9AFA9517E22F}"/>
          </ac:spMkLst>
        </pc:spChg>
        <pc:spChg chg="mod">
          <ac:chgData name="Sini Mathew" userId="3875fe58a975fc01" providerId="LiveId" clId="{B82A49D6-1E40-4EC1-B62A-54B0DBEE4FC0}" dt="2025-07-08T14:09:13.249" v="1688" actId="20577"/>
          <ac:spMkLst>
            <pc:docMk/>
            <pc:sldMk cId="2694161924" sldId="1818"/>
            <ac:spMk id="10" creationId="{522A1CA3-4A53-5759-723C-B12B6A29E3A1}"/>
          </ac:spMkLst>
        </pc:spChg>
      </pc:sldChg>
      <pc:sldChg chg="modSp add mod">
        <pc:chgData name="Sini Mathew" userId="3875fe58a975fc01" providerId="LiveId" clId="{B82A49D6-1E40-4EC1-B62A-54B0DBEE4FC0}" dt="2025-07-08T14:13:57.175" v="2021" actId="20577"/>
        <pc:sldMkLst>
          <pc:docMk/>
          <pc:sldMk cId="1631293736" sldId="1819"/>
        </pc:sldMkLst>
        <pc:spChg chg="mod">
          <ac:chgData name="Sini Mathew" userId="3875fe58a975fc01" providerId="LiveId" clId="{B82A49D6-1E40-4EC1-B62A-54B0DBEE4FC0}" dt="2025-07-08T14:13:51.393" v="2019" actId="20577"/>
          <ac:spMkLst>
            <pc:docMk/>
            <pc:sldMk cId="1631293736" sldId="1819"/>
            <ac:spMk id="3" creationId="{8AAA080D-0933-A173-189B-7811C60E7018}"/>
          </ac:spMkLst>
        </pc:spChg>
        <pc:spChg chg="mod">
          <ac:chgData name="Sini Mathew" userId="3875fe58a975fc01" providerId="LiveId" clId="{B82A49D6-1E40-4EC1-B62A-54B0DBEE4FC0}" dt="2025-07-08T14:13:57.175" v="2021" actId="20577"/>
          <ac:spMkLst>
            <pc:docMk/>
            <pc:sldMk cId="1631293736" sldId="1819"/>
            <ac:spMk id="6" creationId="{D5C770B6-1A63-3B89-A96A-98386A96D478}"/>
          </ac:spMkLst>
        </pc:spChg>
        <pc:spChg chg="mod">
          <ac:chgData name="Sini Mathew" userId="3875fe58a975fc01" providerId="LiveId" clId="{B82A49D6-1E40-4EC1-B62A-54B0DBEE4FC0}" dt="2025-07-08T14:12:31.416" v="1909" actId="20577"/>
          <ac:spMkLst>
            <pc:docMk/>
            <pc:sldMk cId="1631293736" sldId="1819"/>
            <ac:spMk id="10" creationId="{FA9A9CC6-6069-4A16-A01C-84193D568A58}"/>
          </ac:spMkLst>
        </pc:spChg>
      </pc:sldChg>
    </pc:docChg>
  </pc:docChgLst>
  <pc:docChgLst>
    <pc:chgData name="Guest User" providerId="Windows Live" clId="Web-{D02C8E9E-E544-0141-9101-A61577D47004}"/>
    <pc:docChg chg="modSld sldOrd">
      <pc:chgData name="Guest User" userId="" providerId="Windows Live" clId="Web-{D02C8E9E-E544-0141-9101-A61577D47004}" dt="2025-07-12T03:06:24.416" v="36"/>
      <pc:docMkLst>
        <pc:docMk/>
      </pc:docMkLst>
      <pc:sldChg chg="addSp delSp modSp">
        <pc:chgData name="Guest User" userId="" providerId="Windows Live" clId="Web-{D02C8E9E-E544-0141-9101-A61577D47004}" dt="2025-07-12T03:04:50.191" v="30"/>
        <pc:sldMkLst>
          <pc:docMk/>
          <pc:sldMk cId="4765592" sldId="1388"/>
        </pc:sldMkLst>
        <pc:spChg chg="add del mod">
          <ac:chgData name="Guest User" userId="" providerId="Windows Live" clId="Web-{D02C8E9E-E544-0141-9101-A61577D47004}" dt="2025-07-12T03:04:49.316" v="29"/>
          <ac:spMkLst>
            <pc:docMk/>
            <pc:sldMk cId="4765592" sldId="1388"/>
            <ac:spMk id="3" creationId="{3F7B4286-05C1-8083-9CFC-ECEDAA0A241B}"/>
          </ac:spMkLst>
        </pc:spChg>
        <pc:spChg chg="del mod">
          <ac:chgData name="Guest User" userId="" providerId="Windows Live" clId="Web-{D02C8E9E-E544-0141-9101-A61577D47004}" dt="2025-07-12T03:04:34.612" v="25"/>
          <ac:spMkLst>
            <pc:docMk/>
            <pc:sldMk cId="4765592" sldId="1388"/>
            <ac:spMk id="7" creationId="{A0747B71-BA0F-1C27-73A0-0CF04EB74C4B}"/>
          </ac:spMkLst>
        </pc:spChg>
        <pc:spChg chg="add del mod">
          <ac:chgData name="Guest User" userId="" providerId="Windows Live" clId="Web-{D02C8E9E-E544-0141-9101-A61577D47004}" dt="2025-07-12T03:04:44.847" v="28"/>
          <ac:spMkLst>
            <pc:docMk/>
            <pc:sldMk cId="4765592" sldId="1388"/>
            <ac:spMk id="8" creationId="{BDE4D4BD-6F45-4D90-6DF8-B3A991A9E857}"/>
          </ac:spMkLst>
        </pc:spChg>
        <pc:spChg chg="add mod">
          <ac:chgData name="Guest User" userId="" providerId="Windows Live" clId="Web-{D02C8E9E-E544-0141-9101-A61577D47004}" dt="2025-07-12T03:04:50.191" v="30"/>
          <ac:spMkLst>
            <pc:docMk/>
            <pc:sldMk cId="4765592" sldId="1388"/>
            <ac:spMk id="10" creationId="{72CE8160-C300-EF1E-99A5-B7E63749C27F}"/>
          </ac:spMkLst>
        </pc:spChg>
      </pc:sldChg>
      <pc:sldChg chg="modSp">
        <pc:chgData name="Guest User" userId="" providerId="Windows Live" clId="Web-{D02C8E9E-E544-0141-9101-A61577D47004}" dt="2025-07-12T02:59:48.229" v="0" actId="20577"/>
        <pc:sldMkLst>
          <pc:docMk/>
          <pc:sldMk cId="3192769657" sldId="1766"/>
        </pc:sldMkLst>
        <pc:spChg chg="mod">
          <ac:chgData name="Guest User" userId="" providerId="Windows Live" clId="Web-{D02C8E9E-E544-0141-9101-A61577D47004}" dt="2025-07-12T02:59:48.229" v="0" actId="20577"/>
          <ac:spMkLst>
            <pc:docMk/>
            <pc:sldMk cId="3192769657" sldId="1766"/>
            <ac:spMk id="2" creationId="{E0685611-F8C0-7B58-25FF-103D1B8382DF}"/>
          </ac:spMkLst>
        </pc:spChg>
      </pc:sldChg>
      <pc:sldChg chg="modSp">
        <pc:chgData name="Guest User" userId="" providerId="Windows Live" clId="Web-{D02C8E9E-E544-0141-9101-A61577D47004}" dt="2025-07-12T02:59:51.823" v="1" actId="20577"/>
        <pc:sldMkLst>
          <pc:docMk/>
          <pc:sldMk cId="3059271663" sldId="1814"/>
        </pc:sldMkLst>
        <pc:spChg chg="mod">
          <ac:chgData name="Guest User" userId="" providerId="Windows Live" clId="Web-{D02C8E9E-E544-0141-9101-A61577D47004}" dt="2025-07-12T02:59:51.823" v="1" actId="20577"/>
          <ac:spMkLst>
            <pc:docMk/>
            <pc:sldMk cId="3059271663" sldId="1814"/>
            <ac:spMk id="2" creationId="{FCEEA85E-8AA9-B3E4-C0D9-48734464F731}"/>
          </ac:spMkLst>
        </pc:spChg>
      </pc:sldChg>
      <pc:sldChg chg="modSp">
        <pc:chgData name="Guest User" userId="" providerId="Windows Live" clId="Web-{D02C8E9E-E544-0141-9101-A61577D47004}" dt="2025-07-12T03:00:50.972" v="13" actId="1076"/>
        <pc:sldMkLst>
          <pc:docMk/>
          <pc:sldMk cId="368851534" sldId="1815"/>
        </pc:sldMkLst>
        <pc:spChg chg="mod">
          <ac:chgData name="Guest User" userId="" providerId="Windows Live" clId="Web-{D02C8E9E-E544-0141-9101-A61577D47004}" dt="2025-07-12T02:59:54.745" v="2" actId="20577"/>
          <ac:spMkLst>
            <pc:docMk/>
            <pc:sldMk cId="368851534" sldId="1815"/>
            <ac:spMk id="2" creationId="{21385A73-6EE9-FCA9-8494-217F0A585D77}"/>
          </ac:spMkLst>
        </pc:spChg>
        <pc:spChg chg="mod">
          <ac:chgData name="Guest User" userId="" providerId="Windows Live" clId="Web-{D02C8E9E-E544-0141-9101-A61577D47004}" dt="2025-07-12T03:00:50.957" v="10" actId="1076"/>
          <ac:spMkLst>
            <pc:docMk/>
            <pc:sldMk cId="368851534" sldId="1815"/>
            <ac:spMk id="9" creationId="{D0002923-B96B-7965-38BE-F2BE3813C75E}"/>
          </ac:spMkLst>
        </pc:spChg>
        <pc:spChg chg="mod">
          <ac:chgData name="Guest User" userId="" providerId="Windows Live" clId="Web-{D02C8E9E-E544-0141-9101-A61577D47004}" dt="2025-07-12T03:00:50.957" v="11" actId="1076"/>
          <ac:spMkLst>
            <pc:docMk/>
            <pc:sldMk cId="368851534" sldId="1815"/>
            <ac:spMk id="10" creationId="{EE91276B-29E2-C785-B955-F038E6CFD8D5}"/>
          </ac:spMkLst>
        </pc:spChg>
        <pc:spChg chg="mod">
          <ac:chgData name="Guest User" userId="" providerId="Windows Live" clId="Web-{D02C8E9E-E544-0141-9101-A61577D47004}" dt="2025-07-12T03:00:50.972" v="12" actId="1076"/>
          <ac:spMkLst>
            <pc:docMk/>
            <pc:sldMk cId="368851534" sldId="1815"/>
            <ac:spMk id="11" creationId="{DAD45C9D-ABC1-CD0A-D91E-F0F60536F873}"/>
          </ac:spMkLst>
        </pc:spChg>
        <pc:spChg chg="mod">
          <ac:chgData name="Guest User" userId="" providerId="Windows Live" clId="Web-{D02C8E9E-E544-0141-9101-A61577D47004}" dt="2025-07-12T03:00:50.972" v="13" actId="1076"/>
          <ac:spMkLst>
            <pc:docMk/>
            <pc:sldMk cId="368851534" sldId="1815"/>
            <ac:spMk id="12" creationId="{178654C7-B101-6BFA-47B4-63654E6A9DD7}"/>
          </ac:spMkLst>
        </pc:spChg>
      </pc:sldChg>
      <pc:sldChg chg="modSp">
        <pc:chgData name="Guest User" userId="" providerId="Windows Live" clId="Web-{D02C8E9E-E544-0141-9101-A61577D47004}" dt="2025-07-12T02:59:57.589" v="3" actId="20577"/>
        <pc:sldMkLst>
          <pc:docMk/>
          <pc:sldMk cId="147178672" sldId="1816"/>
        </pc:sldMkLst>
        <pc:spChg chg="mod">
          <ac:chgData name="Guest User" userId="" providerId="Windows Live" clId="Web-{D02C8E9E-E544-0141-9101-A61577D47004}" dt="2025-07-12T02:59:57.589" v="3" actId="20577"/>
          <ac:spMkLst>
            <pc:docMk/>
            <pc:sldMk cId="147178672" sldId="1816"/>
            <ac:spMk id="2" creationId="{42886B31-375A-9510-8A16-50E57D838B1D}"/>
          </ac:spMkLst>
        </pc:spChg>
      </pc:sldChg>
      <pc:sldChg chg="modSp">
        <pc:chgData name="Guest User" userId="" providerId="Windows Live" clId="Web-{D02C8E9E-E544-0141-9101-A61577D47004}" dt="2025-07-12T02:59:59.776" v="4" actId="20577"/>
        <pc:sldMkLst>
          <pc:docMk/>
          <pc:sldMk cId="1403820475" sldId="1817"/>
        </pc:sldMkLst>
        <pc:spChg chg="mod">
          <ac:chgData name="Guest User" userId="" providerId="Windows Live" clId="Web-{D02C8E9E-E544-0141-9101-A61577D47004}" dt="2025-07-12T02:59:59.776" v="4" actId="20577"/>
          <ac:spMkLst>
            <pc:docMk/>
            <pc:sldMk cId="1403820475" sldId="1817"/>
            <ac:spMk id="2" creationId="{9D125445-CA75-06C6-4783-0AA9CEA1D407}"/>
          </ac:spMkLst>
        </pc:spChg>
      </pc:sldChg>
      <pc:sldChg chg="modSp">
        <pc:chgData name="Guest User" userId="" providerId="Windows Live" clId="Web-{D02C8E9E-E544-0141-9101-A61577D47004}" dt="2025-07-12T03:04:02.531" v="21" actId="20577"/>
        <pc:sldMkLst>
          <pc:docMk/>
          <pc:sldMk cId="1254139428" sldId="1822"/>
        </pc:sldMkLst>
        <pc:spChg chg="mod">
          <ac:chgData name="Guest User" userId="" providerId="Windows Live" clId="Web-{D02C8E9E-E544-0141-9101-A61577D47004}" dt="2025-07-12T03:04:02.531" v="21" actId="20577"/>
          <ac:spMkLst>
            <pc:docMk/>
            <pc:sldMk cId="1254139428" sldId="1822"/>
            <ac:spMk id="2" creationId="{19B9627D-C9E5-7A27-D868-BB4004190B76}"/>
          </ac:spMkLst>
        </pc:spChg>
      </pc:sldChg>
      <pc:sldChg chg="modSp">
        <pc:chgData name="Guest User" userId="" providerId="Windows Live" clId="Web-{D02C8E9E-E544-0141-9101-A61577D47004}" dt="2025-07-12T03:05:20.224" v="32"/>
        <pc:sldMkLst>
          <pc:docMk/>
          <pc:sldMk cId="2684712631" sldId="1829"/>
        </pc:sldMkLst>
        <pc:spChg chg="mod">
          <ac:chgData name="Guest User" userId="" providerId="Windows Live" clId="Web-{D02C8E9E-E544-0141-9101-A61577D47004}" dt="2025-07-12T03:05:20.224" v="32"/>
          <ac:spMkLst>
            <pc:docMk/>
            <pc:sldMk cId="2684712631" sldId="1829"/>
            <ac:spMk id="7" creationId="{E5F1EFE9-2C7F-FD9E-A1D1-0E4FBADF90C4}"/>
          </ac:spMkLst>
        </pc:spChg>
      </pc:sldChg>
      <pc:sldChg chg="addSp delSp ord">
        <pc:chgData name="Guest User" userId="" providerId="Windows Live" clId="Web-{D02C8E9E-E544-0141-9101-A61577D47004}" dt="2025-07-12T03:06:24.416" v="36"/>
        <pc:sldMkLst>
          <pc:docMk/>
          <pc:sldMk cId="1880725329" sldId="1830"/>
        </pc:sldMkLst>
        <pc:spChg chg="add">
          <ac:chgData name="Guest User" userId="" providerId="Windows Live" clId="Web-{D02C8E9E-E544-0141-9101-A61577D47004}" dt="2025-07-12T03:06:24.416" v="36"/>
          <ac:spMkLst>
            <pc:docMk/>
            <pc:sldMk cId="1880725329" sldId="1830"/>
            <ac:spMk id="3" creationId="{DFE5602B-6E2D-A173-4DF8-9982BC2DDA0E}"/>
          </ac:spMkLst>
        </pc:spChg>
        <pc:spChg chg="del">
          <ac:chgData name="Guest User" userId="" providerId="Windows Live" clId="Web-{D02C8E9E-E544-0141-9101-A61577D47004}" dt="2025-07-12T03:06:23.728" v="35"/>
          <ac:spMkLst>
            <pc:docMk/>
            <pc:sldMk cId="1880725329" sldId="1830"/>
            <ac:spMk id="5" creationId="{DFE5602B-6E2D-A173-4DF8-9982BC2DDA0E}"/>
          </ac:spMkLst>
        </pc:spChg>
      </pc:sldChg>
      <pc:sldChg chg="modSp">
        <pc:chgData name="Guest User" userId="" providerId="Windows Live" clId="Web-{D02C8E9E-E544-0141-9101-A61577D47004}" dt="2025-07-12T03:04:08.126" v="22" actId="20577"/>
        <pc:sldMkLst>
          <pc:docMk/>
          <pc:sldMk cId="52966656" sldId="1832"/>
        </pc:sldMkLst>
        <pc:spChg chg="mod">
          <ac:chgData name="Guest User" userId="" providerId="Windows Live" clId="Web-{D02C8E9E-E544-0141-9101-A61577D47004}" dt="2025-07-12T03:04:08.126" v="22" actId="20577"/>
          <ac:spMkLst>
            <pc:docMk/>
            <pc:sldMk cId="52966656" sldId="1832"/>
            <ac:spMk id="2" creationId="{184D3AB8-08AD-237E-F136-B27EADDDFADC}"/>
          </ac:spMkLst>
        </pc:spChg>
      </pc:sldChg>
      <pc:sldChg chg="modSp">
        <pc:chgData name="Guest User" userId="" providerId="Windows Live" clId="Web-{D02C8E9E-E544-0141-9101-A61577D47004}" dt="2025-07-12T03:04:10.798" v="23" actId="20577"/>
        <pc:sldMkLst>
          <pc:docMk/>
          <pc:sldMk cId="827100732" sldId="1834"/>
        </pc:sldMkLst>
        <pc:spChg chg="mod">
          <ac:chgData name="Guest User" userId="" providerId="Windows Live" clId="Web-{D02C8E9E-E544-0141-9101-A61577D47004}" dt="2025-07-12T03:04:10.798" v="23" actId="20577"/>
          <ac:spMkLst>
            <pc:docMk/>
            <pc:sldMk cId="827100732" sldId="1834"/>
            <ac:spMk id="2" creationId="{084040AB-030B-E0AE-710A-DC06EE881437}"/>
          </ac:spMkLst>
        </pc:spChg>
      </pc:sldChg>
    </pc:docChg>
  </pc:docChgLst>
  <pc:docChgLst>
    <pc:chgData name="Cynthia George" userId="8e4ca16d49ed6304" providerId="Windows Live" clId="Web-{DEA904E0-16C5-A2BA-E361-3A9056DC3BF2}"/>
    <pc:docChg chg="modSld">
      <pc:chgData name="Cynthia George" userId="8e4ca16d49ed6304" providerId="Windows Live" clId="Web-{DEA904E0-16C5-A2BA-E361-3A9056DC3BF2}" dt="2025-07-11T08:15:54.613" v="27" actId="20577"/>
      <pc:docMkLst>
        <pc:docMk/>
      </pc:docMkLst>
      <pc:sldChg chg="modSp">
        <pc:chgData name="Cynthia George" userId="8e4ca16d49ed6304" providerId="Windows Live" clId="Web-{DEA904E0-16C5-A2BA-E361-3A9056DC3BF2}" dt="2025-07-11T08:09:58.879" v="16" actId="20577"/>
        <pc:sldMkLst>
          <pc:docMk/>
          <pc:sldMk cId="2170825706" sldId="1679"/>
        </pc:sldMkLst>
        <pc:spChg chg="mod">
          <ac:chgData name="Cynthia George" userId="8e4ca16d49ed6304" providerId="Windows Live" clId="Web-{DEA904E0-16C5-A2BA-E361-3A9056DC3BF2}" dt="2025-07-11T08:09:58.879" v="16" actId="20577"/>
          <ac:spMkLst>
            <pc:docMk/>
            <pc:sldMk cId="2170825706" sldId="1679"/>
            <ac:spMk id="6" creationId="{0BAD9EF5-2286-3DE3-F2A3-0055009A2470}"/>
          </ac:spMkLst>
        </pc:spChg>
      </pc:sldChg>
      <pc:sldChg chg="modSp">
        <pc:chgData name="Cynthia George" userId="8e4ca16d49ed6304" providerId="Windows Live" clId="Web-{DEA904E0-16C5-A2BA-E361-3A9056DC3BF2}" dt="2025-07-11T08:14:53.925" v="23" actId="20577"/>
        <pc:sldMkLst>
          <pc:docMk/>
          <pc:sldMk cId="3231559123" sldId="1837"/>
        </pc:sldMkLst>
        <pc:spChg chg="mod">
          <ac:chgData name="Cynthia George" userId="8e4ca16d49ed6304" providerId="Windows Live" clId="Web-{DEA904E0-16C5-A2BA-E361-3A9056DC3BF2}" dt="2025-07-11T08:14:53.925" v="23" actId="20577"/>
          <ac:spMkLst>
            <pc:docMk/>
            <pc:sldMk cId="3231559123" sldId="1837"/>
            <ac:spMk id="6" creationId="{71072CCD-5D38-6906-0D40-86BB4F3764E2}"/>
          </ac:spMkLst>
        </pc:spChg>
      </pc:sldChg>
      <pc:sldChg chg="modSp">
        <pc:chgData name="Cynthia George" userId="8e4ca16d49ed6304" providerId="Windows Live" clId="Web-{DEA904E0-16C5-A2BA-E361-3A9056DC3BF2}" dt="2025-07-11T08:15:03.722" v="25" actId="20577"/>
        <pc:sldMkLst>
          <pc:docMk/>
          <pc:sldMk cId="1631829471" sldId="1838"/>
        </pc:sldMkLst>
        <pc:spChg chg="mod">
          <ac:chgData name="Cynthia George" userId="8e4ca16d49ed6304" providerId="Windows Live" clId="Web-{DEA904E0-16C5-A2BA-E361-3A9056DC3BF2}" dt="2025-07-11T08:15:03.722" v="25" actId="20577"/>
          <ac:spMkLst>
            <pc:docMk/>
            <pc:sldMk cId="1631829471" sldId="1838"/>
            <ac:spMk id="6" creationId="{25E0D11D-43C3-B209-02AA-B91A1A6BE59C}"/>
          </ac:spMkLst>
        </pc:spChg>
      </pc:sldChg>
      <pc:sldChg chg="modSp">
        <pc:chgData name="Cynthia George" userId="8e4ca16d49ed6304" providerId="Windows Live" clId="Web-{DEA904E0-16C5-A2BA-E361-3A9056DC3BF2}" dt="2025-07-11T08:15:54.613" v="27" actId="20577"/>
        <pc:sldMkLst>
          <pc:docMk/>
          <pc:sldMk cId="2327211695" sldId="1839"/>
        </pc:sldMkLst>
        <pc:spChg chg="mod">
          <ac:chgData name="Cynthia George" userId="8e4ca16d49ed6304" providerId="Windows Live" clId="Web-{DEA904E0-16C5-A2BA-E361-3A9056DC3BF2}" dt="2025-07-11T08:15:54.613" v="27" actId="20577"/>
          <ac:spMkLst>
            <pc:docMk/>
            <pc:sldMk cId="2327211695" sldId="1839"/>
            <ac:spMk id="6" creationId="{61C32D10-768A-D549-D5BC-7E9FCA234F2D}"/>
          </ac:spMkLst>
        </pc:spChg>
      </pc:sldChg>
      <pc:sldChg chg="modSp">
        <pc:chgData name="Cynthia George" userId="8e4ca16d49ed6304" providerId="Windows Live" clId="Web-{DEA904E0-16C5-A2BA-E361-3A9056DC3BF2}" dt="2025-07-11T08:11:24.567" v="21" actId="20577"/>
        <pc:sldMkLst>
          <pc:docMk/>
          <pc:sldMk cId="993714335" sldId="1842"/>
        </pc:sldMkLst>
        <pc:spChg chg="mod">
          <ac:chgData name="Cynthia George" userId="8e4ca16d49ed6304" providerId="Windows Live" clId="Web-{DEA904E0-16C5-A2BA-E361-3A9056DC3BF2}" dt="2025-07-11T08:11:24.567" v="21" actId="20577"/>
          <ac:spMkLst>
            <pc:docMk/>
            <pc:sldMk cId="993714335" sldId="1842"/>
            <ac:spMk id="6" creationId="{5CAE56B4-DFD3-50E2-99EE-7CFCB5DFCEB5}"/>
          </ac:spMkLst>
        </pc:spChg>
      </pc:sldChg>
    </pc:docChg>
  </pc:docChgLst>
  <pc:docChgLst>
    <pc:chgData name="Guest User" providerId="Windows Live" clId="Web-{37FE77E5-459B-C641-9620-19BD06BBA30E}"/>
    <pc:docChg chg="addSld delSld modSld sldOrd">
      <pc:chgData name="Guest User" userId="" providerId="Windows Live" clId="Web-{37FE77E5-459B-C641-9620-19BD06BBA30E}" dt="2025-07-10T09:35:47.471" v="618"/>
      <pc:docMkLst>
        <pc:docMk/>
      </pc:docMkLst>
      <pc:sldChg chg="modSp">
        <pc:chgData name="Guest User" userId="" providerId="Windows Live" clId="Web-{37FE77E5-459B-C641-9620-19BD06BBA30E}" dt="2025-07-10T07:19:33.627" v="0" actId="20577"/>
        <pc:sldMkLst>
          <pc:docMk/>
          <pc:sldMk cId="1180184608" sldId="1201"/>
        </pc:sldMkLst>
        <pc:spChg chg="mod">
          <ac:chgData name="Guest User" userId="" providerId="Windows Live" clId="Web-{37FE77E5-459B-C641-9620-19BD06BBA30E}" dt="2025-07-10T07:19:33.627" v="0" actId="20577"/>
          <ac:spMkLst>
            <pc:docMk/>
            <pc:sldMk cId="1180184608" sldId="1201"/>
            <ac:spMk id="3" creationId="{BD7AE418-84FE-0E25-B13A-DAD0615A2C9F}"/>
          </ac:spMkLst>
        </pc:spChg>
      </pc:sldChg>
      <pc:sldChg chg="ord">
        <pc:chgData name="Guest User" userId="" providerId="Windows Live" clId="Web-{37FE77E5-459B-C641-9620-19BD06BBA30E}" dt="2025-07-10T07:27:23.830" v="110"/>
        <pc:sldMkLst>
          <pc:docMk/>
          <pc:sldMk cId="2508267009" sldId="1732"/>
        </pc:sldMkLst>
      </pc:sldChg>
      <pc:sldChg chg="modSp add ord replId">
        <pc:chgData name="Guest User" userId="" providerId="Windows Live" clId="Web-{37FE77E5-459B-C641-9620-19BD06BBA30E}" dt="2025-07-10T07:20:40.520" v="35" actId="20577"/>
        <pc:sldMkLst>
          <pc:docMk/>
          <pc:sldMk cId="1268694252" sldId="1835"/>
        </pc:sldMkLst>
        <pc:spChg chg="mod">
          <ac:chgData name="Guest User" userId="" providerId="Windows Live" clId="Web-{37FE77E5-459B-C641-9620-19BD06BBA30E}" dt="2025-07-10T07:20:40.520" v="35" actId="20577"/>
          <ac:spMkLst>
            <pc:docMk/>
            <pc:sldMk cId="1268694252" sldId="1835"/>
            <ac:spMk id="3" creationId="{C375D25F-1ACA-F291-7A43-310A77C1CED2}"/>
          </ac:spMkLst>
        </pc:spChg>
      </pc:sldChg>
      <pc:sldChg chg="addSp delSp modSp add del ord replId">
        <pc:chgData name="Guest User" userId="" providerId="Windows Live" clId="Web-{37FE77E5-459B-C641-9620-19BD06BBA30E}" dt="2025-07-10T09:26:22.789" v="234"/>
        <pc:sldMkLst>
          <pc:docMk/>
          <pc:sldMk cId="3549055345" sldId="1836"/>
        </pc:sldMkLst>
        <pc:spChg chg="mod">
          <ac:chgData name="Guest User" userId="" providerId="Windows Live" clId="Web-{37FE77E5-459B-C641-9620-19BD06BBA30E}" dt="2025-07-10T07:21:42.209" v="66"/>
          <ac:spMkLst>
            <pc:docMk/>
            <pc:sldMk cId="3549055345" sldId="1836"/>
            <ac:spMk id="2" creationId="{323B098B-900D-4835-D694-3715E60F2FAF}"/>
          </ac:spMkLst>
        </pc:spChg>
        <pc:spChg chg="add del mod">
          <ac:chgData name="Guest User" userId="" providerId="Windows Live" clId="Web-{37FE77E5-459B-C641-9620-19BD06BBA30E}" dt="2025-07-10T07:21:43.819" v="68" actId="14100"/>
          <ac:spMkLst>
            <pc:docMk/>
            <pc:sldMk cId="3549055345" sldId="1836"/>
            <ac:spMk id="3" creationId="{71F4A073-9619-0582-80C8-0ACD824CFF82}"/>
          </ac:spMkLst>
        </pc:spChg>
      </pc:sldChg>
      <pc:sldChg chg="modSp add del ord replId">
        <pc:chgData name="Guest User" userId="" providerId="Windows Live" clId="Web-{37FE77E5-459B-C641-9620-19BD06BBA30E}" dt="2025-07-10T07:27:10.689" v="107"/>
        <pc:sldMkLst>
          <pc:docMk/>
          <pc:sldMk cId="2026238595" sldId="1837"/>
        </pc:sldMkLst>
      </pc:sldChg>
      <pc:sldChg chg="addSp delSp modSp add del replId">
        <pc:chgData name="Guest User" userId="" providerId="Windows Live" clId="Web-{37FE77E5-459B-C641-9620-19BD06BBA30E}" dt="2025-07-10T09:35:38.205" v="614"/>
        <pc:sldMkLst>
          <pc:docMk/>
          <pc:sldMk cId="3231559123" sldId="1837"/>
        </pc:sldMkLst>
        <pc:spChg chg="mod">
          <ac:chgData name="Guest User" userId="" providerId="Windows Live" clId="Web-{37FE77E5-459B-C641-9620-19BD06BBA30E}" dt="2025-07-10T07:27:48.518" v="136" actId="20577"/>
          <ac:spMkLst>
            <pc:docMk/>
            <pc:sldMk cId="3231559123" sldId="1837"/>
            <ac:spMk id="2" creationId="{22827A10-CB7B-F5E8-DE64-C31029C7E23D}"/>
          </ac:spMkLst>
        </pc:spChg>
        <pc:spChg chg="mod">
          <ac:chgData name="Guest User" userId="" providerId="Windows Live" clId="Web-{37FE77E5-459B-C641-9620-19BD06BBA30E}" dt="2025-07-10T07:30:25.304" v="175" actId="20577"/>
          <ac:spMkLst>
            <pc:docMk/>
            <pc:sldMk cId="3231559123" sldId="1837"/>
            <ac:spMk id="6" creationId="{71072CCD-5D38-6906-0D40-86BB4F3764E2}"/>
          </ac:spMkLst>
        </pc:spChg>
        <pc:spChg chg="mod">
          <ac:chgData name="Guest User" userId="" providerId="Windows Live" clId="Web-{37FE77E5-459B-C641-9620-19BD06BBA30E}" dt="2025-07-10T09:31:16.092" v="400" actId="20577"/>
          <ac:spMkLst>
            <pc:docMk/>
            <pc:sldMk cId="3231559123" sldId="1837"/>
            <ac:spMk id="7" creationId="{C59C9847-A307-859C-014E-9A7D365124BD}"/>
          </ac:spMkLst>
        </pc:spChg>
        <pc:spChg chg="add">
          <ac:chgData name="Guest User" userId="" providerId="Windows Live" clId="Web-{37FE77E5-459B-C641-9620-19BD06BBA30E}" dt="2025-07-10T09:35:38.205" v="614"/>
          <ac:spMkLst>
            <pc:docMk/>
            <pc:sldMk cId="3231559123" sldId="1837"/>
            <ac:spMk id="10" creationId="{D58C81B8-6626-3F9A-E928-5E228929884A}"/>
          </ac:spMkLst>
        </pc:spChg>
      </pc:sldChg>
      <pc:sldChg chg="addSp delSp modSp add replId">
        <pc:chgData name="Guest User" userId="" providerId="Windows Live" clId="Web-{37FE77E5-459B-C641-9620-19BD06BBA30E}" dt="2025-07-10T09:35:42.924" v="616"/>
        <pc:sldMkLst>
          <pc:docMk/>
          <pc:sldMk cId="1631829471" sldId="1838"/>
        </pc:sldMkLst>
        <pc:spChg chg="mod">
          <ac:chgData name="Guest User" userId="" providerId="Windows Live" clId="Web-{37FE77E5-459B-C641-9620-19BD06BBA30E}" dt="2025-07-10T07:30:59.415" v="191" actId="20577"/>
          <ac:spMkLst>
            <pc:docMk/>
            <pc:sldMk cId="1631829471" sldId="1838"/>
            <ac:spMk id="6" creationId="{25E0D11D-43C3-B209-02AA-B91A1A6BE59C}"/>
          </ac:spMkLst>
        </pc:spChg>
        <pc:spChg chg="mod">
          <ac:chgData name="Guest User" userId="" providerId="Windows Live" clId="Web-{37FE77E5-459B-C641-9620-19BD06BBA30E}" dt="2025-07-10T09:31:14.076" v="399" actId="20577"/>
          <ac:spMkLst>
            <pc:docMk/>
            <pc:sldMk cId="1631829471" sldId="1838"/>
            <ac:spMk id="7" creationId="{BF8503ED-5905-1C18-5DEE-AFB6E9BCFCA2}"/>
          </ac:spMkLst>
        </pc:spChg>
        <pc:spChg chg="add">
          <ac:chgData name="Guest User" userId="" providerId="Windows Live" clId="Web-{37FE77E5-459B-C641-9620-19BD06BBA30E}" dt="2025-07-10T09:35:42.924" v="616"/>
          <ac:spMkLst>
            <pc:docMk/>
            <pc:sldMk cId="1631829471" sldId="1838"/>
            <ac:spMk id="9" creationId="{08515C6D-25C5-32EE-DB78-3587C20B8B07}"/>
          </ac:spMkLst>
        </pc:spChg>
      </pc:sldChg>
      <pc:sldChg chg="add del replId">
        <pc:chgData name="Guest User" userId="" providerId="Windows Live" clId="Web-{37FE77E5-459B-C641-9620-19BD06BBA30E}" dt="2025-07-10T07:26:59.360" v="106"/>
        <pc:sldMkLst>
          <pc:docMk/>
          <pc:sldMk cId="3287500075" sldId="1838"/>
        </pc:sldMkLst>
      </pc:sldChg>
      <pc:sldChg chg="addSp delSp modSp add replId">
        <pc:chgData name="Guest User" userId="" providerId="Windows Live" clId="Web-{37FE77E5-459B-C641-9620-19BD06BBA30E}" dt="2025-07-10T09:35:47.471" v="618"/>
        <pc:sldMkLst>
          <pc:docMk/>
          <pc:sldMk cId="2327211695" sldId="1839"/>
        </pc:sldMkLst>
        <pc:spChg chg="mod">
          <ac:chgData name="Guest User" userId="" providerId="Windows Live" clId="Web-{37FE77E5-459B-C641-9620-19BD06BBA30E}" dt="2025-07-10T07:31:22.541" v="203" actId="20577"/>
          <ac:spMkLst>
            <pc:docMk/>
            <pc:sldMk cId="2327211695" sldId="1839"/>
            <ac:spMk id="6" creationId="{61C32D10-768A-D549-D5BC-7E9FCA234F2D}"/>
          </ac:spMkLst>
        </pc:spChg>
        <pc:spChg chg="mod">
          <ac:chgData name="Guest User" userId="" providerId="Windows Live" clId="Web-{37FE77E5-459B-C641-9620-19BD06BBA30E}" dt="2025-07-10T09:31:12.091" v="398" actId="20577"/>
          <ac:spMkLst>
            <pc:docMk/>
            <pc:sldMk cId="2327211695" sldId="1839"/>
            <ac:spMk id="7" creationId="{DADDEE5C-0D88-007A-54EB-6FC55CCBF8DB}"/>
          </ac:spMkLst>
        </pc:spChg>
        <pc:spChg chg="add">
          <ac:chgData name="Guest User" userId="" providerId="Windows Live" clId="Web-{37FE77E5-459B-C641-9620-19BD06BBA30E}" dt="2025-07-10T09:35:47.471" v="618"/>
          <ac:spMkLst>
            <pc:docMk/>
            <pc:sldMk cId="2327211695" sldId="1839"/>
            <ac:spMk id="9" creationId="{C0EBF673-17FD-5BD1-F419-9FDDFED4E98A}"/>
          </ac:spMkLst>
        </pc:spChg>
      </pc:sldChg>
      <pc:sldChg chg="add ord replId">
        <pc:chgData name="Guest User" userId="" providerId="Windows Live" clId="Web-{37FE77E5-459B-C641-9620-19BD06BBA30E}" dt="2025-07-10T09:35:31.470" v="612"/>
        <pc:sldMkLst>
          <pc:docMk/>
          <pc:sldMk cId="612833064" sldId="1840"/>
        </pc:sldMkLst>
      </pc:sldChg>
      <pc:sldChg chg="add del ord replId">
        <pc:chgData name="Guest User" userId="" providerId="Windows Live" clId="Web-{37FE77E5-459B-C641-9620-19BD06BBA30E}" dt="2025-07-10T09:24:33.812" v="223"/>
        <pc:sldMkLst>
          <pc:docMk/>
          <pc:sldMk cId="782122016" sldId="1841"/>
        </pc:sldMkLst>
      </pc:sldChg>
      <pc:sldChg chg="addSp modSp new add del mod chgLayout">
        <pc:chgData name="Guest User" userId="" providerId="Windows Live" clId="Web-{37FE77E5-459B-C641-9620-19BD06BBA30E}" dt="2025-07-10T09:31:37.875" v="401" actId="1076"/>
        <pc:sldMkLst>
          <pc:docMk/>
          <pc:sldMk cId="2426100198" sldId="1841"/>
        </pc:sldMkLst>
        <pc:spChg chg="add mod">
          <ac:chgData name="Guest User" userId="" providerId="Windows Live" clId="Web-{37FE77E5-459B-C641-9620-19BD06BBA30E}" dt="2025-07-10T09:29:42.210" v="271" actId="20577"/>
          <ac:spMkLst>
            <pc:docMk/>
            <pc:sldMk cId="2426100198" sldId="1841"/>
            <ac:spMk id="2" creationId="{E311B68B-65A2-4C34-22B4-89BAAD85520C}"/>
          </ac:spMkLst>
        </pc:spChg>
        <pc:spChg chg="add">
          <ac:chgData name="Guest User" userId="" providerId="Windows Live" clId="Web-{37FE77E5-459B-C641-9620-19BD06BBA30E}" dt="2025-07-10T09:27:58.749" v="240"/>
          <ac:spMkLst>
            <pc:docMk/>
            <pc:sldMk cId="2426100198" sldId="1841"/>
            <ac:spMk id="4" creationId="{0B8348FC-CD01-E32D-4A89-6C5BCBC86A4F}"/>
          </ac:spMkLst>
        </pc:spChg>
        <pc:spChg chg="add mod">
          <ac:chgData name="Guest User" userId="" providerId="Windows Live" clId="Web-{37FE77E5-459B-C641-9620-19BD06BBA30E}" dt="2025-07-10T09:31:37.875" v="401" actId="1076"/>
          <ac:spMkLst>
            <pc:docMk/>
            <pc:sldMk cId="2426100198" sldId="1841"/>
            <ac:spMk id="6" creationId="{0B5BB9C1-7F03-76D0-260F-6EBE42DF442E}"/>
          </ac:spMkLst>
        </pc:spChg>
        <pc:spChg chg="add mod">
          <ac:chgData name="Guest User" userId="" providerId="Windows Live" clId="Web-{37FE77E5-459B-C641-9620-19BD06BBA30E}" dt="2025-07-10T09:31:05.060" v="397" actId="20577"/>
          <ac:spMkLst>
            <pc:docMk/>
            <pc:sldMk cId="2426100198" sldId="1841"/>
            <ac:spMk id="8" creationId="{2ACCF459-4597-429B-37FA-3C6B44793CFF}"/>
          </ac:spMkLst>
        </pc:spChg>
      </pc:sldChg>
      <pc:sldChg chg="add del replId">
        <pc:chgData name="Guest User" userId="" providerId="Windows Live" clId="Web-{37FE77E5-459B-C641-9620-19BD06BBA30E}" dt="2025-07-10T09:25:30.847" v="225"/>
        <pc:sldMkLst>
          <pc:docMk/>
          <pc:sldMk cId="2920720563" sldId="1841"/>
        </pc:sldMkLst>
      </pc:sldChg>
      <pc:sldChg chg="add del replId">
        <pc:chgData name="Guest User" userId="" providerId="Windows Live" clId="Web-{37FE77E5-459B-C641-9620-19BD06BBA30E}" dt="2025-07-10T09:27:12.230" v="237"/>
        <pc:sldMkLst>
          <pc:docMk/>
          <pc:sldMk cId="4259938792" sldId="1841"/>
        </pc:sldMkLst>
      </pc:sldChg>
      <pc:sldChg chg="new del">
        <pc:chgData name="Guest User" userId="" providerId="Windows Live" clId="Web-{37FE77E5-459B-C641-9620-19BD06BBA30E}" dt="2025-07-10T09:32:30.847" v="409"/>
        <pc:sldMkLst>
          <pc:docMk/>
          <pc:sldMk cId="290481062" sldId="1842"/>
        </pc:sldMkLst>
      </pc:sldChg>
      <pc:sldChg chg="add del ord replId">
        <pc:chgData name="Guest User" userId="" providerId="Windows Live" clId="Web-{37FE77E5-459B-C641-9620-19BD06BBA30E}" dt="2025-07-10T09:24:33.812" v="222"/>
        <pc:sldMkLst>
          <pc:docMk/>
          <pc:sldMk cId="911327322" sldId="1842"/>
        </pc:sldMkLst>
      </pc:sldChg>
      <pc:sldChg chg="modSp add replId">
        <pc:chgData name="Guest User" userId="" providerId="Windows Live" clId="Web-{37FE77E5-459B-C641-9620-19BD06BBA30E}" dt="2025-07-10T09:34:12.667" v="534" actId="20577"/>
        <pc:sldMkLst>
          <pc:docMk/>
          <pc:sldMk cId="993714335" sldId="1842"/>
        </pc:sldMkLst>
        <pc:spChg chg="mod">
          <ac:chgData name="Guest User" userId="" providerId="Windows Live" clId="Web-{37FE77E5-459B-C641-9620-19BD06BBA30E}" dt="2025-07-10T09:34:12.667" v="534" actId="20577"/>
          <ac:spMkLst>
            <pc:docMk/>
            <pc:sldMk cId="993714335" sldId="1842"/>
            <ac:spMk id="6" creationId="{5CAE56B4-DFD3-50E2-99EE-7CFCB5DFCEB5}"/>
          </ac:spMkLst>
        </pc:spChg>
        <pc:spChg chg="mod">
          <ac:chgData name="Guest User" userId="" providerId="Windows Live" clId="Web-{37FE77E5-459B-C641-9620-19BD06BBA30E}" dt="2025-07-10T09:33:05.709" v="418" actId="20577"/>
          <ac:spMkLst>
            <pc:docMk/>
            <pc:sldMk cId="993714335" sldId="1842"/>
            <ac:spMk id="8" creationId="{73134CF2-5E63-9BDB-5DF0-993E34A4421F}"/>
          </ac:spMkLst>
        </pc:spChg>
      </pc:sldChg>
      <pc:sldChg chg="add del replId">
        <pc:chgData name="Guest User" userId="" providerId="Windows Live" clId="Web-{37FE77E5-459B-C641-9620-19BD06BBA30E}" dt="2025-07-10T09:27:11.605" v="236"/>
        <pc:sldMkLst>
          <pc:docMk/>
          <pc:sldMk cId="1332508052" sldId="1842"/>
        </pc:sldMkLst>
      </pc:sldChg>
      <pc:sldChg chg="add del replId">
        <pc:chgData name="Guest User" userId="" providerId="Windows Live" clId="Web-{37FE77E5-459B-C641-9620-19BD06BBA30E}" dt="2025-07-10T09:32:19.784" v="407"/>
        <pc:sldMkLst>
          <pc:docMk/>
          <pc:sldMk cId="3558971396" sldId="1842"/>
        </pc:sldMkLst>
      </pc:sldChg>
      <pc:sldChg chg="add del replId">
        <pc:chgData name="Guest User" userId="" providerId="Windows Live" clId="Web-{37FE77E5-459B-C641-9620-19BD06BBA30E}" dt="2025-07-10T09:31:51.469" v="403"/>
        <pc:sldMkLst>
          <pc:docMk/>
          <pc:sldMk cId="3606779337" sldId="1842"/>
        </pc:sldMkLst>
      </pc:sldChg>
      <pc:sldChg chg="add del ord replId">
        <pc:chgData name="Guest User" userId="" providerId="Windows Live" clId="Web-{37FE77E5-459B-C641-9620-19BD06BBA30E}" dt="2025-07-10T09:24:33.812" v="221"/>
        <pc:sldMkLst>
          <pc:docMk/>
          <pc:sldMk cId="1930697941" sldId="1843"/>
        </pc:sldMkLst>
      </pc:sldChg>
      <pc:sldChg chg="add del replId">
        <pc:chgData name="Guest User" userId="" providerId="Windows Live" clId="Web-{37FE77E5-459B-C641-9620-19BD06BBA30E}" dt="2025-07-10T09:27:10.683" v="235"/>
        <pc:sldMkLst>
          <pc:docMk/>
          <pc:sldMk cId="2526139676" sldId="1843"/>
        </pc:sldMkLst>
      </pc:sldChg>
      <pc:sldChg chg="modSp add replId">
        <pc:chgData name="Guest User" userId="" providerId="Windows Live" clId="Web-{37FE77E5-459B-C641-9620-19BD06BBA30E}" dt="2025-07-10T09:35:11.656" v="610" actId="20577"/>
        <pc:sldMkLst>
          <pc:docMk/>
          <pc:sldMk cId="3071096890" sldId="1843"/>
        </pc:sldMkLst>
        <pc:spChg chg="mod">
          <ac:chgData name="Guest User" userId="" providerId="Windows Live" clId="Web-{37FE77E5-459B-C641-9620-19BD06BBA30E}" dt="2025-07-10T09:35:11.656" v="610" actId="20577"/>
          <ac:spMkLst>
            <pc:docMk/>
            <pc:sldMk cId="3071096890" sldId="1843"/>
            <ac:spMk id="6" creationId="{6E41189A-177C-E940-C2BE-549261F2A164}"/>
          </ac:spMkLst>
        </pc:spChg>
        <pc:spChg chg="mod">
          <ac:chgData name="Guest User" userId="" providerId="Windows Live" clId="Web-{37FE77E5-459B-C641-9620-19BD06BBA30E}" dt="2025-07-10T09:33:09.038" v="419" actId="20577"/>
          <ac:spMkLst>
            <pc:docMk/>
            <pc:sldMk cId="3071096890" sldId="1843"/>
            <ac:spMk id="8" creationId="{38D20994-C069-A5E4-5D66-C81ACAC327B6}"/>
          </ac:spMkLst>
        </pc:spChg>
      </pc:sldChg>
      <pc:sldChg chg="add replId">
        <pc:chgData name="Guest User" userId="" providerId="Windows Live" clId="Web-{37FE77E5-459B-C641-9620-19BD06BBA30E}" dt="2025-07-10T09:35:28.689" v="611"/>
        <pc:sldMkLst>
          <pc:docMk/>
          <pc:sldMk cId="2715465326" sldId="1844"/>
        </pc:sldMkLst>
      </pc:sldChg>
      <pc:sldMasterChg chg="addSldLayout">
        <pc:chgData name="Guest User" userId="" providerId="Windows Live" clId="Web-{37FE77E5-459B-C641-9620-19BD06BBA30E}" dt="2025-07-10T07:27:32.502" v="112"/>
        <pc:sldMasterMkLst>
          <pc:docMk/>
          <pc:sldMasterMk cId="2021402228" sldId="2147483673"/>
        </pc:sldMasterMkLst>
        <pc:sldLayoutChg chg="add">
          <pc:chgData name="Guest User" userId="" providerId="Windows Live" clId="Web-{37FE77E5-459B-C641-9620-19BD06BBA30E}" dt="2025-07-10T07:27:32.502" v="112"/>
          <pc:sldLayoutMkLst>
            <pc:docMk/>
            <pc:sldMasterMk cId="2021402228" sldId="2147483673"/>
            <pc:sldLayoutMk cId="3035333380" sldId="2147483690"/>
          </pc:sldLayoutMkLst>
        </pc:sldLayoutChg>
      </pc:sldMasterChg>
    </pc:docChg>
  </pc:docChgLst>
  <pc:docChgLst>
    <pc:chgData name="Guest User" providerId="Windows Live" clId="Web-{23F5C522-A79C-3471-39C3-D1CC2A82B433}"/>
    <pc:docChg chg="modSld sldOrd">
      <pc:chgData name="Guest User" userId="" providerId="Windows Live" clId="Web-{23F5C522-A79C-3471-39C3-D1CC2A82B433}" dt="2025-07-11T09:00:20.013" v="194" actId="20577"/>
      <pc:docMkLst>
        <pc:docMk/>
      </pc:docMkLst>
      <pc:sldChg chg="modSp">
        <pc:chgData name="Guest User" userId="" providerId="Windows Live" clId="Web-{23F5C522-A79C-3471-39C3-D1CC2A82B433}" dt="2025-07-11T08:48:22.058" v="44"/>
        <pc:sldMkLst>
          <pc:docMk/>
          <pc:sldMk cId="140346443" sldId="822"/>
        </pc:sldMkLst>
        <pc:spChg chg="mod">
          <ac:chgData name="Guest User" userId="" providerId="Windows Live" clId="Web-{23F5C522-A79C-3471-39C3-D1CC2A82B433}" dt="2025-07-11T08:48:22.058" v="44"/>
          <ac:spMkLst>
            <pc:docMk/>
            <pc:sldMk cId="140346443" sldId="822"/>
            <ac:spMk id="2" creationId="{69072751-0DFD-E04D-8DBC-6192EE4B4B2A}"/>
          </ac:spMkLst>
        </pc:spChg>
        <pc:spChg chg="mod">
          <ac:chgData name="Guest User" userId="" providerId="Windows Live" clId="Web-{23F5C522-A79C-3471-39C3-D1CC2A82B433}" dt="2025-07-11T08:46:11.508" v="34" actId="20577"/>
          <ac:spMkLst>
            <pc:docMk/>
            <pc:sldMk cId="140346443" sldId="822"/>
            <ac:spMk id="10" creationId="{60127C6D-3342-C831-3981-C5030CF3B941}"/>
          </ac:spMkLst>
        </pc:spChg>
      </pc:sldChg>
      <pc:sldChg chg="modSp">
        <pc:chgData name="Guest User" userId="" providerId="Windows Live" clId="Web-{23F5C522-A79C-3471-39C3-D1CC2A82B433}" dt="2025-07-11T08:48:16.902" v="43"/>
        <pc:sldMkLst>
          <pc:docMk/>
          <pc:sldMk cId="2771250690" sldId="851"/>
        </pc:sldMkLst>
        <pc:spChg chg="mod">
          <ac:chgData name="Guest User" userId="" providerId="Windows Live" clId="Web-{23F5C522-A79C-3471-39C3-D1CC2A82B433}" dt="2025-07-11T08:48:16.902" v="43"/>
          <ac:spMkLst>
            <pc:docMk/>
            <pc:sldMk cId="2771250690" sldId="851"/>
            <ac:spMk id="2" creationId="{00000000-0000-0000-0000-000000000000}"/>
          </ac:spMkLst>
        </pc:spChg>
      </pc:sldChg>
      <pc:sldChg chg="modSp">
        <pc:chgData name="Guest User" userId="" providerId="Windows Live" clId="Web-{23F5C522-A79C-3471-39C3-D1CC2A82B433}" dt="2025-07-11T08:48:45.090" v="48"/>
        <pc:sldMkLst>
          <pc:docMk/>
          <pc:sldMk cId="858007124" sldId="1277"/>
        </pc:sldMkLst>
        <pc:spChg chg="mod">
          <ac:chgData name="Guest User" userId="" providerId="Windows Live" clId="Web-{23F5C522-A79C-3471-39C3-D1CC2A82B433}" dt="2025-07-11T08:48:45.090" v="48"/>
          <ac:spMkLst>
            <pc:docMk/>
            <pc:sldMk cId="858007124" sldId="1277"/>
            <ac:spMk id="2" creationId="{1DA63A6A-450D-4603-B02C-80F270CA1D46}"/>
          </ac:spMkLst>
        </pc:spChg>
      </pc:sldChg>
      <pc:sldChg chg="modSp">
        <pc:chgData name="Guest User" userId="" providerId="Windows Live" clId="Web-{23F5C522-A79C-3471-39C3-D1CC2A82B433}" dt="2025-07-11T08:48:52.903" v="49" actId="20577"/>
        <pc:sldMkLst>
          <pc:docMk/>
          <pc:sldMk cId="4765592" sldId="1388"/>
        </pc:sldMkLst>
        <pc:spChg chg="mod">
          <ac:chgData name="Guest User" userId="" providerId="Windows Live" clId="Web-{23F5C522-A79C-3471-39C3-D1CC2A82B433}" dt="2025-07-11T08:48:52.903" v="49" actId="20577"/>
          <ac:spMkLst>
            <pc:docMk/>
            <pc:sldMk cId="4765592" sldId="1388"/>
            <ac:spMk id="7" creationId="{A0747B71-BA0F-1C27-73A0-0CF04EB74C4B}"/>
          </ac:spMkLst>
        </pc:spChg>
      </pc:sldChg>
      <pc:sldChg chg="modSp">
        <pc:chgData name="Guest User" userId="" providerId="Windows Live" clId="Web-{23F5C522-A79C-3471-39C3-D1CC2A82B433}" dt="2025-07-11T08:49:54.904" v="67" actId="20577"/>
        <pc:sldMkLst>
          <pc:docMk/>
          <pc:sldMk cId="2170825706" sldId="1679"/>
        </pc:sldMkLst>
        <pc:spChg chg="mod">
          <ac:chgData name="Guest User" userId="" providerId="Windows Live" clId="Web-{23F5C522-A79C-3471-39C3-D1CC2A82B433}" dt="2025-07-11T08:49:54.904" v="67" actId="20577"/>
          <ac:spMkLst>
            <pc:docMk/>
            <pc:sldMk cId="2170825706" sldId="1679"/>
            <ac:spMk id="2" creationId="{F1F5B4FD-F767-72BB-F1E7-36E7D6814CE8}"/>
          </ac:spMkLst>
        </pc:spChg>
        <pc:spChg chg="mod">
          <ac:chgData name="Guest User" userId="" providerId="Windows Live" clId="Web-{23F5C522-A79C-3471-39C3-D1CC2A82B433}" dt="2025-07-11T08:45:35.679" v="32" actId="20577"/>
          <ac:spMkLst>
            <pc:docMk/>
            <pc:sldMk cId="2170825706" sldId="1679"/>
            <ac:spMk id="6" creationId="{0BAD9EF5-2286-3DE3-F2A3-0055009A2470}"/>
          </ac:spMkLst>
        </pc:spChg>
      </pc:sldChg>
      <pc:sldChg chg="modSp">
        <pc:chgData name="Guest User" userId="" providerId="Windows Live" clId="Web-{23F5C522-A79C-3471-39C3-D1CC2A82B433}" dt="2025-07-11T08:47:42.776" v="38"/>
        <pc:sldMkLst>
          <pc:docMk/>
          <pc:sldMk cId="3192769657" sldId="1766"/>
        </pc:sldMkLst>
        <pc:spChg chg="mod">
          <ac:chgData name="Guest User" userId="" providerId="Windows Live" clId="Web-{23F5C522-A79C-3471-39C3-D1CC2A82B433}" dt="2025-07-11T08:47:42.776" v="38"/>
          <ac:spMkLst>
            <pc:docMk/>
            <pc:sldMk cId="3192769657" sldId="1766"/>
            <ac:spMk id="2" creationId="{E0685611-F8C0-7B58-25FF-103D1B8382DF}"/>
          </ac:spMkLst>
        </pc:spChg>
      </pc:sldChg>
      <pc:sldChg chg="modSp">
        <pc:chgData name="Guest User" userId="" providerId="Windows Live" clId="Web-{23F5C522-A79C-3471-39C3-D1CC2A82B433}" dt="2025-07-11T08:47:47.636" v="39"/>
        <pc:sldMkLst>
          <pc:docMk/>
          <pc:sldMk cId="3059271663" sldId="1814"/>
        </pc:sldMkLst>
        <pc:spChg chg="mod">
          <ac:chgData name="Guest User" userId="" providerId="Windows Live" clId="Web-{23F5C522-A79C-3471-39C3-D1CC2A82B433}" dt="2025-07-11T08:47:47.636" v="39"/>
          <ac:spMkLst>
            <pc:docMk/>
            <pc:sldMk cId="3059271663" sldId="1814"/>
            <ac:spMk id="2" creationId="{FCEEA85E-8AA9-B3E4-C0D9-48734464F731}"/>
          </ac:spMkLst>
        </pc:spChg>
      </pc:sldChg>
      <pc:sldChg chg="modSp">
        <pc:chgData name="Guest User" userId="" providerId="Windows Live" clId="Web-{23F5C522-A79C-3471-39C3-D1CC2A82B433}" dt="2025-07-11T08:47:52.620" v="40"/>
        <pc:sldMkLst>
          <pc:docMk/>
          <pc:sldMk cId="368851534" sldId="1815"/>
        </pc:sldMkLst>
        <pc:spChg chg="mod">
          <ac:chgData name="Guest User" userId="" providerId="Windows Live" clId="Web-{23F5C522-A79C-3471-39C3-D1CC2A82B433}" dt="2025-07-11T08:47:52.620" v="40"/>
          <ac:spMkLst>
            <pc:docMk/>
            <pc:sldMk cId="368851534" sldId="1815"/>
            <ac:spMk id="2" creationId="{21385A73-6EE9-FCA9-8494-217F0A585D77}"/>
          </ac:spMkLst>
        </pc:spChg>
      </pc:sldChg>
      <pc:sldChg chg="modSp">
        <pc:chgData name="Guest User" userId="" providerId="Windows Live" clId="Web-{23F5C522-A79C-3471-39C3-D1CC2A82B433}" dt="2025-07-11T08:48:05.167" v="41"/>
        <pc:sldMkLst>
          <pc:docMk/>
          <pc:sldMk cId="147178672" sldId="1816"/>
        </pc:sldMkLst>
        <pc:spChg chg="mod">
          <ac:chgData name="Guest User" userId="" providerId="Windows Live" clId="Web-{23F5C522-A79C-3471-39C3-D1CC2A82B433}" dt="2025-07-11T08:48:05.167" v="41"/>
          <ac:spMkLst>
            <pc:docMk/>
            <pc:sldMk cId="147178672" sldId="1816"/>
            <ac:spMk id="2" creationId="{42886B31-375A-9510-8A16-50E57D838B1D}"/>
          </ac:spMkLst>
        </pc:spChg>
      </pc:sldChg>
      <pc:sldChg chg="modSp">
        <pc:chgData name="Guest User" userId="" providerId="Windows Live" clId="Web-{23F5C522-A79C-3471-39C3-D1CC2A82B433}" dt="2025-07-11T08:48:10.449" v="42"/>
        <pc:sldMkLst>
          <pc:docMk/>
          <pc:sldMk cId="1403820475" sldId="1817"/>
        </pc:sldMkLst>
        <pc:spChg chg="mod">
          <ac:chgData name="Guest User" userId="" providerId="Windows Live" clId="Web-{23F5C522-A79C-3471-39C3-D1CC2A82B433}" dt="2025-07-11T08:48:10.449" v="42"/>
          <ac:spMkLst>
            <pc:docMk/>
            <pc:sldMk cId="1403820475" sldId="1817"/>
            <ac:spMk id="2" creationId="{9D125445-CA75-06C6-4783-0AA9CEA1D407}"/>
          </ac:spMkLst>
        </pc:spChg>
      </pc:sldChg>
      <pc:sldChg chg="modSp">
        <pc:chgData name="Guest User" userId="" providerId="Windows Live" clId="Web-{23F5C522-A79C-3471-39C3-D1CC2A82B433}" dt="2025-07-11T08:48:26.808" v="45"/>
        <pc:sldMkLst>
          <pc:docMk/>
          <pc:sldMk cId="2694161924" sldId="1818"/>
        </pc:sldMkLst>
        <pc:spChg chg="mod">
          <ac:chgData name="Guest User" userId="" providerId="Windows Live" clId="Web-{23F5C522-A79C-3471-39C3-D1CC2A82B433}" dt="2025-07-11T08:48:26.808" v="45"/>
          <ac:spMkLst>
            <pc:docMk/>
            <pc:sldMk cId="2694161924" sldId="1818"/>
            <ac:spMk id="2" creationId="{BAF6BBA9-B179-277F-08D2-92992729DA1F}"/>
          </ac:spMkLst>
        </pc:spChg>
      </pc:sldChg>
      <pc:sldChg chg="modSp">
        <pc:chgData name="Guest User" userId="" providerId="Windows Live" clId="Web-{23F5C522-A79C-3471-39C3-D1CC2A82B433}" dt="2025-07-11T08:48:30.433" v="46"/>
        <pc:sldMkLst>
          <pc:docMk/>
          <pc:sldMk cId="1631293736" sldId="1819"/>
        </pc:sldMkLst>
        <pc:spChg chg="mod">
          <ac:chgData name="Guest User" userId="" providerId="Windows Live" clId="Web-{23F5C522-A79C-3471-39C3-D1CC2A82B433}" dt="2025-07-11T08:48:30.433" v="46"/>
          <ac:spMkLst>
            <pc:docMk/>
            <pc:sldMk cId="1631293736" sldId="1819"/>
            <ac:spMk id="2" creationId="{2D49DA0B-176A-9BB8-6C7E-57724E79C358}"/>
          </ac:spMkLst>
        </pc:spChg>
      </pc:sldChg>
      <pc:sldChg chg="modSp">
        <pc:chgData name="Guest User" userId="" providerId="Windows Live" clId="Web-{23F5C522-A79C-3471-39C3-D1CC2A82B433}" dt="2025-07-11T08:48:37.387" v="47"/>
        <pc:sldMkLst>
          <pc:docMk/>
          <pc:sldMk cId="868802733" sldId="1821"/>
        </pc:sldMkLst>
        <pc:spChg chg="mod">
          <ac:chgData name="Guest User" userId="" providerId="Windows Live" clId="Web-{23F5C522-A79C-3471-39C3-D1CC2A82B433}" dt="2025-07-11T08:48:37.387" v="47"/>
          <ac:spMkLst>
            <pc:docMk/>
            <pc:sldMk cId="868802733" sldId="1821"/>
            <ac:spMk id="2" creationId="{90B5BD5B-B5E9-60A9-5C20-CF6BB05149DC}"/>
          </ac:spMkLst>
        </pc:spChg>
      </pc:sldChg>
      <pc:sldChg chg="modSp">
        <pc:chgData name="Guest User" userId="" providerId="Windows Live" clId="Web-{23F5C522-A79C-3471-39C3-D1CC2A82B433}" dt="2025-07-11T08:48:58.465" v="51"/>
        <pc:sldMkLst>
          <pc:docMk/>
          <pc:sldMk cId="1254139428" sldId="1822"/>
        </pc:sldMkLst>
        <pc:spChg chg="mod">
          <ac:chgData name="Guest User" userId="" providerId="Windows Live" clId="Web-{23F5C522-A79C-3471-39C3-D1CC2A82B433}" dt="2025-07-11T08:48:58.465" v="51"/>
          <ac:spMkLst>
            <pc:docMk/>
            <pc:sldMk cId="1254139428" sldId="1822"/>
            <ac:spMk id="2" creationId="{19B9627D-C9E5-7A27-D868-BB4004190B76}"/>
          </ac:spMkLst>
        </pc:spChg>
      </pc:sldChg>
      <pc:sldChg chg="modSp">
        <pc:chgData name="Guest User" userId="" providerId="Windows Live" clId="Web-{23F5C522-A79C-3471-39C3-D1CC2A82B433}" dt="2025-07-11T08:49:22.372" v="58"/>
        <pc:sldMkLst>
          <pc:docMk/>
          <pc:sldMk cId="2365198718" sldId="1824"/>
        </pc:sldMkLst>
        <pc:spChg chg="mod">
          <ac:chgData name="Guest User" userId="" providerId="Windows Live" clId="Web-{23F5C522-A79C-3471-39C3-D1CC2A82B433}" dt="2025-07-11T08:49:22.372" v="58"/>
          <ac:spMkLst>
            <pc:docMk/>
            <pc:sldMk cId="2365198718" sldId="1824"/>
            <ac:spMk id="2" creationId="{DAD02527-9DE8-2928-4B20-6E1A1AC530A4}"/>
          </ac:spMkLst>
        </pc:spChg>
      </pc:sldChg>
      <pc:sldChg chg="modSp">
        <pc:chgData name="Guest User" userId="" providerId="Windows Live" clId="Web-{23F5C522-A79C-3471-39C3-D1CC2A82B433}" dt="2025-07-11T08:49:28.232" v="60"/>
        <pc:sldMkLst>
          <pc:docMk/>
          <pc:sldMk cId="1139427356" sldId="1825"/>
        </pc:sldMkLst>
        <pc:spChg chg="mod">
          <ac:chgData name="Guest User" userId="" providerId="Windows Live" clId="Web-{23F5C522-A79C-3471-39C3-D1CC2A82B433}" dt="2025-07-11T08:49:28.232" v="60"/>
          <ac:spMkLst>
            <pc:docMk/>
            <pc:sldMk cId="1139427356" sldId="1825"/>
            <ac:spMk id="2" creationId="{134A633E-4CA3-5645-E6AD-4C6330025077}"/>
          </ac:spMkLst>
        </pc:spChg>
      </pc:sldChg>
      <pc:sldChg chg="modSp">
        <pc:chgData name="Guest User" userId="" providerId="Windows Live" clId="Web-{23F5C522-A79C-3471-39C3-D1CC2A82B433}" dt="2025-07-11T08:49:35.044" v="62"/>
        <pc:sldMkLst>
          <pc:docMk/>
          <pc:sldMk cId="2406581127" sldId="1826"/>
        </pc:sldMkLst>
        <pc:spChg chg="mod">
          <ac:chgData name="Guest User" userId="" providerId="Windows Live" clId="Web-{23F5C522-A79C-3471-39C3-D1CC2A82B433}" dt="2025-07-11T08:49:35.044" v="62"/>
          <ac:spMkLst>
            <pc:docMk/>
            <pc:sldMk cId="2406581127" sldId="1826"/>
            <ac:spMk id="7" creationId="{F5DD54E3-DC06-0B2F-B4DC-3A634421A604}"/>
          </ac:spMkLst>
        </pc:spChg>
      </pc:sldChg>
      <pc:sldChg chg="modSp">
        <pc:chgData name="Guest User" userId="" providerId="Windows Live" clId="Web-{23F5C522-A79C-3471-39C3-D1CC2A82B433}" dt="2025-07-11T08:49:40.419" v="64"/>
        <pc:sldMkLst>
          <pc:docMk/>
          <pc:sldMk cId="3359142403" sldId="1827"/>
        </pc:sldMkLst>
        <pc:spChg chg="mod">
          <ac:chgData name="Guest User" userId="" providerId="Windows Live" clId="Web-{23F5C522-A79C-3471-39C3-D1CC2A82B433}" dt="2025-07-11T08:49:40.419" v="64"/>
          <ac:spMkLst>
            <pc:docMk/>
            <pc:sldMk cId="3359142403" sldId="1827"/>
            <ac:spMk id="2" creationId="{C12247C4-7A0E-CA01-D3F5-C5DDF9F128FF}"/>
          </ac:spMkLst>
        </pc:spChg>
      </pc:sldChg>
      <pc:sldChg chg="modSp">
        <pc:chgData name="Guest User" userId="" providerId="Windows Live" clId="Web-{23F5C522-A79C-3471-39C3-D1CC2A82B433}" dt="2025-07-11T08:49:47.341" v="66"/>
        <pc:sldMkLst>
          <pc:docMk/>
          <pc:sldMk cId="412338204" sldId="1828"/>
        </pc:sldMkLst>
        <pc:spChg chg="mod">
          <ac:chgData name="Guest User" userId="" providerId="Windows Live" clId="Web-{23F5C522-A79C-3471-39C3-D1CC2A82B433}" dt="2025-07-11T08:49:47.341" v="66"/>
          <ac:spMkLst>
            <pc:docMk/>
            <pc:sldMk cId="412338204" sldId="1828"/>
            <ac:spMk id="2" creationId="{E272D77C-B38A-287F-E3B9-951C524ED45E}"/>
          </ac:spMkLst>
        </pc:spChg>
      </pc:sldChg>
      <pc:sldChg chg="modSp">
        <pc:chgData name="Guest User" userId="" providerId="Windows Live" clId="Web-{23F5C522-A79C-3471-39C3-D1CC2A82B433}" dt="2025-07-11T08:49:15.278" v="56"/>
        <pc:sldMkLst>
          <pc:docMk/>
          <pc:sldMk cId="1880725329" sldId="1830"/>
        </pc:sldMkLst>
        <pc:spChg chg="mod">
          <ac:chgData name="Guest User" userId="" providerId="Windows Live" clId="Web-{23F5C522-A79C-3471-39C3-D1CC2A82B433}" dt="2025-07-11T08:49:15.278" v="56"/>
          <ac:spMkLst>
            <pc:docMk/>
            <pc:sldMk cId="1880725329" sldId="1830"/>
            <ac:spMk id="2" creationId="{A9F8AD01-0F67-C3AF-1AAF-11248472D921}"/>
          </ac:spMkLst>
        </pc:spChg>
      </pc:sldChg>
      <pc:sldChg chg="modSp">
        <pc:chgData name="Guest User" userId="" providerId="Windows Live" clId="Web-{23F5C522-A79C-3471-39C3-D1CC2A82B433}" dt="2025-07-11T08:49:02.044" v="52"/>
        <pc:sldMkLst>
          <pc:docMk/>
          <pc:sldMk cId="52966656" sldId="1832"/>
        </pc:sldMkLst>
        <pc:spChg chg="mod">
          <ac:chgData name="Guest User" userId="" providerId="Windows Live" clId="Web-{23F5C522-A79C-3471-39C3-D1CC2A82B433}" dt="2025-07-11T08:49:02.044" v="52"/>
          <ac:spMkLst>
            <pc:docMk/>
            <pc:sldMk cId="52966656" sldId="1832"/>
            <ac:spMk id="2" creationId="{184D3AB8-08AD-237E-F136-B27EADDDFADC}"/>
          </ac:spMkLst>
        </pc:spChg>
      </pc:sldChg>
      <pc:sldChg chg="modSp">
        <pc:chgData name="Guest User" userId="" providerId="Windows Live" clId="Web-{23F5C522-A79C-3471-39C3-D1CC2A82B433}" dt="2025-07-11T08:49:08.700" v="54"/>
        <pc:sldMkLst>
          <pc:docMk/>
          <pc:sldMk cId="827100732" sldId="1834"/>
        </pc:sldMkLst>
        <pc:spChg chg="mod">
          <ac:chgData name="Guest User" userId="" providerId="Windows Live" clId="Web-{23F5C522-A79C-3471-39C3-D1CC2A82B433}" dt="2025-07-11T08:49:08.700" v="54"/>
          <ac:spMkLst>
            <pc:docMk/>
            <pc:sldMk cId="827100732" sldId="1834"/>
            <ac:spMk id="2" creationId="{084040AB-030B-E0AE-710A-DC06EE881437}"/>
          </ac:spMkLst>
        </pc:spChg>
      </pc:sldChg>
      <pc:sldChg chg="modSp">
        <pc:chgData name="Guest User" userId="" providerId="Windows Live" clId="Web-{23F5C522-A79C-3471-39C3-D1CC2A82B433}" dt="2025-07-11T08:52:00.454" v="78" actId="20577"/>
        <pc:sldMkLst>
          <pc:docMk/>
          <pc:sldMk cId="1268694252" sldId="1835"/>
        </pc:sldMkLst>
        <pc:spChg chg="mod">
          <ac:chgData name="Guest User" userId="" providerId="Windows Live" clId="Web-{23F5C522-A79C-3471-39C3-D1CC2A82B433}" dt="2025-07-11T08:52:00.454" v="78" actId="20577"/>
          <ac:spMkLst>
            <pc:docMk/>
            <pc:sldMk cId="1268694252" sldId="1835"/>
            <ac:spMk id="3" creationId="{C375D25F-1ACA-F291-7A43-310A77C1CED2}"/>
          </ac:spMkLst>
        </pc:spChg>
      </pc:sldChg>
      <pc:sldChg chg="modSp">
        <pc:chgData name="Guest User" userId="" providerId="Windows Live" clId="Web-{23F5C522-A79C-3471-39C3-D1CC2A82B433}" dt="2025-07-11T08:57:58.509" v="160" actId="20577"/>
        <pc:sldMkLst>
          <pc:docMk/>
          <pc:sldMk cId="3549055345" sldId="1836"/>
        </pc:sldMkLst>
        <pc:spChg chg="mod">
          <ac:chgData name="Guest User" userId="" providerId="Windows Live" clId="Web-{23F5C522-A79C-3471-39C3-D1CC2A82B433}" dt="2025-07-11T08:57:58.509" v="160" actId="20577"/>
          <ac:spMkLst>
            <pc:docMk/>
            <pc:sldMk cId="3549055345" sldId="1836"/>
            <ac:spMk id="3" creationId="{71F4A073-9619-0582-80C8-0ACD824CFF82}"/>
          </ac:spMkLst>
        </pc:spChg>
      </pc:sldChg>
      <pc:sldChg chg="modSp">
        <pc:chgData name="Guest User" userId="" providerId="Windows Live" clId="Web-{23F5C522-A79C-3471-39C3-D1CC2A82B433}" dt="2025-07-11T08:55:17.068" v="140" actId="20577"/>
        <pc:sldMkLst>
          <pc:docMk/>
          <pc:sldMk cId="3231559123" sldId="1837"/>
        </pc:sldMkLst>
        <pc:spChg chg="mod">
          <ac:chgData name="Guest User" userId="" providerId="Windows Live" clId="Web-{23F5C522-A79C-3471-39C3-D1CC2A82B433}" dt="2025-07-11T08:52:50.893" v="95" actId="20577"/>
          <ac:spMkLst>
            <pc:docMk/>
            <pc:sldMk cId="3231559123" sldId="1837"/>
            <ac:spMk id="2" creationId="{22827A10-CB7B-F5E8-DE64-C31029C7E23D}"/>
          </ac:spMkLst>
        </pc:spChg>
        <pc:spChg chg="mod">
          <ac:chgData name="Guest User" userId="" providerId="Windows Live" clId="Web-{23F5C522-A79C-3471-39C3-D1CC2A82B433}" dt="2025-07-11T08:55:17.068" v="140" actId="20577"/>
          <ac:spMkLst>
            <pc:docMk/>
            <pc:sldMk cId="3231559123" sldId="1837"/>
            <ac:spMk id="6" creationId="{71072CCD-5D38-6906-0D40-86BB4F3764E2}"/>
          </ac:spMkLst>
        </pc:spChg>
      </pc:sldChg>
      <pc:sldChg chg="addSp delSp modSp">
        <pc:chgData name="Guest User" userId="" providerId="Windows Live" clId="Web-{23F5C522-A79C-3471-39C3-D1CC2A82B433}" dt="2025-07-11T08:59:06.292" v="176" actId="20577"/>
        <pc:sldMkLst>
          <pc:docMk/>
          <pc:sldMk cId="1631829471" sldId="1838"/>
        </pc:sldMkLst>
        <pc:spChg chg="del">
          <ac:chgData name="Guest User" userId="" providerId="Windows Live" clId="Web-{23F5C522-A79C-3471-39C3-D1CC2A82B433}" dt="2025-07-11T08:53:02.674" v="96"/>
          <ac:spMkLst>
            <pc:docMk/>
            <pc:sldMk cId="1631829471" sldId="1838"/>
            <ac:spMk id="2" creationId="{E8B6D5CB-E320-D932-4833-BEE3D842E018}"/>
          </ac:spMkLst>
        </pc:spChg>
        <pc:spChg chg="add del mod">
          <ac:chgData name="Guest User" userId="" providerId="Windows Live" clId="Web-{23F5C522-A79C-3471-39C3-D1CC2A82B433}" dt="2025-07-11T08:53:09.018" v="99"/>
          <ac:spMkLst>
            <pc:docMk/>
            <pc:sldMk cId="1631829471" sldId="1838"/>
            <ac:spMk id="4" creationId="{0A5E37FC-C10D-81ED-01D6-74114BBFEF19}"/>
          </ac:spMkLst>
        </pc:spChg>
        <pc:spChg chg="mod">
          <ac:chgData name="Guest User" userId="" providerId="Windows Live" clId="Web-{23F5C522-A79C-3471-39C3-D1CC2A82B433}" dt="2025-07-11T08:59:06.292" v="176" actId="20577"/>
          <ac:spMkLst>
            <pc:docMk/>
            <pc:sldMk cId="1631829471" sldId="1838"/>
            <ac:spMk id="6" creationId="{25E0D11D-43C3-B209-02AA-B91A1A6BE59C}"/>
          </ac:spMkLst>
        </pc:spChg>
        <pc:spChg chg="add del">
          <ac:chgData name="Guest User" userId="" providerId="Windows Live" clId="Web-{23F5C522-A79C-3471-39C3-D1CC2A82B433}" dt="2025-07-11T08:53:06.346" v="98"/>
          <ac:spMkLst>
            <pc:docMk/>
            <pc:sldMk cId="1631829471" sldId="1838"/>
            <ac:spMk id="8" creationId="{D07E6D4A-02EA-9877-6EEA-6937F61CA4AE}"/>
          </ac:spMkLst>
        </pc:spChg>
        <pc:spChg chg="add del mod">
          <ac:chgData name="Guest User" userId="" providerId="Windows Live" clId="Web-{23F5C522-A79C-3471-39C3-D1CC2A82B433}" dt="2025-07-11T08:53:17.300" v="101"/>
          <ac:spMkLst>
            <pc:docMk/>
            <pc:sldMk cId="1631829471" sldId="1838"/>
            <ac:spMk id="11" creationId="{DD1310C8-A187-4BEF-5A32-5CD2ABB2834B}"/>
          </ac:spMkLst>
        </pc:spChg>
        <pc:spChg chg="add del mod">
          <ac:chgData name="Guest User" userId="" providerId="Windows Live" clId="Web-{23F5C522-A79C-3471-39C3-D1CC2A82B433}" dt="2025-07-11T08:53:20.331" v="102"/>
          <ac:spMkLst>
            <pc:docMk/>
            <pc:sldMk cId="1631829471" sldId="1838"/>
            <ac:spMk id="13" creationId="{037B91B9-101E-4142-F485-4F603DF32AED}"/>
          </ac:spMkLst>
        </pc:spChg>
        <pc:spChg chg="add mod">
          <ac:chgData name="Guest User" userId="" providerId="Windows Live" clId="Web-{23F5C522-A79C-3471-39C3-D1CC2A82B433}" dt="2025-07-11T08:53:25.253" v="103"/>
          <ac:spMkLst>
            <pc:docMk/>
            <pc:sldMk cId="1631829471" sldId="1838"/>
            <ac:spMk id="15" creationId="{111E58EC-E4BE-82FB-041E-6D7EE1B91076}"/>
          </ac:spMkLst>
        </pc:spChg>
      </pc:sldChg>
      <pc:sldChg chg="addSp delSp modSp">
        <pc:chgData name="Guest User" userId="" providerId="Windows Live" clId="Web-{23F5C522-A79C-3471-39C3-D1CC2A82B433}" dt="2025-07-11T09:00:20.013" v="194" actId="20577"/>
        <pc:sldMkLst>
          <pc:docMk/>
          <pc:sldMk cId="2327211695" sldId="1839"/>
        </pc:sldMkLst>
        <pc:spChg chg="del">
          <ac:chgData name="Guest User" userId="" providerId="Windows Live" clId="Web-{23F5C522-A79C-3471-39C3-D1CC2A82B433}" dt="2025-07-11T08:53:28.409" v="104"/>
          <ac:spMkLst>
            <pc:docMk/>
            <pc:sldMk cId="2327211695" sldId="1839"/>
            <ac:spMk id="2" creationId="{3960A33B-BDDD-C4BD-9808-38FDB842D545}"/>
          </ac:spMkLst>
        </pc:spChg>
        <pc:spChg chg="add del mod">
          <ac:chgData name="Guest User" userId="" providerId="Windows Live" clId="Web-{23F5C522-A79C-3471-39C3-D1CC2A82B433}" dt="2025-07-11T08:53:31.519" v="105"/>
          <ac:spMkLst>
            <pc:docMk/>
            <pc:sldMk cId="2327211695" sldId="1839"/>
            <ac:spMk id="4" creationId="{2983D3C3-F3ED-D725-3195-E07355F723BF}"/>
          </ac:spMkLst>
        </pc:spChg>
        <pc:spChg chg="mod">
          <ac:chgData name="Guest User" userId="" providerId="Windows Live" clId="Web-{23F5C522-A79C-3471-39C3-D1CC2A82B433}" dt="2025-07-11T09:00:20.013" v="194" actId="20577"/>
          <ac:spMkLst>
            <pc:docMk/>
            <pc:sldMk cId="2327211695" sldId="1839"/>
            <ac:spMk id="6" creationId="{61C32D10-768A-D549-D5BC-7E9FCA234F2D}"/>
          </ac:spMkLst>
        </pc:spChg>
        <pc:spChg chg="add mod">
          <ac:chgData name="Guest User" userId="" providerId="Windows Live" clId="Web-{23F5C522-A79C-3471-39C3-D1CC2A82B433}" dt="2025-07-11T08:53:32.362" v="106"/>
          <ac:spMkLst>
            <pc:docMk/>
            <pc:sldMk cId="2327211695" sldId="1839"/>
            <ac:spMk id="8" creationId="{6703AA1F-C1D3-F1B1-FC6C-FBEA59406268}"/>
          </ac:spMkLst>
        </pc:spChg>
      </pc:sldChg>
      <pc:sldChg chg="ord">
        <pc:chgData name="Guest User" userId="" providerId="Windows Live" clId="Web-{23F5C522-A79C-3471-39C3-D1CC2A82B433}" dt="2025-07-11T08:45:20.320" v="31"/>
        <pc:sldMkLst>
          <pc:docMk/>
          <pc:sldMk cId="612833064" sldId="1840"/>
        </pc:sldMkLst>
      </pc:sldChg>
      <pc:sldChg chg="modSp">
        <pc:chgData name="Guest User" userId="" providerId="Windows Live" clId="Web-{23F5C522-A79C-3471-39C3-D1CC2A82B433}" dt="2025-07-11T08:52:06.814" v="81" actId="20577"/>
        <pc:sldMkLst>
          <pc:docMk/>
          <pc:sldMk cId="2426100198" sldId="1841"/>
        </pc:sldMkLst>
        <pc:spChg chg="mod">
          <ac:chgData name="Guest User" userId="" providerId="Windows Live" clId="Web-{23F5C522-A79C-3471-39C3-D1CC2A82B433}" dt="2025-07-11T08:52:06.814" v="81" actId="20577"/>
          <ac:spMkLst>
            <pc:docMk/>
            <pc:sldMk cId="2426100198" sldId="1841"/>
            <ac:spMk id="2" creationId="{E311B68B-65A2-4C34-22B4-89BAAD85520C}"/>
          </ac:spMkLst>
        </pc:spChg>
      </pc:sldChg>
      <pc:sldChg chg="modSp">
        <pc:chgData name="Guest User" userId="" providerId="Windows Live" clId="Web-{23F5C522-A79C-3471-39C3-D1CC2A82B433}" dt="2025-07-11T08:52:14.126" v="85" actId="20577"/>
        <pc:sldMkLst>
          <pc:docMk/>
          <pc:sldMk cId="993714335" sldId="1842"/>
        </pc:sldMkLst>
        <pc:spChg chg="mod">
          <ac:chgData name="Guest User" userId="" providerId="Windows Live" clId="Web-{23F5C522-A79C-3471-39C3-D1CC2A82B433}" dt="2025-07-11T08:52:14.126" v="85" actId="20577"/>
          <ac:spMkLst>
            <pc:docMk/>
            <pc:sldMk cId="993714335" sldId="1842"/>
            <ac:spMk id="2" creationId="{9C965E26-3EE0-C236-5B84-003CCDED7259}"/>
          </ac:spMkLst>
        </pc:spChg>
      </pc:sldChg>
      <pc:sldChg chg="addSp delSp modSp">
        <pc:chgData name="Guest User" userId="" providerId="Windows Live" clId="Web-{23F5C522-A79C-3471-39C3-D1CC2A82B433}" dt="2025-07-11T08:52:27.595" v="88"/>
        <pc:sldMkLst>
          <pc:docMk/>
          <pc:sldMk cId="3071096890" sldId="1843"/>
        </pc:sldMkLst>
        <pc:spChg chg="del">
          <ac:chgData name="Guest User" userId="" providerId="Windows Live" clId="Web-{23F5C522-A79C-3471-39C3-D1CC2A82B433}" dt="2025-07-11T08:52:21.111" v="86"/>
          <ac:spMkLst>
            <pc:docMk/>
            <pc:sldMk cId="3071096890" sldId="1843"/>
            <ac:spMk id="2" creationId="{0BF23028-0F06-20B5-7D30-091055D178C1}"/>
          </ac:spMkLst>
        </pc:spChg>
        <pc:spChg chg="add del mod">
          <ac:chgData name="Guest User" userId="" providerId="Windows Live" clId="Web-{23F5C522-A79C-3471-39C3-D1CC2A82B433}" dt="2025-07-11T08:52:27.126" v="87"/>
          <ac:spMkLst>
            <pc:docMk/>
            <pc:sldMk cId="3071096890" sldId="1843"/>
            <ac:spMk id="5" creationId="{B8F82AB6-1342-A6CD-DCA7-8BB57EBF8601}"/>
          </ac:spMkLst>
        </pc:spChg>
        <pc:spChg chg="add mod">
          <ac:chgData name="Guest User" userId="" providerId="Windows Live" clId="Web-{23F5C522-A79C-3471-39C3-D1CC2A82B433}" dt="2025-07-11T08:52:27.595" v="88"/>
          <ac:spMkLst>
            <pc:docMk/>
            <pc:sldMk cId="3071096890" sldId="1843"/>
            <ac:spMk id="9" creationId="{33421501-882B-7911-9520-914934E57F66}"/>
          </ac:spMkLst>
        </pc:spChg>
      </pc:sldChg>
    </pc:docChg>
  </pc:docChgLst>
  <pc:docChgLst>
    <pc:chgData name="Guest User" providerId="Windows Live" clId="Web-{5A0D701C-9927-EA94-9C64-62935BD17B4F}"/>
    <pc:docChg chg="modSld">
      <pc:chgData name="Guest User" userId="" providerId="Windows Live" clId="Web-{5A0D701C-9927-EA94-9C64-62935BD17B4F}" dt="2025-07-11T02:39:07.665" v="233"/>
      <pc:docMkLst>
        <pc:docMk/>
      </pc:docMkLst>
      <pc:sldChg chg="modSp">
        <pc:chgData name="Guest User" userId="" providerId="Windows Live" clId="Web-{5A0D701C-9927-EA94-9C64-62935BD17B4F}" dt="2025-07-11T02:32:42.611" v="176"/>
        <pc:sldMkLst>
          <pc:docMk/>
          <pc:sldMk cId="140346443" sldId="822"/>
        </pc:sldMkLst>
        <pc:spChg chg="mod">
          <ac:chgData name="Guest User" userId="" providerId="Windows Live" clId="Web-{5A0D701C-9927-EA94-9C64-62935BD17B4F}" dt="2025-07-11T02:32:42.611" v="176"/>
          <ac:spMkLst>
            <pc:docMk/>
            <pc:sldMk cId="140346443" sldId="822"/>
            <ac:spMk id="3" creationId="{1AB012BE-040E-5B65-02E1-DDB2A9A00DA4}"/>
          </ac:spMkLst>
        </pc:spChg>
        <pc:spChg chg="mod">
          <ac:chgData name="Guest User" userId="" providerId="Windows Live" clId="Web-{5A0D701C-9927-EA94-9C64-62935BD17B4F}" dt="2025-07-11T02:32:42.579" v="175"/>
          <ac:spMkLst>
            <pc:docMk/>
            <pc:sldMk cId="140346443" sldId="822"/>
            <ac:spMk id="10" creationId="{60127C6D-3342-C831-3981-C5030CF3B941}"/>
          </ac:spMkLst>
        </pc:spChg>
      </pc:sldChg>
      <pc:sldChg chg="modSp">
        <pc:chgData name="Guest User" userId="" providerId="Windows Live" clId="Web-{5A0D701C-9927-EA94-9C64-62935BD17B4F}" dt="2025-07-11T02:32:28.110" v="172"/>
        <pc:sldMkLst>
          <pc:docMk/>
          <pc:sldMk cId="2771250690" sldId="851"/>
        </pc:sldMkLst>
        <pc:spChg chg="mod">
          <ac:chgData name="Guest User" userId="" providerId="Windows Live" clId="Web-{5A0D701C-9927-EA94-9C64-62935BD17B4F}" dt="2025-07-11T02:32:28.110" v="172"/>
          <ac:spMkLst>
            <pc:docMk/>
            <pc:sldMk cId="2771250690" sldId="851"/>
            <ac:spMk id="8" creationId="{9BADF726-2AAD-85FD-9A5C-793E45C4B3F2}"/>
          </ac:spMkLst>
        </pc:spChg>
      </pc:sldChg>
      <pc:sldChg chg="modSp">
        <pc:chgData name="Guest User" userId="" providerId="Windows Live" clId="Web-{5A0D701C-9927-EA94-9C64-62935BD17B4F}" dt="2025-07-11T02:33:25.127" v="188"/>
        <pc:sldMkLst>
          <pc:docMk/>
          <pc:sldMk cId="858007124" sldId="1277"/>
        </pc:sldMkLst>
        <pc:spChg chg="mod">
          <ac:chgData name="Guest User" userId="" providerId="Windows Live" clId="Web-{5A0D701C-9927-EA94-9C64-62935BD17B4F}" dt="2025-07-11T02:33:25.127" v="188"/>
          <ac:spMkLst>
            <pc:docMk/>
            <pc:sldMk cId="858007124" sldId="1277"/>
            <ac:spMk id="9" creationId="{77D26A61-1743-44DF-CA31-DEC2E46F5D13}"/>
          </ac:spMkLst>
        </pc:spChg>
      </pc:sldChg>
      <pc:sldChg chg="modSp">
        <pc:chgData name="Guest User" userId="" providerId="Windows Live" clId="Web-{5A0D701C-9927-EA94-9C64-62935BD17B4F}" dt="2025-07-11T02:37:23.944" v="220" actId="20577"/>
        <pc:sldMkLst>
          <pc:docMk/>
          <pc:sldMk cId="2170825706" sldId="1679"/>
        </pc:sldMkLst>
        <pc:spChg chg="mod">
          <ac:chgData name="Guest User" userId="" providerId="Windows Live" clId="Web-{5A0D701C-9927-EA94-9C64-62935BD17B4F}" dt="2025-07-11T02:37:23.944" v="220" actId="20577"/>
          <ac:spMkLst>
            <pc:docMk/>
            <pc:sldMk cId="2170825706" sldId="1679"/>
            <ac:spMk id="6" creationId="{0BAD9EF5-2286-3DE3-F2A3-0055009A2470}"/>
          </ac:spMkLst>
        </pc:spChg>
      </pc:sldChg>
      <pc:sldChg chg="modSp">
        <pc:chgData name="Guest User" userId="" providerId="Windows Live" clId="Web-{5A0D701C-9927-EA94-9C64-62935BD17B4F}" dt="2025-07-11T02:29:53.123" v="144" actId="14100"/>
        <pc:sldMkLst>
          <pc:docMk/>
          <pc:sldMk cId="126902895" sldId="1746"/>
        </pc:sldMkLst>
        <pc:spChg chg="mod">
          <ac:chgData name="Guest User" userId="" providerId="Windows Live" clId="Web-{5A0D701C-9927-EA94-9C64-62935BD17B4F}" dt="2025-07-11T02:29:53.123" v="144" actId="14100"/>
          <ac:spMkLst>
            <pc:docMk/>
            <pc:sldMk cId="126902895" sldId="1746"/>
            <ac:spMk id="7" creationId="{565A7DE2-A0D3-0201-4DD7-DCA2BFDB505C}"/>
          </ac:spMkLst>
        </pc:spChg>
      </pc:sldChg>
      <pc:sldChg chg="modSp">
        <pc:chgData name="Guest User" userId="" providerId="Windows Live" clId="Web-{5A0D701C-9927-EA94-9C64-62935BD17B4F}" dt="2025-07-11T02:30:26.202" v="146"/>
        <pc:sldMkLst>
          <pc:docMk/>
          <pc:sldMk cId="3192769657" sldId="1766"/>
        </pc:sldMkLst>
        <pc:spChg chg="mod">
          <ac:chgData name="Guest User" userId="" providerId="Windows Live" clId="Web-{5A0D701C-9927-EA94-9C64-62935BD17B4F}" dt="2025-07-11T02:30:26.202" v="146"/>
          <ac:spMkLst>
            <pc:docMk/>
            <pc:sldMk cId="3192769657" sldId="1766"/>
            <ac:spMk id="7" creationId="{73BCB907-E0B2-54A2-70D6-6ED07B3192C6}"/>
          </ac:spMkLst>
        </pc:spChg>
      </pc:sldChg>
      <pc:sldChg chg="modSp">
        <pc:chgData name="Guest User" userId="" providerId="Windows Live" clId="Web-{5A0D701C-9927-EA94-9C64-62935BD17B4F}" dt="2025-07-11T02:30:41.296" v="148"/>
        <pc:sldMkLst>
          <pc:docMk/>
          <pc:sldMk cId="3059271663" sldId="1814"/>
        </pc:sldMkLst>
        <pc:spChg chg="mod">
          <ac:chgData name="Guest User" userId="" providerId="Windows Live" clId="Web-{5A0D701C-9927-EA94-9C64-62935BD17B4F}" dt="2025-07-11T02:30:41.296" v="148"/>
          <ac:spMkLst>
            <pc:docMk/>
            <pc:sldMk cId="3059271663" sldId="1814"/>
            <ac:spMk id="7" creationId="{C7BCB3BF-A387-F009-75C0-A5DAB6A9A0C7}"/>
          </ac:spMkLst>
        </pc:spChg>
      </pc:sldChg>
      <pc:sldChg chg="modSp">
        <pc:chgData name="Guest User" userId="" providerId="Windows Live" clId="Web-{5A0D701C-9927-EA94-9C64-62935BD17B4F}" dt="2025-07-11T02:31:46.594" v="166" actId="1076"/>
        <pc:sldMkLst>
          <pc:docMk/>
          <pc:sldMk cId="368851534" sldId="1815"/>
        </pc:sldMkLst>
        <pc:spChg chg="mod">
          <ac:chgData name="Guest User" userId="" providerId="Windows Live" clId="Web-{5A0D701C-9927-EA94-9C64-62935BD17B4F}" dt="2025-07-11T02:31:04.421" v="154"/>
          <ac:spMkLst>
            <pc:docMk/>
            <pc:sldMk cId="368851534" sldId="1815"/>
            <ac:spMk id="7" creationId="{15A2532F-DB25-ACF5-CC0F-C183AFD39A2F}"/>
          </ac:spMkLst>
        </pc:spChg>
        <pc:spChg chg="mod">
          <ac:chgData name="Guest User" userId="" providerId="Windows Live" clId="Web-{5A0D701C-9927-EA94-9C64-62935BD17B4F}" dt="2025-07-11T02:31:04.421" v="155"/>
          <ac:spMkLst>
            <pc:docMk/>
            <pc:sldMk cId="368851534" sldId="1815"/>
            <ac:spMk id="9" creationId="{D0002923-B96B-7965-38BE-F2BE3813C75E}"/>
          </ac:spMkLst>
        </pc:spChg>
        <pc:spChg chg="mod">
          <ac:chgData name="Guest User" userId="" providerId="Windows Live" clId="Web-{5A0D701C-9927-EA94-9C64-62935BD17B4F}" dt="2025-07-11T02:31:31.969" v="164" actId="14100"/>
          <ac:spMkLst>
            <pc:docMk/>
            <pc:sldMk cId="368851534" sldId="1815"/>
            <ac:spMk id="10" creationId="{EE91276B-29E2-C785-B955-F038E6CFD8D5}"/>
          </ac:spMkLst>
        </pc:spChg>
        <pc:spChg chg="mod">
          <ac:chgData name="Guest User" userId="" providerId="Windows Live" clId="Web-{5A0D701C-9927-EA94-9C64-62935BD17B4F}" dt="2025-07-11T02:31:46.594" v="165" actId="1076"/>
          <ac:spMkLst>
            <pc:docMk/>
            <pc:sldMk cId="368851534" sldId="1815"/>
            <ac:spMk id="11" creationId="{DAD45C9D-ABC1-CD0A-D91E-F0F60536F873}"/>
          </ac:spMkLst>
        </pc:spChg>
        <pc:spChg chg="mod">
          <ac:chgData name="Guest User" userId="" providerId="Windows Live" clId="Web-{5A0D701C-9927-EA94-9C64-62935BD17B4F}" dt="2025-07-11T02:31:46.594" v="166" actId="1076"/>
          <ac:spMkLst>
            <pc:docMk/>
            <pc:sldMk cId="368851534" sldId="1815"/>
            <ac:spMk id="12" creationId="{178654C7-B101-6BFA-47B4-63654E6A9DD7}"/>
          </ac:spMkLst>
        </pc:spChg>
      </pc:sldChg>
      <pc:sldChg chg="modSp">
        <pc:chgData name="Guest User" userId="" providerId="Windows Live" clId="Web-{5A0D701C-9927-EA94-9C64-62935BD17B4F}" dt="2025-07-11T02:32:11.173" v="168"/>
        <pc:sldMkLst>
          <pc:docMk/>
          <pc:sldMk cId="147178672" sldId="1816"/>
        </pc:sldMkLst>
        <pc:spChg chg="mod">
          <ac:chgData name="Guest User" userId="" providerId="Windows Live" clId="Web-{5A0D701C-9927-EA94-9C64-62935BD17B4F}" dt="2025-07-11T02:32:11.173" v="168"/>
          <ac:spMkLst>
            <pc:docMk/>
            <pc:sldMk cId="147178672" sldId="1816"/>
            <ac:spMk id="7" creationId="{A60EE430-55C5-2BE2-A8CA-DC00EBFDAC72}"/>
          </ac:spMkLst>
        </pc:spChg>
      </pc:sldChg>
      <pc:sldChg chg="modSp">
        <pc:chgData name="Guest User" userId="" providerId="Windows Live" clId="Web-{5A0D701C-9927-EA94-9C64-62935BD17B4F}" dt="2025-07-11T02:32:17.985" v="170"/>
        <pc:sldMkLst>
          <pc:docMk/>
          <pc:sldMk cId="1403820475" sldId="1817"/>
        </pc:sldMkLst>
        <pc:spChg chg="mod">
          <ac:chgData name="Guest User" userId="" providerId="Windows Live" clId="Web-{5A0D701C-9927-EA94-9C64-62935BD17B4F}" dt="2025-07-11T02:32:17.985" v="170"/>
          <ac:spMkLst>
            <pc:docMk/>
            <pc:sldMk cId="1403820475" sldId="1817"/>
            <ac:spMk id="7" creationId="{E0520F81-081E-D20B-BF4F-98E28867CE5D}"/>
          </ac:spMkLst>
        </pc:spChg>
      </pc:sldChg>
      <pc:sldChg chg="modSp">
        <pc:chgData name="Guest User" userId="" providerId="Windows Live" clId="Web-{5A0D701C-9927-EA94-9C64-62935BD17B4F}" dt="2025-07-11T02:32:55.283" v="180"/>
        <pc:sldMkLst>
          <pc:docMk/>
          <pc:sldMk cId="2694161924" sldId="1818"/>
        </pc:sldMkLst>
        <pc:spChg chg="mod">
          <ac:chgData name="Guest User" userId="" providerId="Windows Live" clId="Web-{5A0D701C-9927-EA94-9C64-62935BD17B4F}" dt="2025-07-11T02:32:55.283" v="180"/>
          <ac:spMkLst>
            <pc:docMk/>
            <pc:sldMk cId="2694161924" sldId="1818"/>
            <ac:spMk id="3" creationId="{AD7D3B08-000F-A43C-4A20-85ADD49D9DED}"/>
          </ac:spMkLst>
        </pc:spChg>
        <pc:spChg chg="mod">
          <ac:chgData name="Guest User" userId="" providerId="Windows Live" clId="Web-{5A0D701C-9927-EA94-9C64-62935BD17B4F}" dt="2025-07-11T02:32:55.236" v="179"/>
          <ac:spMkLst>
            <pc:docMk/>
            <pc:sldMk cId="2694161924" sldId="1818"/>
            <ac:spMk id="10" creationId="{522A1CA3-4A53-5759-723C-B12B6A29E3A1}"/>
          </ac:spMkLst>
        </pc:spChg>
      </pc:sldChg>
      <pc:sldChg chg="modSp">
        <pc:chgData name="Guest User" userId="" providerId="Windows Live" clId="Web-{5A0D701C-9927-EA94-9C64-62935BD17B4F}" dt="2025-07-11T02:33:01.861" v="184"/>
        <pc:sldMkLst>
          <pc:docMk/>
          <pc:sldMk cId="1631293736" sldId="1819"/>
        </pc:sldMkLst>
        <pc:spChg chg="mod">
          <ac:chgData name="Guest User" userId="" providerId="Windows Live" clId="Web-{5A0D701C-9927-EA94-9C64-62935BD17B4F}" dt="2025-07-11T02:33:01.861" v="184"/>
          <ac:spMkLst>
            <pc:docMk/>
            <pc:sldMk cId="1631293736" sldId="1819"/>
            <ac:spMk id="3" creationId="{8AAA080D-0933-A173-189B-7811C60E7018}"/>
          </ac:spMkLst>
        </pc:spChg>
        <pc:spChg chg="mod">
          <ac:chgData name="Guest User" userId="" providerId="Windows Live" clId="Web-{5A0D701C-9927-EA94-9C64-62935BD17B4F}" dt="2025-07-11T02:33:01.830" v="183"/>
          <ac:spMkLst>
            <pc:docMk/>
            <pc:sldMk cId="1631293736" sldId="1819"/>
            <ac:spMk id="10" creationId="{FA9A9CC6-6069-4A16-A01C-84193D568A58}"/>
          </ac:spMkLst>
        </pc:spChg>
      </pc:sldChg>
      <pc:sldChg chg="modSp">
        <pc:chgData name="Guest User" userId="" providerId="Windows Live" clId="Web-{5A0D701C-9927-EA94-9C64-62935BD17B4F}" dt="2025-07-11T02:33:15.658" v="186"/>
        <pc:sldMkLst>
          <pc:docMk/>
          <pc:sldMk cId="868802733" sldId="1821"/>
        </pc:sldMkLst>
        <pc:spChg chg="mod">
          <ac:chgData name="Guest User" userId="" providerId="Windows Live" clId="Web-{5A0D701C-9927-EA94-9C64-62935BD17B4F}" dt="2025-07-11T02:33:15.658" v="186"/>
          <ac:spMkLst>
            <pc:docMk/>
            <pc:sldMk cId="868802733" sldId="1821"/>
            <ac:spMk id="7" creationId="{6D243264-D9FE-5620-F1EC-91FC18479C90}"/>
          </ac:spMkLst>
        </pc:spChg>
      </pc:sldChg>
      <pc:sldChg chg="modSp">
        <pc:chgData name="Guest User" userId="" providerId="Windows Live" clId="Web-{5A0D701C-9927-EA94-9C64-62935BD17B4F}" dt="2025-07-11T02:33:33.815" v="190"/>
        <pc:sldMkLst>
          <pc:docMk/>
          <pc:sldMk cId="1254139428" sldId="1822"/>
        </pc:sldMkLst>
        <pc:spChg chg="mod">
          <ac:chgData name="Guest User" userId="" providerId="Windows Live" clId="Web-{5A0D701C-9927-EA94-9C64-62935BD17B4F}" dt="2025-07-11T02:33:33.815" v="190"/>
          <ac:spMkLst>
            <pc:docMk/>
            <pc:sldMk cId="1254139428" sldId="1822"/>
            <ac:spMk id="9" creationId="{0F7C102F-13B3-1A9E-D418-ED66989233A2}"/>
          </ac:spMkLst>
        </pc:spChg>
      </pc:sldChg>
      <pc:sldChg chg="modSp">
        <pc:chgData name="Guest User" userId="" providerId="Windows Live" clId="Web-{5A0D701C-9927-EA94-9C64-62935BD17B4F}" dt="2025-07-11T02:34:17.144" v="198"/>
        <pc:sldMkLst>
          <pc:docMk/>
          <pc:sldMk cId="2365198718" sldId="1824"/>
        </pc:sldMkLst>
        <pc:spChg chg="mod">
          <ac:chgData name="Guest User" userId="" providerId="Windows Live" clId="Web-{5A0D701C-9927-EA94-9C64-62935BD17B4F}" dt="2025-07-11T02:34:17.144" v="198"/>
          <ac:spMkLst>
            <pc:docMk/>
            <pc:sldMk cId="2365198718" sldId="1824"/>
            <ac:spMk id="9" creationId="{6A98B12B-9756-7A09-C500-0DFAFEA93455}"/>
          </ac:spMkLst>
        </pc:spChg>
      </pc:sldChg>
      <pc:sldChg chg="modSp">
        <pc:chgData name="Guest User" userId="" providerId="Windows Live" clId="Web-{5A0D701C-9927-EA94-9C64-62935BD17B4F}" dt="2025-07-11T02:34:25.785" v="200"/>
        <pc:sldMkLst>
          <pc:docMk/>
          <pc:sldMk cId="1139427356" sldId="1825"/>
        </pc:sldMkLst>
        <pc:spChg chg="mod">
          <ac:chgData name="Guest User" userId="" providerId="Windows Live" clId="Web-{5A0D701C-9927-EA94-9C64-62935BD17B4F}" dt="2025-07-11T02:34:25.785" v="200"/>
          <ac:spMkLst>
            <pc:docMk/>
            <pc:sldMk cId="1139427356" sldId="1825"/>
            <ac:spMk id="9" creationId="{A7F702B8-AC38-A18D-7740-126B52F022D7}"/>
          </ac:spMkLst>
        </pc:spChg>
      </pc:sldChg>
      <pc:sldChg chg="modSp">
        <pc:chgData name="Guest User" userId="" providerId="Windows Live" clId="Web-{5A0D701C-9927-EA94-9C64-62935BD17B4F}" dt="2025-07-11T02:35:47.786" v="208"/>
        <pc:sldMkLst>
          <pc:docMk/>
          <pc:sldMk cId="3359142403" sldId="1827"/>
        </pc:sldMkLst>
        <pc:spChg chg="mod">
          <ac:chgData name="Guest User" userId="" providerId="Windows Live" clId="Web-{5A0D701C-9927-EA94-9C64-62935BD17B4F}" dt="2025-07-11T02:35:47.786" v="208"/>
          <ac:spMkLst>
            <pc:docMk/>
            <pc:sldMk cId="3359142403" sldId="1827"/>
            <ac:spMk id="9" creationId="{4536F35D-48AB-EDB2-4394-D9653B1CDDAF}"/>
          </ac:spMkLst>
        </pc:spChg>
      </pc:sldChg>
      <pc:sldChg chg="modSp">
        <pc:chgData name="Guest User" userId="" providerId="Windows Live" clId="Web-{5A0D701C-9927-EA94-9C64-62935BD17B4F}" dt="2025-07-11T02:35:54.302" v="210"/>
        <pc:sldMkLst>
          <pc:docMk/>
          <pc:sldMk cId="412338204" sldId="1828"/>
        </pc:sldMkLst>
        <pc:spChg chg="mod">
          <ac:chgData name="Guest User" userId="" providerId="Windows Live" clId="Web-{5A0D701C-9927-EA94-9C64-62935BD17B4F}" dt="2025-07-11T02:35:54.302" v="210"/>
          <ac:spMkLst>
            <pc:docMk/>
            <pc:sldMk cId="412338204" sldId="1828"/>
            <ac:spMk id="9" creationId="{7362E501-1B83-9F91-CC38-1F8F6478B915}"/>
          </ac:spMkLst>
        </pc:spChg>
      </pc:sldChg>
      <pc:sldChg chg="modSp">
        <pc:chgData name="Guest User" userId="" providerId="Windows Live" clId="Web-{5A0D701C-9927-EA94-9C64-62935BD17B4F}" dt="2025-07-11T02:34:34.128" v="201" actId="1076"/>
        <pc:sldMkLst>
          <pc:docMk/>
          <pc:sldMk cId="1880725329" sldId="1830"/>
        </pc:sldMkLst>
        <pc:spChg chg="mod">
          <ac:chgData name="Guest User" userId="" providerId="Windows Live" clId="Web-{5A0D701C-9927-EA94-9C64-62935BD17B4F}" dt="2025-07-11T02:34:34.128" v="201" actId="1076"/>
          <ac:spMkLst>
            <pc:docMk/>
            <pc:sldMk cId="1880725329" sldId="1830"/>
            <ac:spMk id="9" creationId="{FDE1DB4F-C217-2890-DB3F-D9D8888A471B}"/>
          </ac:spMkLst>
        </pc:spChg>
      </pc:sldChg>
      <pc:sldChg chg="modSp">
        <pc:chgData name="Guest User" userId="" providerId="Windows Live" clId="Web-{5A0D701C-9927-EA94-9C64-62935BD17B4F}" dt="2025-07-11T02:33:39.612" v="192"/>
        <pc:sldMkLst>
          <pc:docMk/>
          <pc:sldMk cId="52966656" sldId="1832"/>
        </pc:sldMkLst>
        <pc:spChg chg="mod">
          <ac:chgData name="Guest User" userId="" providerId="Windows Live" clId="Web-{5A0D701C-9927-EA94-9C64-62935BD17B4F}" dt="2025-07-11T02:33:39.612" v="192"/>
          <ac:spMkLst>
            <pc:docMk/>
            <pc:sldMk cId="52966656" sldId="1832"/>
            <ac:spMk id="9" creationId="{01FFAF57-C02C-0A59-2D2D-23C0E0A21109}"/>
          </ac:spMkLst>
        </pc:spChg>
      </pc:sldChg>
      <pc:sldChg chg="modSp">
        <pc:chgData name="Guest User" userId="" providerId="Windows Live" clId="Web-{5A0D701C-9927-EA94-9C64-62935BD17B4F}" dt="2025-07-11T02:33:46.174" v="194"/>
        <pc:sldMkLst>
          <pc:docMk/>
          <pc:sldMk cId="827100732" sldId="1834"/>
        </pc:sldMkLst>
        <pc:spChg chg="mod">
          <ac:chgData name="Guest User" userId="" providerId="Windows Live" clId="Web-{5A0D701C-9927-EA94-9C64-62935BD17B4F}" dt="2025-07-11T02:33:46.174" v="194"/>
          <ac:spMkLst>
            <pc:docMk/>
            <pc:sldMk cId="827100732" sldId="1834"/>
            <ac:spMk id="9" creationId="{7C405055-FEA4-6CFC-9696-EE3AFB893CCB}"/>
          </ac:spMkLst>
        </pc:spChg>
      </pc:sldChg>
      <pc:sldChg chg="modSp">
        <pc:chgData name="Guest User" userId="" providerId="Windows Live" clId="Web-{5A0D701C-9927-EA94-9C64-62935BD17B4F}" dt="2025-07-11T02:27:49.246" v="73" actId="20577"/>
        <pc:sldMkLst>
          <pc:docMk/>
          <pc:sldMk cId="1268694252" sldId="1835"/>
        </pc:sldMkLst>
        <pc:spChg chg="mod">
          <ac:chgData name="Guest User" userId="" providerId="Windows Live" clId="Web-{5A0D701C-9927-EA94-9C64-62935BD17B4F}" dt="2025-07-11T02:27:49.246" v="73" actId="20577"/>
          <ac:spMkLst>
            <pc:docMk/>
            <pc:sldMk cId="1268694252" sldId="1835"/>
            <ac:spMk id="3" creationId="{C375D25F-1ACA-F291-7A43-310A77C1CED2}"/>
          </ac:spMkLst>
        </pc:spChg>
      </pc:sldChg>
      <pc:sldChg chg="modSp">
        <pc:chgData name="Guest User" userId="" providerId="Windows Live" clId="Web-{5A0D701C-9927-EA94-9C64-62935BD17B4F}" dt="2025-07-11T02:38:48.164" v="229"/>
        <pc:sldMkLst>
          <pc:docMk/>
          <pc:sldMk cId="3231559123" sldId="1837"/>
        </pc:sldMkLst>
        <pc:spChg chg="mod">
          <ac:chgData name="Guest User" userId="" providerId="Windows Live" clId="Web-{5A0D701C-9927-EA94-9C64-62935BD17B4F}" dt="2025-07-11T02:38:48.164" v="229"/>
          <ac:spMkLst>
            <pc:docMk/>
            <pc:sldMk cId="3231559123" sldId="1837"/>
            <ac:spMk id="6" creationId="{71072CCD-5D38-6906-0D40-86BB4F3764E2}"/>
          </ac:spMkLst>
        </pc:spChg>
      </pc:sldChg>
      <pc:sldChg chg="modSp">
        <pc:chgData name="Guest User" userId="" providerId="Windows Live" clId="Web-{5A0D701C-9927-EA94-9C64-62935BD17B4F}" dt="2025-07-11T02:38:56.712" v="231"/>
        <pc:sldMkLst>
          <pc:docMk/>
          <pc:sldMk cId="1631829471" sldId="1838"/>
        </pc:sldMkLst>
        <pc:spChg chg="mod">
          <ac:chgData name="Guest User" userId="" providerId="Windows Live" clId="Web-{5A0D701C-9927-EA94-9C64-62935BD17B4F}" dt="2025-07-11T02:38:56.712" v="231"/>
          <ac:spMkLst>
            <pc:docMk/>
            <pc:sldMk cId="1631829471" sldId="1838"/>
            <ac:spMk id="6" creationId="{25E0D11D-43C3-B209-02AA-B91A1A6BE59C}"/>
          </ac:spMkLst>
        </pc:spChg>
      </pc:sldChg>
      <pc:sldChg chg="modSp">
        <pc:chgData name="Guest User" userId="" providerId="Windows Live" clId="Web-{5A0D701C-9927-EA94-9C64-62935BD17B4F}" dt="2025-07-11T02:39:07.665" v="233"/>
        <pc:sldMkLst>
          <pc:docMk/>
          <pc:sldMk cId="2327211695" sldId="1839"/>
        </pc:sldMkLst>
        <pc:spChg chg="mod">
          <ac:chgData name="Guest User" userId="" providerId="Windows Live" clId="Web-{5A0D701C-9927-EA94-9C64-62935BD17B4F}" dt="2025-07-11T02:39:07.665" v="233"/>
          <ac:spMkLst>
            <pc:docMk/>
            <pc:sldMk cId="2327211695" sldId="1839"/>
            <ac:spMk id="6" creationId="{61C32D10-768A-D549-D5BC-7E9FCA234F2D}"/>
          </ac:spMkLst>
        </pc:spChg>
      </pc:sldChg>
      <pc:sldChg chg="modSp">
        <pc:chgData name="Guest User" userId="" providerId="Windows Live" clId="Web-{5A0D701C-9927-EA94-9C64-62935BD17B4F}" dt="2025-07-11T02:37:37.929" v="223"/>
        <pc:sldMkLst>
          <pc:docMk/>
          <pc:sldMk cId="2426100198" sldId="1841"/>
        </pc:sldMkLst>
        <pc:spChg chg="mod">
          <ac:chgData name="Guest User" userId="" providerId="Windows Live" clId="Web-{5A0D701C-9927-EA94-9C64-62935BD17B4F}" dt="2025-07-11T02:28:24.637" v="104" actId="20577"/>
          <ac:spMkLst>
            <pc:docMk/>
            <pc:sldMk cId="2426100198" sldId="1841"/>
            <ac:spMk id="2" creationId="{E311B68B-65A2-4C34-22B4-89BAAD85520C}"/>
          </ac:spMkLst>
        </pc:spChg>
        <pc:spChg chg="mod">
          <ac:chgData name="Guest User" userId="" providerId="Windows Live" clId="Web-{5A0D701C-9927-EA94-9C64-62935BD17B4F}" dt="2025-07-11T02:37:37.929" v="223"/>
          <ac:spMkLst>
            <pc:docMk/>
            <pc:sldMk cId="2426100198" sldId="1841"/>
            <ac:spMk id="6" creationId="{0B5BB9C1-7F03-76D0-260F-6EBE42DF442E}"/>
          </ac:spMkLst>
        </pc:spChg>
      </pc:sldChg>
      <pc:sldChg chg="modSp">
        <pc:chgData name="Guest User" userId="" providerId="Windows Live" clId="Web-{5A0D701C-9927-EA94-9C64-62935BD17B4F}" dt="2025-07-11T02:38:25.961" v="225"/>
        <pc:sldMkLst>
          <pc:docMk/>
          <pc:sldMk cId="993714335" sldId="1842"/>
        </pc:sldMkLst>
        <pc:spChg chg="mod">
          <ac:chgData name="Guest User" userId="" providerId="Windows Live" clId="Web-{5A0D701C-9927-EA94-9C64-62935BD17B4F}" dt="2025-07-11T02:28:28.653" v="108" actId="20577"/>
          <ac:spMkLst>
            <pc:docMk/>
            <pc:sldMk cId="993714335" sldId="1842"/>
            <ac:spMk id="2" creationId="{9C965E26-3EE0-C236-5B84-003CCDED7259}"/>
          </ac:spMkLst>
        </pc:spChg>
        <pc:spChg chg="mod">
          <ac:chgData name="Guest User" userId="" providerId="Windows Live" clId="Web-{5A0D701C-9927-EA94-9C64-62935BD17B4F}" dt="2025-07-11T02:38:25.961" v="225"/>
          <ac:spMkLst>
            <pc:docMk/>
            <pc:sldMk cId="993714335" sldId="1842"/>
            <ac:spMk id="6" creationId="{5CAE56B4-DFD3-50E2-99EE-7CFCB5DFCEB5}"/>
          </ac:spMkLst>
        </pc:spChg>
      </pc:sldChg>
      <pc:sldChg chg="modSp">
        <pc:chgData name="Guest User" userId="" providerId="Windows Live" clId="Web-{5A0D701C-9927-EA94-9C64-62935BD17B4F}" dt="2025-07-11T02:38:35.883" v="227"/>
        <pc:sldMkLst>
          <pc:docMk/>
          <pc:sldMk cId="3071096890" sldId="1843"/>
        </pc:sldMkLst>
        <pc:spChg chg="mod">
          <ac:chgData name="Guest User" userId="" providerId="Windows Live" clId="Web-{5A0D701C-9927-EA94-9C64-62935BD17B4F}" dt="2025-07-11T02:28:33.840" v="111" actId="20577"/>
          <ac:spMkLst>
            <pc:docMk/>
            <pc:sldMk cId="3071096890" sldId="1843"/>
            <ac:spMk id="2" creationId="{0BF23028-0F06-20B5-7D30-091055D178C1}"/>
          </ac:spMkLst>
        </pc:spChg>
        <pc:spChg chg="mod">
          <ac:chgData name="Guest User" userId="" providerId="Windows Live" clId="Web-{5A0D701C-9927-EA94-9C64-62935BD17B4F}" dt="2025-07-11T02:38:35.883" v="227"/>
          <ac:spMkLst>
            <pc:docMk/>
            <pc:sldMk cId="3071096890" sldId="1843"/>
            <ac:spMk id="6" creationId="{6E41189A-177C-E940-C2BE-549261F2A164}"/>
          </ac:spMkLst>
        </pc:spChg>
      </pc:sldChg>
    </pc:docChg>
  </pc:docChgLst>
  <pc:docChgLst>
    <pc:chgData name="Guest User" providerId="Windows Live" clId="Web-{7146FB4D-1700-677C-E1FB-1491061F069F}"/>
    <pc:docChg chg="modSld">
      <pc:chgData name="Guest User" userId="" providerId="Windows Live" clId="Web-{7146FB4D-1700-677C-E1FB-1491061F069F}" dt="2025-07-12T03:17:32.622" v="0"/>
      <pc:docMkLst>
        <pc:docMk/>
      </pc:docMkLst>
      <pc:sldChg chg="modSp">
        <pc:chgData name="Guest User" userId="" providerId="Windows Live" clId="Web-{7146FB4D-1700-677C-E1FB-1491061F069F}" dt="2025-07-12T03:17:32.622" v="0"/>
        <pc:sldMkLst>
          <pc:docMk/>
          <pc:sldMk cId="2170825706" sldId="1679"/>
        </pc:sldMkLst>
        <pc:spChg chg="mod">
          <ac:chgData name="Guest User" userId="" providerId="Windows Live" clId="Web-{7146FB4D-1700-677C-E1FB-1491061F069F}" dt="2025-07-12T03:17:32.622" v="0"/>
          <ac:spMkLst>
            <pc:docMk/>
            <pc:sldMk cId="2170825706" sldId="1679"/>
            <ac:spMk id="2" creationId="{F1F5B4FD-F767-72BB-F1E7-36E7D6814CE8}"/>
          </ac:spMkLst>
        </pc:spChg>
      </pc:sldChg>
    </pc:docChg>
  </pc:docChgLst>
  <pc:docChgLst>
    <pc:chgData name="Simon Chunkath" userId="cd189e30067db8de" providerId="LiveId" clId="{183FE71F-F335-40CE-BD42-48E25E3B17E6}"/>
    <pc:docChg chg="undo redo custSel addSld delSld modSld sldOrd modMainMaster">
      <pc:chgData name="Simon Chunkath" userId="cd189e30067db8de" providerId="LiveId" clId="{183FE71F-F335-40CE-BD42-48E25E3B17E6}" dt="2025-07-09T14:47:37.356" v="3274" actId="20577"/>
      <pc:docMkLst>
        <pc:docMk/>
      </pc:docMkLst>
      <pc:sldChg chg="mod modClrScheme chgLayout">
        <pc:chgData name="Simon Chunkath" userId="cd189e30067db8de" providerId="LiveId" clId="{183FE71F-F335-40CE-BD42-48E25E3B17E6}" dt="2025-07-09T11:19:11.069" v="213" actId="700"/>
        <pc:sldMkLst>
          <pc:docMk/>
          <pc:sldMk cId="717388547" sldId="813"/>
        </pc:sldMkLst>
      </pc:sldChg>
      <pc:sldChg chg="mod modClrScheme chgLayout">
        <pc:chgData name="Simon Chunkath" userId="cd189e30067db8de" providerId="LiveId" clId="{183FE71F-F335-40CE-BD42-48E25E3B17E6}" dt="2025-07-09T12:30:20.021" v="383" actId="700"/>
        <pc:sldMkLst>
          <pc:docMk/>
          <pc:sldMk cId="3071323988" sldId="820"/>
        </pc:sldMkLst>
      </pc:sldChg>
      <pc:sldChg chg="addSp delSp modSp mod modClrScheme chgLayout">
        <pc:chgData name="Simon Chunkath" userId="cd189e30067db8de" providerId="LiveId" clId="{183FE71F-F335-40CE-BD42-48E25E3B17E6}" dt="2025-07-09T12:29:45.335" v="378" actId="700"/>
        <pc:sldMkLst>
          <pc:docMk/>
          <pc:sldMk cId="3717493800" sldId="821"/>
        </pc:sldMkLst>
        <pc:spChg chg="add del">
          <ac:chgData name="Simon Chunkath" userId="cd189e30067db8de" providerId="LiveId" clId="{183FE71F-F335-40CE-BD42-48E25E3B17E6}" dt="2025-07-09T12:22:57.995" v="300" actId="478"/>
          <ac:spMkLst>
            <pc:docMk/>
            <pc:sldMk cId="3717493800" sldId="821"/>
            <ac:spMk id="2" creationId="{BDDA26F8-E366-2B5B-C348-C507B3038F2B}"/>
          </ac:spMkLst>
        </pc:spChg>
        <pc:spChg chg="mod">
          <ac:chgData name="Simon Chunkath" userId="cd189e30067db8de" providerId="LiveId" clId="{183FE71F-F335-40CE-BD42-48E25E3B17E6}" dt="2025-07-09T12:29:03.495" v="377" actId="20577"/>
          <ac:spMkLst>
            <pc:docMk/>
            <pc:sldMk cId="3717493800" sldId="821"/>
            <ac:spMk id="3" creationId="{B9ACC418-9BFA-F946-DA5B-A680A2EBDFAC}"/>
          </ac:spMkLst>
        </pc:spChg>
      </pc:sldChg>
      <pc:sldChg chg="modSp mod">
        <pc:chgData name="Simon Chunkath" userId="cd189e30067db8de" providerId="LiveId" clId="{183FE71F-F335-40CE-BD42-48E25E3B17E6}" dt="2025-07-09T13:07:00.546" v="453" actId="20577"/>
        <pc:sldMkLst>
          <pc:docMk/>
          <pc:sldMk cId="140346443" sldId="822"/>
        </pc:sldMkLst>
        <pc:spChg chg="mod">
          <ac:chgData name="Simon Chunkath" userId="cd189e30067db8de" providerId="LiveId" clId="{183FE71F-F335-40CE-BD42-48E25E3B17E6}" dt="2025-07-09T13:07:00.546" v="453" actId="20577"/>
          <ac:spMkLst>
            <pc:docMk/>
            <pc:sldMk cId="140346443" sldId="822"/>
            <ac:spMk id="2" creationId="{69072751-0DFD-E04D-8DBC-6192EE4B4B2A}"/>
          </ac:spMkLst>
        </pc:spChg>
        <pc:spChg chg="mod">
          <ac:chgData name="Simon Chunkath" userId="cd189e30067db8de" providerId="LiveId" clId="{183FE71F-F335-40CE-BD42-48E25E3B17E6}" dt="2025-07-09T13:06:52.186" v="443" actId="20577"/>
          <ac:spMkLst>
            <pc:docMk/>
            <pc:sldMk cId="140346443" sldId="822"/>
            <ac:spMk id="3" creationId="{1AB012BE-040E-5B65-02E1-DDB2A9A00DA4}"/>
          </ac:spMkLst>
        </pc:spChg>
        <pc:spChg chg="mod">
          <ac:chgData name="Simon Chunkath" userId="cd189e30067db8de" providerId="LiveId" clId="{183FE71F-F335-40CE-BD42-48E25E3B17E6}" dt="2025-07-09T13:06:42.993" v="442" actId="6549"/>
          <ac:spMkLst>
            <pc:docMk/>
            <pc:sldMk cId="140346443" sldId="822"/>
            <ac:spMk id="10" creationId="{60127C6D-3342-C831-3981-C5030CF3B941}"/>
          </ac:spMkLst>
        </pc:spChg>
      </pc:sldChg>
      <pc:sldChg chg="mod modClrScheme chgLayout">
        <pc:chgData name="Simon Chunkath" userId="cd189e30067db8de" providerId="LiveId" clId="{183FE71F-F335-40CE-BD42-48E25E3B17E6}" dt="2025-07-09T12:30:01.589" v="381" actId="700"/>
        <pc:sldMkLst>
          <pc:docMk/>
          <pc:sldMk cId="986987420" sldId="823"/>
        </pc:sldMkLst>
      </pc:sldChg>
      <pc:sldChg chg="mod modClrScheme chgLayout">
        <pc:chgData name="Simon Chunkath" userId="cd189e30067db8de" providerId="LiveId" clId="{183FE71F-F335-40CE-BD42-48E25E3B17E6}" dt="2025-07-09T12:30:05.159" v="382" actId="700"/>
        <pc:sldMkLst>
          <pc:docMk/>
          <pc:sldMk cId="3394056638" sldId="824"/>
        </pc:sldMkLst>
      </pc:sldChg>
      <pc:sldChg chg="addSp delSp modSp mod">
        <pc:chgData name="Simon Chunkath" userId="cd189e30067db8de" providerId="LiveId" clId="{183FE71F-F335-40CE-BD42-48E25E3B17E6}" dt="2025-07-09T13:22:59.090" v="1115"/>
        <pc:sldMkLst>
          <pc:docMk/>
          <pc:sldMk cId="2771250690" sldId="851"/>
        </pc:sldMkLst>
        <pc:spChg chg="mod">
          <ac:chgData name="Simon Chunkath" userId="cd189e30067db8de" providerId="LiveId" clId="{183FE71F-F335-40CE-BD42-48E25E3B17E6}" dt="2025-07-09T13:04:08.228" v="422" actId="20577"/>
          <ac:spMkLst>
            <pc:docMk/>
            <pc:sldMk cId="2771250690" sldId="851"/>
            <ac:spMk id="2" creationId="{00000000-0000-0000-0000-000000000000}"/>
          </ac:spMkLst>
        </pc:spChg>
        <pc:spChg chg="add mod">
          <ac:chgData name="Simon Chunkath" userId="cd189e30067db8de" providerId="LiveId" clId="{183FE71F-F335-40CE-BD42-48E25E3B17E6}" dt="2025-07-09T13:22:59.090" v="1115"/>
          <ac:spMkLst>
            <pc:docMk/>
            <pc:sldMk cId="2771250690" sldId="851"/>
            <ac:spMk id="8" creationId="{9BADF726-2AAD-85FD-9A5C-793E45C4B3F2}"/>
          </ac:spMkLst>
        </pc:spChg>
      </pc:sldChg>
      <pc:sldChg chg="del">
        <pc:chgData name="Simon Chunkath" userId="cd189e30067db8de" providerId="LiveId" clId="{183FE71F-F335-40CE-BD42-48E25E3B17E6}" dt="2025-07-09T14:15:59.915" v="2035" actId="47"/>
        <pc:sldMkLst>
          <pc:docMk/>
          <pc:sldMk cId="1416329417" sldId="949"/>
        </pc:sldMkLst>
      </pc:sldChg>
      <pc:sldChg chg="modSp mod modClrScheme chgLayout">
        <pc:chgData name="Simon Chunkath" userId="cd189e30067db8de" providerId="LiveId" clId="{183FE71F-F335-40CE-BD42-48E25E3B17E6}" dt="2025-07-09T14:24:15.840" v="2458" actId="20577"/>
        <pc:sldMkLst>
          <pc:docMk/>
          <pc:sldMk cId="1180184608" sldId="1201"/>
        </pc:sldMkLst>
        <pc:spChg chg="mod">
          <ac:chgData name="Simon Chunkath" userId="cd189e30067db8de" providerId="LiveId" clId="{183FE71F-F335-40CE-BD42-48E25E3B17E6}" dt="2025-07-09T14:24:15.840" v="2458" actId="20577"/>
          <ac:spMkLst>
            <pc:docMk/>
            <pc:sldMk cId="1180184608" sldId="1201"/>
            <ac:spMk id="3" creationId="{BD7AE418-84FE-0E25-B13A-DAD0615A2C9F}"/>
          </ac:spMkLst>
        </pc:spChg>
      </pc:sldChg>
      <pc:sldChg chg="addSp delSp modSp mod">
        <pc:chgData name="Simon Chunkath" userId="cd189e30067db8de" providerId="LiveId" clId="{183FE71F-F335-40CE-BD42-48E25E3B17E6}" dt="2025-07-09T14:26:49.650" v="2469" actId="6549"/>
        <pc:sldMkLst>
          <pc:docMk/>
          <pc:sldMk cId="858007124" sldId="1277"/>
        </pc:sldMkLst>
        <pc:spChg chg="mod">
          <ac:chgData name="Simon Chunkath" userId="cd189e30067db8de" providerId="LiveId" clId="{183FE71F-F335-40CE-BD42-48E25E3B17E6}" dt="2025-07-09T13:26:29.436" v="1377" actId="6549"/>
          <ac:spMkLst>
            <pc:docMk/>
            <pc:sldMk cId="858007124" sldId="1277"/>
            <ac:spMk id="2" creationId="{1DA63A6A-450D-4603-B02C-80F270CA1D46}"/>
          </ac:spMkLst>
        </pc:spChg>
        <pc:spChg chg="mod">
          <ac:chgData name="Simon Chunkath" userId="cd189e30067db8de" providerId="LiveId" clId="{183FE71F-F335-40CE-BD42-48E25E3B17E6}" dt="2025-07-09T14:26:49.650" v="2469" actId="6549"/>
          <ac:spMkLst>
            <pc:docMk/>
            <pc:sldMk cId="858007124" sldId="1277"/>
            <ac:spMk id="4" creationId="{D0E4522D-C491-AABE-1E91-6F8A0E941012}"/>
          </ac:spMkLst>
        </pc:spChg>
        <pc:spChg chg="add mod">
          <ac:chgData name="Simon Chunkath" userId="cd189e30067db8de" providerId="LiveId" clId="{183FE71F-F335-40CE-BD42-48E25E3B17E6}" dt="2025-07-09T13:25:57.933" v="1366" actId="20577"/>
          <ac:spMkLst>
            <pc:docMk/>
            <pc:sldMk cId="858007124" sldId="1277"/>
            <ac:spMk id="9" creationId="{77D26A61-1743-44DF-CA31-DEC2E46F5D13}"/>
          </ac:spMkLst>
        </pc:spChg>
      </pc:sldChg>
      <pc:sldChg chg="addSp delSp modSp mod">
        <pc:chgData name="Simon Chunkath" userId="cd189e30067db8de" providerId="LiveId" clId="{183FE71F-F335-40CE-BD42-48E25E3B17E6}" dt="2025-07-09T12:23:12.257" v="302"/>
        <pc:sldMkLst>
          <pc:docMk/>
          <pc:sldMk cId="1672910874" sldId="1298"/>
        </pc:sldMkLst>
        <pc:spChg chg="add mod">
          <ac:chgData name="Simon Chunkath" userId="cd189e30067db8de" providerId="LiveId" clId="{183FE71F-F335-40CE-BD42-48E25E3B17E6}" dt="2025-07-09T12:23:12.257" v="302"/>
          <ac:spMkLst>
            <pc:docMk/>
            <pc:sldMk cId="1672910874" sldId="1298"/>
            <ac:spMk id="3" creationId="{17955DD9-09C3-5AAA-96C8-F100C4A171A8}"/>
          </ac:spMkLst>
        </pc:spChg>
      </pc:sldChg>
      <pc:sldChg chg="modSp mod modClrScheme chgLayout">
        <pc:chgData name="Simon Chunkath" userId="cd189e30067db8de" providerId="LiveId" clId="{183FE71F-F335-40CE-BD42-48E25E3B17E6}" dt="2025-07-09T13:04:24.563" v="435" actId="20577"/>
        <pc:sldMkLst>
          <pc:docMk/>
          <pc:sldMk cId="1217883548" sldId="1318"/>
        </pc:sldMkLst>
        <pc:spChg chg="mod">
          <ac:chgData name="Simon Chunkath" userId="cd189e30067db8de" providerId="LiveId" clId="{183FE71F-F335-40CE-BD42-48E25E3B17E6}" dt="2025-07-09T13:04:24.563" v="435" actId="20577"/>
          <ac:spMkLst>
            <pc:docMk/>
            <pc:sldMk cId="1217883548" sldId="1318"/>
            <ac:spMk id="3" creationId="{B9ACC418-9BFA-F946-DA5B-A680A2EBDFAC}"/>
          </ac:spMkLst>
        </pc:spChg>
      </pc:sldChg>
      <pc:sldChg chg="mod modClrScheme chgLayout">
        <pc:chgData name="Simon Chunkath" userId="cd189e30067db8de" providerId="LiveId" clId="{183FE71F-F335-40CE-BD42-48E25E3B17E6}" dt="2025-07-09T12:29:56.834" v="380" actId="700"/>
        <pc:sldMkLst>
          <pc:docMk/>
          <pc:sldMk cId="863631806" sldId="1324"/>
        </pc:sldMkLst>
      </pc:sldChg>
      <pc:sldChg chg="addSp delSp modSp mod">
        <pc:chgData name="Simon Chunkath" userId="cd189e30067db8de" providerId="LiveId" clId="{183FE71F-F335-40CE-BD42-48E25E3B17E6}" dt="2025-07-09T14:45:33.560" v="3268"/>
        <pc:sldMkLst>
          <pc:docMk/>
          <pc:sldMk cId="4765592" sldId="1388"/>
        </pc:sldMkLst>
      </pc:sldChg>
      <pc:sldChg chg="del">
        <pc:chgData name="Simon Chunkath" userId="cd189e30067db8de" providerId="LiveId" clId="{183FE71F-F335-40CE-BD42-48E25E3B17E6}" dt="2025-07-09T14:15:59.915" v="2035" actId="47"/>
        <pc:sldMkLst>
          <pc:docMk/>
          <pc:sldMk cId="397177493" sldId="1389"/>
        </pc:sldMkLst>
      </pc:sldChg>
      <pc:sldChg chg="add del">
        <pc:chgData name="Simon Chunkath" userId="cd189e30067db8de" providerId="LiveId" clId="{183FE71F-F335-40CE-BD42-48E25E3B17E6}" dt="2025-07-09T13:28:10.003" v="1382" actId="47"/>
        <pc:sldMkLst>
          <pc:docMk/>
          <pc:sldMk cId="3559088401" sldId="1396"/>
        </pc:sldMkLst>
      </pc:sldChg>
      <pc:sldChg chg="del">
        <pc:chgData name="Simon Chunkath" userId="cd189e30067db8de" providerId="LiveId" clId="{183FE71F-F335-40CE-BD42-48E25E3B17E6}" dt="2025-07-09T14:15:59.915" v="2035" actId="47"/>
        <pc:sldMkLst>
          <pc:docMk/>
          <pc:sldMk cId="2451994672" sldId="1402"/>
        </pc:sldMkLst>
      </pc:sldChg>
      <pc:sldChg chg="modSp mod">
        <pc:chgData name="Simon Chunkath" userId="cd189e30067db8de" providerId="LiveId" clId="{183FE71F-F335-40CE-BD42-48E25E3B17E6}" dt="2025-07-09T14:47:37.356" v="3274" actId="20577"/>
        <pc:sldMkLst>
          <pc:docMk/>
          <pc:sldMk cId="2170825706" sldId="1679"/>
        </pc:sldMkLst>
        <pc:spChg chg="mod">
          <ac:chgData name="Simon Chunkath" userId="cd189e30067db8de" providerId="LiveId" clId="{183FE71F-F335-40CE-BD42-48E25E3B17E6}" dt="2025-07-09T14:16:50.426" v="2048" actId="255"/>
          <ac:spMkLst>
            <pc:docMk/>
            <pc:sldMk cId="2170825706" sldId="1679"/>
            <ac:spMk id="2" creationId="{F1F5B4FD-F767-72BB-F1E7-36E7D6814CE8}"/>
          </ac:spMkLst>
        </pc:spChg>
        <pc:spChg chg="mod">
          <ac:chgData name="Simon Chunkath" userId="cd189e30067db8de" providerId="LiveId" clId="{183FE71F-F335-40CE-BD42-48E25E3B17E6}" dt="2025-07-09T14:47:37.356" v="3274" actId="20577"/>
          <ac:spMkLst>
            <pc:docMk/>
            <pc:sldMk cId="2170825706" sldId="1679"/>
            <ac:spMk id="6" creationId="{0BAD9EF5-2286-3DE3-F2A3-0055009A2470}"/>
          </ac:spMkLst>
        </pc:spChg>
      </pc:sldChg>
      <pc:sldChg chg="addSp modSp mod">
        <pc:chgData name="Simon Chunkath" userId="cd189e30067db8de" providerId="LiveId" clId="{183FE71F-F335-40CE-BD42-48E25E3B17E6}" dt="2025-07-09T12:17:11.990" v="244"/>
        <pc:sldMkLst>
          <pc:docMk/>
          <pc:sldMk cId="53611107" sldId="1727"/>
        </pc:sldMkLst>
        <pc:spChg chg="mod">
          <ac:chgData name="Simon Chunkath" userId="cd189e30067db8de" providerId="LiveId" clId="{183FE71F-F335-40CE-BD42-48E25E3B17E6}" dt="2025-07-09T11:20:25.798" v="242" actId="255"/>
          <ac:spMkLst>
            <pc:docMk/>
            <pc:sldMk cId="53611107" sldId="1727"/>
            <ac:spMk id="2" creationId="{3BF669AB-2DF7-61FD-29DC-4F5D5708F7EF}"/>
          </ac:spMkLst>
        </pc:spChg>
      </pc:sldChg>
      <pc:sldChg chg="addSp delSp modSp mod">
        <pc:chgData name="Simon Chunkath" userId="cd189e30067db8de" providerId="LiveId" clId="{183FE71F-F335-40CE-BD42-48E25E3B17E6}" dt="2025-07-09T12:23:32.054" v="306"/>
        <pc:sldMkLst>
          <pc:docMk/>
          <pc:sldMk cId="4000831199" sldId="1731"/>
        </pc:sldMkLst>
        <pc:spChg chg="add mod">
          <ac:chgData name="Simon Chunkath" userId="cd189e30067db8de" providerId="LiveId" clId="{183FE71F-F335-40CE-BD42-48E25E3B17E6}" dt="2025-07-09T12:23:32.054" v="306"/>
          <ac:spMkLst>
            <pc:docMk/>
            <pc:sldMk cId="4000831199" sldId="1731"/>
            <ac:spMk id="2" creationId="{617874C5-64B5-D78D-F583-D89694FEF53D}"/>
          </ac:spMkLst>
        </pc:spChg>
      </pc:sldChg>
      <pc:sldChg chg="addSp delSp modSp mod">
        <pc:chgData name="Simon Chunkath" userId="cd189e30067db8de" providerId="LiveId" clId="{183FE71F-F335-40CE-BD42-48E25E3B17E6}" dt="2025-07-09T12:23:38.148" v="308"/>
        <pc:sldMkLst>
          <pc:docMk/>
          <pc:sldMk cId="2508267009" sldId="1732"/>
        </pc:sldMkLst>
        <pc:spChg chg="add mod">
          <ac:chgData name="Simon Chunkath" userId="cd189e30067db8de" providerId="LiveId" clId="{183FE71F-F335-40CE-BD42-48E25E3B17E6}" dt="2025-07-09T12:23:38.148" v="308"/>
          <ac:spMkLst>
            <pc:docMk/>
            <pc:sldMk cId="2508267009" sldId="1732"/>
            <ac:spMk id="2" creationId="{AFAE6419-FD21-D8C4-EA68-4B0BF33220AA}"/>
          </ac:spMkLst>
        </pc:spChg>
      </pc:sldChg>
      <pc:sldChg chg="addSp delSp modSp mod">
        <pc:chgData name="Simon Chunkath" userId="cd189e30067db8de" providerId="LiveId" clId="{183FE71F-F335-40CE-BD42-48E25E3B17E6}" dt="2025-07-09T12:23:21.678" v="304"/>
        <pc:sldMkLst>
          <pc:docMk/>
          <pc:sldMk cId="3572170097" sldId="1733"/>
        </pc:sldMkLst>
        <pc:spChg chg="add mod">
          <ac:chgData name="Simon Chunkath" userId="cd189e30067db8de" providerId="LiveId" clId="{183FE71F-F335-40CE-BD42-48E25E3B17E6}" dt="2025-07-09T12:23:21.678" v="304"/>
          <ac:spMkLst>
            <pc:docMk/>
            <pc:sldMk cId="3572170097" sldId="1733"/>
            <ac:spMk id="2" creationId="{56DEDBAB-0249-474B-8966-B1E6E904D4F8}"/>
          </ac:spMkLst>
        </pc:spChg>
      </pc:sldChg>
      <pc:sldChg chg="del">
        <pc:chgData name="Simon Chunkath" userId="cd189e30067db8de" providerId="LiveId" clId="{183FE71F-F335-40CE-BD42-48E25E3B17E6}" dt="2025-07-09T14:15:59.915" v="2035" actId="47"/>
        <pc:sldMkLst>
          <pc:docMk/>
          <pc:sldMk cId="3343842795" sldId="1734"/>
        </pc:sldMkLst>
      </pc:sldChg>
      <pc:sldChg chg="del">
        <pc:chgData name="Simon Chunkath" userId="cd189e30067db8de" providerId="LiveId" clId="{183FE71F-F335-40CE-BD42-48E25E3B17E6}" dt="2025-07-09T14:15:59.915" v="2035" actId="47"/>
        <pc:sldMkLst>
          <pc:docMk/>
          <pc:sldMk cId="3996198282" sldId="1735"/>
        </pc:sldMkLst>
      </pc:sldChg>
      <pc:sldChg chg="del">
        <pc:chgData name="Simon Chunkath" userId="cd189e30067db8de" providerId="LiveId" clId="{183FE71F-F335-40CE-BD42-48E25E3B17E6}" dt="2025-07-09T14:15:59.915" v="2035" actId="47"/>
        <pc:sldMkLst>
          <pc:docMk/>
          <pc:sldMk cId="238183944" sldId="1736"/>
        </pc:sldMkLst>
      </pc:sldChg>
      <pc:sldChg chg="addSp delSp modSp mod">
        <pc:chgData name="Simon Chunkath" userId="cd189e30067db8de" providerId="LiveId" clId="{183FE71F-F335-40CE-BD42-48E25E3B17E6}" dt="2025-07-09T12:28:33.180" v="327" actId="20577"/>
        <pc:sldMkLst>
          <pc:docMk/>
          <pc:sldMk cId="126902895" sldId="1746"/>
        </pc:sldMkLst>
        <pc:spChg chg="add del mod">
          <ac:chgData name="Simon Chunkath" userId="cd189e30067db8de" providerId="LiveId" clId="{183FE71F-F335-40CE-BD42-48E25E3B17E6}" dt="2025-07-09T11:09:14.057" v="12" actId="20577"/>
          <ac:spMkLst>
            <pc:docMk/>
            <pc:sldMk cId="126902895" sldId="1746"/>
            <ac:spMk id="2" creationId="{0D8A7517-3A9C-D642-A843-F5E885D84FA5}"/>
          </ac:spMkLst>
        </pc:spChg>
        <pc:spChg chg="add mod">
          <ac:chgData name="Simon Chunkath" userId="cd189e30067db8de" providerId="LiveId" clId="{183FE71F-F335-40CE-BD42-48E25E3B17E6}" dt="2025-07-09T12:17:10.187" v="243"/>
          <ac:spMkLst>
            <pc:docMk/>
            <pc:sldMk cId="126902895" sldId="1746"/>
            <ac:spMk id="3" creationId="{A9DAA650-8B48-12A6-D091-89A71EAF549B}"/>
          </ac:spMkLst>
        </pc:spChg>
        <pc:spChg chg="add del mod">
          <ac:chgData name="Simon Chunkath" userId="cd189e30067db8de" providerId="LiveId" clId="{183FE71F-F335-40CE-BD42-48E25E3B17E6}" dt="2025-07-09T12:28:33.180" v="327" actId="20577"/>
          <ac:spMkLst>
            <pc:docMk/>
            <pc:sldMk cId="126902895" sldId="1746"/>
            <ac:spMk id="7" creationId="{565A7DE2-A0D3-0201-4DD7-DCA2BFDB505C}"/>
          </ac:spMkLst>
        </pc:spChg>
      </pc:sldChg>
      <pc:sldChg chg="modSp mod">
        <pc:chgData name="Simon Chunkath" userId="cd189e30067db8de" providerId="LiveId" clId="{183FE71F-F335-40CE-BD42-48E25E3B17E6}" dt="2025-07-09T13:22:14.318" v="1107" actId="20577"/>
        <pc:sldMkLst>
          <pc:docMk/>
          <pc:sldMk cId="3192769657" sldId="1766"/>
        </pc:sldMkLst>
        <pc:spChg chg="mod">
          <ac:chgData name="Simon Chunkath" userId="cd189e30067db8de" providerId="LiveId" clId="{183FE71F-F335-40CE-BD42-48E25E3B17E6}" dt="2025-07-09T13:22:14.318" v="1107" actId="20577"/>
          <ac:spMkLst>
            <pc:docMk/>
            <pc:sldMk cId="3192769657" sldId="1766"/>
            <ac:spMk id="7" creationId="{73BCB907-E0B2-54A2-70D6-6ED07B3192C6}"/>
          </ac:spMkLst>
        </pc:spChg>
      </pc:sldChg>
      <pc:sldChg chg="del">
        <pc:chgData name="Simon Chunkath" userId="cd189e30067db8de" providerId="LiveId" clId="{183FE71F-F335-40CE-BD42-48E25E3B17E6}" dt="2025-07-09T14:15:59.915" v="2035" actId="47"/>
        <pc:sldMkLst>
          <pc:docMk/>
          <pc:sldMk cId="2374215211" sldId="1788"/>
        </pc:sldMkLst>
      </pc:sldChg>
      <pc:sldChg chg="add del">
        <pc:chgData name="Simon Chunkath" userId="cd189e30067db8de" providerId="LiveId" clId="{183FE71F-F335-40CE-BD42-48E25E3B17E6}" dt="2025-07-09T13:28:10.003" v="1382" actId="47"/>
        <pc:sldMkLst>
          <pc:docMk/>
          <pc:sldMk cId="1323951129" sldId="1797"/>
        </pc:sldMkLst>
      </pc:sldChg>
      <pc:sldChg chg="add del">
        <pc:chgData name="Simon Chunkath" userId="cd189e30067db8de" providerId="LiveId" clId="{183FE71F-F335-40CE-BD42-48E25E3B17E6}" dt="2025-07-09T13:28:10.003" v="1382" actId="47"/>
        <pc:sldMkLst>
          <pc:docMk/>
          <pc:sldMk cId="2629586137" sldId="1798"/>
        </pc:sldMkLst>
      </pc:sldChg>
      <pc:sldChg chg="del">
        <pc:chgData name="Simon Chunkath" userId="cd189e30067db8de" providerId="LiveId" clId="{183FE71F-F335-40CE-BD42-48E25E3B17E6}" dt="2025-07-09T14:02:50.700" v="2026" actId="47"/>
        <pc:sldMkLst>
          <pc:docMk/>
          <pc:sldMk cId="2208677888" sldId="1799"/>
        </pc:sldMkLst>
      </pc:sldChg>
      <pc:sldChg chg="del">
        <pc:chgData name="Simon Chunkath" userId="cd189e30067db8de" providerId="LiveId" clId="{183FE71F-F335-40CE-BD42-48E25E3B17E6}" dt="2025-07-09T14:02:50.700" v="2026" actId="47"/>
        <pc:sldMkLst>
          <pc:docMk/>
          <pc:sldMk cId="3053905105" sldId="1800"/>
        </pc:sldMkLst>
      </pc:sldChg>
      <pc:sldChg chg="del">
        <pc:chgData name="Simon Chunkath" userId="cd189e30067db8de" providerId="LiveId" clId="{183FE71F-F335-40CE-BD42-48E25E3B17E6}" dt="2025-07-09T14:02:50.700" v="2026" actId="47"/>
        <pc:sldMkLst>
          <pc:docMk/>
          <pc:sldMk cId="570147137" sldId="1801"/>
        </pc:sldMkLst>
      </pc:sldChg>
      <pc:sldChg chg="del">
        <pc:chgData name="Simon Chunkath" userId="cd189e30067db8de" providerId="LiveId" clId="{183FE71F-F335-40CE-BD42-48E25E3B17E6}" dt="2025-07-09T14:02:50.700" v="2026" actId="47"/>
        <pc:sldMkLst>
          <pc:docMk/>
          <pc:sldMk cId="553399454" sldId="1802"/>
        </pc:sldMkLst>
      </pc:sldChg>
      <pc:sldChg chg="del">
        <pc:chgData name="Simon Chunkath" userId="cd189e30067db8de" providerId="LiveId" clId="{183FE71F-F335-40CE-BD42-48E25E3B17E6}" dt="2025-07-09T14:02:50.700" v="2026" actId="47"/>
        <pc:sldMkLst>
          <pc:docMk/>
          <pc:sldMk cId="2730300172" sldId="1803"/>
        </pc:sldMkLst>
      </pc:sldChg>
      <pc:sldChg chg="del">
        <pc:chgData name="Simon Chunkath" userId="cd189e30067db8de" providerId="LiveId" clId="{183FE71F-F335-40CE-BD42-48E25E3B17E6}" dt="2025-07-09T14:15:59.915" v="2035" actId="47"/>
        <pc:sldMkLst>
          <pc:docMk/>
          <pc:sldMk cId="3269598966" sldId="1804"/>
        </pc:sldMkLst>
      </pc:sldChg>
      <pc:sldChg chg="del">
        <pc:chgData name="Simon Chunkath" userId="cd189e30067db8de" providerId="LiveId" clId="{183FE71F-F335-40CE-BD42-48E25E3B17E6}" dt="2025-07-09T14:15:59.915" v="2035" actId="47"/>
        <pc:sldMkLst>
          <pc:docMk/>
          <pc:sldMk cId="3954750976" sldId="1805"/>
        </pc:sldMkLst>
      </pc:sldChg>
      <pc:sldChg chg="del">
        <pc:chgData name="Simon Chunkath" userId="cd189e30067db8de" providerId="LiveId" clId="{183FE71F-F335-40CE-BD42-48E25E3B17E6}" dt="2025-07-09T14:15:59.915" v="2035" actId="47"/>
        <pc:sldMkLst>
          <pc:docMk/>
          <pc:sldMk cId="2218811496" sldId="1806"/>
        </pc:sldMkLst>
      </pc:sldChg>
      <pc:sldChg chg="del">
        <pc:chgData name="Simon Chunkath" userId="cd189e30067db8de" providerId="LiveId" clId="{183FE71F-F335-40CE-BD42-48E25E3B17E6}" dt="2025-07-09T14:15:59.915" v="2035" actId="47"/>
        <pc:sldMkLst>
          <pc:docMk/>
          <pc:sldMk cId="216334578" sldId="1807"/>
        </pc:sldMkLst>
      </pc:sldChg>
      <pc:sldChg chg="del">
        <pc:chgData name="Simon Chunkath" userId="cd189e30067db8de" providerId="LiveId" clId="{183FE71F-F335-40CE-BD42-48E25E3B17E6}" dt="2025-07-09T14:15:59.915" v="2035" actId="47"/>
        <pc:sldMkLst>
          <pc:docMk/>
          <pc:sldMk cId="2131533244" sldId="1808"/>
        </pc:sldMkLst>
      </pc:sldChg>
      <pc:sldChg chg="del">
        <pc:chgData name="Simon Chunkath" userId="cd189e30067db8de" providerId="LiveId" clId="{183FE71F-F335-40CE-BD42-48E25E3B17E6}" dt="2025-07-09T14:15:59.915" v="2035" actId="47"/>
        <pc:sldMkLst>
          <pc:docMk/>
          <pc:sldMk cId="1975127801" sldId="1809"/>
        </pc:sldMkLst>
      </pc:sldChg>
      <pc:sldChg chg="del">
        <pc:chgData name="Simon Chunkath" userId="cd189e30067db8de" providerId="LiveId" clId="{183FE71F-F335-40CE-BD42-48E25E3B17E6}" dt="2025-07-09T14:15:59.915" v="2035" actId="47"/>
        <pc:sldMkLst>
          <pc:docMk/>
          <pc:sldMk cId="1412281853" sldId="1810"/>
        </pc:sldMkLst>
      </pc:sldChg>
      <pc:sldChg chg="del">
        <pc:chgData name="Simon Chunkath" userId="cd189e30067db8de" providerId="LiveId" clId="{183FE71F-F335-40CE-BD42-48E25E3B17E6}" dt="2025-07-09T14:15:59.915" v="2035" actId="47"/>
        <pc:sldMkLst>
          <pc:docMk/>
          <pc:sldMk cId="2344477987" sldId="1811"/>
        </pc:sldMkLst>
      </pc:sldChg>
      <pc:sldChg chg="del">
        <pc:chgData name="Simon Chunkath" userId="cd189e30067db8de" providerId="LiveId" clId="{183FE71F-F335-40CE-BD42-48E25E3B17E6}" dt="2025-07-09T14:15:59.915" v="2035" actId="47"/>
        <pc:sldMkLst>
          <pc:docMk/>
          <pc:sldMk cId="2679454087" sldId="1812"/>
        </pc:sldMkLst>
      </pc:sldChg>
      <pc:sldChg chg="del">
        <pc:chgData name="Simon Chunkath" userId="cd189e30067db8de" providerId="LiveId" clId="{183FE71F-F335-40CE-BD42-48E25E3B17E6}" dt="2025-07-09T14:15:59.915" v="2035" actId="47"/>
        <pc:sldMkLst>
          <pc:docMk/>
          <pc:sldMk cId="4192672110" sldId="1813"/>
        </pc:sldMkLst>
      </pc:sldChg>
      <pc:sldChg chg="modSp mod">
        <pc:chgData name="Simon Chunkath" userId="cd189e30067db8de" providerId="LiveId" clId="{183FE71F-F335-40CE-BD42-48E25E3B17E6}" dt="2025-07-09T12:19:07.894" v="262" actId="6549"/>
        <pc:sldMkLst>
          <pc:docMk/>
          <pc:sldMk cId="3059271663" sldId="1814"/>
        </pc:sldMkLst>
        <pc:spChg chg="mod">
          <ac:chgData name="Simon Chunkath" userId="cd189e30067db8de" providerId="LiveId" clId="{183FE71F-F335-40CE-BD42-48E25E3B17E6}" dt="2025-07-09T12:19:07.894" v="262" actId="6549"/>
          <ac:spMkLst>
            <pc:docMk/>
            <pc:sldMk cId="3059271663" sldId="1814"/>
            <ac:spMk id="7" creationId="{C7BCB3BF-A387-F009-75C0-A5DAB6A9A0C7}"/>
          </ac:spMkLst>
        </pc:spChg>
      </pc:sldChg>
      <pc:sldChg chg="modSp mod">
        <pc:chgData name="Simon Chunkath" userId="cd189e30067db8de" providerId="LiveId" clId="{183FE71F-F335-40CE-BD42-48E25E3B17E6}" dt="2025-07-09T12:20:44.126" v="274" actId="20577"/>
        <pc:sldMkLst>
          <pc:docMk/>
          <pc:sldMk cId="368851534" sldId="1815"/>
        </pc:sldMkLst>
        <pc:spChg chg="mod">
          <ac:chgData name="Simon Chunkath" userId="cd189e30067db8de" providerId="LiveId" clId="{183FE71F-F335-40CE-BD42-48E25E3B17E6}" dt="2025-07-09T12:20:44.126" v="274" actId="20577"/>
          <ac:spMkLst>
            <pc:docMk/>
            <pc:sldMk cId="368851534" sldId="1815"/>
            <ac:spMk id="7" creationId="{15A2532F-DB25-ACF5-CC0F-C183AFD39A2F}"/>
          </ac:spMkLst>
        </pc:spChg>
      </pc:sldChg>
      <pc:sldChg chg="modSp mod">
        <pc:chgData name="Simon Chunkath" userId="cd189e30067db8de" providerId="LiveId" clId="{183FE71F-F335-40CE-BD42-48E25E3B17E6}" dt="2025-07-09T12:21:38.974" v="286" actId="20577"/>
        <pc:sldMkLst>
          <pc:docMk/>
          <pc:sldMk cId="147178672" sldId="1816"/>
        </pc:sldMkLst>
        <pc:spChg chg="mod">
          <ac:chgData name="Simon Chunkath" userId="cd189e30067db8de" providerId="LiveId" clId="{183FE71F-F335-40CE-BD42-48E25E3B17E6}" dt="2025-07-09T12:21:38.974" v="286" actId="20577"/>
          <ac:spMkLst>
            <pc:docMk/>
            <pc:sldMk cId="147178672" sldId="1816"/>
            <ac:spMk id="7" creationId="{A60EE430-55C5-2BE2-A8CA-DC00EBFDAC72}"/>
          </ac:spMkLst>
        </pc:spChg>
      </pc:sldChg>
      <pc:sldChg chg="modSp mod">
        <pc:chgData name="Simon Chunkath" userId="cd189e30067db8de" providerId="LiveId" clId="{183FE71F-F335-40CE-BD42-48E25E3B17E6}" dt="2025-07-09T12:22:28.778" v="298" actId="20577"/>
        <pc:sldMkLst>
          <pc:docMk/>
          <pc:sldMk cId="1403820475" sldId="1817"/>
        </pc:sldMkLst>
        <pc:spChg chg="mod">
          <ac:chgData name="Simon Chunkath" userId="cd189e30067db8de" providerId="LiveId" clId="{183FE71F-F335-40CE-BD42-48E25E3B17E6}" dt="2025-07-09T12:22:28.778" v="298" actId="20577"/>
          <ac:spMkLst>
            <pc:docMk/>
            <pc:sldMk cId="1403820475" sldId="1817"/>
            <ac:spMk id="7" creationId="{E0520F81-081E-D20B-BF4F-98E28867CE5D}"/>
          </ac:spMkLst>
        </pc:spChg>
      </pc:sldChg>
      <pc:sldChg chg="modSp mod">
        <pc:chgData name="Simon Chunkath" userId="cd189e30067db8de" providerId="LiveId" clId="{183FE71F-F335-40CE-BD42-48E25E3B17E6}" dt="2025-07-09T13:08:11.935" v="479" actId="20577"/>
        <pc:sldMkLst>
          <pc:docMk/>
          <pc:sldMk cId="2694161924" sldId="1818"/>
        </pc:sldMkLst>
        <pc:spChg chg="mod">
          <ac:chgData name="Simon Chunkath" userId="cd189e30067db8de" providerId="LiveId" clId="{183FE71F-F335-40CE-BD42-48E25E3B17E6}" dt="2025-07-09T13:07:04.467" v="463" actId="20577"/>
          <ac:spMkLst>
            <pc:docMk/>
            <pc:sldMk cId="2694161924" sldId="1818"/>
            <ac:spMk id="2" creationId="{BAF6BBA9-B179-277F-08D2-92992729DA1F}"/>
          </ac:spMkLst>
        </pc:spChg>
        <pc:spChg chg="mod">
          <ac:chgData name="Simon Chunkath" userId="cd189e30067db8de" providerId="LiveId" clId="{183FE71F-F335-40CE-BD42-48E25E3B17E6}" dt="2025-07-09T13:08:11.935" v="479" actId="20577"/>
          <ac:spMkLst>
            <pc:docMk/>
            <pc:sldMk cId="2694161924" sldId="1818"/>
            <ac:spMk id="3" creationId="{AD7D3B08-000F-A43C-4A20-85ADD49D9DED}"/>
          </ac:spMkLst>
        </pc:spChg>
        <pc:spChg chg="mod">
          <ac:chgData name="Simon Chunkath" userId="cd189e30067db8de" providerId="LiveId" clId="{183FE71F-F335-40CE-BD42-48E25E3B17E6}" dt="2025-07-09T13:07:38.133" v="475" actId="20577"/>
          <ac:spMkLst>
            <pc:docMk/>
            <pc:sldMk cId="2694161924" sldId="1818"/>
            <ac:spMk id="10" creationId="{522A1CA3-4A53-5759-723C-B12B6A29E3A1}"/>
          </ac:spMkLst>
        </pc:spChg>
      </pc:sldChg>
      <pc:sldChg chg="modSp mod">
        <pc:chgData name="Simon Chunkath" userId="cd189e30067db8de" providerId="LiveId" clId="{183FE71F-F335-40CE-BD42-48E25E3B17E6}" dt="2025-07-09T13:09:16.749" v="489" actId="20577"/>
        <pc:sldMkLst>
          <pc:docMk/>
          <pc:sldMk cId="1631293736" sldId="1819"/>
        </pc:sldMkLst>
        <pc:spChg chg="mod">
          <ac:chgData name="Simon Chunkath" userId="cd189e30067db8de" providerId="LiveId" clId="{183FE71F-F335-40CE-BD42-48E25E3B17E6}" dt="2025-07-09T13:07:09.106" v="473" actId="20577"/>
          <ac:spMkLst>
            <pc:docMk/>
            <pc:sldMk cId="1631293736" sldId="1819"/>
            <ac:spMk id="2" creationId="{2D49DA0B-176A-9BB8-6C7E-57724E79C358}"/>
          </ac:spMkLst>
        </pc:spChg>
        <pc:spChg chg="mod">
          <ac:chgData name="Simon Chunkath" userId="cd189e30067db8de" providerId="LiveId" clId="{183FE71F-F335-40CE-BD42-48E25E3B17E6}" dt="2025-07-09T13:09:16.749" v="489" actId="20577"/>
          <ac:spMkLst>
            <pc:docMk/>
            <pc:sldMk cId="1631293736" sldId="1819"/>
            <ac:spMk id="3" creationId="{8AAA080D-0933-A173-189B-7811C60E7018}"/>
          </ac:spMkLst>
        </pc:spChg>
        <pc:spChg chg="mod">
          <ac:chgData name="Simon Chunkath" userId="cd189e30067db8de" providerId="LiveId" clId="{183FE71F-F335-40CE-BD42-48E25E3B17E6}" dt="2025-07-09T13:08:48.760" v="484" actId="20577"/>
          <ac:spMkLst>
            <pc:docMk/>
            <pc:sldMk cId="1631293736" sldId="1819"/>
            <ac:spMk id="10" creationId="{FA9A9CC6-6069-4A16-A01C-84193D568A58}"/>
          </ac:spMkLst>
        </pc:spChg>
      </pc:sldChg>
      <pc:sldChg chg="addSp delSp modSp add mod">
        <pc:chgData name="Simon Chunkath" userId="cd189e30067db8de" providerId="LiveId" clId="{183FE71F-F335-40CE-BD42-48E25E3B17E6}" dt="2025-07-09T13:13:21.864" v="590" actId="1076"/>
        <pc:sldMkLst>
          <pc:docMk/>
          <pc:sldMk cId="3522130888" sldId="1820"/>
        </pc:sldMkLst>
        <pc:spChg chg="mod">
          <ac:chgData name="Simon Chunkath" userId="cd189e30067db8de" providerId="LiveId" clId="{183FE71F-F335-40CE-BD42-48E25E3B17E6}" dt="2025-07-09T13:13:21.864" v="590" actId="1076"/>
          <ac:spMkLst>
            <pc:docMk/>
            <pc:sldMk cId="3522130888" sldId="1820"/>
            <ac:spMk id="2" creationId="{20703DCC-1FAF-C10B-D2CF-0EE38FBEEBAE}"/>
          </ac:spMkLst>
        </pc:spChg>
      </pc:sldChg>
      <pc:sldChg chg="modSp add mod ord">
        <pc:chgData name="Simon Chunkath" userId="cd189e30067db8de" providerId="LiveId" clId="{183FE71F-F335-40CE-BD42-48E25E3B17E6}" dt="2025-07-09T13:26:37.452" v="1379" actId="20577"/>
        <pc:sldMkLst>
          <pc:docMk/>
          <pc:sldMk cId="868802733" sldId="1821"/>
        </pc:sldMkLst>
        <pc:spChg chg="mod">
          <ac:chgData name="Simon Chunkath" userId="cd189e30067db8de" providerId="LiveId" clId="{183FE71F-F335-40CE-BD42-48E25E3B17E6}" dt="2025-07-09T13:26:37.452" v="1379" actId="20577"/>
          <ac:spMkLst>
            <pc:docMk/>
            <pc:sldMk cId="868802733" sldId="1821"/>
            <ac:spMk id="2" creationId="{90B5BD5B-B5E9-60A9-5C20-CF6BB05149DC}"/>
          </ac:spMkLst>
        </pc:spChg>
        <pc:spChg chg="mod">
          <ac:chgData name="Simon Chunkath" userId="cd189e30067db8de" providerId="LiveId" clId="{183FE71F-F335-40CE-BD42-48E25E3B17E6}" dt="2025-07-09T13:14:37.546" v="644" actId="14100"/>
          <ac:spMkLst>
            <pc:docMk/>
            <pc:sldMk cId="868802733" sldId="1821"/>
            <ac:spMk id="5" creationId="{60E66D5A-3669-8932-58D0-B1786ED0E1B3}"/>
          </ac:spMkLst>
        </pc:spChg>
        <pc:spChg chg="mod">
          <ac:chgData name="Simon Chunkath" userId="cd189e30067db8de" providerId="LiveId" clId="{183FE71F-F335-40CE-BD42-48E25E3B17E6}" dt="2025-07-09T13:19:54.688" v="1045" actId="1076"/>
          <ac:spMkLst>
            <pc:docMk/>
            <pc:sldMk cId="868802733" sldId="1821"/>
            <ac:spMk id="7" creationId="{6D243264-D9FE-5620-F1EC-91FC18479C90}"/>
          </ac:spMkLst>
        </pc:spChg>
      </pc:sldChg>
      <pc:sldChg chg="add del">
        <pc:chgData name="Simon Chunkath" userId="cd189e30067db8de" providerId="LiveId" clId="{183FE71F-F335-40CE-BD42-48E25E3B17E6}" dt="2025-07-09T13:22:29.528" v="1109"/>
        <pc:sldMkLst>
          <pc:docMk/>
          <pc:sldMk cId="364218153" sldId="1822"/>
        </pc:sldMkLst>
      </pc:sldChg>
      <pc:sldChg chg="addSp delSp modSp add mod ord">
        <pc:chgData name="Simon Chunkath" userId="cd189e30067db8de" providerId="LiveId" clId="{183FE71F-F335-40CE-BD42-48E25E3B17E6}" dt="2025-07-09T14:45:15.291" v="3262" actId="20577"/>
        <pc:sldMkLst>
          <pc:docMk/>
          <pc:sldMk cId="1254139428" sldId="1822"/>
        </pc:sldMkLst>
        <pc:spChg chg="add del mod">
          <ac:chgData name="Simon Chunkath" userId="cd189e30067db8de" providerId="LiveId" clId="{183FE71F-F335-40CE-BD42-48E25E3B17E6}" dt="2025-07-09T14:45:15.291" v="3262" actId="20577"/>
          <ac:spMkLst>
            <pc:docMk/>
            <pc:sldMk cId="1254139428" sldId="1822"/>
            <ac:spMk id="2" creationId="{19B9627D-C9E5-7A27-D868-BB4004190B76}"/>
          </ac:spMkLst>
        </pc:spChg>
        <pc:spChg chg="mod">
          <ac:chgData name="Simon Chunkath" userId="cd189e30067db8de" providerId="LiveId" clId="{183FE71F-F335-40CE-BD42-48E25E3B17E6}" dt="2025-07-09T14:35:21.224" v="3191" actId="20577"/>
          <ac:spMkLst>
            <pc:docMk/>
            <pc:sldMk cId="1254139428" sldId="1822"/>
            <ac:spMk id="4" creationId="{108826D6-D5E7-8E29-8447-D3F82C0FBEBF}"/>
          </ac:spMkLst>
        </pc:spChg>
        <pc:spChg chg="mod">
          <ac:chgData name="Simon Chunkath" userId="cd189e30067db8de" providerId="LiveId" clId="{183FE71F-F335-40CE-BD42-48E25E3B17E6}" dt="2025-07-09T14:36:33.875" v="3209" actId="207"/>
          <ac:spMkLst>
            <pc:docMk/>
            <pc:sldMk cId="1254139428" sldId="1822"/>
            <ac:spMk id="9" creationId="{0F7C102F-13B3-1A9E-D418-ED66989233A2}"/>
          </ac:spMkLst>
        </pc:spChg>
      </pc:sldChg>
      <pc:sldChg chg="modSp add del mod">
        <pc:chgData name="Simon Chunkath" userId="cd189e30067db8de" providerId="LiveId" clId="{183FE71F-F335-40CE-BD42-48E25E3B17E6}" dt="2025-07-09T13:29:23.551" v="1475" actId="47"/>
        <pc:sldMkLst>
          <pc:docMk/>
          <pc:sldMk cId="61822744" sldId="1823"/>
        </pc:sldMkLst>
      </pc:sldChg>
      <pc:sldChg chg="modSp add mod">
        <pc:chgData name="Simon Chunkath" userId="cd189e30067db8de" providerId="LiveId" clId="{183FE71F-F335-40CE-BD42-48E25E3B17E6}" dt="2025-07-09T14:26:56.574" v="2471" actId="6549"/>
        <pc:sldMkLst>
          <pc:docMk/>
          <pc:sldMk cId="2365198718" sldId="1824"/>
        </pc:sldMkLst>
        <pc:spChg chg="mod">
          <ac:chgData name="Simon Chunkath" userId="cd189e30067db8de" providerId="LiveId" clId="{183FE71F-F335-40CE-BD42-48E25E3B17E6}" dt="2025-07-09T14:26:56.574" v="2471" actId="6549"/>
          <ac:spMkLst>
            <pc:docMk/>
            <pc:sldMk cId="2365198718" sldId="1824"/>
            <ac:spMk id="4" creationId="{6415CFD0-F654-AFD3-2A5A-C0BD46042F9A}"/>
          </ac:spMkLst>
        </pc:spChg>
        <pc:spChg chg="mod">
          <ac:chgData name="Simon Chunkath" userId="cd189e30067db8de" providerId="LiveId" clId="{183FE71F-F335-40CE-BD42-48E25E3B17E6}" dt="2025-07-09T13:58:56.670" v="1774" actId="27107"/>
          <ac:spMkLst>
            <pc:docMk/>
            <pc:sldMk cId="2365198718" sldId="1824"/>
            <ac:spMk id="9" creationId="{6A98B12B-9756-7A09-C500-0DFAFEA93455}"/>
          </ac:spMkLst>
        </pc:spChg>
      </pc:sldChg>
      <pc:sldChg chg="modSp add mod">
        <pc:chgData name="Simon Chunkath" userId="cd189e30067db8de" providerId="LiveId" clId="{183FE71F-F335-40CE-BD42-48E25E3B17E6}" dt="2025-07-09T14:26:58.864" v="2472" actId="6549"/>
        <pc:sldMkLst>
          <pc:docMk/>
          <pc:sldMk cId="1139427356" sldId="1825"/>
        </pc:sldMkLst>
        <pc:spChg chg="mod">
          <ac:chgData name="Simon Chunkath" userId="cd189e30067db8de" providerId="LiveId" clId="{183FE71F-F335-40CE-BD42-48E25E3B17E6}" dt="2025-07-09T14:26:58.864" v="2472" actId="6549"/>
          <ac:spMkLst>
            <pc:docMk/>
            <pc:sldMk cId="1139427356" sldId="1825"/>
            <ac:spMk id="4" creationId="{25BD734B-5DE8-BB09-778D-14AD01F56285}"/>
          </ac:spMkLst>
        </pc:spChg>
        <pc:spChg chg="mod">
          <ac:chgData name="Simon Chunkath" userId="cd189e30067db8de" providerId="LiveId" clId="{183FE71F-F335-40CE-BD42-48E25E3B17E6}" dt="2025-07-09T14:00:16.955" v="2025" actId="20577"/>
          <ac:spMkLst>
            <pc:docMk/>
            <pc:sldMk cId="1139427356" sldId="1825"/>
            <ac:spMk id="9" creationId="{A7F702B8-AC38-A18D-7740-126B52F022D7}"/>
          </ac:spMkLst>
        </pc:spChg>
      </pc:sldChg>
      <pc:sldChg chg="addSp delSp modSp add mod">
        <pc:chgData name="Simon Chunkath" userId="cd189e30067db8de" providerId="LiveId" clId="{183FE71F-F335-40CE-BD42-48E25E3B17E6}" dt="2025-07-09T14:41:09.578" v="3253"/>
        <pc:sldMkLst>
          <pc:docMk/>
          <pc:sldMk cId="2406581127" sldId="1826"/>
        </pc:sldMkLst>
        <pc:spChg chg="add mod">
          <ac:chgData name="Simon Chunkath" userId="cd189e30067db8de" providerId="LiveId" clId="{183FE71F-F335-40CE-BD42-48E25E3B17E6}" dt="2025-07-09T14:41:09.578" v="3253"/>
          <ac:spMkLst>
            <pc:docMk/>
            <pc:sldMk cId="2406581127" sldId="1826"/>
            <ac:spMk id="7" creationId="{F5DD54E3-DC06-0B2F-B4DC-3A634421A604}"/>
          </ac:spMkLst>
        </pc:spChg>
      </pc:sldChg>
      <pc:sldChg chg="modSp add mod replId">
        <pc:chgData name="Simon Chunkath" userId="cd189e30067db8de" providerId="LiveId" clId="{183FE71F-F335-40CE-BD42-48E25E3B17E6}" dt="2025-07-09T14:30:23.798" v="2835" actId="20577"/>
        <pc:sldMkLst>
          <pc:docMk/>
          <pc:sldMk cId="3359142403" sldId="1827"/>
        </pc:sldMkLst>
        <pc:spChg chg="mod">
          <ac:chgData name="Simon Chunkath" userId="cd189e30067db8de" providerId="LiveId" clId="{183FE71F-F335-40CE-BD42-48E25E3B17E6}" dt="2025-07-09T14:27:15.749" v="2478" actId="20577"/>
          <ac:spMkLst>
            <pc:docMk/>
            <pc:sldMk cId="3359142403" sldId="1827"/>
            <ac:spMk id="2" creationId="{C12247C4-7A0E-CA01-D3F5-C5DDF9F128FF}"/>
          </ac:spMkLst>
        </pc:spChg>
        <pc:spChg chg="mod">
          <ac:chgData name="Simon Chunkath" userId="cd189e30067db8de" providerId="LiveId" clId="{183FE71F-F335-40CE-BD42-48E25E3B17E6}" dt="2025-07-09T14:30:23.798" v="2835" actId="20577"/>
          <ac:spMkLst>
            <pc:docMk/>
            <pc:sldMk cId="3359142403" sldId="1827"/>
            <ac:spMk id="4" creationId="{518E5F5E-AFCD-CA89-E3DF-EB5B7465010C}"/>
          </ac:spMkLst>
        </pc:spChg>
        <pc:spChg chg="mod">
          <ac:chgData name="Simon Chunkath" userId="cd189e30067db8de" providerId="LiveId" clId="{183FE71F-F335-40CE-BD42-48E25E3B17E6}" dt="2025-07-09T14:30:19.973" v="2833" actId="20577"/>
          <ac:spMkLst>
            <pc:docMk/>
            <pc:sldMk cId="3359142403" sldId="1827"/>
            <ac:spMk id="9" creationId="{4536F35D-48AB-EDB2-4394-D9653B1CDDAF}"/>
          </ac:spMkLst>
        </pc:spChg>
      </pc:sldChg>
      <pc:sldChg chg="modSp add mod replId">
        <pc:chgData name="Simon Chunkath" userId="cd189e30067db8de" providerId="LiveId" clId="{183FE71F-F335-40CE-BD42-48E25E3B17E6}" dt="2025-07-09T14:31:42.640" v="3151" actId="20577"/>
        <pc:sldMkLst>
          <pc:docMk/>
          <pc:sldMk cId="412338204" sldId="1828"/>
        </pc:sldMkLst>
        <pc:spChg chg="mod">
          <ac:chgData name="Simon Chunkath" userId="cd189e30067db8de" providerId="LiveId" clId="{183FE71F-F335-40CE-BD42-48E25E3B17E6}" dt="2025-07-09T14:27:19.384" v="2481" actId="20577"/>
          <ac:spMkLst>
            <pc:docMk/>
            <pc:sldMk cId="412338204" sldId="1828"/>
            <ac:spMk id="2" creationId="{E272D77C-B38A-287F-E3B9-951C524ED45E}"/>
          </ac:spMkLst>
        </pc:spChg>
        <pc:spChg chg="mod">
          <ac:chgData name="Simon Chunkath" userId="cd189e30067db8de" providerId="LiveId" clId="{183FE71F-F335-40CE-BD42-48E25E3B17E6}" dt="2025-07-09T14:30:31.020" v="2839" actId="20577"/>
          <ac:spMkLst>
            <pc:docMk/>
            <pc:sldMk cId="412338204" sldId="1828"/>
            <ac:spMk id="4" creationId="{6FE4C9F0-842B-429B-976C-86FBFEE24A85}"/>
          </ac:spMkLst>
        </pc:spChg>
        <pc:spChg chg="mod">
          <ac:chgData name="Simon Chunkath" userId="cd189e30067db8de" providerId="LiveId" clId="{183FE71F-F335-40CE-BD42-48E25E3B17E6}" dt="2025-07-09T14:31:42.640" v="3151" actId="20577"/>
          <ac:spMkLst>
            <pc:docMk/>
            <pc:sldMk cId="412338204" sldId="1828"/>
            <ac:spMk id="9" creationId="{7362E501-1B83-9F91-CC38-1F8F6478B915}"/>
          </ac:spMkLst>
        </pc:spChg>
      </pc:sldChg>
      <pc:sldChg chg="addSp delSp modSp add mod">
        <pc:chgData name="Simon Chunkath" userId="cd189e30067db8de" providerId="LiveId" clId="{183FE71F-F335-40CE-BD42-48E25E3B17E6}" dt="2025-07-09T14:40:54.444" v="3250"/>
        <pc:sldMkLst>
          <pc:docMk/>
          <pc:sldMk cId="2684712631" sldId="1829"/>
        </pc:sldMkLst>
        <pc:spChg chg="add mod">
          <ac:chgData name="Simon Chunkath" userId="cd189e30067db8de" providerId="LiveId" clId="{183FE71F-F335-40CE-BD42-48E25E3B17E6}" dt="2025-07-09T14:40:54.444" v="3250"/>
          <ac:spMkLst>
            <pc:docMk/>
            <pc:sldMk cId="2684712631" sldId="1829"/>
            <ac:spMk id="7" creationId="{E5F1EFE9-2C7F-FD9E-A1D1-0E4FBADF90C4}"/>
          </ac:spMkLst>
        </pc:spChg>
      </pc:sldChg>
      <pc:sldChg chg="modSp add del mod replId">
        <pc:chgData name="Simon Chunkath" userId="cd189e30067db8de" providerId="LiveId" clId="{183FE71F-F335-40CE-BD42-48E25E3B17E6}" dt="2025-07-09T14:30:26.028" v="2836" actId="47"/>
        <pc:sldMkLst>
          <pc:docMk/>
          <pc:sldMk cId="2853067090" sldId="1829"/>
        </pc:sldMkLst>
      </pc:sldChg>
      <pc:sldChg chg="add">
        <pc:chgData name="Simon Chunkath" userId="cd189e30067db8de" providerId="LiveId" clId="{183FE71F-F335-40CE-BD42-48E25E3B17E6}" dt="2025-07-09T14:35:11.588" v="3185" actId="2890"/>
        <pc:sldMkLst>
          <pc:docMk/>
          <pc:sldMk cId="1880725329" sldId="1830"/>
        </pc:sldMkLst>
      </pc:sldChg>
      <pc:sldChg chg="modSp add del mod">
        <pc:chgData name="Simon Chunkath" userId="cd189e30067db8de" providerId="LiveId" clId="{183FE71F-F335-40CE-BD42-48E25E3B17E6}" dt="2025-07-09T14:30:26.766" v="2837" actId="47"/>
        <pc:sldMkLst>
          <pc:docMk/>
          <pc:sldMk cId="3114759594" sldId="1830"/>
        </pc:sldMkLst>
      </pc:sldChg>
      <pc:sldChg chg="addSp delSp modSp add mod">
        <pc:chgData name="Simon Chunkath" userId="cd189e30067db8de" providerId="LiveId" clId="{183FE71F-F335-40CE-BD42-48E25E3B17E6}" dt="2025-07-09T14:45:21.482" v="3264"/>
        <pc:sldMkLst>
          <pc:docMk/>
          <pc:sldMk cId="551583611" sldId="1831"/>
        </pc:sldMkLst>
      </pc:sldChg>
      <pc:sldChg chg="modSp add mod">
        <pc:chgData name="Simon Chunkath" userId="cd189e30067db8de" providerId="LiveId" clId="{183FE71F-F335-40CE-BD42-48E25E3B17E6}" dt="2025-07-09T14:45:25.348" v="3266"/>
        <pc:sldMkLst>
          <pc:docMk/>
          <pc:sldMk cId="52966656" sldId="1832"/>
        </pc:sldMkLst>
        <pc:spChg chg="mod">
          <ac:chgData name="Simon Chunkath" userId="cd189e30067db8de" providerId="LiveId" clId="{183FE71F-F335-40CE-BD42-48E25E3B17E6}" dt="2025-07-09T14:45:25.348" v="3266"/>
          <ac:spMkLst>
            <pc:docMk/>
            <pc:sldMk cId="52966656" sldId="1832"/>
            <ac:spMk id="2" creationId="{184D3AB8-08AD-237E-F136-B27EADDDFADC}"/>
          </ac:spMkLst>
        </pc:spChg>
        <pc:spChg chg="mod">
          <ac:chgData name="Simon Chunkath" userId="cd189e30067db8de" providerId="LiveId" clId="{183FE71F-F335-40CE-BD42-48E25E3B17E6}" dt="2025-07-09T14:37:19.554" v="3218" actId="20577"/>
          <ac:spMkLst>
            <pc:docMk/>
            <pc:sldMk cId="52966656" sldId="1832"/>
            <ac:spMk id="4" creationId="{6A064A9B-87A6-D20F-8F7A-C1C4AE9D82FC}"/>
          </ac:spMkLst>
        </pc:spChg>
        <pc:spChg chg="mod">
          <ac:chgData name="Simon Chunkath" userId="cd189e30067db8de" providerId="LiveId" clId="{183FE71F-F335-40CE-BD42-48E25E3B17E6}" dt="2025-07-09T14:37:32.564" v="3222" actId="2711"/>
          <ac:spMkLst>
            <pc:docMk/>
            <pc:sldMk cId="52966656" sldId="1832"/>
            <ac:spMk id="9" creationId="{01FFAF57-C02C-0A59-2D2D-23C0E0A21109}"/>
          </ac:spMkLst>
        </pc:spChg>
      </pc:sldChg>
      <pc:sldChg chg="modSp add mod">
        <pc:chgData name="Simon Chunkath" userId="cd189e30067db8de" providerId="LiveId" clId="{183FE71F-F335-40CE-BD42-48E25E3B17E6}" dt="2025-07-09T14:39:09.082" v="3238" actId="6549"/>
        <pc:sldMkLst>
          <pc:docMk/>
          <pc:sldMk cId="3827634853" sldId="1833"/>
        </pc:sldMkLst>
      </pc:sldChg>
      <pc:sldChg chg="modSp add mod">
        <pc:chgData name="Simon Chunkath" userId="cd189e30067db8de" providerId="LiveId" clId="{183FE71F-F335-40CE-BD42-48E25E3B17E6}" dt="2025-07-09T14:38:11.455" v="3234" actId="2711"/>
        <pc:sldMkLst>
          <pc:docMk/>
          <pc:sldMk cId="827100732" sldId="1834"/>
        </pc:sldMkLst>
        <pc:spChg chg="mod">
          <ac:chgData name="Simon Chunkath" userId="cd189e30067db8de" providerId="LiveId" clId="{183FE71F-F335-40CE-BD42-48E25E3B17E6}" dt="2025-07-09T14:37:59.231" v="3231" actId="20577"/>
          <ac:spMkLst>
            <pc:docMk/>
            <pc:sldMk cId="827100732" sldId="1834"/>
            <ac:spMk id="4" creationId="{C3F30C8F-A3B7-2940-9560-88213F7D1BF1}"/>
          </ac:spMkLst>
        </pc:spChg>
        <pc:spChg chg="mod">
          <ac:chgData name="Simon Chunkath" userId="cd189e30067db8de" providerId="LiveId" clId="{183FE71F-F335-40CE-BD42-48E25E3B17E6}" dt="2025-07-09T14:38:11.455" v="3234" actId="2711"/>
          <ac:spMkLst>
            <pc:docMk/>
            <pc:sldMk cId="827100732" sldId="1834"/>
            <ac:spMk id="9" creationId="{7C405055-FEA4-6CFC-9696-EE3AFB893CCB}"/>
          </ac:spMkLst>
        </pc:spChg>
      </pc:sldChg>
      <pc:sldMasterChg chg="modSldLayout">
        <pc:chgData name="Simon Chunkath" userId="cd189e30067db8de" providerId="LiveId" clId="{183FE71F-F335-40CE-BD42-48E25E3B17E6}" dt="2025-07-09T11:08:23.829" v="8" actId="20577"/>
        <pc:sldMasterMkLst>
          <pc:docMk/>
          <pc:sldMasterMk cId="2021402228" sldId="2147483673"/>
        </pc:sldMasterMkLst>
        <pc:sldLayoutChg chg="modSp mod">
          <pc:chgData name="Simon Chunkath" userId="cd189e30067db8de" providerId="LiveId" clId="{183FE71F-F335-40CE-BD42-48E25E3B17E6}" dt="2025-07-09T11:08:23.829" v="8" actId="20577"/>
          <pc:sldLayoutMkLst>
            <pc:docMk/>
            <pc:sldMasterMk cId="2021402228" sldId="2147483673"/>
            <pc:sldLayoutMk cId="3490850578" sldId="2147483689"/>
          </pc:sldLayoutMkLst>
          <pc:spChg chg="mod">
            <ac:chgData name="Simon Chunkath" userId="cd189e30067db8de" providerId="LiveId" clId="{183FE71F-F335-40CE-BD42-48E25E3B17E6}" dt="2025-07-09T11:08:23.829" v="8" actId="20577"/>
            <ac:spMkLst>
              <pc:docMk/>
              <pc:sldMasterMk cId="2021402228" sldId="2147483673"/>
              <pc:sldLayoutMk cId="3490850578" sldId="2147483689"/>
              <ac:spMk id="7" creationId="{99B39CA7-ADE3-4147-9B4D-BE10E585E948}"/>
            </ac:spMkLst>
          </pc:spChg>
        </pc:sldLayoutChg>
      </pc:sldMasterChg>
    </pc:docChg>
  </pc:docChgLst>
  <pc:docChgLst>
    <pc:chgData name="Cynthia George" userId="8e4ca16d49ed6304" providerId="Windows Live" clId="Web-{197F5C19-D6DA-724A-2A70-8759F5E6BA9F}"/>
    <pc:docChg chg="delSld modSld sldOrd">
      <pc:chgData name="Cynthia George" userId="8e4ca16d49ed6304" providerId="Windows Live" clId="Web-{197F5C19-D6DA-724A-2A70-8759F5E6BA9F}" dt="2025-07-10T09:47:28.156" v="273" actId="1076"/>
      <pc:docMkLst>
        <pc:docMk/>
      </pc:docMkLst>
      <pc:sldChg chg="addSp delSp modSp">
        <pc:chgData name="Cynthia George" userId="8e4ca16d49ed6304" providerId="Windows Live" clId="Web-{197F5C19-D6DA-724A-2A70-8759F5E6BA9F}" dt="2025-07-10T09:13:28.768" v="184"/>
        <pc:sldMkLst>
          <pc:docMk/>
          <pc:sldMk cId="140346443" sldId="822"/>
        </pc:sldMkLst>
        <pc:spChg chg="mod">
          <ac:chgData name="Cynthia George" userId="8e4ca16d49ed6304" providerId="Windows Live" clId="Web-{197F5C19-D6DA-724A-2A70-8759F5E6BA9F}" dt="2025-07-10T09:12:10.658" v="170" actId="20577"/>
          <ac:spMkLst>
            <pc:docMk/>
            <pc:sldMk cId="140346443" sldId="822"/>
            <ac:spMk id="3" creationId="{1AB012BE-040E-5B65-02E1-DDB2A9A00DA4}"/>
          </ac:spMkLst>
        </pc:spChg>
        <pc:spChg chg="mod">
          <ac:chgData name="Cynthia George" userId="8e4ca16d49ed6304" providerId="Windows Live" clId="Web-{197F5C19-D6DA-724A-2A70-8759F5E6BA9F}" dt="2025-07-10T09:11:40.533" v="160" actId="20577"/>
          <ac:spMkLst>
            <pc:docMk/>
            <pc:sldMk cId="140346443" sldId="822"/>
            <ac:spMk id="10" creationId="{60127C6D-3342-C831-3981-C5030CF3B941}"/>
          </ac:spMkLst>
        </pc:spChg>
      </pc:sldChg>
      <pc:sldChg chg="modSp">
        <pc:chgData name="Cynthia George" userId="8e4ca16d49ed6304" providerId="Windows Live" clId="Web-{197F5C19-D6DA-724A-2A70-8759F5E6BA9F}" dt="2025-07-10T08:57:56.140" v="127" actId="20577"/>
        <pc:sldMkLst>
          <pc:docMk/>
          <pc:sldMk cId="2771250690" sldId="851"/>
        </pc:sldMkLst>
        <pc:spChg chg="mod">
          <ac:chgData name="Cynthia George" userId="8e4ca16d49ed6304" providerId="Windows Live" clId="Web-{197F5C19-D6DA-724A-2A70-8759F5E6BA9F}" dt="2025-07-10T08:57:56.140" v="127" actId="20577"/>
          <ac:spMkLst>
            <pc:docMk/>
            <pc:sldMk cId="2771250690" sldId="851"/>
            <ac:spMk id="8" creationId="{9BADF726-2AAD-85FD-9A5C-793E45C4B3F2}"/>
          </ac:spMkLst>
        </pc:spChg>
      </pc:sldChg>
      <pc:sldChg chg="modSp">
        <pc:chgData name="Cynthia George" userId="8e4ca16d49ed6304" providerId="Windows Live" clId="Web-{197F5C19-D6DA-724A-2A70-8759F5E6BA9F}" dt="2025-07-10T09:36:05.630" v="205" actId="20577"/>
        <pc:sldMkLst>
          <pc:docMk/>
          <pc:sldMk cId="858007124" sldId="1277"/>
        </pc:sldMkLst>
        <pc:spChg chg="mod">
          <ac:chgData name="Cynthia George" userId="8e4ca16d49ed6304" providerId="Windows Live" clId="Web-{197F5C19-D6DA-724A-2A70-8759F5E6BA9F}" dt="2025-07-10T09:36:05.630" v="205" actId="20577"/>
          <ac:spMkLst>
            <pc:docMk/>
            <pc:sldMk cId="858007124" sldId="1277"/>
            <ac:spMk id="9" creationId="{77D26A61-1743-44DF-CA31-DEC2E46F5D13}"/>
          </ac:spMkLst>
        </pc:spChg>
      </pc:sldChg>
      <pc:sldChg chg="modSp">
        <pc:chgData name="Cynthia George" userId="8e4ca16d49ed6304" providerId="Windows Live" clId="Web-{197F5C19-D6DA-724A-2A70-8759F5E6BA9F}" dt="2025-07-10T07:57:53.613" v="11" actId="1076"/>
        <pc:sldMkLst>
          <pc:docMk/>
          <pc:sldMk cId="3192769657" sldId="1766"/>
        </pc:sldMkLst>
        <pc:spChg chg="mod">
          <ac:chgData name="Cynthia George" userId="8e4ca16d49ed6304" providerId="Windows Live" clId="Web-{197F5C19-D6DA-724A-2A70-8759F5E6BA9F}" dt="2025-07-10T07:57:53.613" v="11" actId="1076"/>
          <ac:spMkLst>
            <pc:docMk/>
            <pc:sldMk cId="3192769657" sldId="1766"/>
            <ac:spMk id="7" creationId="{73BCB907-E0B2-54A2-70D6-6ED07B3192C6}"/>
          </ac:spMkLst>
        </pc:spChg>
      </pc:sldChg>
      <pc:sldChg chg="modSp">
        <pc:chgData name="Cynthia George" userId="8e4ca16d49ed6304" providerId="Windows Live" clId="Web-{197F5C19-D6DA-724A-2A70-8759F5E6BA9F}" dt="2025-07-10T07:57:44.972" v="10" actId="1076"/>
        <pc:sldMkLst>
          <pc:docMk/>
          <pc:sldMk cId="3059271663" sldId="1814"/>
        </pc:sldMkLst>
        <pc:spChg chg="mod">
          <ac:chgData name="Cynthia George" userId="8e4ca16d49ed6304" providerId="Windows Live" clId="Web-{197F5C19-D6DA-724A-2A70-8759F5E6BA9F}" dt="2025-07-10T07:57:44.972" v="10" actId="1076"/>
          <ac:spMkLst>
            <pc:docMk/>
            <pc:sldMk cId="3059271663" sldId="1814"/>
            <ac:spMk id="7" creationId="{C7BCB3BF-A387-F009-75C0-A5DAB6A9A0C7}"/>
          </ac:spMkLst>
        </pc:spChg>
      </pc:sldChg>
      <pc:sldChg chg="addSp delSp modSp">
        <pc:chgData name="Cynthia George" userId="8e4ca16d49ed6304" providerId="Windows Live" clId="Web-{197F5C19-D6DA-724A-2A70-8759F5E6BA9F}" dt="2025-07-10T08:53:08.405" v="117" actId="1076"/>
        <pc:sldMkLst>
          <pc:docMk/>
          <pc:sldMk cId="368851534" sldId="1815"/>
        </pc:sldMkLst>
        <pc:spChg chg="mod">
          <ac:chgData name="Cynthia George" userId="8e4ca16d49ed6304" providerId="Windows Live" clId="Web-{197F5C19-D6DA-724A-2A70-8759F5E6BA9F}" dt="2025-07-10T08:53:08.405" v="117" actId="1076"/>
          <ac:spMkLst>
            <pc:docMk/>
            <pc:sldMk cId="368851534" sldId="1815"/>
            <ac:spMk id="7" creationId="{15A2532F-DB25-ACF5-CC0F-C183AFD39A2F}"/>
          </ac:spMkLst>
        </pc:spChg>
        <pc:spChg chg="add mod">
          <ac:chgData name="Cynthia George" userId="8e4ca16d49ed6304" providerId="Windows Live" clId="Web-{197F5C19-D6DA-724A-2A70-8759F5E6BA9F}" dt="2025-07-10T08:52:56.045" v="116" actId="1076"/>
          <ac:spMkLst>
            <pc:docMk/>
            <pc:sldMk cId="368851534" sldId="1815"/>
            <ac:spMk id="9" creationId="{D0002923-B96B-7965-38BE-F2BE3813C75E}"/>
          </ac:spMkLst>
        </pc:spChg>
        <pc:spChg chg="add mod">
          <ac:chgData name="Cynthia George" userId="8e4ca16d49ed6304" providerId="Windows Live" clId="Web-{197F5C19-D6DA-724A-2A70-8759F5E6BA9F}" dt="2025-07-10T08:52:04.217" v="112" actId="1076"/>
          <ac:spMkLst>
            <pc:docMk/>
            <pc:sldMk cId="368851534" sldId="1815"/>
            <ac:spMk id="10" creationId="{EE91276B-29E2-C785-B955-F038E6CFD8D5}"/>
          </ac:spMkLst>
        </pc:spChg>
        <pc:spChg chg="add mod">
          <ac:chgData name="Cynthia George" userId="8e4ca16d49ed6304" providerId="Windows Live" clId="Web-{197F5C19-D6DA-724A-2A70-8759F5E6BA9F}" dt="2025-07-10T08:50:52.857" v="104" actId="1076"/>
          <ac:spMkLst>
            <pc:docMk/>
            <pc:sldMk cId="368851534" sldId="1815"/>
            <ac:spMk id="11" creationId="{DAD45C9D-ABC1-CD0A-D91E-F0F60536F873}"/>
          </ac:spMkLst>
        </pc:spChg>
        <pc:spChg chg="add mod">
          <ac:chgData name="Cynthia George" userId="8e4ca16d49ed6304" providerId="Windows Live" clId="Web-{197F5C19-D6DA-724A-2A70-8759F5E6BA9F}" dt="2025-07-10T08:51:53.342" v="111" actId="1076"/>
          <ac:spMkLst>
            <pc:docMk/>
            <pc:sldMk cId="368851534" sldId="1815"/>
            <ac:spMk id="12" creationId="{178654C7-B101-6BFA-47B4-63654E6A9DD7}"/>
          </ac:spMkLst>
        </pc:spChg>
      </pc:sldChg>
      <pc:sldChg chg="modSp">
        <pc:chgData name="Cynthia George" userId="8e4ca16d49ed6304" providerId="Windows Live" clId="Web-{197F5C19-D6DA-724A-2A70-8759F5E6BA9F}" dt="2025-07-10T08:04:14.847" v="33" actId="1076"/>
        <pc:sldMkLst>
          <pc:docMk/>
          <pc:sldMk cId="147178672" sldId="1816"/>
        </pc:sldMkLst>
        <pc:spChg chg="mod">
          <ac:chgData name="Cynthia George" userId="8e4ca16d49ed6304" providerId="Windows Live" clId="Web-{197F5C19-D6DA-724A-2A70-8759F5E6BA9F}" dt="2025-07-10T08:04:14.847" v="33" actId="1076"/>
          <ac:spMkLst>
            <pc:docMk/>
            <pc:sldMk cId="147178672" sldId="1816"/>
            <ac:spMk id="7" creationId="{A60EE430-55C5-2BE2-A8CA-DC00EBFDAC72}"/>
          </ac:spMkLst>
        </pc:spChg>
      </pc:sldChg>
      <pc:sldChg chg="modSp">
        <pc:chgData name="Cynthia George" userId="8e4ca16d49ed6304" providerId="Windows Live" clId="Web-{197F5C19-D6DA-724A-2A70-8759F5E6BA9F}" dt="2025-07-10T08:05:32.163" v="45" actId="1076"/>
        <pc:sldMkLst>
          <pc:docMk/>
          <pc:sldMk cId="1403820475" sldId="1817"/>
        </pc:sldMkLst>
        <pc:spChg chg="mod">
          <ac:chgData name="Cynthia George" userId="8e4ca16d49ed6304" providerId="Windows Live" clId="Web-{197F5C19-D6DA-724A-2A70-8759F5E6BA9F}" dt="2025-07-10T08:05:32.163" v="45" actId="1076"/>
          <ac:spMkLst>
            <pc:docMk/>
            <pc:sldMk cId="1403820475" sldId="1817"/>
            <ac:spMk id="7" creationId="{E0520F81-081E-D20B-BF4F-98E28867CE5D}"/>
          </ac:spMkLst>
        </pc:spChg>
      </pc:sldChg>
      <pc:sldChg chg="modSp">
        <pc:chgData name="Cynthia George" userId="8e4ca16d49ed6304" providerId="Windows Live" clId="Web-{197F5C19-D6DA-724A-2A70-8759F5E6BA9F}" dt="2025-07-10T09:13:24.706" v="183" actId="20577"/>
        <pc:sldMkLst>
          <pc:docMk/>
          <pc:sldMk cId="2694161924" sldId="1818"/>
        </pc:sldMkLst>
        <pc:spChg chg="mod">
          <ac:chgData name="Cynthia George" userId="8e4ca16d49ed6304" providerId="Windows Live" clId="Web-{197F5C19-D6DA-724A-2A70-8759F5E6BA9F}" dt="2025-07-10T09:12:51.096" v="179" actId="1076"/>
          <ac:spMkLst>
            <pc:docMk/>
            <pc:sldMk cId="2694161924" sldId="1818"/>
            <ac:spMk id="3" creationId="{AD7D3B08-000F-A43C-4A20-85ADD49D9DED}"/>
          </ac:spMkLst>
        </pc:spChg>
        <pc:spChg chg="mod">
          <ac:chgData name="Cynthia George" userId="8e4ca16d49ed6304" providerId="Windows Live" clId="Web-{197F5C19-D6DA-724A-2A70-8759F5E6BA9F}" dt="2025-07-10T09:13:24.706" v="183" actId="20577"/>
          <ac:spMkLst>
            <pc:docMk/>
            <pc:sldMk cId="2694161924" sldId="1818"/>
            <ac:spMk id="10" creationId="{522A1CA3-4A53-5759-723C-B12B6A29E3A1}"/>
          </ac:spMkLst>
        </pc:spChg>
      </pc:sldChg>
      <pc:sldChg chg="modSp">
        <pc:chgData name="Cynthia George" userId="8e4ca16d49ed6304" providerId="Windows Live" clId="Web-{197F5C19-D6DA-724A-2A70-8759F5E6BA9F}" dt="2025-07-10T09:33:29.287" v="197" actId="20577"/>
        <pc:sldMkLst>
          <pc:docMk/>
          <pc:sldMk cId="1631293736" sldId="1819"/>
        </pc:sldMkLst>
        <pc:spChg chg="mod">
          <ac:chgData name="Cynthia George" userId="8e4ca16d49ed6304" providerId="Windows Live" clId="Web-{197F5C19-D6DA-724A-2A70-8759F5E6BA9F}" dt="2025-07-10T09:33:29.287" v="197" actId="20577"/>
          <ac:spMkLst>
            <pc:docMk/>
            <pc:sldMk cId="1631293736" sldId="1819"/>
            <ac:spMk id="3" creationId="{8AAA080D-0933-A173-189B-7811C60E7018}"/>
          </ac:spMkLst>
        </pc:spChg>
        <pc:spChg chg="mod">
          <ac:chgData name="Cynthia George" userId="8e4ca16d49ed6304" providerId="Windows Live" clId="Web-{197F5C19-D6DA-724A-2A70-8759F5E6BA9F}" dt="2025-07-10T09:09:14.314" v="153" actId="20577"/>
          <ac:spMkLst>
            <pc:docMk/>
            <pc:sldMk cId="1631293736" sldId="1819"/>
            <ac:spMk id="10" creationId="{FA9A9CC6-6069-4A16-A01C-84193D568A58}"/>
          </ac:spMkLst>
        </pc:spChg>
      </pc:sldChg>
      <pc:sldChg chg="modSp">
        <pc:chgData name="Cynthia George" userId="8e4ca16d49ed6304" providerId="Windows Live" clId="Web-{197F5C19-D6DA-724A-2A70-8759F5E6BA9F}" dt="2025-07-10T09:24:37.025" v="192" actId="1076"/>
        <pc:sldMkLst>
          <pc:docMk/>
          <pc:sldMk cId="868802733" sldId="1821"/>
        </pc:sldMkLst>
        <pc:spChg chg="mod">
          <ac:chgData name="Cynthia George" userId="8e4ca16d49ed6304" providerId="Windows Live" clId="Web-{197F5C19-D6DA-724A-2A70-8759F5E6BA9F}" dt="2025-07-10T09:14:35.815" v="186" actId="20577"/>
          <ac:spMkLst>
            <pc:docMk/>
            <pc:sldMk cId="868802733" sldId="1821"/>
            <ac:spMk id="2" creationId="{90B5BD5B-B5E9-60A9-5C20-CF6BB05149DC}"/>
          </ac:spMkLst>
        </pc:spChg>
        <pc:spChg chg="mod">
          <ac:chgData name="Cynthia George" userId="8e4ca16d49ed6304" providerId="Windows Live" clId="Web-{197F5C19-D6DA-724A-2A70-8759F5E6BA9F}" dt="2025-07-10T09:24:37.025" v="192" actId="1076"/>
          <ac:spMkLst>
            <pc:docMk/>
            <pc:sldMk cId="868802733" sldId="1821"/>
            <ac:spMk id="7" creationId="{6D243264-D9FE-5620-F1EC-91FC18479C90}"/>
          </ac:spMkLst>
        </pc:spChg>
      </pc:sldChg>
      <pc:sldChg chg="modSp">
        <pc:chgData name="Cynthia George" userId="8e4ca16d49ed6304" providerId="Windows Live" clId="Web-{197F5C19-D6DA-724A-2A70-8759F5E6BA9F}" dt="2025-07-10T09:42:24.237" v="241" actId="20577"/>
        <pc:sldMkLst>
          <pc:docMk/>
          <pc:sldMk cId="1254139428" sldId="1822"/>
        </pc:sldMkLst>
        <pc:spChg chg="mod">
          <ac:chgData name="Cynthia George" userId="8e4ca16d49ed6304" providerId="Windows Live" clId="Web-{197F5C19-D6DA-724A-2A70-8759F5E6BA9F}" dt="2025-07-10T09:42:24.237" v="241" actId="20577"/>
          <ac:spMkLst>
            <pc:docMk/>
            <pc:sldMk cId="1254139428" sldId="1822"/>
            <ac:spMk id="4" creationId="{108826D6-D5E7-8E29-8447-D3F82C0FBEBF}"/>
          </ac:spMkLst>
        </pc:spChg>
        <pc:spChg chg="mod">
          <ac:chgData name="Cynthia George" userId="8e4ca16d49ed6304" providerId="Windows Live" clId="Web-{197F5C19-D6DA-724A-2A70-8759F5E6BA9F}" dt="2025-07-10T09:40:05.503" v="219" actId="14100"/>
          <ac:spMkLst>
            <pc:docMk/>
            <pc:sldMk cId="1254139428" sldId="1822"/>
            <ac:spMk id="9" creationId="{0F7C102F-13B3-1A9E-D418-ED66989233A2}"/>
          </ac:spMkLst>
        </pc:spChg>
      </pc:sldChg>
      <pc:sldChg chg="modSp">
        <pc:chgData name="Cynthia George" userId="8e4ca16d49ed6304" providerId="Windows Live" clId="Web-{197F5C19-D6DA-724A-2A70-8759F5E6BA9F}" dt="2025-07-10T09:47:13.657" v="269" actId="20577"/>
        <pc:sldMkLst>
          <pc:docMk/>
          <pc:sldMk cId="2365198718" sldId="1824"/>
        </pc:sldMkLst>
        <pc:spChg chg="mod">
          <ac:chgData name="Cynthia George" userId="8e4ca16d49ed6304" providerId="Windows Live" clId="Web-{197F5C19-D6DA-724A-2A70-8759F5E6BA9F}" dt="2025-07-10T09:47:13.657" v="269" actId="20577"/>
          <ac:spMkLst>
            <pc:docMk/>
            <pc:sldMk cId="2365198718" sldId="1824"/>
            <ac:spMk id="9" creationId="{6A98B12B-9756-7A09-C500-0DFAFEA93455}"/>
          </ac:spMkLst>
        </pc:spChg>
      </pc:sldChg>
      <pc:sldChg chg="modSp">
        <pc:chgData name="Cynthia George" userId="8e4ca16d49ed6304" providerId="Windows Live" clId="Web-{197F5C19-D6DA-724A-2A70-8759F5E6BA9F}" dt="2025-07-10T09:47:28.156" v="273" actId="1076"/>
        <pc:sldMkLst>
          <pc:docMk/>
          <pc:sldMk cId="1139427356" sldId="1825"/>
        </pc:sldMkLst>
        <pc:spChg chg="mod">
          <ac:chgData name="Cynthia George" userId="8e4ca16d49ed6304" providerId="Windows Live" clId="Web-{197F5C19-D6DA-724A-2A70-8759F5E6BA9F}" dt="2025-07-10T09:47:28.156" v="273" actId="1076"/>
          <ac:spMkLst>
            <pc:docMk/>
            <pc:sldMk cId="1139427356" sldId="1825"/>
            <ac:spMk id="9" creationId="{A7F702B8-AC38-A18D-7740-126B52F022D7}"/>
          </ac:spMkLst>
        </pc:spChg>
      </pc:sldChg>
      <pc:sldChg chg="modSp">
        <pc:chgData name="Cynthia George" userId="8e4ca16d49ed6304" providerId="Windows Live" clId="Web-{197F5C19-D6DA-724A-2A70-8759F5E6BA9F}" dt="2025-07-10T09:44:53.376" v="255" actId="20577"/>
        <pc:sldMkLst>
          <pc:docMk/>
          <pc:sldMk cId="1880725329" sldId="1830"/>
        </pc:sldMkLst>
        <pc:spChg chg="mod">
          <ac:chgData name="Cynthia George" userId="8e4ca16d49ed6304" providerId="Windows Live" clId="Web-{197F5C19-D6DA-724A-2A70-8759F5E6BA9F}" dt="2025-07-10T09:44:53.376" v="255" actId="20577"/>
          <ac:spMkLst>
            <pc:docMk/>
            <pc:sldMk cId="1880725329" sldId="1830"/>
            <ac:spMk id="9" creationId="{FDE1DB4F-C217-2890-DB3F-D9D8888A471B}"/>
          </ac:spMkLst>
        </pc:spChg>
      </pc:sldChg>
      <pc:sldChg chg="delSp modSp del">
        <pc:chgData name="Cynthia George" userId="8e4ca16d49ed6304" providerId="Windows Live" clId="Web-{197F5C19-D6DA-724A-2A70-8759F5E6BA9F}" dt="2025-07-10T09:42:27.752" v="242"/>
        <pc:sldMkLst>
          <pc:docMk/>
          <pc:sldMk cId="551583611" sldId="1831"/>
        </pc:sldMkLst>
      </pc:sldChg>
      <pc:sldChg chg="modSp ord">
        <pc:chgData name="Cynthia George" userId="8e4ca16d49ed6304" providerId="Windows Live" clId="Web-{197F5C19-D6DA-724A-2A70-8759F5E6BA9F}" dt="2025-07-10T09:42:19.284" v="240" actId="20577"/>
        <pc:sldMkLst>
          <pc:docMk/>
          <pc:sldMk cId="52966656" sldId="1832"/>
        </pc:sldMkLst>
        <pc:spChg chg="mod">
          <ac:chgData name="Cynthia George" userId="8e4ca16d49ed6304" providerId="Windows Live" clId="Web-{197F5C19-D6DA-724A-2A70-8759F5E6BA9F}" dt="2025-07-10T09:42:19.284" v="240" actId="20577"/>
          <ac:spMkLst>
            <pc:docMk/>
            <pc:sldMk cId="52966656" sldId="1832"/>
            <ac:spMk id="4" creationId="{6A064A9B-87A6-D20F-8F7A-C1C4AE9D82FC}"/>
          </ac:spMkLst>
        </pc:spChg>
        <pc:spChg chg="mod">
          <ac:chgData name="Cynthia George" userId="8e4ca16d49ed6304" providerId="Windows Live" clId="Web-{197F5C19-D6DA-724A-2A70-8759F5E6BA9F}" dt="2025-07-10T09:40:57.378" v="236" actId="1076"/>
          <ac:spMkLst>
            <pc:docMk/>
            <pc:sldMk cId="52966656" sldId="1832"/>
            <ac:spMk id="9" creationId="{01FFAF57-C02C-0A59-2D2D-23C0E0A21109}"/>
          </ac:spMkLst>
        </pc:spChg>
      </pc:sldChg>
      <pc:sldChg chg="delSp modSp del">
        <pc:chgData name="Cynthia George" userId="8e4ca16d49ed6304" providerId="Windows Live" clId="Web-{197F5C19-D6DA-724A-2A70-8759F5E6BA9F}" dt="2025-07-10T09:42:29.268" v="243"/>
        <pc:sldMkLst>
          <pc:docMk/>
          <pc:sldMk cId="3827634853" sldId="1833"/>
        </pc:sldMkLst>
      </pc:sldChg>
      <pc:sldChg chg="modSp">
        <pc:chgData name="Cynthia George" userId="8e4ca16d49ed6304" providerId="Windows Live" clId="Web-{197F5C19-D6DA-724A-2A70-8759F5E6BA9F}" dt="2025-07-10T09:42:55.721" v="249" actId="14100"/>
        <pc:sldMkLst>
          <pc:docMk/>
          <pc:sldMk cId="827100732" sldId="1834"/>
        </pc:sldMkLst>
        <pc:spChg chg="mod">
          <ac:chgData name="Cynthia George" userId="8e4ca16d49ed6304" providerId="Windows Live" clId="Web-{197F5C19-D6DA-724A-2A70-8759F5E6BA9F}" dt="2025-07-10T09:42:35.737" v="245" actId="20577"/>
          <ac:spMkLst>
            <pc:docMk/>
            <pc:sldMk cId="827100732" sldId="1834"/>
            <ac:spMk id="4" creationId="{C3F30C8F-A3B7-2940-9560-88213F7D1BF1}"/>
          </ac:spMkLst>
        </pc:spChg>
        <pc:spChg chg="mod">
          <ac:chgData name="Cynthia George" userId="8e4ca16d49ed6304" providerId="Windows Live" clId="Web-{197F5C19-D6DA-724A-2A70-8759F5E6BA9F}" dt="2025-07-10T09:42:55.721" v="249" actId="14100"/>
          <ac:spMkLst>
            <pc:docMk/>
            <pc:sldMk cId="827100732" sldId="1834"/>
            <ac:spMk id="9" creationId="{7C405055-FEA4-6CFC-9696-EE3AFB893CC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C74DDD6-5352-F6FA-C4FC-D219C29F637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6E3A0D-33E9-CD20-52BB-56DD861D94A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850D7F-1182-45A1-A1D9-8794B3321139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C5E8C1-3A78-BCAB-B01F-2B0B177D980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FE4654-527E-CD90-6EB8-B4CB0F15726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A5A10C-3768-437C-9232-DB903BE1E7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8055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563A1F-755C-0546-8932-E860F2147B1A}" type="datetimeFigureOut">
              <a:rPr lang="en-GB" smtClean="0"/>
              <a:t>11/07/2025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E53EA-ED27-5247-B6F2-F078340520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9564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15617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458AD-8F27-30C2-88F7-7D9BD333E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D02D2D-1DB9-11F4-D406-7C430236E2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85E517-92E2-1F8A-86DF-51547D921B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F5C9E8-4946-810E-FFF1-667C2165BD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33778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6F3D6-5B85-B4F4-FC8E-F9213030E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02F537-A4E0-FED1-4268-FCD943834F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FE6AB3-C3C2-C9EB-2AAF-C07767618E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535D13-0073-B5CB-A0D7-45D16D18E0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45456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D2EEA-11F7-68DE-49CA-BFED4054F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664E24-4E5D-E3DB-5852-E94FA0557A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AE4AEF-9141-00DA-7D38-8DB33F3B5E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811EE0-3B49-C8C2-FF1A-EBF50B850D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30890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6B722-42D9-06CD-141D-20CABA056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2449A6-7763-2EAE-CCC4-AB46C3D8E8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8F97F2-89D3-9551-6BD8-BF2356061C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F8C6E2-756C-7B9F-AB23-A4497F7259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93804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8DE22-0C49-B04B-9E81-9D3A9EC1E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667B1E-DFB9-8EF3-F790-E966A1FF5A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23A073-C292-5BA5-95C0-614CB9C35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8C968E-FD89-131C-980D-FBE144AA2B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23857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2B293-ACAB-DC6B-1367-C01D6A48E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DE6B3F-04AB-0971-DC54-441A1C9791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BAB6DF-8154-BF15-C5AD-F9F6F54794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631C3F-0B33-C96D-B349-6E3EF2DAA2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54690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86F65-02A8-D66D-A819-7BCD1E419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D4FB7B-5860-C233-7D33-A398FDC166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BB2C59-FD5A-40D7-0AEB-F19BC7453E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527CCE-C140-C4D0-42DC-75919E05D7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11939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A0907-3F82-E762-CCEB-068364D39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AAF83B-9836-2F40-989F-70B9E67A72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1803B0-24A1-935F-A0CD-97F963019C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BA22A9-4865-9A69-EED9-C81952C92E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59498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10291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30808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625C4-3D2A-F2C1-149E-43BAE5FCE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907115-A5D2-09AE-80A9-112666F1F7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877A83-3B94-A23B-D4C3-5E695D0298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19553-92FA-9384-9B29-200A70C2EC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15214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18212-95EE-A19F-BCFB-3010D6A13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6455A5-D55D-2C2B-F48B-4982D6E671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627447-001D-FBD6-B038-7516761673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39FD0E-19DC-9338-0C35-1EBE501104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56609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55D81-4C4B-5584-9933-6CB360838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DA277A-5041-9602-0FEB-8B72545295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821CD2-EB1F-8286-4842-15BC51A8F9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F20CA4-CE0F-3D5B-A05E-2A4C4528A7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35648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C11F0-514F-4AA7-FEFE-B1036CCB2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659BEE-BF79-177D-AB0D-B1B906677C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C42D30-40C7-1A6F-F8BE-88A2CCB588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8068A5-AA3B-46AF-2D0A-D41C9A9962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38901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D20FC-D004-7C87-BC54-1277A13A1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87703C-D8E5-4578-CB6D-422976D98A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4F18B4-AF7F-DAA3-D741-D4944AAD89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6B885E-7E21-7E07-7114-9451C6760A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47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00141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457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9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105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991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599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230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09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554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36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244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244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66248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541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327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1818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42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0708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7557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4933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01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5309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5384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6694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D945F63B-B55E-8E51-D68D-F0517AE979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25 May 2025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9295884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F291F304-18B5-A049-4BBD-4222E09BBE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13 July 2025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4908505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533338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88885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17132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61129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44926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64134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56058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19841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0588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87464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33291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17774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4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26473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82949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97405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83512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59746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50232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22249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52375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44917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59427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71628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2682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2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94345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7997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35143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23417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7733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44029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62293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9709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94086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19239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03376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79620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221180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78077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83944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52370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05540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58600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07256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58506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13792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01174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80088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76145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9229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62.xml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61.xml"/><Relationship Id="rId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0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74.xml"/><Relationship Id="rId2" Type="http://schemas.openxmlformats.org/officeDocument/2006/relationships/slideLayout" Target="../slideLayouts/slideLayout64.xml"/><Relationship Id="rId1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8.xml"/><Relationship Id="rId11" Type="http://schemas.openxmlformats.org/officeDocument/2006/relationships/slideLayout" Target="../slideLayouts/slideLayout73.xml"/><Relationship Id="rId5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72.xml"/><Relationship Id="rId4" Type="http://schemas.openxmlformats.org/officeDocument/2006/relationships/slideLayout" Target="../slideLayouts/slideLayout66.xml"/><Relationship Id="rId9" Type="http://schemas.openxmlformats.org/officeDocument/2006/relationships/slideLayout" Target="../slideLayouts/slideLayout7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043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402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7" r:id="rId12"/>
    <p:sldLayoutId id="2147483689" r:id="rId13"/>
    <p:sldLayoutId id="2147483690" r:id="rId14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260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347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680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22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  <p:sldLayoutId id="2147483795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4XGnvoLop_0" TargetMode="External"/><Relationship Id="rId2" Type="http://schemas.openxmlformats.org/officeDocument/2006/relationships/hyperlink" Target="https://youtu.be/Cd14v0e1RWU?si=zHLU1uE582-lNAHA" TargetMode="External"/><Relationship Id="rId1" Type="http://schemas.openxmlformats.org/officeDocument/2006/relationships/slideLayout" Target="../slideLayouts/slideLayout38.xml"/><Relationship Id="rId6" Type="http://schemas.openxmlformats.org/officeDocument/2006/relationships/hyperlink" Target="https://youtu.be/bUqShYwVHUI" TargetMode="External"/><Relationship Id="rId5" Type="http://schemas.openxmlformats.org/officeDocument/2006/relationships/hyperlink" Target="https://youtu.be/RIR-uJ_nZBs" TargetMode="External"/><Relationship Id="rId4" Type="http://schemas.openxmlformats.org/officeDocument/2006/relationships/hyperlink" Target="https://youtu.be/gE5fOXSymBc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F559EBF-A0DC-764A-C7C1-116E72A50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A7517-3A9C-D642-A843-F5E885D84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5A7DE2-A0D3-0201-4DD7-DCA2BFDB505C}"/>
              </a:ext>
            </a:extLst>
          </p:cNvPr>
          <p:cNvSpPr txBox="1"/>
          <p:nvPr/>
        </p:nvSpPr>
        <p:spPr>
          <a:xfrm>
            <a:off x="1" y="614850"/>
            <a:ext cx="9143999" cy="470898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1000" dirty="0">
                <a:latin typeface="Calibri"/>
                <a:ea typeface="+mn-lt"/>
                <a:cs typeface="+mn-lt"/>
              </a:rPr>
              <a:t>July 13th HQ (Eng) Parish Day / First Communicants’ dedication</a:t>
            </a:r>
          </a:p>
          <a:p>
            <a:pPr algn="ctr"/>
            <a:endParaRPr lang="en-SG" sz="1000" dirty="0">
              <a:latin typeface="Calibri"/>
              <a:ea typeface="+mn-lt"/>
              <a:cs typeface="+mn-lt"/>
            </a:endParaRPr>
          </a:p>
          <a:p>
            <a:pPr algn="ctr"/>
            <a:r>
              <a:rPr lang="en-SG" sz="1000" dirty="0">
                <a:latin typeface="Calibri"/>
                <a:ea typeface="+mn-lt"/>
                <a:cs typeface="+mn-lt"/>
              </a:rPr>
              <a:t>Opening</a:t>
            </a:r>
          </a:p>
          <a:p>
            <a:pPr algn="ctr"/>
            <a:r>
              <a:rPr lang="en-SG" sz="1000" dirty="0">
                <a:latin typeface="Calibri"/>
                <a:ea typeface="+mn-lt"/>
                <a:cs typeface="+mn-lt"/>
              </a:rPr>
              <a:t>Lord, for the years </a:t>
            </a:r>
            <a:r>
              <a:rPr lang="en-SG" sz="1000" dirty="0">
                <a:latin typeface="Calibri"/>
                <a:ea typeface="+mn-lt"/>
                <a:cs typeface="+mn-lt"/>
                <a:hlinkClick r:id="rId2"/>
              </a:rPr>
              <a:t>https://youtu.be/Cd14v0e1RWU</a:t>
            </a:r>
            <a:endParaRPr lang="en-SG" sz="1000" dirty="0">
              <a:latin typeface="Calibri"/>
              <a:ea typeface="+mn-lt"/>
              <a:cs typeface="+mn-lt"/>
            </a:endParaRPr>
          </a:p>
          <a:p>
            <a:pPr algn="ctr"/>
            <a:endParaRPr lang="en-SG" sz="1000" dirty="0">
              <a:latin typeface="Calibri"/>
              <a:ea typeface="+mn-lt"/>
              <a:cs typeface="+mn-lt"/>
            </a:endParaRPr>
          </a:p>
          <a:p>
            <a:pPr algn="ctr"/>
            <a:r>
              <a:rPr lang="en-SG" sz="1000">
                <a:latin typeface="Calibri"/>
                <a:ea typeface="+mn-lt"/>
                <a:cs typeface="+mn-lt"/>
              </a:rPr>
              <a:t>Thanksgiving</a:t>
            </a:r>
            <a:endParaRPr lang="en-SG" sz="1000" dirty="0">
              <a:latin typeface="Calibri"/>
              <a:ea typeface="+mn-lt"/>
              <a:cs typeface="+mn-lt"/>
            </a:endParaRPr>
          </a:p>
          <a:p>
            <a:pPr algn="ctr"/>
            <a:r>
              <a:rPr lang="en-SG" sz="1000">
                <a:latin typeface="Calibri"/>
                <a:ea typeface="+mn-lt"/>
                <a:cs typeface="+mn-lt"/>
              </a:rPr>
              <a:t>What shall I render to the Lord v1 </a:t>
            </a:r>
            <a:r>
              <a:rPr lang="en-SG" sz="1000" dirty="0">
                <a:latin typeface="Calibri"/>
                <a:ea typeface="+mn-lt"/>
                <a:cs typeface="+mn-lt"/>
                <a:hlinkClick r:id="rId3"/>
              </a:rPr>
              <a:t>https://youtu.be/4XGnvoLop_0</a:t>
            </a:r>
            <a:endParaRPr lang="en-SG" sz="1000" dirty="0">
              <a:latin typeface="Calibri"/>
              <a:ea typeface="+mn-lt"/>
              <a:cs typeface="+mn-lt"/>
            </a:endParaRPr>
          </a:p>
          <a:p>
            <a:pPr algn="ctr"/>
            <a:endParaRPr lang="en-SG" sz="1000" dirty="0">
              <a:latin typeface="Calibri"/>
              <a:ea typeface="+mn-lt"/>
              <a:cs typeface="+mn-lt"/>
            </a:endParaRPr>
          </a:p>
          <a:p>
            <a:pPr algn="ctr"/>
            <a:r>
              <a:rPr lang="en-SG" sz="1000">
                <a:latin typeface="Calibri"/>
                <a:ea typeface="+mn-lt"/>
                <a:cs typeface="+mn-lt"/>
              </a:rPr>
              <a:t>Offertory</a:t>
            </a:r>
            <a:endParaRPr lang="en-SG" sz="1000" dirty="0">
              <a:latin typeface="Calibri"/>
              <a:ea typeface="+mn-lt"/>
              <a:cs typeface="+mn-lt"/>
            </a:endParaRPr>
          </a:p>
          <a:p>
            <a:pPr algn="ctr"/>
            <a:r>
              <a:rPr lang="en-SG" sz="1000">
                <a:latin typeface="Calibri"/>
                <a:ea typeface="+mn-lt"/>
                <a:cs typeface="+mn-lt"/>
              </a:rPr>
              <a:t>May the mind of Christ </a:t>
            </a:r>
            <a:r>
              <a:rPr lang="en-SG" sz="1000" dirty="0">
                <a:latin typeface="Calibri"/>
                <a:ea typeface="+mn-lt"/>
                <a:cs typeface="+mn-lt"/>
                <a:hlinkClick r:id="rId4"/>
              </a:rPr>
              <a:t>https://youtu.be/gE5fOXSymBc</a:t>
            </a:r>
            <a:endParaRPr lang="en-SG" sz="1000" dirty="0">
              <a:latin typeface="Calibri"/>
              <a:ea typeface="+mn-lt"/>
              <a:cs typeface="+mn-lt"/>
            </a:endParaRPr>
          </a:p>
          <a:p>
            <a:pPr algn="ctr"/>
            <a:endParaRPr lang="en-SG" sz="1000" dirty="0">
              <a:latin typeface="Calibri"/>
              <a:ea typeface="+mn-lt"/>
              <a:cs typeface="+mn-lt"/>
            </a:endParaRPr>
          </a:p>
          <a:p>
            <a:pPr algn="ctr"/>
            <a:r>
              <a:rPr lang="en-SG" sz="1000">
                <a:latin typeface="Calibri"/>
                <a:ea typeface="+mn-lt"/>
                <a:cs typeface="+mn-lt"/>
              </a:rPr>
              <a:t>First Communicants (holding lighted candles)</a:t>
            </a:r>
            <a:endParaRPr lang="en-SG" sz="1000" dirty="0">
              <a:latin typeface="Calibri"/>
              <a:ea typeface="+mn-lt"/>
              <a:cs typeface="+mn-lt"/>
            </a:endParaRPr>
          </a:p>
          <a:p>
            <a:pPr algn="ctr"/>
            <a:r>
              <a:rPr lang="en-SG" sz="1000">
                <a:latin typeface="Calibri"/>
                <a:ea typeface="+mn-lt"/>
                <a:cs typeface="+mn-lt"/>
              </a:rPr>
              <a:t>616 Take my life and let it be</a:t>
            </a:r>
            <a:endParaRPr lang="en-SG" sz="1000" dirty="0">
              <a:latin typeface="Calibri"/>
              <a:ea typeface="+mn-lt"/>
              <a:cs typeface="+mn-lt"/>
            </a:endParaRPr>
          </a:p>
          <a:p>
            <a:pPr algn="ctr"/>
            <a:endParaRPr lang="en-SG" sz="1000" dirty="0">
              <a:latin typeface="Calibri"/>
              <a:ea typeface="+mn-lt"/>
              <a:cs typeface="+mn-lt"/>
            </a:endParaRPr>
          </a:p>
          <a:p>
            <a:pPr algn="ctr"/>
            <a:r>
              <a:rPr lang="en-SG" sz="1000">
                <a:latin typeface="Calibri"/>
                <a:ea typeface="+mn-lt"/>
                <a:cs typeface="+mn-lt"/>
              </a:rPr>
              <a:t>Confession</a:t>
            </a:r>
            <a:endParaRPr lang="en-SG" sz="1000" dirty="0">
              <a:latin typeface="Calibri"/>
              <a:ea typeface="+mn-lt"/>
              <a:cs typeface="+mn-lt"/>
            </a:endParaRPr>
          </a:p>
          <a:p>
            <a:pPr algn="ctr"/>
            <a:r>
              <a:rPr lang="en-SG" sz="1000">
                <a:latin typeface="Calibri"/>
                <a:ea typeface="+mn-lt"/>
                <a:cs typeface="+mn-lt"/>
              </a:rPr>
              <a:t>325 Moments of prayer </a:t>
            </a:r>
            <a:r>
              <a:rPr lang="en-SG" sz="1000" dirty="0">
                <a:latin typeface="Calibri"/>
                <a:ea typeface="+mn-lt"/>
                <a:cs typeface="+mn-lt"/>
                <a:hlinkClick r:id="rId5"/>
              </a:rPr>
              <a:t>https://youtu.be/RIR-uJ_nZBs</a:t>
            </a:r>
            <a:endParaRPr lang="en-SG" sz="1000" dirty="0">
              <a:latin typeface="Calibri"/>
              <a:ea typeface="+mn-lt"/>
              <a:cs typeface="+mn-lt"/>
            </a:endParaRPr>
          </a:p>
          <a:p>
            <a:pPr algn="ctr"/>
            <a:endParaRPr lang="en-SG" sz="1000" dirty="0">
              <a:latin typeface="Calibri"/>
              <a:ea typeface="+mn-lt"/>
              <a:cs typeface="+mn-lt"/>
            </a:endParaRPr>
          </a:p>
          <a:p>
            <a:pPr algn="ctr"/>
            <a:r>
              <a:rPr lang="en-SG" sz="1000">
                <a:latin typeface="Calibri"/>
                <a:ea typeface="+mn-lt"/>
                <a:cs typeface="+mn-lt"/>
              </a:rPr>
              <a:t>Communion</a:t>
            </a:r>
            <a:endParaRPr lang="en-SG" sz="1000" dirty="0">
              <a:latin typeface="Calibri"/>
              <a:ea typeface="+mn-lt"/>
              <a:cs typeface="+mn-lt"/>
            </a:endParaRPr>
          </a:p>
          <a:p>
            <a:pPr algn="ctr"/>
            <a:r>
              <a:rPr lang="en-SG" sz="1000">
                <a:latin typeface="Calibri"/>
                <a:ea typeface="+mn-lt"/>
                <a:cs typeface="+mn-lt"/>
              </a:rPr>
              <a:t>CP 338 My God accept my heart this day </a:t>
            </a:r>
            <a:r>
              <a:rPr lang="en-SG" sz="1000" dirty="0">
                <a:latin typeface="Calibri"/>
                <a:ea typeface="+mn-lt"/>
                <a:cs typeface="+mn-lt"/>
                <a:hlinkClick r:id="rId6"/>
              </a:rPr>
              <a:t>https://youtu.be/bUqShYwVHUI</a:t>
            </a:r>
            <a:r>
              <a:rPr lang="en-SG" sz="1000">
                <a:latin typeface="Calibri"/>
                <a:ea typeface="+mn-lt"/>
                <a:cs typeface="+mn-lt"/>
              </a:rPr>
              <a:t> (Tune: How sweet the name)</a:t>
            </a:r>
            <a:endParaRPr lang="en-SG" sz="1000" dirty="0">
              <a:latin typeface="Calibri"/>
              <a:ea typeface="+mn-lt"/>
              <a:cs typeface="+mn-lt"/>
            </a:endParaRPr>
          </a:p>
          <a:p>
            <a:pPr algn="ctr"/>
            <a:r>
              <a:rPr lang="en-SG" sz="1000">
                <a:latin typeface="Calibri"/>
                <a:ea typeface="+mn-lt"/>
                <a:cs typeface="+mn-lt"/>
              </a:rPr>
              <a:t>325 Moments of prayer</a:t>
            </a:r>
            <a:endParaRPr lang="en-SG" sz="1000" dirty="0">
              <a:latin typeface="Calibri"/>
              <a:ea typeface="+mn-lt"/>
              <a:cs typeface="+mn-lt"/>
            </a:endParaRPr>
          </a:p>
          <a:p>
            <a:pPr algn="ctr"/>
            <a:r>
              <a:rPr lang="en-SG" sz="1000">
                <a:latin typeface="Calibri"/>
                <a:ea typeface="+mn-lt"/>
                <a:cs typeface="+mn-lt"/>
              </a:rPr>
              <a:t>473 Just as I am</a:t>
            </a:r>
            <a:endParaRPr lang="en-SG" sz="1000" dirty="0">
              <a:latin typeface="Calibri"/>
              <a:ea typeface="+mn-lt"/>
              <a:cs typeface="+mn-lt"/>
            </a:endParaRPr>
          </a:p>
          <a:p>
            <a:pPr algn="ctr"/>
            <a:endParaRPr lang="en-SG" sz="1000" dirty="0">
              <a:latin typeface="Calibri"/>
              <a:ea typeface="+mn-lt"/>
              <a:cs typeface="+mn-lt"/>
            </a:endParaRPr>
          </a:p>
          <a:p>
            <a:pPr algn="ctr"/>
            <a:r>
              <a:rPr lang="en-SG" sz="1000">
                <a:latin typeface="Calibri"/>
                <a:ea typeface="+mn-lt"/>
                <a:cs typeface="+mn-lt"/>
              </a:rPr>
              <a:t>Closing</a:t>
            </a:r>
            <a:endParaRPr lang="en-SG" sz="1000" dirty="0">
              <a:latin typeface="Calibri"/>
              <a:ea typeface="+mn-lt"/>
              <a:cs typeface="+mn-lt"/>
            </a:endParaRPr>
          </a:p>
          <a:p>
            <a:pPr algn="ctr"/>
            <a:r>
              <a:rPr lang="en-SG" sz="1000">
                <a:latin typeface="Calibri"/>
                <a:ea typeface="+mn-lt"/>
                <a:cs typeface="+mn-lt"/>
              </a:rPr>
              <a:t>533 Tenderly guide us v1</a:t>
            </a:r>
            <a:endParaRPr lang="en-US" sz="1000">
              <a:latin typeface="Calibri"/>
              <a:ea typeface="Calibri"/>
              <a:cs typeface="+mn-lt"/>
            </a:endParaRPr>
          </a:p>
          <a:p>
            <a:pPr algn="ctr"/>
            <a:endParaRPr lang="en-SG" sz="1000" dirty="0">
              <a:latin typeface="Calibri"/>
              <a:cs typeface="Segoe UI"/>
            </a:endParaRPr>
          </a:p>
          <a:p>
            <a:pPr algn="ctr"/>
            <a:r>
              <a:rPr lang="en-SG" sz="1000">
                <a:latin typeface="Calibri"/>
                <a:cs typeface="Segoe UI"/>
              </a:rPr>
              <a:t>Public Meeting - Opening</a:t>
            </a:r>
            <a:endParaRPr lang="en-SG" sz="1000" dirty="0">
              <a:latin typeface="Calibri"/>
              <a:ea typeface="Calibri"/>
              <a:cs typeface="Segoe UI"/>
            </a:endParaRPr>
          </a:p>
          <a:p>
            <a:pPr algn="ctr"/>
            <a:r>
              <a:rPr lang="en-SG" sz="1000">
                <a:latin typeface="Calibri"/>
                <a:ea typeface="Calibri"/>
                <a:cs typeface="Segoe UI"/>
              </a:rPr>
              <a:t>513 O God our help in ages past v1,2,6</a:t>
            </a:r>
            <a:endParaRPr lang="en-SG" sz="1000" dirty="0">
              <a:latin typeface="Calibri"/>
              <a:ea typeface="Calibri"/>
              <a:cs typeface="Segoe UI"/>
            </a:endParaRPr>
          </a:p>
          <a:p>
            <a:pPr algn="ctr"/>
            <a:endParaRPr lang="en-SG" sz="1000" dirty="0">
              <a:latin typeface="Calibri"/>
              <a:ea typeface="Calibri"/>
              <a:cs typeface="Segoe UI"/>
            </a:endParaRPr>
          </a:p>
          <a:p>
            <a:pPr algn="ctr"/>
            <a:r>
              <a:rPr lang="en-SG" sz="1000">
                <a:latin typeface="Calibri"/>
                <a:ea typeface="Calibri"/>
                <a:cs typeface="Segoe UI"/>
              </a:rPr>
              <a:t>Public Meeting - Closing</a:t>
            </a:r>
          </a:p>
          <a:p>
            <a:pPr algn="ctr"/>
            <a:r>
              <a:rPr lang="en-SG" sz="1000">
                <a:latin typeface="Calibri"/>
                <a:ea typeface="Calibri"/>
                <a:cs typeface="Segoe UI"/>
              </a:rPr>
              <a:t>Onward Christian Soldiers</a:t>
            </a:r>
            <a:endParaRPr lang="en-SG" sz="1000" dirty="0">
              <a:latin typeface="Calibri"/>
              <a:ea typeface="Calibri"/>
              <a:cs typeface="Segoe UI"/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A9DAA650-8B48-12A6-D091-89A71EAF549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9028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7F784-FB20-9301-9A44-6A1B2133C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BF669AB-2DF7-61FD-29DC-4F5D5708F7EF}"/>
              </a:ext>
            </a:extLst>
          </p:cNvPr>
          <p:cNvSpPr txBox="1">
            <a:spLocks/>
          </p:cNvSpPr>
          <p:nvPr/>
        </p:nvSpPr>
        <p:spPr>
          <a:xfrm>
            <a:off x="595423" y="1028892"/>
            <a:ext cx="8335926" cy="294553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Parish Day /</a:t>
            </a:r>
            <a:b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</a:b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First Communicants’ 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Dedication</a:t>
            </a:r>
            <a:endParaRPr lang="en-US" sz="6000"/>
          </a:p>
        </p:txBody>
      </p:sp>
    </p:spTree>
    <p:extLst>
      <p:ext uri="{BB962C8B-B14F-4D97-AF65-F5344CB8AC3E}">
        <p14:creationId xmlns:p14="http://schemas.microsoft.com/office/powerpoint/2010/main" val="53611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7289E29-7507-3DDD-F7D2-9284AAD62DE9}"/>
              </a:ext>
            </a:extLst>
          </p:cNvPr>
          <p:cNvSpPr/>
          <p:nvPr/>
        </p:nvSpPr>
        <p:spPr>
          <a:xfrm>
            <a:off x="1587933" y="995380"/>
            <a:ext cx="5968133" cy="3152740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E3445-7428-97CE-263A-521C050900BE}"/>
              </a:ext>
            </a:extLst>
          </p:cNvPr>
          <p:cNvSpPr txBox="1">
            <a:spLocks/>
          </p:cNvSpPr>
          <p:nvPr/>
        </p:nvSpPr>
        <p:spPr>
          <a:xfrm>
            <a:off x="1724464" y="1668219"/>
            <a:ext cx="5695070" cy="2904342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>
                <a:solidFill>
                  <a:schemeClr val="bg1"/>
                </a:solidFill>
                <a:latin typeface="Tenorite"/>
              </a:rPr>
              <a:t>Opening Hymn</a:t>
            </a:r>
          </a:p>
          <a:p>
            <a:r>
              <a:rPr lang="en-US">
                <a:solidFill>
                  <a:schemeClr val="bg1"/>
                </a:solidFill>
                <a:latin typeface="Tenorite"/>
              </a:rPr>
              <a:t>Lord for the years</a:t>
            </a:r>
          </a:p>
        </p:txBody>
      </p:sp>
    </p:spTree>
    <p:extLst>
      <p:ext uri="{BB962C8B-B14F-4D97-AF65-F5344CB8AC3E}">
        <p14:creationId xmlns:p14="http://schemas.microsoft.com/office/powerpoint/2010/main" val="717388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B440D-9154-6D42-51FB-76FEAB1E1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85611-F8C0-7B58-25FF-103D1B838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Opening Hymn: Lord, for the years 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5566E2B1-42FB-58E2-1695-DC7C7590AF4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BCB907-E0B2-54A2-70D6-6ED07B3192C6}"/>
              </a:ext>
            </a:extLst>
          </p:cNvPr>
          <p:cNvSpPr txBox="1"/>
          <p:nvPr/>
        </p:nvSpPr>
        <p:spPr>
          <a:xfrm>
            <a:off x="53915" y="1727630"/>
            <a:ext cx="9040304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>
                <a:latin typeface="Calibri"/>
                <a:ea typeface="Calibri"/>
                <a:cs typeface="Calibri"/>
              </a:rPr>
              <a:t>Lord, for the years your love has kept and guid-ed, </a:t>
            </a:r>
          </a:p>
          <a:p>
            <a:pPr algn="ctr"/>
            <a:r>
              <a:rPr lang="en-SG" sz="2800">
                <a:latin typeface="Calibri"/>
                <a:ea typeface="Calibri"/>
                <a:cs typeface="Calibri"/>
              </a:rPr>
              <a:t>urged and in-spired us, cheered us on our way, </a:t>
            </a:r>
          </a:p>
          <a:p>
            <a:pPr algn="ctr"/>
            <a:r>
              <a:rPr lang="en-SG" sz="2800">
                <a:latin typeface="Calibri"/>
                <a:ea typeface="Calibri"/>
                <a:cs typeface="Calibri"/>
              </a:rPr>
              <a:t>sought us and saved us , par-</a:t>
            </a:r>
            <a:r>
              <a:rPr lang="en-SG" sz="2800" err="1">
                <a:latin typeface="Calibri"/>
                <a:ea typeface="Calibri"/>
                <a:cs typeface="Calibri"/>
              </a:rPr>
              <a:t>doned</a:t>
            </a:r>
            <a:r>
              <a:rPr lang="en-SG" sz="2800">
                <a:latin typeface="Calibri"/>
                <a:ea typeface="Calibri"/>
                <a:cs typeface="Calibri"/>
              </a:rPr>
              <a:t> and pro-vi-</a:t>
            </a:r>
            <a:r>
              <a:rPr lang="en-SG" sz="2800" err="1">
                <a:latin typeface="Calibri"/>
                <a:ea typeface="Calibri"/>
                <a:cs typeface="Calibri"/>
              </a:rPr>
              <a:t>ded</a:t>
            </a:r>
            <a:r>
              <a:rPr lang="en-SG" sz="2800">
                <a:latin typeface="Calibri"/>
                <a:ea typeface="Calibri"/>
                <a:cs typeface="Calibri"/>
              </a:rPr>
              <a:t>,</a:t>
            </a:r>
          </a:p>
          <a:p>
            <a:pPr algn="ctr"/>
            <a:r>
              <a:rPr lang="en-SG" sz="2800">
                <a:latin typeface="Calibri"/>
                <a:ea typeface="Calibri"/>
                <a:cs typeface="Calibri"/>
              </a:rPr>
              <a:t>Lord of the years, we bring our thanks to-day.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C06F40-95DD-32FD-9090-4DFCCE9E7180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Opening: 1 of 5</a:t>
            </a:r>
          </a:p>
        </p:txBody>
      </p:sp>
    </p:spTree>
    <p:extLst>
      <p:ext uri="{BB962C8B-B14F-4D97-AF65-F5344CB8AC3E}">
        <p14:creationId xmlns:p14="http://schemas.microsoft.com/office/powerpoint/2010/main" val="3192769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49FFC-3B9D-63F3-B86E-BEFCABF23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EA85E-8AA9-B3E4-C0D9-48734464F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Opening Hymn: Lord, for the years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E3646A96-9AD9-A45B-7CB9-E36BDF47A38F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BCB3BF-A387-F009-75C0-A5DAB6A9A0C7}"/>
              </a:ext>
            </a:extLst>
          </p:cNvPr>
          <p:cNvSpPr txBox="1"/>
          <p:nvPr/>
        </p:nvSpPr>
        <p:spPr>
          <a:xfrm>
            <a:off x="51702" y="1727342"/>
            <a:ext cx="9040304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>
                <a:latin typeface="Calibri"/>
                <a:ea typeface="Calibri"/>
                <a:cs typeface="Calibri"/>
              </a:rPr>
              <a:t>Lord, for that word, the word of life which fires us, </a:t>
            </a:r>
          </a:p>
          <a:p>
            <a:pPr algn="ctr"/>
            <a:r>
              <a:rPr lang="en-SG" sz="2800">
                <a:latin typeface="Calibri"/>
                <a:ea typeface="Calibri"/>
                <a:cs typeface="Calibri"/>
              </a:rPr>
              <a:t>speaks to our hearts and sets our souls a-blaze, </a:t>
            </a:r>
          </a:p>
          <a:p>
            <a:pPr algn="ctr"/>
            <a:r>
              <a:rPr lang="en-SG" sz="2800">
                <a:latin typeface="Calibri"/>
                <a:ea typeface="Calibri"/>
                <a:cs typeface="Calibri"/>
              </a:rPr>
              <a:t>teach-es and trains, re-bukes us and in-spires us,</a:t>
            </a:r>
          </a:p>
          <a:p>
            <a:pPr algn="ctr"/>
            <a:r>
              <a:rPr lang="en-SG" sz="2800">
                <a:latin typeface="Calibri"/>
                <a:ea typeface="Calibri"/>
                <a:cs typeface="Calibri"/>
              </a:rPr>
              <a:t>Lord of the word, re-</a:t>
            </a:r>
            <a:r>
              <a:rPr lang="en-SG" sz="2800" err="1">
                <a:latin typeface="Calibri"/>
                <a:ea typeface="Calibri"/>
                <a:cs typeface="Calibri"/>
              </a:rPr>
              <a:t>ceive</a:t>
            </a:r>
            <a:r>
              <a:rPr lang="en-SG" sz="2800">
                <a:latin typeface="Calibri"/>
                <a:ea typeface="Calibri"/>
                <a:cs typeface="Calibri"/>
              </a:rPr>
              <a:t> your </a:t>
            </a:r>
            <a:r>
              <a:rPr lang="en-SG" sz="2800" err="1">
                <a:latin typeface="Calibri"/>
                <a:ea typeface="Calibri"/>
                <a:cs typeface="Calibri"/>
              </a:rPr>
              <a:t>peo-ple’s</a:t>
            </a:r>
            <a:r>
              <a:rPr lang="en-SG" sz="2800">
                <a:latin typeface="Calibri"/>
                <a:ea typeface="Calibri"/>
                <a:cs typeface="Calibri"/>
              </a:rPr>
              <a:t> praise.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844C4C-76B8-F42D-0686-1C5EAACEF0F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Opening: 2 of 5</a:t>
            </a:r>
          </a:p>
        </p:txBody>
      </p:sp>
    </p:spTree>
    <p:extLst>
      <p:ext uri="{BB962C8B-B14F-4D97-AF65-F5344CB8AC3E}">
        <p14:creationId xmlns:p14="http://schemas.microsoft.com/office/powerpoint/2010/main" val="30592716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5659C-82D9-4417-7AF0-867ECB3EE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85A73-6EE9-FCA9-8494-217F0A585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Opening Hymn: Lord, for the years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9684D30B-BE23-EE10-B293-B51D51A8316C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A2532F-DB25-ACF5-CC0F-C183AFD39A2F}"/>
              </a:ext>
            </a:extLst>
          </p:cNvPr>
          <p:cNvSpPr txBox="1"/>
          <p:nvPr/>
        </p:nvSpPr>
        <p:spPr>
          <a:xfrm>
            <a:off x="450969" y="1727342"/>
            <a:ext cx="7607640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>
                <a:latin typeface="Calibri"/>
                <a:ea typeface="Calibri"/>
                <a:cs typeface="Calibri"/>
              </a:rPr>
              <a:t>Lord, for our land, in this our generation,</a:t>
            </a:r>
          </a:p>
          <a:p>
            <a:pPr algn="ctr"/>
            <a:r>
              <a:rPr lang="en-SG" sz="2800">
                <a:latin typeface="Calibri"/>
                <a:ea typeface="Calibri"/>
                <a:cs typeface="Calibri"/>
              </a:rPr>
              <a:t>spirits oppressed by pleasure, wealth and care; </a:t>
            </a:r>
          </a:p>
          <a:p>
            <a:pPr algn="ctr"/>
            <a:r>
              <a:rPr lang="en-SG" sz="2800">
                <a:latin typeface="Calibri"/>
                <a:ea typeface="Calibri"/>
                <a:cs typeface="Calibri"/>
              </a:rPr>
              <a:t>for young and old, for this and every </a:t>
            </a:r>
            <a:r>
              <a:rPr lang="en-SG" sz="2800" err="1">
                <a:latin typeface="Calibri"/>
                <a:ea typeface="Calibri"/>
                <a:cs typeface="Calibri"/>
              </a:rPr>
              <a:t>na-tion</a:t>
            </a:r>
            <a:r>
              <a:rPr lang="en-SG" sz="2800">
                <a:latin typeface="Calibri"/>
                <a:ea typeface="Calibri"/>
                <a:cs typeface="Calibri"/>
              </a:rPr>
              <a:t>, </a:t>
            </a:r>
          </a:p>
          <a:p>
            <a:pPr algn="ctr"/>
            <a:r>
              <a:rPr lang="en-SG" sz="2800">
                <a:latin typeface="Calibri"/>
                <a:ea typeface="Calibri"/>
                <a:cs typeface="Calibri"/>
              </a:rPr>
              <a:t>Lord of our land, be pleased to hear our prayer.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F13020-6DC3-9280-EB0A-3CF130262368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Opening: 3 of 5</a:t>
            </a: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D0002923-B96B-7965-38BE-F2BE3813C75E}"/>
              </a:ext>
            </a:extLst>
          </p:cNvPr>
          <p:cNvSpPr/>
          <p:nvPr/>
        </p:nvSpPr>
        <p:spPr>
          <a:xfrm>
            <a:off x="7672525" y="1949946"/>
            <a:ext cx="256238" cy="546783"/>
          </a:xfrm>
          <a:prstGeom prst="rightBrace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00">
              <a:latin typeface="Calibri"/>
              <a:ea typeface="Calibri"/>
              <a:cs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91276B-29E2-C785-B955-F038E6CFD8D5}"/>
              </a:ext>
            </a:extLst>
          </p:cNvPr>
          <p:cNvSpPr txBox="1"/>
          <p:nvPr/>
        </p:nvSpPr>
        <p:spPr>
          <a:xfrm>
            <a:off x="7929248" y="1950365"/>
            <a:ext cx="1175454" cy="46166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Women</a:t>
            </a: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DAD45C9D-ABC1-CD0A-D91E-F0F60536F873}"/>
              </a:ext>
            </a:extLst>
          </p:cNvPr>
          <p:cNvSpPr/>
          <p:nvPr/>
        </p:nvSpPr>
        <p:spPr>
          <a:xfrm>
            <a:off x="7697592" y="2801700"/>
            <a:ext cx="256238" cy="546783"/>
          </a:xfrm>
          <a:prstGeom prst="rightBrace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00">
              <a:latin typeface="Calibri"/>
              <a:ea typeface="Calibri"/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8654C7-B101-6BFA-47B4-63654E6A9DD7}"/>
              </a:ext>
            </a:extLst>
          </p:cNvPr>
          <p:cNvSpPr txBox="1"/>
          <p:nvPr/>
        </p:nvSpPr>
        <p:spPr>
          <a:xfrm>
            <a:off x="7911455" y="2873841"/>
            <a:ext cx="1169618" cy="46166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Men</a:t>
            </a:r>
          </a:p>
        </p:txBody>
      </p:sp>
    </p:spTree>
    <p:extLst>
      <p:ext uri="{BB962C8B-B14F-4D97-AF65-F5344CB8AC3E}">
        <p14:creationId xmlns:p14="http://schemas.microsoft.com/office/powerpoint/2010/main" val="3688515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D1517-0FFD-1B70-BF24-61F4668C8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86B31-375A-9510-8A16-50E57D838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Opening Hymn: Lord, for the years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EDBE5B30-64A2-5630-D256-8D33298C802C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0EE430-55C5-2BE2-A8CA-DC00EBFDAC72}"/>
              </a:ext>
            </a:extLst>
          </p:cNvPr>
          <p:cNvSpPr txBox="1"/>
          <p:nvPr/>
        </p:nvSpPr>
        <p:spPr>
          <a:xfrm>
            <a:off x="51702" y="1727342"/>
            <a:ext cx="9040304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>
                <a:latin typeface="Calibri"/>
                <a:ea typeface="Calibri"/>
                <a:cs typeface="Calibri"/>
              </a:rPr>
              <a:t>Lord, for our world; when we disown and doubt him, </a:t>
            </a:r>
          </a:p>
          <a:p>
            <a:pPr algn="ctr"/>
            <a:r>
              <a:rPr lang="en-SG" sz="2800">
                <a:latin typeface="Calibri"/>
                <a:ea typeface="Calibri"/>
                <a:cs typeface="Calibri"/>
              </a:rPr>
              <a:t>loveless in strength, and comfortless in pain; </a:t>
            </a:r>
          </a:p>
          <a:p>
            <a:pPr algn="ctr"/>
            <a:r>
              <a:rPr lang="en-SG" sz="2800">
                <a:latin typeface="Calibri"/>
                <a:ea typeface="Calibri"/>
                <a:cs typeface="Calibri"/>
              </a:rPr>
              <a:t>hungry and helpless, lost indeed with-out him, </a:t>
            </a:r>
          </a:p>
          <a:p>
            <a:pPr algn="ctr"/>
            <a:r>
              <a:rPr lang="en-SG" sz="2800">
                <a:latin typeface="Calibri"/>
                <a:ea typeface="Calibri"/>
                <a:cs typeface="Calibri"/>
              </a:rPr>
              <a:t>Lord of the world, we pray that Christ may reign.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C24E1F-15A3-7916-5C90-54B509C4C955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Opening: 4 of 5</a:t>
            </a:r>
          </a:p>
        </p:txBody>
      </p:sp>
    </p:spTree>
    <p:extLst>
      <p:ext uri="{BB962C8B-B14F-4D97-AF65-F5344CB8AC3E}">
        <p14:creationId xmlns:p14="http://schemas.microsoft.com/office/powerpoint/2010/main" val="1471786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8CBEF-9DC7-B74C-281B-9EB094896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25445-CA75-06C6-4783-0AA9CEA1D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Opening Hymn: Lord, for the years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21A728A5-BD3B-69D2-0F8B-722E666D86B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520F81-081E-D20B-BF4F-98E28867CE5D}"/>
              </a:ext>
            </a:extLst>
          </p:cNvPr>
          <p:cNvSpPr txBox="1"/>
          <p:nvPr/>
        </p:nvSpPr>
        <p:spPr>
          <a:xfrm>
            <a:off x="52588" y="1724535"/>
            <a:ext cx="9040304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>
                <a:latin typeface="Calibri"/>
                <a:ea typeface="Calibri"/>
                <a:cs typeface="Calibri"/>
              </a:rPr>
              <a:t>Lord, for our-selves; in liv-</a:t>
            </a:r>
            <a:r>
              <a:rPr lang="en-SG" sz="2800" err="1">
                <a:latin typeface="Calibri"/>
                <a:ea typeface="Calibri"/>
                <a:cs typeface="Calibri"/>
              </a:rPr>
              <a:t>ing</a:t>
            </a:r>
            <a:r>
              <a:rPr lang="en-SG" sz="2800">
                <a:latin typeface="Calibri"/>
                <a:ea typeface="Calibri"/>
                <a:cs typeface="Calibri"/>
              </a:rPr>
              <a:t> power re-make us-</a:t>
            </a:r>
          </a:p>
          <a:p>
            <a:pPr algn="ctr"/>
            <a:r>
              <a:rPr lang="en-SG" sz="2800">
                <a:latin typeface="Calibri"/>
                <a:ea typeface="Calibri"/>
                <a:cs typeface="Calibri"/>
              </a:rPr>
              <a:t>self on the cross and Christ upon the throne; </a:t>
            </a:r>
          </a:p>
          <a:p>
            <a:pPr algn="ctr"/>
            <a:r>
              <a:rPr lang="en-SG" sz="2800">
                <a:latin typeface="Calibri"/>
                <a:ea typeface="Calibri"/>
                <a:cs typeface="Calibri"/>
              </a:rPr>
              <a:t>past put behind us, for the future take us,</a:t>
            </a:r>
          </a:p>
          <a:p>
            <a:pPr algn="ctr"/>
            <a:r>
              <a:rPr lang="en-SG" sz="2800">
                <a:latin typeface="Calibri"/>
                <a:ea typeface="Calibri"/>
                <a:cs typeface="Calibri"/>
              </a:rPr>
              <a:t>Lord of our lives, to live for Christ a-lone.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466B34-9A5A-1D79-7F42-5EE2F3B0C49D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Opening: 5 of 5</a:t>
            </a:r>
          </a:p>
        </p:txBody>
      </p:sp>
    </p:spTree>
    <p:extLst>
      <p:ext uri="{BB962C8B-B14F-4D97-AF65-F5344CB8AC3E}">
        <p14:creationId xmlns:p14="http://schemas.microsoft.com/office/powerpoint/2010/main" val="14038204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955DD9-09C3-5AAA-96C8-F100C4A171A8}"/>
              </a:ext>
            </a:extLst>
          </p:cNvPr>
          <p:cNvSpPr txBox="1">
            <a:spLocks/>
          </p:cNvSpPr>
          <p:nvPr/>
        </p:nvSpPr>
        <p:spPr>
          <a:xfrm>
            <a:off x="595423" y="1028892"/>
            <a:ext cx="8335926" cy="294553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Parish Day /</a:t>
            </a:r>
            <a:b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</a:b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First Communicants’ 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Dedication</a:t>
            </a:r>
            <a:endParaRPr lang="en-US" sz="6000"/>
          </a:p>
        </p:txBody>
      </p:sp>
    </p:spTree>
    <p:extLst>
      <p:ext uri="{BB962C8B-B14F-4D97-AF65-F5344CB8AC3E}">
        <p14:creationId xmlns:p14="http://schemas.microsoft.com/office/powerpoint/2010/main" val="16729108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DDA26F8-E366-2B5B-C348-C507B3038F2B}"/>
              </a:ext>
            </a:extLst>
          </p:cNvPr>
          <p:cNvSpPr/>
          <p:nvPr/>
        </p:nvSpPr>
        <p:spPr>
          <a:xfrm>
            <a:off x="1513336" y="1378757"/>
            <a:ext cx="6117328" cy="2257244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513336" y="1378757"/>
            <a:ext cx="6053864" cy="2120444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  <a:latin typeface="Tenorite"/>
              </a:rPr>
              <a:t>Thanksgiving Prayers </a:t>
            </a:r>
          </a:p>
          <a:p>
            <a:r>
              <a:rPr lang="en-US" sz="4400">
                <a:solidFill>
                  <a:schemeClr val="bg1"/>
                </a:solidFill>
                <a:latin typeface="Tenorite"/>
              </a:rPr>
              <a:t>What shall I render </a:t>
            </a:r>
          </a:p>
          <a:p>
            <a:r>
              <a:rPr lang="en-US" sz="4400">
                <a:solidFill>
                  <a:schemeClr val="bg1"/>
                </a:solidFill>
                <a:latin typeface="Tenorite"/>
              </a:rPr>
              <a:t>to the Lord</a:t>
            </a:r>
            <a:endParaRPr lang="en-SG" sz="4400" i="1">
              <a:solidFill>
                <a:schemeClr val="bg1"/>
              </a:solidFill>
              <a:latin typeface="Tenorite"/>
            </a:endParaRPr>
          </a:p>
        </p:txBody>
      </p:sp>
    </p:spTree>
    <p:extLst>
      <p:ext uri="{BB962C8B-B14F-4D97-AF65-F5344CB8AC3E}">
        <p14:creationId xmlns:p14="http://schemas.microsoft.com/office/powerpoint/2010/main" val="3717493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12000"/>
          </a:xfrm>
        </p:spPr>
        <p:txBody>
          <a:bodyPr/>
          <a:lstStyle/>
          <a:p>
            <a:r>
              <a:rPr lang="en-SG" sz="2800">
                <a:latin typeface="Segoe UI"/>
                <a:cs typeface="Segoe UI"/>
              </a:rPr>
              <a:t>Thanksgiving – What shall I render to the Lord</a:t>
            </a:r>
            <a:endParaRPr lang="en-US" sz="2800">
              <a:latin typeface="Segoe UI"/>
              <a:cs typeface="Segoe U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ED1249-D453-4D4E-BD98-BAC3CEA5DFD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38F053-0E9C-DB49-DD90-65BDBB59D62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Thanksgiving: 1 of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ADF726-2AAD-85FD-9A5C-793E45C4B3F2}"/>
              </a:ext>
            </a:extLst>
          </p:cNvPr>
          <p:cNvSpPr txBox="1"/>
          <p:nvPr/>
        </p:nvSpPr>
        <p:spPr>
          <a:xfrm>
            <a:off x="56618" y="1727183"/>
            <a:ext cx="9040304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2800">
                <a:latin typeface="Calibri"/>
                <a:ea typeface="Calibri"/>
                <a:cs typeface="Calibri"/>
              </a:rPr>
              <a:t>What shall I render to the Lord</a:t>
            </a:r>
          </a:p>
          <a:p>
            <a:pPr algn="ctr"/>
            <a:r>
              <a:rPr lang="en-US" sz="2800">
                <a:latin typeface="Calibri"/>
                <a:ea typeface="Calibri"/>
                <a:cs typeface="Calibri"/>
              </a:rPr>
              <a:t>For all His benefits to me?</a:t>
            </a:r>
          </a:p>
          <a:p>
            <a:pPr algn="ctr"/>
            <a:r>
              <a:rPr lang="en-US" sz="2800">
                <a:latin typeface="Calibri"/>
                <a:ea typeface="Calibri"/>
                <a:cs typeface="Calibri"/>
              </a:rPr>
              <a:t>How shall my soul by grace restored,</a:t>
            </a:r>
          </a:p>
          <a:p>
            <a:pPr algn="ctr"/>
            <a:r>
              <a:rPr lang="en-US" sz="2800">
                <a:latin typeface="Calibri"/>
                <a:ea typeface="Calibri"/>
                <a:cs typeface="Calibri"/>
              </a:rPr>
              <a:t>Give worthy thanks, O Lord to Thee?</a:t>
            </a:r>
            <a:endParaRPr lang="en-SG" sz="280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712506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23B826F-1EDA-129F-EC70-2DC957D4F038}"/>
              </a:ext>
            </a:extLst>
          </p:cNvPr>
          <p:cNvSpPr/>
          <p:nvPr/>
        </p:nvSpPr>
        <p:spPr>
          <a:xfrm>
            <a:off x="1906155" y="1344885"/>
            <a:ext cx="5331690" cy="2238948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115934" y="1285373"/>
            <a:ext cx="6749856" cy="2936527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  <a:latin typeface="Tenorite"/>
              </a:rPr>
              <a:t>Offertory</a:t>
            </a:r>
          </a:p>
          <a:p>
            <a:pPr>
              <a:spcAft>
                <a:spcPts val="0"/>
              </a:spcAft>
            </a:pPr>
            <a:r>
              <a:rPr lang="en-US" sz="4400">
                <a:solidFill>
                  <a:schemeClr val="bg1"/>
                </a:solidFill>
                <a:latin typeface="Tenorite"/>
              </a:rPr>
              <a:t>May the mind </a:t>
            </a:r>
          </a:p>
          <a:p>
            <a:pPr>
              <a:spcAft>
                <a:spcPts val="0"/>
              </a:spcAft>
            </a:pPr>
            <a:r>
              <a:rPr lang="en-US" sz="4400">
                <a:solidFill>
                  <a:schemeClr val="bg1"/>
                </a:solidFill>
                <a:latin typeface="Tenorite"/>
              </a:rPr>
              <a:t>of Christ</a:t>
            </a:r>
            <a:endParaRPr lang="en-US" sz="4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78835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Offertory – May the mind of Christ</a:t>
            </a:r>
            <a:endParaRPr lang="en-GB" sz="280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034DBB-D11D-E8BD-DFC3-703615F257C6}"/>
              </a:ext>
            </a:extLst>
          </p:cNvPr>
          <p:cNvSpPr txBox="1">
            <a:spLocks/>
          </p:cNvSpPr>
          <p:nvPr/>
        </p:nvSpPr>
        <p:spPr>
          <a:xfrm>
            <a:off x="6002637" y="3744811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8AEF40-D79D-77F3-773C-095D81075E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Offertory : 1 of 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977EB1-CBD2-2A19-FF44-FE6AFEF294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205841" y="722181"/>
            <a:ext cx="2834271" cy="2826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0127C6D-3342-C831-3981-C5030CF3B941}"/>
              </a:ext>
            </a:extLst>
          </p:cNvPr>
          <p:cNvSpPr txBox="1"/>
          <p:nvPr/>
        </p:nvSpPr>
        <p:spPr>
          <a:xfrm>
            <a:off x="85718" y="722181"/>
            <a:ext cx="6111292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 dirty="0">
                <a:latin typeface="Calibri"/>
                <a:ea typeface="Calibri"/>
                <a:cs typeface="Calibri"/>
              </a:rPr>
              <a:t>May the mind of Christ, my Sav-</a:t>
            </a:r>
            <a:r>
              <a:rPr lang="en-SG" sz="2800" dirty="0" err="1">
                <a:latin typeface="Calibri"/>
                <a:ea typeface="Calibri"/>
                <a:cs typeface="Calibri"/>
              </a:rPr>
              <a:t>iour</a:t>
            </a:r>
            <a:r>
              <a:rPr lang="en-SG" sz="2800" dirty="0">
                <a:latin typeface="Calibri"/>
                <a:ea typeface="Calibri"/>
                <a:cs typeface="Calibri"/>
              </a:rPr>
              <a:t>, </a:t>
            </a:r>
          </a:p>
          <a:p>
            <a:r>
              <a:rPr lang="en-SG" sz="2800" dirty="0">
                <a:latin typeface="Calibri"/>
                <a:ea typeface="Calibri"/>
                <a:cs typeface="Calibri"/>
              </a:rPr>
              <a:t>Live in me from day to day, </a:t>
            </a:r>
          </a:p>
          <a:p>
            <a:r>
              <a:rPr lang="en-SG" sz="2800" dirty="0">
                <a:latin typeface="Calibri"/>
                <a:ea typeface="Calibri"/>
                <a:cs typeface="Calibri"/>
              </a:rPr>
              <a:t>By His love and power controlling </a:t>
            </a:r>
          </a:p>
          <a:p>
            <a:r>
              <a:rPr lang="en-SG" sz="2800" dirty="0">
                <a:latin typeface="Calibri"/>
                <a:ea typeface="Calibri"/>
                <a:cs typeface="Calibri"/>
              </a:rPr>
              <a:t>All I do and say.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ADAB77CD-C930-CED9-AA7B-501A2E721A9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B012BE-040E-5B65-02E1-DDB2A9A00DA4}"/>
              </a:ext>
            </a:extLst>
          </p:cNvPr>
          <p:cNvSpPr txBox="1"/>
          <p:nvPr/>
        </p:nvSpPr>
        <p:spPr>
          <a:xfrm>
            <a:off x="103888" y="2764754"/>
            <a:ext cx="6111292" cy="224676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Women:</a:t>
            </a:r>
          </a:p>
          <a:p>
            <a:r>
              <a:rPr lang="en-SG" sz="2800">
                <a:latin typeface="Calibri"/>
                <a:ea typeface="Calibri"/>
                <a:cs typeface="Calibri"/>
              </a:rPr>
              <a:t>May the word of God dwell rich-</a:t>
            </a:r>
            <a:r>
              <a:rPr lang="en-SG" sz="2800" err="1">
                <a:latin typeface="Calibri"/>
                <a:ea typeface="Calibri"/>
                <a:cs typeface="Calibri"/>
              </a:rPr>
              <a:t>ly</a:t>
            </a:r>
            <a:endParaRPr lang="en-SG" sz="2800">
              <a:latin typeface="Calibri"/>
              <a:ea typeface="Calibri"/>
              <a:cs typeface="Calibri"/>
            </a:endParaRPr>
          </a:p>
          <a:p>
            <a:r>
              <a:rPr lang="en-SG" sz="2800">
                <a:latin typeface="Calibri"/>
                <a:ea typeface="Calibri"/>
                <a:cs typeface="Calibri"/>
              </a:rPr>
              <a:t>In my heart from hour to hour, </a:t>
            </a:r>
          </a:p>
          <a:p>
            <a:r>
              <a:rPr lang="en-SG" sz="2800">
                <a:latin typeface="Calibri"/>
                <a:ea typeface="Calibri"/>
                <a:cs typeface="Calibri"/>
              </a:rPr>
              <a:t>So that all may see I tri-umph </a:t>
            </a:r>
          </a:p>
          <a:p>
            <a:r>
              <a:rPr lang="en-SG" sz="2800">
                <a:latin typeface="Calibri"/>
                <a:ea typeface="Calibri"/>
                <a:cs typeface="Calibri"/>
              </a:rPr>
              <a:t>On-</a:t>
            </a:r>
            <a:r>
              <a:rPr lang="en-SG" sz="2800" err="1">
                <a:latin typeface="Calibri"/>
                <a:ea typeface="Calibri"/>
                <a:cs typeface="Calibri"/>
              </a:rPr>
              <a:t>ly</a:t>
            </a:r>
            <a:r>
              <a:rPr lang="en-SG" sz="2800">
                <a:latin typeface="Calibri"/>
                <a:ea typeface="Calibri"/>
                <a:cs typeface="Calibri"/>
              </a:rPr>
              <a:t> through His power.</a:t>
            </a:r>
          </a:p>
        </p:txBody>
      </p:sp>
    </p:spTree>
    <p:extLst>
      <p:ext uri="{BB962C8B-B14F-4D97-AF65-F5344CB8AC3E}">
        <p14:creationId xmlns:p14="http://schemas.microsoft.com/office/powerpoint/2010/main" val="1403464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314D0-1212-7EA2-5490-2C862E217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6BBA9-B179-277F-08D2-92992729D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Offertory – May the mind of Christ</a:t>
            </a:r>
            <a:endParaRPr lang="en-GB" sz="280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CEC6810-A3A3-DC29-A0BD-7BBA110375FF}"/>
              </a:ext>
            </a:extLst>
          </p:cNvPr>
          <p:cNvSpPr txBox="1">
            <a:spLocks/>
          </p:cNvSpPr>
          <p:nvPr/>
        </p:nvSpPr>
        <p:spPr>
          <a:xfrm>
            <a:off x="6002637" y="3744811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E0D381-4D83-765D-E401-9AFA9517E22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Offertory : 2 of 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5B5323-4196-0820-2511-2599B58A31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205841" y="722181"/>
            <a:ext cx="2834271" cy="2826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22A1CA3-4A53-5759-723C-B12B6A29E3A1}"/>
              </a:ext>
            </a:extLst>
          </p:cNvPr>
          <p:cNvSpPr txBox="1"/>
          <p:nvPr/>
        </p:nvSpPr>
        <p:spPr>
          <a:xfrm>
            <a:off x="85718" y="722181"/>
            <a:ext cx="6111292" cy="224676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 i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Men:</a:t>
            </a:r>
            <a:endParaRPr lang="en-US" sz="2000">
              <a:latin typeface="Calibri"/>
              <a:ea typeface="Calibri"/>
              <a:cs typeface="Calibri"/>
            </a:endParaRPr>
          </a:p>
          <a:p>
            <a:r>
              <a:rPr lang="en-SG" sz="2800">
                <a:latin typeface="Calibri"/>
                <a:ea typeface="Calibri"/>
                <a:cs typeface="Calibri"/>
              </a:rPr>
              <a:t>May the peace of God, my Fa-</a:t>
            </a:r>
            <a:r>
              <a:rPr lang="en-SG" sz="2800" err="1">
                <a:latin typeface="Calibri"/>
                <a:ea typeface="Calibri"/>
                <a:cs typeface="Calibri"/>
              </a:rPr>
              <a:t>ther</a:t>
            </a:r>
            <a:r>
              <a:rPr lang="en-SG" sz="2800">
                <a:latin typeface="Calibri"/>
                <a:ea typeface="Calibri"/>
                <a:cs typeface="Calibri"/>
              </a:rPr>
              <a:t>, </a:t>
            </a:r>
          </a:p>
          <a:p>
            <a:r>
              <a:rPr lang="en-SG" sz="2800">
                <a:latin typeface="Calibri"/>
                <a:ea typeface="Calibri"/>
                <a:cs typeface="Calibri"/>
              </a:rPr>
              <a:t>Rule my life in </a:t>
            </a:r>
            <a:r>
              <a:rPr lang="en-SG" sz="2800" err="1">
                <a:latin typeface="Calibri"/>
                <a:ea typeface="Calibri"/>
                <a:cs typeface="Calibri"/>
              </a:rPr>
              <a:t>ev-ery</a:t>
            </a:r>
            <a:r>
              <a:rPr lang="en-SG" sz="2800">
                <a:latin typeface="Calibri"/>
                <a:ea typeface="Calibri"/>
                <a:cs typeface="Calibri"/>
              </a:rPr>
              <a:t>- thing, </a:t>
            </a:r>
          </a:p>
          <a:p>
            <a:r>
              <a:rPr lang="en-SG" sz="2800">
                <a:latin typeface="Calibri"/>
                <a:ea typeface="Calibri"/>
                <a:cs typeface="Calibri"/>
              </a:rPr>
              <a:t>That I may be calm to comfort </a:t>
            </a:r>
          </a:p>
          <a:p>
            <a:r>
              <a:rPr lang="en-SG" sz="2800">
                <a:latin typeface="Calibri"/>
                <a:ea typeface="Calibri"/>
                <a:cs typeface="Calibri"/>
              </a:rPr>
              <a:t>Sick and sorrow-</a:t>
            </a:r>
            <a:r>
              <a:rPr lang="en-SG" sz="2800" err="1">
                <a:latin typeface="Calibri"/>
                <a:ea typeface="Calibri"/>
                <a:cs typeface="Calibri"/>
              </a:rPr>
              <a:t>ing.</a:t>
            </a:r>
            <a:r>
              <a:rPr lang="en-SG" sz="2800"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EB8378F0-F292-D8BE-E809-E00AA2BCE39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7D3B08-000F-A43C-4A20-85ADD49D9DED}"/>
              </a:ext>
            </a:extLst>
          </p:cNvPr>
          <p:cNvSpPr txBox="1"/>
          <p:nvPr/>
        </p:nvSpPr>
        <p:spPr>
          <a:xfrm>
            <a:off x="87079" y="3126144"/>
            <a:ext cx="6111292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>
                <a:latin typeface="Calibri"/>
                <a:ea typeface="Calibri"/>
                <a:cs typeface="Calibri"/>
              </a:rPr>
              <a:t>May the love of Je-sus fill me, </a:t>
            </a:r>
          </a:p>
          <a:p>
            <a:r>
              <a:rPr lang="en-SG" sz="2800">
                <a:latin typeface="Calibri"/>
                <a:ea typeface="Calibri"/>
                <a:cs typeface="Calibri"/>
              </a:rPr>
              <a:t>As the waters fill the sea;</a:t>
            </a:r>
          </a:p>
          <a:p>
            <a:r>
              <a:rPr lang="en-SG" sz="2800">
                <a:latin typeface="Calibri"/>
                <a:ea typeface="Calibri"/>
                <a:cs typeface="Calibri"/>
              </a:rPr>
              <a:t>Him exalt-</a:t>
            </a:r>
            <a:r>
              <a:rPr lang="en-SG" sz="2800" err="1">
                <a:latin typeface="Calibri"/>
                <a:ea typeface="Calibri"/>
                <a:cs typeface="Calibri"/>
              </a:rPr>
              <a:t>ing</a:t>
            </a:r>
            <a:r>
              <a:rPr lang="en-SG" sz="2800">
                <a:latin typeface="Calibri"/>
                <a:ea typeface="Calibri"/>
                <a:cs typeface="Calibri"/>
              </a:rPr>
              <a:t>, self a-basing:</a:t>
            </a:r>
          </a:p>
          <a:p>
            <a:r>
              <a:rPr lang="en-SG" sz="2800">
                <a:latin typeface="Calibri"/>
                <a:ea typeface="Calibri"/>
                <a:cs typeface="Calibri"/>
              </a:rPr>
              <a:t>This is </a:t>
            </a:r>
            <a:r>
              <a:rPr lang="en-SG" sz="2800" err="1">
                <a:latin typeface="Calibri"/>
                <a:ea typeface="Calibri"/>
                <a:cs typeface="Calibri"/>
              </a:rPr>
              <a:t>vic</a:t>
            </a:r>
            <a:r>
              <a:rPr lang="en-SG" sz="2800">
                <a:latin typeface="Calibri"/>
                <a:ea typeface="Calibri"/>
                <a:cs typeface="Calibri"/>
              </a:rPr>
              <a:t>-to-ry.</a:t>
            </a:r>
          </a:p>
        </p:txBody>
      </p:sp>
    </p:spTree>
    <p:extLst>
      <p:ext uri="{BB962C8B-B14F-4D97-AF65-F5344CB8AC3E}">
        <p14:creationId xmlns:p14="http://schemas.microsoft.com/office/powerpoint/2010/main" val="26941619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7209C-7EF2-7894-C5E3-FC047EC9D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9DA0B-176A-9BB8-6C7E-57724E79C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Offertory – May the mind of Christ</a:t>
            </a:r>
            <a:endParaRPr lang="en-GB" sz="280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7B5E413-2BA5-A418-C41E-4F3D0BFE8D7B}"/>
              </a:ext>
            </a:extLst>
          </p:cNvPr>
          <p:cNvSpPr txBox="1">
            <a:spLocks/>
          </p:cNvSpPr>
          <p:nvPr/>
        </p:nvSpPr>
        <p:spPr>
          <a:xfrm>
            <a:off x="6002637" y="3744811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C770B6-1A63-3B89-A96A-98386A96D478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Offertory : 3 of 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C3B1CE-0D4A-7EA2-0134-6A853824DA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205841" y="722181"/>
            <a:ext cx="2834271" cy="2826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A9A9CC6-6069-4A16-A01C-84193D568A58}"/>
              </a:ext>
            </a:extLst>
          </p:cNvPr>
          <p:cNvSpPr txBox="1"/>
          <p:nvPr/>
        </p:nvSpPr>
        <p:spPr>
          <a:xfrm>
            <a:off x="85718" y="722181"/>
            <a:ext cx="6111292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>
                <a:latin typeface="Calibri"/>
                <a:ea typeface="Calibri"/>
                <a:cs typeface="Calibri"/>
              </a:rPr>
              <a:t>May I run the race be-fore me, </a:t>
            </a:r>
          </a:p>
          <a:p>
            <a:r>
              <a:rPr lang="en-SG" sz="2800">
                <a:latin typeface="Calibri"/>
                <a:ea typeface="Calibri"/>
                <a:cs typeface="Calibri"/>
              </a:rPr>
              <a:t>Strong and brave to face the foe, </a:t>
            </a:r>
          </a:p>
          <a:p>
            <a:r>
              <a:rPr lang="en-SG" sz="2800">
                <a:latin typeface="Calibri"/>
                <a:ea typeface="Calibri"/>
                <a:cs typeface="Calibri"/>
              </a:rPr>
              <a:t>Look-</a:t>
            </a:r>
            <a:r>
              <a:rPr lang="en-SG" sz="2800" err="1">
                <a:latin typeface="Calibri"/>
                <a:ea typeface="Calibri"/>
                <a:cs typeface="Calibri"/>
              </a:rPr>
              <a:t>ing</a:t>
            </a:r>
            <a:r>
              <a:rPr lang="en-SG" sz="2800">
                <a:latin typeface="Calibri"/>
                <a:ea typeface="Calibri"/>
                <a:cs typeface="Calibri"/>
              </a:rPr>
              <a:t> on-</a:t>
            </a:r>
            <a:r>
              <a:rPr lang="en-SG" sz="2800" err="1">
                <a:latin typeface="Calibri"/>
                <a:ea typeface="Calibri"/>
                <a:cs typeface="Calibri"/>
              </a:rPr>
              <a:t>ly</a:t>
            </a:r>
            <a:r>
              <a:rPr lang="en-SG" sz="2800">
                <a:latin typeface="Calibri"/>
                <a:ea typeface="Calibri"/>
                <a:cs typeface="Calibri"/>
              </a:rPr>
              <a:t> un-to Je-sus</a:t>
            </a:r>
          </a:p>
          <a:p>
            <a:r>
              <a:rPr lang="en-SG" sz="2800">
                <a:latin typeface="Calibri"/>
                <a:ea typeface="Calibri"/>
                <a:cs typeface="Calibri"/>
              </a:rPr>
              <a:t>As I on-ward go.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A5744C33-7399-D6F3-4C10-ABECCAD28A9D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AA080D-0933-A173-189B-7811C60E7018}"/>
              </a:ext>
            </a:extLst>
          </p:cNvPr>
          <p:cNvSpPr txBox="1"/>
          <p:nvPr/>
        </p:nvSpPr>
        <p:spPr>
          <a:xfrm>
            <a:off x="103888" y="2764754"/>
            <a:ext cx="6111292" cy="218521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>
                <a:latin typeface="Calibri"/>
                <a:ea typeface="Calibri"/>
                <a:cs typeface="Calibri"/>
              </a:rPr>
              <a:t>May His beauty rest upon me</a:t>
            </a:r>
          </a:p>
          <a:p>
            <a:r>
              <a:rPr lang="en-SG" sz="2800">
                <a:latin typeface="Calibri"/>
                <a:ea typeface="Calibri"/>
                <a:cs typeface="Calibri"/>
              </a:rPr>
              <a:t>As I seek the lost to win,</a:t>
            </a:r>
          </a:p>
          <a:p>
            <a:r>
              <a:rPr lang="en-SG" sz="2800">
                <a:latin typeface="Calibri"/>
                <a:ea typeface="Calibri"/>
                <a:cs typeface="Calibri"/>
              </a:rPr>
              <a:t>And may they forget the channel, </a:t>
            </a:r>
          </a:p>
          <a:p>
            <a:r>
              <a:rPr lang="en-SG" sz="2800">
                <a:latin typeface="Calibri"/>
                <a:ea typeface="Calibri"/>
                <a:cs typeface="Calibri"/>
              </a:rPr>
              <a:t>See-</a:t>
            </a:r>
            <a:r>
              <a:rPr lang="en-SG" sz="2800" err="1">
                <a:latin typeface="Calibri"/>
                <a:ea typeface="Calibri"/>
                <a:cs typeface="Calibri"/>
              </a:rPr>
              <a:t>ing</a:t>
            </a:r>
            <a:r>
              <a:rPr lang="en-SG" sz="2800">
                <a:latin typeface="Calibri"/>
                <a:ea typeface="Calibri"/>
                <a:cs typeface="Calibri"/>
              </a:rPr>
              <a:t> on-</a:t>
            </a:r>
            <a:r>
              <a:rPr lang="en-SG" sz="2800" err="1">
                <a:latin typeface="Calibri"/>
                <a:ea typeface="Calibri"/>
                <a:cs typeface="Calibri"/>
              </a:rPr>
              <a:t>ly</a:t>
            </a:r>
            <a:r>
              <a:rPr lang="en-SG" sz="2800">
                <a:latin typeface="Calibri"/>
                <a:ea typeface="Calibri"/>
                <a:cs typeface="Calibri"/>
              </a:rPr>
              <a:t> Him.</a:t>
            </a:r>
          </a:p>
          <a:p>
            <a:endParaRPr lang="en-SG" sz="240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312937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1BD9860-3E26-D69D-B65F-72FA23372C10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941791" y="2163057"/>
            <a:ext cx="5260417" cy="81738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Offertory</a:t>
            </a:r>
          </a:p>
        </p:txBody>
      </p:sp>
    </p:spTree>
    <p:extLst>
      <p:ext uri="{BB962C8B-B14F-4D97-AF65-F5344CB8AC3E}">
        <p14:creationId xmlns:p14="http://schemas.microsoft.com/office/powerpoint/2010/main" val="8636318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72649-C45A-7087-04C0-0DB016A91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0703DCC-1FAF-C10B-D2CF-0EE38FBEEBAE}"/>
              </a:ext>
            </a:extLst>
          </p:cNvPr>
          <p:cNvSpPr/>
          <p:nvPr/>
        </p:nvSpPr>
        <p:spPr>
          <a:xfrm>
            <a:off x="1709900" y="1866661"/>
            <a:ext cx="5724199" cy="1410177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800">
                <a:latin typeface="Tenorite" panose="00000500000000000000" pitchFamily="2" charset="0"/>
              </a:rPr>
              <a:t>First Communicants’ Dedication</a:t>
            </a:r>
          </a:p>
        </p:txBody>
      </p:sp>
    </p:spTree>
    <p:extLst>
      <p:ext uri="{BB962C8B-B14F-4D97-AF65-F5344CB8AC3E}">
        <p14:creationId xmlns:p14="http://schemas.microsoft.com/office/powerpoint/2010/main" val="35221308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248C1-A02C-4C32-ADE9-D32C2FAF5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5BD5B-B5E9-60A9-5C20-CF6BB0514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/>
              <a:t>First Communicants’ Dedication: Hymn 616 v1,5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EBC8A102-AA51-7E5E-2DD5-A8BBAFD844D8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243264-D9FE-5620-F1EC-91FC18479C90}"/>
              </a:ext>
            </a:extLst>
          </p:cNvPr>
          <p:cNvSpPr txBox="1"/>
          <p:nvPr/>
        </p:nvSpPr>
        <p:spPr>
          <a:xfrm>
            <a:off x="50426" y="729677"/>
            <a:ext cx="9040304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>
                <a:latin typeface="Calibri"/>
                <a:ea typeface="Calibri"/>
                <a:cs typeface="Calibri"/>
              </a:rPr>
              <a:t>Take my life, and let it be </a:t>
            </a:r>
          </a:p>
          <a:p>
            <a:pPr algn="ctr"/>
            <a:r>
              <a:rPr lang="en-SG" sz="2800">
                <a:latin typeface="Calibri"/>
                <a:ea typeface="Calibri"/>
                <a:cs typeface="Calibri"/>
              </a:rPr>
              <a:t>Con-se-</a:t>
            </a:r>
            <a:r>
              <a:rPr lang="en-SG" sz="2800" err="1">
                <a:latin typeface="Calibri"/>
                <a:ea typeface="Calibri"/>
                <a:cs typeface="Calibri"/>
              </a:rPr>
              <a:t>cra</a:t>
            </a:r>
            <a:r>
              <a:rPr lang="en-SG" sz="2800">
                <a:latin typeface="Calibri"/>
                <a:ea typeface="Calibri"/>
                <a:cs typeface="Calibri"/>
              </a:rPr>
              <a:t>-ted, Lord to Thee;</a:t>
            </a:r>
          </a:p>
          <a:p>
            <a:pPr algn="ctr"/>
            <a:r>
              <a:rPr lang="en-SG" sz="2800">
                <a:latin typeface="Calibri"/>
                <a:ea typeface="Calibri"/>
                <a:cs typeface="Calibri"/>
              </a:rPr>
              <a:t>Take my </a:t>
            </a:r>
            <a:r>
              <a:rPr lang="en-SG" sz="2800" err="1">
                <a:latin typeface="Calibri"/>
                <a:ea typeface="Calibri"/>
                <a:cs typeface="Calibri"/>
              </a:rPr>
              <a:t>mo-ments</a:t>
            </a:r>
            <a:r>
              <a:rPr lang="en-SG" sz="2800">
                <a:latin typeface="Calibri"/>
                <a:ea typeface="Calibri"/>
                <a:cs typeface="Calibri"/>
              </a:rPr>
              <a:t> and my days,</a:t>
            </a:r>
          </a:p>
          <a:p>
            <a:pPr algn="ctr"/>
            <a:r>
              <a:rPr lang="en-SG" sz="2800">
                <a:latin typeface="Calibri"/>
                <a:ea typeface="Calibri"/>
                <a:cs typeface="Calibri"/>
              </a:rPr>
              <a:t>Let them flow in cease-less praise.</a:t>
            </a:r>
          </a:p>
          <a:p>
            <a:pPr algn="ctr"/>
            <a:endParaRPr lang="en-SG" sz="2800">
              <a:latin typeface="Calibri"/>
              <a:ea typeface="Calibri"/>
              <a:cs typeface="Calibri"/>
            </a:endParaRPr>
          </a:p>
          <a:p>
            <a:pPr algn="ctr"/>
            <a:r>
              <a:rPr lang="en-SG" sz="2800">
                <a:latin typeface="Calibri"/>
                <a:ea typeface="Calibri"/>
                <a:cs typeface="Calibri"/>
              </a:rPr>
              <a:t>Take my will, and make it Thine;</a:t>
            </a:r>
          </a:p>
          <a:p>
            <a:pPr algn="ctr"/>
            <a:r>
              <a:rPr lang="en-SG" sz="2800">
                <a:latin typeface="Calibri"/>
                <a:ea typeface="Calibri"/>
                <a:cs typeface="Calibri"/>
              </a:rPr>
              <a:t>It shall be no longer mine;</a:t>
            </a:r>
          </a:p>
          <a:p>
            <a:pPr algn="ctr"/>
            <a:r>
              <a:rPr lang="en-SG" sz="2800">
                <a:latin typeface="Calibri"/>
                <a:ea typeface="Calibri"/>
                <a:cs typeface="Calibri"/>
              </a:rPr>
              <a:t>Take my heart – it is Thine own,</a:t>
            </a:r>
          </a:p>
          <a:p>
            <a:pPr algn="ctr"/>
            <a:r>
              <a:rPr lang="en-SG" sz="2800">
                <a:latin typeface="Calibri"/>
                <a:ea typeface="Calibri"/>
                <a:cs typeface="Calibri"/>
              </a:rPr>
              <a:t>It shall be Thy royal throne.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E66D5A-3669-8932-58D0-B1786ED0E1B3}"/>
              </a:ext>
            </a:extLst>
          </p:cNvPr>
          <p:cNvSpPr txBox="1"/>
          <p:nvPr/>
        </p:nvSpPr>
        <p:spPr>
          <a:xfrm>
            <a:off x="5901071" y="4786008"/>
            <a:ext cx="32429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First Communicants’ Dedication: 1 of 1</a:t>
            </a:r>
          </a:p>
        </p:txBody>
      </p:sp>
    </p:spTree>
    <p:extLst>
      <p:ext uri="{BB962C8B-B14F-4D97-AF65-F5344CB8AC3E}">
        <p14:creationId xmlns:p14="http://schemas.microsoft.com/office/powerpoint/2010/main" val="8688027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92AD42C-7AA5-5979-5D1A-6EFB0A176B69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361FC-3ECC-9DD4-0EC8-1573FF25656D}"/>
              </a:ext>
            </a:extLst>
          </p:cNvPr>
          <p:cNvSpPr txBox="1">
            <a:spLocks/>
          </p:cNvSpPr>
          <p:nvPr/>
        </p:nvSpPr>
        <p:spPr>
          <a:xfrm>
            <a:off x="2106541" y="2157617"/>
            <a:ext cx="4930917" cy="828265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Message</a:t>
            </a:r>
          </a:p>
        </p:txBody>
      </p:sp>
    </p:spTree>
    <p:extLst>
      <p:ext uri="{BB962C8B-B14F-4D97-AF65-F5344CB8AC3E}">
        <p14:creationId xmlns:p14="http://schemas.microsoft.com/office/powerpoint/2010/main" val="9869874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90B1688-CD2F-4ABF-A1F2-A27C7C669BF0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0C40A-F4C4-760A-1D04-0A03FA7728B9}"/>
              </a:ext>
            </a:extLst>
          </p:cNvPr>
          <p:cNvSpPr txBox="1">
            <a:spLocks/>
          </p:cNvSpPr>
          <p:nvPr/>
        </p:nvSpPr>
        <p:spPr>
          <a:xfrm>
            <a:off x="2106540" y="2156262"/>
            <a:ext cx="4930917" cy="830973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Prayer</a:t>
            </a:r>
          </a:p>
        </p:txBody>
      </p:sp>
    </p:spTree>
    <p:extLst>
      <p:ext uri="{BB962C8B-B14F-4D97-AF65-F5344CB8AC3E}">
        <p14:creationId xmlns:p14="http://schemas.microsoft.com/office/powerpoint/2010/main" val="33940566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Confession – Hymn 325 v1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E4522D-C491-AABE-1E91-6F8A0E94101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Confession: 1 of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D26A61-1743-44DF-CA31-DEC2E46F5D13}"/>
              </a:ext>
            </a:extLst>
          </p:cNvPr>
          <p:cNvSpPr txBox="1"/>
          <p:nvPr/>
        </p:nvSpPr>
        <p:spPr>
          <a:xfrm>
            <a:off x="56618" y="928764"/>
            <a:ext cx="9040304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2800">
                <a:latin typeface="Calibri"/>
                <a:ea typeface="Calibri"/>
                <a:cs typeface="Calibri"/>
              </a:rPr>
              <a:t>Here from the world we turn, </a:t>
            </a:r>
          </a:p>
          <a:p>
            <a:pPr algn="ctr"/>
            <a:r>
              <a:rPr lang="en-US" sz="2800">
                <a:latin typeface="Calibri"/>
                <a:ea typeface="Calibri"/>
                <a:cs typeface="Calibri"/>
              </a:rPr>
              <a:t>Je-sus to seek;</a:t>
            </a:r>
          </a:p>
          <a:p>
            <a:pPr algn="ctr"/>
            <a:r>
              <a:rPr lang="en-US" sz="2800">
                <a:latin typeface="Calibri"/>
                <a:ea typeface="Calibri"/>
                <a:cs typeface="Calibri"/>
              </a:rPr>
              <a:t>Here may His </a:t>
            </a:r>
            <a:r>
              <a:rPr lang="en-US" sz="2800" err="1">
                <a:latin typeface="Calibri"/>
                <a:ea typeface="Calibri"/>
                <a:cs typeface="Calibri"/>
              </a:rPr>
              <a:t>lov-ing</a:t>
            </a:r>
            <a:r>
              <a:rPr lang="en-US" sz="2800">
                <a:latin typeface="Calibri"/>
                <a:ea typeface="Calibri"/>
                <a:cs typeface="Calibri"/>
              </a:rPr>
              <a:t> voice </a:t>
            </a:r>
          </a:p>
          <a:p>
            <a:pPr algn="ctr"/>
            <a:r>
              <a:rPr lang="en-US" sz="2800">
                <a:latin typeface="Calibri"/>
                <a:ea typeface="Calibri"/>
                <a:cs typeface="Calibri"/>
              </a:rPr>
              <a:t>Ten-der-</a:t>
            </a:r>
            <a:r>
              <a:rPr lang="en-US" sz="2800" err="1">
                <a:latin typeface="Calibri"/>
                <a:ea typeface="Calibri"/>
                <a:cs typeface="Calibri"/>
              </a:rPr>
              <a:t>ly</a:t>
            </a:r>
            <a:r>
              <a:rPr lang="en-US" sz="2800">
                <a:latin typeface="Calibri"/>
                <a:ea typeface="Calibri"/>
                <a:cs typeface="Calibri"/>
              </a:rPr>
              <a:t> speak!</a:t>
            </a:r>
          </a:p>
          <a:p>
            <a:pPr algn="ctr"/>
            <a:r>
              <a:rPr lang="en-US" sz="2800">
                <a:latin typeface="Calibri"/>
                <a:ea typeface="Calibri"/>
                <a:cs typeface="Calibri"/>
              </a:rPr>
              <a:t>Je-sus, our dear-</a:t>
            </a:r>
            <a:r>
              <a:rPr lang="en-US" sz="2800" err="1">
                <a:latin typeface="Calibri"/>
                <a:ea typeface="Calibri"/>
                <a:cs typeface="Calibri"/>
              </a:rPr>
              <a:t>est</a:t>
            </a:r>
            <a:r>
              <a:rPr lang="en-US" sz="2800">
                <a:latin typeface="Calibri"/>
                <a:ea typeface="Calibri"/>
                <a:cs typeface="Calibri"/>
              </a:rPr>
              <a:t> friend, </a:t>
            </a:r>
          </a:p>
          <a:p>
            <a:pPr algn="ctr"/>
            <a:r>
              <a:rPr lang="en-US" sz="2800">
                <a:latin typeface="Calibri"/>
                <a:ea typeface="Calibri"/>
                <a:cs typeface="Calibri"/>
              </a:rPr>
              <a:t>While at Thy feet we bend,</a:t>
            </a:r>
          </a:p>
          <a:p>
            <a:pPr algn="ctr"/>
            <a:r>
              <a:rPr lang="en-US" sz="2800">
                <a:latin typeface="Calibri"/>
                <a:ea typeface="Calibri"/>
                <a:cs typeface="Calibri"/>
              </a:rPr>
              <a:t>Oh, let Thy smile des-</a:t>
            </a:r>
            <a:r>
              <a:rPr lang="en-US" sz="2800" err="1">
                <a:latin typeface="Calibri"/>
                <a:ea typeface="Calibri"/>
                <a:cs typeface="Calibri"/>
              </a:rPr>
              <a:t>cend</a:t>
            </a:r>
            <a:r>
              <a:rPr lang="en-US" sz="2800">
                <a:latin typeface="Calibri"/>
                <a:ea typeface="Calibri"/>
                <a:cs typeface="Calibri"/>
              </a:rPr>
              <a:t>! </a:t>
            </a:r>
          </a:p>
          <a:p>
            <a:pPr algn="ctr"/>
            <a:r>
              <a:rPr lang="en-US" sz="2800">
                <a:latin typeface="Calibri"/>
                <a:ea typeface="Calibri"/>
                <a:cs typeface="Calibri"/>
              </a:rPr>
              <a:t>‘Tis Thee we seek.</a:t>
            </a:r>
            <a:endParaRPr lang="en-SG" sz="280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580071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20F5E-F4AF-7EF5-7562-4C903EE25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6DEDBAB-0249-474B-8966-B1E6E904D4F8}"/>
              </a:ext>
            </a:extLst>
          </p:cNvPr>
          <p:cNvSpPr txBox="1">
            <a:spLocks/>
          </p:cNvSpPr>
          <p:nvPr/>
        </p:nvSpPr>
        <p:spPr>
          <a:xfrm>
            <a:off x="595423" y="1028892"/>
            <a:ext cx="8335926" cy="294553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Parish Day /</a:t>
            </a:r>
            <a:b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</a:b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First Communicants’ 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Dedication</a:t>
            </a:r>
            <a:endParaRPr lang="en-US" sz="6000"/>
          </a:p>
        </p:txBody>
      </p:sp>
    </p:spTree>
    <p:extLst>
      <p:ext uri="{BB962C8B-B14F-4D97-AF65-F5344CB8AC3E}">
        <p14:creationId xmlns:p14="http://schemas.microsoft.com/office/powerpoint/2010/main" val="35721700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72CE8160-C300-EF1E-99A5-B7E63749C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My God, accept my heart</a:t>
            </a:r>
          </a:p>
        </p:txBody>
      </p:sp>
    </p:spTree>
    <p:extLst>
      <p:ext uri="{BB962C8B-B14F-4D97-AF65-F5344CB8AC3E}">
        <p14:creationId xmlns:p14="http://schemas.microsoft.com/office/powerpoint/2010/main" val="47655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2352D-1B70-2035-438B-D8180CA7F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9627D-C9E5-7A27-D868-BB4004190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My God, accept my heart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55340F66-D335-7C21-0EB8-BE87BADAD14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8826D6-D5E7-8E29-8447-D3F82C0FBEB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1: 1 of 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7C102F-13B3-1A9E-D418-ED66989233A2}"/>
              </a:ext>
            </a:extLst>
          </p:cNvPr>
          <p:cNvSpPr txBox="1"/>
          <p:nvPr/>
        </p:nvSpPr>
        <p:spPr>
          <a:xfrm>
            <a:off x="6192" y="727058"/>
            <a:ext cx="9124348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2800" b="0" i="0">
                <a:effectLst/>
                <a:latin typeface="Calibri"/>
                <a:ea typeface="Calibri"/>
                <a:cs typeface="Calibri"/>
              </a:rPr>
              <a:t>My God, accept my heart this day,</a:t>
            </a:r>
            <a:br>
              <a:rPr lang="en-US" sz="2800">
                <a:latin typeface="Calibri"/>
                <a:ea typeface="Calibri"/>
                <a:cs typeface="Calibri"/>
              </a:rPr>
            </a:br>
            <a:r>
              <a:rPr lang="en-US" sz="2800" b="0" i="0">
                <a:effectLst/>
                <a:latin typeface="Calibri"/>
                <a:ea typeface="Calibri"/>
                <a:cs typeface="Calibri"/>
              </a:rPr>
              <a:t>and make it always thine,</a:t>
            </a:r>
            <a:br>
              <a:rPr lang="en-US" sz="2800">
                <a:latin typeface="Calibri"/>
                <a:ea typeface="Calibri"/>
                <a:cs typeface="Calibri"/>
              </a:rPr>
            </a:br>
            <a:r>
              <a:rPr lang="en-US" sz="2800" b="0" i="0">
                <a:effectLst/>
                <a:latin typeface="Calibri"/>
                <a:ea typeface="Calibri"/>
                <a:cs typeface="Calibri"/>
              </a:rPr>
              <a:t>that I from thee no more may stray,</a:t>
            </a:r>
            <a:br>
              <a:rPr lang="en-US" sz="2800">
                <a:latin typeface="Calibri"/>
                <a:ea typeface="Calibri"/>
                <a:cs typeface="Calibri"/>
              </a:rPr>
            </a:br>
            <a:r>
              <a:rPr lang="en-US" sz="2800" b="0" i="0">
                <a:effectLst/>
                <a:latin typeface="Calibri"/>
                <a:ea typeface="Calibri"/>
                <a:cs typeface="Calibri"/>
              </a:rPr>
              <a:t>no more from thee decline.</a:t>
            </a:r>
            <a:endParaRPr lang="en-SG" sz="2800" b="0" i="0">
              <a:effectLst/>
              <a:latin typeface="Calibri"/>
              <a:ea typeface="Calibri"/>
              <a:cs typeface="Calibri"/>
            </a:endParaRPr>
          </a:p>
          <a:p>
            <a:pPr algn="ctr"/>
            <a:endParaRPr lang="en-US" sz="2800">
              <a:latin typeface="Calibri"/>
              <a:ea typeface="Calibri"/>
              <a:cs typeface="Calibri"/>
            </a:endParaRPr>
          </a:p>
          <a:p>
            <a:pPr algn="ctr"/>
            <a:r>
              <a:rPr lang="en-US" sz="2800">
                <a:latin typeface="Calibri"/>
                <a:ea typeface="Calibri"/>
                <a:cs typeface="Calibri"/>
              </a:rPr>
              <a:t>Before the cross of him who died,</a:t>
            </a:r>
            <a:br>
              <a:rPr lang="en-US" sz="2800">
                <a:latin typeface="Calibri"/>
                <a:ea typeface="Calibri"/>
                <a:cs typeface="Calibri"/>
              </a:rPr>
            </a:br>
            <a:r>
              <a:rPr lang="en-US" sz="2800">
                <a:latin typeface="Calibri"/>
                <a:ea typeface="Calibri"/>
                <a:cs typeface="Calibri"/>
              </a:rPr>
              <a:t>behold, I prostrate fall;</a:t>
            </a:r>
            <a:br>
              <a:rPr lang="en-US" sz="2800">
                <a:latin typeface="Calibri"/>
                <a:ea typeface="Calibri"/>
                <a:cs typeface="Calibri"/>
              </a:rPr>
            </a:br>
            <a:r>
              <a:rPr lang="en-US" sz="2800">
                <a:latin typeface="Calibri"/>
                <a:ea typeface="Calibri"/>
                <a:cs typeface="Calibri"/>
              </a:rPr>
              <a:t>let every sin be crucified,</a:t>
            </a:r>
            <a:br>
              <a:rPr lang="en-US" sz="2800">
                <a:latin typeface="Calibri"/>
                <a:ea typeface="Calibri"/>
                <a:cs typeface="Calibri"/>
              </a:rPr>
            </a:br>
            <a:r>
              <a:rPr lang="en-US" sz="2800">
                <a:latin typeface="Calibri"/>
                <a:ea typeface="Calibri"/>
                <a:cs typeface="Calibri"/>
              </a:rPr>
              <a:t>and Christ be all in all.</a:t>
            </a:r>
          </a:p>
        </p:txBody>
      </p:sp>
    </p:spTree>
    <p:extLst>
      <p:ext uri="{BB962C8B-B14F-4D97-AF65-F5344CB8AC3E}">
        <p14:creationId xmlns:p14="http://schemas.microsoft.com/office/powerpoint/2010/main" val="12541394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9AA95-6427-39B2-59F0-85792F65A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D3AB8-08AD-237E-F136-B27EADDDF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Holy Communion – </a:t>
            </a:r>
            <a:r>
              <a:rPr lang="en-US" sz="2800" dirty="0">
                <a:latin typeface="Segoe UI"/>
                <a:cs typeface="Segoe UI"/>
              </a:rPr>
              <a:t>My God, accept my heart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C0D0A9D1-CCDD-6C5D-4E0A-35ED95B057C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064A9B-87A6-D20F-8F7A-C1C4AE9D82F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1: 2 of 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FFAF57-C02C-0A59-2D2D-23C0E0A21109}"/>
              </a:ext>
            </a:extLst>
          </p:cNvPr>
          <p:cNvSpPr txBox="1"/>
          <p:nvPr/>
        </p:nvSpPr>
        <p:spPr>
          <a:xfrm>
            <a:off x="56618" y="727058"/>
            <a:ext cx="9040304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2800" b="0" i="0">
                <a:effectLst/>
                <a:latin typeface="Calibri"/>
                <a:ea typeface="Calibri"/>
                <a:cs typeface="Calibri"/>
              </a:rPr>
              <a:t>Anoint me with thy heavenly grace,</a:t>
            </a:r>
            <a:br>
              <a:rPr lang="en-US" sz="2800">
                <a:latin typeface="Calibri"/>
                <a:ea typeface="Calibri"/>
                <a:cs typeface="Calibri"/>
              </a:rPr>
            </a:br>
            <a:r>
              <a:rPr lang="en-US" sz="2800" b="0" i="0">
                <a:effectLst/>
                <a:latin typeface="Calibri"/>
                <a:ea typeface="Calibri"/>
                <a:cs typeface="Calibri"/>
              </a:rPr>
              <a:t>and seal me for thine own;</a:t>
            </a:r>
            <a:br>
              <a:rPr lang="en-US" sz="2800">
                <a:latin typeface="Calibri"/>
                <a:ea typeface="Calibri"/>
                <a:cs typeface="Calibri"/>
              </a:rPr>
            </a:br>
            <a:r>
              <a:rPr lang="en-US" sz="2800" b="0" i="0">
                <a:effectLst/>
                <a:latin typeface="Calibri"/>
                <a:ea typeface="Calibri"/>
                <a:cs typeface="Calibri"/>
              </a:rPr>
              <a:t>that I may see thy glorious face,</a:t>
            </a:r>
            <a:br>
              <a:rPr lang="en-US" sz="2800">
                <a:latin typeface="Calibri"/>
                <a:ea typeface="Calibri"/>
                <a:cs typeface="Calibri"/>
              </a:rPr>
            </a:br>
            <a:r>
              <a:rPr lang="en-US" sz="2800" b="0" i="0">
                <a:effectLst/>
                <a:latin typeface="Calibri"/>
                <a:ea typeface="Calibri"/>
                <a:cs typeface="Calibri"/>
              </a:rPr>
              <a:t>and worship near thy throne.</a:t>
            </a:r>
          </a:p>
          <a:p>
            <a:pPr algn="ctr"/>
            <a:endParaRPr lang="en-US" sz="2800">
              <a:latin typeface="Calibri"/>
              <a:ea typeface="Calibri"/>
              <a:cs typeface="Calibri"/>
            </a:endParaRPr>
          </a:p>
          <a:p>
            <a:pPr algn="ctr"/>
            <a:r>
              <a:rPr lang="en-US" sz="2800">
                <a:latin typeface="Calibri"/>
                <a:ea typeface="Calibri"/>
                <a:cs typeface="Calibri"/>
              </a:rPr>
              <a:t>Let every thought and work and word</a:t>
            </a:r>
            <a:br>
              <a:rPr lang="en-US" sz="2800">
                <a:latin typeface="Calibri"/>
                <a:ea typeface="Calibri"/>
                <a:cs typeface="Calibri"/>
              </a:rPr>
            </a:br>
            <a:r>
              <a:rPr lang="en-US" sz="2800">
                <a:latin typeface="Calibri"/>
                <a:ea typeface="Calibri"/>
                <a:cs typeface="Calibri"/>
              </a:rPr>
              <a:t>to thee be ever given:</a:t>
            </a:r>
            <a:br>
              <a:rPr lang="en-US" sz="2800">
                <a:latin typeface="Calibri"/>
                <a:ea typeface="Calibri"/>
                <a:cs typeface="Calibri"/>
              </a:rPr>
            </a:br>
            <a:r>
              <a:rPr lang="en-US" sz="2800">
                <a:latin typeface="Calibri"/>
                <a:ea typeface="Calibri"/>
                <a:cs typeface="Calibri"/>
              </a:rPr>
              <a:t>Then life shall be thy service, Lord,</a:t>
            </a:r>
            <a:br>
              <a:rPr lang="en-US" sz="2800">
                <a:latin typeface="Calibri"/>
                <a:ea typeface="Calibri"/>
                <a:cs typeface="Calibri"/>
              </a:rPr>
            </a:br>
            <a:r>
              <a:rPr lang="en-US" sz="2800">
                <a:latin typeface="Calibri"/>
                <a:ea typeface="Calibri"/>
                <a:cs typeface="Calibri"/>
              </a:rPr>
              <a:t>and death the gate of heaven.</a:t>
            </a:r>
          </a:p>
        </p:txBody>
      </p:sp>
    </p:spTree>
    <p:extLst>
      <p:ext uri="{BB962C8B-B14F-4D97-AF65-F5344CB8AC3E}">
        <p14:creationId xmlns:p14="http://schemas.microsoft.com/office/powerpoint/2010/main" val="529666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F8CC5-A0EC-6FFB-81D8-AAA28534C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040AB-030B-E0AE-710A-DC06EE881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My God, accept my heart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FDF1618B-31D5-5B89-92D3-55B220A8DC03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F30C8F-A3B7-2940-9560-88213F7D1BF1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1: 3 of 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405055-FEA4-6CFC-9696-EE3AFB893CCB}"/>
              </a:ext>
            </a:extLst>
          </p:cNvPr>
          <p:cNvSpPr txBox="1"/>
          <p:nvPr/>
        </p:nvSpPr>
        <p:spPr>
          <a:xfrm>
            <a:off x="6192" y="1727183"/>
            <a:ext cx="9124348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2800" b="0" i="0">
                <a:effectLst/>
                <a:latin typeface="Calibri"/>
                <a:ea typeface="Calibri"/>
                <a:cs typeface="Calibri"/>
              </a:rPr>
              <a:t>All glory to the Father be,</a:t>
            </a:r>
            <a:br>
              <a:rPr lang="en-US" sz="2800">
                <a:latin typeface="Calibri"/>
                <a:ea typeface="Calibri"/>
                <a:cs typeface="Calibri"/>
              </a:rPr>
            </a:br>
            <a:r>
              <a:rPr lang="en-US" sz="2800" b="0" i="0">
                <a:effectLst/>
                <a:latin typeface="Calibri"/>
                <a:ea typeface="Calibri"/>
                <a:cs typeface="Calibri"/>
              </a:rPr>
              <a:t>all glory to the Son,</a:t>
            </a:r>
            <a:br>
              <a:rPr lang="en-US" sz="2800">
                <a:latin typeface="Calibri"/>
                <a:ea typeface="Calibri"/>
                <a:cs typeface="Calibri"/>
              </a:rPr>
            </a:br>
            <a:r>
              <a:rPr lang="en-US" sz="2800" b="0" i="0">
                <a:effectLst/>
                <a:latin typeface="Calibri"/>
                <a:ea typeface="Calibri"/>
                <a:cs typeface="Calibri"/>
              </a:rPr>
              <a:t>all glory, Holy Ghost, to thee,</a:t>
            </a:r>
            <a:br>
              <a:rPr lang="en-US" sz="2800">
                <a:latin typeface="Calibri"/>
                <a:ea typeface="Calibri"/>
                <a:cs typeface="Calibri"/>
              </a:rPr>
            </a:br>
            <a:r>
              <a:rPr lang="en-US" sz="2800" b="0" i="0">
                <a:effectLst/>
                <a:latin typeface="Calibri"/>
                <a:ea typeface="Calibri"/>
                <a:cs typeface="Calibri"/>
              </a:rPr>
              <a:t>while endless ages run.</a:t>
            </a:r>
            <a:endParaRPr lang="en-SG" sz="280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271007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A3992-FAD8-191E-F1B6-7FFCAB77D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1334C6-7EE2-49DB-32B1-82C6D8E0FA4E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6156517C-D3E9-9679-FBF2-3665652E9E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E5F1EFE9-2C7F-FD9E-A1D1-0E4FBADF9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Hymn 325</a:t>
            </a:r>
          </a:p>
        </p:txBody>
      </p:sp>
    </p:spTree>
    <p:extLst>
      <p:ext uri="{BB962C8B-B14F-4D97-AF65-F5344CB8AC3E}">
        <p14:creationId xmlns:p14="http://schemas.microsoft.com/office/powerpoint/2010/main" val="26847126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735EF-0DB9-3E17-08E3-C1945BA57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8AD01-0F67-C3AF-1AAF-11248472D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Hymn 325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687E6C-ACB6-46BC-999B-EC799FF242DE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2: 1 of 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E1DB4F-C217-2890-DB3F-D9D8888A471B}"/>
              </a:ext>
            </a:extLst>
          </p:cNvPr>
          <p:cNvSpPr txBox="1"/>
          <p:nvPr/>
        </p:nvSpPr>
        <p:spPr>
          <a:xfrm>
            <a:off x="-2213" y="931141"/>
            <a:ext cx="9040304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2800">
                <a:latin typeface="Calibri"/>
                <a:ea typeface="Calibri"/>
                <a:cs typeface="Calibri"/>
              </a:rPr>
              <a:t>Here from the world we turn, </a:t>
            </a:r>
          </a:p>
          <a:p>
            <a:pPr algn="ctr"/>
            <a:r>
              <a:rPr lang="en-US" sz="2800">
                <a:latin typeface="Calibri"/>
                <a:ea typeface="Calibri"/>
                <a:cs typeface="Calibri"/>
              </a:rPr>
              <a:t>Je-sus to seek;</a:t>
            </a:r>
          </a:p>
          <a:p>
            <a:pPr algn="ctr"/>
            <a:r>
              <a:rPr lang="en-US" sz="2800">
                <a:latin typeface="Calibri"/>
                <a:ea typeface="Calibri"/>
                <a:cs typeface="Calibri"/>
              </a:rPr>
              <a:t>Here may His </a:t>
            </a:r>
            <a:r>
              <a:rPr lang="en-US" sz="2800" err="1">
                <a:latin typeface="Calibri"/>
                <a:ea typeface="Calibri"/>
                <a:cs typeface="Calibri"/>
              </a:rPr>
              <a:t>lov-ing</a:t>
            </a:r>
            <a:r>
              <a:rPr lang="en-US" sz="2800">
                <a:latin typeface="Calibri"/>
                <a:ea typeface="Calibri"/>
                <a:cs typeface="Calibri"/>
              </a:rPr>
              <a:t> voice </a:t>
            </a:r>
          </a:p>
          <a:p>
            <a:pPr algn="ctr"/>
            <a:r>
              <a:rPr lang="en-US" sz="2800">
                <a:latin typeface="Calibri"/>
                <a:ea typeface="Calibri"/>
                <a:cs typeface="Calibri"/>
              </a:rPr>
              <a:t>Ten-der-</a:t>
            </a:r>
            <a:r>
              <a:rPr lang="en-US" sz="2800" err="1">
                <a:latin typeface="Calibri"/>
                <a:ea typeface="Calibri"/>
                <a:cs typeface="Calibri"/>
              </a:rPr>
              <a:t>ly</a:t>
            </a:r>
            <a:r>
              <a:rPr lang="en-US" sz="2800">
                <a:latin typeface="Calibri"/>
                <a:ea typeface="Calibri"/>
                <a:cs typeface="Calibri"/>
              </a:rPr>
              <a:t> speak!</a:t>
            </a:r>
          </a:p>
          <a:p>
            <a:pPr algn="ctr"/>
            <a:r>
              <a:rPr lang="en-US" sz="2800">
                <a:latin typeface="Calibri"/>
                <a:ea typeface="Calibri"/>
                <a:cs typeface="Calibri"/>
              </a:rPr>
              <a:t>Je-sus, our dear-</a:t>
            </a:r>
            <a:r>
              <a:rPr lang="en-US" sz="2800" err="1">
                <a:latin typeface="Calibri"/>
                <a:ea typeface="Calibri"/>
                <a:cs typeface="Calibri"/>
              </a:rPr>
              <a:t>est</a:t>
            </a:r>
            <a:r>
              <a:rPr lang="en-US" sz="2800">
                <a:latin typeface="Calibri"/>
                <a:ea typeface="Calibri"/>
                <a:cs typeface="Calibri"/>
              </a:rPr>
              <a:t> friend, </a:t>
            </a:r>
          </a:p>
          <a:p>
            <a:pPr algn="ctr"/>
            <a:r>
              <a:rPr lang="en-US" sz="2800">
                <a:latin typeface="Calibri"/>
                <a:ea typeface="Calibri"/>
                <a:cs typeface="Calibri"/>
              </a:rPr>
              <a:t>While at Thy feet we bend,</a:t>
            </a:r>
          </a:p>
          <a:p>
            <a:pPr algn="ctr"/>
            <a:r>
              <a:rPr lang="en-US" sz="2800">
                <a:latin typeface="Calibri"/>
                <a:ea typeface="Calibri"/>
                <a:cs typeface="Calibri"/>
              </a:rPr>
              <a:t>Oh, let Thy smile des-</a:t>
            </a:r>
            <a:r>
              <a:rPr lang="en-US" sz="2800" err="1">
                <a:latin typeface="Calibri"/>
                <a:ea typeface="Calibri"/>
                <a:cs typeface="Calibri"/>
              </a:rPr>
              <a:t>cend</a:t>
            </a:r>
            <a:r>
              <a:rPr lang="en-US" sz="2800">
                <a:latin typeface="Calibri"/>
                <a:ea typeface="Calibri"/>
                <a:cs typeface="Calibri"/>
              </a:rPr>
              <a:t>! </a:t>
            </a:r>
          </a:p>
          <a:p>
            <a:pPr algn="ctr"/>
            <a:r>
              <a:rPr lang="en-US" sz="2800">
                <a:latin typeface="Calibri"/>
                <a:ea typeface="Calibri"/>
                <a:cs typeface="Calibri"/>
              </a:rPr>
              <a:t>‘Tis Thee we seek.</a:t>
            </a:r>
            <a:endParaRPr lang="en-SG" sz="2800">
              <a:latin typeface="Calibri"/>
              <a:ea typeface="Calibri"/>
              <a:cs typeface="Calibri"/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DFE5602B-6E2D-A173-4DF8-9982BC2DDA0E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07253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C7953-4AB1-E4BB-5CF7-10454ACE8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02527-9DE8-2928-4B20-6E1A1AC53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Hymn 325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53BFD2C4-45A4-199B-ABE1-DD9D887343B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15CFD0-F654-AFD3-2A5A-C0BD46042F9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2: 2 of 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98B12B-9756-7A09-C500-0DFAFEA93455}"/>
              </a:ext>
            </a:extLst>
          </p:cNvPr>
          <p:cNvSpPr txBox="1"/>
          <p:nvPr/>
        </p:nvSpPr>
        <p:spPr>
          <a:xfrm>
            <a:off x="56618" y="928764"/>
            <a:ext cx="9040304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2800">
                <a:latin typeface="Calibri"/>
                <a:ea typeface="Calibri"/>
                <a:cs typeface="Calibri"/>
              </a:rPr>
              <a:t>Come, Ho-</a:t>
            </a:r>
            <a:r>
              <a:rPr lang="en-US" sz="2800" err="1">
                <a:latin typeface="Calibri"/>
                <a:ea typeface="Calibri"/>
                <a:cs typeface="Calibri"/>
              </a:rPr>
              <a:t>ly</a:t>
            </a:r>
            <a:r>
              <a:rPr lang="en-US" sz="2800">
                <a:latin typeface="Calibri"/>
                <a:ea typeface="Calibri"/>
                <a:cs typeface="Calibri"/>
              </a:rPr>
              <a:t> Com-fort-er,</a:t>
            </a:r>
          </a:p>
          <a:p>
            <a:pPr algn="ctr"/>
            <a:r>
              <a:rPr lang="en-US" sz="2800">
                <a:latin typeface="Calibri"/>
                <a:ea typeface="Calibri"/>
                <a:cs typeface="Calibri"/>
              </a:rPr>
              <a:t>Presence Di-vine,</a:t>
            </a:r>
          </a:p>
          <a:p>
            <a:pPr algn="ctr"/>
            <a:r>
              <a:rPr lang="en-US" sz="2800">
                <a:latin typeface="Calibri"/>
                <a:ea typeface="Calibri"/>
                <a:cs typeface="Calibri"/>
              </a:rPr>
              <a:t>Now in our longing hearts</a:t>
            </a:r>
          </a:p>
          <a:p>
            <a:pPr algn="ctr"/>
            <a:r>
              <a:rPr lang="en-US" sz="2800">
                <a:latin typeface="Calibri"/>
                <a:ea typeface="Calibri"/>
                <a:cs typeface="Calibri"/>
              </a:rPr>
              <a:t>Graciously shine;</a:t>
            </a:r>
          </a:p>
          <a:p>
            <a:pPr algn="ctr"/>
            <a:r>
              <a:rPr lang="en-US" sz="2800">
                <a:latin typeface="Calibri"/>
                <a:ea typeface="Calibri"/>
                <a:cs typeface="Calibri"/>
              </a:rPr>
              <a:t>Oh for Thy mighty power!</a:t>
            </a:r>
          </a:p>
          <a:p>
            <a:pPr algn="ctr"/>
            <a:r>
              <a:rPr lang="en-US" sz="2800">
                <a:latin typeface="Calibri"/>
                <a:ea typeface="Calibri"/>
                <a:cs typeface="Calibri"/>
              </a:rPr>
              <a:t>Oh for a </a:t>
            </a:r>
            <a:r>
              <a:rPr lang="en-US" sz="2800" err="1">
                <a:latin typeface="Calibri"/>
                <a:ea typeface="Calibri"/>
                <a:cs typeface="Calibri"/>
              </a:rPr>
              <a:t>bles</a:t>
            </a:r>
            <a:r>
              <a:rPr lang="en-US" sz="2800">
                <a:latin typeface="Calibri"/>
                <a:ea typeface="Calibri"/>
                <a:cs typeface="Calibri"/>
              </a:rPr>
              <a:t>-sed shower,</a:t>
            </a:r>
          </a:p>
          <a:p>
            <a:pPr algn="ctr"/>
            <a:r>
              <a:rPr lang="en-US" sz="2800">
                <a:latin typeface="Calibri"/>
                <a:ea typeface="Calibri"/>
                <a:cs typeface="Calibri"/>
              </a:rPr>
              <a:t>Filling this hallowed hour, </a:t>
            </a:r>
          </a:p>
          <a:p>
            <a:pPr algn="ctr"/>
            <a:r>
              <a:rPr lang="en-US" sz="2800">
                <a:latin typeface="Calibri"/>
                <a:ea typeface="Calibri"/>
                <a:cs typeface="Calibri"/>
              </a:rPr>
              <a:t>With joy Divine!</a:t>
            </a:r>
          </a:p>
        </p:txBody>
      </p:sp>
    </p:spTree>
    <p:extLst>
      <p:ext uri="{BB962C8B-B14F-4D97-AF65-F5344CB8AC3E}">
        <p14:creationId xmlns:p14="http://schemas.microsoft.com/office/powerpoint/2010/main" val="23651987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249E8-EE9D-A754-0517-2D9CFE883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A633E-4CA3-5645-E6AD-4C6330025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Hymn 325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F85685E3-F57A-745F-6846-99E7CD52D078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BD734B-5DE8-BB09-778D-14AD01F56285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2: 3 of 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F702B8-AC38-A18D-7740-126B52F022D7}"/>
              </a:ext>
            </a:extLst>
          </p:cNvPr>
          <p:cNvSpPr txBox="1"/>
          <p:nvPr/>
        </p:nvSpPr>
        <p:spPr>
          <a:xfrm>
            <a:off x="48214" y="928764"/>
            <a:ext cx="9040304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2800">
                <a:latin typeface="Calibri"/>
                <a:ea typeface="Calibri"/>
                <a:cs typeface="Calibri"/>
              </a:rPr>
              <a:t>Sa-</a:t>
            </a:r>
            <a:r>
              <a:rPr lang="en-US" sz="2800" err="1">
                <a:latin typeface="Calibri"/>
                <a:ea typeface="Calibri"/>
                <a:cs typeface="Calibri"/>
              </a:rPr>
              <a:t>viour</a:t>
            </a:r>
            <a:r>
              <a:rPr lang="en-US" sz="2800">
                <a:latin typeface="Calibri"/>
                <a:ea typeface="Calibri"/>
                <a:cs typeface="Calibri"/>
              </a:rPr>
              <a:t>, Thy work re-</a:t>
            </a:r>
            <a:r>
              <a:rPr lang="en-US" sz="2800" err="1">
                <a:latin typeface="Calibri"/>
                <a:ea typeface="Calibri"/>
                <a:cs typeface="Calibri"/>
              </a:rPr>
              <a:t>vive</a:t>
            </a:r>
            <a:r>
              <a:rPr lang="en-US" sz="2800">
                <a:latin typeface="Calibri"/>
                <a:ea typeface="Calibri"/>
                <a:cs typeface="Calibri"/>
              </a:rPr>
              <a:t>,</a:t>
            </a:r>
          </a:p>
          <a:p>
            <a:pPr algn="ctr"/>
            <a:r>
              <a:rPr lang="en-US" sz="2800">
                <a:latin typeface="Calibri"/>
                <a:ea typeface="Calibri"/>
                <a:cs typeface="Calibri"/>
              </a:rPr>
              <a:t>Here may we see</a:t>
            </a:r>
          </a:p>
          <a:p>
            <a:pPr algn="ctr"/>
            <a:r>
              <a:rPr lang="en-US" sz="2800">
                <a:latin typeface="Calibri"/>
                <a:ea typeface="Calibri"/>
                <a:cs typeface="Calibri"/>
              </a:rPr>
              <a:t>Those who are dead in sin</a:t>
            </a:r>
          </a:p>
          <a:p>
            <a:pPr algn="ctr"/>
            <a:r>
              <a:rPr lang="en-US" sz="2800">
                <a:latin typeface="Calibri"/>
                <a:ea typeface="Calibri"/>
                <a:cs typeface="Calibri"/>
              </a:rPr>
              <a:t>Quick-</a:t>
            </a:r>
            <a:r>
              <a:rPr lang="en-US" sz="2800" err="1">
                <a:latin typeface="Calibri"/>
                <a:ea typeface="Calibri"/>
                <a:cs typeface="Calibri"/>
              </a:rPr>
              <a:t>ened</a:t>
            </a:r>
            <a:r>
              <a:rPr lang="en-US" sz="2800">
                <a:latin typeface="Calibri"/>
                <a:ea typeface="Calibri"/>
                <a:cs typeface="Calibri"/>
              </a:rPr>
              <a:t> by Thee;</a:t>
            </a:r>
          </a:p>
          <a:p>
            <a:pPr algn="ctr"/>
            <a:r>
              <a:rPr lang="en-US" sz="2800">
                <a:latin typeface="Calibri"/>
                <a:ea typeface="Calibri"/>
                <a:cs typeface="Calibri"/>
              </a:rPr>
              <a:t>Come to our hearts’ de-light,</a:t>
            </a:r>
          </a:p>
          <a:p>
            <a:pPr algn="ctr"/>
            <a:r>
              <a:rPr lang="en-US" sz="2800">
                <a:latin typeface="Calibri"/>
                <a:ea typeface="Calibri"/>
                <a:cs typeface="Calibri"/>
              </a:rPr>
              <a:t>Make </a:t>
            </a:r>
            <a:r>
              <a:rPr lang="en-US" sz="2800" err="1">
                <a:latin typeface="Calibri"/>
                <a:ea typeface="Calibri"/>
                <a:cs typeface="Calibri"/>
              </a:rPr>
              <a:t>ev</a:t>
            </a:r>
            <a:r>
              <a:rPr lang="en-US" sz="2800">
                <a:latin typeface="Calibri"/>
                <a:ea typeface="Calibri"/>
                <a:cs typeface="Calibri"/>
              </a:rPr>
              <a:t>-’</a:t>
            </a:r>
            <a:r>
              <a:rPr lang="en-US" sz="2800" err="1">
                <a:latin typeface="Calibri"/>
                <a:ea typeface="Calibri"/>
                <a:cs typeface="Calibri"/>
              </a:rPr>
              <a:t>ry</a:t>
            </a:r>
            <a:r>
              <a:rPr lang="en-US" sz="2800">
                <a:latin typeface="Calibri"/>
                <a:ea typeface="Calibri"/>
                <a:cs typeface="Calibri"/>
              </a:rPr>
              <a:t> bur-den light,</a:t>
            </a:r>
          </a:p>
          <a:p>
            <a:pPr algn="ctr"/>
            <a:r>
              <a:rPr lang="en-US" sz="2800">
                <a:latin typeface="Calibri"/>
                <a:ea typeface="Calibri"/>
                <a:cs typeface="Calibri"/>
              </a:rPr>
              <a:t>Cheer Thou our wait-</a:t>
            </a:r>
            <a:r>
              <a:rPr lang="en-US" sz="2800" err="1">
                <a:latin typeface="Calibri"/>
                <a:ea typeface="Calibri"/>
                <a:cs typeface="Calibri"/>
              </a:rPr>
              <a:t>ing</a:t>
            </a:r>
            <a:r>
              <a:rPr lang="en-US" sz="2800">
                <a:latin typeface="Calibri"/>
                <a:ea typeface="Calibri"/>
                <a:cs typeface="Calibri"/>
              </a:rPr>
              <a:t> sight;</a:t>
            </a:r>
          </a:p>
          <a:p>
            <a:pPr algn="ctr"/>
            <a:r>
              <a:rPr lang="en-US" sz="2800">
                <a:latin typeface="Calibri"/>
                <a:ea typeface="Calibri"/>
                <a:cs typeface="Calibri"/>
              </a:rPr>
              <a:t>We long for Thee.</a:t>
            </a:r>
            <a:endParaRPr lang="en-SG" sz="280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394273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DA89A-7C08-CCE5-75F7-4FA773DE0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DB4C3-4D10-8770-5735-832028FC5D08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B215DD8B-A764-FC8D-C2B1-0C57092D75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F5DD54E3-DC06-0B2F-B4DC-3A634421A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Hymn 473</a:t>
            </a:r>
          </a:p>
        </p:txBody>
      </p:sp>
    </p:spTree>
    <p:extLst>
      <p:ext uri="{BB962C8B-B14F-4D97-AF65-F5344CB8AC3E}">
        <p14:creationId xmlns:p14="http://schemas.microsoft.com/office/powerpoint/2010/main" val="24065811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11C70-18A8-639F-B388-9D27EB412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247C4-7A0E-CA01-D3F5-C5DDF9F12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Hymn 473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403F8333-98D8-DE76-4A7B-5CFDB90B4C53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8E5F5E-AFCD-CA89-E3DF-EB5B7465010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3: 1 of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36F35D-48AB-EDB2-4394-D9653B1CDDAF}"/>
              </a:ext>
            </a:extLst>
          </p:cNvPr>
          <p:cNvSpPr txBox="1"/>
          <p:nvPr/>
        </p:nvSpPr>
        <p:spPr>
          <a:xfrm>
            <a:off x="-2213" y="861869"/>
            <a:ext cx="9040304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2800">
                <a:latin typeface="Calibri"/>
                <a:ea typeface="Calibri"/>
                <a:cs typeface="Calibri"/>
              </a:rPr>
              <a:t>Just as I am, with-out one plea,</a:t>
            </a:r>
          </a:p>
          <a:p>
            <a:pPr algn="ctr"/>
            <a:r>
              <a:rPr lang="en-US" sz="2800">
                <a:latin typeface="Calibri"/>
                <a:ea typeface="Calibri"/>
                <a:cs typeface="Calibri"/>
              </a:rPr>
              <a:t>But that Thy blood was shed for me,</a:t>
            </a:r>
          </a:p>
          <a:p>
            <a:pPr algn="ctr"/>
            <a:r>
              <a:rPr lang="en-US" sz="2800">
                <a:latin typeface="Calibri"/>
                <a:ea typeface="Calibri"/>
                <a:cs typeface="Calibri"/>
              </a:rPr>
              <a:t>And that Thou </a:t>
            </a:r>
            <a:r>
              <a:rPr lang="en-US" sz="2800" err="1">
                <a:latin typeface="Calibri"/>
                <a:ea typeface="Calibri"/>
                <a:cs typeface="Calibri"/>
              </a:rPr>
              <a:t>bidd’st</a:t>
            </a:r>
            <a:r>
              <a:rPr lang="en-US" sz="2800">
                <a:latin typeface="Calibri"/>
                <a:ea typeface="Calibri"/>
                <a:cs typeface="Calibri"/>
              </a:rPr>
              <a:t> me come to Thee,</a:t>
            </a:r>
          </a:p>
          <a:p>
            <a:pPr algn="ctr"/>
            <a:r>
              <a:rPr lang="en-US" sz="2800">
                <a:latin typeface="Calibri"/>
                <a:ea typeface="Calibri"/>
                <a:cs typeface="Calibri"/>
              </a:rPr>
              <a:t>O Lamb of God, I come, I come!</a:t>
            </a:r>
          </a:p>
          <a:p>
            <a:pPr algn="ctr"/>
            <a:endParaRPr lang="en-US" sz="2800">
              <a:latin typeface="Calibri"/>
              <a:ea typeface="Calibri"/>
              <a:cs typeface="Calibri"/>
            </a:endParaRPr>
          </a:p>
          <a:p>
            <a:pPr algn="ctr"/>
            <a:r>
              <a:rPr lang="en-US" sz="2800">
                <a:latin typeface="Calibri"/>
                <a:ea typeface="Calibri"/>
                <a:cs typeface="Calibri"/>
              </a:rPr>
              <a:t>Just as I am – poor, wretched, blind</a:t>
            </a:r>
            <a:r>
              <a:rPr lang="en-SG" sz="2800">
                <a:latin typeface="Calibri"/>
                <a:ea typeface="Calibri"/>
                <a:cs typeface="Calibri"/>
              </a:rPr>
              <a:t>,</a:t>
            </a:r>
          </a:p>
          <a:p>
            <a:pPr algn="ctr"/>
            <a:r>
              <a:rPr lang="en-SG" sz="2800">
                <a:latin typeface="Calibri"/>
                <a:ea typeface="Calibri"/>
                <a:cs typeface="Calibri"/>
              </a:rPr>
              <a:t>Sight, rich-es, heal-</a:t>
            </a:r>
            <a:r>
              <a:rPr lang="en-SG" sz="2800" err="1">
                <a:latin typeface="Calibri"/>
                <a:ea typeface="Calibri"/>
                <a:cs typeface="Calibri"/>
              </a:rPr>
              <a:t>ing</a:t>
            </a:r>
            <a:r>
              <a:rPr lang="en-SG" sz="2800">
                <a:latin typeface="Calibri"/>
                <a:ea typeface="Calibri"/>
                <a:cs typeface="Calibri"/>
              </a:rPr>
              <a:t> of the mind,</a:t>
            </a:r>
          </a:p>
          <a:p>
            <a:pPr algn="ctr"/>
            <a:r>
              <a:rPr lang="en-SG" sz="2800">
                <a:latin typeface="Calibri"/>
                <a:ea typeface="Calibri"/>
                <a:cs typeface="Calibri"/>
              </a:rPr>
              <a:t>Yea, all I need, in Thee to find,</a:t>
            </a:r>
          </a:p>
          <a:p>
            <a:pPr algn="ctr"/>
            <a:r>
              <a:rPr lang="en-SG" sz="2800">
                <a:latin typeface="Calibri"/>
                <a:ea typeface="Calibri"/>
                <a:cs typeface="Calibri"/>
              </a:rPr>
              <a:t>O Lamb of God, I come, I come!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591424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D07E6-712C-BAF7-6573-67A1D9738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2D77C-B38A-287F-E3B9-951C524ED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Segoe UI"/>
                <a:cs typeface="Segoe UI"/>
              </a:rPr>
              <a:t>Holy Communion – Hymn 473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32829AD9-5C14-C4B1-5D16-D57A7574E68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E4C9F0-842B-429B-976C-86FBFEE24A85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3: 2 of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62E501-1B83-9F91-CC38-1F8F6478B915}"/>
              </a:ext>
            </a:extLst>
          </p:cNvPr>
          <p:cNvSpPr txBox="1"/>
          <p:nvPr/>
        </p:nvSpPr>
        <p:spPr>
          <a:xfrm>
            <a:off x="-2213" y="861869"/>
            <a:ext cx="9040304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2800">
                <a:latin typeface="Calibri"/>
                <a:ea typeface="Calibri"/>
                <a:cs typeface="Calibri"/>
              </a:rPr>
              <a:t>Just as I am – Thou wilt receive,</a:t>
            </a:r>
            <a:br>
              <a:rPr lang="en-US" sz="2800">
                <a:latin typeface="Calibri"/>
                <a:ea typeface="Calibri"/>
                <a:cs typeface="Calibri"/>
              </a:rPr>
            </a:br>
            <a:r>
              <a:rPr lang="en-US" sz="2800">
                <a:latin typeface="Calibri"/>
                <a:ea typeface="Calibri"/>
                <a:cs typeface="Calibri"/>
              </a:rPr>
              <a:t>Wilt welcome, pardon, cleanse, relieve;</a:t>
            </a:r>
          </a:p>
          <a:p>
            <a:pPr algn="ctr"/>
            <a:r>
              <a:rPr lang="en-US" sz="2800">
                <a:latin typeface="Calibri"/>
                <a:ea typeface="Calibri"/>
                <a:cs typeface="Calibri"/>
              </a:rPr>
              <a:t>Because Thy promise I believe,</a:t>
            </a:r>
          </a:p>
          <a:p>
            <a:pPr algn="ctr"/>
            <a:r>
              <a:rPr lang="en-US" sz="2800">
                <a:latin typeface="Calibri"/>
                <a:ea typeface="Calibri"/>
                <a:cs typeface="Calibri"/>
              </a:rPr>
              <a:t>O Lamb of God, I come, I come!</a:t>
            </a:r>
          </a:p>
          <a:p>
            <a:pPr algn="ctr"/>
            <a:endParaRPr lang="en-US" sz="2800">
              <a:latin typeface="Calibri"/>
              <a:ea typeface="Calibri"/>
              <a:cs typeface="Calibri"/>
            </a:endParaRPr>
          </a:p>
          <a:p>
            <a:pPr algn="ctr"/>
            <a:r>
              <a:rPr lang="en-US" sz="2800">
                <a:latin typeface="Calibri"/>
                <a:ea typeface="Calibri"/>
                <a:cs typeface="Calibri"/>
              </a:rPr>
              <a:t>Just as I am – Thy love unknown</a:t>
            </a:r>
          </a:p>
          <a:p>
            <a:pPr algn="ctr"/>
            <a:r>
              <a:rPr lang="en-US" sz="2800">
                <a:latin typeface="Calibri"/>
                <a:ea typeface="Calibri"/>
                <a:cs typeface="Calibri"/>
              </a:rPr>
              <a:t>Has broken every barrier down;</a:t>
            </a:r>
          </a:p>
          <a:p>
            <a:pPr algn="ctr"/>
            <a:r>
              <a:rPr lang="en-US" sz="2800">
                <a:latin typeface="Calibri"/>
                <a:ea typeface="Calibri"/>
                <a:cs typeface="Calibri"/>
              </a:rPr>
              <a:t>Now to be Thine, yea, Thine alone</a:t>
            </a:r>
          </a:p>
          <a:p>
            <a:pPr algn="ctr"/>
            <a:r>
              <a:rPr lang="en-US" sz="2800">
                <a:latin typeface="Calibri"/>
                <a:ea typeface="Calibri"/>
                <a:cs typeface="Calibri"/>
              </a:rPr>
              <a:t>O Lamb of God, I come, I come!</a:t>
            </a:r>
          </a:p>
        </p:txBody>
      </p:sp>
    </p:spTree>
    <p:extLst>
      <p:ext uri="{BB962C8B-B14F-4D97-AF65-F5344CB8AC3E}">
        <p14:creationId xmlns:p14="http://schemas.microsoft.com/office/powerpoint/2010/main" val="4123382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70F5C-01B1-E555-35C9-BAC7C64D0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17874C5-64B5-D78D-F583-D89694FEF53D}"/>
              </a:ext>
            </a:extLst>
          </p:cNvPr>
          <p:cNvSpPr txBox="1">
            <a:spLocks/>
          </p:cNvSpPr>
          <p:nvPr/>
        </p:nvSpPr>
        <p:spPr>
          <a:xfrm>
            <a:off x="595423" y="1028892"/>
            <a:ext cx="8335926" cy="294553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Parish Day /</a:t>
            </a:r>
            <a:b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</a:b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First Communicants’ 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Dedication</a:t>
            </a:r>
            <a:endParaRPr lang="en-US" sz="6000"/>
          </a:p>
        </p:txBody>
      </p:sp>
    </p:spTree>
    <p:extLst>
      <p:ext uri="{BB962C8B-B14F-4D97-AF65-F5344CB8AC3E}">
        <p14:creationId xmlns:p14="http://schemas.microsoft.com/office/powerpoint/2010/main" val="40008311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6BB2930-A4C7-F30F-1B80-CC4D479494FA}"/>
              </a:ext>
            </a:extLst>
          </p:cNvPr>
          <p:cNvSpPr/>
          <p:nvPr/>
        </p:nvSpPr>
        <p:spPr>
          <a:xfrm>
            <a:off x="1940855" y="2135782"/>
            <a:ext cx="5262283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F3B4DD-D28E-D949-A750-E7C0BC73DB23}"/>
              </a:ext>
            </a:extLst>
          </p:cNvPr>
          <p:cNvSpPr txBox="1">
            <a:spLocks/>
          </p:cNvSpPr>
          <p:nvPr/>
        </p:nvSpPr>
        <p:spPr>
          <a:xfrm>
            <a:off x="2106541" y="2183412"/>
            <a:ext cx="4930917" cy="77667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Announcements</a:t>
            </a:r>
          </a:p>
        </p:txBody>
      </p:sp>
    </p:spTree>
    <p:extLst>
      <p:ext uri="{BB962C8B-B14F-4D97-AF65-F5344CB8AC3E}">
        <p14:creationId xmlns:p14="http://schemas.microsoft.com/office/powerpoint/2010/main" val="30713239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B6C93E1-36CE-F678-40EB-0ED3F01C1EFB}"/>
              </a:ext>
            </a:extLst>
          </p:cNvPr>
          <p:cNvSpPr/>
          <p:nvPr/>
        </p:nvSpPr>
        <p:spPr>
          <a:xfrm>
            <a:off x="1125066" y="1743605"/>
            <a:ext cx="6893857" cy="2360395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AE418-84FE-0E25-B13A-DAD0615A2C9F}"/>
              </a:ext>
            </a:extLst>
          </p:cNvPr>
          <p:cNvSpPr txBox="1">
            <a:spLocks/>
          </p:cNvSpPr>
          <p:nvPr/>
        </p:nvSpPr>
        <p:spPr>
          <a:xfrm>
            <a:off x="1127376" y="1742945"/>
            <a:ext cx="6910801" cy="2284511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>
                <a:solidFill>
                  <a:schemeClr val="bg1"/>
                </a:solidFill>
                <a:latin typeface="Tenorite"/>
              </a:rPr>
              <a:t>Closing Hymn</a:t>
            </a:r>
          </a:p>
          <a:p>
            <a:r>
              <a:rPr lang="en-US" i="1">
                <a:solidFill>
                  <a:schemeClr val="bg1"/>
                </a:solidFill>
                <a:latin typeface="Tenorite"/>
              </a:rPr>
              <a:t>Tenderly Guide Us</a:t>
            </a:r>
            <a:endParaRPr lang="en-US" sz="3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01846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1A977-306D-A1A0-1430-C6484934E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5B4FD-F767-72BB-F1E7-36E7D6814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60045" indent="-360045">
              <a:lnSpc>
                <a:spcPct val="115000"/>
              </a:lnSpc>
              <a:spcBef>
                <a:spcPts val="0"/>
              </a:spcBef>
            </a:pPr>
            <a:r>
              <a:rPr lang="en-SG" sz="2800" dirty="0">
                <a:effectLst/>
                <a:ea typeface="Calibri"/>
                <a:cs typeface="Segoe UI"/>
              </a:rPr>
              <a:t>Closing Hymn – </a:t>
            </a:r>
            <a:r>
              <a:rPr lang="en-US" sz="2800" dirty="0">
                <a:ea typeface="Calibri"/>
                <a:cs typeface="Segoe UI"/>
              </a:rPr>
              <a:t>Hymn 533 v1</a:t>
            </a:r>
            <a:endParaRPr lang="en-SG" sz="2800" b="0" dirty="0">
              <a:solidFill>
                <a:srgbClr val="000000"/>
              </a:solidFill>
              <a:ea typeface="Calibri"/>
              <a:cs typeface="Segoe U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E701C8-2DFC-AC1B-DB61-237A8B2847B9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AD9EF5-2286-3DE3-F2A3-0055009A2470}"/>
              </a:ext>
            </a:extLst>
          </p:cNvPr>
          <p:cNvSpPr/>
          <p:nvPr/>
        </p:nvSpPr>
        <p:spPr>
          <a:xfrm>
            <a:off x="640569" y="665351"/>
            <a:ext cx="8267307" cy="437042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SG" sz="2800" dirty="0">
                <a:latin typeface="Calibri"/>
                <a:ea typeface="Calibri"/>
                <a:cs typeface="Calibri"/>
              </a:rPr>
              <a:t>Ten-</a:t>
            </a:r>
            <a:r>
              <a:rPr lang="en-SG" sz="2800" dirty="0" err="1">
                <a:latin typeface="Calibri"/>
                <a:ea typeface="Calibri"/>
                <a:cs typeface="Calibri"/>
              </a:rPr>
              <a:t>derly</a:t>
            </a:r>
            <a:r>
              <a:rPr lang="en-SG" sz="2800" dirty="0">
                <a:latin typeface="Calibri"/>
                <a:ea typeface="Calibri"/>
                <a:cs typeface="Calibri"/>
              </a:rPr>
              <a:t> guide us, O Shepherd of love,</a:t>
            </a:r>
          </a:p>
          <a:p>
            <a:pPr algn="ctr">
              <a:spcAft>
                <a:spcPts val="600"/>
              </a:spcAft>
            </a:pPr>
            <a:r>
              <a:rPr lang="en-SG" sz="2800" dirty="0">
                <a:latin typeface="Calibri"/>
                <a:ea typeface="Calibri"/>
                <a:cs typeface="Calibri"/>
              </a:rPr>
              <a:t>To the green pastures and waters above</a:t>
            </a:r>
          </a:p>
          <a:p>
            <a:pPr algn="ctr">
              <a:spcAft>
                <a:spcPts val="600"/>
              </a:spcAft>
            </a:pPr>
            <a:r>
              <a:rPr lang="en-SG" sz="2800" dirty="0">
                <a:latin typeface="Calibri"/>
                <a:ea typeface="Calibri"/>
                <a:cs typeface="Calibri"/>
              </a:rPr>
              <a:t>Guarding us ever by night and by day,</a:t>
            </a:r>
          </a:p>
          <a:p>
            <a:pPr algn="ctr">
              <a:spcAft>
                <a:spcPts val="600"/>
              </a:spcAft>
            </a:pPr>
            <a:r>
              <a:rPr lang="en-SG" sz="2800" dirty="0">
                <a:latin typeface="Calibri"/>
                <a:ea typeface="Calibri"/>
                <a:cs typeface="Calibri"/>
              </a:rPr>
              <a:t>Never from Thee would we stray.</a:t>
            </a:r>
          </a:p>
          <a:p>
            <a:pPr algn="ctr">
              <a:spcAft>
                <a:spcPts val="600"/>
              </a:spcAft>
            </a:pPr>
            <a:endParaRPr lang="en-SG" sz="1000" dirty="0">
              <a:latin typeface="Calibri"/>
              <a:ea typeface="Calibri"/>
              <a:cs typeface="Calibri"/>
            </a:endParaRPr>
          </a:p>
          <a:p>
            <a:pPr algn="ctr">
              <a:spcAft>
                <a:spcPts val="600"/>
              </a:spcAft>
            </a:pPr>
            <a:r>
              <a:rPr lang="en-SG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Never!... never!... </a:t>
            </a:r>
          </a:p>
          <a:p>
            <a:pPr algn="ctr">
              <a:spcAft>
                <a:spcPts val="600"/>
              </a:spcAft>
            </a:pPr>
            <a:r>
              <a:rPr lang="en-SG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Never! oh, never! for Thou art the way; </a:t>
            </a:r>
          </a:p>
          <a:p>
            <a:pPr algn="ctr">
              <a:spcAft>
                <a:spcPts val="600"/>
              </a:spcAft>
            </a:pPr>
            <a:r>
              <a:rPr lang="en-SG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Never!... never!... </a:t>
            </a:r>
          </a:p>
          <a:p>
            <a:pPr algn="ctr">
              <a:spcAft>
                <a:spcPts val="600"/>
              </a:spcAft>
            </a:pPr>
            <a:r>
              <a:rPr lang="en-SG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Never from Thee would we stray!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7CA167-15CB-A699-20A6-1A67EAD5EF7E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Closing Hymn : 1 of 1</a:t>
            </a:r>
          </a:p>
        </p:txBody>
      </p:sp>
    </p:spTree>
    <p:extLst>
      <p:ext uri="{BB962C8B-B14F-4D97-AF65-F5344CB8AC3E}">
        <p14:creationId xmlns:p14="http://schemas.microsoft.com/office/powerpoint/2010/main" val="217082570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05027-9F67-0CC7-D25E-2C11E34F0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FAE6419-FD21-D8C4-EA68-4B0BF33220AA}"/>
              </a:ext>
            </a:extLst>
          </p:cNvPr>
          <p:cNvSpPr txBox="1">
            <a:spLocks/>
          </p:cNvSpPr>
          <p:nvPr/>
        </p:nvSpPr>
        <p:spPr>
          <a:xfrm>
            <a:off x="595423" y="1028892"/>
            <a:ext cx="8335926" cy="294553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Parish Day /</a:t>
            </a:r>
            <a:b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</a:b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First Communicants’ 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Dedication</a:t>
            </a:r>
            <a:endParaRPr lang="en-US" sz="6000"/>
          </a:p>
        </p:txBody>
      </p:sp>
    </p:spTree>
    <p:extLst>
      <p:ext uri="{BB962C8B-B14F-4D97-AF65-F5344CB8AC3E}">
        <p14:creationId xmlns:p14="http://schemas.microsoft.com/office/powerpoint/2010/main" val="25082670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75FC7-DA36-C135-F765-668990C35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9E149A4-48D9-966A-F6B3-24BC8B573173}"/>
              </a:ext>
            </a:extLst>
          </p:cNvPr>
          <p:cNvSpPr/>
          <p:nvPr/>
        </p:nvSpPr>
        <p:spPr>
          <a:xfrm>
            <a:off x="1125066" y="1743605"/>
            <a:ext cx="6893857" cy="2360395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75D25F-1ACA-F291-7A43-310A77C1CED2}"/>
              </a:ext>
            </a:extLst>
          </p:cNvPr>
          <p:cNvSpPr txBox="1">
            <a:spLocks/>
          </p:cNvSpPr>
          <p:nvPr/>
        </p:nvSpPr>
        <p:spPr>
          <a:xfrm>
            <a:off x="1127376" y="1742945"/>
            <a:ext cx="6910801" cy="2284511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 dirty="0">
                <a:solidFill>
                  <a:schemeClr val="bg1"/>
                </a:solidFill>
                <a:latin typeface="Tenorite"/>
              </a:rPr>
              <a:t>Public Meeting : Opening</a:t>
            </a:r>
            <a:endParaRPr lang="en-US">
              <a:solidFill>
                <a:schemeClr val="bg1"/>
              </a:solidFill>
            </a:endParaRPr>
          </a:p>
          <a:p>
            <a:r>
              <a:rPr lang="en-US" i="1" dirty="0">
                <a:solidFill>
                  <a:schemeClr val="bg1"/>
                </a:solidFill>
                <a:latin typeface="Tenorite"/>
              </a:rPr>
              <a:t>O God, our help </a:t>
            </a:r>
            <a:endParaRPr lang="en-US">
              <a:solidFill>
                <a:schemeClr val="bg1"/>
              </a:solidFill>
            </a:endParaRPr>
          </a:p>
          <a:p>
            <a:r>
              <a:rPr lang="en-US" i="1" dirty="0">
                <a:solidFill>
                  <a:schemeClr val="bg1"/>
                </a:solidFill>
                <a:latin typeface="Tenorite"/>
              </a:rPr>
              <a:t>in Ages past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86942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1B68B-65A2-4C34-22B4-89BAAD855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sz="2800" dirty="0">
                <a:latin typeface="Segoe UI"/>
                <a:ea typeface="Calibri Light"/>
                <a:cs typeface="Segoe UI"/>
              </a:rPr>
              <a:t>Public Meeting Opening – Hymn 513</a:t>
            </a:r>
            <a:endParaRPr lang="en-SG" sz="2800" dirty="0">
              <a:solidFill>
                <a:srgbClr val="FFFFFF"/>
              </a:solidFill>
              <a:latin typeface="Segoe UI"/>
              <a:ea typeface="Calibri Light"/>
              <a:cs typeface="Segoe U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8348FC-CD01-E32D-4A89-6C5BCBC86A4F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5BB9C1-7F03-76D0-260F-6EBE42DF442E}"/>
              </a:ext>
            </a:extLst>
          </p:cNvPr>
          <p:cNvSpPr/>
          <p:nvPr/>
        </p:nvSpPr>
        <p:spPr>
          <a:xfrm>
            <a:off x="575461" y="1787441"/>
            <a:ext cx="8267307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>
                <a:latin typeface="Calibri"/>
                <a:ea typeface="Calibri"/>
                <a:cs typeface="Calibri"/>
              </a:rPr>
              <a:t>O God, our help in a-ges past,</a:t>
            </a:r>
          </a:p>
          <a:p>
            <a:pPr algn="ctr"/>
            <a:r>
              <a:rPr lang="en-SG" sz="2800">
                <a:latin typeface="Calibri"/>
                <a:ea typeface="Calibri"/>
                <a:cs typeface="Calibri"/>
              </a:rPr>
              <a:t>Our hope for years to come,</a:t>
            </a:r>
          </a:p>
          <a:p>
            <a:pPr algn="ctr"/>
            <a:r>
              <a:rPr lang="en-SG" sz="2800">
                <a:latin typeface="Calibri"/>
                <a:ea typeface="Calibri"/>
                <a:cs typeface="Calibri"/>
              </a:rPr>
              <a:t>Our shel-ter from the storm-y blast.</a:t>
            </a:r>
          </a:p>
          <a:p>
            <a:pPr algn="ctr"/>
            <a:r>
              <a:rPr lang="en-SG" sz="2800">
                <a:latin typeface="Calibri"/>
                <a:ea typeface="Calibri"/>
                <a:cs typeface="Calibri"/>
              </a:rPr>
              <a:t>And our e-ter-nal home.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CCF459-4597-429B-37FA-3C6B44793CFF}"/>
              </a:ext>
            </a:extLst>
          </p:cNvPr>
          <p:cNvSpPr txBox="1"/>
          <p:nvPr/>
        </p:nvSpPr>
        <p:spPr>
          <a:xfrm>
            <a:off x="6676130" y="4786008"/>
            <a:ext cx="246787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Public Meeting Opening: 1 of 3</a:t>
            </a:r>
          </a:p>
        </p:txBody>
      </p:sp>
    </p:spTree>
    <p:extLst>
      <p:ext uri="{BB962C8B-B14F-4D97-AF65-F5344CB8AC3E}">
        <p14:creationId xmlns:p14="http://schemas.microsoft.com/office/powerpoint/2010/main" val="242610019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83CE0-445A-C01D-BF4E-01E045DA7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65E26-3EE0-C236-5B84-003CCDED7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sz="2800" dirty="0">
                <a:latin typeface="Segoe UI"/>
                <a:ea typeface="Calibri Light"/>
                <a:cs typeface="Segoe UI"/>
              </a:rPr>
              <a:t>Public Meeting Opening – Hymn 513</a:t>
            </a:r>
            <a:endParaRPr lang="en-SG" sz="2800" dirty="0">
              <a:solidFill>
                <a:srgbClr val="FFFFFF"/>
              </a:solidFill>
              <a:latin typeface="Segoe UI"/>
              <a:ea typeface="Calibri Light"/>
              <a:cs typeface="Segoe U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76BD5B-5A68-5FBA-2882-68B7A9BA7A28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AE56B4-DFD3-50E2-99EE-7CFCB5DFCEB5}"/>
              </a:ext>
            </a:extLst>
          </p:cNvPr>
          <p:cNvSpPr/>
          <p:nvPr/>
        </p:nvSpPr>
        <p:spPr>
          <a:xfrm>
            <a:off x="575461" y="1787441"/>
            <a:ext cx="8267307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 dirty="0">
                <a:latin typeface="Calibri"/>
                <a:ea typeface="Calibri"/>
                <a:cs typeface="Calibri"/>
              </a:rPr>
              <a:t>Un-der the shadow of Thy throne</a:t>
            </a:r>
          </a:p>
          <a:p>
            <a:pPr algn="ctr"/>
            <a:r>
              <a:rPr lang="en-SG" sz="2800" dirty="0">
                <a:latin typeface="Calibri"/>
                <a:ea typeface="Calibri"/>
                <a:cs typeface="Calibri"/>
              </a:rPr>
              <a:t>Thy saints have dwelt secure;</a:t>
            </a:r>
          </a:p>
          <a:p>
            <a:pPr algn="ctr"/>
            <a:r>
              <a:rPr lang="en-SG" sz="2800" dirty="0">
                <a:latin typeface="Calibri"/>
                <a:ea typeface="Calibri"/>
                <a:cs typeface="Calibri"/>
              </a:rPr>
              <a:t>Sufficient is Thine arm alone,</a:t>
            </a:r>
          </a:p>
          <a:p>
            <a:pPr algn="ctr"/>
            <a:r>
              <a:rPr lang="en-SG" sz="2800" dirty="0">
                <a:latin typeface="Calibri"/>
                <a:ea typeface="Calibri"/>
                <a:cs typeface="Calibri"/>
              </a:rPr>
              <a:t>And our de-fence is sure.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134CF2-5E63-9BDB-5DF0-993E34A4421F}"/>
              </a:ext>
            </a:extLst>
          </p:cNvPr>
          <p:cNvSpPr txBox="1"/>
          <p:nvPr/>
        </p:nvSpPr>
        <p:spPr>
          <a:xfrm>
            <a:off x="6676130" y="4786008"/>
            <a:ext cx="246787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Public Meeting Opening: 2 of 3</a:t>
            </a:r>
          </a:p>
        </p:txBody>
      </p:sp>
    </p:spTree>
    <p:extLst>
      <p:ext uri="{BB962C8B-B14F-4D97-AF65-F5344CB8AC3E}">
        <p14:creationId xmlns:p14="http://schemas.microsoft.com/office/powerpoint/2010/main" val="9937143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B9D7E-5373-AE16-D51C-BC32344E7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7AE9B9-10C4-71EE-05FD-96F57F9912EE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41189A-177C-E940-C2BE-549261F2A164}"/>
              </a:ext>
            </a:extLst>
          </p:cNvPr>
          <p:cNvSpPr/>
          <p:nvPr/>
        </p:nvSpPr>
        <p:spPr>
          <a:xfrm>
            <a:off x="575461" y="1787441"/>
            <a:ext cx="8267307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>
                <a:latin typeface="Calibri"/>
                <a:ea typeface="Calibri"/>
                <a:cs typeface="Calibri"/>
              </a:rPr>
              <a:t>O God, our help in a-ges past</a:t>
            </a:r>
          </a:p>
          <a:p>
            <a:pPr algn="ctr"/>
            <a:r>
              <a:rPr lang="en-SG" sz="2800">
                <a:latin typeface="Calibri"/>
                <a:ea typeface="Calibri"/>
                <a:cs typeface="Calibri"/>
              </a:rPr>
              <a:t>Our hope for years to come,</a:t>
            </a:r>
          </a:p>
          <a:p>
            <a:pPr algn="ctr"/>
            <a:r>
              <a:rPr lang="en-SG" sz="2800">
                <a:latin typeface="Calibri"/>
                <a:ea typeface="Calibri"/>
                <a:cs typeface="Calibri"/>
              </a:rPr>
              <a:t>Be Thou our guard while life shall last,</a:t>
            </a:r>
          </a:p>
          <a:p>
            <a:pPr algn="ctr"/>
            <a:r>
              <a:rPr lang="en-SG" sz="2800">
                <a:latin typeface="Calibri"/>
                <a:ea typeface="Calibri"/>
                <a:cs typeface="Calibri"/>
              </a:rPr>
              <a:t>And our e-ter-nal home.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D20994-C069-A5E4-5D66-C81ACAC327B6}"/>
              </a:ext>
            </a:extLst>
          </p:cNvPr>
          <p:cNvSpPr txBox="1"/>
          <p:nvPr/>
        </p:nvSpPr>
        <p:spPr>
          <a:xfrm>
            <a:off x="6676130" y="4786008"/>
            <a:ext cx="246787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Public Meeting Opening: 3 of 3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3421501-882B-7911-9520-914934E57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SG" sz="2800" dirty="0">
                <a:latin typeface="Segoe UI"/>
                <a:ea typeface="Calibri Light"/>
                <a:cs typeface="Segoe UI"/>
              </a:rPr>
              <a:t>Public Meeting Opening – Hymn 513</a:t>
            </a:r>
            <a:endParaRPr lang="en-SG" sz="2800" dirty="0">
              <a:solidFill>
                <a:srgbClr val="FFFFFF"/>
              </a:solidFill>
              <a:latin typeface="Segoe UI"/>
              <a:ea typeface="Calibri Light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07109689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1C3A6-D7FB-E3F3-D498-AE13985BA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9FDCD63-1780-C36C-7268-401BEA79A36A}"/>
              </a:ext>
            </a:extLst>
          </p:cNvPr>
          <p:cNvSpPr txBox="1">
            <a:spLocks/>
          </p:cNvSpPr>
          <p:nvPr/>
        </p:nvSpPr>
        <p:spPr>
          <a:xfrm>
            <a:off x="595423" y="1028892"/>
            <a:ext cx="8335926" cy="294553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Parish Day /</a:t>
            </a:r>
            <a:b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</a:b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First Communicants’ 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Dedication</a:t>
            </a:r>
            <a:endParaRPr lang="en-US" sz="6000"/>
          </a:p>
        </p:txBody>
      </p:sp>
    </p:spTree>
    <p:extLst>
      <p:ext uri="{BB962C8B-B14F-4D97-AF65-F5344CB8AC3E}">
        <p14:creationId xmlns:p14="http://schemas.microsoft.com/office/powerpoint/2010/main" val="61283306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EC95F-45BC-5609-3AC1-C8DCA42FE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23B098B-900D-4835-D694-3715E60F2FAF}"/>
              </a:ext>
            </a:extLst>
          </p:cNvPr>
          <p:cNvSpPr/>
          <p:nvPr/>
        </p:nvSpPr>
        <p:spPr>
          <a:xfrm>
            <a:off x="1125066" y="1743605"/>
            <a:ext cx="6893857" cy="2360395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4A073-9619-0582-80C8-0ACD824CFF82}"/>
              </a:ext>
            </a:extLst>
          </p:cNvPr>
          <p:cNvSpPr txBox="1">
            <a:spLocks/>
          </p:cNvSpPr>
          <p:nvPr/>
        </p:nvSpPr>
        <p:spPr>
          <a:xfrm>
            <a:off x="1127376" y="1742945"/>
            <a:ext cx="6968674" cy="2284511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 dirty="0">
                <a:solidFill>
                  <a:schemeClr val="bg1"/>
                </a:solidFill>
                <a:latin typeface="Tenorite"/>
              </a:rPr>
              <a:t>Public Meeting : Closing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i="1" dirty="0">
                <a:solidFill>
                  <a:schemeClr val="bg1"/>
                </a:solidFill>
                <a:latin typeface="Tenorite"/>
              </a:rPr>
              <a:t>Onward Christian Soldiers - v1,3,5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905534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41633-1BC6-2B2C-4A7E-FBE9CAB81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27A10-CB7B-F5E8-DE64-C31029C7E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60045" indent="-360045">
              <a:lnSpc>
                <a:spcPct val="115000"/>
              </a:lnSpc>
              <a:spcBef>
                <a:spcPts val="0"/>
              </a:spcBef>
            </a:pPr>
            <a:r>
              <a:rPr lang="en-SG" sz="2800" dirty="0">
                <a:latin typeface="Segoe UI"/>
                <a:ea typeface="Calibri"/>
                <a:cs typeface="Segoe UI"/>
              </a:rPr>
              <a:t>Public Meeting Closing</a:t>
            </a:r>
            <a:r>
              <a:rPr lang="en-SG" sz="2800" dirty="0">
                <a:effectLst/>
                <a:latin typeface="Segoe UI"/>
                <a:ea typeface="Calibri"/>
                <a:cs typeface="Segoe UI"/>
              </a:rPr>
              <a:t> – </a:t>
            </a:r>
            <a:r>
              <a:rPr lang="en-US" sz="2800" dirty="0">
                <a:latin typeface="Segoe UI"/>
                <a:ea typeface="Calibri"/>
                <a:cs typeface="Segoe UI"/>
              </a:rPr>
              <a:t>Hymn 706</a:t>
            </a:r>
            <a:endParaRPr lang="en-SG" sz="2800" b="0" dirty="0">
              <a:latin typeface="Segoe UI"/>
              <a:ea typeface="Calibri"/>
              <a:cs typeface="Segoe U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072CCD-5D38-6906-0D40-86BB4F3764E2}"/>
              </a:ext>
            </a:extLst>
          </p:cNvPr>
          <p:cNvSpPr/>
          <p:nvPr/>
        </p:nvSpPr>
        <p:spPr>
          <a:xfrm>
            <a:off x="575461" y="824503"/>
            <a:ext cx="8267307" cy="404726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 dirty="0">
                <a:latin typeface="Calibri"/>
                <a:ea typeface="Calibri"/>
                <a:cs typeface="Calibri"/>
              </a:rPr>
              <a:t>On-ward, Chris-tian sol-</a:t>
            </a:r>
            <a:r>
              <a:rPr lang="en-SG" sz="2800" dirty="0" err="1">
                <a:latin typeface="Calibri"/>
                <a:ea typeface="Calibri"/>
                <a:cs typeface="Calibri"/>
              </a:rPr>
              <a:t>diers</a:t>
            </a:r>
            <a:r>
              <a:rPr lang="en-SG" sz="2800" dirty="0">
                <a:latin typeface="Calibri"/>
                <a:ea typeface="Calibri"/>
                <a:cs typeface="Calibri"/>
              </a:rPr>
              <a:t>, marching as to war,</a:t>
            </a:r>
          </a:p>
          <a:p>
            <a:pPr algn="ctr"/>
            <a:r>
              <a:rPr lang="en-SG" sz="2800" dirty="0">
                <a:latin typeface="Calibri"/>
                <a:ea typeface="Calibri"/>
                <a:cs typeface="Calibri"/>
              </a:rPr>
              <a:t>Look-</a:t>
            </a:r>
            <a:r>
              <a:rPr lang="en-SG" sz="2800" dirty="0" err="1">
                <a:latin typeface="Calibri"/>
                <a:ea typeface="Calibri"/>
                <a:cs typeface="Calibri"/>
              </a:rPr>
              <a:t>ing</a:t>
            </a:r>
            <a:r>
              <a:rPr lang="en-SG" sz="2800" dirty="0">
                <a:latin typeface="Calibri"/>
                <a:ea typeface="Calibri"/>
                <a:cs typeface="Calibri"/>
              </a:rPr>
              <a:t> un-to Je-sus, who is gone be-fore.</a:t>
            </a:r>
            <a:endParaRPr lang="en-SG" dirty="0"/>
          </a:p>
          <a:p>
            <a:pPr algn="ctr"/>
            <a:r>
              <a:rPr lang="en-SG" sz="2800" dirty="0">
                <a:latin typeface="Calibri"/>
                <a:ea typeface="Calibri"/>
                <a:cs typeface="Calibri"/>
              </a:rPr>
              <a:t>Christ, the Roy-al Mas-</a:t>
            </a:r>
            <a:r>
              <a:rPr lang="en-SG" sz="2800" dirty="0" err="1">
                <a:latin typeface="Calibri"/>
                <a:ea typeface="Calibri"/>
                <a:cs typeface="Calibri"/>
              </a:rPr>
              <a:t>ter</a:t>
            </a:r>
            <a:r>
              <a:rPr lang="en-SG" sz="2800" dirty="0">
                <a:latin typeface="Calibri"/>
                <a:ea typeface="Calibri"/>
                <a:cs typeface="Calibri"/>
              </a:rPr>
              <a:t>, leads a-</a:t>
            </a:r>
            <a:r>
              <a:rPr lang="en-SG" sz="2800" dirty="0" err="1">
                <a:latin typeface="Calibri"/>
                <a:ea typeface="Calibri"/>
                <a:cs typeface="Calibri"/>
              </a:rPr>
              <a:t>gainst</a:t>
            </a:r>
            <a:r>
              <a:rPr lang="en-SG" sz="2800" dirty="0">
                <a:latin typeface="Calibri"/>
                <a:ea typeface="Calibri"/>
                <a:cs typeface="Calibri"/>
              </a:rPr>
              <a:t> the foe;</a:t>
            </a:r>
          </a:p>
          <a:p>
            <a:pPr algn="ctr"/>
            <a:r>
              <a:rPr lang="en-SG" sz="2800" dirty="0">
                <a:latin typeface="Calibri"/>
                <a:ea typeface="Calibri"/>
                <a:cs typeface="Calibri"/>
              </a:rPr>
              <a:t>For-ward in-to bat-</a:t>
            </a:r>
            <a:r>
              <a:rPr lang="en-SG" sz="2800" dirty="0" err="1">
                <a:latin typeface="Calibri"/>
                <a:ea typeface="Calibri"/>
                <a:cs typeface="Calibri"/>
              </a:rPr>
              <a:t>tle</a:t>
            </a:r>
            <a:r>
              <a:rPr lang="en-SG" sz="2800" dirty="0">
                <a:latin typeface="Calibri"/>
                <a:ea typeface="Calibri"/>
                <a:cs typeface="Calibri"/>
              </a:rPr>
              <a:t>, see His ban-</a:t>
            </a:r>
            <a:r>
              <a:rPr lang="en-SG" sz="2800" dirty="0" err="1">
                <a:latin typeface="Calibri"/>
                <a:ea typeface="Calibri"/>
                <a:cs typeface="Calibri"/>
              </a:rPr>
              <a:t>ners</a:t>
            </a:r>
            <a:r>
              <a:rPr lang="en-SG" sz="2800" dirty="0">
                <a:latin typeface="Calibri"/>
                <a:ea typeface="Calibri"/>
                <a:cs typeface="Calibri"/>
              </a:rPr>
              <a:t> go.</a:t>
            </a:r>
          </a:p>
          <a:p>
            <a:pPr algn="ctr">
              <a:spcAft>
                <a:spcPts val="600"/>
              </a:spcAft>
            </a:pPr>
            <a:endParaRPr lang="en-SG" sz="2800">
              <a:latin typeface="Calibri"/>
              <a:ea typeface="Calibri"/>
              <a:cs typeface="Calibri"/>
            </a:endParaRPr>
          </a:p>
          <a:p>
            <a:pPr algn="ctr"/>
            <a:r>
              <a:rPr lang="en-SG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On-ward, Chris-tian sol-</a:t>
            </a:r>
            <a:r>
              <a:rPr lang="en-SG" sz="2800" i="1" dirty="0" err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diers</a:t>
            </a:r>
            <a:r>
              <a:rPr lang="en-SG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,</a:t>
            </a:r>
          </a:p>
          <a:p>
            <a:pPr algn="ctr"/>
            <a:r>
              <a:rPr lang="en-SG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march-</a:t>
            </a:r>
            <a:r>
              <a:rPr lang="en-SG" sz="2800" i="1" dirty="0" err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ing</a:t>
            </a:r>
            <a:r>
              <a:rPr lang="en-SG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 as to war,</a:t>
            </a:r>
          </a:p>
          <a:p>
            <a:pPr algn="ctr"/>
            <a:r>
              <a:rPr lang="en-SG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Look-</a:t>
            </a:r>
            <a:r>
              <a:rPr lang="en-SG" sz="2800" i="1" dirty="0" err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ing</a:t>
            </a:r>
            <a:r>
              <a:rPr lang="en-SG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 un-to Jesus,</a:t>
            </a:r>
          </a:p>
          <a:p>
            <a:pPr algn="ctr"/>
            <a:r>
              <a:rPr lang="en-SG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who is gone be-fore.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9C9847-A307-859C-014E-9A7D365124BD}"/>
              </a:ext>
            </a:extLst>
          </p:cNvPr>
          <p:cNvSpPr txBox="1"/>
          <p:nvPr/>
        </p:nvSpPr>
        <p:spPr>
          <a:xfrm>
            <a:off x="6676130" y="4786008"/>
            <a:ext cx="246787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Public Meeting Closing: 1 of 3</a:t>
            </a:r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D58C81B8-6626-3F9A-E928-5E228929884A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155912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678D1-A5AE-D12F-7B17-03B21DD21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5E0D11D-43C3-B209-02AA-B91A1A6BE59C}"/>
              </a:ext>
            </a:extLst>
          </p:cNvPr>
          <p:cNvSpPr/>
          <p:nvPr/>
        </p:nvSpPr>
        <p:spPr>
          <a:xfrm>
            <a:off x="575461" y="824503"/>
            <a:ext cx="8267307" cy="404726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 dirty="0">
                <a:latin typeface="Calibri"/>
                <a:ea typeface="Calibri"/>
                <a:cs typeface="Calibri"/>
              </a:rPr>
              <a:t>Like a </a:t>
            </a:r>
            <a:r>
              <a:rPr lang="en-SG" sz="2800" dirty="0" err="1">
                <a:latin typeface="Calibri"/>
                <a:ea typeface="Calibri"/>
                <a:cs typeface="Calibri"/>
              </a:rPr>
              <a:t>migh</a:t>
            </a:r>
            <a:r>
              <a:rPr lang="en-SG" sz="2800" dirty="0">
                <a:latin typeface="Calibri"/>
                <a:ea typeface="Calibri"/>
                <a:cs typeface="Calibri"/>
              </a:rPr>
              <a:t>-ty </a:t>
            </a:r>
            <a:r>
              <a:rPr lang="en-SG" sz="2800" dirty="0" err="1">
                <a:latin typeface="Calibri"/>
                <a:ea typeface="Calibri"/>
                <a:cs typeface="Calibri"/>
              </a:rPr>
              <a:t>ar</a:t>
            </a:r>
            <a:r>
              <a:rPr lang="en-SG" sz="2800" dirty="0">
                <a:latin typeface="Calibri"/>
                <a:ea typeface="Calibri"/>
                <a:cs typeface="Calibri"/>
              </a:rPr>
              <a:t>-my moves the church of God;</a:t>
            </a:r>
          </a:p>
          <a:p>
            <a:pPr algn="ctr"/>
            <a:r>
              <a:rPr lang="en-SG" sz="2800" dirty="0">
                <a:latin typeface="Calibri"/>
                <a:ea typeface="Calibri"/>
                <a:cs typeface="Calibri"/>
              </a:rPr>
              <a:t>Bro-</a:t>
            </a:r>
            <a:r>
              <a:rPr lang="en-SG" sz="2800" dirty="0" err="1">
                <a:latin typeface="Calibri"/>
                <a:ea typeface="Calibri"/>
                <a:cs typeface="Calibri"/>
              </a:rPr>
              <a:t>thers</a:t>
            </a:r>
            <a:r>
              <a:rPr lang="en-SG" sz="2800" dirty="0">
                <a:latin typeface="Calibri"/>
                <a:ea typeface="Calibri"/>
                <a:cs typeface="Calibri"/>
              </a:rPr>
              <a:t>, we are tread-</a:t>
            </a:r>
            <a:r>
              <a:rPr lang="en-SG" sz="2800" dirty="0" err="1">
                <a:latin typeface="Calibri"/>
                <a:ea typeface="Calibri"/>
                <a:cs typeface="Calibri"/>
              </a:rPr>
              <a:t>ing</a:t>
            </a:r>
            <a:r>
              <a:rPr lang="en-SG" sz="2800" dirty="0">
                <a:latin typeface="Calibri"/>
                <a:ea typeface="Calibri"/>
                <a:cs typeface="Calibri"/>
              </a:rPr>
              <a:t> where the saints have trod;</a:t>
            </a:r>
          </a:p>
          <a:p>
            <a:pPr algn="ctr"/>
            <a:r>
              <a:rPr lang="en-SG" sz="2800" dirty="0">
                <a:latin typeface="Calibri"/>
                <a:ea typeface="Calibri"/>
                <a:cs typeface="Calibri"/>
              </a:rPr>
              <a:t>We are not di-vi-</a:t>
            </a:r>
            <a:r>
              <a:rPr lang="en-SG" sz="2800" dirty="0" err="1">
                <a:latin typeface="Calibri"/>
                <a:ea typeface="Calibri"/>
                <a:cs typeface="Calibri"/>
              </a:rPr>
              <a:t>ded</a:t>
            </a:r>
            <a:r>
              <a:rPr lang="en-SG" sz="2800" dirty="0">
                <a:latin typeface="Calibri"/>
                <a:ea typeface="Calibri"/>
                <a:cs typeface="Calibri"/>
              </a:rPr>
              <a:t>; all one </a:t>
            </a:r>
            <a:r>
              <a:rPr lang="en-SG" sz="2800" dirty="0" err="1">
                <a:latin typeface="Calibri"/>
                <a:ea typeface="Calibri"/>
                <a:cs typeface="Calibri"/>
              </a:rPr>
              <a:t>bo-dy</a:t>
            </a:r>
            <a:r>
              <a:rPr lang="en-SG" sz="2800" dirty="0">
                <a:latin typeface="Calibri"/>
                <a:ea typeface="Calibri"/>
                <a:cs typeface="Calibri"/>
              </a:rPr>
              <a:t> we -</a:t>
            </a:r>
          </a:p>
          <a:p>
            <a:pPr algn="ctr"/>
            <a:r>
              <a:rPr lang="en-SG" sz="2800" dirty="0">
                <a:latin typeface="Calibri"/>
                <a:ea typeface="Calibri"/>
                <a:cs typeface="Calibri"/>
              </a:rPr>
              <a:t>One in hope and doc-trine, one in cha-</a:t>
            </a:r>
            <a:r>
              <a:rPr lang="en-SG" sz="2800" dirty="0" err="1">
                <a:latin typeface="Calibri"/>
                <a:ea typeface="Calibri"/>
                <a:cs typeface="Calibri"/>
              </a:rPr>
              <a:t>ri</a:t>
            </a:r>
            <a:r>
              <a:rPr lang="en-SG" sz="2800" dirty="0">
                <a:latin typeface="Calibri"/>
                <a:ea typeface="Calibri"/>
                <a:cs typeface="Calibri"/>
              </a:rPr>
              <a:t>-ty.</a:t>
            </a:r>
          </a:p>
          <a:p>
            <a:pPr algn="ctr">
              <a:spcAft>
                <a:spcPts val="600"/>
              </a:spcAft>
            </a:pPr>
            <a:endParaRPr lang="en-SG" sz="2800">
              <a:latin typeface="Calibri"/>
              <a:ea typeface="Calibri"/>
              <a:cs typeface="Calibri"/>
            </a:endParaRPr>
          </a:p>
          <a:p>
            <a:pPr algn="ctr"/>
            <a:r>
              <a:rPr lang="en-SG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On-ward, Chris-tian sol-</a:t>
            </a:r>
            <a:r>
              <a:rPr lang="en-SG" sz="2800" i="1" dirty="0" err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diers</a:t>
            </a:r>
            <a:r>
              <a:rPr lang="en-SG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,</a:t>
            </a:r>
            <a:endParaRPr lang="en-US" sz="2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ctr"/>
            <a:r>
              <a:rPr lang="en-SG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march-</a:t>
            </a:r>
            <a:r>
              <a:rPr lang="en-SG" sz="2800" i="1" dirty="0" err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ing</a:t>
            </a:r>
            <a:r>
              <a:rPr lang="en-SG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 as to war,</a:t>
            </a:r>
            <a:endParaRPr lang="en-US" sz="2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ctr"/>
            <a:r>
              <a:rPr lang="en-SG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Look-</a:t>
            </a:r>
            <a:r>
              <a:rPr lang="en-SG" sz="2800" i="1" dirty="0" err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ing</a:t>
            </a:r>
            <a:r>
              <a:rPr lang="en-SG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 un-to Jesus,</a:t>
            </a:r>
            <a:endParaRPr lang="en-US" sz="2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ctr"/>
            <a:r>
              <a:rPr lang="en-SG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who is gone be-fore.</a:t>
            </a:r>
            <a:endParaRPr lang="en-US" sz="28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8503ED-5905-1C18-5DEE-AFB6E9BCFCA2}"/>
              </a:ext>
            </a:extLst>
          </p:cNvPr>
          <p:cNvSpPr txBox="1"/>
          <p:nvPr/>
        </p:nvSpPr>
        <p:spPr>
          <a:xfrm>
            <a:off x="6676130" y="4786008"/>
            <a:ext cx="246787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Public Meeting Closing: 2 of 3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08515C6D-25C5-32EE-DB78-3587C20B8B0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111E58EC-E4BE-82FB-041E-6D7EE1B91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pPr marL="360045" indent="-360045">
              <a:lnSpc>
                <a:spcPct val="115000"/>
              </a:lnSpc>
              <a:spcBef>
                <a:spcPts val="0"/>
              </a:spcBef>
            </a:pPr>
            <a:r>
              <a:rPr lang="en-SG" sz="2800" dirty="0">
                <a:latin typeface="Segoe UI"/>
                <a:ea typeface="Calibri"/>
                <a:cs typeface="Segoe UI"/>
              </a:rPr>
              <a:t>Public Meeting Closing</a:t>
            </a:r>
            <a:r>
              <a:rPr lang="en-SG" sz="2800" dirty="0">
                <a:effectLst/>
                <a:latin typeface="Segoe UI"/>
                <a:ea typeface="Calibri"/>
                <a:cs typeface="Segoe UI"/>
              </a:rPr>
              <a:t> – </a:t>
            </a:r>
            <a:r>
              <a:rPr lang="en-US" sz="2800" dirty="0">
                <a:latin typeface="Segoe UI"/>
                <a:ea typeface="Calibri"/>
                <a:cs typeface="Segoe UI"/>
              </a:rPr>
              <a:t>Hymn 706</a:t>
            </a:r>
            <a:endParaRPr lang="en-SG" sz="2800" b="0" dirty="0">
              <a:latin typeface="Segoe UI"/>
              <a:ea typeface="Calibr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63182947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50DF8-4789-6E38-FF87-5AF50B5B1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1C32D10-768A-D549-D5BC-7E9FCA234F2D}"/>
              </a:ext>
            </a:extLst>
          </p:cNvPr>
          <p:cNvSpPr/>
          <p:nvPr/>
        </p:nvSpPr>
        <p:spPr>
          <a:xfrm>
            <a:off x="575461" y="824503"/>
            <a:ext cx="8267307" cy="404726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 dirty="0">
                <a:latin typeface="Calibri"/>
                <a:ea typeface="Calibri"/>
                <a:cs typeface="Calibri"/>
              </a:rPr>
              <a:t>On-ward, then, ye </a:t>
            </a:r>
            <a:r>
              <a:rPr lang="en-SG" sz="2800" dirty="0" err="1">
                <a:latin typeface="Calibri"/>
                <a:ea typeface="Calibri"/>
                <a:cs typeface="Calibri"/>
              </a:rPr>
              <a:t>peo-ple</a:t>
            </a:r>
            <a:r>
              <a:rPr lang="en-SG" sz="2800" dirty="0">
                <a:latin typeface="Calibri"/>
                <a:ea typeface="Calibri"/>
                <a:cs typeface="Calibri"/>
              </a:rPr>
              <a:t>, join our hap-</a:t>
            </a:r>
            <a:r>
              <a:rPr lang="en-SG" sz="2800" dirty="0" err="1">
                <a:latin typeface="Calibri"/>
                <a:ea typeface="Calibri"/>
                <a:cs typeface="Calibri"/>
              </a:rPr>
              <a:t>py</a:t>
            </a:r>
            <a:r>
              <a:rPr lang="en-SG" sz="2800" dirty="0">
                <a:latin typeface="Calibri"/>
                <a:ea typeface="Calibri"/>
                <a:cs typeface="Calibri"/>
              </a:rPr>
              <a:t> throng;</a:t>
            </a:r>
          </a:p>
          <a:p>
            <a:pPr algn="ctr"/>
            <a:r>
              <a:rPr lang="en-SG" sz="2800" dirty="0">
                <a:latin typeface="Calibri"/>
                <a:ea typeface="Calibri"/>
                <a:cs typeface="Calibri"/>
              </a:rPr>
              <a:t>Blend with ours your </a:t>
            </a:r>
            <a:r>
              <a:rPr lang="en-SG" sz="2800" dirty="0" err="1">
                <a:latin typeface="Calibri"/>
                <a:ea typeface="Calibri"/>
                <a:cs typeface="Calibri"/>
              </a:rPr>
              <a:t>voi-ces</a:t>
            </a:r>
            <a:r>
              <a:rPr lang="en-SG" sz="2800" dirty="0">
                <a:latin typeface="Calibri"/>
                <a:ea typeface="Calibri"/>
                <a:cs typeface="Calibri"/>
              </a:rPr>
              <a:t> in the tri-umph-song;</a:t>
            </a:r>
          </a:p>
          <a:p>
            <a:pPr algn="ctr"/>
            <a:r>
              <a:rPr lang="en-SG" sz="2800" dirty="0">
                <a:latin typeface="Calibri"/>
                <a:ea typeface="Calibri"/>
                <a:cs typeface="Calibri"/>
              </a:rPr>
              <a:t>Glo-</a:t>
            </a:r>
            <a:r>
              <a:rPr lang="en-SG" sz="2800" dirty="0" err="1">
                <a:latin typeface="Calibri"/>
                <a:ea typeface="Calibri"/>
                <a:cs typeface="Calibri"/>
              </a:rPr>
              <a:t>ry</a:t>
            </a:r>
            <a:r>
              <a:rPr lang="en-SG" sz="2800" dirty="0">
                <a:latin typeface="Calibri"/>
                <a:ea typeface="Calibri"/>
                <a:cs typeface="Calibri"/>
              </a:rPr>
              <a:t>, praise, and hon-our, un-to Christ the King;</a:t>
            </a:r>
          </a:p>
          <a:p>
            <a:pPr algn="ctr"/>
            <a:r>
              <a:rPr lang="en-SG" sz="2800" dirty="0">
                <a:latin typeface="Calibri"/>
                <a:ea typeface="Calibri"/>
                <a:cs typeface="Calibri"/>
              </a:rPr>
              <a:t>This thro' count-less a-</a:t>
            </a:r>
            <a:r>
              <a:rPr lang="en-SG" sz="2800" dirty="0" err="1">
                <a:latin typeface="Calibri"/>
                <a:ea typeface="Calibri"/>
                <a:cs typeface="Calibri"/>
              </a:rPr>
              <a:t>ges</a:t>
            </a:r>
            <a:r>
              <a:rPr lang="en-SG" sz="2800" dirty="0">
                <a:latin typeface="Calibri"/>
                <a:ea typeface="Calibri"/>
                <a:cs typeface="Calibri"/>
              </a:rPr>
              <a:t> men and an-gels sing. </a:t>
            </a:r>
          </a:p>
          <a:p>
            <a:pPr algn="ctr">
              <a:spcAft>
                <a:spcPts val="600"/>
              </a:spcAft>
            </a:pPr>
            <a:endParaRPr lang="en-SG" sz="2800">
              <a:latin typeface="Calibri"/>
              <a:ea typeface="Calibri"/>
              <a:cs typeface="Calibri"/>
            </a:endParaRPr>
          </a:p>
          <a:p>
            <a:pPr algn="ctr"/>
            <a:r>
              <a:rPr lang="en-SG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On-ward, Chris-tian sol-</a:t>
            </a:r>
            <a:r>
              <a:rPr lang="en-SG" sz="2800" i="1" dirty="0" err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diers</a:t>
            </a:r>
            <a:r>
              <a:rPr lang="en-SG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,</a:t>
            </a:r>
            <a:endParaRPr lang="en-US" sz="28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ctr"/>
            <a:r>
              <a:rPr lang="en-SG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march-</a:t>
            </a:r>
            <a:r>
              <a:rPr lang="en-SG" sz="2800" i="1" dirty="0" err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ing</a:t>
            </a:r>
            <a:r>
              <a:rPr lang="en-SG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 as to war,</a:t>
            </a:r>
            <a:endParaRPr lang="en-US" sz="28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ctr"/>
            <a:r>
              <a:rPr lang="en-SG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Look-</a:t>
            </a:r>
            <a:r>
              <a:rPr lang="en-SG" sz="2800" i="1" dirty="0" err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ing</a:t>
            </a:r>
            <a:r>
              <a:rPr lang="en-SG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 un-to Jesus,</a:t>
            </a:r>
            <a:endParaRPr lang="en-US" sz="28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ctr"/>
            <a:r>
              <a:rPr lang="en-SG" sz="2800" i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who is gone be-fore.</a:t>
            </a:r>
            <a:endParaRPr lang="en-US" sz="28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DDEE5C-0D88-007A-54EB-6FC55CCBF8DB}"/>
              </a:ext>
            </a:extLst>
          </p:cNvPr>
          <p:cNvSpPr txBox="1"/>
          <p:nvPr/>
        </p:nvSpPr>
        <p:spPr>
          <a:xfrm>
            <a:off x="6676130" y="4786008"/>
            <a:ext cx="246787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Public Meeting Closing: 3 of 3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C0EBF673-17FD-5BD1-F419-9FDDFED4E98A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703AA1F-C1D3-F1B1-FC6C-FBEA59406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pPr marL="360045" indent="-360045">
              <a:lnSpc>
                <a:spcPct val="115000"/>
              </a:lnSpc>
              <a:spcBef>
                <a:spcPts val="0"/>
              </a:spcBef>
            </a:pPr>
            <a:r>
              <a:rPr lang="en-SG" sz="2800" dirty="0">
                <a:latin typeface="Segoe UI"/>
                <a:ea typeface="Calibri"/>
                <a:cs typeface="Segoe UI"/>
              </a:rPr>
              <a:t>Public Meeting Closing</a:t>
            </a:r>
            <a:r>
              <a:rPr lang="en-SG" sz="2800" dirty="0">
                <a:effectLst/>
                <a:latin typeface="Segoe UI"/>
                <a:ea typeface="Calibri"/>
                <a:cs typeface="Segoe UI"/>
              </a:rPr>
              <a:t> – </a:t>
            </a:r>
            <a:r>
              <a:rPr lang="en-US" sz="2800" dirty="0">
                <a:latin typeface="Segoe UI"/>
                <a:ea typeface="Calibri"/>
                <a:cs typeface="Segoe UI"/>
              </a:rPr>
              <a:t>Hymn 706</a:t>
            </a:r>
            <a:endParaRPr lang="en-SG" sz="2800" b="0" dirty="0">
              <a:latin typeface="Segoe UI"/>
              <a:ea typeface="Calibr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32721169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979A6-3357-1AA2-26FA-6A4D0B6E6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B8C7FF2-3C61-98C3-256C-6548636B3280}"/>
              </a:ext>
            </a:extLst>
          </p:cNvPr>
          <p:cNvSpPr txBox="1">
            <a:spLocks/>
          </p:cNvSpPr>
          <p:nvPr/>
        </p:nvSpPr>
        <p:spPr>
          <a:xfrm>
            <a:off x="595423" y="1028892"/>
            <a:ext cx="8335926" cy="294553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Parish Day /</a:t>
            </a:r>
            <a:b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</a:b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First Communicants’ 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Dedication</a:t>
            </a:r>
            <a:endParaRPr lang="en-US" sz="6000"/>
          </a:p>
        </p:txBody>
      </p:sp>
    </p:spTree>
    <p:extLst>
      <p:ext uri="{BB962C8B-B14F-4D97-AF65-F5344CB8AC3E}">
        <p14:creationId xmlns:p14="http://schemas.microsoft.com/office/powerpoint/2010/main" val="27154653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6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On-screen Show (16:9)</PresentationFormat>
  <Slides>48</Slides>
  <Notes>16</Notes>
  <HiddenSlides>1</HiddenSlides>
  <ScaleCrop>false</ScaleCrop>
  <HeadingPairs>
    <vt:vector size="4" baseType="variant">
      <vt:variant>
        <vt:lpstr>Theme</vt:lpstr>
      </vt:variant>
      <vt:variant>
        <vt:i4>6</vt:i4>
      </vt:variant>
      <vt:variant>
        <vt:lpstr>Slide Titles</vt:lpstr>
      </vt:variant>
      <vt:variant>
        <vt:i4>48</vt:i4>
      </vt:variant>
    </vt:vector>
  </HeadingPairs>
  <TitlesOfParts>
    <vt:vector size="54" baseType="lpstr">
      <vt:lpstr>Office Theme</vt:lpstr>
      <vt:lpstr>1_Office Theme</vt:lpstr>
      <vt:lpstr>4_Office Theme</vt:lpstr>
      <vt:lpstr>3_Office Theme</vt:lpstr>
      <vt:lpstr>5_Office Theme</vt:lpstr>
      <vt:lpstr>6_Office Theme</vt:lpstr>
      <vt:lpstr> </vt:lpstr>
      <vt:lpstr>PowerPoint Presentation</vt:lpstr>
      <vt:lpstr>PowerPoint Presentation</vt:lpstr>
      <vt:lpstr>Opening Hymn: Lord, for the years </vt:lpstr>
      <vt:lpstr>Opening Hymn: Lord, for the years</vt:lpstr>
      <vt:lpstr>Opening Hymn: Lord, for the years</vt:lpstr>
      <vt:lpstr>Opening Hymn: Lord, for the years</vt:lpstr>
      <vt:lpstr>Opening Hymn: Lord, for the years</vt:lpstr>
      <vt:lpstr>PowerPoint Presentation</vt:lpstr>
      <vt:lpstr>PowerPoint Presentation</vt:lpstr>
      <vt:lpstr>Thanksgiving – What shall I render to the Lord</vt:lpstr>
      <vt:lpstr>PowerPoint Presentation</vt:lpstr>
      <vt:lpstr>Offertory – May the mind of Christ</vt:lpstr>
      <vt:lpstr>Offertory – May the mind of Christ</vt:lpstr>
      <vt:lpstr>Offertory – May the mind of Christ</vt:lpstr>
      <vt:lpstr>PowerPoint Presentation</vt:lpstr>
      <vt:lpstr>PowerPoint Presentation</vt:lpstr>
      <vt:lpstr>First Communicants’ Dedication: Hymn 616 v1,5</vt:lpstr>
      <vt:lpstr>PowerPoint Presentation</vt:lpstr>
      <vt:lpstr>PowerPoint Presentation</vt:lpstr>
      <vt:lpstr>Confession – Hymn 325 v1</vt:lpstr>
      <vt:lpstr>PowerPoint Presentation</vt:lpstr>
      <vt:lpstr>Holy Communion – My God, accept my heart</vt:lpstr>
      <vt:lpstr>Holy Communion – My God, accept my heart</vt:lpstr>
      <vt:lpstr>Holy Communion – My God, accept my heart</vt:lpstr>
      <vt:lpstr>Holy Communion – My God, accept my heart</vt:lpstr>
      <vt:lpstr>Holy Communion – Hymn 325</vt:lpstr>
      <vt:lpstr>Holy Communion – Hymn 325</vt:lpstr>
      <vt:lpstr>Holy Communion – Hymn 325</vt:lpstr>
      <vt:lpstr>Holy Communion – Hymn 325</vt:lpstr>
      <vt:lpstr>Holy Communion – Hymn 473</vt:lpstr>
      <vt:lpstr>Holy Communion – Hymn 473</vt:lpstr>
      <vt:lpstr>Holy Communion – Hymn 473</vt:lpstr>
      <vt:lpstr>PowerPoint Presentation</vt:lpstr>
      <vt:lpstr>PowerPoint Presentation</vt:lpstr>
      <vt:lpstr>PowerPoint Presentation</vt:lpstr>
      <vt:lpstr>Closing Hymn – Hymn 533 v1</vt:lpstr>
      <vt:lpstr>PowerPoint Presentation</vt:lpstr>
      <vt:lpstr>PowerPoint Presentation</vt:lpstr>
      <vt:lpstr>Public Meeting Opening – Hymn 513</vt:lpstr>
      <vt:lpstr>Public Meeting Opening – Hymn 513</vt:lpstr>
      <vt:lpstr>Public Meeting Opening – Hymn 513</vt:lpstr>
      <vt:lpstr>PowerPoint Presentation</vt:lpstr>
      <vt:lpstr>PowerPoint Presentation</vt:lpstr>
      <vt:lpstr>Public Meeting Closing – Hymn 706</vt:lpstr>
      <vt:lpstr>Public Meeting Closing – Hymn 706</vt:lpstr>
      <vt:lpstr>Public Meeting Closing – Hymn 706</vt:lpstr>
      <vt:lpstr>PowerPoint Presentation</vt:lpstr>
    </vt:vector>
  </TitlesOfParts>
  <Company>ITE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Santhosh JOSEPH (ITE)</dc:creator>
  <cp:revision>194</cp:revision>
  <dcterms:created xsi:type="dcterms:W3CDTF">2020-09-02T02:55:07Z</dcterms:created>
  <dcterms:modified xsi:type="dcterms:W3CDTF">2025-07-12T03:17:32Z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7ce832c-fd95-4339-84d0-00952058857c_Enabled">
    <vt:lpwstr>True</vt:lpwstr>
  </property>
  <property fmtid="{D5CDD505-2E9C-101B-9397-08002B2CF9AE}" pid="3" name="MSIP_Label_47ce832c-fd95-4339-84d0-00952058857c_SiteId">
    <vt:lpwstr>13b42c8c-cbcf-4e3d-9d20-f55b7b5ee3c1</vt:lpwstr>
  </property>
  <property fmtid="{D5CDD505-2E9C-101B-9397-08002B2CF9AE}" pid="4" name="MSIP_Label_47ce832c-fd95-4339-84d0-00952058857c_Owner">
    <vt:lpwstr>Santhosh_Joseph@ite.edu.sg</vt:lpwstr>
  </property>
  <property fmtid="{D5CDD505-2E9C-101B-9397-08002B2CF9AE}" pid="5" name="MSIP_Label_47ce832c-fd95-4339-84d0-00952058857c_SetDate">
    <vt:lpwstr>2020-09-02T02:55:31.4412613Z</vt:lpwstr>
  </property>
  <property fmtid="{D5CDD505-2E9C-101B-9397-08002B2CF9AE}" pid="6" name="MSIP_Label_47ce832c-fd95-4339-84d0-00952058857c_Name">
    <vt:lpwstr>Official (Closed)</vt:lpwstr>
  </property>
  <property fmtid="{D5CDD505-2E9C-101B-9397-08002B2CF9AE}" pid="7" name="MSIP_Label_47ce832c-fd95-4339-84d0-00952058857c_Application">
    <vt:lpwstr>Microsoft Azure Information Protection</vt:lpwstr>
  </property>
  <property fmtid="{D5CDD505-2E9C-101B-9397-08002B2CF9AE}" pid="8" name="MSIP_Label_47ce832c-fd95-4339-84d0-00952058857c_ActionId">
    <vt:lpwstr>8101d916-9275-49eb-bf62-55ac502d45bb</vt:lpwstr>
  </property>
  <property fmtid="{D5CDD505-2E9C-101B-9397-08002B2CF9AE}" pid="9" name="MSIP_Label_47ce832c-fd95-4339-84d0-00952058857c_Extended_MSFT_Method">
    <vt:lpwstr>Automatic</vt:lpwstr>
  </property>
  <property fmtid="{D5CDD505-2E9C-101B-9397-08002B2CF9AE}" pid="10" name="MSIP_Label_0dcf3bf5-ad0e-4c8c-aa2d-c5b4b510dcc6_Enabled">
    <vt:lpwstr>true</vt:lpwstr>
  </property>
  <property fmtid="{D5CDD505-2E9C-101B-9397-08002B2CF9AE}" pid="11" name="MSIP_Label_0dcf3bf5-ad0e-4c8c-aa2d-c5b4b510dcc6_SetDate">
    <vt:lpwstr>2022-03-09T08:58:32Z</vt:lpwstr>
  </property>
  <property fmtid="{D5CDD505-2E9C-101B-9397-08002B2CF9AE}" pid="12" name="MSIP_Label_0dcf3bf5-ad0e-4c8c-aa2d-c5b4b510dcc6_Method">
    <vt:lpwstr>Standard</vt:lpwstr>
  </property>
  <property fmtid="{D5CDD505-2E9C-101B-9397-08002B2CF9AE}" pid="13" name="MSIP_Label_0dcf3bf5-ad0e-4c8c-aa2d-c5b4b510dcc6_Name">
    <vt:lpwstr>0dcf3bf5-ad0e-4c8c-aa2d-c5b4b510dcc6</vt:lpwstr>
  </property>
  <property fmtid="{D5CDD505-2E9C-101B-9397-08002B2CF9AE}" pid="14" name="MSIP_Label_0dcf3bf5-ad0e-4c8c-aa2d-c5b4b510dcc6_SiteId">
    <vt:lpwstr>13b42c8c-cbcf-4e3d-9d20-f55b7b5ee3c1</vt:lpwstr>
  </property>
  <property fmtid="{D5CDD505-2E9C-101B-9397-08002B2CF9AE}" pid="15" name="MSIP_Label_0dcf3bf5-ad0e-4c8c-aa2d-c5b4b510dcc6_ActionId">
    <vt:lpwstr>8101d916-9275-49eb-bf62-55ac502d45bb</vt:lpwstr>
  </property>
  <property fmtid="{D5CDD505-2E9C-101B-9397-08002B2CF9AE}" pid="16" name="MSIP_Label_0dcf3bf5-ad0e-4c8c-aa2d-c5b4b510dcc6_ContentBits">
    <vt:lpwstr>0</vt:lpwstr>
  </property>
</Properties>
</file>