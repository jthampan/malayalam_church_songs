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5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69"/>
  </p:notesMasterIdLst>
  <p:sldIdLst>
    <p:sldId id="811" r:id="rId7"/>
    <p:sldId id="813" r:id="rId8"/>
    <p:sldId id="1390" r:id="rId9"/>
    <p:sldId id="1689" r:id="rId10"/>
    <p:sldId id="1648" r:id="rId11"/>
    <p:sldId id="1650" r:id="rId12"/>
    <p:sldId id="1688" r:id="rId13"/>
    <p:sldId id="1298" r:id="rId14"/>
    <p:sldId id="821" r:id="rId15"/>
    <p:sldId id="851" r:id="rId16"/>
    <p:sldId id="1697" r:id="rId17"/>
    <p:sldId id="1696" r:id="rId18"/>
    <p:sldId id="1698" r:id="rId19"/>
    <p:sldId id="1318" r:id="rId20"/>
    <p:sldId id="822" r:id="rId21"/>
    <p:sldId id="1681" r:id="rId22"/>
    <p:sldId id="1682" r:id="rId23"/>
    <p:sldId id="1699" r:id="rId24"/>
    <p:sldId id="1324" r:id="rId25"/>
    <p:sldId id="823" r:id="rId26"/>
    <p:sldId id="824" r:id="rId27"/>
    <p:sldId id="1277" r:id="rId28"/>
    <p:sldId id="825" r:id="rId29"/>
    <p:sldId id="1388" r:id="rId30"/>
    <p:sldId id="1396" r:id="rId31"/>
    <p:sldId id="1632" r:id="rId32"/>
    <p:sldId id="1633" r:id="rId33"/>
    <p:sldId id="1634" r:id="rId34"/>
    <p:sldId id="949" r:id="rId35"/>
    <p:sldId id="1389" r:id="rId36"/>
    <p:sldId id="1656" r:id="rId37"/>
    <p:sldId id="1657" r:id="rId38"/>
    <p:sldId id="1684" r:id="rId39"/>
    <p:sldId id="1685" r:id="rId40"/>
    <p:sldId id="1686" r:id="rId41"/>
    <p:sldId id="1690" r:id="rId42"/>
    <p:sldId id="1691" r:id="rId43"/>
    <p:sldId id="1692" r:id="rId44"/>
    <p:sldId id="1402" r:id="rId45"/>
    <p:sldId id="1403" r:id="rId46"/>
    <p:sldId id="1659" r:id="rId47"/>
    <p:sldId id="1693" r:id="rId48"/>
    <p:sldId id="1694" r:id="rId49"/>
    <p:sldId id="1407" r:id="rId50"/>
    <p:sldId id="1408" r:id="rId51"/>
    <p:sldId id="1638" r:id="rId52"/>
    <p:sldId id="1639" r:id="rId53"/>
    <p:sldId id="1411" r:id="rId54"/>
    <p:sldId id="1606" r:id="rId55"/>
    <p:sldId id="1666" r:id="rId56"/>
    <p:sldId id="1608" r:id="rId57"/>
    <p:sldId id="1609" r:id="rId58"/>
    <p:sldId id="1669" r:id="rId59"/>
    <p:sldId id="1687" r:id="rId60"/>
    <p:sldId id="1670" r:id="rId61"/>
    <p:sldId id="1676" r:id="rId62"/>
    <p:sldId id="1259" r:id="rId63"/>
    <p:sldId id="820" r:id="rId64"/>
    <p:sldId id="1201" r:id="rId65"/>
    <p:sldId id="1679" r:id="rId66"/>
    <p:sldId id="1695" r:id="rId67"/>
    <p:sldId id="829" r:id="rId6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904B5-5A74-8DB3-171B-CAF91F501A50}" v="4" dt="2025-05-16T12:29:08.147"/>
    <p1510:client id="{C093A442-BD89-4AEC-B262-F6C0C385E854}" v="3" dt="2025-05-16T12:30:41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16" Type="http://schemas.openxmlformats.org/officeDocument/2006/relationships/slide" Target="slides/slide10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notesMaster" Target="notesMasters/notesMaster1.xml"/><Relationship Id="rId77" Type="http://schemas.microsoft.com/office/2018/10/relationships/authors" Target="author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commentAuthors" Target="commentAuthors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microsoft.com/office/2015/10/relationships/revisionInfo" Target="revisionInfo.xml"/><Relationship Id="rId7" Type="http://schemas.openxmlformats.org/officeDocument/2006/relationships/slide" Target="slides/slide1.xml"/><Relationship Id="rId71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bu Kuruvilla" userId="30fb3257ff16aa9d" providerId="Windows Live" clId="Web-{2CA904B5-5A74-8DB3-171B-CAF91F501A50}"/>
    <pc:docChg chg="modSld">
      <pc:chgData name="Lybu Kuruvilla" userId="30fb3257ff16aa9d" providerId="Windows Live" clId="Web-{2CA904B5-5A74-8DB3-171B-CAF91F501A50}" dt="2025-05-16T12:29:08.147" v="3" actId="20577"/>
      <pc:docMkLst>
        <pc:docMk/>
      </pc:docMkLst>
      <pc:sldChg chg="modSp">
        <pc:chgData name="Lybu Kuruvilla" userId="30fb3257ff16aa9d" providerId="Windows Live" clId="Web-{2CA904B5-5A74-8DB3-171B-CAF91F501A50}" dt="2025-05-16T12:29:08.147" v="3" actId="20577"/>
        <pc:sldMkLst>
          <pc:docMk/>
          <pc:sldMk cId="4206118844" sldId="811"/>
        </pc:sldMkLst>
        <pc:spChg chg="mod">
          <ac:chgData name="Lybu Kuruvilla" userId="30fb3257ff16aa9d" providerId="Windows Live" clId="Web-{2CA904B5-5A74-8DB3-171B-CAF91F501A50}" dt="2025-05-16T12:29:08.147" v="3" actId="20577"/>
          <ac:spMkLst>
            <pc:docMk/>
            <pc:sldMk cId="4206118844" sldId="811"/>
            <ac:spMk id="4" creationId="{CE105701-EC27-2870-9103-A1C6E52CB44F}"/>
          </ac:spMkLst>
        </pc:spChg>
      </pc:sldChg>
    </pc:docChg>
  </pc:docChgLst>
  <pc:docChgLst>
    <pc:chgData name="Lybu Kuruvilla" userId="30fb3257ff16aa9d" providerId="LiveId" clId="{C093A442-BD89-4AEC-B262-F6C0C385E854}"/>
    <pc:docChg chg="modSld">
      <pc:chgData name="Lybu Kuruvilla" userId="30fb3257ff16aa9d" providerId="LiveId" clId="{C093A442-BD89-4AEC-B262-F6C0C385E854}" dt="2025-05-16T12:30:41.842" v="2" actId="20577"/>
      <pc:docMkLst>
        <pc:docMk/>
      </pc:docMkLst>
      <pc:sldChg chg="modSp mod">
        <pc:chgData name="Lybu Kuruvilla" userId="30fb3257ff16aa9d" providerId="LiveId" clId="{C093A442-BD89-4AEC-B262-F6C0C385E854}" dt="2025-05-16T12:30:41.842" v="2" actId="20577"/>
        <pc:sldMkLst>
          <pc:docMk/>
          <pc:sldMk cId="4206118844" sldId="811"/>
        </pc:sldMkLst>
        <pc:spChg chg="mod">
          <ac:chgData name="Lybu Kuruvilla" userId="30fb3257ff16aa9d" providerId="LiveId" clId="{C093A442-BD89-4AEC-B262-F6C0C385E854}" dt="2025-05-16T12:30:41.842" v="2" actId="20577"/>
          <ac:spMkLst>
            <pc:docMk/>
            <pc:sldMk cId="4206118844" sldId="811"/>
            <ac:spMk id="4" creationId="{CE105701-EC27-2870-9103-A1C6E52CB44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16/05/2025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, 9:00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55CE7F3C-6377-4BA4-082D-C05844B505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English Holy Communion Service – 09 Feb 2025, 9:00 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9726205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 Header - 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48FE7525-701C-1966-DABB-11C36E0824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-7495"/>
            <a:ext cx="9144000" cy="361950"/>
          </a:xfrm>
          <a:noFill/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F845F3-CC22-433F-9120-253A2A1338E7}"/>
              </a:ext>
            </a:extLst>
          </p:cNvPr>
          <p:cNvSpPr txBox="1"/>
          <p:nvPr userDrawn="1"/>
        </p:nvSpPr>
        <p:spPr>
          <a:xfrm>
            <a:off x="0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09 Feb 2025</a:t>
            </a:r>
            <a:endParaRPr lang="en-US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8368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1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6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7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6" r:id="rId12"/>
    <p:sldLayoutId id="2147483687" r:id="rId13"/>
    <p:sldLayoutId id="2147483689" r:id="rId14"/>
    <p:sldLayoutId id="2147483688" r:id="rId15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5/16/2025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105701-EC27-2870-9103-A1C6E52CB44F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Brin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6118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318358" y="1011554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595069" y="1119578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>
                <a:solidFill>
                  <a:schemeClr val="bg1"/>
                </a:solidFill>
                <a:latin typeface="Tenorite"/>
              </a:rPr>
              <a:t>Song no: 4 </a:t>
            </a:r>
            <a:br>
              <a:rPr lang="en-US">
                <a:solidFill>
                  <a:schemeClr val="bg1"/>
                </a:solidFill>
                <a:latin typeface="Tenorite"/>
              </a:rPr>
            </a:br>
            <a:r>
              <a:rPr lang="en-US">
                <a:solidFill>
                  <a:schemeClr val="bg1"/>
                </a:solidFill>
                <a:latin typeface="Tenorite"/>
              </a:rPr>
              <a:t>The God of Abraham Praise</a:t>
            </a: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The God of Abraham Praise 4</a:t>
            </a: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4E9A69-B612-35E4-DEEF-5092DA0A0A97}"/>
              </a:ext>
            </a:extLst>
          </p:cNvPr>
          <p:cNvSpPr txBox="1"/>
          <p:nvPr/>
        </p:nvSpPr>
        <p:spPr>
          <a:xfrm>
            <a:off x="736001" y="831409"/>
            <a:ext cx="7915835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 God of Abraham praise, </a:t>
            </a:r>
            <a:endParaRPr lang="en-US" sz="2800"/>
          </a:p>
          <a:p>
            <a:pPr algn="ctr"/>
            <a:r>
              <a:rPr lang="en-SG" sz="2800"/>
              <a:t>Who reigns enthroned above; </a:t>
            </a:r>
            <a:br>
              <a:rPr lang="en-SG" sz="2800"/>
            </a:br>
            <a:r>
              <a:rPr lang="en-SG" sz="2800"/>
              <a:t>Ancient of everlasting days,  And God of love; </a:t>
            </a:r>
            <a:br>
              <a:rPr lang="en-SG" sz="2800"/>
            </a:br>
            <a:r>
              <a:rPr lang="en-SG" sz="2800"/>
              <a:t>Jehovah, great I AM, </a:t>
            </a:r>
            <a:endParaRPr lang="en-US" sz="2800"/>
          </a:p>
          <a:p>
            <a:pPr algn="ctr"/>
            <a:r>
              <a:rPr lang="en-SG" sz="2800"/>
              <a:t>By earth and heaven confessed; </a:t>
            </a:r>
            <a:br>
              <a:rPr lang="en-SG" sz="2800"/>
            </a:br>
            <a:r>
              <a:rPr lang="en-SG" sz="2800"/>
              <a:t>I bow and bless the sacred Name, Forever blessed.</a:t>
            </a:r>
            <a:endParaRPr lang="en-US" sz="280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B1A82-CA2E-08BD-1D0D-5AA03047C3D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1 of 5</a:t>
            </a:r>
          </a:p>
        </p:txBody>
      </p:sp>
    </p:spTree>
    <p:extLst>
      <p:ext uri="{BB962C8B-B14F-4D97-AF65-F5344CB8AC3E}">
        <p14:creationId xmlns:p14="http://schemas.microsoft.com/office/powerpoint/2010/main" val="2716954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AF5D2-225B-C999-F26D-B8ACEDC4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C52F-8332-8E12-44D0-FB1F54BD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The God of Abraham Praise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9B8F93-497E-1736-F80F-F5826BD74B9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7353D-3FCD-B81F-BB48-9B0AB99CB8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2 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7BA9C-87ED-A108-8435-11C758B3C1FB}"/>
              </a:ext>
            </a:extLst>
          </p:cNvPr>
          <p:cNvSpPr txBox="1"/>
          <p:nvPr/>
        </p:nvSpPr>
        <p:spPr>
          <a:xfrm>
            <a:off x="369379" y="1068635"/>
            <a:ext cx="8368721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 God of Abraham praise, </a:t>
            </a:r>
            <a:endParaRPr lang="en-US" sz="2800"/>
          </a:p>
          <a:p>
            <a:pPr algn="ctr"/>
            <a:r>
              <a:rPr lang="en-SG" sz="2800"/>
              <a:t>At whose supreme command </a:t>
            </a:r>
            <a:endParaRPr lang="en-US" sz="2800">
              <a:cs typeface="Segoe UI"/>
            </a:endParaRPr>
          </a:p>
          <a:p>
            <a:pPr algn="ctr"/>
            <a:r>
              <a:rPr lang="en-SG" sz="2800"/>
              <a:t>From earth I rise, and seek the joys </a:t>
            </a:r>
            <a:endParaRPr lang="en-US" sz="2800"/>
          </a:p>
          <a:p>
            <a:pPr algn="ctr"/>
            <a:r>
              <a:rPr lang="en-SG" sz="2800"/>
              <a:t>At His right hand; </a:t>
            </a:r>
            <a:endParaRPr lang="en-US" sz="2800">
              <a:cs typeface="Segoe UI"/>
            </a:endParaRPr>
          </a:p>
          <a:p>
            <a:pPr algn="ctr"/>
            <a:r>
              <a:rPr lang="en-SG" sz="2800"/>
              <a:t>I all on earth forsake, </a:t>
            </a:r>
            <a:br>
              <a:rPr lang="en-SG" sz="2800"/>
            </a:br>
            <a:r>
              <a:rPr lang="en-SG" sz="2800"/>
              <a:t>Its wisdom, fame, and power;</a:t>
            </a:r>
            <a:br>
              <a:rPr lang="en-SG" sz="2800"/>
            </a:br>
            <a:r>
              <a:rPr lang="en-SG" sz="2800"/>
              <a:t>And Him my only portion make, </a:t>
            </a:r>
            <a:endParaRPr lang="en-US" sz="2800"/>
          </a:p>
          <a:p>
            <a:pPr algn="ctr"/>
            <a:r>
              <a:rPr lang="en-SG" sz="2800"/>
              <a:t>My shield and tower.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21631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E9DCC-FF1C-627E-B31C-A8F1C322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B6877-2B4C-ACDD-1D0F-6A4EF3607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The God of Abraham Praise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BF0D2C0-8780-3569-4798-4330D727F88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3D04E0-2BA2-B70E-C21F-60C1511AA59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3 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8B8AC-D4F6-2B0B-F81D-06DE3F5F7FF3}"/>
              </a:ext>
            </a:extLst>
          </p:cNvPr>
          <p:cNvSpPr txBox="1"/>
          <p:nvPr/>
        </p:nvSpPr>
        <p:spPr>
          <a:xfrm>
            <a:off x="736001" y="831409"/>
            <a:ext cx="79158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 God of Abraham praise, </a:t>
            </a:r>
            <a:endParaRPr lang="en-US" sz="2800">
              <a:cs typeface="Segoe UI"/>
            </a:endParaRPr>
          </a:p>
          <a:p>
            <a:pPr algn="ctr"/>
            <a:r>
              <a:rPr lang="en-SG" sz="2800"/>
              <a:t>Whose all-sufficient grace </a:t>
            </a:r>
            <a:br>
              <a:rPr lang="en-SG" sz="2800"/>
            </a:br>
            <a:r>
              <a:rPr lang="en-SG" sz="2800"/>
              <a:t>Shall guide me all my happy days </a:t>
            </a:r>
            <a:br>
              <a:rPr lang="en-SG" sz="2800"/>
            </a:br>
            <a:r>
              <a:rPr lang="en-SG" sz="2800"/>
              <a:t>In all my ways. </a:t>
            </a:r>
            <a:br>
              <a:rPr lang="en-SG" sz="2800"/>
            </a:br>
            <a:r>
              <a:rPr lang="en-SG" sz="2800"/>
              <a:t>He calls a worm His friend, </a:t>
            </a:r>
            <a:br>
              <a:rPr lang="en-SG" sz="2800"/>
            </a:br>
            <a:r>
              <a:rPr lang="en-SG" sz="2800"/>
              <a:t>He calls Himself my God! </a:t>
            </a:r>
            <a:br>
              <a:rPr lang="en-SG" sz="2800"/>
            </a:br>
            <a:r>
              <a:rPr lang="en-SG" sz="2800"/>
              <a:t>And He shall save me to the end </a:t>
            </a:r>
            <a:br>
              <a:rPr lang="en-SG" sz="2800"/>
            </a:br>
            <a:r>
              <a:rPr lang="en-SG" sz="2800"/>
              <a:t>through Jesus' blood.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1783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CF6C1-ACA7-CB03-7D98-F1063313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5A7FB-B28B-77E6-5E83-24123D1F8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The God of Abraham Praise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C9E51F-13F8-65B7-1C0C-CCEC88DE61A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AB6B8-6EE4-4538-3B88-89DD2F61514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4 of 5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F0AF9D8-3D66-92C4-BA71-FBF4637DEEFA}"/>
              </a:ext>
            </a:extLst>
          </p:cNvPr>
          <p:cNvSpPr txBox="1"/>
          <p:nvPr/>
        </p:nvSpPr>
        <p:spPr>
          <a:xfrm>
            <a:off x="736001" y="1068635"/>
            <a:ext cx="7915835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SG" sz="2800"/>
              <a:t>He by Him­self has sworn; </a:t>
            </a:r>
            <a:br>
              <a:rPr lang="en-SG" sz="2800"/>
            </a:br>
            <a:r>
              <a:rPr lang="en-SG" sz="2800"/>
              <a:t>I on His oath de­pend,</a:t>
            </a:r>
            <a:br>
              <a:rPr lang="en-SG" sz="2800"/>
            </a:br>
            <a:r>
              <a:rPr lang="en-SG" sz="2800"/>
              <a:t>I shall, on ea­gle wings up­borne, </a:t>
            </a:r>
            <a:br>
              <a:rPr lang="en-SG" sz="2800"/>
            </a:br>
            <a:r>
              <a:rPr lang="en-SG" sz="2800"/>
              <a:t>To Heav’n as­cend.</a:t>
            </a:r>
            <a:br>
              <a:rPr lang="en-SG" sz="2800"/>
            </a:br>
            <a:r>
              <a:rPr lang="en-SG" sz="2800"/>
              <a:t>I shall be­hold His face; </a:t>
            </a:r>
            <a:br>
              <a:rPr lang="en-SG" sz="2800"/>
            </a:br>
            <a:r>
              <a:rPr lang="en-SG" sz="2800"/>
              <a:t>I shall His pow­er adore,</a:t>
            </a:r>
            <a:br>
              <a:rPr lang="en-SG" sz="2800"/>
            </a:br>
            <a:r>
              <a:rPr lang="en-SG" sz="2800"/>
              <a:t>And sing the won­ders of His grace </a:t>
            </a:r>
            <a:br>
              <a:rPr lang="en-SG" sz="2800"/>
            </a:br>
            <a:r>
              <a:rPr lang="en-SG" sz="2800"/>
              <a:t>For-evermore.</a:t>
            </a:r>
            <a:endParaRPr lang="en-US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67729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6699E-1CFE-2422-4EA4-F7010971E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ED19D-8BE6-82DA-EB9D-CC4366193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Opening Hymn: The God of Abraham Praise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0C092DA-706F-A8B2-7C4E-E9A3BE8E48B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6CAEA-4FE4-9CDC-E49B-49FCC891D72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Opening: 5 of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60921-75CA-61A4-0998-6A638370D787}"/>
              </a:ext>
            </a:extLst>
          </p:cNvPr>
          <p:cNvSpPr txBox="1"/>
          <p:nvPr/>
        </p:nvSpPr>
        <p:spPr>
          <a:xfrm>
            <a:off x="1091922" y="898648"/>
            <a:ext cx="685935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The whole tri­um­phant host</a:t>
            </a:r>
            <a:br>
              <a:rPr lang="en-SG" sz="2800"/>
            </a:br>
            <a:r>
              <a:rPr lang="en-SG" sz="2800"/>
              <a:t>Give thanks to God on high;</a:t>
            </a:r>
            <a:br>
              <a:rPr lang="en-SG" sz="2800"/>
            </a:br>
            <a:r>
              <a:rPr lang="en-SG" sz="2800"/>
              <a:t>Hail, Fa­ther, Son, and Ho­ly Ghost,</a:t>
            </a:r>
            <a:br>
              <a:rPr lang="en-SG" sz="2800"/>
            </a:br>
            <a:r>
              <a:rPr lang="en-SG" sz="2800"/>
              <a:t>They ev­er cry.</a:t>
            </a:r>
            <a:br>
              <a:rPr lang="en-SG" sz="2800"/>
            </a:br>
            <a:r>
              <a:rPr lang="en-SG" sz="2800"/>
              <a:t>Hail, Ab­ra­ham’s God, and mine!</a:t>
            </a:r>
            <a:br>
              <a:rPr lang="en-SG" sz="2800"/>
            </a:br>
            <a:r>
              <a:rPr lang="en-SG" sz="2800"/>
              <a:t>I join the </a:t>
            </a:r>
            <a:r>
              <a:rPr lang="en-SG" sz="2800" err="1"/>
              <a:t>heav’n­ly</a:t>
            </a:r>
            <a:r>
              <a:rPr lang="en-SG" sz="2800"/>
              <a:t> lays</a:t>
            </a:r>
            <a:br>
              <a:rPr lang="en-SG" sz="2800"/>
            </a:br>
            <a:r>
              <a:rPr lang="en-SG" sz="2800"/>
              <a:t>All might and ma­jes­ty are Thine,</a:t>
            </a:r>
            <a:br>
              <a:rPr lang="en-SG" sz="2800"/>
            </a:br>
            <a:r>
              <a:rPr lang="en-SG" sz="2800"/>
              <a:t>And end­less praise.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54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9528709-983B-B99F-2E0F-36F5B23AD121}"/>
              </a:ext>
            </a:extLst>
          </p:cNvPr>
          <p:cNvSpPr txBox="1">
            <a:spLocks/>
          </p:cNvSpPr>
          <p:nvPr/>
        </p:nvSpPr>
        <p:spPr>
          <a:xfrm>
            <a:off x="1009567" y="1028892"/>
            <a:ext cx="7124865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10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SG" sz="4400" i="1">
                <a:solidFill>
                  <a:schemeClr val="bg1"/>
                </a:solidFill>
                <a:latin typeface="Tenorite"/>
              </a:rPr>
              <a:t>Thanks to God v1</a:t>
            </a: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0E83AD-AD85-5E6C-33F5-D8EF739355C5}"/>
              </a:ext>
            </a:extLst>
          </p:cNvPr>
          <p:cNvSpPr txBox="1"/>
          <p:nvPr/>
        </p:nvSpPr>
        <p:spPr>
          <a:xfrm>
            <a:off x="1091922" y="963346"/>
            <a:ext cx="685935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Thanks, O God for boundless mercy</a:t>
            </a:r>
            <a:br>
              <a:rPr lang="en-SG" sz="2800"/>
            </a:br>
            <a:r>
              <a:rPr lang="en-SG" sz="2800"/>
              <a:t>From Thy gracious throne above</a:t>
            </a:r>
            <a:br>
              <a:rPr lang="en-SG" sz="2800"/>
            </a:br>
            <a:r>
              <a:rPr lang="en-SG" sz="2800"/>
              <a:t>Thanks for </a:t>
            </a:r>
            <a:r>
              <a:rPr lang="en-SG" sz="2800" err="1"/>
              <a:t>ev'ry</a:t>
            </a:r>
            <a:r>
              <a:rPr lang="en-SG" sz="2800"/>
              <a:t> need provided</a:t>
            </a:r>
            <a:br>
              <a:rPr lang="en-SG" sz="2800"/>
            </a:br>
            <a:r>
              <a:rPr lang="en-SG" sz="2800"/>
              <a:t>From the fullness of Thy love</a:t>
            </a:r>
            <a:br>
              <a:rPr lang="en-SG" sz="2800"/>
            </a:br>
            <a:r>
              <a:rPr lang="en-SG" sz="2800"/>
              <a:t>Thanks for daily toil and </a:t>
            </a:r>
            <a:r>
              <a:rPr lang="en-SG" sz="2800" err="1"/>
              <a:t>labor</a:t>
            </a:r>
            <a:br>
              <a:rPr lang="en-SG" sz="2800"/>
            </a:br>
            <a:r>
              <a:rPr lang="en-SG" sz="2800"/>
              <a:t>And for rest when shadows fall</a:t>
            </a:r>
            <a:br>
              <a:rPr lang="en-SG" sz="2800"/>
            </a:br>
            <a:r>
              <a:rPr lang="en-SG" sz="2800"/>
              <a:t>Thanks for love of friend and </a:t>
            </a:r>
            <a:r>
              <a:rPr lang="en-SG" sz="2800" err="1"/>
              <a:t>neighbor</a:t>
            </a:r>
            <a:br>
              <a:rPr lang="en-SG" sz="2800"/>
            </a:br>
            <a:r>
              <a:rPr lang="en-SG" sz="2800"/>
              <a:t>And Thy goodness unto all 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C6748-A3D6-7E0D-0603-DD1449151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8B92342-1979-CA66-CD17-1123A68CFBC9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D865B-9F9C-49C6-3263-716BA23A6192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Thanksgiving Prayer </a:t>
            </a:r>
          </a:p>
          <a:p>
            <a:r>
              <a:rPr lang="en-SG" sz="4400" i="1">
                <a:solidFill>
                  <a:schemeClr val="bg1"/>
                </a:solidFill>
                <a:latin typeface="Tenorite"/>
              </a:rPr>
              <a:t>Exco Dedication –To the  Work 751 v1 &amp; v2</a:t>
            </a:r>
          </a:p>
        </p:txBody>
      </p:sp>
    </p:spTree>
    <p:extLst>
      <p:ext uri="{BB962C8B-B14F-4D97-AF65-F5344CB8AC3E}">
        <p14:creationId xmlns:p14="http://schemas.microsoft.com/office/powerpoint/2010/main" val="1276441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9662-9488-A087-5D5D-60BD1C9EE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B1ECE-279A-4747-00E6-923B8FBD6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/>
                <a:cs typeface="Segoe UI"/>
              </a:rPr>
              <a:t>Thanksgiving - Exco Dedication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0DF20-0C6C-1ED7-55EA-EE0E4AFA103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BBA2B-387B-89C5-CA68-36E92735D506}"/>
              </a:ext>
            </a:extLst>
          </p:cNvPr>
          <p:cNvSpPr txBox="1"/>
          <p:nvPr/>
        </p:nvSpPr>
        <p:spPr>
          <a:xfrm>
            <a:off x="218498" y="963346"/>
            <a:ext cx="845524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To the work! to the work! we are servants of God,</a:t>
            </a:r>
            <a:br>
              <a:rPr lang="en-SG" sz="2800"/>
            </a:br>
            <a:r>
              <a:rPr lang="en-SG" sz="2800"/>
              <a:t>Let us follow the path that our Master has trod;</a:t>
            </a:r>
            <a:br>
              <a:rPr lang="en-SG" sz="2800"/>
            </a:br>
            <a:r>
              <a:rPr lang="en-SG" sz="2800"/>
              <a:t>With the balm of His counsel our strength to renew,</a:t>
            </a:r>
            <a:br>
              <a:rPr lang="en-SG" sz="2800"/>
            </a:br>
            <a:r>
              <a:rPr lang="en-SG" sz="2800"/>
              <a:t>Let us do with our might what our hands find to do.</a:t>
            </a:r>
          </a:p>
          <a:p>
            <a:pPr algn="ctr"/>
            <a:endParaRPr lang="en-SG" sz="2800">
              <a:cs typeface="Segoe UI"/>
            </a:endParaRPr>
          </a:p>
          <a:p>
            <a:pPr algn="ctr"/>
            <a:r>
              <a:rPr lang="en-SG" sz="2800" i="1">
                <a:solidFill>
                  <a:srgbClr val="731A02"/>
                </a:solidFill>
                <a:cs typeface="Segoe UI"/>
              </a:rPr>
              <a:t>Toiling on, toiling on, Toiling on, toiling on: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Let us hope, let us watch,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And labour till the Master comes.</a:t>
            </a:r>
            <a:endParaRPr lang="en-SG" i="1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041359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5683E-C5B1-E40B-8A4B-E54B83A5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F800-2545-5307-BDF4-E1076A63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>
                <a:latin typeface="Segoe UI"/>
                <a:cs typeface="Segoe UI"/>
              </a:rPr>
              <a:t>Thanksgiving - Exco Dedication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8D8F1-D636-D985-0ED1-96AD7442E6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E937FA-EC60-D19E-5704-38078E228DFC}"/>
              </a:ext>
            </a:extLst>
          </p:cNvPr>
          <p:cNvSpPr txBox="1"/>
          <p:nvPr/>
        </p:nvSpPr>
        <p:spPr>
          <a:xfrm>
            <a:off x="110668" y="963346"/>
            <a:ext cx="8563072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2800"/>
              <a:t>To the work! to the work! in the strength of the Lord,</a:t>
            </a:r>
            <a:br>
              <a:rPr lang="en-SG" sz="2800"/>
            </a:br>
            <a:r>
              <a:rPr lang="en-SG" sz="2800"/>
              <a:t>And a robe and a crown shall our labour reward;</a:t>
            </a:r>
            <a:br>
              <a:rPr lang="en-SG" sz="2800">
                <a:cs typeface="Segoe UI"/>
              </a:rPr>
            </a:br>
            <a:r>
              <a:rPr lang="en-SG" sz="2800"/>
              <a:t>When the home of the faithful our dwelling shall be,</a:t>
            </a:r>
            <a:br>
              <a:rPr lang="en-SG" sz="2800">
                <a:cs typeface="Segoe UI"/>
              </a:rPr>
            </a:br>
            <a:r>
              <a:rPr lang="en-SG" sz="2800"/>
              <a:t>And we shout with the ransomed, "Salvation is free!".</a:t>
            </a:r>
          </a:p>
          <a:p>
            <a:pPr algn="ctr"/>
            <a:endParaRPr lang="en-SG" sz="2800">
              <a:cs typeface="Segoe UI"/>
            </a:endParaRPr>
          </a:p>
          <a:p>
            <a:pPr algn="ctr"/>
            <a:r>
              <a:rPr lang="en-SG" sz="2800" i="1">
                <a:solidFill>
                  <a:srgbClr val="731A02"/>
                </a:solidFill>
                <a:cs typeface="Segoe UI"/>
              </a:rPr>
              <a:t>Toiling on, toiling on, Toiling on, toiling on: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Let us hope, let us watch,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And labour till the Master comes.</a:t>
            </a:r>
            <a:endParaRPr lang="en-SG" i="1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37160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77428" y="1278318"/>
            <a:ext cx="5260417" cy="237208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SG" sz="4400">
                <a:solidFill>
                  <a:schemeClr val="bg1"/>
                </a:solidFill>
                <a:latin typeface="Tenorite"/>
              </a:rPr>
              <a:t>896 I Will Sing of My Redeemer</a:t>
            </a:r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I Will Sing of My Redeemer 896</a:t>
            </a:r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1 of 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92765" y="809957"/>
            <a:ext cx="5964555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 will sing of my Redeemer</a:t>
            </a:r>
            <a:br>
              <a:rPr lang="en-SG" sz="2800"/>
            </a:br>
            <a:r>
              <a:rPr lang="en-SG" sz="2800"/>
              <a:t>and his wondrous love to me;</a:t>
            </a:r>
            <a:br>
              <a:rPr lang="en-SG" sz="2800"/>
            </a:br>
            <a:r>
              <a:rPr lang="en-SG" sz="2800"/>
              <a:t>On the cruel cross he suffered,</a:t>
            </a:r>
            <a:br>
              <a:rPr lang="en-SG" sz="2800"/>
            </a:br>
            <a:r>
              <a:rPr lang="en-SG" sz="2800"/>
              <a:t>from the curse to set me free.</a:t>
            </a:r>
            <a:endParaRPr lang="en-US"/>
          </a:p>
          <a:p>
            <a:br>
              <a:rPr lang="en-SG" sz="2800"/>
            </a:br>
            <a:r>
              <a:rPr lang="en-SG" sz="2800" i="1">
                <a:solidFill>
                  <a:srgbClr val="731A02"/>
                </a:solidFill>
              </a:rPr>
              <a:t>Sing, O sing... of my Redeemer!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With his blood.... he purchased me...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On the cross... he sealed my pardon,</a:t>
            </a:r>
            <a:br>
              <a:rPr lang="en-SG" sz="2800" i="1">
                <a:solidFill>
                  <a:srgbClr val="731A02"/>
                </a:solidFill>
              </a:rPr>
            </a:br>
            <a:r>
              <a:rPr lang="en-SG" sz="2800" i="1">
                <a:solidFill>
                  <a:srgbClr val="731A02"/>
                </a:solidFill>
              </a:rPr>
              <a:t>paid the debt..., and made me free...</a:t>
            </a:r>
            <a:endParaRPr lang="en-US" i="1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B7E7-45DB-FD71-76ED-02BF4B860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85EB9-3443-F964-98AC-34DDEB67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I Will Sing of My Redeemer 896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A673A05-8EF3-D172-CFED-AE61F1312D4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88954B-AE18-BE49-D917-D1BE19DAF61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2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E240EC-5709-6842-E58D-01D648BB7F78}"/>
              </a:ext>
            </a:extLst>
          </p:cNvPr>
          <p:cNvSpPr txBox="1"/>
          <p:nvPr/>
        </p:nvSpPr>
        <p:spPr>
          <a:xfrm>
            <a:off x="92765" y="853089"/>
            <a:ext cx="6608483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 will tell the wondrous story,</a:t>
            </a:r>
            <a:br>
              <a:rPr lang="en-SG" sz="2800"/>
            </a:br>
            <a:r>
              <a:rPr lang="en-SG" sz="2800"/>
              <a:t>how my lost estate to save</a:t>
            </a:r>
            <a:br>
              <a:rPr lang="en-SG" sz="2800"/>
            </a:br>
            <a:r>
              <a:rPr lang="en-SG" sz="2800"/>
              <a:t>In his boundless love and mercy,</a:t>
            </a:r>
            <a:br>
              <a:rPr lang="en-SG" sz="2800"/>
            </a:br>
            <a:r>
              <a:rPr lang="en-SG" sz="2800"/>
              <a:t>He the ransom freely gave.</a:t>
            </a:r>
          </a:p>
          <a:p>
            <a:endParaRPr lang="en-SG" sz="2800">
              <a:cs typeface="Segoe UI"/>
            </a:endParaRPr>
          </a:p>
          <a:p>
            <a:r>
              <a:rPr lang="en-SG" sz="2800" i="1">
                <a:solidFill>
                  <a:srgbClr val="731A02"/>
                </a:solidFill>
                <a:cs typeface="Segoe UI"/>
              </a:rPr>
              <a:t>Sing, O sing... of my Redeemer!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With his blood.... he purchased me...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On the cross... he sealed my pardon,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paid the debt..., and made me free...</a:t>
            </a:r>
            <a:endParaRPr lang="en-SG" i="1">
              <a:solidFill>
                <a:srgbClr val="731A02"/>
              </a:solidFill>
              <a:cs typeface="Segoe UI"/>
            </a:endParaRPr>
          </a:p>
          <a:p>
            <a:br>
              <a:rPr lang="en-SG" sz="2800"/>
            </a:br>
            <a:endParaRPr lang="en-SG" sz="2800">
              <a:cs typeface="Segoe UI"/>
            </a:endParaRPr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3749699A-A903-554B-1C92-20C83C2A49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570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E1DA0-2893-09CB-E382-ADB01DF0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3CDA7-E4DB-09C2-1A6A-477AC67D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I Will Sing of My Redeemer 896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F13352-C85D-59F1-213E-99E0F88463C8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110AFA-758C-8FE7-B852-B611D886612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AADA6-E65B-EAE8-C504-646E8D61A91D}"/>
              </a:ext>
            </a:extLst>
          </p:cNvPr>
          <p:cNvSpPr txBox="1"/>
          <p:nvPr/>
        </p:nvSpPr>
        <p:spPr>
          <a:xfrm>
            <a:off x="92765" y="917787"/>
            <a:ext cx="6608483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 will praise my dear Redeemer,</a:t>
            </a:r>
            <a:br>
              <a:rPr lang="en-SG" sz="2800"/>
            </a:br>
            <a:r>
              <a:rPr lang="en-SG" sz="2800"/>
              <a:t> his triumphant power I'll tell</a:t>
            </a:r>
            <a:br>
              <a:rPr lang="en-SG" sz="2800"/>
            </a:br>
            <a:r>
              <a:rPr lang="en-SG" sz="2800"/>
              <a:t>How the victory he gives me</a:t>
            </a:r>
            <a:br>
              <a:rPr lang="en-SG" sz="2800"/>
            </a:br>
            <a:r>
              <a:rPr lang="en-SG" sz="2800"/>
              <a:t> over sin and death and hell.</a:t>
            </a:r>
          </a:p>
          <a:p>
            <a:endParaRPr lang="en-SG" sz="2800">
              <a:cs typeface="Segoe UI"/>
            </a:endParaRPr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80DCE5F4-1D59-A440-B6EC-525FFCE5F9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BEA3FAF2-A004-6305-BEC1-652E19C3F674}"/>
              </a:ext>
            </a:extLst>
          </p:cNvPr>
          <p:cNvSpPr txBox="1"/>
          <p:nvPr/>
        </p:nvSpPr>
        <p:spPr>
          <a:xfrm>
            <a:off x="92765" y="2804815"/>
            <a:ext cx="596455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1">
                <a:solidFill>
                  <a:srgbClr val="731A02"/>
                </a:solidFill>
              </a:rPr>
              <a:t>Sing, O sing... of my Redeemer!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With his blood.... he purchased me...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On the cross... he sealed my pardon,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paid the debt..., and made me free...</a:t>
            </a:r>
            <a:endParaRPr lang="en-US" i="1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903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B550-FCA3-B901-A772-9C6D1B23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4412-4A39-4155-74B3-8FC298FAE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Offertory – I Will Sing of My Redeemer 896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904EE3E-6FB2-F3B8-5D9D-6F5FB9280462}"/>
              </a:ext>
            </a:extLst>
          </p:cNvPr>
          <p:cNvSpPr txBox="1">
            <a:spLocks/>
          </p:cNvSpPr>
          <p:nvPr/>
        </p:nvSpPr>
        <p:spPr>
          <a:xfrm>
            <a:off x="5762748" y="4330422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5FEBAB-4D37-D8CB-6DC0-A7D3A488E0B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Offertory : 3 of 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08697A-E8AB-A1AB-3E58-EF9F7B7F404F}"/>
              </a:ext>
            </a:extLst>
          </p:cNvPr>
          <p:cNvSpPr txBox="1"/>
          <p:nvPr/>
        </p:nvSpPr>
        <p:spPr>
          <a:xfrm>
            <a:off x="92765" y="917787"/>
            <a:ext cx="6608483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I will sing of my Redeemer,</a:t>
            </a:r>
            <a:br>
              <a:rPr lang="en-SG" sz="2800">
                <a:cs typeface="Segoe UI"/>
              </a:rPr>
            </a:br>
            <a:r>
              <a:rPr lang="en-SG" sz="2800"/>
              <a:t>  And His </a:t>
            </a:r>
            <a:r>
              <a:rPr lang="en-SG" sz="2800" err="1"/>
              <a:t>heav’nly</a:t>
            </a:r>
            <a:r>
              <a:rPr lang="en-SG" sz="2800"/>
              <a:t> love to me;</a:t>
            </a:r>
            <a:br>
              <a:rPr lang="en-SG" sz="2800"/>
            </a:br>
            <a:r>
              <a:rPr lang="en-SG" sz="2800"/>
              <a:t>He from death to life hath brought me,</a:t>
            </a:r>
            <a:br>
              <a:rPr lang="en-SG" sz="2800"/>
            </a:br>
            <a:r>
              <a:rPr lang="en-SG" sz="2800"/>
              <a:t>  Son of God with Him to be.</a:t>
            </a:r>
            <a:endParaRPr lang="en-US"/>
          </a:p>
          <a:p>
            <a:endParaRPr lang="en-SG" sz="2800">
              <a:cs typeface="Segoe UI"/>
            </a:endParaRPr>
          </a:p>
        </p:txBody>
      </p:sp>
      <p:pic>
        <p:nvPicPr>
          <p:cNvPr id="8" name="Picture 7" descr="A qr code with a pay now logo&#10;&#10;AI-generated content may be incorrect.">
            <a:extLst>
              <a:ext uri="{FF2B5EF4-FFF2-40B4-BE49-F238E27FC236}">
                <a16:creationId xmlns:a16="http://schemas.microsoft.com/office/drawing/2014/main" id="{90F61715-4C7F-7804-A8C2-EAC5FA22C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114119" y="1279570"/>
            <a:ext cx="2834271" cy="2826639"/>
          </a:xfrm>
          <a:prstGeom prst="rect">
            <a:avLst/>
          </a:prstGeom>
        </p:spPr>
      </p:pic>
      <p:sp>
        <p:nvSpPr>
          <p:cNvPr id="4" name="TextBox 2">
            <a:extLst>
              <a:ext uri="{FF2B5EF4-FFF2-40B4-BE49-F238E27FC236}">
                <a16:creationId xmlns:a16="http://schemas.microsoft.com/office/drawing/2014/main" id="{D2CA9013-5044-334B-F71F-90FE2B4260EB}"/>
              </a:ext>
            </a:extLst>
          </p:cNvPr>
          <p:cNvSpPr txBox="1"/>
          <p:nvPr/>
        </p:nvSpPr>
        <p:spPr>
          <a:xfrm>
            <a:off x="92765" y="2804815"/>
            <a:ext cx="5964555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SG" sz="2800" i="1">
                <a:solidFill>
                  <a:srgbClr val="731A02"/>
                </a:solidFill>
              </a:rPr>
              <a:t>Sing, O sing... of my Redeemer!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With his blood.... he purchased me...;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On the cross... he sealed my pardon,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</a:rPr>
              <a:t>paid the debt..., and made me free...</a:t>
            </a:r>
            <a:endParaRPr lang="en-US" i="1">
              <a:solidFill>
                <a:srgbClr val="731A02"/>
              </a:solidFill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46273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Segoe UI"/>
                <a:cs typeface="Segoe UI"/>
              </a:rPr>
              <a:t>Confession – All to Jesus I Surrender 601</a:t>
            </a:r>
            <a:r>
              <a:rPr lang="en-SG">
                <a:latin typeface="Segoe UI"/>
                <a:cs typeface="Segoe UI"/>
              </a:rPr>
              <a:t>, v1</a:t>
            </a:r>
            <a:endParaRPr lang="en-US" sz="200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D24EDA-CE43-82A2-B3E8-E6C307C397E9}"/>
              </a:ext>
            </a:extLst>
          </p:cNvPr>
          <p:cNvSpPr/>
          <p:nvPr/>
        </p:nvSpPr>
        <p:spPr>
          <a:xfrm>
            <a:off x="916826" y="913284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All to Him I freely give;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 I will ever love and trust Him, 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In His presence daily live.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ED50B-AACD-A118-0703-6CB67F2EF7B8}"/>
              </a:ext>
            </a:extLst>
          </p:cNvPr>
          <p:cNvSpPr txBox="1">
            <a:spLocks/>
          </p:cNvSpPr>
          <p:nvPr/>
        </p:nvSpPr>
        <p:spPr>
          <a:xfrm>
            <a:off x="1009567" y="1104373"/>
            <a:ext cx="7124865" cy="183488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569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Song no: 836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Song no: 836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314BAA-A1C4-D93D-26CE-AE47C64DB6A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1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4042C2-B4E0-CA2C-4D84-9A8D229A26A8}"/>
              </a:ext>
            </a:extLst>
          </p:cNvPr>
          <p:cNvSpPr/>
          <p:nvPr/>
        </p:nvSpPr>
        <p:spPr>
          <a:xfrm>
            <a:off x="916826" y="803373"/>
            <a:ext cx="7301974" cy="385746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Simply trusting every day,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through a stormy way;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Even when my faith is small,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Jesus, that is all.</a:t>
            </a:r>
          </a:p>
          <a:p>
            <a:pPr>
              <a:spcAft>
                <a:spcPts val="400"/>
              </a:spcAft>
            </a:pPr>
            <a:endParaRPr lang="en-SG" sz="1400">
              <a:solidFill>
                <a:srgbClr val="000000"/>
              </a:solidFill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FF0000"/>
                </a:solidFill>
                <a:cs typeface="Segoe UI"/>
              </a:rPr>
              <a:t>  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Trusting as the moments fly,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as the days go by;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Him whate’er befall,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Jesus, that is all.</a:t>
            </a:r>
          </a:p>
        </p:txBody>
      </p:sp>
    </p:spTree>
    <p:extLst>
      <p:ext uri="{BB962C8B-B14F-4D97-AF65-F5344CB8AC3E}">
        <p14:creationId xmlns:p14="http://schemas.microsoft.com/office/powerpoint/2010/main" val="3559088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5FEE8-9166-609D-69D4-A0F256C05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8064F-8FEA-7732-AF60-04F2FE84B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Song no: 836</a:t>
            </a:r>
            <a:endParaRPr lang="en-US" sz="20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56D1E71-1BF5-F60F-4558-3B7E4E099F3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A06A5D-3B75-8DE6-0D59-53A9C570391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569F9C-4B9A-ACAD-1B28-41FA1B1FE62F}"/>
              </a:ext>
            </a:extLst>
          </p:cNvPr>
          <p:cNvSpPr/>
          <p:nvPr/>
        </p:nvSpPr>
        <p:spPr>
          <a:xfrm>
            <a:off x="972506" y="701607"/>
            <a:ext cx="7417174" cy="10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B8B1F-1B96-19B1-3E28-5688644317C4}"/>
              </a:ext>
            </a:extLst>
          </p:cNvPr>
          <p:cNvSpPr/>
          <p:nvPr/>
        </p:nvSpPr>
        <p:spPr>
          <a:xfrm>
            <a:off x="916826" y="803373"/>
            <a:ext cx="7301974" cy="385746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Brightly doth His Spirit shine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Into this poor heart of mine;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While He leads I cannot fall;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Jesus, that is all.</a:t>
            </a:r>
            <a:endParaRPr lang="en-US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US" sz="1400"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  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Trusting as the moments fly,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as the days go by;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Him whate’er befall,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Jesus, that is all.</a:t>
            </a:r>
            <a:endParaRPr lang="en-SG" sz="120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486521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A615C-E6CB-EF90-105D-6EF0E5CF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0B723-F67B-77F9-DC36-F30BA08F2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Song no: 836</a:t>
            </a:r>
            <a:endParaRPr lang="en-US" sz="200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75069C52-C941-82A8-9560-3679A8CA285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88D1C0-BA56-0BDF-1463-A8337358525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E67EA6-3B6C-0F36-DD13-833E4D7477AE}"/>
              </a:ext>
            </a:extLst>
          </p:cNvPr>
          <p:cNvSpPr/>
          <p:nvPr/>
        </p:nvSpPr>
        <p:spPr>
          <a:xfrm>
            <a:off x="916826" y="803373"/>
            <a:ext cx="7301974" cy="382668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Singing, if my way is clear,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Praying, if the path be drear;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If in danger, for Him call;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Jesus, that is all</a:t>
            </a:r>
            <a:endParaRPr lang="en-US"/>
          </a:p>
          <a:p>
            <a:pPr>
              <a:spcAft>
                <a:spcPts val="400"/>
              </a:spcAft>
            </a:pPr>
            <a:endParaRPr lang="en-SG" sz="12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  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Trusting as the moments fly,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as the days go by;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Him whate’er befall,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Jesus, that is all.</a:t>
            </a:r>
            <a:endParaRPr lang="en-SG" sz="280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0046034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A9B14-A9D3-C65A-C09C-E95CE22DB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D01A-F8CC-074B-2038-88EA8C883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</a:t>
            </a:r>
            <a:r>
              <a:rPr lang="en-US">
                <a:latin typeface="Segoe UI"/>
                <a:cs typeface="Segoe UI"/>
              </a:rPr>
              <a:t>Song no: 836</a:t>
            </a:r>
            <a:endParaRPr lang="en-US" sz="20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A87A03D9-3C29-01ED-CC98-390B4DE8678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D04B4B-A627-D36C-BB2A-2C83EB4FD51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1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6DA177-6829-75EC-AB53-AF49B23E3F7D}"/>
              </a:ext>
            </a:extLst>
          </p:cNvPr>
          <p:cNvSpPr/>
          <p:nvPr/>
        </p:nvSpPr>
        <p:spPr>
          <a:xfrm>
            <a:off x="916826" y="803373"/>
            <a:ext cx="7301974" cy="382668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Trusting Him while life shall last,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Him till earth be past;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Till within the jasper wall,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Trusting Jesus, that is all.</a:t>
            </a:r>
            <a:endParaRPr lang="en-US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1200"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C00000"/>
                </a:solidFill>
                <a:latin typeface="Segoe UI"/>
                <a:cs typeface="Segoe UI"/>
              </a:rPr>
              <a:t>  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Trusting as the moments fly,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as the days go by;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Him whate’er befall,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  Trusting Jesus, that is all.</a:t>
            </a:r>
            <a:endParaRPr lang="en-SG" sz="2800">
              <a:solidFill>
                <a:srgbClr val="731A02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968835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Master the Tempest is Raging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63294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1 of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788400" y="1022282"/>
            <a:ext cx="773777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Master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, the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tempest is raging!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The billows are tossing high!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The sky is </a:t>
            </a:r>
            <a:r>
              <a:rPr lang="en-SG" sz="2800" err="1">
                <a:solidFill>
                  <a:srgbClr val="000000"/>
                </a:solidFill>
                <a:latin typeface="Segoe UI"/>
                <a:cs typeface="Segoe UI"/>
              </a:rPr>
              <a:t>o'ershadow'd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 with blackness,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No shelter or help is nigh;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err="1">
                <a:solidFill>
                  <a:srgbClr val="000000"/>
                </a:solidFill>
                <a:latin typeface="Segoe UI"/>
                <a:cs typeface="Segoe UI"/>
              </a:rPr>
              <a:t>Carest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 thou not that we perish?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How canst thou lie asleep,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When each moment so madly is </a:t>
            </a:r>
            <a:r>
              <a:rPr lang="en-SG" sz="2800" err="1">
                <a:solidFill>
                  <a:srgbClr val="000000"/>
                </a:solidFill>
                <a:latin typeface="Segoe UI"/>
                <a:cs typeface="Segoe UI"/>
              </a:rPr>
              <a:t>threat'ning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A grave in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 the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angry deep?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774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63482-863C-67DA-CD42-A79A018D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09733-FC3E-0FF0-CEFA-1C8274010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F098E-92C0-9CF9-D393-2A240CD93E1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584EB-F7E4-4C12-E7EA-1A9A33CBD7A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2 of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74947A-1B63-0213-9969-6271C98104C7}"/>
              </a:ext>
            </a:extLst>
          </p:cNvPr>
          <p:cNvSpPr/>
          <p:nvPr/>
        </p:nvSpPr>
        <p:spPr>
          <a:xfrm>
            <a:off x="788400" y="1140896"/>
            <a:ext cx="7414284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winds and the waves shall obey my will,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Peace....,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be still....!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Whether the wrath of the storm-tossed sea,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demons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men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whatever it be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,</a:t>
            </a:r>
            <a:endParaRPr lang="en-SG" sz="2800">
              <a:solidFill>
                <a:srgbClr val="731A02"/>
              </a:solidFill>
              <a:latin typeface="Segoe UI" panose="020B0502040204020203" pitchFamily="34" charset="0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No waters can swallow the ship where lies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Master of ocean, and earth and skies</a:t>
            </a:r>
            <a:br>
              <a:rPr lang="en-SG" sz="2800">
                <a:latin typeface="Segoe UI"/>
                <a:cs typeface="Segoe UI"/>
              </a:rPr>
            </a:b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27758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514BE-5F13-CCF6-C43B-576F36CE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4499-0F96-3755-C0E1-EA14C01C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B632DC-F88D-8285-3F8F-BC330122F90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E5C5A6-D498-A4CD-E3E0-68907B514CA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3 of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F1ADF3-90D2-6B3E-2E75-755BE43B484C}"/>
              </a:ext>
            </a:extLst>
          </p:cNvPr>
          <p:cNvSpPr/>
          <p:nvPr/>
        </p:nvSpPr>
        <p:spPr>
          <a:xfrm>
            <a:off x="788400" y="1291858"/>
            <a:ext cx="7101577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be still!  Peace, be still!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peace, be still!</a:t>
            </a:r>
          </a:p>
          <a:p>
            <a:pPr>
              <a:spcAft>
                <a:spcPts val="400"/>
              </a:spcAft>
            </a:pPr>
            <a:endParaRPr lang="en-SG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035021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311CC-624F-3B29-94BB-67B5011EA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F9FA-66B6-13CD-4448-3E304FCF2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BDC099-694F-DA0E-9496-8BF0E543364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9A6470-9928-604C-BCD7-058C6F27F0E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4 of 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637AF4B-7A34-BF6B-DFA7-300F3F54C290}"/>
              </a:ext>
            </a:extLst>
          </p:cNvPr>
          <p:cNvSpPr/>
          <p:nvPr/>
        </p:nvSpPr>
        <p:spPr>
          <a:xfrm>
            <a:off x="788400" y="968367"/>
            <a:ext cx="7597595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Master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with anguish of spirit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I bow </a:t>
            </a: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in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my grief today;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The depths of my sad heart are troubled,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 b="0" i="0" u="none" strike="noStrike">
                <a:solidFill>
                  <a:srgbClr val="000000"/>
                </a:solidFill>
                <a:effectLst/>
                <a:latin typeface="Segoe UI"/>
                <a:cs typeface="Segoe UI"/>
              </a:rPr>
              <a:t>Oh,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waken and save, I pray!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Torrents of sin and of anguish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Sweep o’er my sinking soul;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And I perish! I perish, dear Master,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O, hasten, and take control.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163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CC6A7-2697-5EB4-6530-399238AB7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3A86-ABEF-E488-2AF6-6330B0EE7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08E8E-5786-A7F1-4CE1-297C4BA250E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314AF3-6EFB-D058-A21E-75923F360404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5 of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DE8F34-05C2-2294-84D4-EFFEEAB9A6CB}"/>
              </a:ext>
            </a:extLst>
          </p:cNvPr>
          <p:cNvSpPr/>
          <p:nvPr/>
        </p:nvSpPr>
        <p:spPr>
          <a:xfrm>
            <a:off x="788400" y="1086980"/>
            <a:ext cx="7414284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winds and the waves shall obey my will,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Peace......,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be still......!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Whether the wrath of the storm-tossed sea,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demons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men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whatever it be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,</a:t>
            </a:r>
            <a:endParaRPr lang="en-SG" sz="2800">
              <a:solidFill>
                <a:srgbClr val="731A02"/>
              </a:solidFill>
              <a:latin typeface="Segoe UI" panose="020B0502040204020203" pitchFamily="34" charset="0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No waters can swallow the ship where lies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Master of ocean, and earth and skies</a:t>
            </a:r>
            <a:br>
              <a:rPr lang="en-SG" sz="2800">
                <a:latin typeface="Segoe UI"/>
                <a:cs typeface="Segoe UI"/>
              </a:rPr>
            </a:b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50014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133B1-D0E0-12DB-B38B-B3B88F562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B04E8-2ACA-5D9E-2E69-D92B40989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3EDB4-0F41-3C83-7457-2295220121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CF969F-4797-CAA1-5287-AEFADD67063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6 of 9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B7EF1-F25C-8514-8EAB-DF03301AD11F}"/>
              </a:ext>
            </a:extLst>
          </p:cNvPr>
          <p:cNvSpPr/>
          <p:nvPr/>
        </p:nvSpPr>
        <p:spPr>
          <a:xfrm>
            <a:off x="788400" y="1291858"/>
            <a:ext cx="7101577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be still!  Peace, be still!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peace, be still!</a:t>
            </a:r>
          </a:p>
          <a:p>
            <a:pPr>
              <a:spcAft>
                <a:spcPts val="400"/>
              </a:spcAft>
            </a:pPr>
            <a:endParaRPr lang="en-SG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325593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3F8F6-9CCD-E8E0-1FD6-DB1549AD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0FB2-F8E5-41DC-CE66-4DD7F34FC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847CE-4A1C-6762-3FF4-6571071AA60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43EF3-76AD-E7C5-0FFA-55ECE4ADAC2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7 of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C8D706-F787-5432-A31F-7521F5250A91}"/>
              </a:ext>
            </a:extLst>
          </p:cNvPr>
          <p:cNvSpPr/>
          <p:nvPr/>
        </p:nvSpPr>
        <p:spPr>
          <a:xfrm>
            <a:off x="788400" y="1033066"/>
            <a:ext cx="7101577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cs typeface="Segoe UI"/>
              </a:rPr>
              <a:t>Master, the terror is over,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The elements sweetly rest;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Earth’s sun in the calm lake is </a:t>
            </a:r>
            <a:r>
              <a:rPr lang="en-SG" sz="2800" err="1">
                <a:cs typeface="Segoe UI"/>
              </a:rPr>
              <a:t>mirror'd</a:t>
            </a:r>
            <a:r>
              <a:rPr lang="en-SG" sz="2800">
                <a:cs typeface="Segoe UI"/>
              </a:rPr>
              <a:t>,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And heaven’s within my breast;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Linger, O blessed Redeemer,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Leave me alone no more;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And with joy I shall make the blest harbour,</a:t>
            </a:r>
            <a:br>
              <a:rPr lang="en-SG" sz="2800">
                <a:cs typeface="Segoe UI"/>
              </a:rPr>
            </a:br>
            <a:r>
              <a:rPr lang="en-SG" sz="2800">
                <a:cs typeface="Segoe UI"/>
              </a:rPr>
              <a:t>And rest on the blissful shore.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398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4F289-264E-0128-D255-3355B3D07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D0CBF-18D5-759A-1F7C-78566D283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F1821D-0F7E-F31D-596A-053D7BCF4C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A40B00-105C-59F1-0563-AEBEFA7F617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8 of 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B73976-7A62-A475-8EB2-D8B47A8D1F27}"/>
              </a:ext>
            </a:extLst>
          </p:cNvPr>
          <p:cNvSpPr/>
          <p:nvPr/>
        </p:nvSpPr>
        <p:spPr>
          <a:xfrm>
            <a:off x="788400" y="1291858"/>
            <a:ext cx="7414284" cy="315983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winds and the waves shall obey my will,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Peace....,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be still.....!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Whether the wrath of the storm-tossed sea,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demons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men</a:t>
            </a:r>
            <a:r>
              <a:rPr lang="en-SG" sz="2800" b="0" i="1" u="none" strike="noStrike">
                <a:solidFill>
                  <a:srgbClr val="731A02"/>
                </a:solidFill>
                <a:effectLst/>
                <a:latin typeface="Segoe UI"/>
                <a:cs typeface="Segoe UI"/>
              </a:rPr>
              <a:t>, 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or whatever it be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,</a:t>
            </a:r>
            <a:endParaRPr lang="en-SG" sz="2800">
              <a:solidFill>
                <a:srgbClr val="731A02"/>
              </a:solidFill>
              <a:latin typeface="Segoe UI" panose="020B0502040204020203" pitchFamily="34" charset="0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No waters can swallow the ship where lies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The Master of ocean, and earth and skies</a:t>
            </a:r>
            <a:br>
              <a:rPr lang="en-SG" sz="2800">
                <a:latin typeface="Segoe UI"/>
                <a:cs typeface="Segoe UI"/>
              </a:rPr>
            </a:br>
            <a:endParaRPr lang="en-SG" sz="2800" b="0" i="0">
              <a:solidFill>
                <a:srgbClr val="000000"/>
              </a:solidFill>
              <a:effectLst/>
              <a:latin typeface="Segoe UI" panose="020B0502040204020203" pitchFamily="34" charset="0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8751517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DDE99-7F26-BD3A-9D79-CC77FEC1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54E81-06BA-BD6A-9031-98CBBC941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61 </a:t>
            </a:r>
            <a:r>
              <a:rPr lang="en-US">
                <a:latin typeface="Segoe UI"/>
                <a:cs typeface="Segoe UI"/>
              </a:rPr>
              <a:t>Master the Tempest is Raging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41B20-DF1A-8FE7-9CEE-7FC66845737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AD6C3-677E-4C7A-82CB-C8B924D2457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2 : 9 of 9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7540890-FAE4-9FFA-5F05-8179A92CA316}"/>
              </a:ext>
            </a:extLst>
          </p:cNvPr>
          <p:cNvSpPr/>
          <p:nvPr/>
        </p:nvSpPr>
        <p:spPr>
          <a:xfrm>
            <a:off x="788400" y="1291858"/>
            <a:ext cx="7101577" cy="22467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be still!  Peace, be still!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They all shall sweetly obey my will,</a:t>
            </a:r>
            <a:br>
              <a:rPr lang="en-SG" sz="2800" i="1">
                <a:solidFill>
                  <a:srgbClr val="731A02"/>
                </a:solidFill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cs typeface="Segoe UI"/>
              </a:rPr>
              <a:t>Peace, peace, be still!</a:t>
            </a:r>
          </a:p>
          <a:p>
            <a:pPr>
              <a:spcAft>
                <a:spcPts val="400"/>
              </a:spcAft>
            </a:pPr>
            <a:endParaRPr lang="en-SG" sz="280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0321299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Channels Only 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1994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Channels Only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1 of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894698" y="1135382"/>
            <a:ext cx="735460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How I praise Thee, precious Savior,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That Thy love laid hold of me;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Thou hast saved and cleansed and filled me That I might Thy channel be.</a:t>
            </a:r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Channels only, </a:t>
            </a:r>
            <a:r>
              <a:rPr lang="en-SG" sz="2800" i="1" err="1">
                <a:solidFill>
                  <a:srgbClr val="731A02"/>
                </a:solidFill>
                <a:latin typeface="Segoe UI"/>
                <a:cs typeface="Segoe UI"/>
              </a:rPr>
              <a:t>blessèd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Master, But with all Thy     wondrous power 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Flowing through us, Thou canst use us Every  day and every hour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32198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DAB4-9587-74F7-4A56-EC3544806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EEC85-D21B-F91E-606B-337C9F21C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Channels Only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0B3C8-9A98-8AA4-54E0-B55DFAA7B7C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31F6F-27BD-6EF4-0448-66F5302D67D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2 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8FDC71-6AA8-3B70-3DFE-8973BFDDCD81}"/>
              </a:ext>
            </a:extLst>
          </p:cNvPr>
          <p:cNvSpPr/>
          <p:nvPr/>
        </p:nvSpPr>
        <p:spPr>
          <a:xfrm>
            <a:off x="894698" y="1135382"/>
            <a:ext cx="735460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Emptied that Thou shouldest fill me,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A clean vessel in Thy hand;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With no power but as Thou </a:t>
            </a:r>
            <a:r>
              <a:rPr lang="en-SG" sz="2800" err="1">
                <a:latin typeface="Segoe UI"/>
                <a:cs typeface="Segoe UI"/>
              </a:rPr>
              <a:t>givest</a:t>
            </a:r>
            <a:r>
              <a:rPr lang="en-SG" sz="2800">
                <a:latin typeface="Segoe UI"/>
                <a:cs typeface="Segoe UI"/>
              </a:rPr>
              <a:t>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Graciously with each command. </a:t>
            </a:r>
            <a:endParaRPr lang="en-US"/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Channels only, </a:t>
            </a:r>
            <a:r>
              <a:rPr lang="en-SG" sz="2800" i="1" err="1">
                <a:solidFill>
                  <a:srgbClr val="731A02"/>
                </a:solidFill>
                <a:latin typeface="Segoe UI"/>
                <a:cs typeface="Segoe UI"/>
              </a:rPr>
              <a:t>blessèd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Master, But with all Thy  wondrous power 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Flowing through us, Thou canst use us Every  day and every hour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84147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2F797-5C05-8601-FF72-6E0306577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B2D8-A67B-6C90-7118-9F29E94A5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Channels Only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810E6-06C1-0F4B-64A9-3F4723155CB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D1F9E3-339F-4526-0390-2606FD24D2C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3 : 3 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430444-081D-3E11-135E-E5F3E29E7A2E}"/>
              </a:ext>
            </a:extLst>
          </p:cNvPr>
          <p:cNvSpPr/>
          <p:nvPr/>
        </p:nvSpPr>
        <p:spPr>
          <a:xfrm>
            <a:off x="894698" y="1135382"/>
            <a:ext cx="735460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Witnessing Thy power to save me,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Setting free from self and sin;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Thou who </a:t>
            </a:r>
            <a:r>
              <a:rPr lang="en-SG" sz="2800" err="1">
                <a:latin typeface="Segoe UI"/>
                <a:cs typeface="Segoe UI"/>
              </a:rPr>
              <a:t>boughtest</a:t>
            </a:r>
            <a:r>
              <a:rPr lang="en-SG" sz="2800">
                <a:latin typeface="Segoe UI"/>
                <a:cs typeface="Segoe UI"/>
              </a:rPr>
              <a:t> to possess me,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In Thy fullness, Lord, come in.</a:t>
            </a:r>
            <a:endParaRPr lang="en-US"/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Channels only, </a:t>
            </a:r>
            <a:r>
              <a:rPr lang="en-SG" sz="2800" i="1" err="1">
                <a:solidFill>
                  <a:srgbClr val="731A02"/>
                </a:solidFill>
                <a:latin typeface="Segoe UI"/>
                <a:cs typeface="Segoe UI"/>
              </a:rPr>
              <a:t>blessèd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Master, But with all Thy  wondrous power 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Flowing through us, Thou canst use us Every  day and every hour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.</a:t>
            </a:r>
            <a:r>
              <a:rPr lang="en-SG" sz="2800">
                <a:latin typeface="Segoe UI"/>
                <a:cs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32796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2EED-598F-5B1F-BBC9-5B4902680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E2E8C-DD59-E851-456D-FA9D6DE46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Channels Only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8B075-7649-30C7-6034-507271B0F2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DADBB7-7B12-BA48-8F6A-C7867AA44D8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3 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44E5DB-D701-90C8-FD9E-9F469676B9C8}"/>
              </a:ext>
            </a:extLst>
          </p:cNvPr>
          <p:cNvSpPr/>
          <p:nvPr/>
        </p:nvSpPr>
        <p:spPr>
          <a:xfrm>
            <a:off x="894698" y="1135382"/>
            <a:ext cx="735460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Jesus, fill now with Thy Spirit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Hearts that full surrender know;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That the streams of living water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From our inner man may flow.</a:t>
            </a:r>
            <a:endParaRPr lang="en-US">
              <a:cs typeface="Segoe UI"/>
            </a:endParaRPr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Channels only, </a:t>
            </a:r>
            <a:r>
              <a:rPr lang="en-SG" sz="2800" i="1" err="1">
                <a:solidFill>
                  <a:srgbClr val="731A02"/>
                </a:solidFill>
                <a:latin typeface="Segoe UI"/>
                <a:cs typeface="Segoe UI"/>
              </a:rPr>
              <a:t>blessèd</a:t>
            </a: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Master, But with all Thy  wondrous power 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Flowing through us, Thou canst use us Every  day and every hour</a:t>
            </a:r>
            <a:r>
              <a:rPr lang="en-SG" sz="2800">
                <a:solidFill>
                  <a:srgbClr val="731A02"/>
                </a:solidFill>
                <a:latin typeface="Segoe UI"/>
                <a:cs typeface="Segoe UI"/>
              </a:rPr>
              <a:t>.</a:t>
            </a:r>
            <a:r>
              <a:rPr lang="en-SG" sz="2800">
                <a:latin typeface="Segoe UI"/>
                <a:cs typeface="Segoe U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0376682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Song no. 650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34740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Song no. 650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1 of 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B7E6C3-DC3B-BC8E-EE75-86995C7F8ADF}"/>
              </a:ext>
            </a:extLst>
          </p:cNvPr>
          <p:cNvSpPr/>
          <p:nvPr/>
        </p:nvSpPr>
        <p:spPr>
          <a:xfrm>
            <a:off x="588907" y="691499"/>
            <a:ext cx="842549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Ring the bells of heaven! There is joy today,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For a soul, returning from the wild!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See, the Father meets him out upon the way,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Welcoming His weary, </a:t>
            </a:r>
            <a:r>
              <a:rPr lang="en-SG" sz="2800">
                <a:solidFill>
                  <a:srgbClr val="000000"/>
                </a:solidFill>
                <a:latin typeface="Segoe UI"/>
                <a:cs typeface="Segoe UI"/>
              </a:rPr>
              <a:t>wande</a:t>
            </a:r>
            <a:r>
              <a:rPr lang="en-SG" sz="2800">
                <a:latin typeface="Segoe UI"/>
                <a:cs typeface="Segoe UI"/>
              </a:rPr>
              <a:t>ring child.</a:t>
            </a:r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 lvl="2"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Glory! Glory! How the angels sing: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Glory! Glory! How the loud harps ring!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'Tis the ransomed army, like a mighty sea,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Pealing forth the anthem of the free.</a:t>
            </a:r>
            <a:endParaRPr lang="en-US" sz="2800" i="1">
              <a:solidFill>
                <a:srgbClr val="8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5848920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EFA9-10E4-681A-2B02-DC5A3FA6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39294-F742-0DA7-B126-58954EE71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Song no. 650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F41C6-EB02-4952-FF86-EA9B8722AAFC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C8F43F-29CA-3642-EA06-2779C9CF2473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2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D4EF0C-73DA-0C3C-0EE9-CC088EEAB10A}"/>
              </a:ext>
            </a:extLst>
          </p:cNvPr>
          <p:cNvSpPr/>
          <p:nvPr/>
        </p:nvSpPr>
        <p:spPr>
          <a:xfrm>
            <a:off x="588907" y="691499"/>
            <a:ext cx="842549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Ring the bells of heaven! There is joy today,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For the wanderer now is reconciled;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Yes, a soul is rescued from his sinful way,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And is born a new, a ransomed child. </a:t>
            </a:r>
            <a:endParaRPr lang="en-US"/>
          </a:p>
          <a:p>
            <a:pPr>
              <a:spcAft>
                <a:spcPts val="400"/>
              </a:spcAft>
            </a:pPr>
            <a:endParaRPr lang="en-SG" sz="1000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    Glory! Glory! How the angels sing: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  Glory! Glory! How the loud harps ring!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 'Tis the ransomed army, like a mighty sea,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 Pealing forth the anthem of the free.</a:t>
            </a:r>
            <a:endParaRPr lang="en-SG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2803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DE84-47A2-15D6-CB87-8F09734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B6AB-65AD-1CAC-23AA-C6FF4BB53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Song no. 650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10F4D-65F1-2FA2-7451-AEB18A9112C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7AB612-BDA6-D0D9-9E9E-572C6CC66F9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Communion 4 : 3 of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D8C05A-D90E-93C2-AF98-2BE7B7F9D4D6}"/>
              </a:ext>
            </a:extLst>
          </p:cNvPr>
          <p:cNvSpPr/>
          <p:nvPr/>
        </p:nvSpPr>
        <p:spPr>
          <a:xfrm>
            <a:off x="588907" y="691499"/>
            <a:ext cx="8425493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 Ring the bells of heaven! Spread the feast today!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Angels, swell the glad triumphant strain!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Tell the joyful tidings, bear it far away!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For a precious soul is born again.</a:t>
            </a:r>
            <a:endParaRPr lang="en-US">
              <a:solidFill>
                <a:srgbClr val="000000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</a:pPr>
            <a:endParaRPr lang="en-SG" sz="1000" i="1">
              <a:solidFill>
                <a:srgbClr val="800000"/>
              </a:solidFill>
              <a:cs typeface="Segoe UI"/>
            </a:endParaRPr>
          </a:p>
          <a:p>
            <a:pPr>
              <a:spcAft>
                <a:spcPts val="400"/>
              </a:spcAft>
            </a:pP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   Glory! Glory! How the angels sing: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   Glory! Glory! How the loud harps ring!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   'Tis the ransomed army, like a mighty sea,</a:t>
            </a:r>
            <a:b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800000"/>
                </a:solidFill>
                <a:latin typeface="Segoe UI"/>
                <a:cs typeface="Segoe UI"/>
              </a:rPr>
              <a:t>   Pealing forth the anthem of the free.</a:t>
            </a:r>
            <a:endParaRPr lang="en-SG" sz="2800" i="1">
              <a:solidFill>
                <a:srgbClr val="8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6956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Song no. 777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8560233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Go Bury Thy Sorrow. 777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1 of </a:t>
            </a:r>
            <a:r>
              <a:rPr lang="en-US" sz="1400">
                <a:solidFill>
                  <a:prstClr val="black"/>
                </a:solidFill>
                <a:latin typeface="Segoe UI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DFE297-14FD-8C75-D483-AE1329AD46AD}"/>
              </a:ext>
            </a:extLst>
          </p:cNvPr>
          <p:cNvSpPr/>
          <p:nvPr/>
        </p:nvSpPr>
        <p:spPr>
          <a:xfrm>
            <a:off x="209425" y="868412"/>
            <a:ext cx="8684259" cy="379591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bury thy sorrow; The world hath its share;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bury it deeply, Go hide it with care;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think of it calmly When curtained by night;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tell it to Jesus, And all will be right.</a:t>
            </a:r>
          </a:p>
          <a:p>
            <a:pPr>
              <a:spcAft>
                <a:spcPts val="400"/>
              </a:spcAft>
              <a:defRPr/>
            </a:pPr>
            <a:endParaRPr lang="en-SG" sz="1000">
              <a:solidFill>
                <a:prstClr val="black"/>
              </a:solidFill>
              <a:latin typeface="Segoe UI"/>
              <a:cs typeface="Segoe UI"/>
            </a:endParaRPr>
          </a:p>
          <a:p>
            <a:pPr>
              <a:spcAft>
                <a:spcPts val="400"/>
              </a:spcAft>
              <a:defRPr/>
            </a:pP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tell it to Jesus; He know-eth thy grief;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tell it to Jesus; He'll send thee relief;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gather the sunshine He sheds on the way;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He'll lighten thy burden; Go, weary one, pray</a:t>
            </a:r>
            <a:endParaRPr lang="en-SG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59207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7006C-7E0E-CE62-E81A-D00CB5A55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DB583-958F-3C2C-F909-971D943C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Go Bury Thy Sorrow. 777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E085B-90FF-32DC-97B6-9999BC3B8F6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698A-052A-728D-D44D-DAA92EB528C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Communion 5 : 2 of </a:t>
            </a:r>
            <a:r>
              <a:rPr lang="en-US" sz="1400">
                <a:solidFill>
                  <a:prstClr val="black"/>
                </a:solidFill>
                <a:latin typeface="Segoe UI"/>
              </a:rPr>
              <a:t>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4F4A2C-D682-5013-34D5-C9E7DEB7A2FD}"/>
              </a:ext>
            </a:extLst>
          </p:cNvPr>
          <p:cNvSpPr/>
          <p:nvPr/>
        </p:nvSpPr>
        <p:spPr>
          <a:xfrm>
            <a:off x="198642" y="728233"/>
            <a:ext cx="8684259" cy="3539430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400"/>
              </a:spcAft>
              <a:defRPr/>
            </a:pP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Hearts growing a weary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With heavier woe,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Now droop 'mid the darkness: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comfort them, go!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bury thy sorrow,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Let others be blest;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Go give them the sunshine,</a:t>
            </a:r>
            <a:br>
              <a:rPr lang="en-SG" sz="2800">
                <a:solidFill>
                  <a:prstClr val="black"/>
                </a:solidFill>
                <a:latin typeface="Segoe UI"/>
                <a:cs typeface="Segoe UI"/>
              </a:rPr>
            </a:br>
            <a:r>
              <a:rPr lang="en-SG" sz="2800">
                <a:solidFill>
                  <a:prstClr val="black"/>
                </a:solidFill>
                <a:latin typeface="Segoe UI"/>
                <a:cs typeface="Segoe UI"/>
              </a:rPr>
              <a:t>Tell Jesus the rest.</a:t>
            </a:r>
            <a:endParaRPr lang="en-US" sz="2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6085575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5004830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5CBCA4-8279-49A0-BDA5-8F1C3F65A43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1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69F64E-1EF9-6CDA-FAA3-6A4CB7CD0E24}"/>
              </a:ext>
            </a:extLst>
          </p:cNvPr>
          <p:cNvSpPr/>
          <p:nvPr/>
        </p:nvSpPr>
        <p:spPr>
          <a:xfrm>
            <a:off x="916826" y="859368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All to Him I freely give;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 I will ever love and trust Him,  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In His presence daily live.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62991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F4757-6029-1E17-1366-FDAB9D12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8E75-8A16-528C-1AC3-C8B305818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DC585-C6C7-C8D6-E0F5-EB4D5A1A6CA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1FB840-812A-3FAD-D690-64BC2134ACD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2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92B59-F5F7-52BF-A717-8F05528A0142}"/>
              </a:ext>
            </a:extLst>
          </p:cNvPr>
          <p:cNvSpPr/>
          <p:nvPr/>
        </p:nvSpPr>
        <p:spPr>
          <a:xfrm>
            <a:off x="916826" y="827019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Humbly at His feet I bow,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Worldly pleasures all forsaken;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Take me, Jesus, take me now.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9850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CC46A-3816-F6C8-FDC6-095A8749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4F57-12E6-CF5D-F64B-19DDC698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932CDD-6E4B-4098-D671-78986A36F4F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DDD3EB-09BD-1BD8-09D3-E0ED0106136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3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3A0C39-EA6A-19B5-7DEA-2336E81D7E8B}"/>
              </a:ext>
            </a:extLst>
          </p:cNvPr>
          <p:cNvSpPr/>
          <p:nvPr/>
        </p:nvSpPr>
        <p:spPr>
          <a:xfrm>
            <a:off x="916826" y="827019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Make me, Savior, wholly Thine;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Let the Holy Spirit witness,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I am Thine and Thou art mine.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3372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D545A-9049-A592-51E6-938296F41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7FEAC-9566-ADB4-8035-3010256A2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91372-A555-B0EC-826F-81BDABEC758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875A7-D8A7-D6EA-1966-B49BAB5F74A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4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811273-D59F-D59D-06D8-1C59C483C6B9}"/>
              </a:ext>
            </a:extLst>
          </p:cNvPr>
          <p:cNvSpPr/>
          <p:nvPr/>
        </p:nvSpPr>
        <p:spPr>
          <a:xfrm>
            <a:off x="916826" y="891717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Lord, I give myself to Thee;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Fill me with Thy love and power,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Let Thy blessing fall on me.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9722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FBA32-CDCF-3C15-99EE-F93F73038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B3E68-9224-554D-64DE-D77377189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prstClr val="white"/>
                </a:solidFill>
                <a:latin typeface="Segoe UI"/>
                <a:cs typeface="Segoe UI"/>
              </a:rPr>
              <a:t>Holy Communion – All to Jesus I Surrender 601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3E8B1-B1B7-E265-3CB3-F25634EBDE7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243CCE-BF20-FE67-B1F2-376C9D73B01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6 : 5 of 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9ADD8D-78B3-2AD3-6763-A7DE16233F1A}"/>
              </a:ext>
            </a:extLst>
          </p:cNvPr>
          <p:cNvSpPr/>
          <p:nvPr/>
        </p:nvSpPr>
        <p:spPr>
          <a:xfrm>
            <a:off x="916826" y="891717"/>
            <a:ext cx="7301974" cy="384720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SG" sz="2800">
                <a:latin typeface="Segoe UI"/>
                <a:cs typeface="Segoe UI"/>
              </a:rPr>
              <a:t>All to Jesus I surrender,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Now I feel the sacred flame.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Oh, the joy of full salvation!</a:t>
            </a:r>
            <a:br>
              <a:rPr lang="en-SG" sz="2800">
                <a:latin typeface="Segoe UI"/>
                <a:cs typeface="Segoe UI"/>
              </a:rPr>
            </a:br>
            <a:r>
              <a:rPr lang="en-SG" sz="2800">
                <a:latin typeface="Segoe UI"/>
                <a:cs typeface="Segoe UI"/>
              </a:rPr>
              <a:t>Glory, glory to His name!</a:t>
            </a:r>
            <a:endParaRPr lang="en-US" sz="2800"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1000">
              <a:latin typeface="Segoe UI"/>
              <a:cs typeface="Segoe UI"/>
            </a:endParaRPr>
          </a:p>
          <a:p>
            <a:pPr algn="ctr">
              <a:spcAft>
                <a:spcPts val="400"/>
              </a:spcAft>
            </a:pP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I surrender all,  I surrender all,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All to Thee, my blessed Savior,</a:t>
            </a:r>
            <a:b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</a:br>
            <a:r>
              <a:rPr lang="en-SG" sz="2800" i="1">
                <a:solidFill>
                  <a:srgbClr val="731A02"/>
                </a:solidFill>
                <a:latin typeface="Segoe UI"/>
                <a:cs typeface="Segoe UI"/>
              </a:rPr>
              <a:t> I surrender all.</a:t>
            </a:r>
            <a:endParaRPr lang="en-SG" sz="2800" i="1">
              <a:solidFill>
                <a:srgbClr val="731A02"/>
              </a:solidFill>
              <a:cs typeface="Segoe UI"/>
            </a:endParaRPr>
          </a:p>
          <a:p>
            <a:pPr algn="ctr">
              <a:spcAft>
                <a:spcPts val="400"/>
              </a:spcAft>
            </a:pPr>
            <a:endParaRPr lang="en-SG" sz="28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253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57B6EA4-918B-AD6E-AB59-3CC3D13B097C}"/>
              </a:ext>
            </a:extLst>
          </p:cNvPr>
          <p:cNvSpPr txBox="1">
            <a:spLocks/>
          </p:cNvSpPr>
          <p:nvPr/>
        </p:nvSpPr>
        <p:spPr>
          <a:xfrm>
            <a:off x="1009567" y="899496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8136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Announcements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B6C93E1-36CE-F678-40EB-0ED3F01C1EFB}"/>
              </a:ext>
            </a:extLst>
          </p:cNvPr>
          <p:cNvSpPr/>
          <p:nvPr/>
        </p:nvSpPr>
        <p:spPr>
          <a:xfrm>
            <a:off x="1125066" y="1743605"/>
            <a:ext cx="6893857" cy="2360395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AE418-84FE-0E25-B13A-DAD0615A2C9F}"/>
              </a:ext>
            </a:extLst>
          </p:cNvPr>
          <p:cNvSpPr txBox="1">
            <a:spLocks/>
          </p:cNvSpPr>
          <p:nvPr/>
        </p:nvSpPr>
        <p:spPr>
          <a:xfrm>
            <a:off x="1127376" y="1742945"/>
            <a:ext cx="6910801" cy="2284511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>
                <a:solidFill>
                  <a:schemeClr val="bg1"/>
                </a:solidFill>
                <a:latin typeface="Tenorite"/>
              </a:rPr>
              <a:t>Closing Hymn</a:t>
            </a:r>
          </a:p>
          <a:p>
            <a:r>
              <a:rPr lang="en-GB" i="1">
                <a:solidFill>
                  <a:schemeClr val="bg1"/>
                </a:solidFill>
                <a:latin typeface="Tenorite"/>
              </a:rPr>
              <a:t> </a:t>
            </a:r>
            <a:r>
              <a:rPr lang="en-GB" sz="3600" i="1">
                <a:solidFill>
                  <a:schemeClr val="bg1"/>
                </a:solidFill>
                <a:latin typeface="Tenorite"/>
              </a:rPr>
              <a:t>Saviour Again to Thy Great Name - 291</a:t>
            </a:r>
            <a:endParaRPr lang="en-US" sz="3600" i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846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1A977-306D-A1A0-1430-C6484934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5B4FD-F767-72BB-F1E7-36E7D6814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>
                <a:latin typeface="Segoe UI"/>
                <a:ea typeface="Calibri"/>
                <a:cs typeface="Segoe UI"/>
              </a:rPr>
              <a:t>Saviour Again to Thy Great Name 291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E701C8-2DFC-AC1B-DB61-237A8B2847B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D9EF5-2286-3DE3-F2A3-0055009A2470}"/>
              </a:ext>
            </a:extLst>
          </p:cNvPr>
          <p:cNvSpPr/>
          <p:nvPr/>
        </p:nvSpPr>
        <p:spPr>
          <a:xfrm>
            <a:off x="722671" y="1245656"/>
            <a:ext cx="7698657" cy="189282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SG" sz="2800"/>
              <a:t>Savior, again to Thy dear name we raise</a:t>
            </a:r>
            <a:br>
              <a:rPr lang="en-SG" sz="2800"/>
            </a:br>
            <a:r>
              <a:rPr lang="en-SG" sz="2800"/>
              <a:t>With one accord our parting hymn of praise.</a:t>
            </a:r>
            <a:br>
              <a:rPr lang="en-SG" sz="2800"/>
            </a:br>
            <a:r>
              <a:rPr lang="en-SG" sz="2800"/>
              <a:t>We rise to bless Thee ere our worship cease,</a:t>
            </a:r>
            <a:endParaRPr lang="en-US"/>
          </a:p>
          <a:p>
            <a:pPr>
              <a:spcAft>
                <a:spcPts val="600"/>
              </a:spcAft>
            </a:pPr>
            <a:r>
              <a:rPr lang="en-SG" sz="2800"/>
              <a:t> And now departing, wait Thy word of peace.</a:t>
            </a:r>
            <a:endParaRPr lang="en-S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7CA167-15CB-A699-20A6-1A67EAD5EF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 1 of 2</a:t>
            </a:r>
          </a:p>
        </p:txBody>
      </p:sp>
    </p:spTree>
    <p:extLst>
      <p:ext uri="{BB962C8B-B14F-4D97-AF65-F5344CB8AC3E}">
        <p14:creationId xmlns:p14="http://schemas.microsoft.com/office/powerpoint/2010/main" val="217082570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E7B09-DA06-CEA3-3888-DDD0B839E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3A35B-9FEF-ED55-9555-F5DE7AB3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45" indent="-360045">
              <a:lnSpc>
                <a:spcPct val="115000"/>
              </a:lnSpc>
              <a:spcBef>
                <a:spcPts val="0"/>
              </a:spcBef>
            </a:pPr>
            <a:r>
              <a:rPr lang="en-SG">
                <a:effectLst/>
                <a:latin typeface="Segoe UI"/>
                <a:ea typeface="Calibri"/>
                <a:cs typeface="Segoe UI"/>
              </a:rPr>
              <a:t>Closing Hymn – </a:t>
            </a:r>
            <a:r>
              <a:rPr lang="en-GB">
                <a:effectLst/>
                <a:latin typeface="Segoe UI"/>
                <a:ea typeface="Calibri"/>
                <a:cs typeface="Segoe UI"/>
              </a:rPr>
              <a:t> </a:t>
            </a:r>
            <a:r>
              <a:rPr lang="en-GB">
                <a:latin typeface="Segoe UI"/>
                <a:ea typeface="Calibri"/>
                <a:cs typeface="Segoe UI"/>
              </a:rPr>
              <a:t>Saviour Again to Thy Great Name 291</a:t>
            </a:r>
            <a:endParaRPr lang="en-US">
              <a:effectLst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E40F3-11E0-B8FE-24C9-1B125D9E54F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E1A94-CFBC-A523-1C6A-BDB530092CD6}"/>
              </a:ext>
            </a:extLst>
          </p:cNvPr>
          <p:cNvSpPr/>
          <p:nvPr/>
        </p:nvSpPr>
        <p:spPr>
          <a:xfrm>
            <a:off x="722671" y="825118"/>
            <a:ext cx="7698657" cy="2677656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SG" sz="2800"/>
              <a:t>Grant us thy peace upon our homeward way;</a:t>
            </a:r>
            <a:br>
              <a:rPr lang="en-SG" sz="2800"/>
            </a:br>
            <a:r>
              <a:rPr lang="en-SG" sz="2800"/>
              <a:t>With Thee began, with Thee shall end the day.</a:t>
            </a:r>
            <a:br>
              <a:rPr lang="en-SG" sz="2800"/>
            </a:br>
            <a:r>
              <a:rPr lang="en-SG" sz="2800"/>
              <a:t>Guard thou the lips from sin, the hearts from shame,</a:t>
            </a:r>
            <a:br>
              <a:rPr lang="en-SG" sz="2800"/>
            </a:br>
            <a:r>
              <a:rPr lang="en-SG" sz="2800"/>
              <a:t>That in this house have called upon thy name.</a:t>
            </a:r>
          </a:p>
          <a:p>
            <a:pPr>
              <a:spcAft>
                <a:spcPts val="600"/>
              </a:spcAft>
            </a:pPr>
            <a:endParaRPr lang="en-SG" sz="280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14EAB-A78C-3B6A-B936-0344328216A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Closing Hymn  2 of 2</a:t>
            </a:r>
          </a:p>
        </p:txBody>
      </p:sp>
    </p:spTree>
    <p:extLst>
      <p:ext uri="{BB962C8B-B14F-4D97-AF65-F5344CB8AC3E}">
        <p14:creationId xmlns:p14="http://schemas.microsoft.com/office/powerpoint/2010/main" val="30209167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CC5B0-B837-3B6C-3D5A-23065A2F3ABA}"/>
              </a:ext>
            </a:extLst>
          </p:cNvPr>
          <p:cNvSpPr txBox="1">
            <a:spLocks/>
          </p:cNvSpPr>
          <p:nvPr/>
        </p:nvSpPr>
        <p:spPr>
          <a:xfrm>
            <a:off x="1009567" y="1061241"/>
            <a:ext cx="7124865" cy="2816139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Jesus Christ Who Makes Redemption Possible for Everyone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35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62</Slides>
  <Notes>0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PowerPoint Presentation</vt:lpstr>
      <vt:lpstr>PowerPoint Presentation</vt:lpstr>
      <vt:lpstr>Opening Hymn: The God of Abraham Praise 4</vt:lpstr>
      <vt:lpstr>Opening Hymn: The God of Abraham Praise 4</vt:lpstr>
      <vt:lpstr>Opening Hymn: The God of Abraham Praise 4</vt:lpstr>
      <vt:lpstr>Opening Hymn: The God of Abraham Praise 4</vt:lpstr>
      <vt:lpstr>Opening Hymn: The God of Abraham Praise 4</vt:lpstr>
      <vt:lpstr>PowerPoint Presentation</vt:lpstr>
      <vt:lpstr>PowerPoint Presentation</vt:lpstr>
      <vt:lpstr>Thanksgiving</vt:lpstr>
      <vt:lpstr>PowerPoint Presentation</vt:lpstr>
      <vt:lpstr>Thanksgiving - Exco Dedication</vt:lpstr>
      <vt:lpstr>Thanksgiving - Exco Dedication</vt:lpstr>
      <vt:lpstr>PowerPoint Presentation</vt:lpstr>
      <vt:lpstr>Offertory – I Will Sing of My Redeemer 896</vt:lpstr>
      <vt:lpstr>Offertory – I Will Sing of My Redeemer 896</vt:lpstr>
      <vt:lpstr>Offertory – I Will Sing of My Redeemer 896</vt:lpstr>
      <vt:lpstr>Offertory – I Will Sing of My Redeemer 896</vt:lpstr>
      <vt:lpstr>PowerPoint Presentation</vt:lpstr>
      <vt:lpstr>PowerPoint Presentation</vt:lpstr>
      <vt:lpstr>PowerPoint Presentation</vt:lpstr>
      <vt:lpstr>Confession – All to Jesus I Surrender 601, v1</vt:lpstr>
      <vt:lpstr>PowerPoint Presentation</vt:lpstr>
      <vt:lpstr>Holy Communion – Song no: 836</vt:lpstr>
      <vt:lpstr>Holy Communion – Song no: 836</vt:lpstr>
      <vt:lpstr>Holy Communion – Song no: 836</vt:lpstr>
      <vt:lpstr>Holy Communion – Song no: 836</vt:lpstr>
      <vt:lpstr>Holy Communion – Song no: 836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61 Master the Tempest is Raging</vt:lpstr>
      <vt:lpstr>Holy Communion – Channels Only </vt:lpstr>
      <vt:lpstr>Holy Communion – Channels Only</vt:lpstr>
      <vt:lpstr>Holy Communion – Channels Only</vt:lpstr>
      <vt:lpstr>Holy Communion – Channels Only</vt:lpstr>
      <vt:lpstr>Holy Communion – Channels Only</vt:lpstr>
      <vt:lpstr>Holy Communion – Song no. 650</vt:lpstr>
      <vt:lpstr>Holy Communion – Song no. 650</vt:lpstr>
      <vt:lpstr>Holy Communion – Song no. 650</vt:lpstr>
      <vt:lpstr>Holy Communion – Song no. 650</vt:lpstr>
      <vt:lpstr>Holy Communion – Song no. 777</vt:lpstr>
      <vt:lpstr>Holy Communion – Go Bury Thy Sorrow. 777</vt:lpstr>
      <vt:lpstr>Holy Communion – Go Bury Thy Sorrow. 777</vt:lpstr>
      <vt:lpstr>Holy Communion – All to Jesus I Surrender 601</vt:lpstr>
      <vt:lpstr>Holy Communion – All to Jesus I Surrender 601</vt:lpstr>
      <vt:lpstr>Holy Communion – All to Jesus I Surrender 601</vt:lpstr>
      <vt:lpstr>Holy Communion – All to Jesus I Surrender 601</vt:lpstr>
      <vt:lpstr>Holy Communion – All to Jesus I Surrender 601</vt:lpstr>
      <vt:lpstr>Holy Communion – All to Jesus I Surrender 601</vt:lpstr>
      <vt:lpstr>PowerPoint Presentation</vt:lpstr>
      <vt:lpstr>PowerPoint Presentation</vt:lpstr>
      <vt:lpstr>PowerPoint Presentation</vt:lpstr>
      <vt:lpstr>Closing Hymn –  Saviour Again to Thy Great Name 291</vt:lpstr>
      <vt:lpstr>Closing Hymn –  Saviour Again to Thy Great Name 291</vt:lpstr>
      <vt:lpstr>PowerPoint Presentation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revision>1</cp:revision>
  <dcterms:created xsi:type="dcterms:W3CDTF">2020-09-02T02:55:07Z</dcterms:created>
  <dcterms:modified xsi:type="dcterms:W3CDTF">2025-05-16T12:31:27Z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