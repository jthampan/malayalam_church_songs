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0"/>
  </p:notesMasterIdLst>
  <p:sldIdLst>
    <p:sldId id="811" r:id="rId7"/>
    <p:sldId id="813" r:id="rId8"/>
    <p:sldId id="1390" r:id="rId9"/>
    <p:sldId id="1648" r:id="rId10"/>
    <p:sldId id="1650" r:id="rId11"/>
    <p:sldId id="1651" r:id="rId12"/>
    <p:sldId id="1298" r:id="rId13"/>
    <p:sldId id="821" r:id="rId14"/>
    <p:sldId id="851" r:id="rId15"/>
    <p:sldId id="1318" r:id="rId16"/>
    <p:sldId id="822" r:id="rId17"/>
    <p:sldId id="1652" r:id="rId18"/>
    <p:sldId id="1653" r:id="rId19"/>
    <p:sldId id="1324" r:id="rId20"/>
    <p:sldId id="823" r:id="rId21"/>
    <p:sldId id="824" r:id="rId22"/>
    <p:sldId id="1277" r:id="rId23"/>
    <p:sldId id="825" r:id="rId24"/>
    <p:sldId id="1388" r:id="rId25"/>
    <p:sldId id="1396" r:id="rId26"/>
    <p:sldId id="1632" r:id="rId27"/>
    <p:sldId id="1633" r:id="rId28"/>
    <p:sldId id="1634" r:id="rId29"/>
    <p:sldId id="1654" r:id="rId30"/>
    <p:sldId id="1655" r:id="rId31"/>
    <p:sldId id="949" r:id="rId32"/>
    <p:sldId id="1389" r:id="rId33"/>
    <p:sldId id="1656" r:id="rId34"/>
    <p:sldId id="1657" r:id="rId35"/>
    <p:sldId id="1402" r:id="rId36"/>
    <p:sldId id="1403" r:id="rId37"/>
    <p:sldId id="1658" r:id="rId38"/>
    <p:sldId id="1659" r:id="rId39"/>
    <p:sldId id="1660" r:id="rId40"/>
    <p:sldId id="1661" r:id="rId41"/>
    <p:sldId id="1662" r:id="rId42"/>
    <p:sldId id="1663" r:id="rId43"/>
    <p:sldId id="1664" r:id="rId44"/>
    <p:sldId id="1407" r:id="rId45"/>
    <p:sldId id="1408" r:id="rId46"/>
    <p:sldId id="1638" r:id="rId47"/>
    <p:sldId id="1639" r:id="rId48"/>
    <p:sldId id="1665" r:id="rId49"/>
    <p:sldId id="1411" r:id="rId50"/>
    <p:sldId id="1606" r:id="rId51"/>
    <p:sldId id="1666" r:id="rId52"/>
    <p:sldId id="1667" r:id="rId53"/>
    <p:sldId id="1668" r:id="rId54"/>
    <p:sldId id="1608" r:id="rId55"/>
    <p:sldId id="1609" r:id="rId56"/>
    <p:sldId id="1669" r:id="rId57"/>
    <p:sldId id="1670" r:id="rId58"/>
    <p:sldId id="1676" r:id="rId59"/>
    <p:sldId id="1672" r:id="rId60"/>
    <p:sldId id="1677" r:id="rId61"/>
    <p:sldId id="1674" r:id="rId62"/>
    <p:sldId id="1678" r:id="rId63"/>
    <p:sldId id="1259" r:id="rId64"/>
    <p:sldId id="820" r:id="rId65"/>
    <p:sldId id="1201" r:id="rId66"/>
    <p:sldId id="1679" r:id="rId67"/>
    <p:sldId id="1680" r:id="rId68"/>
    <p:sldId id="829" r:id="rId6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459B87-23EE-403C-A986-E3B775BBCBE5}" v="27" dt="2025-01-23T17:10:14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00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viewProps" Target="viewProps.xml"/><Relationship Id="rId78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6/11/relationships/changesInfo" Target="changesInfos/changesInfo1.xml"/><Relationship Id="rId7" Type="http://schemas.openxmlformats.org/officeDocument/2006/relationships/slide" Target="slides/slide1.xml"/><Relationship Id="rId71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 Chandapillai" userId="4fad049182ddc57b" providerId="LiveId" clId="{F7459B87-23EE-403C-A986-E3B775BBCBE5}"/>
    <pc:docChg chg="undo redo custSel addSld delSld modSld">
      <pc:chgData name="Prince Chandapillai" userId="4fad049182ddc57b" providerId="LiveId" clId="{F7459B87-23EE-403C-A986-E3B775BBCBE5}" dt="2025-01-23T17:13:28.686" v="830" actId="47"/>
      <pc:docMkLst>
        <pc:docMk/>
      </pc:docMkLst>
      <pc:sldChg chg="modSp mod">
        <pc:chgData name="Prince Chandapillai" userId="4fad049182ddc57b" providerId="LiveId" clId="{F7459B87-23EE-403C-A986-E3B775BBCBE5}" dt="2025-01-23T15:28:06.398" v="20" actId="14100"/>
        <pc:sldMkLst>
          <pc:docMk/>
          <pc:sldMk cId="140346443" sldId="822"/>
        </pc:sldMkLst>
        <pc:spChg chg="mod">
          <ac:chgData name="Prince Chandapillai" userId="4fad049182ddc57b" providerId="LiveId" clId="{F7459B87-23EE-403C-A986-E3B775BBCBE5}" dt="2025-01-23T15:24:01.389" v="3" actId="20577"/>
          <ac:spMkLst>
            <pc:docMk/>
            <pc:sldMk cId="140346443" sldId="822"/>
            <ac:spMk id="3" creationId="{DFD3087A-542A-9E8A-2F04-286C1B72B61A}"/>
          </ac:spMkLst>
        </pc:spChg>
        <pc:picChg chg="mod">
          <ac:chgData name="Prince Chandapillai" userId="4fad049182ddc57b" providerId="LiveId" clId="{F7459B87-23EE-403C-A986-E3B775BBCBE5}" dt="2025-01-23T15:28:06.398" v="20" actId="14100"/>
          <ac:picMkLst>
            <pc:docMk/>
            <pc:sldMk cId="140346443" sldId="822"/>
            <ac:picMk id="9" creationId="{4BC5C584-7550-42C0-5176-232FC90F0FD6}"/>
          </ac:picMkLst>
        </pc:picChg>
      </pc:sldChg>
      <pc:sldChg chg="modSp del mod">
        <pc:chgData name="Prince Chandapillai" userId="4fad049182ddc57b" providerId="LiveId" clId="{F7459B87-23EE-403C-A986-E3B775BBCBE5}" dt="2025-01-23T17:10:08.780" v="733" actId="47"/>
        <pc:sldMkLst>
          <pc:docMk/>
          <pc:sldMk cId="3441406009" sldId="858"/>
        </pc:sldMkLst>
        <pc:spChg chg="mod">
          <ac:chgData name="Prince Chandapillai" userId="4fad049182ddc57b" providerId="LiveId" clId="{F7459B87-23EE-403C-A986-E3B775BBCBE5}" dt="2025-01-23T17:05:18.037" v="687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7:07:08.598" v="692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Prince Chandapillai" userId="4fad049182ddc57b" providerId="LiveId" clId="{F7459B87-23EE-403C-A986-E3B775BBCBE5}" dt="2025-01-23T16:05:00.304" v="223" actId="20577"/>
        <pc:sldMkLst>
          <pc:docMk/>
          <pc:sldMk cId="1416329417" sldId="949"/>
        </pc:sldMkLst>
        <pc:spChg chg="mod">
          <ac:chgData name="Prince Chandapillai" userId="4fad049182ddc57b" providerId="LiveId" clId="{F7459B87-23EE-403C-A986-E3B775BBCBE5}" dt="2025-01-23T16:05:00.304" v="223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7:05:01.177" v="681" actId="20577"/>
        <pc:sldMkLst>
          <pc:docMk/>
          <pc:sldMk cId="1180184608" sldId="1201"/>
        </pc:sldMkLst>
        <pc:spChg chg="mod">
          <ac:chgData name="Prince Chandapillai" userId="4fad049182ddc57b" providerId="LiveId" clId="{F7459B87-23EE-403C-A986-E3B775BBCBE5}" dt="2025-01-23T17:05:01.177" v="681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Prince Chandapillai" userId="4fad049182ddc57b" providerId="LiveId" clId="{F7459B87-23EE-403C-A986-E3B775BBCBE5}" dt="2025-01-23T15:36:49.931" v="64" actId="948"/>
        <pc:sldMkLst>
          <pc:docMk/>
          <pc:sldMk cId="858007124" sldId="1277"/>
        </pc:sldMkLst>
        <pc:spChg chg="mod">
          <ac:chgData name="Prince Chandapillai" userId="4fad049182ddc57b" providerId="LiveId" clId="{F7459B87-23EE-403C-A986-E3B775BBCBE5}" dt="2025-01-23T15:32:39.609" v="37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Prince Chandapillai" userId="4fad049182ddc57b" providerId="LiveId" clId="{F7459B87-23EE-403C-A986-E3B775BBCBE5}" dt="2025-01-23T15:36:49.931" v="64" actId="948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Prince Chandapillai" userId="4fad049182ddc57b" providerId="LiveId" clId="{F7459B87-23EE-403C-A986-E3B775BBCBE5}" dt="2025-01-23T15:37:17.411" v="71" actId="20577"/>
        <pc:sldMkLst>
          <pc:docMk/>
          <pc:sldMk cId="4765592" sldId="1388"/>
        </pc:sldMkLst>
        <pc:spChg chg="mod">
          <ac:chgData name="Prince Chandapillai" userId="4fad049182ddc57b" providerId="LiveId" clId="{F7459B87-23EE-403C-A986-E3B775BBCBE5}" dt="2025-01-23T15:37:17.411" v="71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05:13.040" v="224"/>
        <pc:sldMkLst>
          <pc:docMk/>
          <pc:sldMk cId="397177493" sldId="1389"/>
        </pc:sldMkLst>
        <pc:spChg chg="mod">
          <ac:chgData name="Prince Chandapillai" userId="4fad049182ddc57b" providerId="LiveId" clId="{F7459B87-23EE-403C-A986-E3B775BBCBE5}" dt="2025-01-23T16:05:13.040" v="224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02:07.571" v="198" actId="255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5:44:25.448" v="118" actId="20577"/>
        <pc:sldMkLst>
          <pc:docMk/>
          <pc:sldMk cId="3559088401" sldId="1396"/>
        </pc:sldMkLst>
        <pc:spChg chg="mod">
          <ac:chgData name="Prince Chandapillai" userId="4fad049182ddc57b" providerId="LiveId" clId="{F7459B87-23EE-403C-A986-E3B775BBCBE5}" dt="2025-01-23T15:38:34.064" v="77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Prince Chandapillai" userId="4fad049182ddc57b" providerId="LiveId" clId="{F7459B87-23EE-403C-A986-E3B775BBCBE5}" dt="2025-01-23T15:44:25.448" v="118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Prince Chandapillai" userId="4fad049182ddc57b" providerId="LiveId" clId="{F7459B87-23EE-403C-A986-E3B775BBCBE5}" dt="2025-01-23T15:39:45.524" v="83" actId="122"/>
          <ac:spMkLst>
            <pc:docMk/>
            <pc:sldMk cId="3559088401" sldId="1396"/>
            <ac:spMk id="12" creationId="{744042C2-B4E0-CA2C-4D84-9A8D229A26A8}"/>
          </ac:spMkLst>
        </pc:spChg>
      </pc:sldChg>
      <pc:sldChg chg="modSp del mod">
        <pc:chgData name="Prince Chandapillai" userId="4fad049182ddc57b" providerId="LiveId" clId="{F7459B87-23EE-403C-A986-E3B775BBCBE5}" dt="2025-01-23T16:04:10.816" v="215" actId="47"/>
        <pc:sldMkLst>
          <pc:docMk/>
          <pc:sldMk cId="431471696" sldId="1400"/>
        </pc:sldMkLst>
        <pc:spChg chg="mod">
          <ac:chgData name="Prince Chandapillai" userId="4fad049182ddc57b" providerId="LiveId" clId="{F7459B87-23EE-403C-A986-E3B775BBCBE5}" dt="2025-01-23T15:49:14.185" v="193"/>
          <ac:spMkLst>
            <pc:docMk/>
            <pc:sldMk cId="431471696" sldId="1400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08:04.639" v="229" actId="20577"/>
        <pc:sldMkLst>
          <pc:docMk/>
          <pc:sldMk cId="2451994672" sldId="1402"/>
        </pc:sldMkLst>
        <pc:spChg chg="mod">
          <ac:chgData name="Prince Chandapillai" userId="4fad049182ddc57b" providerId="LiveId" clId="{F7459B87-23EE-403C-A986-E3B775BBCBE5}" dt="2025-01-23T16:08:04.639" v="229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17:57.894" v="325" actId="20577"/>
        <pc:sldMkLst>
          <pc:docMk/>
          <pc:sldMk cId="1432198362" sldId="1403"/>
        </pc:sldMkLst>
        <pc:spChg chg="mod">
          <ac:chgData name="Prince Chandapillai" userId="4fad049182ddc57b" providerId="LiveId" clId="{F7459B87-23EE-403C-A986-E3B775BBCBE5}" dt="2025-01-23T16:08:17.537" v="236" actId="20577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17:57.894" v="325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12:44.750" v="264" actId="1076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6:25:27.920" v="356" actId="20577"/>
        <pc:sldMkLst>
          <pc:docMk/>
          <pc:sldMk cId="434740199" sldId="1407"/>
        </pc:sldMkLst>
        <pc:spChg chg="mod">
          <ac:chgData name="Prince Chandapillai" userId="4fad049182ddc57b" providerId="LiveId" clId="{F7459B87-23EE-403C-A986-E3B775BBCBE5}" dt="2025-01-23T16:25:27.920" v="356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30:24.081" v="382" actId="20577"/>
        <pc:sldMkLst>
          <pc:docMk/>
          <pc:sldMk cId="584892078" sldId="1408"/>
        </pc:sldMkLst>
        <pc:spChg chg="mod">
          <ac:chgData name="Prince Chandapillai" userId="4fad049182ddc57b" providerId="LiveId" clId="{F7459B87-23EE-403C-A986-E3B775BBCBE5}" dt="2025-01-23T16:25:52.647" v="357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30:24.081" v="382" actId="20577"/>
          <ac:spMkLst>
            <pc:docMk/>
            <pc:sldMk cId="584892078" sldId="1408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29:03.812" v="367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6:35:00.587" v="424" actId="20577"/>
        <pc:sldMkLst>
          <pc:docMk/>
          <pc:sldMk cId="2785602331" sldId="1411"/>
        </pc:sldMkLst>
        <pc:spChg chg="mod">
          <ac:chgData name="Prince Chandapillai" userId="4fad049182ddc57b" providerId="LiveId" clId="{F7459B87-23EE-403C-A986-E3B775BBCBE5}" dt="2025-01-23T16:35:00.587" v="424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addSp delSp modSp mod">
        <pc:chgData name="Prince Chandapillai" userId="4fad049182ddc57b" providerId="LiveId" clId="{F7459B87-23EE-403C-A986-E3B775BBCBE5}" dt="2025-01-23T16:46:13.941" v="542" actId="20577"/>
        <pc:sldMkLst>
          <pc:docMk/>
          <pc:sldMk cId="2785920718" sldId="1606"/>
        </pc:sldMkLst>
        <pc:spChg chg="mod">
          <ac:chgData name="Prince Chandapillai" userId="4fad049182ddc57b" providerId="LiveId" clId="{F7459B87-23EE-403C-A986-E3B775BBCBE5}" dt="2025-01-23T16:35:23.155" v="425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46:13.941" v="542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44:13.678" v="523" actId="207"/>
          <ac:spMkLst>
            <pc:docMk/>
            <pc:sldMk cId="2785920718" sldId="1606"/>
            <ac:spMk id="7" creationId="{BDDFE297-14FD-8C75-D483-AE1329AD46AD}"/>
          </ac:spMkLst>
        </pc:spChg>
        <pc:picChg chg="add del">
          <ac:chgData name="Prince Chandapillai" userId="4fad049182ddc57b" providerId="LiveId" clId="{F7459B87-23EE-403C-A986-E3B775BBCBE5}" dt="2025-01-23T16:37:41.937" v="446" actId="22"/>
          <ac:picMkLst>
            <pc:docMk/>
            <pc:sldMk cId="2785920718" sldId="1606"/>
            <ac:picMk id="6" creationId="{ED614B1E-ABA2-BB7D-ADB7-E8569B02750C}"/>
          </ac:picMkLst>
        </pc:picChg>
      </pc:sldChg>
      <pc:sldChg chg="modSp mod">
        <pc:chgData name="Prince Chandapillai" userId="4fad049182ddc57b" providerId="LiveId" clId="{F7459B87-23EE-403C-A986-E3B775BBCBE5}" dt="2025-01-23T16:49:07.402" v="585" actId="20577"/>
        <pc:sldMkLst>
          <pc:docMk/>
          <pc:sldMk cId="1850048300" sldId="1608"/>
        </pc:sldMkLst>
        <pc:spChg chg="mod">
          <ac:chgData name="Prince Chandapillai" userId="4fad049182ddc57b" providerId="LiveId" clId="{F7459B87-23EE-403C-A986-E3B775BBCBE5}" dt="2025-01-23T16:49:07.402" v="585" actId="20577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58:58.702" v="622" actId="122"/>
        <pc:sldMkLst>
          <pc:docMk/>
          <pc:sldMk cId="2076299123" sldId="1609"/>
        </pc:sldMkLst>
        <pc:spChg chg="mod">
          <ac:chgData name="Prince Chandapillai" userId="4fad049182ddc57b" providerId="LiveId" clId="{F7459B87-23EE-403C-A986-E3B775BBCBE5}" dt="2025-01-23T16:49:28" v="586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56:06.970" v="598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58:58.702" v="622" actId="122"/>
          <ac:spMkLst>
            <pc:docMk/>
            <pc:sldMk cId="2076299123" sldId="1609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5:44:18.100" v="116" actId="20577"/>
        <pc:sldMkLst>
          <pc:docMk/>
          <pc:sldMk cId="3486521272" sldId="1632"/>
        </pc:sldMkLst>
        <pc:spChg chg="mod">
          <ac:chgData name="Prince Chandapillai" userId="4fad049182ddc57b" providerId="LiveId" clId="{F7459B87-23EE-403C-A986-E3B775BBCBE5}" dt="2025-01-23T15:40:10.760" v="84"/>
          <ac:spMkLst>
            <pc:docMk/>
            <pc:sldMk cId="3486521272" sldId="1632"/>
            <ac:spMk id="2" creationId="{30A8064F-8FEA-7732-AF60-04F2FE84B514}"/>
          </ac:spMkLst>
        </pc:spChg>
        <pc:spChg chg="mod">
          <ac:chgData name="Prince Chandapillai" userId="4fad049182ddc57b" providerId="LiveId" clId="{F7459B87-23EE-403C-A986-E3B775BBCBE5}" dt="2025-01-23T15:44:18.100" v="116" actId="20577"/>
          <ac:spMkLst>
            <pc:docMk/>
            <pc:sldMk cId="3486521272" sldId="1632"/>
            <ac:spMk id="4" creationId="{FCA06A5D-3B75-8DE6-0D59-53A9C570391E}"/>
          </ac:spMkLst>
        </pc:spChg>
        <pc:spChg chg="mod">
          <ac:chgData name="Prince Chandapillai" userId="4fad049182ddc57b" providerId="LiveId" clId="{F7459B87-23EE-403C-A986-E3B775BBCBE5}" dt="2025-01-23T15:43:03.901" v="105" actId="1076"/>
          <ac:spMkLst>
            <pc:docMk/>
            <pc:sldMk cId="3486521272" sldId="1632"/>
            <ac:spMk id="12" creationId="{E6569F9C-4B9A-ACAD-1B28-41FA1B1FE62F}"/>
          </ac:spMkLst>
        </pc:spChg>
      </pc:sldChg>
      <pc:sldChg chg="modSp mod">
        <pc:chgData name="Prince Chandapillai" userId="4fad049182ddc57b" providerId="LiveId" clId="{F7459B87-23EE-403C-A986-E3B775BBCBE5}" dt="2025-01-23T15:44:10.781" v="114" actId="20577"/>
        <pc:sldMkLst>
          <pc:docMk/>
          <pc:sldMk cId="1004603431" sldId="1633"/>
        </pc:sldMkLst>
        <pc:spChg chg="mod">
          <ac:chgData name="Prince Chandapillai" userId="4fad049182ddc57b" providerId="LiveId" clId="{F7459B87-23EE-403C-A986-E3B775BBCBE5}" dt="2025-01-23T15:43:23.049" v="106"/>
          <ac:spMkLst>
            <pc:docMk/>
            <pc:sldMk cId="1004603431" sldId="1633"/>
            <ac:spMk id="2" creationId="{56A0B723-F67B-77F9-DC36-F30BA08F2E5B}"/>
          </ac:spMkLst>
        </pc:spChg>
        <pc:spChg chg="mod">
          <ac:chgData name="Prince Chandapillai" userId="4fad049182ddc57b" providerId="LiveId" clId="{F7459B87-23EE-403C-A986-E3B775BBCBE5}" dt="2025-01-23T15:44:10.781" v="114" actId="20577"/>
          <ac:spMkLst>
            <pc:docMk/>
            <pc:sldMk cId="1004603431" sldId="1633"/>
            <ac:spMk id="4" creationId="{7E88D1C0-BA56-0BDF-1463-A83373585256}"/>
          </ac:spMkLst>
        </pc:spChg>
        <pc:spChg chg="mod">
          <ac:chgData name="Prince Chandapillai" userId="4fad049182ddc57b" providerId="LiveId" clId="{F7459B87-23EE-403C-A986-E3B775BBCBE5}" dt="2025-01-23T15:44:01.786" v="112" actId="20577"/>
          <ac:spMkLst>
            <pc:docMk/>
            <pc:sldMk cId="1004603431" sldId="1633"/>
            <ac:spMk id="12" creationId="{4131FDCD-936E-0855-CAA3-9498D8546990}"/>
          </ac:spMkLst>
        </pc:spChg>
      </pc:sldChg>
      <pc:sldChg chg="modSp mod">
        <pc:chgData name="Prince Chandapillai" userId="4fad049182ddc57b" providerId="LiveId" clId="{F7459B87-23EE-403C-A986-E3B775BBCBE5}" dt="2025-01-23T15:45:29.022" v="130" actId="20577"/>
        <pc:sldMkLst>
          <pc:docMk/>
          <pc:sldMk cId="3968835907" sldId="1634"/>
        </pc:sldMkLst>
        <pc:spChg chg="mod">
          <ac:chgData name="Prince Chandapillai" userId="4fad049182ddc57b" providerId="LiveId" clId="{F7459B87-23EE-403C-A986-E3B775BBCBE5}" dt="2025-01-23T15:44:45.280" v="119"/>
          <ac:spMkLst>
            <pc:docMk/>
            <pc:sldMk cId="3968835907" sldId="1634"/>
            <ac:spMk id="2" creationId="{56F4D01A-F8CC-074B-2038-88EA8C883DD6}"/>
          </ac:spMkLst>
        </pc:spChg>
        <pc:spChg chg="mod">
          <ac:chgData name="Prince Chandapillai" userId="4fad049182ddc57b" providerId="LiveId" clId="{F7459B87-23EE-403C-A986-E3B775BBCBE5}" dt="2025-01-23T15:44:53.048" v="121" actId="20577"/>
          <ac:spMkLst>
            <pc:docMk/>
            <pc:sldMk cId="3968835907" sldId="1634"/>
            <ac:spMk id="4" creationId="{10D04B4B-A627-D36C-BB2A-2C83EB4FD518}"/>
          </ac:spMkLst>
        </pc:spChg>
        <pc:spChg chg="mod">
          <ac:chgData name="Prince Chandapillai" userId="4fad049182ddc57b" providerId="LiveId" clId="{F7459B87-23EE-403C-A986-E3B775BBCBE5}" dt="2025-01-23T15:45:29.022" v="130" actId="20577"/>
          <ac:spMkLst>
            <pc:docMk/>
            <pc:sldMk cId="3968835907" sldId="1634"/>
            <ac:spMk id="12" creationId="{FFC57061-1B4D-527A-D605-4861CAA7F632}"/>
          </ac:spMkLst>
        </pc:spChg>
      </pc:sldChg>
      <pc:sldChg chg="del">
        <pc:chgData name="Prince Chandapillai" userId="4fad049182ddc57b" providerId="LiveId" clId="{F7459B87-23EE-403C-A986-E3B775BBCBE5}" dt="2025-01-23T16:04:13.318" v="216" actId="47"/>
        <pc:sldMkLst>
          <pc:docMk/>
          <pc:sldMk cId="2324617160" sldId="1635"/>
        </pc:sldMkLst>
      </pc:sldChg>
      <pc:sldChg chg="del">
        <pc:chgData name="Prince Chandapillai" userId="4fad049182ddc57b" providerId="LiveId" clId="{F7459B87-23EE-403C-A986-E3B775BBCBE5}" dt="2025-01-23T16:18:27.348" v="331" actId="47"/>
        <pc:sldMkLst>
          <pc:docMk/>
          <pc:sldMk cId="1973022940" sldId="1636"/>
        </pc:sldMkLst>
      </pc:sldChg>
      <pc:sldChg chg="del">
        <pc:chgData name="Prince Chandapillai" userId="4fad049182ddc57b" providerId="LiveId" clId="{F7459B87-23EE-403C-A986-E3B775BBCBE5}" dt="2025-01-23T16:18:23.684" v="330" actId="47"/>
        <pc:sldMkLst>
          <pc:docMk/>
          <pc:sldMk cId="492332606" sldId="1637"/>
        </pc:sldMkLst>
      </pc:sldChg>
      <pc:sldChg chg="modSp mod">
        <pc:chgData name="Prince Chandapillai" userId="4fad049182ddc57b" providerId="LiveId" clId="{F7459B87-23EE-403C-A986-E3B775BBCBE5}" dt="2025-01-23T16:30:18.388" v="380" actId="20577"/>
        <pc:sldMkLst>
          <pc:docMk/>
          <pc:sldMk cId="512280322" sldId="1638"/>
        </pc:sldMkLst>
        <pc:spChg chg="mod">
          <ac:chgData name="Prince Chandapillai" userId="4fad049182ddc57b" providerId="LiveId" clId="{F7459B87-23EE-403C-A986-E3B775BBCBE5}" dt="2025-01-23T16:29:23.237" v="368"/>
          <ac:spMkLst>
            <pc:docMk/>
            <pc:sldMk cId="512280322" sldId="1638"/>
            <ac:spMk id="2" creationId="{4F439294-F742-0DA7-B126-58954EE714D7}"/>
          </ac:spMkLst>
        </pc:spChg>
        <pc:spChg chg="mod">
          <ac:chgData name="Prince Chandapillai" userId="4fad049182ddc57b" providerId="LiveId" clId="{F7459B87-23EE-403C-A986-E3B775BBCBE5}" dt="2025-01-23T16:30:18.388" v="380" actId="20577"/>
          <ac:spMkLst>
            <pc:docMk/>
            <pc:sldMk cId="512280322" sldId="1638"/>
            <ac:spMk id="5" creationId="{8EC8F43F-29CA-3642-EA06-2779C9CF2473}"/>
          </ac:spMkLst>
        </pc:spChg>
        <pc:spChg chg="mod">
          <ac:chgData name="Prince Chandapillai" userId="4fad049182ddc57b" providerId="LiveId" clId="{F7459B87-23EE-403C-A986-E3B775BBCBE5}" dt="2025-01-23T16:30:13.509" v="378" actId="20577"/>
          <ac:spMkLst>
            <pc:docMk/>
            <pc:sldMk cId="512280322" sldId="1638"/>
            <ac:spMk id="6" creationId="{44354AAB-489D-9B13-2AEA-C13909F8854C}"/>
          </ac:spMkLst>
        </pc:spChg>
      </pc:sldChg>
      <pc:sldChg chg="modSp mod">
        <pc:chgData name="Prince Chandapillai" userId="4fad049182ddc57b" providerId="LiveId" clId="{F7459B87-23EE-403C-A986-E3B775BBCBE5}" dt="2025-01-23T16:32:46.192" v="408" actId="20577"/>
        <pc:sldMkLst>
          <pc:docMk/>
          <pc:sldMk cId="3402695695" sldId="1639"/>
        </pc:sldMkLst>
        <pc:spChg chg="mod">
          <ac:chgData name="Prince Chandapillai" userId="4fad049182ddc57b" providerId="LiveId" clId="{F7459B87-23EE-403C-A986-E3B775BBCBE5}" dt="2025-01-23T16:31:15.119" v="383"/>
          <ac:spMkLst>
            <pc:docMk/>
            <pc:sldMk cId="3402695695" sldId="1639"/>
            <ac:spMk id="2" creationId="{4170B6AB-65AD-1CAC-23AA-C6FF4BB5328C}"/>
          </ac:spMkLst>
        </pc:spChg>
        <pc:spChg chg="mod">
          <ac:chgData name="Prince Chandapillai" userId="4fad049182ddc57b" providerId="LiveId" clId="{F7459B87-23EE-403C-A986-E3B775BBCBE5}" dt="2025-01-23T16:31:38.772" v="389" actId="20577"/>
          <ac:spMkLst>
            <pc:docMk/>
            <pc:sldMk cId="3402695695" sldId="1639"/>
            <ac:spMk id="5" creationId="{3F7AB612-BDA6-D0D9-9E9E-572C6CC66F96}"/>
          </ac:spMkLst>
        </pc:spChg>
        <pc:spChg chg="mod">
          <ac:chgData name="Prince Chandapillai" userId="4fad049182ddc57b" providerId="LiveId" clId="{F7459B87-23EE-403C-A986-E3B775BBCBE5}" dt="2025-01-23T16:32:46.192" v="408" actId="20577"/>
          <ac:spMkLst>
            <pc:docMk/>
            <pc:sldMk cId="3402695695" sldId="1639"/>
            <ac:spMk id="6" creationId="{1C99118C-5BC6-AD6F-25A8-B5FD54581C50}"/>
          </ac:spMkLst>
        </pc:spChg>
      </pc:sldChg>
      <pc:sldChg chg="del">
        <pc:chgData name="Prince Chandapillai" userId="4fad049182ddc57b" providerId="LiveId" clId="{F7459B87-23EE-403C-A986-E3B775BBCBE5}" dt="2025-01-23T16:48:33.165" v="579" actId="47"/>
        <pc:sldMkLst>
          <pc:docMk/>
          <pc:sldMk cId="1178518907" sldId="1640"/>
        </pc:sldMkLst>
      </pc:sldChg>
      <pc:sldChg chg="del">
        <pc:chgData name="Prince Chandapillai" userId="4fad049182ddc57b" providerId="LiveId" clId="{F7459B87-23EE-403C-A986-E3B775BBCBE5}" dt="2025-01-23T16:48:35.731" v="580" actId="47"/>
        <pc:sldMkLst>
          <pc:docMk/>
          <pc:sldMk cId="4062551757" sldId="1641"/>
        </pc:sldMkLst>
      </pc:sldChg>
      <pc:sldChg chg="del">
        <pc:chgData name="Prince Chandapillai" userId="4fad049182ddc57b" providerId="LiveId" clId="{F7459B87-23EE-403C-A986-E3B775BBCBE5}" dt="2025-01-23T16:48:36.824" v="581" actId="47"/>
        <pc:sldMkLst>
          <pc:docMk/>
          <pc:sldMk cId="4074834426" sldId="1642"/>
        </pc:sldMkLst>
      </pc:sldChg>
      <pc:sldChg chg="del">
        <pc:chgData name="Prince Chandapillai" userId="4fad049182ddc57b" providerId="LiveId" clId="{F7459B87-23EE-403C-A986-E3B775BBCBE5}" dt="2025-01-23T16:48:37.686" v="582" actId="47"/>
        <pc:sldMkLst>
          <pc:docMk/>
          <pc:sldMk cId="2104275944" sldId="1643"/>
        </pc:sldMkLst>
      </pc:sldChg>
      <pc:sldChg chg="del">
        <pc:chgData name="Prince Chandapillai" userId="4fad049182ddc57b" providerId="LiveId" clId="{F7459B87-23EE-403C-A986-E3B775BBCBE5}" dt="2025-01-23T16:48:39.147" v="583" actId="47"/>
        <pc:sldMkLst>
          <pc:docMk/>
          <pc:sldMk cId="1304755350" sldId="1644"/>
        </pc:sldMkLst>
      </pc:sldChg>
      <pc:sldChg chg="del">
        <pc:chgData name="Prince Chandapillai" userId="4fad049182ddc57b" providerId="LiveId" clId="{F7459B87-23EE-403C-A986-E3B775BBCBE5}" dt="2025-01-23T16:57:26.465" v="607" actId="47"/>
        <pc:sldMkLst>
          <pc:docMk/>
          <pc:sldMk cId="1643908081" sldId="1645"/>
        </pc:sldMkLst>
      </pc:sldChg>
      <pc:sldChg chg="del">
        <pc:chgData name="Prince Chandapillai" userId="4fad049182ddc57b" providerId="LiveId" clId="{F7459B87-23EE-403C-A986-E3B775BBCBE5}" dt="2025-01-23T16:57:28.432" v="608" actId="47"/>
        <pc:sldMkLst>
          <pc:docMk/>
          <pc:sldMk cId="565098258" sldId="1646"/>
        </pc:sldMkLst>
      </pc:sldChg>
      <pc:sldChg chg="del">
        <pc:chgData name="Prince Chandapillai" userId="4fad049182ddc57b" providerId="LiveId" clId="{F7459B87-23EE-403C-A986-E3B775BBCBE5}" dt="2025-01-23T17:13:28.686" v="830" actId="47"/>
        <pc:sldMkLst>
          <pc:docMk/>
          <pc:sldMk cId="3146644994" sldId="1647"/>
        </pc:sldMkLst>
      </pc:sldChg>
      <pc:sldChg chg="modSp mod">
        <pc:chgData name="Prince Chandapillai" userId="4fad049182ddc57b" providerId="LiveId" clId="{F7459B87-23EE-403C-A986-E3B775BBCBE5}" dt="2025-01-23T15:27:41.763" v="18" actId="14100"/>
        <pc:sldMkLst>
          <pc:docMk/>
          <pc:sldMk cId="3217866785" sldId="1652"/>
        </pc:sldMkLst>
        <pc:spChg chg="mod">
          <ac:chgData name="Prince Chandapillai" userId="4fad049182ddc57b" providerId="LiveId" clId="{F7459B87-23EE-403C-A986-E3B775BBCBE5}" dt="2025-01-23T15:26:42.114" v="16" actId="20577"/>
          <ac:spMkLst>
            <pc:docMk/>
            <pc:sldMk cId="3217866785" sldId="1652"/>
            <ac:spMk id="3" creationId="{9360F643-EC6D-AF12-0E46-3DE2699A0EDF}"/>
          </ac:spMkLst>
        </pc:spChg>
        <pc:picChg chg="mod">
          <ac:chgData name="Prince Chandapillai" userId="4fad049182ddc57b" providerId="LiveId" clId="{F7459B87-23EE-403C-A986-E3B775BBCBE5}" dt="2025-01-23T15:27:41.763" v="18" actId="14100"/>
          <ac:picMkLst>
            <pc:docMk/>
            <pc:sldMk cId="3217866785" sldId="1652"/>
            <ac:picMk id="9" creationId="{4100FB69-7124-66A2-85AB-C127E65FF94C}"/>
          </ac:picMkLst>
        </pc:picChg>
      </pc:sldChg>
      <pc:sldChg chg="modSp mod">
        <pc:chgData name="Prince Chandapillai" userId="4fad049182ddc57b" providerId="LiveId" clId="{F7459B87-23EE-403C-A986-E3B775BBCBE5}" dt="2025-01-23T15:28:36.717" v="22" actId="14100"/>
        <pc:sldMkLst>
          <pc:docMk/>
          <pc:sldMk cId="1079567730" sldId="1653"/>
        </pc:sldMkLst>
        <pc:spChg chg="mod">
          <ac:chgData name="Prince Chandapillai" userId="4fad049182ddc57b" providerId="LiveId" clId="{F7459B87-23EE-403C-A986-E3B775BBCBE5}" dt="2025-01-23T15:25:58.089" v="13" actId="20577"/>
          <ac:spMkLst>
            <pc:docMk/>
            <pc:sldMk cId="1079567730" sldId="1653"/>
            <ac:spMk id="3" creationId="{96BB7DF4-5D24-CADE-EE48-6C7727E9E18C}"/>
          </ac:spMkLst>
        </pc:spChg>
        <pc:picChg chg="mod">
          <ac:chgData name="Prince Chandapillai" userId="4fad049182ddc57b" providerId="LiveId" clId="{F7459B87-23EE-403C-A986-E3B775BBCBE5}" dt="2025-01-23T15:28:36.717" v="22" actId="14100"/>
          <ac:picMkLst>
            <pc:docMk/>
            <pc:sldMk cId="1079567730" sldId="1653"/>
            <ac:picMk id="9" creationId="{566716DB-B4AC-3E23-4AC0-BE360EF07AC9}"/>
          </ac:picMkLst>
        </pc:picChg>
      </pc:sldChg>
      <pc:sldChg chg="modSp add mod">
        <pc:chgData name="Prince Chandapillai" userId="4fad049182ddc57b" providerId="LiveId" clId="{F7459B87-23EE-403C-A986-E3B775BBCBE5}" dt="2025-01-23T15:46:58.796" v="143" actId="20577"/>
        <pc:sldMkLst>
          <pc:docMk/>
          <pc:sldMk cId="659268036" sldId="1654"/>
        </pc:sldMkLst>
        <pc:spChg chg="mod">
          <ac:chgData name="Prince Chandapillai" userId="4fad049182ddc57b" providerId="LiveId" clId="{F7459B87-23EE-403C-A986-E3B775BBCBE5}" dt="2025-01-23T15:46:58.796" v="143" actId="20577"/>
          <ac:spMkLst>
            <pc:docMk/>
            <pc:sldMk cId="659268036" sldId="1654"/>
            <ac:spMk id="4" creationId="{64A8522C-636C-9306-AD45-D50DBBEE3E7E}"/>
          </ac:spMkLst>
        </pc:spChg>
        <pc:spChg chg="mod">
          <ac:chgData name="Prince Chandapillai" userId="4fad049182ddc57b" providerId="LiveId" clId="{F7459B87-23EE-403C-A986-E3B775BBCBE5}" dt="2025-01-23T15:46:52.617" v="141" actId="20577"/>
          <ac:spMkLst>
            <pc:docMk/>
            <pc:sldMk cId="659268036" sldId="1654"/>
            <ac:spMk id="12" creationId="{0359D717-029E-E002-CDC0-9C01BEAC425B}"/>
          </ac:spMkLst>
        </pc:spChg>
      </pc:sldChg>
      <pc:sldChg chg="modSp add mod">
        <pc:chgData name="Prince Chandapillai" userId="4fad049182ddc57b" providerId="LiveId" clId="{F7459B87-23EE-403C-A986-E3B775BBCBE5}" dt="2025-01-23T15:47:41.768" v="152" actId="20577"/>
        <pc:sldMkLst>
          <pc:docMk/>
          <pc:sldMk cId="3899909310" sldId="1655"/>
        </pc:sldMkLst>
        <pc:spChg chg="mod">
          <ac:chgData name="Prince Chandapillai" userId="4fad049182ddc57b" providerId="LiveId" clId="{F7459B87-23EE-403C-A986-E3B775BBCBE5}" dt="2025-01-23T15:47:41.768" v="152" actId="20577"/>
          <ac:spMkLst>
            <pc:docMk/>
            <pc:sldMk cId="3899909310" sldId="1655"/>
            <ac:spMk id="4" creationId="{5BC3BEC1-5095-7713-64DD-EAF280AE432D}"/>
          </ac:spMkLst>
        </pc:spChg>
        <pc:spChg chg="mod">
          <ac:chgData name="Prince Chandapillai" userId="4fad049182ddc57b" providerId="LiveId" clId="{F7459B87-23EE-403C-A986-E3B775BBCBE5}" dt="2025-01-23T15:47:37.234" v="150" actId="20577"/>
          <ac:spMkLst>
            <pc:docMk/>
            <pc:sldMk cId="3899909310" sldId="1655"/>
            <ac:spMk id="12" creationId="{BF8B7A94-CCEB-5DF6-61EB-D86BAF97A208}"/>
          </ac:spMkLst>
        </pc:spChg>
      </pc:sldChg>
      <pc:sldChg chg="modSp add mod">
        <pc:chgData name="Prince Chandapillai" userId="4fad049182ddc57b" providerId="LiveId" clId="{F7459B87-23EE-403C-A986-E3B775BBCBE5}" dt="2025-01-23T16:05:20.642" v="225"/>
        <pc:sldMkLst>
          <pc:docMk/>
          <pc:sldMk cId="427758639" sldId="1656"/>
        </pc:sldMkLst>
        <pc:spChg chg="mod">
          <ac:chgData name="Prince Chandapillai" userId="4fad049182ddc57b" providerId="LiveId" clId="{F7459B87-23EE-403C-A986-E3B775BBCBE5}" dt="2025-01-23T16:05:20.642" v="225"/>
          <ac:spMkLst>
            <pc:docMk/>
            <pc:sldMk cId="427758639" sldId="1656"/>
            <ac:spMk id="2" creationId="{58209733-FC3E-0FF0-CEFA-1C8274010167}"/>
          </ac:spMkLst>
        </pc:spChg>
        <pc:spChg chg="mod">
          <ac:chgData name="Prince Chandapillai" userId="4fad049182ddc57b" providerId="LiveId" clId="{F7459B87-23EE-403C-A986-E3B775BBCBE5}" dt="2025-01-23T16:02:50.652" v="202" actId="20577"/>
          <ac:spMkLst>
            <pc:docMk/>
            <pc:sldMk cId="427758639" sldId="1656"/>
            <ac:spMk id="5" creationId="{445584EB-F7E4-4C12-E7EA-1A9A33CBD7AA}"/>
          </ac:spMkLst>
        </pc:spChg>
        <pc:spChg chg="mod">
          <ac:chgData name="Prince Chandapillai" userId="4fad049182ddc57b" providerId="LiveId" clId="{F7459B87-23EE-403C-A986-E3B775BBCBE5}" dt="2025-01-23T16:03:32.513" v="207"/>
          <ac:spMkLst>
            <pc:docMk/>
            <pc:sldMk cId="427758639" sldId="1656"/>
            <ac:spMk id="6" creationId="{C229BD4A-091C-351A-1475-399223B97080}"/>
          </ac:spMkLst>
        </pc:spChg>
      </pc:sldChg>
      <pc:sldChg chg="modSp add mod">
        <pc:chgData name="Prince Chandapillai" userId="4fad049182ddc57b" providerId="LiveId" clId="{F7459B87-23EE-403C-A986-E3B775BBCBE5}" dt="2025-01-23T16:05:25.777" v="226"/>
        <pc:sldMkLst>
          <pc:docMk/>
          <pc:sldMk cId="4035021340" sldId="1657"/>
        </pc:sldMkLst>
        <pc:spChg chg="mod">
          <ac:chgData name="Prince Chandapillai" userId="4fad049182ddc57b" providerId="LiveId" clId="{F7459B87-23EE-403C-A986-E3B775BBCBE5}" dt="2025-01-23T16:05:25.777" v="226"/>
          <ac:spMkLst>
            <pc:docMk/>
            <pc:sldMk cId="4035021340" sldId="1657"/>
            <ac:spMk id="2" creationId="{FD024499-0F96-3755-C0E1-EA14C01C259A}"/>
          </ac:spMkLst>
        </pc:spChg>
        <pc:spChg chg="mod">
          <ac:chgData name="Prince Chandapillai" userId="4fad049182ddc57b" providerId="LiveId" clId="{F7459B87-23EE-403C-A986-E3B775BBCBE5}" dt="2025-01-23T16:03:41.528" v="209" actId="20577"/>
          <ac:spMkLst>
            <pc:docMk/>
            <pc:sldMk cId="4035021340" sldId="1657"/>
            <ac:spMk id="5" creationId="{C6E5C5A6-D498-A4CD-E3E0-68907B514CA3}"/>
          </ac:spMkLst>
        </pc:spChg>
        <pc:spChg chg="mod">
          <ac:chgData name="Prince Chandapillai" userId="4fad049182ddc57b" providerId="LiveId" clId="{F7459B87-23EE-403C-A986-E3B775BBCBE5}" dt="2025-01-23T16:04:07.153" v="214"/>
          <ac:spMkLst>
            <pc:docMk/>
            <pc:sldMk cId="4035021340" sldId="1657"/>
            <ac:spMk id="6" creationId="{6F2522C9-65CC-1B51-5332-34472F01637D}"/>
          </ac:spMkLst>
        </pc:spChg>
      </pc:sldChg>
      <pc:sldChg chg="modSp add mod">
        <pc:chgData name="Prince Chandapillai" userId="4fad049182ddc57b" providerId="LiveId" clId="{F7459B87-23EE-403C-A986-E3B775BBCBE5}" dt="2025-01-23T16:18:03.358" v="327" actId="20577"/>
        <pc:sldMkLst>
          <pc:docMk/>
          <pc:sldMk cId="2490953214" sldId="1658"/>
        </pc:sldMkLst>
        <pc:spChg chg="mod">
          <ac:chgData name="Prince Chandapillai" userId="4fad049182ddc57b" providerId="LiveId" clId="{F7459B87-23EE-403C-A986-E3B775BBCBE5}" dt="2025-01-23T16:18:03.358" v="327" actId="20577"/>
          <ac:spMkLst>
            <pc:docMk/>
            <pc:sldMk cId="2490953214" sldId="1658"/>
            <ac:spMk id="5" creationId="{187BEE56-2D6B-FABE-748B-4AB2925CBEB6}"/>
          </ac:spMkLst>
        </pc:spChg>
        <pc:spChg chg="mod">
          <ac:chgData name="Prince Chandapillai" userId="4fad049182ddc57b" providerId="LiveId" clId="{F7459B87-23EE-403C-A986-E3B775BBCBE5}" dt="2025-01-23T16:13:09.037" v="267" actId="207"/>
          <ac:spMkLst>
            <pc:docMk/>
            <pc:sldMk cId="2490953214" sldId="1658"/>
            <ac:spMk id="6" creationId="{72D6C592-9D64-BDB6-0049-18EC894C99AA}"/>
          </ac:spMkLst>
        </pc:spChg>
      </pc:sldChg>
      <pc:sldChg chg="modSp add mod">
        <pc:chgData name="Prince Chandapillai" userId="4fad049182ddc57b" providerId="LiveId" clId="{F7459B87-23EE-403C-A986-E3B775BBCBE5}" dt="2025-01-23T16:18:11.288" v="329" actId="20577"/>
        <pc:sldMkLst>
          <pc:docMk/>
          <pc:sldMk cId="1738414743" sldId="1659"/>
        </pc:sldMkLst>
        <pc:spChg chg="mod">
          <ac:chgData name="Prince Chandapillai" userId="4fad049182ddc57b" providerId="LiveId" clId="{F7459B87-23EE-403C-A986-E3B775BBCBE5}" dt="2025-01-23T16:18:11.288" v="329" actId="20577"/>
          <ac:spMkLst>
            <pc:docMk/>
            <pc:sldMk cId="1738414743" sldId="1659"/>
            <ac:spMk id="5" creationId="{ABE31F6F-27BD-6EF4-0448-66F5302D67D6}"/>
          </ac:spMkLst>
        </pc:spChg>
        <pc:spChg chg="mod">
          <ac:chgData name="Prince Chandapillai" userId="4fad049182ddc57b" providerId="LiveId" clId="{F7459B87-23EE-403C-A986-E3B775BBCBE5}" dt="2025-01-23T16:13:56.028" v="278" actId="20577"/>
          <ac:spMkLst>
            <pc:docMk/>
            <pc:sldMk cId="1738414743" sldId="1659"/>
            <ac:spMk id="6" creationId="{1286D761-CC6A-AC47-F183-044B5BBD5379}"/>
          </ac:spMkLst>
        </pc:spChg>
      </pc:sldChg>
      <pc:sldChg chg="modSp add mod">
        <pc:chgData name="Prince Chandapillai" userId="4fad049182ddc57b" providerId="LiveId" clId="{F7459B87-23EE-403C-A986-E3B775BBCBE5}" dt="2025-01-23T16:17:35.271" v="321" actId="20577"/>
        <pc:sldMkLst>
          <pc:docMk/>
          <pc:sldMk cId="2790016218" sldId="1660"/>
        </pc:sldMkLst>
        <pc:spChg chg="mod">
          <ac:chgData name="Prince Chandapillai" userId="4fad049182ddc57b" providerId="LiveId" clId="{F7459B87-23EE-403C-A986-E3B775BBCBE5}" dt="2025-01-23T16:17:35.271" v="321" actId="20577"/>
          <ac:spMkLst>
            <pc:docMk/>
            <pc:sldMk cId="2790016218" sldId="1660"/>
            <ac:spMk id="5" creationId="{D4AC58BD-890F-CF98-21DB-000E55F49176}"/>
          </ac:spMkLst>
        </pc:spChg>
      </pc:sldChg>
      <pc:sldChg chg="modSp add mod">
        <pc:chgData name="Prince Chandapillai" userId="4fad049182ddc57b" providerId="LiveId" clId="{F7459B87-23EE-403C-A986-E3B775BBCBE5}" dt="2025-01-23T16:17:28.574" v="319" actId="20577"/>
        <pc:sldMkLst>
          <pc:docMk/>
          <pc:sldMk cId="2395242037" sldId="1661"/>
        </pc:sldMkLst>
        <pc:spChg chg="mod">
          <ac:chgData name="Prince Chandapillai" userId="4fad049182ddc57b" providerId="LiveId" clId="{F7459B87-23EE-403C-A986-E3B775BBCBE5}" dt="2025-01-23T16:17:28.574" v="319" actId="20577"/>
          <ac:spMkLst>
            <pc:docMk/>
            <pc:sldMk cId="2395242037" sldId="1661"/>
            <ac:spMk id="5" creationId="{E2C47872-24B6-9A94-960C-840C77416ECF}"/>
          </ac:spMkLst>
        </pc:spChg>
        <pc:spChg chg="mod">
          <ac:chgData name="Prince Chandapillai" userId="4fad049182ddc57b" providerId="LiveId" clId="{F7459B87-23EE-403C-A986-E3B775BBCBE5}" dt="2025-01-23T16:15:09.070" v="295" actId="20577"/>
          <ac:spMkLst>
            <pc:docMk/>
            <pc:sldMk cId="2395242037" sldId="1661"/>
            <ac:spMk id="6" creationId="{BE3E15CA-FD22-C161-9CF5-751DF153CDCD}"/>
          </ac:spMkLst>
        </pc:spChg>
      </pc:sldChg>
      <pc:sldChg chg="modSp add mod">
        <pc:chgData name="Prince Chandapillai" userId="4fad049182ddc57b" providerId="LiveId" clId="{F7459B87-23EE-403C-A986-E3B775BBCBE5}" dt="2025-01-23T16:17:17.986" v="317" actId="20577"/>
        <pc:sldMkLst>
          <pc:docMk/>
          <pc:sldMk cId="2101361020" sldId="1662"/>
        </pc:sldMkLst>
        <pc:spChg chg="mod">
          <ac:chgData name="Prince Chandapillai" userId="4fad049182ddc57b" providerId="LiveId" clId="{F7459B87-23EE-403C-A986-E3B775BBCBE5}" dt="2025-01-23T16:17:17.986" v="317" actId="20577"/>
          <ac:spMkLst>
            <pc:docMk/>
            <pc:sldMk cId="2101361020" sldId="1662"/>
            <ac:spMk id="5" creationId="{967C9FB8-B477-D374-FA40-97CBAE81D397}"/>
          </ac:spMkLst>
        </pc:spChg>
      </pc:sldChg>
      <pc:sldChg chg="modSp add mod">
        <pc:chgData name="Prince Chandapillai" userId="4fad049182ddc57b" providerId="LiveId" clId="{F7459B87-23EE-403C-A986-E3B775BBCBE5}" dt="2025-01-23T16:17:00.301" v="311" actId="20577"/>
        <pc:sldMkLst>
          <pc:docMk/>
          <pc:sldMk cId="2403257247" sldId="1663"/>
        </pc:sldMkLst>
        <pc:spChg chg="mod">
          <ac:chgData name="Prince Chandapillai" userId="4fad049182ddc57b" providerId="LiveId" clId="{F7459B87-23EE-403C-A986-E3B775BBCBE5}" dt="2025-01-23T16:17:00.301" v="311" actId="20577"/>
          <ac:spMkLst>
            <pc:docMk/>
            <pc:sldMk cId="2403257247" sldId="1663"/>
            <ac:spMk id="5" creationId="{F244DD1D-2CA3-2CF0-92D5-F93514F0DE61}"/>
          </ac:spMkLst>
        </pc:spChg>
        <pc:spChg chg="mod">
          <ac:chgData name="Prince Chandapillai" userId="4fad049182ddc57b" providerId="LiveId" clId="{F7459B87-23EE-403C-A986-E3B775BBCBE5}" dt="2025-01-23T16:16:36.495" v="307" actId="20577"/>
          <ac:spMkLst>
            <pc:docMk/>
            <pc:sldMk cId="2403257247" sldId="1663"/>
            <ac:spMk id="6" creationId="{28FA9967-6F2E-766D-1E06-0A76C25CEA4A}"/>
          </ac:spMkLst>
        </pc:spChg>
      </pc:sldChg>
      <pc:sldChg chg="modSp add mod">
        <pc:chgData name="Prince Chandapillai" userId="4fad049182ddc57b" providerId="LiveId" clId="{F7459B87-23EE-403C-A986-E3B775BBCBE5}" dt="2025-01-23T16:17:09.775" v="315" actId="20577"/>
        <pc:sldMkLst>
          <pc:docMk/>
          <pc:sldMk cId="3073923620" sldId="1664"/>
        </pc:sldMkLst>
        <pc:spChg chg="mod">
          <ac:chgData name="Prince Chandapillai" userId="4fad049182ddc57b" providerId="LiveId" clId="{F7459B87-23EE-403C-A986-E3B775BBCBE5}" dt="2025-01-23T16:17:09.775" v="315" actId="20577"/>
          <ac:spMkLst>
            <pc:docMk/>
            <pc:sldMk cId="3073923620" sldId="1664"/>
            <ac:spMk id="5" creationId="{8513C717-972B-D28A-3060-CAF0A599B4B0}"/>
          </ac:spMkLst>
        </pc:spChg>
      </pc:sldChg>
      <pc:sldChg chg="modSp add mod">
        <pc:chgData name="Prince Chandapillai" userId="4fad049182ddc57b" providerId="LiveId" clId="{F7459B87-23EE-403C-A986-E3B775BBCBE5}" dt="2025-01-23T16:33:16.569" v="417" actId="20577"/>
        <pc:sldMkLst>
          <pc:docMk/>
          <pc:sldMk cId="3815407077" sldId="1665"/>
        </pc:sldMkLst>
        <pc:spChg chg="mod">
          <ac:chgData name="Prince Chandapillai" userId="4fad049182ddc57b" providerId="LiveId" clId="{F7459B87-23EE-403C-A986-E3B775BBCBE5}" dt="2025-01-23T16:31:51.454" v="392" actId="20577"/>
          <ac:spMkLst>
            <pc:docMk/>
            <pc:sldMk cId="3815407077" sldId="1665"/>
            <ac:spMk id="5" creationId="{485B8516-E8CD-2B5F-6D23-94E48D6D0C85}"/>
          </ac:spMkLst>
        </pc:spChg>
        <pc:spChg chg="mod">
          <ac:chgData name="Prince Chandapillai" userId="4fad049182ddc57b" providerId="LiveId" clId="{F7459B87-23EE-403C-A986-E3B775BBCBE5}" dt="2025-01-23T16:33:16.569" v="417" actId="20577"/>
          <ac:spMkLst>
            <pc:docMk/>
            <pc:sldMk cId="3815407077" sldId="1665"/>
            <ac:spMk id="6" creationId="{BDBF25A9-E2C9-C829-2CB7-AF4D0DB8CD85}"/>
          </ac:spMkLst>
        </pc:spChg>
      </pc:sldChg>
      <pc:sldChg chg="modSp add mod">
        <pc:chgData name="Prince Chandapillai" userId="4fad049182ddc57b" providerId="LiveId" clId="{F7459B87-23EE-403C-A986-E3B775BBCBE5}" dt="2025-01-23T16:46:06.490" v="540" actId="20577"/>
        <pc:sldMkLst>
          <pc:docMk/>
          <pc:sldMk cId="608557519" sldId="1666"/>
        </pc:sldMkLst>
        <pc:spChg chg="mod">
          <ac:chgData name="Prince Chandapillai" userId="4fad049182ddc57b" providerId="LiveId" clId="{F7459B87-23EE-403C-A986-E3B775BBCBE5}" dt="2025-01-23T16:46:06.490" v="540" actId="20577"/>
          <ac:spMkLst>
            <pc:docMk/>
            <pc:sldMk cId="608557519" sldId="1666"/>
            <ac:spMk id="5" creationId="{7F9B698A-052A-728D-D44D-DAA92EB528CE}"/>
          </ac:spMkLst>
        </pc:spChg>
        <pc:spChg chg="mod">
          <ac:chgData name="Prince Chandapillai" userId="4fad049182ddc57b" providerId="LiveId" clId="{F7459B87-23EE-403C-A986-E3B775BBCBE5}" dt="2025-01-23T16:45:33.590" v="536"/>
          <ac:spMkLst>
            <pc:docMk/>
            <pc:sldMk cId="608557519" sldId="1666"/>
            <ac:spMk id="7" creationId="{4A9776D4-43C4-10A2-6A32-E21969A40FA5}"/>
          </ac:spMkLst>
        </pc:spChg>
      </pc:sldChg>
      <pc:sldChg chg="modSp add mod">
        <pc:chgData name="Prince Chandapillai" userId="4fad049182ddc57b" providerId="LiveId" clId="{F7459B87-23EE-403C-A986-E3B775BBCBE5}" dt="2025-01-23T16:47:10.289" v="557" actId="20577"/>
        <pc:sldMkLst>
          <pc:docMk/>
          <pc:sldMk cId="2157734643" sldId="1667"/>
        </pc:sldMkLst>
        <pc:spChg chg="mod">
          <ac:chgData name="Prince Chandapillai" userId="4fad049182ddc57b" providerId="LiveId" clId="{F7459B87-23EE-403C-A986-E3B775BBCBE5}" dt="2025-01-23T16:47:10.289" v="557" actId="20577"/>
          <ac:spMkLst>
            <pc:docMk/>
            <pc:sldMk cId="2157734643" sldId="1667"/>
            <ac:spMk id="5" creationId="{6FDF8922-E112-8450-F81D-E9F87CE7F90E}"/>
          </ac:spMkLst>
        </pc:spChg>
        <pc:spChg chg="mod">
          <ac:chgData name="Prince Chandapillai" userId="4fad049182ddc57b" providerId="LiveId" clId="{F7459B87-23EE-403C-A986-E3B775BBCBE5}" dt="2025-01-23T16:46:56.313" v="553" actId="20577"/>
          <ac:spMkLst>
            <pc:docMk/>
            <pc:sldMk cId="2157734643" sldId="1667"/>
            <ac:spMk id="7" creationId="{7689B8BF-FCA5-9897-B84C-0C983BD9FCEE}"/>
          </ac:spMkLst>
        </pc:spChg>
      </pc:sldChg>
      <pc:sldChg chg="modSp add mod">
        <pc:chgData name="Prince Chandapillai" userId="4fad049182ddc57b" providerId="LiveId" clId="{F7459B87-23EE-403C-A986-E3B775BBCBE5}" dt="2025-01-23T16:48:27.922" v="578" actId="20577"/>
        <pc:sldMkLst>
          <pc:docMk/>
          <pc:sldMk cId="607665480" sldId="1668"/>
        </pc:sldMkLst>
        <pc:spChg chg="mod">
          <ac:chgData name="Prince Chandapillai" userId="4fad049182ddc57b" providerId="LiveId" clId="{F7459B87-23EE-403C-A986-E3B775BBCBE5}" dt="2025-01-23T16:47:19.642" v="561" actId="20577"/>
          <ac:spMkLst>
            <pc:docMk/>
            <pc:sldMk cId="607665480" sldId="1668"/>
            <ac:spMk id="5" creationId="{2C6AF226-B6CB-7BB9-1048-9623DAE7EF5F}"/>
          </ac:spMkLst>
        </pc:spChg>
        <pc:spChg chg="mod">
          <ac:chgData name="Prince Chandapillai" userId="4fad049182ddc57b" providerId="LiveId" clId="{F7459B87-23EE-403C-A986-E3B775BBCBE5}" dt="2025-01-23T16:48:27.922" v="578" actId="20577"/>
          <ac:spMkLst>
            <pc:docMk/>
            <pc:sldMk cId="607665480" sldId="1668"/>
            <ac:spMk id="7" creationId="{7AB0D9FC-7B7E-07ED-50D5-C1B4FE49FC77}"/>
          </ac:spMkLst>
        </pc:spChg>
      </pc:sldChg>
      <pc:sldChg chg="modSp add mod">
        <pc:chgData name="Prince Chandapillai" userId="4fad049182ddc57b" providerId="LiveId" clId="{F7459B87-23EE-403C-A986-E3B775BBCBE5}" dt="2025-01-23T17:00:01.383" v="632" actId="207"/>
        <pc:sldMkLst>
          <pc:docMk/>
          <pc:sldMk cId="3643985019" sldId="1669"/>
        </pc:sldMkLst>
        <pc:spChg chg="mod">
          <ac:chgData name="Prince Chandapillai" userId="4fad049182ddc57b" providerId="LiveId" clId="{F7459B87-23EE-403C-A986-E3B775BBCBE5}" dt="2025-01-23T16:59:56.356" v="631" actId="20577"/>
          <ac:spMkLst>
            <pc:docMk/>
            <pc:sldMk cId="3643985019" sldId="1669"/>
            <ac:spMk id="5" creationId="{6E1FB840-812A-3FAD-D690-64BC2134ACDA}"/>
          </ac:spMkLst>
        </pc:spChg>
        <pc:spChg chg="mod">
          <ac:chgData name="Prince Chandapillai" userId="4fad049182ddc57b" providerId="LiveId" clId="{F7459B87-23EE-403C-A986-E3B775BBCBE5}" dt="2025-01-23T17:00:01.383" v="632" actId="207"/>
          <ac:spMkLst>
            <pc:docMk/>
            <pc:sldMk cId="3643985019" sldId="1669"/>
            <ac:spMk id="6" creationId="{DE15E6F3-0E1F-59C7-D8D9-6B7E8C06AF57}"/>
          </ac:spMkLst>
        </pc:spChg>
      </pc:sldChg>
      <pc:sldChg chg="modSp add mod">
        <pc:chgData name="Prince Chandapillai" userId="4fad049182ddc57b" providerId="LiveId" clId="{F7459B87-23EE-403C-A986-E3B775BBCBE5}" dt="2025-01-23T17:00:54.902" v="636" actId="20577"/>
        <pc:sldMkLst>
          <pc:docMk/>
          <pc:sldMk cId="1661972239" sldId="1670"/>
        </pc:sldMkLst>
        <pc:spChg chg="mod">
          <ac:chgData name="Prince Chandapillai" userId="4fad049182ddc57b" providerId="LiveId" clId="{F7459B87-23EE-403C-A986-E3B775BBCBE5}" dt="2025-01-23T17:00:54.902" v="636" actId="20577"/>
          <ac:spMkLst>
            <pc:docMk/>
            <pc:sldMk cId="1661972239" sldId="1670"/>
            <ac:spMk id="5" creationId="{F11875A7-D8A7-D6EA-1966-B49BAB5F74AD}"/>
          </ac:spMkLst>
        </pc:spChg>
        <pc:spChg chg="mod">
          <ac:chgData name="Prince Chandapillai" userId="4fad049182ddc57b" providerId="LiveId" clId="{F7459B87-23EE-403C-A986-E3B775BBCBE5}" dt="2025-01-23T16:59:42.588" v="629" actId="20577"/>
          <ac:spMkLst>
            <pc:docMk/>
            <pc:sldMk cId="1661972239" sldId="1670"/>
            <ac:spMk id="6" creationId="{F50507EE-49D0-C243-AB75-4A3545523603}"/>
          </ac:spMkLst>
        </pc:spChg>
      </pc:sldChg>
      <pc:sldChg chg="add del">
        <pc:chgData name="Prince Chandapillai" userId="4fad049182ddc57b" providerId="LiveId" clId="{F7459B87-23EE-403C-A986-E3B775BBCBE5}" dt="2025-01-23T17:00:23.528" v="633" actId="47"/>
        <pc:sldMkLst>
          <pc:docMk/>
          <pc:sldMk cId="3909335392" sldId="1671"/>
        </pc:sldMkLst>
      </pc:sldChg>
      <pc:sldChg chg="modSp add mod">
        <pc:chgData name="Prince Chandapillai" userId="4fad049182ddc57b" providerId="LiveId" clId="{F7459B87-23EE-403C-A986-E3B775BBCBE5}" dt="2025-01-23T17:01:46.176" v="645" actId="20577"/>
        <pc:sldMkLst>
          <pc:docMk/>
          <pc:sldMk cId="655396309" sldId="1672"/>
        </pc:sldMkLst>
        <pc:spChg chg="mod">
          <ac:chgData name="Prince Chandapillai" userId="4fad049182ddc57b" providerId="LiveId" clId="{F7459B87-23EE-403C-A986-E3B775BBCBE5}" dt="2025-01-23T17:01:46.176" v="645" actId="20577"/>
          <ac:spMkLst>
            <pc:docMk/>
            <pc:sldMk cId="655396309" sldId="1672"/>
            <ac:spMk id="5" creationId="{19FACCED-2380-B47D-F670-F389B13E3643}"/>
          </ac:spMkLst>
        </pc:spChg>
        <pc:spChg chg="mod">
          <ac:chgData name="Prince Chandapillai" userId="4fad049182ddc57b" providerId="LiveId" clId="{F7459B87-23EE-403C-A986-E3B775BBCBE5}" dt="2025-01-23T17:01:40.325" v="643"/>
          <ac:spMkLst>
            <pc:docMk/>
            <pc:sldMk cId="655396309" sldId="1672"/>
            <ac:spMk id="6" creationId="{0C82EF60-45A8-F88E-2872-2F105FD09DA0}"/>
          </ac:spMkLst>
        </pc:spChg>
      </pc:sldChg>
      <pc:sldChg chg="add del">
        <pc:chgData name="Prince Chandapillai" userId="4fad049182ddc57b" providerId="LiveId" clId="{F7459B87-23EE-403C-A986-E3B775BBCBE5}" dt="2025-01-23T17:01:49.871" v="646" actId="47"/>
        <pc:sldMkLst>
          <pc:docMk/>
          <pc:sldMk cId="1336678725" sldId="1673"/>
        </pc:sldMkLst>
      </pc:sldChg>
      <pc:sldChg chg="modSp add mod">
        <pc:chgData name="Prince Chandapillai" userId="4fad049182ddc57b" providerId="LiveId" clId="{F7459B87-23EE-403C-A986-E3B775BBCBE5}" dt="2025-01-23T17:03:29.712" v="660" actId="20577"/>
        <pc:sldMkLst>
          <pc:docMk/>
          <pc:sldMk cId="1802518508" sldId="1674"/>
        </pc:sldMkLst>
        <pc:spChg chg="mod">
          <ac:chgData name="Prince Chandapillai" userId="4fad049182ddc57b" providerId="LiveId" clId="{F7459B87-23EE-403C-A986-E3B775BBCBE5}" dt="2025-01-23T17:03:29.712" v="660" actId="20577"/>
          <ac:spMkLst>
            <pc:docMk/>
            <pc:sldMk cId="1802518508" sldId="1674"/>
            <ac:spMk id="5" creationId="{5C2D8EBE-4A5E-819F-DB45-979AA1E73E59}"/>
          </ac:spMkLst>
        </pc:spChg>
        <pc:spChg chg="mod">
          <ac:chgData name="Prince Chandapillai" userId="4fad049182ddc57b" providerId="LiveId" clId="{F7459B87-23EE-403C-A986-E3B775BBCBE5}" dt="2025-01-23T17:03:22.781" v="658" actId="20577"/>
          <ac:spMkLst>
            <pc:docMk/>
            <pc:sldMk cId="1802518508" sldId="1674"/>
            <ac:spMk id="6" creationId="{A4638803-D456-2233-4559-406753EF26C8}"/>
          </ac:spMkLst>
        </pc:spChg>
      </pc:sldChg>
      <pc:sldChg chg="add del">
        <pc:chgData name="Prince Chandapillai" userId="4fad049182ddc57b" providerId="LiveId" clId="{F7459B87-23EE-403C-A986-E3B775BBCBE5}" dt="2025-01-23T17:02:13.472" v="650" actId="47"/>
        <pc:sldMkLst>
          <pc:docMk/>
          <pc:sldMk cId="2249450189" sldId="1675"/>
        </pc:sldMkLst>
      </pc:sldChg>
      <pc:sldChg chg="modSp add mod">
        <pc:chgData name="Prince Chandapillai" userId="4fad049182ddc57b" providerId="LiveId" clId="{F7459B87-23EE-403C-A986-E3B775BBCBE5}" dt="2025-01-23T17:01:06.760" v="638" actId="20577"/>
        <pc:sldMkLst>
          <pc:docMk/>
          <pc:sldMk cId="1733253648" sldId="1676"/>
        </pc:sldMkLst>
        <pc:spChg chg="mod">
          <ac:chgData name="Prince Chandapillai" userId="4fad049182ddc57b" providerId="LiveId" clId="{F7459B87-23EE-403C-A986-E3B775BBCBE5}" dt="2025-01-23T17:01:06.760" v="638" actId="20577"/>
          <ac:spMkLst>
            <pc:docMk/>
            <pc:sldMk cId="1733253648" sldId="1676"/>
            <ac:spMk id="5" creationId="{D0243CCE-BF20-FE67-B1F2-376C9D73B019}"/>
          </ac:spMkLst>
        </pc:spChg>
      </pc:sldChg>
      <pc:sldChg chg="modSp add mod">
        <pc:chgData name="Prince Chandapillai" userId="4fad049182ddc57b" providerId="LiveId" clId="{F7459B87-23EE-403C-A986-E3B775BBCBE5}" dt="2025-01-23T17:02:04.144" v="649" actId="20577"/>
        <pc:sldMkLst>
          <pc:docMk/>
          <pc:sldMk cId="376688903" sldId="1677"/>
        </pc:sldMkLst>
        <pc:spChg chg="mod">
          <ac:chgData name="Prince Chandapillai" userId="4fad049182ddc57b" providerId="LiveId" clId="{F7459B87-23EE-403C-A986-E3B775BBCBE5}" dt="2025-01-23T17:02:04.144" v="649" actId="20577"/>
          <ac:spMkLst>
            <pc:docMk/>
            <pc:sldMk cId="376688903" sldId="1677"/>
            <ac:spMk id="5" creationId="{DFCA7E04-297A-D6F2-9B08-53EF066317BF}"/>
          </ac:spMkLst>
        </pc:spChg>
      </pc:sldChg>
      <pc:sldChg chg="modSp add mod">
        <pc:chgData name="Prince Chandapillai" userId="4fad049182ddc57b" providerId="LiveId" clId="{F7459B87-23EE-403C-A986-E3B775BBCBE5}" dt="2025-01-23T17:03:39.948" v="663" actId="20577"/>
        <pc:sldMkLst>
          <pc:docMk/>
          <pc:sldMk cId="1963815033" sldId="1678"/>
        </pc:sldMkLst>
        <pc:spChg chg="mod">
          <ac:chgData name="Prince Chandapillai" userId="4fad049182ddc57b" providerId="LiveId" clId="{F7459B87-23EE-403C-A986-E3B775BBCBE5}" dt="2025-01-23T17:03:39.948" v="663" actId="20577"/>
          <ac:spMkLst>
            <pc:docMk/>
            <pc:sldMk cId="1963815033" sldId="1678"/>
            <ac:spMk id="5" creationId="{AE7BFD9B-BE40-714C-ECBB-3EEE9AC4814C}"/>
          </ac:spMkLst>
        </pc:spChg>
      </pc:sldChg>
      <pc:sldChg chg="modSp add mod">
        <pc:chgData name="Prince Chandapillai" userId="4fad049182ddc57b" providerId="LiveId" clId="{F7459B87-23EE-403C-A986-E3B775BBCBE5}" dt="2025-01-23T17:10:21.489" v="736" actId="20577"/>
        <pc:sldMkLst>
          <pc:docMk/>
          <pc:sldMk cId="2170825706" sldId="1679"/>
        </pc:sldMkLst>
        <pc:spChg chg="mod">
          <ac:chgData name="Prince Chandapillai" userId="4fad049182ddc57b" providerId="LiveId" clId="{F7459B87-23EE-403C-A986-E3B775BBCBE5}" dt="2025-01-23T17:10:21.489" v="736" actId="20577"/>
          <ac:spMkLst>
            <pc:docMk/>
            <pc:sldMk cId="2170825706" sldId="1679"/>
            <ac:spMk id="5" creationId="{69658B22-7CD0-4C4F-9369-DF22677F531A}"/>
          </ac:spMkLst>
        </pc:spChg>
        <pc:spChg chg="mod">
          <ac:chgData name="Prince Chandapillai" userId="4fad049182ddc57b" providerId="LiveId" clId="{F7459B87-23EE-403C-A986-E3B775BBCBE5}" dt="2025-01-23T17:09:51.381" v="732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modSp add mod">
        <pc:chgData name="Prince Chandapillai" userId="4fad049182ddc57b" providerId="LiveId" clId="{F7459B87-23EE-403C-A986-E3B775BBCBE5}" dt="2025-01-23T17:13:19.073" v="829" actId="20577"/>
        <pc:sldMkLst>
          <pc:docMk/>
          <pc:sldMk cId="706222788" sldId="1680"/>
        </pc:sldMkLst>
        <pc:spChg chg="mod">
          <ac:chgData name="Prince Chandapillai" userId="4fad049182ddc57b" providerId="LiveId" clId="{F7459B87-23EE-403C-A986-E3B775BBCBE5}" dt="2025-01-23T17:13:19.073" v="829" actId="20577"/>
          <ac:spMkLst>
            <pc:docMk/>
            <pc:sldMk cId="706222788" sldId="1680"/>
            <ac:spMk id="6" creationId="{0CBF383F-A9A2-6C30-78E0-FCB3436417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23/01/2025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26 Jan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032065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3600" b="1" i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Gifts of the Holy Spirit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3600" b="1" i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For the Spiritual Nourishment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3600" b="1" i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of the People of God</a:t>
            </a: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736001" y="831409"/>
            <a:ext cx="791583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400" dirty="0"/>
          </a:p>
          <a:p>
            <a:r>
              <a:rPr lang="en-GB" sz="2800" dirty="0"/>
              <a:t>Come, Thou almighty King, </a:t>
            </a:r>
          </a:p>
          <a:p>
            <a:r>
              <a:rPr lang="en-GB" sz="2800" dirty="0"/>
              <a:t>Help us Thy name to sing, </a:t>
            </a:r>
          </a:p>
          <a:p>
            <a:r>
              <a:rPr lang="en-GB" sz="2800" dirty="0"/>
              <a:t>Help us to praise </a:t>
            </a:r>
          </a:p>
          <a:p>
            <a:r>
              <a:rPr lang="en-GB" sz="2800" dirty="0"/>
              <a:t>Father all-glorious, </a:t>
            </a:r>
          </a:p>
          <a:p>
            <a:r>
              <a:rPr lang="en-GB" sz="2800" dirty="0"/>
              <a:t>O'er all victorious, </a:t>
            </a:r>
          </a:p>
          <a:p>
            <a:r>
              <a:rPr lang="en-GB" sz="2800" dirty="0"/>
              <a:t>Come, and reign over us, </a:t>
            </a:r>
          </a:p>
          <a:p>
            <a:r>
              <a:rPr lang="en-GB" sz="2800" dirty="0"/>
              <a:t>Ancient of Days ! </a:t>
            </a:r>
          </a:p>
          <a:p>
            <a:r>
              <a:rPr lang="en-GB" sz="2400" dirty="0"/>
              <a:t>			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DCC-FF1C-627E-B31C-A8F1C322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877-2B4C-ACDD-1D0F-6A4EF360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F0D2C0-8780-3569-4798-4330D727F8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9A6687-39DF-B246-979B-08C80C08F7D4}"/>
              </a:ext>
            </a:extLst>
          </p:cNvPr>
          <p:cNvSpPr txBox="1"/>
          <p:nvPr/>
        </p:nvSpPr>
        <p:spPr>
          <a:xfrm>
            <a:off x="923365" y="119373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Come, Thou incarnate Word, </a:t>
            </a:r>
          </a:p>
          <a:p>
            <a:r>
              <a:rPr lang="en-GB" sz="2800" dirty="0"/>
              <a:t>Gird on Thy mighty sword </a:t>
            </a:r>
          </a:p>
          <a:p>
            <a:r>
              <a:rPr lang="en-GB" sz="2800" dirty="0"/>
              <a:t>Our prayer attend </a:t>
            </a:r>
          </a:p>
          <a:p>
            <a:r>
              <a:rPr lang="en-GB" sz="2800" dirty="0"/>
              <a:t>Come, and Thy people bless, </a:t>
            </a:r>
          </a:p>
          <a:p>
            <a:r>
              <a:rPr lang="en-GB" sz="2800" dirty="0"/>
              <a:t>And give Thy Word success </a:t>
            </a:r>
          </a:p>
          <a:p>
            <a:r>
              <a:rPr lang="en-GB" sz="2800" dirty="0"/>
              <a:t>Spirit of holiness, </a:t>
            </a:r>
          </a:p>
          <a:p>
            <a:r>
              <a:rPr lang="en-GB" sz="2800" dirty="0"/>
              <a:t>On us descend !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D04E0-2BA2-B70E-C21F-60C1511AA5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</p:spTree>
    <p:extLst>
      <p:ext uri="{BB962C8B-B14F-4D97-AF65-F5344CB8AC3E}">
        <p14:creationId xmlns:p14="http://schemas.microsoft.com/office/powerpoint/2010/main" val="221783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6C1-ACA7-CB03-7D98-F1063313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A7FB-B28B-77E6-5E83-24123D1F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C9E51F-13F8-65B7-1C0C-CCEC88DE61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38BDA-FE8E-E9F8-FE50-2A850A81255E}"/>
              </a:ext>
            </a:extLst>
          </p:cNvPr>
          <p:cNvSpPr txBox="1"/>
          <p:nvPr/>
        </p:nvSpPr>
        <p:spPr>
          <a:xfrm>
            <a:off x="923365" y="119373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Come, Holy Comforter, </a:t>
            </a:r>
          </a:p>
          <a:p>
            <a:r>
              <a:rPr lang="en-GB" sz="2800" dirty="0"/>
              <a:t>Thy sacred witness bear,</a:t>
            </a:r>
          </a:p>
          <a:p>
            <a:r>
              <a:rPr lang="en-GB" sz="2800" dirty="0"/>
              <a:t>In this glad hour Thou, </a:t>
            </a:r>
          </a:p>
          <a:p>
            <a:r>
              <a:rPr lang="en-GB" sz="2800" dirty="0"/>
              <a:t>who almighty art,</a:t>
            </a:r>
          </a:p>
          <a:p>
            <a:r>
              <a:rPr lang="en-GB" sz="2800" dirty="0"/>
              <a:t>Now rule in every heart, </a:t>
            </a:r>
          </a:p>
          <a:p>
            <a:r>
              <a:rPr lang="en-GB" sz="2800" dirty="0"/>
              <a:t>And ne'er from us depart, </a:t>
            </a:r>
          </a:p>
          <a:p>
            <a:r>
              <a:rPr lang="en-GB" sz="2800" dirty="0"/>
              <a:t>Spirit of power 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AB6B8-6EE4-4538-3B88-89DD2F6151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</p:spTree>
    <p:extLst>
      <p:ext uri="{BB962C8B-B14F-4D97-AF65-F5344CB8AC3E}">
        <p14:creationId xmlns:p14="http://schemas.microsoft.com/office/powerpoint/2010/main" val="306772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98DF-184E-3106-6AF8-B555F75A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A829-C4F2-A2F2-B628-D2001A46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FBA177A-2C15-ECC9-3ACF-4E7DCF31563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9F646-38A7-A135-82CB-CB7704755801}"/>
              </a:ext>
            </a:extLst>
          </p:cNvPr>
          <p:cNvSpPr txBox="1"/>
          <p:nvPr/>
        </p:nvSpPr>
        <p:spPr>
          <a:xfrm>
            <a:off x="923365" y="119373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To the great One in Three</a:t>
            </a:r>
          </a:p>
          <a:p>
            <a:r>
              <a:rPr lang="en-GB" sz="2800" dirty="0"/>
              <a:t>The highest praises be, </a:t>
            </a:r>
          </a:p>
          <a:p>
            <a:r>
              <a:rPr lang="en-GB" sz="2800" dirty="0"/>
              <a:t>Hence evermore ! </a:t>
            </a:r>
          </a:p>
          <a:p>
            <a:r>
              <a:rPr lang="en-GB" sz="2800" dirty="0"/>
              <a:t>His sovereign majesty </a:t>
            </a:r>
          </a:p>
          <a:p>
            <a:r>
              <a:rPr lang="en-GB" sz="2800" dirty="0"/>
              <a:t>May we in glory see, </a:t>
            </a:r>
          </a:p>
          <a:p>
            <a:r>
              <a:rPr lang="en-GB" sz="2800" dirty="0"/>
              <a:t>And to eternity </a:t>
            </a:r>
          </a:p>
          <a:p>
            <a:r>
              <a:rPr lang="en-GB" sz="2800" dirty="0"/>
              <a:t>Love and adore.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6889D-7E5D-259C-8015-2AE2549FBB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</p:spTree>
    <p:extLst>
      <p:ext uri="{BB962C8B-B14F-4D97-AF65-F5344CB8AC3E}">
        <p14:creationId xmlns:p14="http://schemas.microsoft.com/office/powerpoint/2010/main" val="986701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1753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117328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 </a:t>
            </a:r>
          </a:p>
          <a:p>
            <a:r>
              <a:rPr lang="en-GB" sz="4400" dirty="0">
                <a:solidFill>
                  <a:schemeClr val="bg1"/>
                </a:solidFill>
              </a:rPr>
              <a:t>Song no (599)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142322" y="1432976"/>
            <a:ext cx="685935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O blessed life ! the mind that sees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 Whatever change the years may bring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 A mercy still in everything,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 And shining through all mysteries.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sz="4800" dirty="0">
                <a:solidFill>
                  <a:schemeClr val="bg1"/>
                </a:solidFill>
              </a:rPr>
              <a:t>Song no (703)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806" y="872601"/>
            <a:ext cx="2441429" cy="27893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44584"/>
            <a:ext cx="6608483" cy="3572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/>
              <a:t>Sound the battle-cry ! See ! the foe is nigh </a:t>
            </a:r>
          </a:p>
          <a:p>
            <a:r>
              <a:rPr lang="en-GB" sz="2500" dirty="0"/>
              <a:t>Raise the standard high for the Lord ! </a:t>
            </a:r>
          </a:p>
          <a:p>
            <a:r>
              <a:rPr lang="en-GB" sz="2500" dirty="0"/>
              <a:t>Gird your armour on, stand firm every one, </a:t>
            </a:r>
          </a:p>
          <a:p>
            <a:r>
              <a:rPr lang="en-GB" sz="2500" dirty="0"/>
              <a:t>Rest your cause upon His holy Word !</a:t>
            </a:r>
          </a:p>
          <a:p>
            <a:endParaRPr lang="en-GB" sz="2500" dirty="0">
              <a:solidFill>
                <a:srgbClr val="731A02"/>
              </a:solidFill>
            </a:endParaRPr>
          </a:p>
          <a:p>
            <a:r>
              <a:rPr lang="en-GB" sz="2500" dirty="0">
                <a:solidFill>
                  <a:srgbClr val="731A02"/>
                </a:solidFill>
              </a:rPr>
              <a:t>Rouse then, soldiers ! rally round the banner ! Ready, steady, pass the word along forward ! Onward I shout aloud Hosanna ! </a:t>
            </a:r>
          </a:p>
          <a:p>
            <a:r>
              <a:rPr lang="en-GB" sz="2500" dirty="0">
                <a:solidFill>
                  <a:srgbClr val="731A02"/>
                </a:solidFill>
              </a:rPr>
              <a:t>Christ is Captain of the mighty throng !</a:t>
            </a:r>
            <a:endParaRPr lang="en-US" sz="2500" i="1" dirty="0">
              <a:solidFill>
                <a:srgbClr val="731A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4C686-53D5-C30D-900F-0B873723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4857-B6BE-734D-1E0C-CC867B61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A9E012-FC1E-3FD4-8E4B-2CC7553E7C9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00FB69-7124-66A2-85AB-C127E65FF9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19" y="872601"/>
            <a:ext cx="2376115" cy="2628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25969D-748D-C9D9-F7EC-2D87129B9A5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0F643-EC6D-AF12-0E46-3DE2699A0EDF}"/>
              </a:ext>
            </a:extLst>
          </p:cNvPr>
          <p:cNvSpPr txBox="1"/>
          <p:nvPr/>
        </p:nvSpPr>
        <p:spPr>
          <a:xfrm>
            <a:off x="92763" y="666206"/>
            <a:ext cx="6878448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/>
              <a:t>Strong to meet the foe, marching on we go, </a:t>
            </a:r>
          </a:p>
          <a:p>
            <a:r>
              <a:rPr lang="en-GB" sz="2500" dirty="0"/>
              <a:t>While our cause we know must prevail ; </a:t>
            </a:r>
          </a:p>
          <a:p>
            <a:r>
              <a:rPr lang="en-GB" sz="2500" dirty="0"/>
              <a:t>Shield and banner bright gleaming in the light,</a:t>
            </a:r>
          </a:p>
          <a:p>
            <a:r>
              <a:rPr lang="en-GB" sz="2500" dirty="0"/>
              <a:t>Battling for the right, we ne'er can fail !</a:t>
            </a:r>
          </a:p>
          <a:p>
            <a:endParaRPr lang="en-GB" sz="2500" dirty="0"/>
          </a:p>
          <a:p>
            <a:r>
              <a:rPr lang="en-GB" sz="2500" dirty="0">
                <a:solidFill>
                  <a:srgbClr val="731A02"/>
                </a:solidFill>
              </a:rPr>
              <a:t>Rouse then, soldiers ! rally round the banner! Ready, steady, pass the word along forward ! Onward I shout aloud Hosanna ! </a:t>
            </a:r>
          </a:p>
          <a:p>
            <a:r>
              <a:rPr lang="en-GB" sz="2500" dirty="0">
                <a:solidFill>
                  <a:srgbClr val="731A02"/>
                </a:solidFill>
              </a:rPr>
              <a:t>Christ is Captain of the mighty throng !</a:t>
            </a:r>
            <a:endParaRPr lang="en-US" sz="2500" i="1" dirty="0">
              <a:solidFill>
                <a:srgbClr val="731A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86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D017-73C9-D4E9-3559-55CA3AC2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F06D-C914-2A55-DF20-24B365F3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90197E-933A-0389-58CF-B3F6719F137D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6716DB-B4AC-3E23-4AC0-BE360EF07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19" y="872601"/>
            <a:ext cx="2528515" cy="28503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910726-B6CC-8764-2848-996E73A9E34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B7DF4-5D24-CADE-EE48-6C7727E9E18C}"/>
              </a:ext>
            </a:extLst>
          </p:cNvPr>
          <p:cNvSpPr txBox="1"/>
          <p:nvPr/>
        </p:nvSpPr>
        <p:spPr>
          <a:xfrm>
            <a:off x="92763" y="827314"/>
            <a:ext cx="656058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/>
              <a:t>O Thou God of all, hear us when we call ; Help us one and all, by Thy grace ; </a:t>
            </a:r>
          </a:p>
          <a:p>
            <a:r>
              <a:rPr lang="en-GB" sz="2500" dirty="0"/>
              <a:t>When the battle's done, and the victory won, </a:t>
            </a:r>
          </a:p>
          <a:p>
            <a:r>
              <a:rPr lang="en-GB" sz="2500" dirty="0"/>
              <a:t>May we wear the crown before Thy face !</a:t>
            </a:r>
          </a:p>
          <a:p>
            <a:r>
              <a:rPr lang="en-GB" sz="2500" dirty="0"/>
              <a:t> </a:t>
            </a:r>
          </a:p>
          <a:p>
            <a:r>
              <a:rPr lang="en-GB" sz="2500" dirty="0">
                <a:solidFill>
                  <a:srgbClr val="731A02"/>
                </a:solidFill>
              </a:rPr>
              <a:t>Rouse then, soldiers ! rally round the banner ! Ready, steady, pass the word along forward ! Onward I shout aloud Hosanna ! </a:t>
            </a:r>
          </a:p>
          <a:p>
            <a:r>
              <a:rPr lang="en-GB" sz="2500" dirty="0">
                <a:solidFill>
                  <a:srgbClr val="731A02"/>
                </a:solidFill>
              </a:rPr>
              <a:t>Christ is Captain of the mighty throng !</a:t>
            </a:r>
            <a:endParaRPr lang="en-US" sz="2500" i="1" dirty="0">
              <a:solidFill>
                <a:srgbClr val="731A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567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Song no. (365), v1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1193642"/>
            <a:ext cx="7301974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Hark, my soul ! it is the Lord;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'Tis thy Saviour, hear His word;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Jesus speaks, and speaks to thee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" Say, poor sinner, </a:t>
            </a:r>
            <a:r>
              <a:rPr lang="en-GB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lov'st</a:t>
            </a: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 thou Me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?"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(365)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(365)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781711" y="107697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Hark, my soul ! it is the Lord;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'Tis thy Saviour, hear His word;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Jesus speaks, and speaks to thee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" Say, poor sinner, </a:t>
            </a:r>
            <a:r>
              <a:rPr lang="en-GB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lov'st</a:t>
            </a: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 thou Me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?"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FEE8-9166-609D-69D4-A0F256C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064F-8FEA-7732-AF60-04F2FE84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(365)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6D1E71-1BF5-F60F-4558-3B7E4E099F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06A5D-3B75-8DE6-0D59-53A9C57039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69F9C-4B9A-ACAD-1B28-41FA1B1FE62F}"/>
              </a:ext>
            </a:extLst>
          </p:cNvPr>
          <p:cNvSpPr/>
          <p:nvPr/>
        </p:nvSpPr>
        <p:spPr>
          <a:xfrm>
            <a:off x="972506" y="701607"/>
            <a:ext cx="74171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" I delivered thee when bound,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And, when bleeding, healed thy wound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Sought thee wandering, set thee right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Turned thy darkness into light.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521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615C-E6CB-EF90-105D-6EF0E5CF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723-F67B-77F9-DC36-F30BA08F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(365)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069C52-C941-82A8-9560-3679A8CA28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D1C0-BA56-0BDF-1463-A8337358525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1FDCD-936E-0855-CAA3-9498D8546990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" Can a woman's tender care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Cease towards the child she bare ?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Yes ! she may forgetful be;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Yet will I remember thee.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603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9B14-A9D3-C65A-C09C-E95CE22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D01A-F8CC-074B-2038-88EA8C88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(365)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7A03D9-3C29-01ED-CC98-390B4DE867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4B4B-A627-D36C-BB2A-2C83EB4FD5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C57061-1B4D-527A-D605-4861CAA7F632}"/>
              </a:ext>
            </a:extLst>
          </p:cNvPr>
          <p:cNvSpPr/>
          <p:nvPr/>
        </p:nvSpPr>
        <p:spPr>
          <a:xfrm>
            <a:off x="942026" y="605813"/>
            <a:ext cx="78347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" Mine is an unchanging love,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Higher than the heights above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Deeper than the depths beneath,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Free and faithful, strong as death.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3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FFCEC-F7AA-D29A-8CF4-3D927D5E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6156-3C79-40C4-2359-01DD012D7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(365)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B4EFC8F-D21D-53CE-ADB3-AFD42BF6130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8522C-636C-9306-AD45-D50DBBEE3E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5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59D717-029E-E002-CDC0-9C01BEAC425B}"/>
              </a:ext>
            </a:extLst>
          </p:cNvPr>
          <p:cNvSpPr/>
          <p:nvPr/>
        </p:nvSpPr>
        <p:spPr>
          <a:xfrm>
            <a:off x="781711" y="107697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" Thou shalt see My glory soon,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When the work of grace is done;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Partner of My throne shalt be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Say, poor sinner, </a:t>
            </a:r>
            <a:r>
              <a:rPr lang="en-GB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lov'st</a:t>
            </a: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 thou Me ?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268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F06E-C3DD-E901-FA67-FFD1A8C9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8F3D9-E144-8DAF-6E8B-120E11F6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(365)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539C88-B2BF-9058-7E2C-059A74FCAB7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3BEC1-5095-7713-64DD-EAF280AE432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6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8B7A94-CCEB-5DF6-61EB-D86BAF97A208}"/>
              </a:ext>
            </a:extLst>
          </p:cNvPr>
          <p:cNvSpPr/>
          <p:nvPr/>
        </p:nvSpPr>
        <p:spPr>
          <a:xfrm>
            <a:off x="781711" y="1076973"/>
            <a:ext cx="7301974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Lord, it is my chief complaint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That my love is weak and faint;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Yet, I love Thee and adore;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Oh for grace to love Thee more.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909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(242)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(242)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763200" y="613695"/>
            <a:ext cx="8229600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 rtl="0" fontAlgn="base">
              <a:spcAft>
                <a:spcPts val="4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Love divine, all loves excelling,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</a:p>
          <a:p>
            <a:pPr algn="ctr" rtl="0" fontAlgn="base">
              <a:spcAft>
                <a:spcPts val="4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Joy of heaven, to earth come down;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</a:p>
          <a:p>
            <a:pPr algn="ctr" rtl="0" fontAlgn="base">
              <a:spcAft>
                <a:spcPts val="4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Fix in us Thy humble dwelling,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</a:p>
          <a:p>
            <a:pPr algn="ctr" rtl="0" fontAlgn="base">
              <a:spcAft>
                <a:spcPts val="4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All Thy faithful mercies crown.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</a:p>
          <a:p>
            <a:pPr algn="ctr" rtl="0" fontAlgn="base">
              <a:spcAft>
                <a:spcPts val="4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Jesus, Thou art all compassion,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</a:p>
          <a:p>
            <a:pPr algn="ctr" rtl="0" fontAlgn="base">
              <a:spcAft>
                <a:spcPts val="4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Pure unbounded love Thou art;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</a:p>
          <a:p>
            <a:pPr algn="ctr" rtl="0" fontAlgn="base">
              <a:spcAft>
                <a:spcPts val="4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Visit us with Thy salvation,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</a:p>
          <a:p>
            <a:pPr algn="ctr" rtl="0" fontAlgn="base">
              <a:spcAft>
                <a:spcPts val="4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Enter every longing heart !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3482-863C-67DA-CD42-A79A018D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9733-FC3E-0FF0-CEFA-1C827401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(242)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098E-92C0-9CF9-D393-2A240CD93E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584EB-F7E4-4C12-E7EA-1A9A33CBD7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29BD4A-091C-351A-1475-399223B97080}"/>
              </a:ext>
            </a:extLst>
          </p:cNvPr>
          <p:cNvSpPr/>
          <p:nvPr/>
        </p:nvSpPr>
        <p:spPr>
          <a:xfrm>
            <a:off x="763200" y="613695"/>
            <a:ext cx="8229600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Come Almighty To Deliver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Let Us All Thy Life Receive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Suddenly Return And Never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Nevermore Thy Temples Leave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Thee We Would Be Always Blessing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Serve Thee As Thy Hosts Above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Pray And Praise Thee Without Ceasing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Glory In Thy Perfect Love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8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14BE-5F13-CCF6-C43B-576F36CE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4499-0F96-3755-C0E1-EA14C01C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(242)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32DC-F88D-8285-3F8F-BC330122F90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5C5A6-D498-A4CD-E3E0-68907B514C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522C9-65CC-1B51-5332-34472F01637D}"/>
              </a:ext>
            </a:extLst>
          </p:cNvPr>
          <p:cNvSpPr/>
          <p:nvPr/>
        </p:nvSpPr>
        <p:spPr>
          <a:xfrm>
            <a:off x="763200" y="613695"/>
            <a:ext cx="8229600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Finish Then Thy New Creation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Pure And Spotless Let Us Be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Let Us See Thy Great Salvation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Perfectly Restored In Thee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Changed From Glory Into Glory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Till In Heaven We Take Our Place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Till We Cast Our Crowns Before Thee</a:t>
            </a:r>
          </a:p>
          <a:p>
            <a:pPr algn="ctr" rtl="0" fontAlgn="base">
              <a:spcAft>
                <a:spcPts val="400"/>
              </a:spcAft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Lost In Wonder Love And Praise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21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1135382"/>
            <a:ext cx="73546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Mine eyes have seen the glory of the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coming of the Lord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He is trampling out the vintage where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the grapes of wrath are stored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He hath loosed the fateful lightning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of His terrible, swift sword :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Our God is marching on.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3E00-9453-9B5B-7A5B-04392F04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2730-3B0F-8D16-BC23-7CE85FF3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DD52A-07D5-8C4F-1351-0A6E3F9CF1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BEE56-2D6B-FABE-748B-4AB2925CBEB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D6C592-9D64-BDB6-0049-18EC894C99AA}"/>
              </a:ext>
            </a:extLst>
          </p:cNvPr>
          <p:cNvSpPr/>
          <p:nvPr/>
        </p:nvSpPr>
        <p:spPr>
          <a:xfrm>
            <a:off x="894698" y="1586865"/>
            <a:ext cx="7354603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Hallelujah!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Hallelujah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I Hallelujah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God is marching on.</a:t>
            </a:r>
            <a:endParaRPr lang="en-US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53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DAB4-9587-74F7-4A56-EC354480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C85-D21B-F91E-606B-337C9F21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3C8-9A98-8AA4-54E0-B55DFAA7B7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31F6F-27BD-6EF4-0448-66F5302D67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86D761-CC6A-AC47-F183-044B5BBD5379}"/>
              </a:ext>
            </a:extLst>
          </p:cNvPr>
          <p:cNvSpPr/>
          <p:nvPr/>
        </p:nvSpPr>
        <p:spPr>
          <a:xfrm>
            <a:off x="650858" y="1061007"/>
            <a:ext cx="73546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seen Him in the watch-fires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of a hundred circling camps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They have </a:t>
            </a:r>
            <a:r>
              <a:rPr lang="en-GB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builded</a:t>
            </a: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 Him an altar in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the evening dews and damps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can read His righteous sentence by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the dim and flaring lamps :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Our God is marching on.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14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C51F-9E05-2939-46CC-2FEE7A26D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9074-F8E7-9A11-4069-23950B69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99351-A0CA-9B16-97A9-6AF9CCCFCB4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C58BD-890F-CF98-21DB-000E55F4917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680D6-038C-0B77-677A-B0A9D8CB87B2}"/>
              </a:ext>
            </a:extLst>
          </p:cNvPr>
          <p:cNvSpPr/>
          <p:nvPr/>
        </p:nvSpPr>
        <p:spPr>
          <a:xfrm>
            <a:off x="894698" y="1586865"/>
            <a:ext cx="7354603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Hallelujah!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Hallelujah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I Hallelujah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God is marching on.</a:t>
            </a:r>
            <a:endParaRPr lang="en-US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016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2F71A-92B7-5E11-C83B-9FD401B9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BD0E-C207-C96A-0CF7-4AC7F0B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4C49D-2267-ADDD-246A-219B130E00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47872-24B6-9A94-960C-840C77416EC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E15CA-FD22-C161-9CF5-751DF153CDCD}"/>
              </a:ext>
            </a:extLst>
          </p:cNvPr>
          <p:cNvSpPr/>
          <p:nvPr/>
        </p:nvSpPr>
        <p:spPr>
          <a:xfrm>
            <a:off x="650858" y="1061007"/>
            <a:ext cx="73546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He has sounded forth the trumpet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that shall never call retreat ;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He is sifting out the hearts of men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before His judgment-seat :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Oh, be swift, my soul, to answer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Him ! be jubilant, my feet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Our God is marching on.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42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37265-09FC-FBCE-B746-D421EC73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6FAD-3761-E295-47BF-51BF0841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95829-103E-4D25-B3F0-988A4D990EE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C9FB8-B477-D374-FA40-97CBAE81D39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7FD916-D05A-121F-DA15-4BAD73E4FB78}"/>
              </a:ext>
            </a:extLst>
          </p:cNvPr>
          <p:cNvSpPr/>
          <p:nvPr/>
        </p:nvSpPr>
        <p:spPr>
          <a:xfrm>
            <a:off x="894698" y="1586865"/>
            <a:ext cx="7354603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Hallelujah!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Hallelujah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I Hallelujah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God is marching on.</a:t>
            </a:r>
            <a:endParaRPr lang="en-US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361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5C81-E09A-C48C-1048-BE437E228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F89B-6F25-B1EB-9157-21529FB2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50013-06B1-BCBD-65DA-3A8354E18E1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4DD1D-2CA3-2CF0-92D5-F93514F0DE6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FA9967-6F2E-766D-1E06-0A76C25CEA4A}"/>
              </a:ext>
            </a:extLst>
          </p:cNvPr>
          <p:cNvSpPr/>
          <p:nvPr/>
        </p:nvSpPr>
        <p:spPr>
          <a:xfrm>
            <a:off x="650858" y="1061007"/>
            <a:ext cx="73546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beauty of the lilies, Christ was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born across the sea,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With a glory in His bosom that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transfigures you and me :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As He died to make men holy, let us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die to make men free,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God is marching on.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57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4C71-4FC7-5885-EED4-14F064CE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454E-301C-1E69-4931-92428B64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35159-1134-1F12-83E5-869E143CBFB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3C717-972B-D28A-3060-CAF0A599B4B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F537E-F1E7-5ABE-81E9-BA7F84180779}"/>
              </a:ext>
            </a:extLst>
          </p:cNvPr>
          <p:cNvSpPr/>
          <p:nvPr/>
        </p:nvSpPr>
        <p:spPr>
          <a:xfrm>
            <a:off x="894698" y="1586865"/>
            <a:ext cx="7354603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Hallelujah!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! Hallelujah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Glory ! glory I Hallelujah !</a:t>
            </a: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God is marching on.</a:t>
            </a:r>
            <a:endParaRPr lang="en-US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923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When we all get to Heaven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When we all get to Heaven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Sing The Wondrous Love Of Jesus,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Sing His Mercy And His Grace;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Mansions, Bright And Blessed,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He’ll Prepare For Us A Place.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We All Get To Heaven,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A Day Of Rejoicing That Will Be!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We All See Jesus.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We’ll Sing And Shout The Victory.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EFA9-10E4-681A-2B02-DC5A3FA6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9294-F742-0DA7-B126-58954EE7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When we all get to Heaven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F41C6-EB02-4952-FF86-EA9B8722AA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8F43F-29CA-3642-EA06-2779C9CF24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54AAB-489D-9B13-2AEA-C13909F8854C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While We Walk The Pilgrim Pathway,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Clouds Will Overspread The Sky;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But When Travelling Days Are Over,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Not A Shadow, Not A Sigh.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We All Get To Heaven,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A Day Of Rejoicing That Will Be!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We All See Jesus.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We’ll Sing And Shout The Victory.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80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DE84-47A2-15D6-CB87-8F097347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B6AB-65AD-1CAC-23AA-C6FF4BB5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When we all get to Heaven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10F4D-65F1-2FA2-7451-AEB18A9112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B612-BDA6-D0D9-9E9E-572C6CC66F9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9118C-5BC6-AD6F-25A8-B5FD54581C50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Let Us Then Be True And Faithful,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Trusting, Serving, Every Day;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Just One Glimpse Of Him In Glory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Will The Toils Of Life Repay.</a:t>
            </a:r>
          </a:p>
          <a:p>
            <a:pPr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When We All Get To Heaven,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A Day Of Rejoicing That Will Be!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We All See Jesus.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We’ll Sing And Shout The Victory.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956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543B-46A6-3576-ED54-337992B7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D7F6-BA22-313D-C68D-0385F160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When we all get to Heaven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C1B6-7893-754C-365D-0B172838BF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B8516-E8CD-2B5F-6D23-94E48D6D0C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F25A9-E2C9-C829-2CB7-AF4D0DB8CD85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Onward To The Prize Before Us!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Soon His Beauty We’ll Behold;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Soon The Pearly Gates Will Open,</a:t>
            </a: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We Shall Tread The Streets Of Gold.</a:t>
            </a:r>
          </a:p>
          <a:p>
            <a:pPr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When We All Get To Heaven,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A Day Of Rejoicing That Will Be!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We All See Jesus.</a:t>
            </a:r>
          </a:p>
          <a:p>
            <a:pPr lvl="3">
              <a:spcAft>
                <a:spcPts val="400"/>
              </a:spcAft>
            </a:pPr>
            <a:r>
              <a:rPr lang="en-GB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We’ll Sing And Shout The Victory.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07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229870" y="613695"/>
            <a:ext cx="8684259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will sing of my Redeemer,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His wondrous love to me 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On the cruel cross He suffered,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From the curse to set me free.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Sing, oh sing . . .  of my Redeemer ! . . .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With His blood . . . He purchased me ! . 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.</a:t>
            </a:r>
          </a:p>
          <a:p>
            <a:pPr>
              <a:spcAft>
                <a:spcPts val="400"/>
              </a:spcAft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On the cross . . . He sealed my par - don, . 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.</a:t>
            </a:r>
          </a:p>
          <a:p>
            <a:pPr>
              <a:spcAft>
                <a:spcPts val="400"/>
              </a:spcAft>
              <a:defRPr/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Paid the debt, .</a:t>
            </a: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. . and made me free. . .</a:t>
            </a:r>
            <a:endParaRPr lang="en-GB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006C-7E0E-CE62-E81A-D00CB5A5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B583-958F-3C2C-F909-971D943C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085B-90FF-32DC-97B6-9999BC3B8F6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B698A-052A-728D-D44D-DAA92EB528C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776D4-43C4-10A2-6A32-E21969A40FA5}"/>
              </a:ext>
            </a:extLst>
          </p:cNvPr>
          <p:cNvSpPr/>
          <p:nvPr/>
        </p:nvSpPr>
        <p:spPr>
          <a:xfrm>
            <a:off x="229870" y="613695"/>
            <a:ext cx="8684259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will tell the wondrous story,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 my lost estate to save,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His boundless love and mercy,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 the ransom freely gave.</a:t>
            </a:r>
            <a:r>
              <a:rPr lang="en-GB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Sing, oh sing . . .  of my Redeemer ! . . .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With His blood . . . He purchased me ! . 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.</a:t>
            </a:r>
          </a:p>
          <a:p>
            <a:pPr>
              <a:spcAft>
                <a:spcPts val="400"/>
              </a:spcAft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On the cross . . . He sealed my par - don, . 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.</a:t>
            </a:r>
          </a:p>
          <a:p>
            <a:pPr>
              <a:spcAft>
                <a:spcPts val="400"/>
              </a:spcAft>
              <a:defRPr/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Paid the debt, .</a:t>
            </a: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. . and made me free. . .</a:t>
            </a:r>
            <a:endParaRPr lang="en-GB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5575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EBB9-4B1D-02D4-90CC-5D12E333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CE8C-7B9D-306C-47D5-96328306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E96BB-B38F-E991-C124-06C89D5BC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F8922-E112-8450-F81D-E9F87CE7F90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89B8BF-FCA5-9897-B84C-0C983BD9FCEE}"/>
              </a:ext>
            </a:extLst>
          </p:cNvPr>
          <p:cNvSpPr/>
          <p:nvPr/>
        </p:nvSpPr>
        <p:spPr>
          <a:xfrm>
            <a:off x="229870" y="613695"/>
            <a:ext cx="8684259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will praise my dear Redeemer,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His triumphant power I'll tell 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 the victory He giveth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Over sin, and death, and hell.</a:t>
            </a:r>
            <a:r>
              <a:rPr lang="en-GB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Sing, oh sing . . .  of my Redeemer ! . . .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With His blood . . . He purchased me ! . 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.</a:t>
            </a:r>
          </a:p>
          <a:p>
            <a:pPr>
              <a:spcAft>
                <a:spcPts val="400"/>
              </a:spcAft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On the cross . . . He sealed my par - don, . 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.</a:t>
            </a:r>
          </a:p>
          <a:p>
            <a:pPr>
              <a:spcAft>
                <a:spcPts val="400"/>
              </a:spcAft>
              <a:defRPr/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Paid the debt, .</a:t>
            </a: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. . and made me free. . .</a:t>
            </a:r>
            <a:endParaRPr lang="en-GB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7346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D5F23-ADFE-B279-1760-48E8DF6D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5DBF-24EB-CEE8-0F1B-754B855A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896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2474A-60D7-1A49-4698-129DA8B3495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AF226-B6CB-7BB9-1048-9623DAE7EF5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B0D9FC-7B7E-07ED-50D5-C1B4FE49FC77}"/>
              </a:ext>
            </a:extLst>
          </p:cNvPr>
          <p:cNvSpPr/>
          <p:nvPr/>
        </p:nvSpPr>
        <p:spPr>
          <a:xfrm>
            <a:off x="229870" y="613695"/>
            <a:ext cx="8684259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will sing of my Redeemer,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His heavenly love to me 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 from death to life hath brought me,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Son of God, with Him to be. </a:t>
            </a:r>
            <a:r>
              <a:rPr lang="en-GB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Sing, oh sing . . .  of my Redeemer ! . . .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With His blood . . . He purchased me ! . 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.</a:t>
            </a:r>
          </a:p>
          <a:p>
            <a:pPr>
              <a:spcAft>
                <a:spcPts val="400"/>
              </a:spcAft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On the cross . . . He sealed my par - don, . 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.</a:t>
            </a:r>
          </a:p>
          <a:p>
            <a:pPr>
              <a:spcAft>
                <a:spcPts val="400"/>
              </a:spcAft>
              <a:defRPr/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Paid the debt, .</a:t>
            </a: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. . and made me free. . .</a:t>
            </a:r>
            <a:endParaRPr lang="en-GB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6654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 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Of unseen things above,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Of Jesus and His glory, 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Of Jesus and His love.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Because I know it's true ;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It satisfies my longings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As nothing else can do.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4757-6029-1E17-1366-FDAB9D12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8E75-8A16-528C-1AC3-C8B30581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DC585-C6C7-C8D6-E0F5-EB4D5A1A6CA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FB840-812A-3FAD-D690-64BC2134ACD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15E6F3-0E1F-59C7-D8D9-6B7E8C06AF57}"/>
              </a:ext>
            </a:extLst>
          </p:cNvPr>
          <p:cNvSpPr/>
          <p:nvPr/>
        </p:nvSpPr>
        <p:spPr>
          <a:xfrm>
            <a:off x="127590" y="1414373"/>
            <a:ext cx="888881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love to tell the Story !</a:t>
            </a:r>
          </a:p>
          <a:p>
            <a:pPr lvl="1" algn="ctr">
              <a:spcAft>
                <a:spcPts val="400"/>
              </a:spcAft>
            </a:pPr>
            <a:r>
              <a:rPr lang="en-GB" sz="2800" dirty="0" err="1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'Twill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be my theme in glory,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tell the Old, Old Story,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</a:t>
            </a:r>
            <a:r>
              <a:rPr lang="en-GB" sz="2800" dirty="0" err="1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His love.</a:t>
            </a:r>
            <a:endParaRPr lang="en-SG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9850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545A-9049-A592-51E6-938296F4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FEAC-9566-ADB4-8035-3010256A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91372-A555-B0EC-826F-81BDABEC758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875A7-D8A7-D6EA-1966-B49BAB5F74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507EE-49D0-C243-AB75-4A3545523603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More wonderful it seems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Than all the golden fancies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Of all our golden dreams.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It did so much for me ;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that is just the reason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tell it now to thee.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722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BA32-CDCF-3C15-99EE-F93F7303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3E68-9224-554D-64DE-D7737718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E8B1-B1B7-E265-3CB3-F25634EBDE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43CCE-BF20-FE67-B1F2-376C9D73B01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0AE37-94B2-45D3-AD5A-E202E46E4F78}"/>
              </a:ext>
            </a:extLst>
          </p:cNvPr>
          <p:cNvSpPr/>
          <p:nvPr/>
        </p:nvSpPr>
        <p:spPr>
          <a:xfrm>
            <a:off x="127590" y="1414373"/>
            <a:ext cx="888881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love to tell the Story !</a:t>
            </a:r>
          </a:p>
          <a:p>
            <a:pPr lvl="1" algn="ctr">
              <a:spcAft>
                <a:spcPts val="400"/>
              </a:spcAft>
            </a:pPr>
            <a:r>
              <a:rPr lang="en-GB" sz="2800" dirty="0" err="1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'Twill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be my theme in glory,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tell the Old, Old Story,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</a:t>
            </a:r>
            <a:r>
              <a:rPr lang="en-GB" sz="2800" dirty="0" err="1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His love.</a:t>
            </a:r>
            <a:endParaRPr lang="en-SG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2536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A9E4-5C54-8E5F-CD32-9C47C179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97CA-ABFA-FF94-9E67-79B91797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DB09A-3F0F-654B-BF90-62175CB7F0C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ACCED-2380-B47D-F670-F389B13E36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82EF60-45A8-F88E-2872-2F105FD09DA0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Tis pleasant to repeat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What seems, each time I tell it,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More wonderfully sweet.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For some have never heard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The message of salvation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From God's own Holy Word.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3963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71AC-219D-73DA-B2BD-BC9CF67E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F555-E241-9BF5-2952-51FBFC5E3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6AF6E-0432-CA4D-D931-DB2FC6FFAEE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7E04-297A-D6F2-9B08-53EF066317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D4E166-7584-FC5C-27E9-F3E6C7B2312B}"/>
              </a:ext>
            </a:extLst>
          </p:cNvPr>
          <p:cNvSpPr/>
          <p:nvPr/>
        </p:nvSpPr>
        <p:spPr>
          <a:xfrm>
            <a:off x="127590" y="1414373"/>
            <a:ext cx="888881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love to tell the Story !</a:t>
            </a:r>
          </a:p>
          <a:p>
            <a:pPr lvl="1" algn="ctr">
              <a:spcAft>
                <a:spcPts val="400"/>
              </a:spcAft>
            </a:pPr>
            <a:r>
              <a:rPr lang="en-GB" sz="2800" dirty="0" err="1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'Twill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be my theme in glory,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tell the Old, Old Story,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</a:t>
            </a:r>
            <a:r>
              <a:rPr lang="en-GB" sz="2800" dirty="0" err="1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His love.</a:t>
            </a:r>
            <a:endParaRPr lang="en-SG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889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0909-DCBB-C96D-6824-73FB2097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0DE39-5D1E-0102-FF6A-8388040B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6E0E9-55B9-E1B1-0DD3-1B981344597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D8EBE-4A5E-819F-DB45-979AA1E73E5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38803-D456-2233-4559-406753EF26C8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love to tell the Story: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those who know it best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Seem hungering and thirsting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To hear it like the rest.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And when, in scenes of glory,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 sing the New, New Song,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'Twill</a:t>
            </a: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 be the Old, Old Story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 have loved so long.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5185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FC92-2B21-5D07-7E7B-BC110176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C98E-0943-6263-B44F-5FCCEB87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50B79-CA97-1525-E0FC-6C17771F85D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7BFD9B-BE40-714C-ECBB-3EEE9AC4814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6DB175-2C75-DA31-5168-220E8F7AF0FB}"/>
              </a:ext>
            </a:extLst>
          </p:cNvPr>
          <p:cNvSpPr/>
          <p:nvPr/>
        </p:nvSpPr>
        <p:spPr>
          <a:xfrm>
            <a:off x="127590" y="1414373"/>
            <a:ext cx="8888819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love to tell the Story !</a:t>
            </a:r>
          </a:p>
          <a:p>
            <a:pPr lvl="1" algn="ctr">
              <a:spcAft>
                <a:spcPts val="400"/>
              </a:spcAft>
            </a:pPr>
            <a:r>
              <a:rPr lang="en-GB" sz="2800" dirty="0" err="1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'Twill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be my theme in glory,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tell the Old, Old Story,</a:t>
            </a:r>
          </a:p>
          <a:p>
            <a:pPr lvl="1"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</a:t>
            </a:r>
            <a:r>
              <a:rPr lang="en-GB" sz="2800" dirty="0" err="1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</a:t>
            </a:r>
            <a:r>
              <a:rPr lang="en-GB" sz="2800" dirty="0">
                <a:solidFill>
                  <a:srgbClr val="731A0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His love.</a:t>
            </a:r>
            <a:endParaRPr lang="en-SG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150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Theme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US" sz="60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GB" dirty="0">
                <a:solidFill>
                  <a:schemeClr val="bg1"/>
                </a:solidFill>
              </a:rPr>
              <a:t> Forth in Thy name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</a:t>
            </a:r>
            <a:r>
              <a:rPr lang="en-GB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Forth in Thy name, O Lord , I go 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58B22-7CD0-4C4F-9369-DF22677F53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722671" y="802035"/>
            <a:ext cx="7698657" cy="247760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br>
              <a:rPr lang="en-SG" sz="2800" dirty="0"/>
            </a:br>
            <a:r>
              <a:rPr lang="en-GB" sz="2800" dirty="0"/>
              <a:t>Forth in your name, O Lord, I go,</a:t>
            </a:r>
          </a:p>
          <a:p>
            <a:pPr algn="ctr">
              <a:spcAft>
                <a:spcPts val="600"/>
              </a:spcAft>
            </a:pPr>
            <a:r>
              <a:rPr lang="en-GB" sz="2800" dirty="0"/>
              <a:t>my daily </a:t>
            </a:r>
            <a:r>
              <a:rPr lang="en-GB" sz="2800" dirty="0" err="1"/>
              <a:t>labor</a:t>
            </a:r>
            <a:r>
              <a:rPr lang="en-GB" sz="2800" dirty="0"/>
              <a:t> to pursue,</a:t>
            </a:r>
          </a:p>
          <a:p>
            <a:pPr algn="ctr">
              <a:spcAft>
                <a:spcPts val="600"/>
              </a:spcAft>
            </a:pPr>
            <a:r>
              <a:rPr lang="en-GB" sz="2800" dirty="0"/>
              <a:t>thee, only thee, resolved to know,</a:t>
            </a:r>
          </a:p>
          <a:p>
            <a:pPr algn="ctr">
              <a:spcAft>
                <a:spcPts val="600"/>
              </a:spcAft>
            </a:pPr>
            <a:r>
              <a:rPr lang="en-GB" sz="2800" dirty="0"/>
              <a:t>in all I think or speak or do.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24FC6-6344-7F36-C1E5-C8961FF0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5FD6-0244-45DF-CBF5-07688924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</a:t>
            </a:r>
            <a:r>
              <a:rPr lang="en-GB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Forth in Thy name, O Lord , I go 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EEAE5-7FEF-2CA3-B42F-3B8800CFF2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7232B-1FF2-306F-7016-B3737C056DC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BF383F-A9A2-6C30-78E0-FCB343641785}"/>
              </a:ext>
            </a:extLst>
          </p:cNvPr>
          <p:cNvSpPr/>
          <p:nvPr/>
        </p:nvSpPr>
        <p:spPr>
          <a:xfrm>
            <a:off x="722671" y="802035"/>
            <a:ext cx="7698657" cy="247760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br>
              <a:rPr lang="en-SG" sz="2800" dirty="0"/>
            </a:br>
            <a:r>
              <a:rPr lang="en-GB" sz="2800" dirty="0"/>
              <a:t>For thee delightfully employ </a:t>
            </a:r>
          </a:p>
          <a:p>
            <a:pPr algn="ctr">
              <a:spcAft>
                <a:spcPts val="600"/>
              </a:spcAft>
            </a:pPr>
            <a:r>
              <a:rPr lang="en-GB" sz="2800" dirty="0"/>
              <a:t>whate’er thy bounteous grace hath </a:t>
            </a:r>
            <a:r>
              <a:rPr lang="en-GB" sz="2800" dirty="0" err="1"/>
              <a:t>giv’n</a:t>
            </a:r>
            <a:r>
              <a:rPr lang="en-GB" sz="2800" dirty="0"/>
              <a:t>:</a:t>
            </a:r>
          </a:p>
          <a:p>
            <a:pPr algn="ctr">
              <a:spcAft>
                <a:spcPts val="600"/>
              </a:spcAft>
            </a:pPr>
            <a:r>
              <a:rPr lang="en-GB" sz="2800" dirty="0"/>
              <a:t>and run my course with even joy,</a:t>
            </a:r>
          </a:p>
          <a:p>
            <a:pPr algn="ctr">
              <a:spcAft>
                <a:spcPts val="600"/>
              </a:spcAft>
            </a:pPr>
            <a:r>
              <a:rPr lang="en-GB" sz="2800" dirty="0"/>
              <a:t>and closely walk with thee to </a:t>
            </a:r>
            <a:r>
              <a:rPr lang="en-GB" sz="2800" dirty="0" err="1"/>
              <a:t>heav’n</a:t>
            </a:r>
            <a:r>
              <a:rPr lang="en-GB" sz="2800" dirty="0"/>
              <a:t>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7062227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18169</TotalTime>
  <Words>2780</Words>
  <Application>Microsoft Office PowerPoint</Application>
  <PresentationFormat>On-screen Show (16:9)</PresentationFormat>
  <Paragraphs>448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63</vt:i4>
      </vt:variant>
    </vt:vector>
  </HeadingPairs>
  <TitlesOfParts>
    <vt:vector size="76" baseType="lpstr"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Song no: 6</vt:lpstr>
      <vt:lpstr>Song no: 6</vt:lpstr>
      <vt:lpstr>Song no: 6</vt:lpstr>
      <vt:lpstr>Song no: 6</vt:lpstr>
      <vt:lpstr>PowerPoint Presentation</vt:lpstr>
      <vt:lpstr>PowerPoint Presentation</vt:lpstr>
      <vt:lpstr>Thanksgiving</vt:lpstr>
      <vt:lpstr>PowerPoint Presentation</vt:lpstr>
      <vt:lpstr>Offertory – Song no. (703)</vt:lpstr>
      <vt:lpstr>Offertory – Song no. (703)</vt:lpstr>
      <vt:lpstr>Offertory – Song no. (703)</vt:lpstr>
      <vt:lpstr>PowerPoint Presentation</vt:lpstr>
      <vt:lpstr>PowerPoint Presentation</vt:lpstr>
      <vt:lpstr>PowerPoint Presentation</vt:lpstr>
      <vt:lpstr>Confession – Song no. (365), v1</vt:lpstr>
      <vt:lpstr>PowerPoint Presentation</vt:lpstr>
      <vt:lpstr>Holy Communion – Song no: (365)</vt:lpstr>
      <vt:lpstr>Holy Communion – Song no: (365)</vt:lpstr>
      <vt:lpstr>Holy Communion – Song no: (365)</vt:lpstr>
      <vt:lpstr>Holy Communion – Song no: (365)</vt:lpstr>
      <vt:lpstr>Holy Communion – Song no: (365)</vt:lpstr>
      <vt:lpstr>Holy Communion – Song no: (365)</vt:lpstr>
      <vt:lpstr>Holy Communion – Song no: (365)</vt:lpstr>
      <vt:lpstr>Holy Communion – Song no: (242)</vt:lpstr>
      <vt:lpstr>Holy Communion – Song no: (242)</vt:lpstr>
      <vt:lpstr>Holy Communion – Song no: (242)</vt:lpstr>
      <vt:lpstr>Holy Communion – Song no: (242)</vt:lpstr>
      <vt:lpstr>Holy Communion – Song no. 697</vt:lpstr>
      <vt:lpstr>Holy Communion – Song no. 697</vt:lpstr>
      <vt:lpstr>Holy Communion – Song no. 697</vt:lpstr>
      <vt:lpstr>Holy Communion – Song no. 697</vt:lpstr>
      <vt:lpstr>Holy Communion – Song no. 697</vt:lpstr>
      <vt:lpstr>Holy Communion – Song no. 697</vt:lpstr>
      <vt:lpstr>Holy Communion – Song no. 697</vt:lpstr>
      <vt:lpstr>Holy Communion – Song no. 697</vt:lpstr>
      <vt:lpstr>Holy Communion – Song no. 697</vt:lpstr>
      <vt:lpstr>Holy Communion – When we all get to Heaven</vt:lpstr>
      <vt:lpstr>Holy Communion – When we all get to Heaven</vt:lpstr>
      <vt:lpstr>Holy Communion – When we all get to Heaven</vt:lpstr>
      <vt:lpstr>Holy Communion – When we all get to Heaven</vt:lpstr>
      <vt:lpstr>Holy Communion – When we all get to Heaven</vt:lpstr>
      <vt:lpstr>Holy Communion – Song no. 896</vt:lpstr>
      <vt:lpstr>Holy Communion – Song no. 896</vt:lpstr>
      <vt:lpstr>Holy Communion – Song no. 896</vt:lpstr>
      <vt:lpstr>Holy Communion – Song no. 896</vt:lpstr>
      <vt:lpstr>Holy Communion – Song no. 896</vt:lpstr>
      <vt:lpstr>Holy Communion – Song no. (46)</vt:lpstr>
      <vt:lpstr>Holy Communion – Song no. (46)</vt:lpstr>
      <vt:lpstr>Holy Communion – Song no. (46)</vt:lpstr>
      <vt:lpstr>Holy Communion – Song no. (46)</vt:lpstr>
      <vt:lpstr>Holy Communion – Song no. (46)</vt:lpstr>
      <vt:lpstr>Holy Communion – Song no. (46)</vt:lpstr>
      <vt:lpstr>Holy Communion – Song no. (46)</vt:lpstr>
      <vt:lpstr>Holy Communion – Song no. (46)</vt:lpstr>
      <vt:lpstr>Holy Communion – Song no. (46)</vt:lpstr>
      <vt:lpstr>PowerPoint Presentation</vt:lpstr>
      <vt:lpstr>PowerPoint Presentation</vt:lpstr>
      <vt:lpstr>PowerPoint Presentation</vt:lpstr>
      <vt:lpstr>Closing Hymn –  Forth in Thy name, O Lord , I go </vt:lpstr>
      <vt:lpstr>Closing Hymn –  Forth in Thy name, O Lord , I go 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Prince Chandapillai</cp:lastModifiedBy>
  <cp:revision>1666</cp:revision>
  <dcterms:created xsi:type="dcterms:W3CDTF">2020-09-02T02:55:07Z</dcterms:created>
  <dcterms:modified xsi:type="dcterms:W3CDTF">2025-01-23T17:13:34Z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