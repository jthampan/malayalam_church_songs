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omments/modernComment_69C_A482EA8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70" r:id="rId4"/>
  </p:sldMasterIdLst>
  <p:notesMasterIdLst>
    <p:notesMasterId r:id="rId52"/>
  </p:notesMasterIdLst>
  <p:sldIdLst>
    <p:sldId id="1692" r:id="rId5"/>
    <p:sldId id="813" r:id="rId6"/>
    <p:sldId id="1390" r:id="rId7"/>
    <p:sldId id="1688" r:id="rId8"/>
    <p:sldId id="1689" r:id="rId9"/>
    <p:sldId id="1298" r:id="rId10"/>
    <p:sldId id="1318" r:id="rId11"/>
    <p:sldId id="822" r:id="rId12"/>
    <p:sldId id="1693" r:id="rId13"/>
    <p:sldId id="1694" r:id="rId14"/>
    <p:sldId id="823" r:id="rId15"/>
    <p:sldId id="824" r:id="rId16"/>
    <p:sldId id="1277" r:id="rId17"/>
    <p:sldId id="825" r:id="rId18"/>
    <p:sldId id="1695" r:id="rId19"/>
    <p:sldId id="1696" r:id="rId20"/>
    <p:sldId id="1755" r:id="rId21"/>
    <p:sldId id="1756" r:id="rId22"/>
    <p:sldId id="1757" r:id="rId23"/>
    <p:sldId id="1758" r:id="rId24"/>
    <p:sldId id="1759" r:id="rId25"/>
    <p:sldId id="1788" r:id="rId26"/>
    <p:sldId id="1789" r:id="rId27"/>
    <p:sldId id="1790" r:id="rId28"/>
    <p:sldId id="1791" r:id="rId29"/>
    <p:sldId id="1764" r:id="rId30"/>
    <p:sldId id="1765" r:id="rId31"/>
    <p:sldId id="1766" r:id="rId32"/>
    <p:sldId id="1767" r:id="rId33"/>
    <p:sldId id="1768" r:id="rId34"/>
    <p:sldId id="1769" r:id="rId35"/>
    <p:sldId id="1770" r:id="rId36"/>
    <p:sldId id="1771" r:id="rId37"/>
    <p:sldId id="1772" r:id="rId38"/>
    <p:sldId id="1773" r:id="rId39"/>
    <p:sldId id="1774" r:id="rId40"/>
    <p:sldId id="1775" r:id="rId41"/>
    <p:sldId id="1792" r:id="rId42"/>
    <p:sldId id="1793" r:id="rId43"/>
    <p:sldId id="1777" r:id="rId44"/>
    <p:sldId id="1778" r:id="rId45"/>
    <p:sldId id="1779" r:id="rId46"/>
    <p:sldId id="1780" r:id="rId47"/>
    <p:sldId id="1781" r:id="rId48"/>
    <p:sldId id="1783" r:id="rId49"/>
    <p:sldId id="1784" r:id="rId50"/>
    <p:sldId id="1785" r:id="rId5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  <p188:author id="{81BECC3B-65C3-4062-D02A-9BB794AB5297}" name="Andrews Koshy" initials="AK" userId="S::1011491@TCS.com::0587605c-6856-45e3-9026-2e8b4830fa5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7DA3BF-7562-A353-A54C-61ED1EC28D42}" v="37" dt="2025-04-17T00:30:02.951"/>
    <p1510:client id="{ACE1CD2F-591A-310B-B51E-8FC43963D855}" v="19" dt="2025-04-17T04:45:21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2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AADFF6EC-D803-485F-B0C6-E6129669AB2E}"/>
    <pc:docChg chg="custSel modSld">
      <pc:chgData name="Sini Mathew" userId="3875fe58a975fc01" providerId="LiveId" clId="{AADFF6EC-D803-485F-B0C6-E6129669AB2E}" dt="2025-04-17T02:02:45.989" v="118"/>
      <pc:docMkLst>
        <pc:docMk/>
      </pc:docMkLst>
      <pc:sldChg chg="modSp mod">
        <pc:chgData name="Sini Mathew" userId="3875fe58a975fc01" providerId="LiveId" clId="{AADFF6EC-D803-485F-B0C6-E6129669AB2E}" dt="2025-04-17T01:58:51.875" v="19" actId="20577"/>
        <pc:sldMkLst>
          <pc:docMk/>
          <pc:sldMk cId="858007124" sldId="1277"/>
        </pc:sldMkLst>
        <pc:spChg chg="mod">
          <ac:chgData name="Sini Mathew" userId="3875fe58a975fc01" providerId="LiveId" clId="{AADFF6EC-D803-485F-B0C6-E6129669AB2E}" dt="2025-04-17T01:58:51.875" v="19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Sini Mathew" userId="3875fe58a975fc01" providerId="LiveId" clId="{AADFF6EC-D803-485F-B0C6-E6129669AB2E}" dt="2025-04-17T01:59:28.243" v="30" actId="20577"/>
        <pc:sldMkLst>
          <pc:docMk/>
          <pc:sldMk cId="3935049314" sldId="1764"/>
        </pc:sldMkLst>
        <pc:spChg chg="mod">
          <ac:chgData name="Sini Mathew" userId="3875fe58a975fc01" providerId="LiveId" clId="{AADFF6EC-D803-485F-B0C6-E6129669AB2E}" dt="2025-04-17T01:59:28.243" v="30" actId="20577"/>
          <ac:spMkLst>
            <pc:docMk/>
            <pc:sldMk cId="3935049314" sldId="1764"/>
            <ac:spMk id="2" creationId="{00000000-0000-0000-0000-000000000000}"/>
          </ac:spMkLst>
        </pc:spChg>
      </pc:sldChg>
      <pc:sldChg chg="modSp mod">
        <pc:chgData name="Sini Mathew" userId="3875fe58a975fc01" providerId="LiveId" clId="{AADFF6EC-D803-485F-B0C6-E6129669AB2E}" dt="2025-04-17T01:59:36.333" v="41" actId="20577"/>
        <pc:sldMkLst>
          <pc:docMk/>
          <pc:sldMk cId="1904304451" sldId="1765"/>
        </pc:sldMkLst>
        <pc:spChg chg="mod">
          <ac:chgData name="Sini Mathew" userId="3875fe58a975fc01" providerId="LiveId" clId="{AADFF6EC-D803-485F-B0C6-E6129669AB2E}" dt="2025-04-17T01:59:36.333" v="41" actId="20577"/>
          <ac:spMkLst>
            <pc:docMk/>
            <pc:sldMk cId="1904304451" sldId="1765"/>
            <ac:spMk id="2" creationId="{00000000-0000-0000-0000-000000000000}"/>
          </ac:spMkLst>
        </pc:spChg>
      </pc:sldChg>
      <pc:sldChg chg="modSp mod">
        <pc:chgData name="Sini Mathew" userId="3875fe58a975fc01" providerId="LiveId" clId="{AADFF6EC-D803-485F-B0C6-E6129669AB2E}" dt="2025-04-17T02:01:10.399" v="79" actId="20577"/>
        <pc:sldMkLst>
          <pc:docMk/>
          <pc:sldMk cId="3291974233" sldId="1766"/>
        </pc:sldMkLst>
        <pc:spChg chg="mod">
          <ac:chgData name="Sini Mathew" userId="3875fe58a975fc01" providerId="LiveId" clId="{AADFF6EC-D803-485F-B0C6-E6129669AB2E}" dt="2025-04-17T01:59:45.838" v="52" actId="20577"/>
          <ac:spMkLst>
            <pc:docMk/>
            <pc:sldMk cId="3291974233" sldId="1766"/>
            <ac:spMk id="2" creationId="{AA39FAAB-F56C-6B2B-F674-C851CFE1628D}"/>
          </ac:spMkLst>
        </pc:spChg>
        <pc:spChg chg="mod">
          <ac:chgData name="Sini Mathew" userId="3875fe58a975fc01" providerId="LiveId" clId="{AADFF6EC-D803-485F-B0C6-E6129669AB2E}" dt="2025-04-17T02:01:10.399" v="79" actId="20577"/>
          <ac:spMkLst>
            <pc:docMk/>
            <pc:sldMk cId="3291974233" sldId="1766"/>
            <ac:spMk id="6" creationId="{12CE185B-77E6-C5D2-0BF6-79A669CC412A}"/>
          </ac:spMkLst>
        </pc:spChg>
      </pc:sldChg>
      <pc:sldChg chg="modSp mod">
        <pc:chgData name="Sini Mathew" userId="3875fe58a975fc01" providerId="LiveId" clId="{AADFF6EC-D803-485F-B0C6-E6129669AB2E}" dt="2025-04-17T01:59:54.938" v="65" actId="20577"/>
        <pc:sldMkLst>
          <pc:docMk/>
          <pc:sldMk cId="2222851876" sldId="1767"/>
        </pc:sldMkLst>
        <pc:spChg chg="mod">
          <ac:chgData name="Sini Mathew" userId="3875fe58a975fc01" providerId="LiveId" clId="{AADFF6EC-D803-485F-B0C6-E6129669AB2E}" dt="2025-04-17T01:59:54.938" v="65" actId="20577"/>
          <ac:spMkLst>
            <pc:docMk/>
            <pc:sldMk cId="2222851876" sldId="1767"/>
            <ac:spMk id="2" creationId="{77B90B56-9BD2-D4E0-C02F-D2CC2F72883C}"/>
          </ac:spMkLst>
        </pc:spChg>
      </pc:sldChg>
      <pc:sldChg chg="modSp mod">
        <pc:chgData name="Sini Mathew" userId="3875fe58a975fc01" providerId="LiveId" clId="{AADFF6EC-D803-485F-B0C6-E6129669AB2E}" dt="2025-04-17T00:50:49.092" v="3" actId="20577"/>
        <pc:sldMkLst>
          <pc:docMk/>
          <pc:sldMk cId="82669733" sldId="1775"/>
        </pc:sldMkLst>
        <pc:spChg chg="mod">
          <ac:chgData name="Sini Mathew" userId="3875fe58a975fc01" providerId="LiveId" clId="{AADFF6EC-D803-485F-B0C6-E6129669AB2E}" dt="2025-04-17T00:50:49.092" v="3" actId="20577"/>
          <ac:spMkLst>
            <pc:docMk/>
            <pc:sldMk cId="82669733" sldId="1775"/>
            <ac:spMk id="3" creationId="{DBDAFBA6-C895-7868-69E1-28EFB8DBAA82}"/>
          </ac:spMkLst>
        </pc:spChg>
      </pc:sldChg>
      <pc:sldChg chg="modSp mod">
        <pc:chgData name="Sini Mathew" userId="3875fe58a975fc01" providerId="LiveId" clId="{AADFF6EC-D803-485F-B0C6-E6129669AB2E}" dt="2025-04-17T02:02:11.987" v="109" actId="20577"/>
        <pc:sldMkLst>
          <pc:docMk/>
          <pc:sldMk cId="2893731428" sldId="1777"/>
        </pc:sldMkLst>
        <pc:spChg chg="mod">
          <ac:chgData name="Sini Mathew" userId="3875fe58a975fc01" providerId="LiveId" clId="{AADFF6EC-D803-485F-B0C6-E6129669AB2E}" dt="2025-04-17T02:02:11.987" v="109" actId="20577"/>
          <ac:spMkLst>
            <pc:docMk/>
            <pc:sldMk cId="2893731428" sldId="1777"/>
            <ac:spMk id="2" creationId="{00000000-0000-0000-0000-000000000000}"/>
          </ac:spMkLst>
        </pc:spChg>
      </pc:sldChg>
      <pc:sldChg chg="modSp mod">
        <pc:chgData name="Sini Mathew" userId="3875fe58a975fc01" providerId="LiveId" clId="{AADFF6EC-D803-485F-B0C6-E6129669AB2E}" dt="2025-04-17T02:02:27.756" v="112"/>
        <pc:sldMkLst>
          <pc:docMk/>
          <pc:sldMk cId="4183162213" sldId="1778"/>
        </pc:sldMkLst>
        <pc:spChg chg="mod">
          <ac:chgData name="Sini Mathew" userId="3875fe58a975fc01" providerId="LiveId" clId="{AADFF6EC-D803-485F-B0C6-E6129669AB2E}" dt="2025-04-17T02:02:27.756" v="112"/>
          <ac:spMkLst>
            <pc:docMk/>
            <pc:sldMk cId="4183162213" sldId="1778"/>
            <ac:spMk id="2" creationId="{00000000-0000-0000-0000-000000000000}"/>
          </ac:spMkLst>
        </pc:spChg>
      </pc:sldChg>
      <pc:sldChg chg="modSp mod">
        <pc:chgData name="Sini Mathew" userId="3875fe58a975fc01" providerId="LiveId" clId="{AADFF6EC-D803-485F-B0C6-E6129669AB2E}" dt="2025-04-17T02:02:34.962" v="114"/>
        <pc:sldMkLst>
          <pc:docMk/>
          <pc:sldMk cId="3924465743" sldId="1779"/>
        </pc:sldMkLst>
        <pc:spChg chg="mod">
          <ac:chgData name="Sini Mathew" userId="3875fe58a975fc01" providerId="LiveId" clId="{AADFF6EC-D803-485F-B0C6-E6129669AB2E}" dt="2025-04-17T02:02:34.962" v="114"/>
          <ac:spMkLst>
            <pc:docMk/>
            <pc:sldMk cId="3924465743" sldId="1779"/>
            <ac:spMk id="2" creationId="{20A1FD95-1C3D-F6FE-C420-87F201A8FDF2}"/>
          </ac:spMkLst>
        </pc:spChg>
      </pc:sldChg>
      <pc:sldChg chg="modSp mod">
        <pc:chgData name="Sini Mathew" userId="3875fe58a975fc01" providerId="LiveId" clId="{AADFF6EC-D803-485F-B0C6-E6129669AB2E}" dt="2025-04-17T02:02:40.178" v="116"/>
        <pc:sldMkLst>
          <pc:docMk/>
          <pc:sldMk cId="374197513" sldId="1780"/>
        </pc:sldMkLst>
        <pc:spChg chg="mod">
          <ac:chgData name="Sini Mathew" userId="3875fe58a975fc01" providerId="LiveId" clId="{AADFF6EC-D803-485F-B0C6-E6129669AB2E}" dt="2025-04-17T02:02:40.178" v="116"/>
          <ac:spMkLst>
            <pc:docMk/>
            <pc:sldMk cId="374197513" sldId="1780"/>
            <ac:spMk id="2" creationId="{0AB3EC31-B7B4-BAE4-729D-E14FD09A1595}"/>
          </ac:spMkLst>
        </pc:spChg>
      </pc:sldChg>
      <pc:sldChg chg="modSp mod">
        <pc:chgData name="Sini Mathew" userId="3875fe58a975fc01" providerId="LiveId" clId="{AADFF6EC-D803-485F-B0C6-E6129669AB2E}" dt="2025-04-17T02:02:45.989" v="118"/>
        <pc:sldMkLst>
          <pc:docMk/>
          <pc:sldMk cId="3409371306" sldId="1781"/>
        </pc:sldMkLst>
        <pc:spChg chg="mod">
          <ac:chgData name="Sini Mathew" userId="3875fe58a975fc01" providerId="LiveId" clId="{AADFF6EC-D803-485F-B0C6-E6129669AB2E}" dt="2025-04-17T02:02:45.989" v="118"/>
          <ac:spMkLst>
            <pc:docMk/>
            <pc:sldMk cId="3409371306" sldId="1781"/>
            <ac:spMk id="2" creationId="{5AA6DD6C-DECB-CC3E-7910-8E048B86D130}"/>
          </ac:spMkLst>
        </pc:spChg>
      </pc:sldChg>
      <pc:sldChg chg="modSp mod">
        <pc:chgData name="Sini Mathew" userId="3875fe58a975fc01" providerId="LiveId" clId="{AADFF6EC-D803-485F-B0C6-E6129669AB2E}" dt="2025-04-17T00:51:05.636" v="7" actId="20577"/>
        <pc:sldMkLst>
          <pc:docMk/>
          <pc:sldMk cId="141499511" sldId="1792"/>
        </pc:sldMkLst>
        <pc:spChg chg="mod">
          <ac:chgData name="Sini Mathew" userId="3875fe58a975fc01" providerId="LiveId" clId="{AADFF6EC-D803-485F-B0C6-E6129669AB2E}" dt="2025-04-17T00:51:05.636" v="7" actId="20577"/>
          <ac:spMkLst>
            <pc:docMk/>
            <pc:sldMk cId="141499511" sldId="1792"/>
            <ac:spMk id="3" creationId="{2B09745D-9C46-A425-AF02-5C7A2A59FBA6}"/>
          </ac:spMkLst>
        </pc:spChg>
      </pc:sldChg>
      <pc:sldChg chg="modSp mod">
        <pc:chgData name="Sini Mathew" userId="3875fe58a975fc01" providerId="LiveId" clId="{AADFF6EC-D803-485F-B0C6-E6129669AB2E}" dt="2025-04-17T00:52:13.856" v="13" actId="20577"/>
        <pc:sldMkLst>
          <pc:docMk/>
          <pc:sldMk cId="3852715106" sldId="1793"/>
        </pc:sldMkLst>
        <pc:spChg chg="mod">
          <ac:chgData name="Sini Mathew" userId="3875fe58a975fc01" providerId="LiveId" clId="{AADFF6EC-D803-485F-B0C6-E6129669AB2E}" dt="2025-04-17T00:52:13.856" v="13" actId="20577"/>
          <ac:spMkLst>
            <pc:docMk/>
            <pc:sldMk cId="3852715106" sldId="1793"/>
            <ac:spMk id="3" creationId="{8EF5C308-6FDE-050B-7A55-63AE17FD8BB5}"/>
          </ac:spMkLst>
        </pc:spChg>
      </pc:sldChg>
    </pc:docChg>
  </pc:docChgLst>
  <pc:docChgLst>
    <pc:chgData name="Rini Shaji" userId="525cda041429e910" providerId="Windows Live" clId="Web-{557DA3BF-7562-A353-A54C-61ED1EC28D42}"/>
    <pc:docChg chg="delSld modSld">
      <pc:chgData name="Rini Shaji" userId="525cda041429e910" providerId="Windows Live" clId="Web-{557DA3BF-7562-A353-A54C-61ED1EC28D42}" dt="2025-04-17T00:30:02.951" v="24" actId="14100"/>
      <pc:docMkLst>
        <pc:docMk/>
      </pc:docMkLst>
      <pc:sldChg chg="modSp">
        <pc:chgData name="Rini Shaji" userId="525cda041429e910" providerId="Windows Live" clId="Web-{557DA3BF-7562-A353-A54C-61ED1EC28D42}" dt="2025-04-17T00:26:57.367" v="18" actId="14100"/>
        <pc:sldMkLst>
          <pc:docMk/>
          <pc:sldMk cId="717388547" sldId="813"/>
        </pc:sldMkLst>
        <pc:spChg chg="mod">
          <ac:chgData name="Rini Shaji" userId="525cda041429e910" providerId="Windows Live" clId="Web-{557DA3BF-7562-A353-A54C-61ED1EC28D42}" dt="2025-04-17T00:26:57.367" v="18" actId="14100"/>
          <ac:spMkLst>
            <pc:docMk/>
            <pc:sldMk cId="717388547" sldId="813"/>
            <ac:spMk id="2" creationId="{B7289E29-7507-3DDD-F7D2-9284AAD62DE9}"/>
          </ac:spMkLst>
        </pc:spChg>
        <pc:spChg chg="mod">
          <ac:chgData name="Rini Shaji" userId="525cda041429e910" providerId="Windows Live" clId="Web-{557DA3BF-7562-A353-A54C-61ED1EC28D42}" dt="2025-04-17T00:25:37.724" v="1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Rini Shaji" userId="525cda041429e910" providerId="Windows Live" clId="Web-{557DA3BF-7562-A353-A54C-61ED1EC28D42}" dt="2025-04-17T00:26:43.929" v="17" actId="1076"/>
        <pc:sldMkLst>
          <pc:docMk/>
          <pc:sldMk cId="1217883548" sldId="1318"/>
        </pc:sldMkLst>
        <pc:spChg chg="mod">
          <ac:chgData name="Rini Shaji" userId="525cda041429e910" providerId="Windows Live" clId="Web-{557DA3BF-7562-A353-A54C-61ED1EC28D42}" dt="2025-04-17T00:26:35.788" v="16" actId="1076"/>
          <ac:spMkLst>
            <pc:docMk/>
            <pc:sldMk cId="1217883548" sldId="1318"/>
            <ac:spMk id="2" creationId="{F23B826F-1EDA-129F-EC70-2DC957D4F038}"/>
          </ac:spMkLst>
        </pc:spChg>
        <pc:spChg chg="mod">
          <ac:chgData name="Rini Shaji" userId="525cda041429e910" providerId="Windows Live" clId="Web-{557DA3BF-7562-A353-A54C-61ED1EC28D42}" dt="2025-04-17T00:26:43.929" v="17" actId="1076"/>
          <ac:spMkLst>
            <pc:docMk/>
            <pc:sldMk cId="1217883548" sldId="1318"/>
            <ac:spMk id="3" creationId="{B9ACC418-9BFA-F946-DA5B-A680A2EBDFAC}"/>
          </ac:spMkLst>
        </pc:spChg>
      </pc:sldChg>
      <pc:sldChg chg="modSp">
        <pc:chgData name="Rini Shaji" userId="525cda041429e910" providerId="Windows Live" clId="Web-{557DA3BF-7562-A353-A54C-61ED1EC28D42}" dt="2025-04-17T00:29:52.794" v="23" actId="1076"/>
        <pc:sldMkLst>
          <pc:docMk/>
          <pc:sldMk cId="1904304451" sldId="1765"/>
        </pc:sldMkLst>
        <pc:spChg chg="mod">
          <ac:chgData name="Rini Shaji" userId="525cda041429e910" providerId="Windows Live" clId="Web-{557DA3BF-7562-A353-A54C-61ED1EC28D42}" dt="2025-04-17T00:29:52.794" v="23" actId="1076"/>
          <ac:spMkLst>
            <pc:docMk/>
            <pc:sldMk cId="1904304451" sldId="1765"/>
            <ac:spMk id="6" creationId="{00B7E6C3-DC3B-BC8E-EE75-86995C7F8ADF}"/>
          </ac:spMkLst>
        </pc:spChg>
      </pc:sldChg>
      <pc:sldChg chg="modSp">
        <pc:chgData name="Rini Shaji" userId="525cda041429e910" providerId="Windows Live" clId="Web-{557DA3BF-7562-A353-A54C-61ED1EC28D42}" dt="2025-04-17T00:30:02.951" v="24" actId="14100"/>
        <pc:sldMkLst>
          <pc:docMk/>
          <pc:sldMk cId="3291974233" sldId="1766"/>
        </pc:sldMkLst>
        <pc:spChg chg="mod">
          <ac:chgData name="Rini Shaji" userId="525cda041429e910" providerId="Windows Live" clId="Web-{557DA3BF-7562-A353-A54C-61ED1EC28D42}" dt="2025-04-17T00:30:02.951" v="24" actId="14100"/>
          <ac:spMkLst>
            <pc:docMk/>
            <pc:sldMk cId="3291974233" sldId="1766"/>
            <ac:spMk id="6" creationId="{12CE185B-77E6-C5D2-0BF6-79A669CC412A}"/>
          </ac:spMkLst>
        </pc:spChg>
      </pc:sldChg>
      <pc:sldChg chg="modSp">
        <pc:chgData name="Rini Shaji" userId="525cda041429e910" providerId="Windows Live" clId="Web-{557DA3BF-7562-A353-A54C-61ED1EC28D42}" dt="2025-04-17T00:29:17.762" v="22" actId="14100"/>
        <pc:sldMkLst>
          <pc:docMk/>
          <pc:sldMk cId="2222851876" sldId="1767"/>
        </pc:sldMkLst>
        <pc:spChg chg="mod">
          <ac:chgData name="Rini Shaji" userId="525cda041429e910" providerId="Windows Live" clId="Web-{557DA3BF-7562-A353-A54C-61ED1EC28D42}" dt="2025-04-17T00:29:17.762" v="22" actId="14100"/>
          <ac:spMkLst>
            <pc:docMk/>
            <pc:sldMk cId="2222851876" sldId="1767"/>
            <ac:spMk id="6" creationId="{F8439425-CA79-831D-71A3-81E570265C82}"/>
          </ac:spMkLst>
        </pc:spChg>
      </pc:sldChg>
      <pc:sldChg chg="modSp">
        <pc:chgData name="Rini Shaji" userId="525cda041429e910" providerId="Windows Live" clId="Web-{557DA3BF-7562-A353-A54C-61ED1EC28D42}" dt="2025-04-17T00:22:31.999" v="7" actId="20577"/>
        <pc:sldMkLst>
          <pc:docMk/>
          <pc:sldMk cId="2846149170" sldId="1785"/>
        </pc:sldMkLst>
        <pc:spChg chg="mod">
          <ac:chgData name="Rini Shaji" userId="525cda041429e910" providerId="Windows Live" clId="Web-{557DA3BF-7562-A353-A54C-61ED1EC28D42}" dt="2025-04-17T00:22:26.530" v="6" actId="1076"/>
          <ac:spMkLst>
            <pc:docMk/>
            <pc:sldMk cId="2846149170" sldId="1785"/>
            <ac:spMk id="6" creationId="{0BAD9EF5-2286-3DE3-F2A3-0055009A2470}"/>
          </ac:spMkLst>
        </pc:spChg>
        <pc:spChg chg="mod">
          <ac:chgData name="Rini Shaji" userId="525cda041429e910" providerId="Windows Live" clId="Web-{557DA3BF-7562-A353-A54C-61ED1EC28D42}" dt="2025-04-17T00:22:31.999" v="7" actId="20577"/>
          <ac:spMkLst>
            <pc:docMk/>
            <pc:sldMk cId="2846149170" sldId="1785"/>
            <ac:spMk id="7" creationId="{6E7CA167-15CB-A699-20A6-1A67EAD5EF7E}"/>
          </ac:spMkLst>
        </pc:spChg>
      </pc:sldChg>
      <pc:sldChg chg="del">
        <pc:chgData name="Rini Shaji" userId="525cda041429e910" providerId="Windows Live" clId="Web-{557DA3BF-7562-A353-A54C-61ED1EC28D42}" dt="2025-04-17T00:22:37.515" v="8"/>
        <pc:sldMkLst>
          <pc:docMk/>
          <pc:sldMk cId="4100401397" sldId="1786"/>
        </pc:sldMkLst>
      </pc:sldChg>
      <pc:sldChg chg="del">
        <pc:chgData name="Rini Shaji" userId="525cda041429e910" providerId="Windows Live" clId="Web-{557DA3BF-7562-A353-A54C-61ED1EC28D42}" dt="2025-04-17T00:22:40.437" v="9"/>
        <pc:sldMkLst>
          <pc:docMk/>
          <pc:sldMk cId="221903162" sldId="1787"/>
        </pc:sldMkLst>
      </pc:sldChg>
      <pc:sldChg chg="modSp">
        <pc:chgData name="Rini Shaji" userId="525cda041429e910" providerId="Windows Live" clId="Web-{557DA3BF-7562-A353-A54C-61ED1EC28D42}" dt="2025-04-17T00:28:41.417" v="19" actId="20577"/>
        <pc:sldMkLst>
          <pc:docMk/>
          <pc:sldMk cId="2067013622" sldId="1791"/>
        </pc:sldMkLst>
        <pc:spChg chg="mod">
          <ac:chgData name="Rini Shaji" userId="525cda041429e910" providerId="Windows Live" clId="Web-{557DA3BF-7562-A353-A54C-61ED1EC28D42}" dt="2025-04-17T00:28:41.417" v="19" actId="20577"/>
          <ac:spMkLst>
            <pc:docMk/>
            <pc:sldMk cId="2067013622" sldId="1791"/>
            <ac:spMk id="6" creationId="{2C4A3AFC-AE5E-D717-104C-81FB3BA85538}"/>
          </ac:spMkLst>
        </pc:spChg>
      </pc:sldChg>
    </pc:docChg>
  </pc:docChgLst>
  <pc:docChgLst>
    <pc:chgData name="Rini Shaji" userId="525cda041429e910" providerId="Windows Live" clId="Web-{ACE1CD2F-591A-310B-B51E-8FC43963D855}"/>
    <pc:docChg chg="delSld modSld">
      <pc:chgData name="Rini Shaji" userId="525cda041429e910" providerId="Windows Live" clId="Web-{ACE1CD2F-591A-310B-B51E-8FC43963D855}" dt="2025-04-17T04:45:21.248" v="6" actId="20577"/>
      <pc:docMkLst>
        <pc:docMk/>
      </pc:docMkLst>
      <pc:sldChg chg="modSp">
        <pc:chgData name="Rini Shaji" userId="525cda041429e910" providerId="Windows Live" clId="Web-{ACE1CD2F-591A-310B-B51E-8FC43963D855}" dt="2025-04-17T04:45:03.544" v="2" actId="20577"/>
        <pc:sldMkLst>
          <pc:docMk/>
          <pc:sldMk cId="2716954731" sldId="1390"/>
        </pc:sldMkLst>
        <pc:spChg chg="mod">
          <ac:chgData name="Rini Shaji" userId="525cda041429e910" providerId="Windows Live" clId="Web-{ACE1CD2F-591A-310B-B51E-8FC43963D855}" dt="2025-04-17T04:45:03.544" v="2" actId="20577"/>
          <ac:spMkLst>
            <pc:docMk/>
            <pc:sldMk cId="2716954731" sldId="1390"/>
            <ac:spMk id="5" creationId="{F23B1A82-CA2E-08BD-1D0D-5AA03047C3D2}"/>
          </ac:spMkLst>
        </pc:spChg>
      </pc:sldChg>
      <pc:sldChg chg="modSp">
        <pc:chgData name="Rini Shaji" userId="525cda041429e910" providerId="Windows Live" clId="Web-{ACE1CD2F-591A-310B-B51E-8FC43963D855}" dt="2025-04-17T04:45:15.701" v="5" actId="20577"/>
        <pc:sldMkLst>
          <pc:docMk/>
          <pc:sldMk cId="3333511564" sldId="1688"/>
        </pc:sldMkLst>
        <pc:spChg chg="mod">
          <ac:chgData name="Rini Shaji" userId="525cda041429e910" providerId="Windows Live" clId="Web-{ACE1CD2F-591A-310B-B51E-8FC43963D855}" dt="2025-04-17T04:45:15.701" v="5" actId="20577"/>
          <ac:spMkLst>
            <pc:docMk/>
            <pc:sldMk cId="3333511564" sldId="1688"/>
            <ac:spMk id="5" creationId="{3A458FA7-717A-83A2-3071-E904A47E2796}"/>
          </ac:spMkLst>
        </pc:spChg>
      </pc:sldChg>
      <pc:sldChg chg="modSp">
        <pc:chgData name="Rini Shaji" userId="525cda041429e910" providerId="Windows Live" clId="Web-{ACE1CD2F-591A-310B-B51E-8FC43963D855}" dt="2025-04-17T04:45:21.248" v="6" actId="20577"/>
        <pc:sldMkLst>
          <pc:docMk/>
          <pc:sldMk cId="3760748471" sldId="1689"/>
        </pc:sldMkLst>
        <pc:spChg chg="mod">
          <ac:chgData name="Rini Shaji" userId="525cda041429e910" providerId="Windows Live" clId="Web-{ACE1CD2F-591A-310B-B51E-8FC43963D855}" dt="2025-04-17T04:45:21.248" v="6" actId="20577"/>
          <ac:spMkLst>
            <pc:docMk/>
            <pc:sldMk cId="3760748471" sldId="1689"/>
            <ac:spMk id="5" creationId="{A0C60EE6-CF43-D965-CB4E-063E3AF2819B}"/>
          </ac:spMkLst>
        </pc:spChg>
      </pc:sldChg>
      <pc:sldChg chg="del">
        <pc:chgData name="Rini Shaji" userId="525cda041429e910" providerId="Windows Live" clId="Web-{ACE1CD2F-591A-310B-B51E-8FC43963D855}" dt="2025-04-17T04:44:43.090" v="0"/>
        <pc:sldMkLst>
          <pc:docMk/>
          <pc:sldMk cId="3091851207" sldId="1690"/>
        </pc:sldMkLst>
      </pc:sldChg>
    </pc:docChg>
  </pc:docChgLst>
</pc:chgInfo>
</file>

<file path=ppt/comments/modernComment_69C_A482EA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F1534B-0779-4D15-A1A1-4400E080DE9E}" authorId="{81BECC3B-65C3-4062-D02A-9BB794AB5297}" created="2025-04-16T15:10:54.570">
    <pc:sldMkLst xmlns:pc="http://schemas.microsoft.com/office/powerpoint/2013/main/command">
      <pc:docMk/>
      <pc:sldMk cId="4206118844" sldId="811"/>
    </pc:sldMkLst>
    <p188:txBody>
      <a:bodyPr/>
      <a:lstStyle/>
      <a:p>
        <a:r>
          <a:rPr lang="en-SG"/>
          <a:t>Unable to edit the footer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16/04/2025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0108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  <p:sldLayoutId id="2147483796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69C_A482EA89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105701-EC27-2870-9103-A1C6E52CB44F}"/>
              </a:ext>
            </a:extLst>
          </p:cNvPr>
          <p:cNvSpPr txBox="1">
            <a:spLocks/>
          </p:cNvSpPr>
          <p:nvPr/>
        </p:nvSpPr>
        <p:spPr>
          <a:xfrm>
            <a:off x="1009567" y="1782426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Passover Thursday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0431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770752"/>
            <a:ext cx="5407417" cy="141795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448235" y="1755777"/>
            <a:ext cx="8220635" cy="163194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</a:t>
            </a:r>
          </a:p>
          <a:p>
            <a:r>
              <a:rPr lang="en-US" sz="3200" dirty="0">
                <a:solidFill>
                  <a:schemeClr val="bg1"/>
                </a:solidFill>
              </a:rPr>
              <a:t>Go to Dark Gethsemane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Opening Hymn - Go to Dark Gethsemane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38031" y="937545"/>
            <a:ext cx="61301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Go to dark Gethsemane, </a:t>
            </a:r>
          </a:p>
          <a:p>
            <a:r>
              <a:rPr lang="en-US" sz="2800" dirty="0"/>
              <a:t>Ye that feel the tempter’s power; </a:t>
            </a:r>
          </a:p>
          <a:p>
            <a:r>
              <a:rPr lang="en-US" sz="2800" dirty="0"/>
              <a:t>Your Redeemer’s conflict see; </a:t>
            </a:r>
          </a:p>
          <a:p>
            <a:r>
              <a:rPr lang="en-US" sz="2800" dirty="0"/>
              <a:t>Watch with Him one bitter hour: </a:t>
            </a:r>
          </a:p>
          <a:p>
            <a:r>
              <a:rPr lang="en-US" sz="2800" dirty="0"/>
              <a:t>Turn not from His griefs away; </a:t>
            </a:r>
          </a:p>
          <a:p>
            <a:r>
              <a:rPr lang="en-US" sz="2800" dirty="0"/>
              <a:t>Learn of Jesus Christ to pray 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8BA7A-D216-EAD6-3D9A-ACFAF440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1B3F-501E-9698-61D5-919F7BD6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Opening Hymn - Go to Dark Gethsemane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A150C5C-25D1-5FB1-F859-9692FBEB823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8905D-048A-4C4E-0029-EBB8ECEC9116}"/>
              </a:ext>
            </a:extLst>
          </p:cNvPr>
          <p:cNvSpPr txBox="1"/>
          <p:nvPr/>
        </p:nvSpPr>
        <p:spPr>
          <a:xfrm>
            <a:off x="638031" y="937545"/>
            <a:ext cx="61301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Follow to the judgment hall;</a:t>
            </a:r>
          </a:p>
          <a:p>
            <a:r>
              <a:rPr lang="en-US" sz="2800" dirty="0"/>
              <a:t>View the Lord of life arraigned;</a:t>
            </a:r>
          </a:p>
          <a:p>
            <a:r>
              <a:rPr lang="en-US" sz="2800" dirty="0"/>
              <a:t>O the worm-wood and the gall!</a:t>
            </a:r>
          </a:p>
          <a:p>
            <a:r>
              <a:rPr lang="en-US" sz="2800" dirty="0"/>
              <a:t>O the pangs His soul sustained!</a:t>
            </a:r>
          </a:p>
          <a:p>
            <a:r>
              <a:rPr lang="en-US" sz="2800" dirty="0"/>
              <a:t>Shun not suffering, shame, or loss;</a:t>
            </a:r>
          </a:p>
          <a:p>
            <a:r>
              <a:rPr lang="en-US" sz="2800" dirty="0"/>
              <a:t>Learn of Him to bear the cross.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58FA7-717A-83A2-3071-E904A47E279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3</a:t>
            </a:r>
          </a:p>
        </p:txBody>
      </p:sp>
    </p:spTree>
    <p:extLst>
      <p:ext uri="{BB962C8B-B14F-4D97-AF65-F5344CB8AC3E}">
        <p14:creationId xmlns:p14="http://schemas.microsoft.com/office/powerpoint/2010/main" val="333351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BB54-D1DD-ACF1-B0E7-EA166A79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EBB9-1BC9-341B-F7B1-89EB0BAAC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Opening Hymn - Go to Dark Gethsemane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9FEB58D-365C-8F90-2F72-8BE9C27F51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6001B-EC02-6D9C-15C7-105995C4F155}"/>
              </a:ext>
            </a:extLst>
          </p:cNvPr>
          <p:cNvSpPr txBox="1"/>
          <p:nvPr/>
        </p:nvSpPr>
        <p:spPr>
          <a:xfrm>
            <a:off x="638031" y="937545"/>
            <a:ext cx="61301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Calvary's mournful mountain climb</a:t>
            </a:r>
          </a:p>
          <a:p>
            <a:r>
              <a:rPr lang="en-US" sz="2800" dirty="0"/>
              <a:t>There' adoring at His feet,</a:t>
            </a:r>
          </a:p>
          <a:p>
            <a:r>
              <a:rPr lang="en-US" sz="2800" dirty="0"/>
              <a:t>Mark the miracle of time,</a:t>
            </a:r>
          </a:p>
          <a:p>
            <a:r>
              <a:rPr lang="en-US" sz="2800" dirty="0"/>
              <a:t>God's own sacrifice complete:</a:t>
            </a:r>
          </a:p>
          <a:p>
            <a:r>
              <a:rPr lang="en-US" sz="2800" dirty="0"/>
              <a:t>"It is finished!" Hear Him cry;</a:t>
            </a:r>
          </a:p>
          <a:p>
            <a:r>
              <a:rPr lang="en-US" sz="2800" dirty="0"/>
              <a:t>Learn of Jesus Christ to die.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60EE6-CF43-D965-CB4E-063E3AF2819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3</a:t>
            </a:r>
          </a:p>
        </p:txBody>
      </p:sp>
    </p:spTree>
    <p:extLst>
      <p:ext uri="{BB962C8B-B14F-4D97-AF65-F5344CB8AC3E}">
        <p14:creationId xmlns:p14="http://schemas.microsoft.com/office/powerpoint/2010/main" val="376074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25527" y="1693598"/>
            <a:ext cx="5312318" cy="175462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19310" y="1801385"/>
            <a:ext cx="5308849" cy="130657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Offertory:</a:t>
            </a:r>
          </a:p>
          <a:p>
            <a:r>
              <a:rPr lang="en-GB" dirty="0">
                <a:solidFill>
                  <a:schemeClr val="bg1"/>
                </a:solidFill>
              </a:rPr>
              <a:t>Great High Priest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Great High Priest, we view Thee stooping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5" y="1176357"/>
            <a:ext cx="66084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Great High Priest, we view Thee stooping,</a:t>
            </a:r>
          </a:p>
          <a:p>
            <a:r>
              <a:rPr lang="en-US" sz="2400" dirty="0"/>
              <a:t>With our names upon Thy breast,</a:t>
            </a:r>
          </a:p>
          <a:p>
            <a:r>
              <a:rPr lang="en-US" sz="2400" dirty="0"/>
              <a:t>In the garden groaning, drooping,</a:t>
            </a:r>
          </a:p>
          <a:p>
            <a:r>
              <a:rPr lang="en-US" sz="2400" dirty="0"/>
              <a:t>To the ground with horrors pressed.</a:t>
            </a:r>
          </a:p>
          <a:p>
            <a:r>
              <a:rPr lang="en-US" sz="2400" dirty="0"/>
              <a:t>Weeping angels stand confounded,</a:t>
            </a:r>
          </a:p>
          <a:p>
            <a:r>
              <a:rPr lang="en-US" sz="2400" dirty="0"/>
              <a:t>To behold their Maker thus,</a:t>
            </a:r>
          </a:p>
          <a:p>
            <a:r>
              <a:rPr lang="en-US" sz="2400" dirty="0"/>
              <a:t>And can we remain unwounded,</a:t>
            </a:r>
          </a:p>
          <a:p>
            <a:r>
              <a:rPr lang="en-US" sz="2400" dirty="0"/>
              <a:t>When we know ’twas all for us?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119" y="1242432"/>
            <a:ext cx="2844283" cy="29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7DAA-B5A6-547F-4B48-FA73A6F1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4F913-E060-7A1E-A699-691FDA8B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Great High Priest, we view Thee stooping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53F758-CED4-6B3E-AD8F-F86FE60D99F9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A2AC6-B5B0-6068-78A4-79FA99AA3F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60474-15F5-D9A7-C98F-C95051892D69}"/>
              </a:ext>
            </a:extLst>
          </p:cNvPr>
          <p:cNvSpPr txBox="1"/>
          <p:nvPr/>
        </p:nvSpPr>
        <p:spPr>
          <a:xfrm>
            <a:off x="92765" y="1176357"/>
            <a:ext cx="66084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On the cross Thy body broken,</a:t>
            </a:r>
          </a:p>
          <a:p>
            <a:r>
              <a:rPr lang="en-US" sz="2400" dirty="0"/>
              <a:t>Cancels every penal tie;</a:t>
            </a:r>
          </a:p>
          <a:p>
            <a:r>
              <a:rPr lang="en-US" sz="2400" dirty="0"/>
              <a:t>Tempted souls, produce this token</a:t>
            </a:r>
          </a:p>
          <a:p>
            <a:r>
              <a:rPr lang="en-US" sz="2400" dirty="0"/>
              <a:t>All demands to satisfy.</a:t>
            </a:r>
          </a:p>
          <a:p>
            <a:r>
              <a:rPr lang="en-US" sz="2400" dirty="0"/>
              <a:t>All is finished; do not doubt it,</a:t>
            </a:r>
          </a:p>
          <a:p>
            <a:r>
              <a:rPr lang="en-US" sz="2400" dirty="0"/>
              <a:t>But believe your dying Lord;</a:t>
            </a:r>
          </a:p>
          <a:p>
            <a:r>
              <a:rPr lang="en-US" sz="2400" dirty="0"/>
              <a:t>Never reason more about it,</a:t>
            </a:r>
          </a:p>
          <a:p>
            <a:r>
              <a:rPr lang="en-US" sz="2400" dirty="0"/>
              <a:t>Only take Him at His Word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FBC85-E1E7-D799-24D2-AB22D9C92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119" y="1242432"/>
            <a:ext cx="2844283" cy="29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61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92A3-119C-A074-7865-DE103720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48DA-25C4-C594-9AEB-8B61F309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Great High Priest, we view Thee stooping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93C0447-8641-2302-53C7-710592AC33B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C011F-6529-35D1-702B-DEA9A9CD1C8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0D00F-1158-1622-98C9-255BAB649EF6}"/>
              </a:ext>
            </a:extLst>
          </p:cNvPr>
          <p:cNvSpPr txBox="1"/>
          <p:nvPr/>
        </p:nvSpPr>
        <p:spPr>
          <a:xfrm>
            <a:off x="92765" y="1176357"/>
            <a:ext cx="66084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Lord, we fain would trust Thee solely;</a:t>
            </a:r>
          </a:p>
          <a:p>
            <a:r>
              <a:rPr lang="en-US" sz="2400" dirty="0" err="1"/>
              <a:t>’Twas</a:t>
            </a:r>
            <a:r>
              <a:rPr lang="en-US" sz="2400" dirty="0"/>
              <a:t> for us Thy blood was spilt;</a:t>
            </a:r>
          </a:p>
          <a:p>
            <a:r>
              <a:rPr lang="en-US" sz="2400" dirty="0"/>
              <a:t>Bruised Bridegroom, take us wholly,</a:t>
            </a:r>
          </a:p>
          <a:p>
            <a:r>
              <a:rPr lang="en-US" sz="2400" dirty="0"/>
              <a:t>Take, and make us what Thou wilt.</a:t>
            </a:r>
          </a:p>
          <a:p>
            <a:r>
              <a:rPr lang="en-US" sz="2400" dirty="0"/>
              <a:t>Thou hast borne the bitter sentence</a:t>
            </a:r>
          </a:p>
          <a:p>
            <a:r>
              <a:rPr lang="en-US" sz="2400" dirty="0"/>
              <a:t>Passed on man’s devoted race;</a:t>
            </a:r>
          </a:p>
          <a:p>
            <a:r>
              <a:rPr lang="en-US" sz="2400" dirty="0"/>
              <a:t>True belief and true repentance</a:t>
            </a:r>
          </a:p>
          <a:p>
            <a:r>
              <a:rPr lang="en-US" sz="2400" dirty="0"/>
              <a:t>Are Thy gifts, Thou God of grace.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F69A6-F992-4904-DA9B-A43EB9C7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119" y="1242432"/>
            <a:ext cx="2844283" cy="291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98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I’m not worthy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1193642"/>
            <a:ext cx="7301974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am not worthy, Holy Lord,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thou shouldst come to me;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Speak but the word; one gracious word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set the sinner free.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Holy Communion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 132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0274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 132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21013" y="1236080"/>
            <a:ext cx="7301974" cy="27923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‘Tis midnight and on Olive’s brow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The star is dimmed that lately shone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“Tis midnight in the garden now,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The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suff’ring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Saviour prays alone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28737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9A2C2-B520-590A-1BEF-5C639513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4F22-EB27-5ACF-7298-AA74CCBB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 132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5C0AC-C0AD-2284-FA8B-CF146A510AB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599E7F-B74C-78AE-1386-C5B85FF0C09D}"/>
              </a:ext>
            </a:extLst>
          </p:cNvPr>
          <p:cNvSpPr/>
          <p:nvPr/>
        </p:nvSpPr>
        <p:spPr>
          <a:xfrm>
            <a:off x="921013" y="1303700"/>
            <a:ext cx="7301974" cy="27923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‘Tis midnight and from all removed;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The Saviour wrestles ‘lone with fears;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E’en that disciple whom He loved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Heeds not His Master’s grief and tears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92419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9C987-D644-9803-0D6E-95C3628DD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E4A9-6EDD-1BDE-C83B-F712C3E7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 132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0F859-7E18-8416-2183-F5299D388B1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DAAB6C-04F9-6E13-A935-2F3EFE17A01A}"/>
              </a:ext>
            </a:extLst>
          </p:cNvPr>
          <p:cNvSpPr/>
          <p:nvPr/>
        </p:nvSpPr>
        <p:spPr>
          <a:xfrm>
            <a:off x="921013" y="1383038"/>
            <a:ext cx="7301974" cy="27923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‘Tis midnight and for others guilt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The Man of sorrows weeps in blood;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Yet He, who hath in anguish knelt;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Is not forsaken by His God. 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91218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AB4F-4DB5-1275-83B4-E16AC86C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CD9A-F996-239E-11A8-F6E5B8DE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 132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9EF3D-3C35-5800-3D49-C47AD10059E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187C2C-3F3C-32B6-8483-48E05472C272}"/>
              </a:ext>
            </a:extLst>
          </p:cNvPr>
          <p:cNvSpPr/>
          <p:nvPr/>
        </p:nvSpPr>
        <p:spPr>
          <a:xfrm>
            <a:off x="921013" y="1303700"/>
            <a:ext cx="7301974" cy="27923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‘Tis midnight and from ether plains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Is borne the song that angels know;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Unheard by mortals are the strains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That sweetly sooth the Saviour’s woe.  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lnSpc>
                <a:spcPct val="150000"/>
              </a:lnSpc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07092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102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94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–Song No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1 of </a:t>
            </a:r>
            <a:r>
              <a:rPr lang="en-US" sz="1400"/>
              <a:t>5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697636" y="1462082"/>
            <a:ext cx="5748727" cy="2005212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 of sorrows; what a name;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For the Son of God , who came;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Ruin’d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sinners to reclaim;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Halleluiah! what a Saviour!</a:t>
            </a:r>
            <a:endParaRPr lang="en-SG" sz="28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0299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2D625-409F-4011-95E0-A66D1E1C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AD7FC-1C9B-3C10-CC5A-C0D48C6A1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–Song No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65665-F9AE-2629-10BE-6DD37B43C7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1D4704-02E4-D47F-A7A5-6CD6381A4CD5}"/>
              </a:ext>
            </a:extLst>
          </p:cNvPr>
          <p:cNvSpPr/>
          <p:nvPr/>
        </p:nvSpPr>
        <p:spPr>
          <a:xfrm>
            <a:off x="1697636" y="1462082"/>
            <a:ext cx="5748727" cy="2005212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Bearing shame and scoffing rude;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my place condemned He stood;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Seal’d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my pardon with His blood;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Halleluiah! what a Saviour!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2352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2312-B568-8CAD-CEC2-3840B212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014F-4F5D-B086-9CA0-2282B9C1C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–Song No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1CDB9-E5B8-CF97-C717-6ACD59609CF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609924-3D18-273A-5557-8D7747447A8B}"/>
              </a:ext>
            </a:extLst>
          </p:cNvPr>
          <p:cNvSpPr/>
          <p:nvPr/>
        </p:nvSpPr>
        <p:spPr>
          <a:xfrm>
            <a:off x="1697636" y="1462082"/>
            <a:ext cx="5748727" cy="2005212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Guilty, vile and helpless, we;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Spotless Lamb of God was He;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Full atonement can it be;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Halleluiah! what a Saviour!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2635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C3A05-9FBA-73F0-817A-AD5A7F4F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6B5FD-9AC9-CA9A-1A49-51C878A14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–Song No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F718A-2E83-064C-5DC8-FF3E855D518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D0F35D-22EF-7EF7-F1D0-3FCC8E059EE2}"/>
              </a:ext>
            </a:extLst>
          </p:cNvPr>
          <p:cNvSpPr/>
          <p:nvPr/>
        </p:nvSpPr>
        <p:spPr>
          <a:xfrm>
            <a:off x="1697636" y="1462082"/>
            <a:ext cx="5748727" cy="2005212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Lifted up was He to die;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It is finished! was His cry;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Now in heaven exalted high;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Halleluiah! what a Saviour!</a:t>
            </a:r>
            <a:endParaRPr lang="en-SG" sz="28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3330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3ABE5-C62B-D0B5-C419-F5581150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8543-7AB7-605D-2235-C408CF0D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–Song No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FBBDF-D9C3-2EBE-4946-64AEF0BD4AF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A3AFC-AE5E-D717-104C-81FB3BA85538}"/>
              </a:ext>
            </a:extLst>
          </p:cNvPr>
          <p:cNvSpPr/>
          <p:nvPr/>
        </p:nvSpPr>
        <p:spPr>
          <a:xfrm>
            <a:off x="1697636" y="1462082"/>
            <a:ext cx="5748727" cy="2005212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When He comes, our glorious King; All His ransomed home to bring; </a:t>
            </a:r>
            <a:endParaRPr lang="en-US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Then anew this song we’ll sing; 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Halleluiah! what a Saviour!</a:t>
            </a:r>
          </a:p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7013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Hymn No 116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5049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 Hymn No 116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833188" y="847432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On Calvary’s brow my Savior died</a:t>
            </a:r>
          </a:p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’Twas</a:t>
            </a:r>
            <a:r>
              <a:rPr lang="en-SG" sz="2800" dirty="0">
                <a:latin typeface="Segoe UI"/>
                <a:cs typeface="Segoe UI"/>
              </a:rPr>
              <a:t> there my Lord was crucified;</a:t>
            </a:r>
          </a:p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’Twas</a:t>
            </a:r>
            <a:r>
              <a:rPr lang="en-SG" sz="2800" dirty="0">
                <a:latin typeface="Segoe UI"/>
                <a:cs typeface="Segoe UI"/>
              </a:rPr>
              <a:t> on the cross He bled for me,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And purchased there my pardon free.</a:t>
            </a: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97746-39C8-0AB4-8AF5-583EC6F0B75C}"/>
              </a:ext>
            </a:extLst>
          </p:cNvPr>
          <p:cNvSpPr/>
          <p:nvPr/>
        </p:nvSpPr>
        <p:spPr>
          <a:xfrm>
            <a:off x="1833677" y="2814229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O Calvary! dark Calvary!</a:t>
            </a:r>
          </a:p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Where Jesus shed His blood for me;</a:t>
            </a:r>
          </a:p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O Calvary! blest Calvary!</a:t>
            </a:r>
          </a:p>
          <a:p>
            <a:pPr>
              <a:spcAft>
                <a:spcPts val="400"/>
              </a:spcAft>
            </a:pPr>
            <a:r>
              <a:rPr lang="en-SG" sz="2400" i="1" dirty="0" err="1">
                <a:solidFill>
                  <a:srgbClr val="FF0000"/>
                </a:solidFill>
                <a:latin typeface="Segoe UI"/>
                <a:cs typeface="Segoe UI"/>
              </a:rPr>
              <a:t>’Twas</a:t>
            </a: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 there my Savior died for me.</a:t>
            </a:r>
          </a:p>
        </p:txBody>
      </p:sp>
    </p:spTree>
    <p:extLst>
      <p:ext uri="{BB962C8B-B14F-4D97-AF65-F5344CB8AC3E}">
        <p14:creationId xmlns:p14="http://schemas.microsoft.com/office/powerpoint/2010/main" val="1904304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4FED-C6B7-2013-3A26-1915E3D2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FAAB-F56C-6B2B-F674-C851CFE1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 Hymn No 116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C2575-6323-0291-91A1-5571D94BBF1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9D77F-8DD5-290F-A122-B7DCCFA2C36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CE185B-77E6-C5D2-0BF6-79A669CC412A}"/>
              </a:ext>
            </a:extLst>
          </p:cNvPr>
          <p:cNvSpPr/>
          <p:nvPr/>
        </p:nvSpPr>
        <p:spPr>
          <a:xfrm>
            <a:off x="1833188" y="847432"/>
            <a:ext cx="6049123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’Mid rending rocks and darkening skies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My Savior bows His head and dies;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The opening veil reveals the way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To heaven’s joy and endless day.</a:t>
            </a: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F7B7D-B8AD-C3C3-7352-D291337C2631}"/>
              </a:ext>
            </a:extLst>
          </p:cNvPr>
          <p:cNvSpPr/>
          <p:nvPr/>
        </p:nvSpPr>
        <p:spPr>
          <a:xfrm>
            <a:off x="1833677" y="2814229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O Calvary! dark Calvary!</a:t>
            </a:r>
          </a:p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Where Jesus shed His blood for me;</a:t>
            </a:r>
          </a:p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O Calvary! blest Calvary!</a:t>
            </a:r>
          </a:p>
          <a:p>
            <a:pPr>
              <a:spcAft>
                <a:spcPts val="400"/>
              </a:spcAft>
            </a:pPr>
            <a:r>
              <a:rPr lang="en-SG" sz="2400" i="1" dirty="0" err="1">
                <a:solidFill>
                  <a:srgbClr val="FF0000"/>
                </a:solidFill>
                <a:latin typeface="Segoe UI"/>
                <a:cs typeface="Segoe UI"/>
              </a:rPr>
              <a:t>’Twas</a:t>
            </a: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 there my Savior died for me.</a:t>
            </a:r>
          </a:p>
        </p:txBody>
      </p:sp>
    </p:spTree>
    <p:extLst>
      <p:ext uri="{BB962C8B-B14F-4D97-AF65-F5344CB8AC3E}">
        <p14:creationId xmlns:p14="http://schemas.microsoft.com/office/powerpoint/2010/main" val="3291974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D6A8-618A-3AA3-A9AE-776033C8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0B56-9BD2-D4E0-C02F-D2CC2F72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 Hymn No 116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1C681-6CF0-5692-09F2-BBB9AC8E2BC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F33A5-A4BF-7E3B-143A-62F629A8384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439425-CA79-831D-71A3-81E570265C82}"/>
              </a:ext>
            </a:extLst>
          </p:cNvPr>
          <p:cNvSpPr/>
          <p:nvPr/>
        </p:nvSpPr>
        <p:spPr>
          <a:xfrm>
            <a:off x="1833188" y="847432"/>
            <a:ext cx="6286350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 Jesus, Lord, how can it be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That Thou shouldst give Thy life for me,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To bear the cross and agony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In that dread hour on Calvary!</a:t>
            </a: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07ACF-3FFD-44C4-0986-828164614B80}"/>
              </a:ext>
            </a:extLst>
          </p:cNvPr>
          <p:cNvSpPr/>
          <p:nvPr/>
        </p:nvSpPr>
        <p:spPr>
          <a:xfrm>
            <a:off x="1833677" y="2814229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O Calvary! dark Calvary!</a:t>
            </a:r>
          </a:p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Where Jesus shed His blood for me;</a:t>
            </a:r>
          </a:p>
          <a:p>
            <a:pPr>
              <a:spcAft>
                <a:spcPts val="400"/>
              </a:spcAft>
            </a:pP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O Calvary! blest Calvary!</a:t>
            </a:r>
          </a:p>
          <a:p>
            <a:pPr>
              <a:spcAft>
                <a:spcPts val="400"/>
              </a:spcAft>
            </a:pPr>
            <a:r>
              <a:rPr lang="en-SG" sz="2400" i="1" dirty="0" err="1">
                <a:solidFill>
                  <a:srgbClr val="FF0000"/>
                </a:solidFill>
                <a:latin typeface="Segoe UI"/>
                <a:cs typeface="Segoe UI"/>
              </a:rPr>
              <a:t>’Twas</a:t>
            </a:r>
            <a:r>
              <a:rPr lang="en-SG" sz="2400" i="1" dirty="0">
                <a:solidFill>
                  <a:srgbClr val="FF0000"/>
                </a:solidFill>
                <a:latin typeface="Segoe UI"/>
                <a:cs typeface="Segoe UI"/>
              </a:rPr>
              <a:t> there my Savior died for me.</a:t>
            </a:r>
          </a:p>
        </p:txBody>
      </p:sp>
    </p:spTree>
    <p:extLst>
      <p:ext uri="{BB962C8B-B14F-4D97-AF65-F5344CB8AC3E}">
        <p14:creationId xmlns:p14="http://schemas.microsoft.com/office/powerpoint/2010/main" val="2222851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139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7486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139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1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229870" y="767828"/>
            <a:ext cx="8684259" cy="430887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Beneath the Cross of Jesus;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I fain would take my stand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The shadow of a mighty Rock;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Within a weary Land</a:t>
            </a:r>
          </a:p>
          <a:p>
            <a:pPr>
              <a:spcAft>
                <a:spcPts val="400"/>
              </a:spcAft>
              <a:defRPr/>
            </a:pP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 home within the wilderness,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 rest up on the way;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From the burning of the noon tide heat;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And the burden of the day. </a:t>
            </a:r>
            <a:endParaRPr lang="en-S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784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ECE9-7206-DF8D-2082-6A591A35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93C5-CAAB-3280-917A-F361075B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139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3BF00-AB9C-CCA8-D142-4B0C96D6CC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33C12-4795-BAB5-E30B-B888D2DCF2E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2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EFA9A-795A-9F86-E478-7E73E1AF758B}"/>
              </a:ext>
            </a:extLst>
          </p:cNvPr>
          <p:cNvSpPr/>
          <p:nvPr/>
        </p:nvSpPr>
        <p:spPr>
          <a:xfrm>
            <a:off x="229870" y="767828"/>
            <a:ext cx="8684259" cy="43806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O safe and happy shelter,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O refuge tried and sweet; 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O trysting place where Heaven’s love;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And Heaven’s justice meet !</a:t>
            </a:r>
          </a:p>
          <a:p>
            <a:pPr>
              <a:spcAft>
                <a:spcPts val="400"/>
              </a:spcAft>
              <a:defRPr/>
            </a:pPr>
            <a:endParaRPr lang="en-SG" sz="28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As to the Holy Patriarch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That wondrous dream was </a:t>
            </a:r>
            <a:r>
              <a:rPr lang="en-SG" sz="2800" dirty="0" err="1">
                <a:solidFill>
                  <a:prstClr val="black"/>
                </a:solidFill>
                <a:latin typeface="Segoe UI"/>
                <a:cs typeface="Segoe UI"/>
              </a:rPr>
              <a:t>giv’n</a:t>
            </a: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. </a:t>
            </a: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So seems my Saviour’s cross to me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 ladder up to Heav’n</a:t>
            </a:r>
            <a:endParaRPr lang="en-S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007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5233-FD2E-8588-1423-AA7C0EAD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4D1E-1A2F-2085-A744-508DE7E0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139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9480F-14EF-30A5-EA59-9FC484FF666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81CB8-7537-4D5B-D88A-2376ADA0E9F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3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A10F0-75B8-5057-DE9D-480637F5E2FE}"/>
              </a:ext>
            </a:extLst>
          </p:cNvPr>
          <p:cNvSpPr/>
          <p:nvPr/>
        </p:nvSpPr>
        <p:spPr>
          <a:xfrm>
            <a:off x="229870" y="767828"/>
            <a:ext cx="8684259" cy="43806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There lies beneath its shadow;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But on the farther side;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The darkness of an awful grave;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That gapes both deep and wide!</a:t>
            </a:r>
          </a:p>
          <a:p>
            <a:pPr>
              <a:spcAft>
                <a:spcPts val="400"/>
              </a:spcAft>
              <a:defRPr/>
            </a:pPr>
            <a:endParaRPr lang="en-SG" sz="28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And there between us stands the Cross!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Two arms </a:t>
            </a:r>
            <a:r>
              <a:rPr lang="en-SG" sz="2800" dirty="0" err="1">
                <a:solidFill>
                  <a:prstClr val="black"/>
                </a:solidFill>
                <a:latin typeface="Segoe UI"/>
                <a:cs typeface="Segoe UI"/>
              </a:rPr>
              <a:t>outstretch’d</a:t>
            </a: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 to save;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Like a watchman set to guard the way;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From that eternal grave!</a:t>
            </a:r>
            <a:endParaRPr lang="en-S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605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1B7E-8309-6ABE-9F31-EC7F38EF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7A40-EFEA-3B76-C4F6-EB4B7F95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139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4741D-CC4B-A162-2042-47AC30654A0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A874C-698D-F06A-7214-88AD893963F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4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53D2C-DC7A-1072-CFDD-D6DECCC27395}"/>
              </a:ext>
            </a:extLst>
          </p:cNvPr>
          <p:cNvSpPr/>
          <p:nvPr/>
        </p:nvSpPr>
        <p:spPr>
          <a:xfrm>
            <a:off x="229870" y="767828"/>
            <a:ext cx="8684259" cy="43806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Upon that Cross of Jesus!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Mine eye at times can see,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The very dying Form of One,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Who suffered there for me!</a:t>
            </a:r>
          </a:p>
          <a:p>
            <a:pPr>
              <a:spcAft>
                <a:spcPts val="400"/>
              </a:spcAft>
              <a:defRPr/>
            </a:pPr>
            <a:endParaRPr lang="en-SG" sz="28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And from my smitten heart, with tears,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Two wonders- I confess;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The wonder of His glorious love,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And my own worthlessness!</a:t>
            </a:r>
            <a:endParaRPr lang="en-S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227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AE3B7-7F0F-9BD4-988B-3BA7B56D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AECA-6A83-C02B-B83B-03A77593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139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B4C2F-71E3-A017-7758-64D83F4617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45D5A-DFCB-413A-4878-F84B42AC4AB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5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83FC8-5673-D2DB-73AC-D15011759ABF}"/>
              </a:ext>
            </a:extLst>
          </p:cNvPr>
          <p:cNvSpPr/>
          <p:nvPr/>
        </p:nvSpPr>
        <p:spPr>
          <a:xfrm>
            <a:off x="229870" y="767828"/>
            <a:ext cx="8684259" cy="43806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I take, O Cross Thy shadow;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For my abiding place;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I ask no other sunshine than;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The sunshine of His Face. </a:t>
            </a:r>
          </a:p>
          <a:p>
            <a:pPr>
              <a:spcAft>
                <a:spcPts val="400"/>
              </a:spcAft>
              <a:defRPr/>
            </a:pPr>
            <a:endParaRPr lang="en-SG" sz="28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Content to let the world go by,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To know no gain nor loss-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My sinful self my only shame,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My glory all the Cross</a:t>
            </a:r>
            <a:endParaRPr lang="en-SG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354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I am not worthy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4083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420B-AF3C-D9A0-9CFF-768B218C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326F-6E57-CF97-3509-074B4BDD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I’m not worthy</a:t>
            </a:r>
            <a:endParaRPr lang="en-SG" dirty="0"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AFBA6-C895-7868-69E1-28EFB8DBAA82}"/>
              </a:ext>
            </a:extLst>
          </p:cNvPr>
          <p:cNvSpPr/>
          <p:nvPr/>
        </p:nvSpPr>
        <p:spPr>
          <a:xfrm>
            <a:off x="807098" y="748692"/>
            <a:ext cx="7301974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I am not worthy, Holy Lord,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that thou shouldst come to me;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Speak but the word; one gracious word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Can set the sinner free.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E208C-2702-C902-257D-FCEED9B63A0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3</a:t>
            </a:r>
          </a:p>
        </p:txBody>
      </p:sp>
    </p:spTree>
    <p:extLst>
      <p:ext uri="{BB962C8B-B14F-4D97-AF65-F5344CB8AC3E}">
        <p14:creationId xmlns:p14="http://schemas.microsoft.com/office/powerpoint/2010/main" val="82669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C85C-1A2F-50EF-5C40-5DE13009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D703-2584-5E1A-309E-E9E1C766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I’m not worthy</a:t>
            </a:r>
            <a:endParaRPr lang="en-SG" dirty="0"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9745D-9C46-A425-AF02-5C7A2A59FBA6}"/>
              </a:ext>
            </a:extLst>
          </p:cNvPr>
          <p:cNvSpPr/>
          <p:nvPr/>
        </p:nvSpPr>
        <p:spPr>
          <a:xfrm>
            <a:off x="807098" y="748692"/>
            <a:ext cx="7301974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I am not worthy; cold and bare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The lodging of my soul;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How canst thou deign to enter there?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Lord, speak, and make me whole.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11BAD-233F-09F6-D26B-20B52A5DB7AC}"/>
              </a:ext>
            </a:extLst>
          </p:cNvPr>
          <p:cNvSpPr txBox="1"/>
          <p:nvPr/>
        </p:nvSpPr>
        <p:spPr>
          <a:xfrm>
            <a:off x="4563836" y="4772473"/>
            <a:ext cx="4580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3</a:t>
            </a:r>
          </a:p>
        </p:txBody>
      </p:sp>
    </p:spTree>
    <p:extLst>
      <p:ext uri="{BB962C8B-B14F-4D97-AF65-F5344CB8AC3E}">
        <p14:creationId xmlns:p14="http://schemas.microsoft.com/office/powerpoint/2010/main" val="141499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A2FB5-542C-5D56-A8CD-D4F6EABA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CC00-DA49-4264-4166-F2284DBA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I’m not worthy</a:t>
            </a:r>
            <a:endParaRPr lang="en-SG" dirty="0"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F5C308-6FDE-050B-7A55-63AE17FD8BB5}"/>
              </a:ext>
            </a:extLst>
          </p:cNvPr>
          <p:cNvSpPr/>
          <p:nvPr/>
        </p:nvSpPr>
        <p:spPr>
          <a:xfrm>
            <a:off x="807098" y="748692"/>
            <a:ext cx="7301974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I am not worthy; yet, my God,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How can I say thee nay;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/>
                <a:cs typeface="Segoe UI"/>
              </a:rPr>
              <a:t>Thee, who didst give thy flesh and blood</a:t>
            </a:r>
          </a:p>
          <a:p>
            <a:pPr algn="ctr">
              <a:spcAft>
                <a:spcPts val="400"/>
              </a:spcAft>
            </a:pPr>
            <a:r>
              <a:rPr lang="en-US" sz="2800">
                <a:latin typeface="Segoe UI"/>
                <a:cs typeface="Segoe UI"/>
              </a:rPr>
              <a:t>My </a:t>
            </a:r>
            <a:r>
              <a:rPr lang="en-US" sz="2800" dirty="0">
                <a:latin typeface="Segoe UI"/>
                <a:cs typeface="Segoe UI"/>
              </a:rPr>
              <a:t>ransom price to pay?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2020D-924D-EBBE-4B78-8452A1744B76}"/>
              </a:ext>
            </a:extLst>
          </p:cNvPr>
          <p:cNvSpPr txBox="1"/>
          <p:nvPr/>
        </p:nvSpPr>
        <p:spPr>
          <a:xfrm>
            <a:off x="7438118" y="4834028"/>
            <a:ext cx="4580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Communion 5 : 3 of 3</a:t>
            </a:r>
          </a:p>
        </p:txBody>
      </p:sp>
    </p:spTree>
    <p:extLst>
      <p:ext uri="{BB962C8B-B14F-4D97-AF65-F5344CB8AC3E}">
        <p14:creationId xmlns:p14="http://schemas.microsoft.com/office/powerpoint/2010/main" val="38527151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The Old Rugged Cross (Hymn No 15)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37314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606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The Old Rugged Cross (Hymn No 15)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407964" y="739405"/>
            <a:ext cx="8328073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ea typeface="+mn-lt"/>
                <a:cs typeface="+mn-lt"/>
              </a:rPr>
              <a:t>On a hill far away stood an old rugged cross,</a:t>
            </a:r>
          </a:p>
          <a:p>
            <a:r>
              <a:rPr lang="en-SG" sz="2800" dirty="0">
                <a:ea typeface="+mn-lt"/>
                <a:cs typeface="+mn-lt"/>
              </a:rPr>
              <a:t>the emblem of suffering and shame;</a:t>
            </a:r>
          </a:p>
          <a:p>
            <a:r>
              <a:rPr lang="en-SG" sz="2800" dirty="0">
                <a:ea typeface="+mn-lt"/>
                <a:cs typeface="+mn-lt"/>
              </a:rPr>
              <a:t>and I love that old cross where the dearest and best</a:t>
            </a:r>
          </a:p>
          <a:p>
            <a:r>
              <a:rPr lang="en-SG" sz="2800" dirty="0">
                <a:ea typeface="+mn-lt"/>
                <a:cs typeface="+mn-lt"/>
              </a:rPr>
              <a:t>for a world of lost sinners was slain</a:t>
            </a:r>
          </a:p>
          <a:p>
            <a:endParaRPr lang="en-SG" sz="2800" dirty="0">
              <a:ea typeface="+mn-lt"/>
              <a:cs typeface="+mn-lt"/>
            </a:endParaRP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So I'll cherish the old rugged cross,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till my trophies at last I lay down;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I will cling to the old rugged cross,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and exchange it some day for a crown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31622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4228E-E152-ABC1-FBBA-B6A758E8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FD95-1C3D-F6FE-C420-87F201A8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The Old Rugged Cross (Hymn No 15)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E4107-BAB9-578D-5EE5-B1EC2BA16B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57DB2-B32B-33C5-014C-9E741435F3F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C0158-0027-B8DF-762C-0DC136D2C2B4}"/>
              </a:ext>
            </a:extLst>
          </p:cNvPr>
          <p:cNvSpPr/>
          <p:nvPr/>
        </p:nvSpPr>
        <p:spPr>
          <a:xfrm>
            <a:off x="407964" y="739405"/>
            <a:ext cx="8328073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ea typeface="+mn-lt"/>
                <a:cs typeface="+mn-lt"/>
              </a:rPr>
              <a:t>O that old rugged cross, so despised by the world,</a:t>
            </a:r>
          </a:p>
          <a:p>
            <a:r>
              <a:rPr lang="en-SG" sz="2800" dirty="0">
                <a:ea typeface="+mn-lt"/>
                <a:cs typeface="+mn-lt"/>
              </a:rPr>
              <a:t>has a wondrous attraction for me;</a:t>
            </a:r>
          </a:p>
          <a:p>
            <a:r>
              <a:rPr lang="en-SG" sz="2800" dirty="0">
                <a:ea typeface="+mn-lt"/>
                <a:cs typeface="+mn-lt"/>
              </a:rPr>
              <a:t>for the dear Lamb of God left his glory above</a:t>
            </a:r>
          </a:p>
          <a:p>
            <a:r>
              <a:rPr lang="en-SG" sz="2800" dirty="0">
                <a:ea typeface="+mn-lt"/>
                <a:cs typeface="+mn-lt"/>
              </a:rPr>
              <a:t>to bear it to dark Calvary</a:t>
            </a:r>
          </a:p>
          <a:p>
            <a:endParaRPr lang="en-SG" sz="2800" dirty="0">
              <a:ea typeface="+mn-lt"/>
              <a:cs typeface="+mn-lt"/>
            </a:endParaRP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So I'll cherish the old rugged cross,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till my trophies at last I lay down;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I will cling to the old rugged cross,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and exchange it some day for a crown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244657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7A40B-97B8-BECF-C17F-C476626B2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EC31-B7B4-BAE4-729D-E14FD09A1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The Old Rugged Cross (Hymn No 15)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C6C72-AC4B-054C-E4E7-6FFAE1ADED9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51850-0B0F-97FE-3104-42D204D5443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1EC50F-EFB2-F8CC-0E54-1265350C6A13}"/>
              </a:ext>
            </a:extLst>
          </p:cNvPr>
          <p:cNvSpPr/>
          <p:nvPr/>
        </p:nvSpPr>
        <p:spPr>
          <a:xfrm>
            <a:off x="407964" y="739405"/>
            <a:ext cx="8328073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ea typeface="+mn-lt"/>
                <a:cs typeface="+mn-lt"/>
              </a:rPr>
              <a:t>In that old rugged cross, stained with blood so divine, </a:t>
            </a:r>
          </a:p>
          <a:p>
            <a:r>
              <a:rPr lang="en-SG" sz="2800" dirty="0">
                <a:ea typeface="+mn-lt"/>
                <a:cs typeface="+mn-lt"/>
              </a:rPr>
              <a:t>a wondrous beauty I see,</a:t>
            </a:r>
          </a:p>
          <a:p>
            <a:r>
              <a:rPr lang="en-SG" sz="2800" dirty="0">
                <a:ea typeface="+mn-lt"/>
                <a:cs typeface="+mn-lt"/>
              </a:rPr>
              <a:t>for 'twas on that old cross Jesus suffered and died,</a:t>
            </a:r>
          </a:p>
          <a:p>
            <a:r>
              <a:rPr lang="en-SG" sz="2800" dirty="0">
                <a:ea typeface="+mn-lt"/>
                <a:cs typeface="+mn-lt"/>
              </a:rPr>
              <a:t>to pardon and sanctify me. </a:t>
            </a:r>
          </a:p>
          <a:p>
            <a:endParaRPr lang="en-SG" sz="2800" dirty="0">
              <a:ea typeface="+mn-lt"/>
              <a:cs typeface="+mn-lt"/>
            </a:endParaRP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So I'll cherish the old rugged cross,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till my trophies at last I lay down;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I will cling to the old rugged cross,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and exchange it some day for a crown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4197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F9D0-6292-5E95-F408-09A9D933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DD6C-DECB-CC3E-7910-8E048B86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The Old </a:t>
            </a:r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Rugged Cross (Hymn No 15)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5B8CB-BA4B-FAF5-F49A-D86F589788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D162F-975C-4B0B-55E7-2EE18F2A2E1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E2A98B-6BB5-0617-73BF-79315F9B71C3}"/>
              </a:ext>
            </a:extLst>
          </p:cNvPr>
          <p:cNvSpPr/>
          <p:nvPr/>
        </p:nvSpPr>
        <p:spPr>
          <a:xfrm>
            <a:off x="407964" y="739405"/>
            <a:ext cx="8328073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ea typeface="+mn-lt"/>
                <a:cs typeface="+mn-lt"/>
              </a:rPr>
              <a:t>To that old rugged cross I will ever be true,</a:t>
            </a:r>
          </a:p>
          <a:p>
            <a:r>
              <a:rPr lang="en-SG" sz="2800" dirty="0">
                <a:ea typeface="+mn-lt"/>
                <a:cs typeface="+mn-lt"/>
              </a:rPr>
              <a:t>its shame and reproach gladly bear;</a:t>
            </a:r>
          </a:p>
          <a:p>
            <a:r>
              <a:rPr lang="en-SG" sz="2800" dirty="0">
                <a:ea typeface="+mn-lt"/>
                <a:cs typeface="+mn-lt"/>
              </a:rPr>
              <a:t>then he'll call me some day to my home far away,</a:t>
            </a:r>
          </a:p>
          <a:p>
            <a:r>
              <a:rPr lang="en-SG" sz="2800" dirty="0">
                <a:ea typeface="+mn-lt"/>
                <a:cs typeface="+mn-lt"/>
              </a:rPr>
              <a:t>where his glory forever I'll share.</a:t>
            </a:r>
          </a:p>
          <a:p>
            <a:endParaRPr lang="en-SG" sz="2800" dirty="0">
              <a:ea typeface="+mn-lt"/>
              <a:cs typeface="+mn-lt"/>
            </a:endParaRP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So I'll cherish the old rugged cross,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till my trophies at last I lay down;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I will cling to the old rugged cross,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and exchange it some day for a crown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09371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1202115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GB" i="1" dirty="0">
                <a:solidFill>
                  <a:schemeClr val="bg1"/>
                </a:solidFill>
                <a:latin typeface="Tenorite"/>
              </a:rPr>
              <a:t> </a:t>
            </a:r>
            <a:r>
              <a:rPr lang="en-US" sz="3600" i="1" dirty="0">
                <a:solidFill>
                  <a:schemeClr val="bg1"/>
                </a:solidFill>
                <a:latin typeface="Tenorite"/>
              </a:rPr>
              <a:t>The day Thou </a:t>
            </a:r>
            <a:r>
              <a:rPr lang="en-US" sz="3600" i="1" dirty="0" err="1">
                <a:solidFill>
                  <a:schemeClr val="bg1"/>
                </a:solidFill>
                <a:latin typeface="Tenorite"/>
              </a:rPr>
              <a:t>gavest</a:t>
            </a:r>
            <a:r>
              <a:rPr lang="en-US" sz="3600" i="1" dirty="0">
                <a:solidFill>
                  <a:schemeClr val="bg1"/>
                </a:solidFill>
                <a:latin typeface="Tenorite"/>
              </a:rPr>
              <a:t>, Lord is ended</a:t>
            </a:r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2974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 dirty="0">
                <a:effectLst/>
                <a:latin typeface="Segoe UI"/>
                <a:ea typeface="Calibri"/>
                <a:cs typeface="Segoe UI"/>
              </a:rPr>
              <a:t> The day Thou </a:t>
            </a:r>
            <a:r>
              <a:rPr lang="en-GB" dirty="0" err="1">
                <a:effectLst/>
                <a:latin typeface="Segoe UI"/>
                <a:ea typeface="Calibri"/>
                <a:cs typeface="Segoe UI"/>
              </a:rPr>
              <a:t>gavest</a:t>
            </a:r>
            <a:r>
              <a:rPr lang="en-GB" dirty="0">
                <a:latin typeface="Segoe UI"/>
                <a:ea typeface="Calibri"/>
                <a:cs typeface="Segoe UI"/>
              </a:rPr>
              <a:t>,</a:t>
            </a:r>
            <a:r>
              <a:rPr lang="en-GB" dirty="0">
                <a:effectLst/>
                <a:latin typeface="Segoe UI"/>
                <a:ea typeface="Calibri"/>
                <a:cs typeface="Segoe UI"/>
              </a:rPr>
              <a:t> Lord, is ended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527218" y="895493"/>
            <a:ext cx="7698657" cy="180049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SG" sz="2400" dirty="0"/>
              <a:t>The day thou </a:t>
            </a:r>
            <a:r>
              <a:rPr lang="en-SG" sz="2400" dirty="0" err="1"/>
              <a:t>gavest</a:t>
            </a:r>
            <a:r>
              <a:rPr lang="en-SG" sz="2400" dirty="0"/>
              <a:t>, Lord, is ended</a:t>
            </a:r>
          </a:p>
          <a:p>
            <a:pPr>
              <a:spcAft>
                <a:spcPts val="600"/>
              </a:spcAft>
            </a:pPr>
            <a:r>
              <a:rPr lang="en-SG" sz="2400" dirty="0"/>
              <a:t>The darkness falls at Thy behest</a:t>
            </a:r>
          </a:p>
          <a:p>
            <a:pPr>
              <a:spcAft>
                <a:spcPts val="600"/>
              </a:spcAft>
            </a:pPr>
            <a:r>
              <a:rPr lang="en-SG" sz="2400" dirty="0"/>
              <a:t>To thee our morning hymns ascended</a:t>
            </a:r>
          </a:p>
          <a:p>
            <a:pPr>
              <a:spcAft>
                <a:spcPts val="600"/>
              </a:spcAft>
            </a:pPr>
            <a:r>
              <a:rPr lang="en-SG" sz="2400" dirty="0"/>
              <a:t>Thy praise shall sanctify our rest.</a:t>
            </a:r>
            <a:endParaRPr lang="en-SG" sz="2400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Hymn : 1 of 1</a:t>
            </a:r>
          </a:p>
        </p:txBody>
      </p:sp>
    </p:spTree>
    <p:extLst>
      <p:ext uri="{BB962C8B-B14F-4D97-AF65-F5344CB8AC3E}">
        <p14:creationId xmlns:p14="http://schemas.microsoft.com/office/powerpoint/2010/main" val="2846149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1948</Words>
  <Application>Microsoft Office PowerPoint</Application>
  <PresentationFormat>On-screen Show (16:9)</PresentationFormat>
  <Paragraphs>301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Office Theme</vt:lpstr>
      <vt:lpstr>1_Office Theme</vt:lpstr>
      <vt:lpstr>4_Office Theme</vt:lpstr>
      <vt:lpstr>5_Office Theme</vt:lpstr>
      <vt:lpstr>PowerPoint Presentation</vt:lpstr>
      <vt:lpstr>PowerPoint Presentation</vt:lpstr>
      <vt:lpstr>Opening Hymn - Go to Dark Gethsemane</vt:lpstr>
      <vt:lpstr>Opening Hymn - Go to Dark Gethsemane</vt:lpstr>
      <vt:lpstr>Opening Hymn - Go to Dark Gethsemane</vt:lpstr>
      <vt:lpstr>PowerPoint Presentation</vt:lpstr>
      <vt:lpstr>PowerPoint Presentation</vt:lpstr>
      <vt:lpstr>Offertory – Great High Priest, we view Thee stooping</vt:lpstr>
      <vt:lpstr>Offertory – Great High Priest, we view Thee stooping</vt:lpstr>
      <vt:lpstr>Offertory – Great High Priest, we view Thee stooping</vt:lpstr>
      <vt:lpstr>PowerPoint Presentation</vt:lpstr>
      <vt:lpstr>PowerPoint Presentation</vt:lpstr>
      <vt:lpstr>Confession – I’m not worthy</vt:lpstr>
      <vt:lpstr>PowerPoint Presentation</vt:lpstr>
      <vt:lpstr>Holy Communion – Song No 132</vt:lpstr>
      <vt:lpstr>Holy Communion – Song No 132</vt:lpstr>
      <vt:lpstr>Holy Communion – Song No 132</vt:lpstr>
      <vt:lpstr>Holy Communion – Song No 132</vt:lpstr>
      <vt:lpstr>Holy Communion – Song No 132</vt:lpstr>
      <vt:lpstr>Holy Communion – Song No 102</vt:lpstr>
      <vt:lpstr>Holy Communion –Song No 102</vt:lpstr>
      <vt:lpstr>Holy Communion –Song No 102</vt:lpstr>
      <vt:lpstr>Holy Communion –Song No 102</vt:lpstr>
      <vt:lpstr>Holy Communion –Song No 102</vt:lpstr>
      <vt:lpstr>Holy Communion –Song No 102</vt:lpstr>
      <vt:lpstr>Holy Communion – Hymn No 116</vt:lpstr>
      <vt:lpstr>Holy Communion –  Hymn No 116</vt:lpstr>
      <vt:lpstr>Holy Communion –  Hymn No 116</vt:lpstr>
      <vt:lpstr>Holy Communion –  Hymn No 116</vt:lpstr>
      <vt:lpstr>Holy Communion – Song No 139</vt:lpstr>
      <vt:lpstr>Holy Communion – Song No 139</vt:lpstr>
      <vt:lpstr>Holy Communion – Song No 139</vt:lpstr>
      <vt:lpstr>Holy Communion – Song No 139</vt:lpstr>
      <vt:lpstr>Holy Communion – Song No 139</vt:lpstr>
      <vt:lpstr>Holy Communion – Song No 139</vt:lpstr>
      <vt:lpstr>Holy Communion – I am not worthy</vt:lpstr>
      <vt:lpstr>Holy Communion – I’m not worthy</vt:lpstr>
      <vt:lpstr>Holy Communion – I’m not worthy</vt:lpstr>
      <vt:lpstr>Holy Communion – I’m not worthy</vt:lpstr>
      <vt:lpstr>Holy Communion – The Old Rugged Cross (Hymn No 15)</vt:lpstr>
      <vt:lpstr>Holy Communion – The Old Rugged Cross (Hymn No 15)</vt:lpstr>
      <vt:lpstr>Holy Communion – The Old Rugged Cross (Hymn No 15)</vt:lpstr>
      <vt:lpstr>Holy Communion – The Old Rugged Cross (Hymn No 15)</vt:lpstr>
      <vt:lpstr>Holy Communion – The Old Rugged Cross (Hymn No 15)</vt:lpstr>
      <vt:lpstr>PowerPoint Presentation</vt:lpstr>
      <vt:lpstr>PowerPoint Presentation</vt:lpstr>
      <vt:lpstr>Closing Hymn –  The day Thou gavest, Lord, is ended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23</cp:revision>
  <dcterms:created xsi:type="dcterms:W3CDTF">2020-09-02T02:55:07Z</dcterms:created>
  <dcterms:modified xsi:type="dcterms:W3CDTF">2025-04-17T04:45:28Z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