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87"/>
  </p:notesMasterIdLst>
  <p:sldIdLst>
    <p:sldId id="811" r:id="rId7"/>
    <p:sldId id="813" r:id="rId8"/>
    <p:sldId id="859" r:id="rId9"/>
    <p:sldId id="1472" r:id="rId10"/>
    <p:sldId id="1473" r:id="rId11"/>
    <p:sldId id="1474" r:id="rId12"/>
    <p:sldId id="1298" r:id="rId13"/>
    <p:sldId id="821" r:id="rId14"/>
    <p:sldId id="851" r:id="rId15"/>
    <p:sldId id="1320" r:id="rId16"/>
    <p:sldId id="1318" r:id="rId17"/>
    <p:sldId id="822" r:id="rId18"/>
    <p:sldId id="1393" r:id="rId19"/>
    <p:sldId id="1431" r:id="rId20"/>
    <p:sldId id="1432" r:id="rId21"/>
    <p:sldId id="1433" r:id="rId22"/>
    <p:sldId id="1436" r:id="rId23"/>
    <p:sldId id="1324" r:id="rId24"/>
    <p:sldId id="823" r:id="rId25"/>
    <p:sldId id="824" r:id="rId26"/>
    <p:sldId id="1277" r:id="rId27"/>
    <p:sldId id="825" r:id="rId28"/>
    <p:sldId id="1388" r:id="rId29"/>
    <p:sldId id="1438" r:id="rId30"/>
    <p:sldId id="1439" r:id="rId31"/>
    <p:sldId id="1440" r:id="rId32"/>
    <p:sldId id="1441" r:id="rId33"/>
    <p:sldId id="949" r:id="rId34"/>
    <p:sldId id="1401" r:id="rId35"/>
    <p:sldId id="1442" r:id="rId36"/>
    <p:sldId id="1443" r:id="rId37"/>
    <p:sldId id="1405" r:id="rId38"/>
    <p:sldId id="1406" r:id="rId39"/>
    <p:sldId id="1447" r:id="rId40"/>
    <p:sldId id="1448" r:id="rId41"/>
    <p:sldId id="1449" r:id="rId42"/>
    <p:sldId id="1450" r:id="rId43"/>
    <p:sldId id="1451" r:id="rId44"/>
    <p:sldId id="1452" r:id="rId45"/>
    <p:sldId id="1453" r:id="rId46"/>
    <p:sldId id="1411" r:id="rId47"/>
    <p:sldId id="1412" r:id="rId48"/>
    <p:sldId id="1456" r:id="rId49"/>
    <p:sldId id="1457" r:id="rId50"/>
    <p:sldId id="1458" r:id="rId51"/>
    <p:sldId id="1459" r:id="rId52"/>
    <p:sldId id="1460" r:id="rId53"/>
    <p:sldId id="1461" r:id="rId54"/>
    <p:sldId id="1462" r:id="rId55"/>
    <p:sldId id="1416" r:id="rId56"/>
    <p:sldId id="1465" r:id="rId57"/>
    <p:sldId id="1466" r:id="rId58"/>
    <p:sldId id="1421" r:id="rId59"/>
    <p:sldId id="1422" r:id="rId60"/>
    <p:sldId id="1468" r:id="rId61"/>
    <p:sldId id="1469" r:id="rId62"/>
    <p:sldId id="1470" r:id="rId63"/>
    <p:sldId id="1475" r:id="rId64"/>
    <p:sldId id="1476" r:id="rId65"/>
    <p:sldId id="1477" r:id="rId66"/>
    <p:sldId id="1478" r:id="rId67"/>
    <p:sldId id="1479" r:id="rId68"/>
    <p:sldId id="1480" r:id="rId69"/>
    <p:sldId id="1481" r:id="rId70"/>
    <p:sldId id="1482" r:id="rId71"/>
    <p:sldId id="1483" r:id="rId72"/>
    <p:sldId id="1484" r:id="rId73"/>
    <p:sldId id="1485" r:id="rId74"/>
    <p:sldId id="1486" r:id="rId75"/>
    <p:sldId id="1487" r:id="rId76"/>
    <p:sldId id="1488" r:id="rId77"/>
    <p:sldId id="1489" r:id="rId78"/>
    <p:sldId id="1490" r:id="rId79"/>
    <p:sldId id="1491" r:id="rId80"/>
    <p:sldId id="1492" r:id="rId81"/>
    <p:sldId id="1259" r:id="rId82"/>
    <p:sldId id="820" r:id="rId83"/>
    <p:sldId id="1201" r:id="rId84"/>
    <p:sldId id="858" r:id="rId85"/>
    <p:sldId id="829" r:id="rId86"/>
  </p:sldIdLst>
  <p:sldSz cx="9144000" cy="5143500" type="screen16x9"/>
  <p:notesSz cx="6858000" cy="9144000"/>
  <p:custDataLst>
    <p:tags r:id="rId8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7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53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commentAuthors" Target="commentAuthor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90" Type="http://schemas.openxmlformats.org/officeDocument/2006/relationships/presProps" Target="presProps.xml"/><Relationship Id="rId95" Type="http://schemas.microsoft.com/office/2018/10/relationships/authors" Target="authors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tags" Target="tags/tag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A71BBDB2-591F-2D44-A27E-5F3E7F11D910}"/>
    <pc:docChg chg="modSld">
      <pc:chgData name="Rosmin Elsa" userId="8f13a6be4da41318" providerId="LiveId" clId="{A71BBDB2-591F-2D44-A27E-5F3E7F11D910}" dt="2024-04-27T06:14:28.701" v="37" actId="20577"/>
      <pc:docMkLst>
        <pc:docMk/>
      </pc:docMkLst>
      <pc:sldChg chg="modSp">
        <pc:chgData name="Rosmin Elsa" userId="8f13a6be4da41318" providerId="LiveId" clId="{A71BBDB2-591F-2D44-A27E-5F3E7F11D910}" dt="2024-04-27T06:14:28.701" v="37" actId="20577"/>
        <pc:sldMkLst>
          <pc:docMk/>
          <pc:sldMk cId="3585569336" sldId="825"/>
        </pc:sldMkLst>
        <pc:spChg chg="mod">
          <ac:chgData name="Rosmin Elsa" userId="8f13a6be4da41318" providerId="LiveId" clId="{A71BBDB2-591F-2D44-A27E-5F3E7F11D910}" dt="2024-04-27T06:14:28.701" v="37" actId="20577"/>
          <ac:spMkLst>
            <pc:docMk/>
            <pc:sldMk cId="3585569336" sldId="825"/>
            <ac:spMk id="2" creationId="{1B06CDC2-E50A-3116-E465-B97E39BC940D}"/>
          </ac:spMkLst>
        </pc:spChg>
      </pc:sldChg>
    </pc:docChg>
  </pc:docChgLst>
  <pc:docChgLst>
    <pc:chgData name="Rosmin Elsa" userId="8f13a6be4da41318" providerId="LiveId" clId="{E6E7E803-9CD3-4DE8-BD35-43F453DF3774}"/>
    <pc:docChg chg="undo redo custSel addSld delSld modSld modMainMaster">
      <pc:chgData name="Rosmin Elsa" userId="8f13a6be4da41318" providerId="LiveId" clId="{E6E7E803-9CD3-4DE8-BD35-43F453DF3774}" dt="2024-04-26T09:34:21.167" v="1433" actId="2696"/>
      <pc:docMkLst>
        <pc:docMk/>
      </pc:docMkLst>
      <pc:sldChg chg="modSp mod">
        <pc:chgData name="Rosmin Elsa" userId="8f13a6be4da41318" providerId="LiveId" clId="{E6E7E803-9CD3-4DE8-BD35-43F453DF3774}" dt="2024-04-23T07:56:13.887" v="302" actId="20577"/>
        <pc:sldMkLst>
          <pc:docMk/>
          <pc:sldMk cId="4206118844" sldId="811"/>
        </pc:sldMkLst>
        <pc:spChg chg="mod">
          <ac:chgData name="Rosmin Elsa" userId="8f13a6be4da41318" providerId="LiveId" clId="{E6E7E803-9CD3-4DE8-BD35-43F453DF3774}" dt="2024-04-23T07:56:13.887" v="302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E6E7E803-9CD3-4DE8-BD35-43F453DF3774}" dt="2024-04-23T00:44:27.062" v="31" actId="20577"/>
        <pc:sldMkLst>
          <pc:docMk/>
          <pc:sldMk cId="717388547" sldId="813"/>
        </pc:sldMkLst>
        <pc:spChg chg="mod">
          <ac:chgData name="Rosmin Elsa" userId="8f13a6be4da41318" providerId="LiveId" clId="{E6E7E803-9CD3-4DE8-BD35-43F453DF3774}" dt="2024-04-23T00:44:27.062" v="3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" userId="8f13a6be4da41318" providerId="LiveId" clId="{E6E7E803-9CD3-4DE8-BD35-43F453DF3774}" dt="2024-04-23T00:51:19.392" v="92" actId="20577"/>
        <pc:sldMkLst>
          <pc:docMk/>
          <pc:sldMk cId="3717493800" sldId="821"/>
        </pc:sldMkLst>
        <pc:spChg chg="mod">
          <ac:chgData name="Rosmin Elsa" userId="8f13a6be4da41318" providerId="LiveId" clId="{E6E7E803-9CD3-4DE8-BD35-43F453DF3774}" dt="2024-04-23T00:51:19.392" v="92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E6E7E803-9CD3-4DE8-BD35-43F453DF3774}" dt="2024-04-23T09:50:03.050" v="1340" actId="120"/>
        <pc:sldMkLst>
          <pc:docMk/>
          <pc:sldMk cId="140346443" sldId="822"/>
        </pc:sldMkLst>
        <pc:spChg chg="mod">
          <ac:chgData name="Rosmin Elsa" userId="8f13a6be4da41318" providerId="LiveId" clId="{E6E7E803-9CD3-4DE8-BD35-43F453DF3774}" dt="2024-04-23T09:50:03.050" v="1340" actId="120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" userId="8f13a6be4da41318" providerId="LiveId" clId="{E6E7E803-9CD3-4DE8-BD35-43F453DF3774}" dt="2024-04-23T01:06:41.201" v="274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" userId="8f13a6be4da41318" providerId="LiveId" clId="{E6E7E803-9CD3-4DE8-BD35-43F453DF3774}" dt="2024-04-23T09:45:00.205" v="1325" actId="5793"/>
        <pc:sldMkLst>
          <pc:docMk/>
          <pc:sldMk cId="4027535716" sldId="829"/>
        </pc:sldMkLst>
        <pc:spChg chg="mod">
          <ac:chgData name="Rosmin Elsa" userId="8f13a6be4da41318" providerId="LiveId" clId="{E6E7E803-9CD3-4DE8-BD35-43F453DF3774}" dt="2024-04-23T09:45:00.205" v="1325" actId="5793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" userId="8f13a6be4da41318" providerId="LiveId" clId="{E6E7E803-9CD3-4DE8-BD35-43F453DF3774}" dt="2024-04-23T09:48:38.819" v="1336" actId="20577"/>
        <pc:sldMkLst>
          <pc:docMk/>
          <pc:sldMk cId="2771250690" sldId="851"/>
        </pc:sldMkLst>
        <pc:spChg chg="mod">
          <ac:chgData name="Rosmin Elsa" userId="8f13a6be4da41318" providerId="LiveId" clId="{E6E7E803-9CD3-4DE8-BD35-43F453DF3774}" dt="2024-04-23T09:48:38.819" v="1336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" userId="8f13a6be4da41318" providerId="LiveId" clId="{E6E7E803-9CD3-4DE8-BD35-43F453DF3774}" dt="2024-04-23T09:44:08.461" v="1318" actId="6549"/>
        <pc:sldMkLst>
          <pc:docMk/>
          <pc:sldMk cId="3441406009" sldId="858"/>
        </pc:sldMkLst>
        <pc:spChg chg="mod">
          <ac:chgData name="Rosmin Elsa" userId="8f13a6be4da41318" providerId="LiveId" clId="{E6E7E803-9CD3-4DE8-BD35-43F453DF3774}" dt="2024-04-23T09:44:08.461" v="1318" actId="6549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E6E7E803-9CD3-4DE8-BD35-43F453DF3774}" dt="2024-04-23T09:46:36.451" v="1328" actId="20577"/>
        <pc:sldMkLst>
          <pc:docMk/>
          <pc:sldMk cId="2137578366" sldId="859"/>
        </pc:sldMkLst>
        <pc:spChg chg="mod">
          <ac:chgData name="Rosmin Elsa" userId="8f13a6be4da41318" providerId="LiveId" clId="{E6E7E803-9CD3-4DE8-BD35-43F453DF3774}" dt="2024-04-23T00:44:39.904" v="45" actId="20577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" userId="8f13a6be4da41318" providerId="LiveId" clId="{E6E7E803-9CD3-4DE8-BD35-43F453DF3774}" dt="2024-04-23T09:46:36.451" v="1328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" userId="8f13a6be4da41318" providerId="LiveId" clId="{E6E7E803-9CD3-4DE8-BD35-43F453DF3774}" dt="2024-04-23T08:14:44.781" v="501"/>
        <pc:sldMkLst>
          <pc:docMk/>
          <pc:sldMk cId="1416329417" sldId="949"/>
        </pc:sldMkLst>
        <pc:spChg chg="mod">
          <ac:chgData name="Rosmin Elsa" userId="8f13a6be4da41318" providerId="LiveId" clId="{E6E7E803-9CD3-4DE8-BD35-43F453DF3774}" dt="2024-04-23T08:14:44.781" v="501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E6E7E803-9CD3-4DE8-BD35-43F453DF3774}" dt="2024-04-23T09:43:18.574" v="1314" actId="20577"/>
        <pc:sldMkLst>
          <pc:docMk/>
          <pc:sldMk cId="1180184608" sldId="1201"/>
        </pc:sldMkLst>
        <pc:spChg chg="mod">
          <ac:chgData name="Rosmin Elsa" userId="8f13a6be4da41318" providerId="LiveId" clId="{E6E7E803-9CD3-4DE8-BD35-43F453DF3774}" dt="2024-04-23T09:43:18.574" v="1314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E6E7E803-9CD3-4DE8-BD35-43F453DF3774}" dt="2024-04-23T09:25:17.348" v="1103" actId="20577"/>
        <pc:sldMkLst>
          <pc:docMk/>
          <pc:sldMk cId="430881365" sldId="1259"/>
        </pc:sldMkLst>
        <pc:spChg chg="mod">
          <ac:chgData name="Rosmin Elsa" userId="8f13a6be4da41318" providerId="LiveId" clId="{E6E7E803-9CD3-4DE8-BD35-43F453DF3774}" dt="2024-04-23T09:25:17.348" v="1103" actId="20577"/>
          <ac:spMkLst>
            <pc:docMk/>
            <pc:sldMk cId="430881365" sldId="1259"/>
            <ac:spMk id="2" creationId="{ED5B6446-DF9C-BA6E-B41E-1CD580FE87A5}"/>
          </ac:spMkLst>
        </pc:spChg>
      </pc:sldChg>
      <pc:sldChg chg="modSp mod">
        <pc:chgData name="Rosmin Elsa" userId="8f13a6be4da41318" providerId="LiveId" clId="{E6E7E803-9CD3-4DE8-BD35-43F453DF3774}" dt="2024-04-23T08:03:57.334" v="394" actId="20577"/>
        <pc:sldMkLst>
          <pc:docMk/>
          <pc:sldMk cId="858007124" sldId="1277"/>
        </pc:sldMkLst>
        <pc:spChg chg="mod">
          <ac:chgData name="Rosmin Elsa" userId="8f13a6be4da41318" providerId="LiveId" clId="{E6E7E803-9CD3-4DE8-BD35-43F453DF3774}" dt="2024-04-23T08:03:57.334" v="394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E6E7E803-9CD3-4DE8-BD35-43F453DF3774}" dt="2024-04-23T08:01:58.118" v="325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E6E7E803-9CD3-4DE8-BD35-43F453DF3774}" dt="2024-04-23T07:56:25.928" v="303"/>
        <pc:sldMkLst>
          <pc:docMk/>
          <pc:sldMk cId="1672910874" sldId="1298"/>
        </pc:sldMkLst>
        <pc:spChg chg="mod">
          <ac:chgData name="Rosmin Elsa" userId="8f13a6be4da41318" providerId="LiveId" clId="{E6E7E803-9CD3-4DE8-BD35-43F453DF3774}" dt="2024-04-23T07:56:25.928" v="303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" userId="8f13a6be4da41318" providerId="LiveId" clId="{E6E7E803-9CD3-4DE8-BD35-43F453DF3774}" dt="2024-04-23T00:55:07.948" v="129" actId="20577"/>
        <pc:sldMkLst>
          <pc:docMk/>
          <pc:sldMk cId="1217883548" sldId="1318"/>
        </pc:sldMkLst>
        <pc:spChg chg="mod">
          <ac:chgData name="Rosmin Elsa" userId="8f13a6be4da41318" providerId="LiveId" clId="{E6E7E803-9CD3-4DE8-BD35-43F453DF3774}" dt="2024-04-23T00:55:07.948" v="129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E6E7E803-9CD3-4DE8-BD35-43F453DF3774}" dt="2024-04-23T00:54:32.845" v="123"/>
        <pc:sldMkLst>
          <pc:docMk/>
          <pc:sldMk cId="180396868" sldId="1320"/>
        </pc:sldMkLst>
        <pc:spChg chg="mod">
          <ac:chgData name="Rosmin Elsa" userId="8f13a6be4da41318" providerId="LiveId" clId="{E6E7E803-9CD3-4DE8-BD35-43F453DF3774}" dt="2024-04-23T00:54:32.845" v="123"/>
          <ac:spMkLst>
            <pc:docMk/>
            <pc:sldMk cId="180396868" sldId="1320"/>
            <ac:spMk id="3" creationId="{B9ACC418-9BFA-F946-DA5B-A680A2EBDFAC}"/>
          </ac:spMkLst>
        </pc:spChg>
      </pc:sldChg>
      <pc:sldChg chg="modSp mod">
        <pc:chgData name="Rosmin Elsa" userId="8f13a6be4da41318" providerId="LiveId" clId="{E6E7E803-9CD3-4DE8-BD35-43F453DF3774}" dt="2024-04-23T08:04:39.549" v="401"/>
        <pc:sldMkLst>
          <pc:docMk/>
          <pc:sldMk cId="4765592" sldId="1388"/>
        </pc:sldMkLst>
        <pc:spChg chg="mod">
          <ac:chgData name="Rosmin Elsa" userId="8f13a6be4da41318" providerId="LiveId" clId="{E6E7E803-9CD3-4DE8-BD35-43F453DF3774}" dt="2024-04-23T08:04:39.549" v="401"/>
          <ac:spMkLst>
            <pc:docMk/>
            <pc:sldMk cId="4765592" sldId="1388"/>
            <ac:spMk id="2" creationId="{00000000-0000-0000-0000-000000000000}"/>
          </ac:spMkLst>
        </pc:spChg>
      </pc:sldChg>
      <pc:sldChg chg="addSp delSp modSp mod">
        <pc:chgData name="Rosmin Elsa" userId="8f13a6be4da41318" providerId="LiveId" clId="{E6E7E803-9CD3-4DE8-BD35-43F453DF3774}" dt="2024-04-23T09:50:14.421" v="1341" actId="6549"/>
        <pc:sldMkLst>
          <pc:docMk/>
          <pc:sldMk cId="2938291084" sldId="1393"/>
        </pc:sldMkLst>
        <pc:spChg chg="mod">
          <ac:chgData name="Rosmin Elsa" userId="8f13a6be4da41318" providerId="LiveId" clId="{E6E7E803-9CD3-4DE8-BD35-43F453DF3774}" dt="2024-04-23T09:50:14.421" v="1341" actId="6549"/>
          <ac:spMkLst>
            <pc:docMk/>
            <pc:sldMk cId="2938291084" sldId="1393"/>
            <ac:spMk id="3" creationId="{DFD3087A-542A-9E8A-2F04-286C1B72B61A}"/>
          </ac:spMkLst>
        </pc:spChg>
        <pc:spChg chg="add mod">
          <ac:chgData name="Rosmin Elsa" userId="8f13a6be4da41318" providerId="LiveId" clId="{E6E7E803-9CD3-4DE8-BD35-43F453DF3774}" dt="2024-04-23T01:07:34.307" v="281"/>
          <ac:spMkLst>
            <pc:docMk/>
            <pc:sldMk cId="2938291084" sldId="1393"/>
            <ac:spMk id="4" creationId="{4E35CA57-1D36-210C-B0EC-31A97327CC9B}"/>
          </ac:spMkLst>
        </pc:spChg>
        <pc:spChg chg="mod">
          <ac:chgData name="Rosmin Elsa" userId="8f13a6be4da41318" providerId="LiveId" clId="{E6E7E803-9CD3-4DE8-BD35-43F453DF3774}" dt="2024-04-23T01:06:45.041" v="275" actId="20577"/>
          <ac:spMkLst>
            <pc:docMk/>
            <pc:sldMk cId="2938291084" sldId="1393"/>
            <ac:spMk id="6" creationId="{B48AEF40-D79D-77F3-773C-095D81075E36}"/>
          </ac:spMkLst>
        </pc:spChg>
        <pc:spChg chg="del">
          <ac:chgData name="Rosmin Elsa" userId="8f13a6be4da41318" providerId="LiveId" clId="{E6E7E803-9CD3-4DE8-BD35-43F453DF3774}" dt="2024-04-23T01:07:33.807" v="280" actId="478"/>
          <ac:spMkLst>
            <pc:docMk/>
            <pc:sldMk cId="2938291084" sldId="1393"/>
            <ac:spMk id="7" creationId="{1E034DBB-D11D-E8BD-DFC3-703615F257C6}"/>
          </ac:spMkLst>
        </pc:spChg>
        <pc:picChg chg="add mod">
          <ac:chgData name="Rosmin Elsa" userId="8f13a6be4da41318" providerId="LiveId" clId="{E6E7E803-9CD3-4DE8-BD35-43F453DF3774}" dt="2024-04-23T01:07:34.307" v="281"/>
          <ac:picMkLst>
            <pc:docMk/>
            <pc:sldMk cId="2938291084" sldId="1393"/>
            <ac:picMk id="5" creationId="{B7E526FD-9EF8-E1B1-FC5E-86BC7D2113DB}"/>
          </ac:picMkLst>
        </pc:picChg>
        <pc:picChg chg="del">
          <ac:chgData name="Rosmin Elsa" userId="8f13a6be4da41318" providerId="LiveId" clId="{E6E7E803-9CD3-4DE8-BD35-43F453DF3774}" dt="2024-04-23T01:07:33.807" v="280" actId="478"/>
          <ac:picMkLst>
            <pc:docMk/>
            <pc:sldMk cId="2938291084" sldId="1393"/>
            <ac:picMk id="9" creationId="{4BC5C584-7550-42C0-5176-232FC90F0FD6}"/>
          </ac:picMkLst>
        </pc:picChg>
      </pc:sldChg>
      <pc:sldChg chg="addSp delSp modSp mod">
        <pc:chgData name="Rosmin Elsa" userId="8f13a6be4da41318" providerId="LiveId" clId="{E6E7E803-9CD3-4DE8-BD35-43F453DF3774}" dt="2024-04-23T08:23:02.795" v="595" actId="20577"/>
        <pc:sldMkLst>
          <pc:docMk/>
          <pc:sldMk cId="1106683896" sldId="1401"/>
        </pc:sldMkLst>
        <pc:spChg chg="add mod">
          <ac:chgData name="Rosmin Elsa" userId="8f13a6be4da41318" providerId="LiveId" clId="{E6E7E803-9CD3-4DE8-BD35-43F453DF3774}" dt="2024-04-23T08:22:26.295" v="593" actId="20577"/>
          <ac:spMkLst>
            <pc:docMk/>
            <pc:sldMk cId="1106683896" sldId="1401"/>
            <ac:spMk id="2" creationId="{2FB4ADB4-769D-C111-11EA-F3AB77001A6A}"/>
          </ac:spMkLst>
        </pc:spChg>
        <pc:spChg chg="mod">
          <ac:chgData name="Rosmin Elsa" userId="8f13a6be4da41318" providerId="LiveId" clId="{E6E7E803-9CD3-4DE8-BD35-43F453DF3774}" dt="2024-04-23T08:23:02.795" v="595" actId="20577"/>
          <ac:spMkLst>
            <pc:docMk/>
            <pc:sldMk cId="1106683896" sldId="1401"/>
            <ac:spMk id="5" creationId="{D15CBCA4-8279-49A0-BDA5-8F1C3F65A437}"/>
          </ac:spMkLst>
        </pc:spChg>
        <pc:spChg chg="del">
          <ac:chgData name="Rosmin Elsa" userId="8f13a6be4da41318" providerId="LiveId" clId="{E6E7E803-9CD3-4DE8-BD35-43F453DF3774}" dt="2024-04-23T08:18:15.322" v="509" actId="478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E6E7E803-9CD3-4DE8-BD35-43F453DF3774}" dt="2024-04-23T08:14:02.447" v="491" actId="20577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" userId="8f13a6be4da41318" providerId="LiveId" clId="{E6E7E803-9CD3-4DE8-BD35-43F453DF3774}" dt="2024-04-23T08:23:30.358" v="598"/>
        <pc:sldMkLst>
          <pc:docMk/>
          <pc:sldMk cId="902618935" sldId="1405"/>
        </pc:sldMkLst>
        <pc:spChg chg="mod">
          <ac:chgData name="Rosmin Elsa" userId="8f13a6be4da41318" providerId="LiveId" clId="{E6E7E803-9CD3-4DE8-BD35-43F453DF3774}" dt="2024-04-23T08:23:30.358" v="598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" userId="8f13a6be4da41318" providerId="LiveId" clId="{E6E7E803-9CD3-4DE8-BD35-43F453DF3774}" dt="2024-04-23T08:36:29.772" v="757" actId="6549"/>
        <pc:sldMkLst>
          <pc:docMk/>
          <pc:sldMk cId="2653113592" sldId="1406"/>
        </pc:sldMkLst>
        <pc:spChg chg="mod">
          <ac:chgData name="Rosmin Elsa" userId="8f13a6be4da41318" providerId="LiveId" clId="{E6E7E803-9CD3-4DE8-BD35-43F453DF3774}" dt="2024-04-23T08:35:46.961" v="744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" userId="8f13a6be4da41318" providerId="LiveId" clId="{E6E7E803-9CD3-4DE8-BD35-43F453DF3774}" dt="2024-04-23T08:36:29.772" v="757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E6E7E803-9CD3-4DE8-BD35-43F453DF3774}" dt="2024-04-23T08:23:37.421" v="599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" userId="8f13a6be4da41318" providerId="LiveId" clId="{E6E7E803-9CD3-4DE8-BD35-43F453DF3774}" dt="2024-04-23T08:38:00.516" v="758"/>
        <pc:sldMkLst>
          <pc:docMk/>
          <pc:sldMk cId="3838587995" sldId="1411"/>
        </pc:sldMkLst>
        <pc:spChg chg="mod">
          <ac:chgData name="Rosmin Elsa" userId="8f13a6be4da41318" providerId="LiveId" clId="{E6E7E803-9CD3-4DE8-BD35-43F453DF3774}" dt="2024-04-23T08:38:00.516" v="758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E6E7E803-9CD3-4DE8-BD35-43F453DF3774}" dt="2024-04-23T09:54:08.292" v="1355" actId="122"/>
        <pc:sldMkLst>
          <pc:docMk/>
          <pc:sldMk cId="2332149466" sldId="1412"/>
        </pc:sldMkLst>
        <pc:spChg chg="mod">
          <ac:chgData name="Rosmin Elsa" userId="8f13a6be4da41318" providerId="LiveId" clId="{E6E7E803-9CD3-4DE8-BD35-43F453DF3774}" dt="2024-04-23T09:54:08.292" v="1355" actId="122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" userId="8f13a6be4da41318" providerId="LiveId" clId="{E6E7E803-9CD3-4DE8-BD35-43F453DF3774}" dt="2024-04-23T08:38:03.851" v="759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" userId="8f13a6be4da41318" providerId="LiveId" clId="{E6E7E803-9CD3-4DE8-BD35-43F453DF3774}" dt="2024-04-23T09:06:01.800" v="866" actId="20577"/>
        <pc:sldMkLst>
          <pc:docMk/>
          <pc:sldMk cId="3790543259" sldId="1416"/>
        </pc:sldMkLst>
        <pc:spChg chg="mod">
          <ac:chgData name="Rosmin Elsa" userId="8f13a6be4da41318" providerId="LiveId" clId="{E6E7E803-9CD3-4DE8-BD35-43F453DF3774}" dt="2024-04-23T09:06:01.800" v="866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" userId="8f13a6be4da41318" providerId="LiveId" clId="{E6E7E803-9CD3-4DE8-BD35-43F453DF3774}" dt="2024-04-23T09:14:29.492" v="916"/>
        <pc:sldMkLst>
          <pc:docMk/>
          <pc:sldMk cId="2647958562" sldId="1421"/>
        </pc:sldMkLst>
        <pc:spChg chg="mod">
          <ac:chgData name="Rosmin Elsa" userId="8f13a6be4da41318" providerId="LiveId" clId="{E6E7E803-9CD3-4DE8-BD35-43F453DF3774}" dt="2024-04-23T09:14:29.492" v="916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" userId="8f13a6be4da41318" providerId="LiveId" clId="{E6E7E803-9CD3-4DE8-BD35-43F453DF3774}" dt="2024-04-23T09:55:36.992" v="1366" actId="122"/>
        <pc:sldMkLst>
          <pc:docMk/>
          <pc:sldMk cId="2370185204" sldId="1422"/>
        </pc:sldMkLst>
        <pc:spChg chg="mod">
          <ac:chgData name="Rosmin Elsa" userId="8f13a6be4da41318" providerId="LiveId" clId="{E6E7E803-9CD3-4DE8-BD35-43F453DF3774}" dt="2024-04-23T09:23:23.062" v="1085" actId="20577"/>
          <ac:spMkLst>
            <pc:docMk/>
            <pc:sldMk cId="2370185204" sldId="1422"/>
            <ac:spMk id="5" creationId="{D15CBCA4-8279-49A0-BDA5-8F1C3F65A437}"/>
          </ac:spMkLst>
        </pc:spChg>
        <pc:spChg chg="mod">
          <ac:chgData name="Rosmin Elsa" userId="8f13a6be4da41318" providerId="LiveId" clId="{E6E7E803-9CD3-4DE8-BD35-43F453DF3774}" dt="2024-04-23T09:55:36.992" v="1366" actId="122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" userId="8f13a6be4da41318" providerId="LiveId" clId="{E6E7E803-9CD3-4DE8-BD35-43F453DF3774}" dt="2024-04-23T09:14:32.230" v="917"/>
          <ac:spMkLst>
            <pc:docMk/>
            <pc:sldMk cId="2370185204" sldId="1422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E6E7E803-9CD3-4DE8-BD35-43F453DF3774}" dt="2024-04-23T09:50:20.084" v="1342" actId="120"/>
        <pc:sldMkLst>
          <pc:docMk/>
          <pc:sldMk cId="511152044" sldId="1431"/>
        </pc:sldMkLst>
        <pc:spChg chg="add mod">
          <ac:chgData name="Rosmin Elsa" userId="8f13a6be4da41318" providerId="LiveId" clId="{E6E7E803-9CD3-4DE8-BD35-43F453DF3774}" dt="2024-04-23T09:50:20.084" v="1342" actId="120"/>
          <ac:spMkLst>
            <pc:docMk/>
            <pc:sldMk cId="511152044" sldId="1431"/>
            <ac:spMk id="3" creationId="{17961661-CC89-FB42-945A-66C188099699}"/>
          </ac:spMkLst>
        </pc:spChg>
        <pc:spChg chg="del">
          <ac:chgData name="Rosmin Elsa" userId="8f13a6be4da41318" providerId="LiveId" clId="{E6E7E803-9CD3-4DE8-BD35-43F453DF3774}" dt="2024-04-23T01:01:01.012" v="212" actId="478"/>
          <ac:spMkLst>
            <pc:docMk/>
            <pc:sldMk cId="511152044" sldId="1431"/>
            <ac:spMk id="4" creationId="{4AAC9441-58C4-0675-DBDB-7021135F31E8}"/>
          </ac:spMkLst>
        </pc:spChg>
        <pc:spChg chg="mod">
          <ac:chgData name="Rosmin Elsa" userId="8f13a6be4da41318" providerId="LiveId" clId="{E6E7E803-9CD3-4DE8-BD35-43F453DF3774}" dt="2024-04-23T01:06:48.814" v="276" actId="20577"/>
          <ac:spMkLst>
            <pc:docMk/>
            <pc:sldMk cId="511152044" sldId="1431"/>
            <ac:spMk id="6" creationId="{53BAF3B4-00AF-A8C5-2B9D-7AF1E7CD042C}"/>
          </ac:spMkLst>
        </pc:spChg>
      </pc:sldChg>
      <pc:sldChg chg="addSp delSp modSp mod">
        <pc:chgData name="Rosmin Elsa" userId="8f13a6be4da41318" providerId="LiveId" clId="{E6E7E803-9CD3-4DE8-BD35-43F453DF3774}" dt="2024-04-23T09:50:24.485" v="1343" actId="6549"/>
        <pc:sldMkLst>
          <pc:docMk/>
          <pc:sldMk cId="2958737754" sldId="1432"/>
        </pc:sldMkLst>
        <pc:spChg chg="del">
          <ac:chgData name="Rosmin Elsa" userId="8f13a6be4da41318" providerId="LiveId" clId="{E6E7E803-9CD3-4DE8-BD35-43F453DF3774}" dt="2024-04-23T01:04:12.201" v="243" actId="478"/>
          <ac:spMkLst>
            <pc:docMk/>
            <pc:sldMk cId="2958737754" sldId="1432"/>
            <ac:spMk id="3" creationId="{68AAB59A-FD91-226E-DFC4-E7CBB2BCC4B1}"/>
          </ac:spMkLst>
        </pc:spChg>
        <pc:spChg chg="add mod">
          <ac:chgData name="Rosmin Elsa" userId="8f13a6be4da41318" providerId="LiveId" clId="{E6E7E803-9CD3-4DE8-BD35-43F453DF3774}" dt="2024-04-23T09:50:24.485" v="1343" actId="6549"/>
          <ac:spMkLst>
            <pc:docMk/>
            <pc:sldMk cId="2958737754" sldId="1432"/>
            <ac:spMk id="4" creationId="{9ADC52CC-B70B-EA8B-02C2-65F41B112A21}"/>
          </ac:spMkLst>
        </pc:spChg>
        <pc:spChg chg="add del mod">
          <ac:chgData name="Rosmin Elsa" userId="8f13a6be4da41318" providerId="LiveId" clId="{E6E7E803-9CD3-4DE8-BD35-43F453DF3774}" dt="2024-04-23T01:07:45.429" v="285" actId="478"/>
          <ac:spMkLst>
            <pc:docMk/>
            <pc:sldMk cId="2958737754" sldId="1432"/>
            <ac:spMk id="5" creationId="{95127716-7695-0657-AB2E-CB6C2848229B}"/>
          </ac:spMkLst>
        </pc:spChg>
        <pc:spChg chg="mod">
          <ac:chgData name="Rosmin Elsa" userId="8f13a6be4da41318" providerId="LiveId" clId="{E6E7E803-9CD3-4DE8-BD35-43F453DF3774}" dt="2024-04-23T01:06:51.502" v="277" actId="20577"/>
          <ac:spMkLst>
            <pc:docMk/>
            <pc:sldMk cId="2958737754" sldId="1432"/>
            <ac:spMk id="6" creationId="{609A587E-4C9D-427D-6C53-ECDB6441261D}"/>
          </ac:spMkLst>
        </pc:spChg>
        <pc:spChg chg="del">
          <ac:chgData name="Rosmin Elsa" userId="8f13a6be4da41318" providerId="LiveId" clId="{E6E7E803-9CD3-4DE8-BD35-43F453DF3774}" dt="2024-04-23T01:07:38.835" v="283" actId="478"/>
          <ac:spMkLst>
            <pc:docMk/>
            <pc:sldMk cId="2958737754" sldId="1432"/>
            <ac:spMk id="7" creationId="{7FE3933F-7281-14CA-77DB-A8B3C4913FC6}"/>
          </ac:spMkLst>
        </pc:spChg>
        <pc:spChg chg="add mod">
          <ac:chgData name="Rosmin Elsa" userId="8f13a6be4da41318" providerId="LiveId" clId="{E6E7E803-9CD3-4DE8-BD35-43F453DF3774}" dt="2024-04-23T01:07:45.799" v="286"/>
          <ac:spMkLst>
            <pc:docMk/>
            <pc:sldMk cId="2958737754" sldId="1432"/>
            <ac:spMk id="10" creationId="{C41919D8-132E-6C72-5928-18A95E662733}"/>
          </ac:spMkLst>
        </pc:spChg>
        <pc:picChg chg="add del mod">
          <ac:chgData name="Rosmin Elsa" userId="8f13a6be4da41318" providerId="LiveId" clId="{E6E7E803-9CD3-4DE8-BD35-43F453DF3774}" dt="2024-04-23T01:07:45.429" v="285" actId="478"/>
          <ac:picMkLst>
            <pc:docMk/>
            <pc:sldMk cId="2958737754" sldId="1432"/>
            <ac:picMk id="8" creationId="{13022843-33DB-0184-9F6D-7C2A6EBF142B}"/>
          </ac:picMkLst>
        </pc:picChg>
        <pc:picChg chg="del mod">
          <ac:chgData name="Rosmin Elsa" userId="8f13a6be4da41318" providerId="LiveId" clId="{E6E7E803-9CD3-4DE8-BD35-43F453DF3774}" dt="2024-04-23T01:07:38.835" v="283" actId="478"/>
          <ac:picMkLst>
            <pc:docMk/>
            <pc:sldMk cId="2958737754" sldId="1432"/>
            <ac:picMk id="9" creationId="{260A19C8-DE0B-B80B-83BA-B82D67118DA4}"/>
          </ac:picMkLst>
        </pc:picChg>
        <pc:picChg chg="add mod">
          <ac:chgData name="Rosmin Elsa" userId="8f13a6be4da41318" providerId="LiveId" clId="{E6E7E803-9CD3-4DE8-BD35-43F453DF3774}" dt="2024-04-23T01:07:45.799" v="286"/>
          <ac:picMkLst>
            <pc:docMk/>
            <pc:sldMk cId="2958737754" sldId="1432"/>
            <ac:picMk id="11" creationId="{D29364FD-7528-F0A8-32DE-3C8740A216F5}"/>
          </ac:picMkLst>
        </pc:picChg>
      </pc:sldChg>
      <pc:sldChg chg="addSp delSp modSp mod">
        <pc:chgData name="Rosmin Elsa" userId="8f13a6be4da41318" providerId="LiveId" clId="{E6E7E803-9CD3-4DE8-BD35-43F453DF3774}" dt="2024-04-23T09:50:33.572" v="1344" actId="120"/>
        <pc:sldMkLst>
          <pc:docMk/>
          <pc:sldMk cId="1424203554" sldId="1433"/>
        </pc:sldMkLst>
        <pc:spChg chg="add mod">
          <ac:chgData name="Rosmin Elsa" userId="8f13a6be4da41318" providerId="LiveId" clId="{E6E7E803-9CD3-4DE8-BD35-43F453DF3774}" dt="2024-04-23T09:50:33.572" v="1344" actId="120"/>
          <ac:spMkLst>
            <pc:docMk/>
            <pc:sldMk cId="1424203554" sldId="1433"/>
            <ac:spMk id="3" creationId="{F08B95EC-FC0D-F5C5-ADCA-393B4B9B8585}"/>
          </ac:spMkLst>
        </pc:spChg>
        <pc:spChg chg="add mod">
          <ac:chgData name="Rosmin Elsa" userId="8f13a6be4da41318" providerId="LiveId" clId="{E6E7E803-9CD3-4DE8-BD35-43F453DF3774}" dt="2024-04-23T01:07:49.569" v="288"/>
          <ac:spMkLst>
            <pc:docMk/>
            <pc:sldMk cId="1424203554" sldId="1433"/>
            <ac:spMk id="4" creationId="{08E49EB5-653E-E5C2-44FB-FE974F3E5053}"/>
          </ac:spMkLst>
        </pc:spChg>
        <pc:spChg chg="del mod">
          <ac:chgData name="Rosmin Elsa" userId="8f13a6be4da41318" providerId="LiveId" clId="{E6E7E803-9CD3-4DE8-BD35-43F453DF3774}" dt="2024-04-23T01:04:28.694" v="246" actId="478"/>
          <ac:spMkLst>
            <pc:docMk/>
            <pc:sldMk cId="1424203554" sldId="1433"/>
            <ac:spMk id="5" creationId="{1F6A273C-78F2-AFD8-BEC5-B006ED3ABBF0}"/>
          </ac:spMkLst>
        </pc:spChg>
        <pc:spChg chg="mod">
          <ac:chgData name="Rosmin Elsa" userId="8f13a6be4da41318" providerId="LiveId" clId="{E6E7E803-9CD3-4DE8-BD35-43F453DF3774}" dt="2024-04-23T01:06:54.460" v="278" actId="20577"/>
          <ac:spMkLst>
            <pc:docMk/>
            <pc:sldMk cId="1424203554" sldId="1433"/>
            <ac:spMk id="6" creationId="{FB54E20C-F703-16D2-203E-46C6F864A078}"/>
          </ac:spMkLst>
        </pc:spChg>
        <pc:spChg chg="del">
          <ac:chgData name="Rosmin Elsa" userId="8f13a6be4da41318" providerId="LiveId" clId="{E6E7E803-9CD3-4DE8-BD35-43F453DF3774}" dt="2024-04-23T01:07:49.190" v="287" actId="478"/>
          <ac:spMkLst>
            <pc:docMk/>
            <pc:sldMk cId="1424203554" sldId="1433"/>
            <ac:spMk id="7" creationId="{09D270CC-D577-DD00-4778-B4F5EB1A4ECA}"/>
          </ac:spMkLst>
        </pc:spChg>
        <pc:picChg chg="add mod">
          <ac:chgData name="Rosmin Elsa" userId="8f13a6be4da41318" providerId="LiveId" clId="{E6E7E803-9CD3-4DE8-BD35-43F453DF3774}" dt="2024-04-23T01:07:49.569" v="288"/>
          <ac:picMkLst>
            <pc:docMk/>
            <pc:sldMk cId="1424203554" sldId="1433"/>
            <ac:picMk id="8" creationId="{3F9E5F3F-A889-D0BF-72A4-7B277E3FB148}"/>
          </ac:picMkLst>
        </pc:picChg>
        <pc:picChg chg="del">
          <ac:chgData name="Rosmin Elsa" userId="8f13a6be4da41318" providerId="LiveId" clId="{E6E7E803-9CD3-4DE8-BD35-43F453DF3774}" dt="2024-04-23T01:07:49.190" v="287" actId="478"/>
          <ac:picMkLst>
            <pc:docMk/>
            <pc:sldMk cId="1424203554" sldId="1433"/>
            <ac:picMk id="9" creationId="{68954C48-73C2-9CB8-9371-F28D7A2BE15A}"/>
          </ac:picMkLst>
        </pc:picChg>
      </pc:sldChg>
      <pc:sldChg chg="del">
        <pc:chgData name="Rosmin Elsa" userId="8f13a6be4da41318" providerId="LiveId" clId="{E6E7E803-9CD3-4DE8-BD35-43F453DF3774}" dt="2024-04-23T01:05:40.010" v="270" actId="47"/>
        <pc:sldMkLst>
          <pc:docMk/>
          <pc:sldMk cId="338017506" sldId="1434"/>
        </pc:sldMkLst>
      </pc:sldChg>
      <pc:sldChg chg="del">
        <pc:chgData name="Rosmin Elsa" userId="8f13a6be4da41318" providerId="LiveId" clId="{E6E7E803-9CD3-4DE8-BD35-43F453DF3774}" dt="2024-04-23T01:05:40.010" v="270" actId="47"/>
        <pc:sldMkLst>
          <pc:docMk/>
          <pc:sldMk cId="347131704" sldId="1435"/>
        </pc:sldMkLst>
      </pc:sldChg>
      <pc:sldChg chg="addSp delSp modSp mod">
        <pc:chgData name="Rosmin Elsa" userId="8f13a6be4da41318" providerId="LiveId" clId="{E6E7E803-9CD3-4DE8-BD35-43F453DF3774}" dt="2024-04-23T09:50:37.094" v="1345" actId="6549"/>
        <pc:sldMkLst>
          <pc:docMk/>
          <pc:sldMk cId="2428896208" sldId="1436"/>
        </pc:sldMkLst>
        <pc:spChg chg="del">
          <ac:chgData name="Rosmin Elsa" userId="8f13a6be4da41318" providerId="LiveId" clId="{E6E7E803-9CD3-4DE8-BD35-43F453DF3774}" dt="2024-04-23T01:05:31.813" v="268" actId="478"/>
          <ac:spMkLst>
            <pc:docMk/>
            <pc:sldMk cId="2428896208" sldId="1436"/>
            <ac:spMk id="3" creationId="{BB94B021-8B75-25F3-E8B6-912EEA2F46F3}"/>
          </ac:spMkLst>
        </pc:spChg>
        <pc:spChg chg="add mod">
          <ac:chgData name="Rosmin Elsa" userId="8f13a6be4da41318" providerId="LiveId" clId="{E6E7E803-9CD3-4DE8-BD35-43F453DF3774}" dt="2024-04-23T09:50:37.094" v="1345" actId="6549"/>
          <ac:spMkLst>
            <pc:docMk/>
            <pc:sldMk cId="2428896208" sldId="1436"/>
            <ac:spMk id="4" creationId="{CEAF9DCC-F327-89F8-4621-E631A974E712}"/>
          </ac:spMkLst>
        </pc:spChg>
        <pc:spChg chg="add mod">
          <ac:chgData name="Rosmin Elsa" userId="8f13a6be4da41318" providerId="LiveId" clId="{E6E7E803-9CD3-4DE8-BD35-43F453DF3774}" dt="2024-04-23T01:07:53.450" v="290"/>
          <ac:spMkLst>
            <pc:docMk/>
            <pc:sldMk cId="2428896208" sldId="1436"/>
            <ac:spMk id="5" creationId="{C4394586-FEE7-E0B9-553B-E1E08B39A0DE}"/>
          </ac:spMkLst>
        </pc:spChg>
        <pc:spChg chg="mod">
          <ac:chgData name="Rosmin Elsa" userId="8f13a6be4da41318" providerId="LiveId" clId="{E6E7E803-9CD3-4DE8-BD35-43F453DF3774}" dt="2024-04-23T01:06:58.292" v="279" actId="20577"/>
          <ac:spMkLst>
            <pc:docMk/>
            <pc:sldMk cId="2428896208" sldId="1436"/>
            <ac:spMk id="6" creationId="{120FE2C1-B53F-E3D9-5299-045F60CABAF4}"/>
          </ac:spMkLst>
        </pc:spChg>
        <pc:spChg chg="del">
          <ac:chgData name="Rosmin Elsa" userId="8f13a6be4da41318" providerId="LiveId" clId="{E6E7E803-9CD3-4DE8-BD35-43F453DF3774}" dt="2024-04-23T01:07:53.097" v="289" actId="478"/>
          <ac:spMkLst>
            <pc:docMk/>
            <pc:sldMk cId="2428896208" sldId="1436"/>
            <ac:spMk id="7" creationId="{3FAF3A7F-EFF0-B464-BEA0-C2984B8D101B}"/>
          </ac:spMkLst>
        </pc:spChg>
        <pc:picChg chg="add mod">
          <ac:chgData name="Rosmin Elsa" userId="8f13a6be4da41318" providerId="LiveId" clId="{E6E7E803-9CD3-4DE8-BD35-43F453DF3774}" dt="2024-04-23T01:07:53.450" v="290"/>
          <ac:picMkLst>
            <pc:docMk/>
            <pc:sldMk cId="2428896208" sldId="1436"/>
            <ac:picMk id="8" creationId="{2C517057-BBE6-98E4-538B-BA4967C8F96C}"/>
          </ac:picMkLst>
        </pc:picChg>
        <pc:picChg chg="del">
          <ac:chgData name="Rosmin Elsa" userId="8f13a6be4da41318" providerId="LiveId" clId="{E6E7E803-9CD3-4DE8-BD35-43F453DF3774}" dt="2024-04-23T01:07:53.097" v="289" actId="478"/>
          <ac:picMkLst>
            <pc:docMk/>
            <pc:sldMk cId="2428896208" sldId="1436"/>
            <ac:picMk id="9" creationId="{20271437-2CFF-C580-0B6E-E481C9B7AE59}"/>
          </ac:picMkLst>
        </pc:picChg>
      </pc:sldChg>
      <pc:sldChg chg="del">
        <pc:chgData name="Rosmin Elsa" userId="8f13a6be4da41318" providerId="LiveId" clId="{E6E7E803-9CD3-4DE8-BD35-43F453DF3774}" dt="2024-04-23T01:05:40.010" v="270" actId="47"/>
        <pc:sldMkLst>
          <pc:docMk/>
          <pc:sldMk cId="922083306" sldId="1437"/>
        </pc:sldMkLst>
      </pc:sldChg>
      <pc:sldChg chg="addSp delSp modSp mod">
        <pc:chgData name="Rosmin Elsa" userId="8f13a6be4da41318" providerId="LiveId" clId="{E6E7E803-9CD3-4DE8-BD35-43F453DF3774}" dt="2024-04-23T08:05:27.679" v="408"/>
        <pc:sldMkLst>
          <pc:docMk/>
          <pc:sldMk cId="3552461181" sldId="1438"/>
        </pc:sldMkLst>
        <pc:spChg chg="add mod">
          <ac:chgData name="Rosmin Elsa" userId="8f13a6be4da41318" providerId="LiveId" clId="{E6E7E803-9CD3-4DE8-BD35-43F453DF3774}" dt="2024-04-23T08:04:36.284" v="399"/>
          <ac:spMkLst>
            <pc:docMk/>
            <pc:sldMk cId="3552461181" sldId="1438"/>
            <ac:spMk id="2" creationId="{47D0FD50-3443-D47B-2FA0-62E5EC2BFAFA}"/>
          </ac:spMkLst>
        </pc:spChg>
        <pc:spChg chg="add mod">
          <ac:chgData name="Rosmin Elsa" userId="8f13a6be4da41318" providerId="LiveId" clId="{E6E7E803-9CD3-4DE8-BD35-43F453DF3774}" dt="2024-04-23T08:05:27.679" v="408"/>
          <ac:spMkLst>
            <pc:docMk/>
            <pc:sldMk cId="3552461181" sldId="1438"/>
            <ac:spMk id="3" creationId="{595881D3-23A1-8D36-AAD8-B36B81927780}"/>
          </ac:spMkLst>
        </pc:spChg>
        <pc:spChg chg="del">
          <ac:chgData name="Rosmin Elsa" userId="8f13a6be4da41318" providerId="LiveId" clId="{E6E7E803-9CD3-4DE8-BD35-43F453DF3774}" dt="2024-04-23T08:05:27.272" v="407" actId="478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E6E7E803-9CD3-4DE8-BD35-43F453DF3774}" dt="2024-04-23T08:04:47.152" v="403"/>
          <ac:spMkLst>
            <pc:docMk/>
            <pc:sldMk cId="3552461181" sldId="1438"/>
            <ac:spMk id="8" creationId="{006B5B6E-8198-6E5C-6E84-9D75287DF58B}"/>
          </ac:spMkLst>
        </pc:spChg>
      </pc:sldChg>
      <pc:sldChg chg="addSp delSp modSp mod">
        <pc:chgData name="Rosmin Elsa" userId="8f13a6be4da41318" providerId="LiveId" clId="{E6E7E803-9CD3-4DE8-BD35-43F453DF3774}" dt="2024-04-23T08:11:02.530" v="421" actId="20577"/>
        <pc:sldMkLst>
          <pc:docMk/>
          <pc:sldMk cId="1565668377" sldId="1439"/>
        </pc:sldMkLst>
        <pc:spChg chg="add mod">
          <ac:chgData name="Rosmin Elsa" userId="8f13a6be4da41318" providerId="LiveId" clId="{E6E7E803-9CD3-4DE8-BD35-43F453DF3774}" dt="2024-04-23T08:11:02.530" v="421" actId="20577"/>
          <ac:spMkLst>
            <pc:docMk/>
            <pc:sldMk cId="1565668377" sldId="1439"/>
            <ac:spMk id="2" creationId="{3E8D104F-F19A-4DFB-1741-E09C4464A4EE}"/>
          </ac:spMkLst>
        </pc:spChg>
        <pc:spChg chg="del">
          <ac:chgData name="Rosmin Elsa" userId="8f13a6be4da41318" providerId="LiveId" clId="{E6E7E803-9CD3-4DE8-BD35-43F453DF3774}" dt="2024-04-23T08:05:48.147" v="409" actId="478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" userId="8f13a6be4da41318" providerId="LiveId" clId="{E6E7E803-9CD3-4DE8-BD35-43F453DF3774}" dt="2024-04-23T08:04:52.042" v="404"/>
          <ac:spMkLst>
            <pc:docMk/>
            <pc:sldMk cId="1565668377" sldId="1439"/>
            <ac:spMk id="8" creationId="{4BAC8562-D3A9-2F9C-BC47-4C2B3FDE803F}"/>
          </ac:spMkLst>
        </pc:spChg>
      </pc:sldChg>
      <pc:sldChg chg="addSp delSp modSp mod">
        <pc:chgData name="Rosmin Elsa" userId="8f13a6be4da41318" providerId="LiveId" clId="{E6E7E803-9CD3-4DE8-BD35-43F453DF3774}" dt="2024-04-23T08:13:27.934" v="459" actId="27107"/>
        <pc:sldMkLst>
          <pc:docMk/>
          <pc:sldMk cId="2616289819" sldId="1440"/>
        </pc:sldMkLst>
        <pc:spChg chg="add mod">
          <ac:chgData name="Rosmin Elsa" userId="8f13a6be4da41318" providerId="LiveId" clId="{E6E7E803-9CD3-4DE8-BD35-43F453DF3774}" dt="2024-04-23T08:13:27.934" v="459" actId="27107"/>
          <ac:spMkLst>
            <pc:docMk/>
            <pc:sldMk cId="2616289819" sldId="1440"/>
            <ac:spMk id="2" creationId="{D27C5B34-B841-DDC0-2DFC-BE9F819570EA}"/>
          </ac:spMkLst>
        </pc:spChg>
        <pc:spChg chg="del">
          <ac:chgData name="Rosmin Elsa" userId="8f13a6be4da41318" providerId="LiveId" clId="{E6E7E803-9CD3-4DE8-BD35-43F453DF3774}" dt="2024-04-23T08:11:36.790" v="422" actId="478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" userId="8f13a6be4da41318" providerId="LiveId" clId="{E6E7E803-9CD3-4DE8-BD35-43F453DF3774}" dt="2024-04-23T08:05:04.629" v="406"/>
          <ac:spMkLst>
            <pc:docMk/>
            <pc:sldMk cId="2616289819" sldId="1440"/>
            <ac:spMk id="8" creationId="{FD9D0223-DDE2-A728-CEDA-5488160104E8}"/>
          </ac:spMkLst>
        </pc:spChg>
      </pc:sldChg>
      <pc:sldChg chg="addSp delSp modSp mod">
        <pc:chgData name="Rosmin Elsa" userId="8f13a6be4da41318" providerId="LiveId" clId="{E6E7E803-9CD3-4DE8-BD35-43F453DF3774}" dt="2024-04-23T09:53:02.935" v="1351" actId="27107"/>
        <pc:sldMkLst>
          <pc:docMk/>
          <pc:sldMk cId="2067044265" sldId="1441"/>
        </pc:sldMkLst>
        <pc:spChg chg="add mod">
          <ac:chgData name="Rosmin Elsa" userId="8f13a6be4da41318" providerId="LiveId" clId="{E6E7E803-9CD3-4DE8-BD35-43F453DF3774}" dt="2024-04-23T09:53:02.935" v="1351" actId="27107"/>
          <ac:spMkLst>
            <pc:docMk/>
            <pc:sldMk cId="2067044265" sldId="1441"/>
            <ac:spMk id="2" creationId="{EA62A436-D112-B2C0-066E-CD78641D10E6}"/>
          </ac:spMkLst>
        </pc:spChg>
        <pc:spChg chg="del">
          <ac:chgData name="Rosmin Elsa" userId="8f13a6be4da41318" providerId="LiveId" clId="{E6E7E803-9CD3-4DE8-BD35-43F453DF3774}" dt="2024-04-23T08:12:14.582" v="437" actId="478"/>
          <ac:spMkLst>
            <pc:docMk/>
            <pc:sldMk cId="2067044265" sldId="1441"/>
            <ac:spMk id="6" creationId="{648109A3-6683-1D70-4355-307F6E396EE6}"/>
          </ac:spMkLst>
        </pc:spChg>
        <pc:spChg chg="mod">
          <ac:chgData name="Rosmin Elsa" userId="8f13a6be4da41318" providerId="LiveId" clId="{E6E7E803-9CD3-4DE8-BD35-43F453DF3774}" dt="2024-04-23T08:04:57.295" v="405"/>
          <ac:spMkLst>
            <pc:docMk/>
            <pc:sldMk cId="2067044265" sldId="1441"/>
            <ac:spMk id="8" creationId="{A94480F0-5C85-E17D-1A8A-F1B1388870F9}"/>
          </ac:spMkLst>
        </pc:spChg>
      </pc:sldChg>
      <pc:sldChg chg="addSp delSp modSp mod">
        <pc:chgData name="Rosmin Elsa" userId="8f13a6be4da41318" providerId="LiveId" clId="{E6E7E803-9CD3-4DE8-BD35-43F453DF3774}" dt="2024-04-23T08:23:06.617" v="596" actId="20577"/>
        <pc:sldMkLst>
          <pc:docMk/>
          <pc:sldMk cId="2623249776" sldId="1442"/>
        </pc:sldMkLst>
        <pc:spChg chg="add mod">
          <ac:chgData name="Rosmin Elsa" userId="8f13a6be4da41318" providerId="LiveId" clId="{E6E7E803-9CD3-4DE8-BD35-43F453DF3774}" dt="2024-04-23T08:20:42.675" v="563" actId="20577"/>
          <ac:spMkLst>
            <pc:docMk/>
            <pc:sldMk cId="2623249776" sldId="1442"/>
            <ac:spMk id="2" creationId="{1B4C1EB9-2BB8-E0C7-85B5-EBE3457373F9}"/>
          </ac:spMkLst>
        </pc:spChg>
        <pc:spChg chg="mod">
          <ac:chgData name="Rosmin Elsa" userId="8f13a6be4da41318" providerId="LiveId" clId="{E6E7E803-9CD3-4DE8-BD35-43F453DF3774}" dt="2024-04-23T08:23:06.617" v="596" actId="20577"/>
          <ac:spMkLst>
            <pc:docMk/>
            <pc:sldMk cId="2623249776" sldId="1442"/>
            <ac:spMk id="5" creationId="{F3A1A9F0-F0F9-37AD-31A6-86E97ABD9DAD}"/>
          </ac:spMkLst>
        </pc:spChg>
        <pc:spChg chg="del mod">
          <ac:chgData name="Rosmin Elsa" userId="8f13a6be4da41318" providerId="LiveId" clId="{E6E7E803-9CD3-4DE8-BD35-43F453DF3774}" dt="2024-04-23T08:18:55.514" v="514" actId="478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" userId="8f13a6be4da41318" providerId="LiveId" clId="{E6E7E803-9CD3-4DE8-BD35-43F453DF3774}" dt="2024-04-23T08:14:15.643" v="494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" userId="8f13a6be4da41318" providerId="LiveId" clId="{E6E7E803-9CD3-4DE8-BD35-43F453DF3774}" dt="2024-04-25T06:16:08.643" v="1432" actId="20577"/>
        <pc:sldMkLst>
          <pc:docMk/>
          <pc:sldMk cId="637721542" sldId="1443"/>
        </pc:sldMkLst>
        <pc:spChg chg="mod">
          <ac:chgData name="Rosmin Elsa" userId="8f13a6be4da41318" providerId="LiveId" clId="{E6E7E803-9CD3-4DE8-BD35-43F453DF3774}" dt="2024-04-23T08:23:09.496" v="597" actId="20577"/>
          <ac:spMkLst>
            <pc:docMk/>
            <pc:sldMk cId="637721542" sldId="1443"/>
            <ac:spMk id="5" creationId="{E0B62AD4-7852-AF68-5FEF-46892C0A0BE3}"/>
          </ac:spMkLst>
        </pc:spChg>
        <pc:spChg chg="mod">
          <ac:chgData name="Rosmin Elsa" userId="8f13a6be4da41318" providerId="LiveId" clId="{E6E7E803-9CD3-4DE8-BD35-43F453DF3774}" dt="2024-04-25T06:16:08.643" v="1432" actId="20577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" userId="8f13a6be4da41318" providerId="LiveId" clId="{E6E7E803-9CD3-4DE8-BD35-43F453DF3774}" dt="2024-04-23T08:14:20.679" v="495"/>
          <ac:spMkLst>
            <pc:docMk/>
            <pc:sldMk cId="637721542" sldId="1443"/>
            <ac:spMk id="8" creationId="{65BA4930-30DF-D4B4-ADD6-B777DB74DBCD}"/>
          </ac:spMkLst>
        </pc:spChg>
      </pc:sldChg>
      <pc:sldChg chg="modSp del mod">
        <pc:chgData name="Rosmin Elsa" userId="8f13a6be4da41318" providerId="LiveId" clId="{E6E7E803-9CD3-4DE8-BD35-43F453DF3774}" dt="2024-04-23T08:18:38.424" v="511" actId="2696"/>
        <pc:sldMkLst>
          <pc:docMk/>
          <pc:sldMk cId="2967730246" sldId="1444"/>
        </pc:sldMkLst>
        <pc:spChg chg="mod">
          <ac:chgData name="Rosmin Elsa" userId="8f13a6be4da41318" providerId="LiveId" clId="{E6E7E803-9CD3-4DE8-BD35-43F453DF3774}" dt="2024-04-23T08:14:29.398" v="498"/>
          <ac:spMkLst>
            <pc:docMk/>
            <pc:sldMk cId="2967730246" sldId="1444"/>
            <ac:spMk id="8" creationId="{4B20C08D-13B1-4F34-A99E-AF3AC5E49CB3}"/>
          </ac:spMkLst>
        </pc:spChg>
      </pc:sldChg>
      <pc:sldChg chg="modSp del mod">
        <pc:chgData name="Rosmin Elsa" userId="8f13a6be4da41318" providerId="LiveId" clId="{E6E7E803-9CD3-4DE8-BD35-43F453DF3774}" dt="2024-04-23T08:18:38.424" v="511" actId="2696"/>
        <pc:sldMkLst>
          <pc:docMk/>
          <pc:sldMk cId="4131438038" sldId="1445"/>
        </pc:sldMkLst>
        <pc:spChg chg="mod">
          <ac:chgData name="Rosmin Elsa" userId="8f13a6be4da41318" providerId="LiveId" clId="{E6E7E803-9CD3-4DE8-BD35-43F453DF3774}" dt="2024-04-23T08:14:33.417" v="499"/>
          <ac:spMkLst>
            <pc:docMk/>
            <pc:sldMk cId="4131438038" sldId="1445"/>
            <ac:spMk id="8" creationId="{9EA20479-821D-F1BF-5BAF-75D0E2472DF1}"/>
          </ac:spMkLst>
        </pc:spChg>
      </pc:sldChg>
      <pc:sldChg chg="modSp del mod">
        <pc:chgData name="Rosmin Elsa" userId="8f13a6be4da41318" providerId="LiveId" clId="{E6E7E803-9CD3-4DE8-BD35-43F453DF3774}" dt="2024-04-23T08:18:38.424" v="511" actId="2696"/>
        <pc:sldMkLst>
          <pc:docMk/>
          <pc:sldMk cId="3840774424" sldId="1446"/>
        </pc:sldMkLst>
        <pc:spChg chg="mod">
          <ac:chgData name="Rosmin Elsa" userId="8f13a6be4da41318" providerId="LiveId" clId="{E6E7E803-9CD3-4DE8-BD35-43F453DF3774}" dt="2024-04-23T08:14:37.654" v="500"/>
          <ac:spMkLst>
            <pc:docMk/>
            <pc:sldMk cId="3840774424" sldId="1446"/>
            <ac:spMk id="8" creationId="{C7E0E519-EF6F-C114-0D3F-F15BAC2C9B54}"/>
          </ac:spMkLst>
        </pc:spChg>
      </pc:sldChg>
      <pc:sldChg chg="modSp mod">
        <pc:chgData name="Rosmin Elsa" userId="8f13a6be4da41318" providerId="LiveId" clId="{E6E7E803-9CD3-4DE8-BD35-43F453DF3774}" dt="2024-04-23T08:35:43.523" v="743" actId="20577"/>
        <pc:sldMkLst>
          <pc:docMk/>
          <pc:sldMk cId="964970154" sldId="1447"/>
        </pc:sldMkLst>
        <pc:spChg chg="mod">
          <ac:chgData name="Rosmin Elsa" userId="8f13a6be4da41318" providerId="LiveId" clId="{E6E7E803-9CD3-4DE8-BD35-43F453DF3774}" dt="2024-04-23T08:35:43.523" v="743" actId="20577"/>
          <ac:spMkLst>
            <pc:docMk/>
            <pc:sldMk cId="964970154" sldId="1447"/>
            <ac:spMk id="5" creationId="{617E2640-012B-C474-2DF3-489B41ACA35D}"/>
          </ac:spMkLst>
        </pc:spChg>
        <pc:spChg chg="mod">
          <ac:chgData name="Rosmin Elsa" userId="8f13a6be4da41318" providerId="LiveId" clId="{E6E7E803-9CD3-4DE8-BD35-43F453DF3774}" dt="2024-04-23T08:31:53.330" v="670" actId="6549"/>
          <ac:spMkLst>
            <pc:docMk/>
            <pc:sldMk cId="964970154" sldId="1447"/>
            <ac:spMk id="6" creationId="{F258663A-BCB0-38DA-7E9E-2F29455B3444}"/>
          </ac:spMkLst>
        </pc:spChg>
        <pc:spChg chg="mod">
          <ac:chgData name="Rosmin Elsa" userId="8f13a6be4da41318" providerId="LiveId" clId="{E6E7E803-9CD3-4DE8-BD35-43F453DF3774}" dt="2024-04-23T08:24:09.932" v="601" actId="6549"/>
          <ac:spMkLst>
            <pc:docMk/>
            <pc:sldMk cId="964970154" sldId="1447"/>
            <ac:spMk id="13" creationId="{A6D2FB7A-D371-B188-0F99-A7C39EE3059C}"/>
          </ac:spMkLst>
        </pc:spChg>
      </pc:sldChg>
      <pc:sldChg chg="addSp delSp modSp mod">
        <pc:chgData name="Rosmin Elsa" userId="8f13a6be4da41318" providerId="LiveId" clId="{E6E7E803-9CD3-4DE8-BD35-43F453DF3774}" dt="2024-04-23T08:35:39.530" v="742" actId="20577"/>
        <pc:sldMkLst>
          <pc:docMk/>
          <pc:sldMk cId="1494969129" sldId="1448"/>
        </pc:sldMkLst>
        <pc:spChg chg="add mod">
          <ac:chgData name="Rosmin Elsa" userId="8f13a6be4da41318" providerId="LiveId" clId="{E6E7E803-9CD3-4DE8-BD35-43F453DF3774}" dt="2024-04-23T08:31:14.294" v="664" actId="20577"/>
          <ac:spMkLst>
            <pc:docMk/>
            <pc:sldMk cId="1494969129" sldId="1448"/>
            <ac:spMk id="2" creationId="{DB3E5981-5AD4-8E63-F003-F1300D84CE41}"/>
          </ac:spMkLst>
        </pc:spChg>
        <pc:spChg chg="mod">
          <ac:chgData name="Rosmin Elsa" userId="8f13a6be4da41318" providerId="LiveId" clId="{E6E7E803-9CD3-4DE8-BD35-43F453DF3774}" dt="2024-04-23T08:35:39.530" v="742" actId="20577"/>
          <ac:spMkLst>
            <pc:docMk/>
            <pc:sldMk cId="1494969129" sldId="1448"/>
            <ac:spMk id="5" creationId="{10C556C3-ECE9-D7DD-B726-33552398D44D}"/>
          </ac:spMkLst>
        </pc:spChg>
        <pc:spChg chg="del">
          <ac:chgData name="Rosmin Elsa" userId="8f13a6be4da41318" providerId="LiveId" clId="{E6E7E803-9CD3-4DE8-BD35-43F453DF3774}" dt="2024-04-23T08:29:51.557" v="634" actId="478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E6E7E803-9CD3-4DE8-BD35-43F453DF3774}" dt="2024-04-23T08:24:13.387" v="602"/>
          <ac:spMkLst>
            <pc:docMk/>
            <pc:sldMk cId="1494969129" sldId="1448"/>
            <ac:spMk id="13" creationId="{3AA28230-F44B-DC32-A51A-DCC1B67837BD}"/>
          </ac:spMkLst>
        </pc:spChg>
      </pc:sldChg>
      <pc:sldChg chg="addSp delSp modSp mod">
        <pc:chgData name="Rosmin Elsa" userId="8f13a6be4da41318" providerId="LiveId" clId="{E6E7E803-9CD3-4DE8-BD35-43F453DF3774}" dt="2024-04-23T08:35:36.398" v="741" actId="20577"/>
        <pc:sldMkLst>
          <pc:docMk/>
          <pc:sldMk cId="4049472068" sldId="1449"/>
        </pc:sldMkLst>
        <pc:spChg chg="add mod">
          <ac:chgData name="Rosmin Elsa" userId="8f13a6be4da41318" providerId="LiveId" clId="{E6E7E803-9CD3-4DE8-BD35-43F453DF3774}" dt="2024-04-23T08:31:46.678" v="669" actId="6549"/>
          <ac:spMkLst>
            <pc:docMk/>
            <pc:sldMk cId="4049472068" sldId="1449"/>
            <ac:spMk id="2" creationId="{D54F1E3A-0B0B-A120-AB49-E25DA4448823}"/>
          </ac:spMkLst>
        </pc:spChg>
        <pc:spChg chg="mod">
          <ac:chgData name="Rosmin Elsa" userId="8f13a6be4da41318" providerId="LiveId" clId="{E6E7E803-9CD3-4DE8-BD35-43F453DF3774}" dt="2024-04-23T08:35:36.398" v="741" actId="20577"/>
          <ac:spMkLst>
            <pc:docMk/>
            <pc:sldMk cId="4049472068" sldId="1449"/>
            <ac:spMk id="5" creationId="{2C815793-058C-77D8-4C25-4611300EEA4E}"/>
          </ac:spMkLst>
        </pc:spChg>
        <pc:spChg chg="del">
          <ac:chgData name="Rosmin Elsa" userId="8f13a6be4da41318" providerId="LiveId" clId="{E6E7E803-9CD3-4DE8-BD35-43F453DF3774}" dt="2024-04-23T08:31:32.255" v="665" actId="478"/>
          <ac:spMkLst>
            <pc:docMk/>
            <pc:sldMk cId="4049472068" sldId="1449"/>
            <ac:spMk id="6" creationId="{BC9C9A87-EF6D-8164-EFD4-461C51994179}"/>
          </ac:spMkLst>
        </pc:spChg>
        <pc:spChg chg="mod">
          <ac:chgData name="Rosmin Elsa" userId="8f13a6be4da41318" providerId="LiveId" clId="{E6E7E803-9CD3-4DE8-BD35-43F453DF3774}" dt="2024-04-23T08:24:17.501" v="603"/>
          <ac:spMkLst>
            <pc:docMk/>
            <pc:sldMk cId="4049472068" sldId="1449"/>
            <ac:spMk id="13" creationId="{A142B188-AD6D-EEB9-C8DA-15D5F9A67323}"/>
          </ac:spMkLst>
        </pc:spChg>
      </pc:sldChg>
      <pc:sldChg chg="addSp delSp modSp mod">
        <pc:chgData name="Rosmin Elsa" userId="8f13a6be4da41318" providerId="LiveId" clId="{E6E7E803-9CD3-4DE8-BD35-43F453DF3774}" dt="2024-04-23T08:35:32.431" v="740" actId="20577"/>
        <pc:sldMkLst>
          <pc:docMk/>
          <pc:sldMk cId="425986149" sldId="1450"/>
        </pc:sldMkLst>
        <pc:spChg chg="add mod">
          <ac:chgData name="Rosmin Elsa" userId="8f13a6be4da41318" providerId="LiveId" clId="{E6E7E803-9CD3-4DE8-BD35-43F453DF3774}" dt="2024-04-23T08:33:26.350" v="712" actId="20577"/>
          <ac:spMkLst>
            <pc:docMk/>
            <pc:sldMk cId="425986149" sldId="1450"/>
            <ac:spMk id="2" creationId="{84B54A4A-B712-22BF-AF81-24A55F1B00B9}"/>
          </ac:spMkLst>
        </pc:spChg>
        <pc:spChg chg="mod">
          <ac:chgData name="Rosmin Elsa" userId="8f13a6be4da41318" providerId="LiveId" clId="{E6E7E803-9CD3-4DE8-BD35-43F453DF3774}" dt="2024-04-23T08:35:32.431" v="740" actId="20577"/>
          <ac:spMkLst>
            <pc:docMk/>
            <pc:sldMk cId="425986149" sldId="1450"/>
            <ac:spMk id="5" creationId="{13593030-CC76-61CF-F7F5-DC6A9C28DBC7}"/>
          </ac:spMkLst>
        </pc:spChg>
        <pc:spChg chg="del">
          <ac:chgData name="Rosmin Elsa" userId="8f13a6be4da41318" providerId="LiveId" clId="{E6E7E803-9CD3-4DE8-BD35-43F453DF3774}" dt="2024-04-23T08:32:06.321" v="671" actId="478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E6E7E803-9CD3-4DE8-BD35-43F453DF3774}" dt="2024-04-23T08:24:25.097" v="604"/>
          <ac:spMkLst>
            <pc:docMk/>
            <pc:sldMk cId="425986149" sldId="1450"/>
            <ac:spMk id="13" creationId="{0D938F6E-BF3A-A165-D6A8-EB6116638AC2}"/>
          </ac:spMkLst>
        </pc:spChg>
      </pc:sldChg>
      <pc:sldChg chg="addSp delSp modSp mod">
        <pc:chgData name="Rosmin Elsa" userId="8f13a6be4da41318" providerId="LiveId" clId="{E6E7E803-9CD3-4DE8-BD35-43F453DF3774}" dt="2024-04-23T08:35:28.749" v="739" actId="20577"/>
        <pc:sldMkLst>
          <pc:docMk/>
          <pc:sldMk cId="2275551381" sldId="1451"/>
        </pc:sldMkLst>
        <pc:spChg chg="add mod">
          <ac:chgData name="Rosmin Elsa" userId="8f13a6be4da41318" providerId="LiveId" clId="{E6E7E803-9CD3-4DE8-BD35-43F453DF3774}" dt="2024-04-23T08:33:45.577" v="714"/>
          <ac:spMkLst>
            <pc:docMk/>
            <pc:sldMk cId="2275551381" sldId="1451"/>
            <ac:spMk id="2" creationId="{AB081612-92E5-DDBC-B4D6-3491A5684DF1}"/>
          </ac:spMkLst>
        </pc:spChg>
        <pc:spChg chg="mod">
          <ac:chgData name="Rosmin Elsa" userId="8f13a6be4da41318" providerId="LiveId" clId="{E6E7E803-9CD3-4DE8-BD35-43F453DF3774}" dt="2024-04-23T08:35:28.749" v="739" actId="20577"/>
          <ac:spMkLst>
            <pc:docMk/>
            <pc:sldMk cId="2275551381" sldId="1451"/>
            <ac:spMk id="5" creationId="{4DD634CA-0A7C-6AF5-4F2A-6456158EC9E2}"/>
          </ac:spMkLst>
        </pc:spChg>
        <pc:spChg chg="del">
          <ac:chgData name="Rosmin Elsa" userId="8f13a6be4da41318" providerId="LiveId" clId="{E6E7E803-9CD3-4DE8-BD35-43F453DF3774}" dt="2024-04-23T08:33:45.290" v="713" actId="478"/>
          <ac:spMkLst>
            <pc:docMk/>
            <pc:sldMk cId="2275551381" sldId="1451"/>
            <ac:spMk id="6" creationId="{3296D11C-16CF-0C96-DE99-7EB83B804DA3}"/>
          </ac:spMkLst>
        </pc:spChg>
        <pc:spChg chg="mod">
          <ac:chgData name="Rosmin Elsa" userId="8f13a6be4da41318" providerId="LiveId" clId="{E6E7E803-9CD3-4DE8-BD35-43F453DF3774}" dt="2024-04-23T08:24:28.361" v="605"/>
          <ac:spMkLst>
            <pc:docMk/>
            <pc:sldMk cId="2275551381" sldId="1451"/>
            <ac:spMk id="13" creationId="{81EE61CF-5FAA-6597-D8B9-D5CC5DDD39AF}"/>
          </ac:spMkLst>
        </pc:spChg>
      </pc:sldChg>
      <pc:sldChg chg="addSp delSp modSp mod">
        <pc:chgData name="Rosmin Elsa" userId="8f13a6be4da41318" providerId="LiveId" clId="{E6E7E803-9CD3-4DE8-BD35-43F453DF3774}" dt="2024-04-23T08:35:25.697" v="738" actId="20577"/>
        <pc:sldMkLst>
          <pc:docMk/>
          <pc:sldMk cId="3753762985" sldId="1452"/>
        </pc:sldMkLst>
        <pc:spChg chg="add mod">
          <ac:chgData name="Rosmin Elsa" userId="8f13a6be4da41318" providerId="LiveId" clId="{E6E7E803-9CD3-4DE8-BD35-43F453DF3774}" dt="2024-04-23T08:34:40.219" v="732" actId="6549"/>
          <ac:spMkLst>
            <pc:docMk/>
            <pc:sldMk cId="3753762985" sldId="1452"/>
            <ac:spMk id="2" creationId="{F5689C0C-96E7-D9B6-638E-A7548EB76324}"/>
          </ac:spMkLst>
        </pc:spChg>
        <pc:spChg chg="mod">
          <ac:chgData name="Rosmin Elsa" userId="8f13a6be4da41318" providerId="LiveId" clId="{E6E7E803-9CD3-4DE8-BD35-43F453DF3774}" dt="2024-04-23T08:35:25.697" v="738" actId="20577"/>
          <ac:spMkLst>
            <pc:docMk/>
            <pc:sldMk cId="3753762985" sldId="1452"/>
            <ac:spMk id="5" creationId="{A2047971-DA85-C751-DC5A-5C52B51C52BA}"/>
          </ac:spMkLst>
        </pc:spChg>
        <pc:spChg chg="del">
          <ac:chgData name="Rosmin Elsa" userId="8f13a6be4da41318" providerId="LiveId" clId="{E6E7E803-9CD3-4DE8-BD35-43F453DF3774}" dt="2024-04-23T08:33:59.018" v="715" actId="478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" userId="8f13a6be4da41318" providerId="LiveId" clId="{E6E7E803-9CD3-4DE8-BD35-43F453DF3774}" dt="2024-04-23T08:24:32.653" v="606"/>
          <ac:spMkLst>
            <pc:docMk/>
            <pc:sldMk cId="3753762985" sldId="1452"/>
            <ac:spMk id="13" creationId="{F90AFB74-83FD-8F85-3412-5B2B465B437B}"/>
          </ac:spMkLst>
        </pc:spChg>
      </pc:sldChg>
      <pc:sldChg chg="addSp delSp modSp mod">
        <pc:chgData name="Rosmin Elsa" userId="8f13a6be4da41318" providerId="LiveId" clId="{E6E7E803-9CD3-4DE8-BD35-43F453DF3774}" dt="2024-04-23T08:35:21.545" v="737" actId="20577"/>
        <pc:sldMkLst>
          <pc:docMk/>
          <pc:sldMk cId="3268302189" sldId="1453"/>
        </pc:sldMkLst>
        <pc:spChg chg="add mod">
          <ac:chgData name="Rosmin Elsa" userId="8f13a6be4da41318" providerId="LiveId" clId="{E6E7E803-9CD3-4DE8-BD35-43F453DF3774}" dt="2024-04-23T08:35:06.923" v="734"/>
          <ac:spMkLst>
            <pc:docMk/>
            <pc:sldMk cId="3268302189" sldId="1453"/>
            <ac:spMk id="2" creationId="{B637CABE-CC0D-A345-E80B-B787BCBF536B}"/>
          </ac:spMkLst>
        </pc:spChg>
        <pc:spChg chg="mod">
          <ac:chgData name="Rosmin Elsa" userId="8f13a6be4da41318" providerId="LiveId" clId="{E6E7E803-9CD3-4DE8-BD35-43F453DF3774}" dt="2024-04-23T08:35:21.545" v="737" actId="20577"/>
          <ac:spMkLst>
            <pc:docMk/>
            <pc:sldMk cId="3268302189" sldId="1453"/>
            <ac:spMk id="5" creationId="{EBC41E28-1D01-5841-28D6-7AB832F36267}"/>
          </ac:spMkLst>
        </pc:spChg>
        <pc:spChg chg="del">
          <ac:chgData name="Rosmin Elsa" userId="8f13a6be4da41318" providerId="LiveId" clId="{E6E7E803-9CD3-4DE8-BD35-43F453DF3774}" dt="2024-04-23T08:35:06.482" v="733" actId="478"/>
          <ac:spMkLst>
            <pc:docMk/>
            <pc:sldMk cId="3268302189" sldId="1453"/>
            <ac:spMk id="6" creationId="{E321F84B-6901-275A-DCA4-2767D86EC559}"/>
          </ac:spMkLst>
        </pc:spChg>
        <pc:spChg chg="mod">
          <ac:chgData name="Rosmin Elsa" userId="8f13a6be4da41318" providerId="LiveId" clId="{E6E7E803-9CD3-4DE8-BD35-43F453DF3774}" dt="2024-04-23T08:24:37.648" v="607"/>
          <ac:spMkLst>
            <pc:docMk/>
            <pc:sldMk cId="3268302189" sldId="1453"/>
            <ac:spMk id="13" creationId="{5EB00232-2F49-1787-99A4-7CD9999479AF}"/>
          </ac:spMkLst>
        </pc:spChg>
      </pc:sldChg>
      <pc:sldChg chg="modSp del mod">
        <pc:chgData name="Rosmin Elsa" userId="8f13a6be4da41318" providerId="LiveId" clId="{E6E7E803-9CD3-4DE8-BD35-43F453DF3774}" dt="2024-04-23T08:35:14.374" v="735" actId="2696"/>
        <pc:sldMkLst>
          <pc:docMk/>
          <pc:sldMk cId="1481789011" sldId="1454"/>
        </pc:sldMkLst>
        <pc:spChg chg="mod">
          <ac:chgData name="Rosmin Elsa" userId="8f13a6be4da41318" providerId="LiveId" clId="{E6E7E803-9CD3-4DE8-BD35-43F453DF3774}" dt="2024-04-23T08:24:42.872" v="608"/>
          <ac:spMkLst>
            <pc:docMk/>
            <pc:sldMk cId="1481789011" sldId="1454"/>
            <ac:spMk id="13" creationId="{552202D9-372C-BCED-7B72-E6BEBAEDAA93}"/>
          </ac:spMkLst>
        </pc:spChg>
      </pc:sldChg>
      <pc:sldChg chg="modSp del mod">
        <pc:chgData name="Rosmin Elsa" userId="8f13a6be4da41318" providerId="LiveId" clId="{E6E7E803-9CD3-4DE8-BD35-43F453DF3774}" dt="2024-04-23T08:35:14.374" v="735" actId="2696"/>
        <pc:sldMkLst>
          <pc:docMk/>
          <pc:sldMk cId="435675861" sldId="1455"/>
        </pc:sldMkLst>
        <pc:spChg chg="mod">
          <ac:chgData name="Rosmin Elsa" userId="8f13a6be4da41318" providerId="LiveId" clId="{E6E7E803-9CD3-4DE8-BD35-43F453DF3774}" dt="2024-04-23T08:24:46.990" v="609"/>
          <ac:spMkLst>
            <pc:docMk/>
            <pc:sldMk cId="435675861" sldId="1455"/>
            <ac:spMk id="13" creationId="{05E7E3F9-C446-C7D6-05C0-0CB91E7631FC}"/>
          </ac:spMkLst>
        </pc:spChg>
      </pc:sldChg>
      <pc:sldChg chg="addSp delSp modSp mod">
        <pc:chgData name="Rosmin Elsa" userId="8f13a6be4da41318" providerId="LiveId" clId="{E6E7E803-9CD3-4DE8-BD35-43F453DF3774}" dt="2024-04-23T09:54:18.744" v="1356" actId="20577"/>
        <pc:sldMkLst>
          <pc:docMk/>
          <pc:sldMk cId="4007348260" sldId="1456"/>
        </pc:sldMkLst>
        <pc:spChg chg="add del">
          <ac:chgData name="Rosmin Elsa" userId="8f13a6be4da41318" providerId="LiveId" clId="{E6E7E803-9CD3-4DE8-BD35-43F453DF3774}" dt="2024-04-23T08:42:17.301" v="775" actId="22"/>
          <ac:spMkLst>
            <pc:docMk/>
            <pc:sldMk cId="4007348260" sldId="1456"/>
            <ac:spMk id="3" creationId="{868C4828-D70A-FAB4-EA7E-89947C7B4213}"/>
          </ac:spMkLst>
        </pc:spChg>
        <pc:spChg chg="mod">
          <ac:chgData name="Rosmin Elsa" userId="8f13a6be4da41318" providerId="LiveId" clId="{E6E7E803-9CD3-4DE8-BD35-43F453DF3774}" dt="2024-04-23T09:54:18.744" v="1356" actId="20577"/>
          <ac:spMkLst>
            <pc:docMk/>
            <pc:sldMk cId="4007348260" sldId="1456"/>
            <ac:spMk id="6" creationId="{5D5FABB9-DDC8-08D9-7FF4-F2EB85DD6562}"/>
          </ac:spMkLst>
        </pc:spChg>
        <pc:spChg chg="mod">
          <ac:chgData name="Rosmin Elsa" userId="8f13a6be4da41318" providerId="LiveId" clId="{E6E7E803-9CD3-4DE8-BD35-43F453DF3774}" dt="2024-04-23T08:38:07.604" v="760"/>
          <ac:spMkLst>
            <pc:docMk/>
            <pc:sldMk cId="4007348260" sldId="1456"/>
            <ac:spMk id="9" creationId="{6948AAAB-A44F-872E-F738-455ECC0E8E2D}"/>
          </ac:spMkLst>
        </pc:spChg>
      </pc:sldChg>
      <pc:sldChg chg="addSp delSp modSp mod">
        <pc:chgData name="Rosmin Elsa" userId="8f13a6be4da41318" providerId="LiveId" clId="{E6E7E803-9CD3-4DE8-BD35-43F453DF3774}" dt="2024-04-23T08:57:50.196" v="850" actId="20577"/>
        <pc:sldMkLst>
          <pc:docMk/>
          <pc:sldMk cId="1584036310" sldId="1457"/>
        </pc:sldMkLst>
        <pc:spChg chg="add mod">
          <ac:chgData name="Rosmin Elsa" userId="8f13a6be4da41318" providerId="LiveId" clId="{E6E7E803-9CD3-4DE8-BD35-43F453DF3774}" dt="2024-04-23T08:57:50.196" v="850" actId="20577"/>
          <ac:spMkLst>
            <pc:docMk/>
            <pc:sldMk cId="1584036310" sldId="1457"/>
            <ac:spMk id="2" creationId="{B70A3026-7243-B55D-5ABB-5B4C16189EA9}"/>
          </ac:spMkLst>
        </pc:spChg>
        <pc:spChg chg="del">
          <ac:chgData name="Rosmin Elsa" userId="8f13a6be4da41318" providerId="LiveId" clId="{E6E7E803-9CD3-4DE8-BD35-43F453DF3774}" dt="2024-04-23T08:49:46.462" v="792" actId="478"/>
          <ac:spMkLst>
            <pc:docMk/>
            <pc:sldMk cId="1584036310" sldId="1457"/>
            <ac:spMk id="6" creationId="{AFDDD572-F7CE-4B35-777E-441CADC15C96}"/>
          </ac:spMkLst>
        </pc:spChg>
        <pc:spChg chg="add del">
          <ac:chgData name="Rosmin Elsa" userId="8f13a6be4da41318" providerId="LiveId" clId="{E6E7E803-9CD3-4DE8-BD35-43F453DF3774}" dt="2024-04-23T08:49:55.564" v="795" actId="22"/>
          <ac:spMkLst>
            <pc:docMk/>
            <pc:sldMk cId="1584036310" sldId="1457"/>
            <ac:spMk id="7" creationId="{FBEA3075-6D3D-8B93-0E12-24CD4BD60710}"/>
          </ac:spMkLst>
        </pc:spChg>
        <pc:spChg chg="mod">
          <ac:chgData name="Rosmin Elsa" userId="8f13a6be4da41318" providerId="LiveId" clId="{E6E7E803-9CD3-4DE8-BD35-43F453DF3774}" dt="2024-04-23T08:38:11.307" v="761"/>
          <ac:spMkLst>
            <pc:docMk/>
            <pc:sldMk cId="1584036310" sldId="1457"/>
            <ac:spMk id="9" creationId="{8D7CFB89-94A1-F843-D725-40E9739B8F07}"/>
          </ac:spMkLst>
        </pc:spChg>
      </pc:sldChg>
      <pc:sldChg chg="addSp delSp modSp mod">
        <pc:chgData name="Rosmin Elsa" userId="8f13a6be4da41318" providerId="LiveId" clId="{E6E7E803-9CD3-4DE8-BD35-43F453DF3774}" dt="2024-04-23T09:54:24.908" v="1357" actId="20577"/>
        <pc:sldMkLst>
          <pc:docMk/>
          <pc:sldMk cId="2272770198" sldId="1458"/>
        </pc:sldMkLst>
        <pc:spChg chg="add mod">
          <ac:chgData name="Rosmin Elsa" userId="8f13a6be4da41318" providerId="LiveId" clId="{E6E7E803-9CD3-4DE8-BD35-43F453DF3774}" dt="2024-04-23T09:54:24.908" v="1357" actId="20577"/>
          <ac:spMkLst>
            <pc:docMk/>
            <pc:sldMk cId="2272770198" sldId="1458"/>
            <ac:spMk id="2" creationId="{3364393D-1814-2334-CB95-C3067243C0B4}"/>
          </ac:spMkLst>
        </pc:spChg>
        <pc:spChg chg="del">
          <ac:chgData name="Rosmin Elsa" userId="8f13a6be4da41318" providerId="LiveId" clId="{E6E7E803-9CD3-4DE8-BD35-43F453DF3774}" dt="2024-04-23T08:53:22.863" v="818" actId="478"/>
          <ac:spMkLst>
            <pc:docMk/>
            <pc:sldMk cId="2272770198" sldId="1458"/>
            <ac:spMk id="6" creationId="{7E3638FE-1BA6-3AE6-5469-6BB91DD0C717}"/>
          </ac:spMkLst>
        </pc:spChg>
        <pc:spChg chg="mod">
          <ac:chgData name="Rosmin Elsa" userId="8f13a6be4da41318" providerId="LiveId" clId="{E6E7E803-9CD3-4DE8-BD35-43F453DF3774}" dt="2024-04-23T08:38:14.285" v="762"/>
          <ac:spMkLst>
            <pc:docMk/>
            <pc:sldMk cId="2272770198" sldId="1458"/>
            <ac:spMk id="9" creationId="{05E456B9-1384-806E-AB64-5849E93FC57F}"/>
          </ac:spMkLst>
        </pc:spChg>
      </pc:sldChg>
      <pc:sldChg chg="modSp mod">
        <pc:chgData name="Rosmin Elsa" userId="8f13a6be4da41318" providerId="LiveId" clId="{E6E7E803-9CD3-4DE8-BD35-43F453DF3774}" dt="2024-04-23T08:58:01.429" v="852" actId="6549"/>
        <pc:sldMkLst>
          <pc:docMk/>
          <pc:sldMk cId="2991767391" sldId="1459"/>
        </pc:sldMkLst>
        <pc:spChg chg="mod">
          <ac:chgData name="Rosmin Elsa" userId="8f13a6be4da41318" providerId="LiveId" clId="{E6E7E803-9CD3-4DE8-BD35-43F453DF3774}" dt="2024-04-23T08:58:01.429" v="852" actId="6549"/>
          <ac:spMkLst>
            <pc:docMk/>
            <pc:sldMk cId="2991767391" sldId="1459"/>
            <ac:spMk id="6" creationId="{FF4F715C-DF26-6B27-D305-BB29B592DE10}"/>
          </ac:spMkLst>
        </pc:spChg>
        <pc:spChg chg="mod">
          <ac:chgData name="Rosmin Elsa" userId="8f13a6be4da41318" providerId="LiveId" clId="{E6E7E803-9CD3-4DE8-BD35-43F453DF3774}" dt="2024-04-23T08:38:17.434" v="763"/>
          <ac:spMkLst>
            <pc:docMk/>
            <pc:sldMk cId="2991767391" sldId="1459"/>
            <ac:spMk id="9" creationId="{D2B44459-0EBC-46CD-8EB0-10F3C8507D8A}"/>
          </ac:spMkLst>
        </pc:spChg>
      </pc:sldChg>
      <pc:sldChg chg="addSp delSp modSp mod">
        <pc:chgData name="Rosmin Elsa" userId="8f13a6be4da41318" providerId="LiveId" clId="{E6E7E803-9CD3-4DE8-BD35-43F453DF3774}" dt="2024-04-23T09:54:29.677" v="1358" actId="20577"/>
        <pc:sldMkLst>
          <pc:docMk/>
          <pc:sldMk cId="1513878346" sldId="1460"/>
        </pc:sldMkLst>
        <pc:spChg chg="add mod">
          <ac:chgData name="Rosmin Elsa" userId="8f13a6be4da41318" providerId="LiveId" clId="{E6E7E803-9CD3-4DE8-BD35-43F453DF3774}" dt="2024-04-23T09:54:29.677" v="1358" actId="20577"/>
          <ac:spMkLst>
            <pc:docMk/>
            <pc:sldMk cId="1513878346" sldId="1460"/>
            <ac:spMk id="2" creationId="{4A4A2E85-C2C9-CBC7-B472-15747EA1234E}"/>
          </ac:spMkLst>
        </pc:spChg>
        <pc:spChg chg="del">
          <ac:chgData name="Rosmin Elsa" userId="8f13a6be4da41318" providerId="LiveId" clId="{E6E7E803-9CD3-4DE8-BD35-43F453DF3774}" dt="2024-04-23T08:55:40.454" v="836" actId="478"/>
          <ac:spMkLst>
            <pc:docMk/>
            <pc:sldMk cId="1513878346" sldId="1460"/>
            <ac:spMk id="6" creationId="{330F1982-F298-30A1-841F-2605DC98EFBA}"/>
          </ac:spMkLst>
        </pc:spChg>
        <pc:spChg chg="mod">
          <ac:chgData name="Rosmin Elsa" userId="8f13a6be4da41318" providerId="LiveId" clId="{E6E7E803-9CD3-4DE8-BD35-43F453DF3774}" dt="2024-04-23T08:38:21.346" v="764"/>
          <ac:spMkLst>
            <pc:docMk/>
            <pc:sldMk cId="1513878346" sldId="1460"/>
            <ac:spMk id="9" creationId="{F0E82536-28D7-5BD9-E2C4-B03AB736B6FF}"/>
          </ac:spMkLst>
        </pc:spChg>
      </pc:sldChg>
      <pc:sldChg chg="modSp mod">
        <pc:chgData name="Rosmin Elsa" userId="8f13a6be4da41318" providerId="LiveId" clId="{E6E7E803-9CD3-4DE8-BD35-43F453DF3774}" dt="2024-04-23T08:59:46.500" v="864" actId="20577"/>
        <pc:sldMkLst>
          <pc:docMk/>
          <pc:sldMk cId="2328820536" sldId="1461"/>
        </pc:sldMkLst>
        <pc:spChg chg="mod">
          <ac:chgData name="Rosmin Elsa" userId="8f13a6be4da41318" providerId="LiveId" clId="{E6E7E803-9CD3-4DE8-BD35-43F453DF3774}" dt="2024-04-23T08:59:46.500" v="864" actId="20577"/>
          <ac:spMkLst>
            <pc:docMk/>
            <pc:sldMk cId="2328820536" sldId="1461"/>
            <ac:spMk id="5" creationId="{BB78E3A1-017F-36C6-97FC-A4BE6274AAF8}"/>
          </ac:spMkLst>
        </pc:spChg>
        <pc:spChg chg="mod">
          <ac:chgData name="Rosmin Elsa" userId="8f13a6be4da41318" providerId="LiveId" clId="{E6E7E803-9CD3-4DE8-BD35-43F453DF3774}" dt="2024-04-23T08:57:09.685" v="847" actId="6549"/>
          <ac:spMkLst>
            <pc:docMk/>
            <pc:sldMk cId="2328820536" sldId="1461"/>
            <ac:spMk id="6" creationId="{2571AC47-20E5-F039-D68F-2FAC1542057F}"/>
          </ac:spMkLst>
        </pc:spChg>
        <pc:spChg chg="mod">
          <ac:chgData name="Rosmin Elsa" userId="8f13a6be4da41318" providerId="LiveId" clId="{E6E7E803-9CD3-4DE8-BD35-43F453DF3774}" dt="2024-04-23T08:38:26.024" v="765"/>
          <ac:spMkLst>
            <pc:docMk/>
            <pc:sldMk cId="2328820536" sldId="1461"/>
            <ac:spMk id="9" creationId="{E4825359-473D-7669-D501-728A711B5E0C}"/>
          </ac:spMkLst>
        </pc:spChg>
      </pc:sldChg>
      <pc:sldChg chg="addSp delSp modSp mod">
        <pc:chgData name="Rosmin Elsa" userId="8f13a6be4da41318" providerId="LiveId" clId="{E6E7E803-9CD3-4DE8-BD35-43F453DF3774}" dt="2024-04-23T09:54:33.671" v="1359" actId="20577"/>
        <pc:sldMkLst>
          <pc:docMk/>
          <pc:sldMk cId="2853620092" sldId="1462"/>
        </pc:sldMkLst>
        <pc:spChg chg="add mod">
          <ac:chgData name="Rosmin Elsa" userId="8f13a6be4da41318" providerId="LiveId" clId="{E6E7E803-9CD3-4DE8-BD35-43F453DF3774}" dt="2024-04-23T09:54:33.671" v="1359" actId="20577"/>
          <ac:spMkLst>
            <pc:docMk/>
            <pc:sldMk cId="2853620092" sldId="1462"/>
            <ac:spMk id="2" creationId="{C0341A46-082E-9C67-9D04-8BCC8949DC15}"/>
          </ac:spMkLst>
        </pc:spChg>
        <pc:spChg chg="mod">
          <ac:chgData name="Rosmin Elsa" userId="8f13a6be4da41318" providerId="LiveId" clId="{E6E7E803-9CD3-4DE8-BD35-43F453DF3774}" dt="2024-04-23T08:59:43.209" v="863" actId="20577"/>
          <ac:spMkLst>
            <pc:docMk/>
            <pc:sldMk cId="2853620092" sldId="1462"/>
            <ac:spMk id="5" creationId="{CCB16817-8D17-B05C-E937-1EA161D2A921}"/>
          </ac:spMkLst>
        </pc:spChg>
        <pc:spChg chg="del">
          <ac:chgData name="Rosmin Elsa" userId="8f13a6be4da41318" providerId="LiveId" clId="{E6E7E803-9CD3-4DE8-BD35-43F453DF3774}" dt="2024-04-23T08:55:46.682" v="838" actId="478"/>
          <ac:spMkLst>
            <pc:docMk/>
            <pc:sldMk cId="2853620092" sldId="1462"/>
            <ac:spMk id="6" creationId="{269DB925-0005-EAE7-40FE-765B37AB0DA8}"/>
          </ac:spMkLst>
        </pc:spChg>
        <pc:spChg chg="mod">
          <ac:chgData name="Rosmin Elsa" userId="8f13a6be4da41318" providerId="LiveId" clId="{E6E7E803-9CD3-4DE8-BD35-43F453DF3774}" dt="2024-04-23T08:38:29.055" v="766"/>
          <ac:spMkLst>
            <pc:docMk/>
            <pc:sldMk cId="2853620092" sldId="1462"/>
            <ac:spMk id="9" creationId="{B631306E-400F-EE83-ED7A-DEF679B2694B}"/>
          </ac:spMkLst>
        </pc:spChg>
      </pc:sldChg>
      <pc:sldChg chg="modSp del mod">
        <pc:chgData name="Rosmin Elsa" userId="8f13a6be4da41318" providerId="LiveId" clId="{E6E7E803-9CD3-4DE8-BD35-43F453DF3774}" dt="2024-04-23T08:55:53.069" v="840" actId="47"/>
        <pc:sldMkLst>
          <pc:docMk/>
          <pc:sldMk cId="3120255067" sldId="1463"/>
        </pc:sldMkLst>
        <pc:spChg chg="mod">
          <ac:chgData name="Rosmin Elsa" userId="8f13a6be4da41318" providerId="LiveId" clId="{E6E7E803-9CD3-4DE8-BD35-43F453DF3774}" dt="2024-04-23T08:38:32.242" v="767"/>
          <ac:spMkLst>
            <pc:docMk/>
            <pc:sldMk cId="3120255067" sldId="1463"/>
            <ac:spMk id="9" creationId="{5B587519-B222-B92C-8CEB-AF1C26AFF662}"/>
          </ac:spMkLst>
        </pc:spChg>
      </pc:sldChg>
      <pc:sldChg chg="modSp del mod">
        <pc:chgData name="Rosmin Elsa" userId="8f13a6be4da41318" providerId="LiveId" clId="{E6E7E803-9CD3-4DE8-BD35-43F453DF3774}" dt="2024-04-23T08:55:53.069" v="840" actId="47"/>
        <pc:sldMkLst>
          <pc:docMk/>
          <pc:sldMk cId="2849890902" sldId="1464"/>
        </pc:sldMkLst>
        <pc:spChg chg="mod">
          <ac:chgData name="Rosmin Elsa" userId="8f13a6be4da41318" providerId="LiveId" clId="{E6E7E803-9CD3-4DE8-BD35-43F453DF3774}" dt="2024-04-23T08:38:35.887" v="768"/>
          <ac:spMkLst>
            <pc:docMk/>
            <pc:sldMk cId="2849890902" sldId="1464"/>
            <ac:spMk id="9" creationId="{FD229975-CE91-961A-7994-CF8CEE0B6C91}"/>
          </ac:spMkLst>
        </pc:spChg>
      </pc:sldChg>
      <pc:sldChg chg="modSp mod">
        <pc:chgData name="Rosmin Elsa" userId="8f13a6be4da41318" providerId="LiveId" clId="{E6E7E803-9CD3-4DE8-BD35-43F453DF3774}" dt="2024-04-23T09:54:46.682" v="1360" actId="207"/>
        <pc:sldMkLst>
          <pc:docMk/>
          <pc:sldMk cId="4039580999" sldId="1465"/>
        </pc:sldMkLst>
        <pc:spChg chg="mod">
          <ac:chgData name="Rosmin Elsa" userId="8f13a6be4da41318" providerId="LiveId" clId="{E6E7E803-9CD3-4DE8-BD35-43F453DF3774}" dt="2024-04-23T09:13:17.695" v="912" actId="20577"/>
          <ac:spMkLst>
            <pc:docMk/>
            <pc:sldMk cId="4039580999" sldId="1465"/>
            <ac:spMk id="5" creationId="{645EDA14-D069-6AE5-2BBC-B637B5B21F1A}"/>
          </ac:spMkLst>
        </pc:spChg>
        <pc:spChg chg="mod">
          <ac:chgData name="Rosmin Elsa" userId="8f13a6be4da41318" providerId="LiveId" clId="{E6E7E803-9CD3-4DE8-BD35-43F453DF3774}" dt="2024-04-23T09:54:46.682" v="1360" actId="207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E6E7E803-9CD3-4DE8-BD35-43F453DF3774}" dt="2024-04-23T09:06:29.921" v="867"/>
          <ac:spMkLst>
            <pc:docMk/>
            <pc:sldMk cId="4039580999" sldId="1465"/>
            <ac:spMk id="9" creationId="{0968D38C-2C82-7C11-B05D-513832A91F53}"/>
          </ac:spMkLst>
        </pc:spChg>
      </pc:sldChg>
      <pc:sldChg chg="addSp delSp modSp mod">
        <pc:chgData name="Rosmin Elsa" userId="8f13a6be4da41318" providerId="LiveId" clId="{E6E7E803-9CD3-4DE8-BD35-43F453DF3774}" dt="2024-04-23T09:54:56.149" v="1361" actId="207"/>
        <pc:sldMkLst>
          <pc:docMk/>
          <pc:sldMk cId="576487781" sldId="1466"/>
        </pc:sldMkLst>
        <pc:spChg chg="add mod">
          <ac:chgData name="Rosmin Elsa" userId="8f13a6be4da41318" providerId="LiveId" clId="{E6E7E803-9CD3-4DE8-BD35-43F453DF3774}" dt="2024-04-23T09:54:56.149" v="1361" actId="207"/>
          <ac:spMkLst>
            <pc:docMk/>
            <pc:sldMk cId="576487781" sldId="1466"/>
            <ac:spMk id="2" creationId="{FA01158E-80A9-F407-346C-068E1D99FAA5}"/>
          </ac:spMkLst>
        </pc:spChg>
        <pc:spChg chg="mod">
          <ac:chgData name="Rosmin Elsa" userId="8f13a6be4da41318" providerId="LiveId" clId="{E6E7E803-9CD3-4DE8-BD35-43F453DF3774}" dt="2024-04-23T09:13:14.778" v="911" actId="20577"/>
          <ac:spMkLst>
            <pc:docMk/>
            <pc:sldMk cId="576487781" sldId="1466"/>
            <ac:spMk id="5" creationId="{0DEEEF68-FCC0-B8B8-9619-FEBE28500934}"/>
          </ac:spMkLst>
        </pc:spChg>
        <pc:spChg chg="del mod">
          <ac:chgData name="Rosmin Elsa" userId="8f13a6be4da41318" providerId="LiveId" clId="{E6E7E803-9CD3-4DE8-BD35-43F453DF3774}" dt="2024-04-23T09:11:16.316" v="896" actId="478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E6E7E803-9CD3-4DE8-BD35-43F453DF3774}" dt="2024-04-23T09:06:33.507" v="868"/>
          <ac:spMkLst>
            <pc:docMk/>
            <pc:sldMk cId="576487781" sldId="1466"/>
            <ac:spMk id="9" creationId="{2257D2E9-8338-4D70-7848-7EBAAA53BB78}"/>
          </ac:spMkLst>
        </pc:spChg>
      </pc:sldChg>
      <pc:sldChg chg="addSp delSp modSp del mod modShow">
        <pc:chgData name="Rosmin Elsa" userId="8f13a6be4da41318" providerId="LiveId" clId="{E6E7E803-9CD3-4DE8-BD35-43F453DF3774}" dt="2024-04-26T09:34:21.167" v="1433" actId="2696"/>
        <pc:sldMkLst>
          <pc:docMk/>
          <pc:sldMk cId="2882701942" sldId="1467"/>
        </pc:sldMkLst>
        <pc:spChg chg="add mod">
          <ac:chgData name="Rosmin Elsa" userId="8f13a6be4da41318" providerId="LiveId" clId="{E6E7E803-9CD3-4DE8-BD35-43F453DF3774}" dt="2024-04-23T09:55:05.176" v="1362" actId="207"/>
          <ac:spMkLst>
            <pc:docMk/>
            <pc:sldMk cId="2882701942" sldId="1467"/>
            <ac:spMk id="2" creationId="{FD5B8FDC-330E-9E0C-AD50-7107F5CDB2CB}"/>
          </ac:spMkLst>
        </pc:spChg>
        <pc:spChg chg="del">
          <ac:chgData name="Rosmin Elsa" userId="8f13a6be4da41318" providerId="LiveId" clId="{E6E7E803-9CD3-4DE8-BD35-43F453DF3774}" dt="2024-04-23T09:11:54.533" v="905" actId="478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" userId="8f13a6be4da41318" providerId="LiveId" clId="{E6E7E803-9CD3-4DE8-BD35-43F453DF3774}" dt="2024-04-23T09:06:38.265" v="869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" userId="8f13a6be4da41318" providerId="LiveId" clId="{E6E7E803-9CD3-4DE8-BD35-43F453DF3774}" dt="2024-04-23T09:23:30.351" v="1086" actId="20577"/>
        <pc:sldMkLst>
          <pc:docMk/>
          <pc:sldMk cId="625835019" sldId="1468"/>
        </pc:sldMkLst>
        <pc:spChg chg="mod">
          <ac:chgData name="Rosmin Elsa" userId="8f13a6be4da41318" providerId="LiveId" clId="{E6E7E803-9CD3-4DE8-BD35-43F453DF3774}" dt="2024-04-23T09:23:30.351" v="1086" actId="20577"/>
          <ac:spMkLst>
            <pc:docMk/>
            <pc:sldMk cId="625835019" sldId="1468"/>
            <ac:spMk id="5" creationId="{5302F64F-7B08-E1DF-77C2-DF24B4884A26}"/>
          </ac:spMkLst>
        </pc:spChg>
        <pc:spChg chg="mod">
          <ac:chgData name="Rosmin Elsa" userId="8f13a6be4da41318" providerId="LiveId" clId="{E6E7E803-9CD3-4DE8-BD35-43F453DF3774}" dt="2024-04-23T09:18:31.121" v="997" actId="20577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" userId="8f13a6be4da41318" providerId="LiveId" clId="{E6E7E803-9CD3-4DE8-BD35-43F453DF3774}" dt="2024-04-23T09:14:35.134" v="918"/>
          <ac:spMkLst>
            <pc:docMk/>
            <pc:sldMk cId="625835019" sldId="1468"/>
            <ac:spMk id="9" creationId="{27E0C573-9B0A-9146-5F05-207C3B6C9139}"/>
          </ac:spMkLst>
        </pc:spChg>
      </pc:sldChg>
      <pc:sldChg chg="addSp delSp modSp mod">
        <pc:chgData name="Rosmin Elsa" userId="8f13a6be4da41318" providerId="LiveId" clId="{E6E7E803-9CD3-4DE8-BD35-43F453DF3774}" dt="2024-04-23T09:29:10.959" v="1151" actId="14100"/>
        <pc:sldMkLst>
          <pc:docMk/>
          <pc:sldMk cId="3658360246" sldId="1469"/>
        </pc:sldMkLst>
        <pc:spChg chg="add mod">
          <ac:chgData name="Rosmin Elsa" userId="8f13a6be4da41318" providerId="LiveId" clId="{E6E7E803-9CD3-4DE8-BD35-43F453DF3774}" dt="2024-04-23T09:29:10.959" v="1151" actId="14100"/>
          <ac:spMkLst>
            <pc:docMk/>
            <pc:sldMk cId="3658360246" sldId="1469"/>
            <ac:spMk id="2" creationId="{D171DC99-6E13-93F5-A6A7-8141056298F9}"/>
          </ac:spMkLst>
        </pc:spChg>
        <pc:spChg chg="mod">
          <ac:chgData name="Rosmin Elsa" userId="8f13a6be4da41318" providerId="LiveId" clId="{E6E7E803-9CD3-4DE8-BD35-43F453DF3774}" dt="2024-04-23T09:23:32.949" v="1087" actId="20577"/>
          <ac:spMkLst>
            <pc:docMk/>
            <pc:sldMk cId="3658360246" sldId="1469"/>
            <ac:spMk id="5" creationId="{6BD3CD50-1DFB-A828-6455-13D1216B4EB3}"/>
          </ac:spMkLst>
        </pc:spChg>
        <pc:spChg chg="del">
          <ac:chgData name="Rosmin Elsa" userId="8f13a6be4da41318" providerId="LiveId" clId="{E6E7E803-9CD3-4DE8-BD35-43F453DF3774}" dt="2024-04-23T09:18:44.072" v="999" actId="478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" userId="8f13a6be4da41318" providerId="LiveId" clId="{E6E7E803-9CD3-4DE8-BD35-43F453DF3774}" dt="2024-04-23T09:14:38.810" v="919"/>
          <ac:spMkLst>
            <pc:docMk/>
            <pc:sldMk cId="3658360246" sldId="1469"/>
            <ac:spMk id="9" creationId="{AAD21BDD-D3AE-5CDB-B758-E73AB8700D6E}"/>
          </ac:spMkLst>
        </pc:spChg>
      </pc:sldChg>
      <pc:sldChg chg="addSp delSp modSp mod">
        <pc:chgData name="Rosmin Elsa" userId="8f13a6be4da41318" providerId="LiveId" clId="{E6E7E803-9CD3-4DE8-BD35-43F453DF3774}" dt="2024-04-23T09:23:36.294" v="1088" actId="20577"/>
        <pc:sldMkLst>
          <pc:docMk/>
          <pc:sldMk cId="1292053075" sldId="1470"/>
        </pc:sldMkLst>
        <pc:spChg chg="add mod">
          <ac:chgData name="Rosmin Elsa" userId="8f13a6be4da41318" providerId="LiveId" clId="{E6E7E803-9CD3-4DE8-BD35-43F453DF3774}" dt="2024-04-23T09:20:05.861" v="1028"/>
          <ac:spMkLst>
            <pc:docMk/>
            <pc:sldMk cId="1292053075" sldId="1470"/>
            <ac:spMk id="2" creationId="{5FE76B31-7991-1D73-17F7-4387BB388018}"/>
          </ac:spMkLst>
        </pc:spChg>
        <pc:spChg chg="mod">
          <ac:chgData name="Rosmin Elsa" userId="8f13a6be4da41318" providerId="LiveId" clId="{E6E7E803-9CD3-4DE8-BD35-43F453DF3774}" dt="2024-04-23T09:23:36.294" v="1088" actId="20577"/>
          <ac:spMkLst>
            <pc:docMk/>
            <pc:sldMk cId="1292053075" sldId="1470"/>
            <ac:spMk id="5" creationId="{203055F6-333A-FAAF-7CFD-1D7E180EB11F}"/>
          </ac:spMkLst>
        </pc:spChg>
        <pc:spChg chg="del">
          <ac:chgData name="Rosmin Elsa" userId="8f13a6be4da41318" providerId="LiveId" clId="{E6E7E803-9CD3-4DE8-BD35-43F453DF3774}" dt="2024-04-23T09:20:05.501" v="1027" actId="478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" userId="8f13a6be4da41318" providerId="LiveId" clId="{E6E7E803-9CD3-4DE8-BD35-43F453DF3774}" dt="2024-04-23T09:14:42.030" v="920"/>
          <ac:spMkLst>
            <pc:docMk/>
            <pc:sldMk cId="1292053075" sldId="1470"/>
            <ac:spMk id="9" creationId="{21434691-EE47-68D6-AEAA-52AFBA3DCAE4}"/>
          </ac:spMkLst>
        </pc:spChg>
      </pc:sldChg>
      <pc:sldChg chg="modSp del mod">
        <pc:chgData name="Rosmin Elsa" userId="8f13a6be4da41318" providerId="LiveId" clId="{E6E7E803-9CD3-4DE8-BD35-43F453DF3774}" dt="2024-04-23T09:20:22.387" v="1029" actId="2696"/>
        <pc:sldMkLst>
          <pc:docMk/>
          <pc:sldMk cId="3868415535" sldId="1471"/>
        </pc:sldMkLst>
        <pc:spChg chg="mod">
          <ac:chgData name="Rosmin Elsa" userId="8f13a6be4da41318" providerId="LiveId" clId="{E6E7E803-9CD3-4DE8-BD35-43F453DF3774}" dt="2024-04-23T09:14:44.658" v="921"/>
          <ac:spMkLst>
            <pc:docMk/>
            <pc:sldMk cId="3868415535" sldId="1471"/>
            <ac:spMk id="9" creationId="{FDD84A13-CC2F-C326-487C-46B54402B523}"/>
          </ac:spMkLst>
        </pc:spChg>
      </pc:sldChg>
      <pc:sldChg chg="addSp delSp modSp mod">
        <pc:chgData name="Rosmin Elsa" userId="8f13a6be4da41318" providerId="LiveId" clId="{E6E7E803-9CD3-4DE8-BD35-43F453DF3774}" dt="2024-04-23T09:46:46.500" v="1333" actId="20577"/>
        <pc:sldMkLst>
          <pc:docMk/>
          <pc:sldMk cId="3068996028" sldId="1472"/>
        </pc:sldMkLst>
        <pc:spChg chg="mod">
          <ac:chgData name="Rosmin Elsa" userId="8f13a6be4da41318" providerId="LiveId" clId="{E6E7E803-9CD3-4DE8-BD35-43F453DF3774}" dt="2024-04-23T00:44:45.193" v="46"/>
          <ac:spMkLst>
            <pc:docMk/>
            <pc:sldMk cId="3068996028" sldId="1472"/>
            <ac:spMk id="2" creationId="{7650D44C-1859-E285-8215-02854B445147}"/>
          </ac:spMkLst>
        </pc:spChg>
        <pc:spChg chg="add mod">
          <ac:chgData name="Rosmin Elsa" userId="8f13a6be4da41318" providerId="LiveId" clId="{E6E7E803-9CD3-4DE8-BD35-43F453DF3774}" dt="2024-04-23T09:46:46.500" v="1333" actId="20577"/>
          <ac:spMkLst>
            <pc:docMk/>
            <pc:sldMk cId="3068996028" sldId="1472"/>
            <ac:spMk id="3" creationId="{38FEA871-1140-7B28-03B3-FBA916C2FF31}"/>
          </ac:spMkLst>
        </pc:spChg>
        <pc:spChg chg="del">
          <ac:chgData name="Rosmin Elsa" userId="8f13a6be4da41318" providerId="LiveId" clId="{E6E7E803-9CD3-4DE8-BD35-43F453DF3774}" dt="2024-04-23T00:47:50.076" v="56" actId="478"/>
          <ac:spMkLst>
            <pc:docMk/>
            <pc:sldMk cId="3068996028" sldId="1472"/>
            <ac:spMk id="7" creationId="{F460751C-3D51-84CA-15D6-D3B27D67B948}"/>
          </ac:spMkLst>
        </pc:spChg>
      </pc:sldChg>
      <pc:sldChg chg="addSp delSp modSp mod">
        <pc:chgData name="Rosmin Elsa" userId="8f13a6be4da41318" providerId="LiveId" clId="{E6E7E803-9CD3-4DE8-BD35-43F453DF3774}" dt="2024-04-23T00:49:54.261" v="83" actId="20577"/>
        <pc:sldMkLst>
          <pc:docMk/>
          <pc:sldMk cId="2264041875" sldId="1473"/>
        </pc:sldMkLst>
        <pc:spChg chg="mod">
          <ac:chgData name="Rosmin Elsa" userId="8f13a6be4da41318" providerId="LiveId" clId="{E6E7E803-9CD3-4DE8-BD35-43F453DF3774}" dt="2024-04-23T00:44:49.024" v="47"/>
          <ac:spMkLst>
            <pc:docMk/>
            <pc:sldMk cId="2264041875" sldId="1473"/>
            <ac:spMk id="2" creationId="{DF6C818C-9627-247B-B917-187D597D3668}"/>
          </ac:spMkLst>
        </pc:spChg>
        <pc:spChg chg="add del">
          <ac:chgData name="Rosmin Elsa" userId="8f13a6be4da41318" providerId="LiveId" clId="{E6E7E803-9CD3-4DE8-BD35-43F453DF3774}" dt="2024-04-23T00:48:39.521" v="68" actId="22"/>
          <ac:spMkLst>
            <pc:docMk/>
            <pc:sldMk cId="2264041875" sldId="1473"/>
            <ac:spMk id="4" creationId="{CF7ACC96-1D9F-50AE-E1E0-718B25CBDE90}"/>
          </ac:spMkLst>
        </pc:spChg>
        <pc:spChg chg="del">
          <ac:chgData name="Rosmin Elsa" userId="8f13a6be4da41318" providerId="LiveId" clId="{E6E7E803-9CD3-4DE8-BD35-43F453DF3774}" dt="2024-04-23T00:48:37.616" v="66" actId="478"/>
          <ac:spMkLst>
            <pc:docMk/>
            <pc:sldMk cId="2264041875" sldId="1473"/>
            <ac:spMk id="7" creationId="{BE797BE3-6F9B-D32D-1F0D-2E5750AD0ED8}"/>
          </ac:spMkLst>
        </pc:spChg>
        <pc:spChg chg="add mod">
          <ac:chgData name="Rosmin Elsa" userId="8f13a6be4da41318" providerId="LiveId" clId="{E6E7E803-9CD3-4DE8-BD35-43F453DF3774}" dt="2024-04-23T00:49:54.261" v="83" actId="20577"/>
          <ac:spMkLst>
            <pc:docMk/>
            <pc:sldMk cId="2264041875" sldId="1473"/>
            <ac:spMk id="8" creationId="{B4D9EDA0-9253-C99C-5F54-8C99256196B5}"/>
          </ac:spMkLst>
        </pc:spChg>
      </pc:sldChg>
      <pc:sldChg chg="addSp delSp modSp mod">
        <pc:chgData name="Rosmin Elsa" userId="8f13a6be4da41318" providerId="LiveId" clId="{E6E7E803-9CD3-4DE8-BD35-43F453DF3774}" dt="2024-04-23T00:50:41.783" v="89" actId="6549"/>
        <pc:sldMkLst>
          <pc:docMk/>
          <pc:sldMk cId="2017312258" sldId="1474"/>
        </pc:sldMkLst>
        <pc:spChg chg="mod">
          <ac:chgData name="Rosmin Elsa" userId="8f13a6be4da41318" providerId="LiveId" clId="{E6E7E803-9CD3-4DE8-BD35-43F453DF3774}" dt="2024-04-23T00:44:52.308" v="48"/>
          <ac:spMkLst>
            <pc:docMk/>
            <pc:sldMk cId="2017312258" sldId="1474"/>
            <ac:spMk id="2" creationId="{F8B061F3-D074-8E40-5901-929AFBA39D36}"/>
          </ac:spMkLst>
        </pc:spChg>
        <pc:spChg chg="add mod">
          <ac:chgData name="Rosmin Elsa" userId="8f13a6be4da41318" providerId="LiveId" clId="{E6E7E803-9CD3-4DE8-BD35-43F453DF3774}" dt="2024-04-23T00:50:41.783" v="89" actId="6549"/>
          <ac:spMkLst>
            <pc:docMk/>
            <pc:sldMk cId="2017312258" sldId="1474"/>
            <ac:spMk id="3" creationId="{200701C5-580E-833B-350F-870EB871F785}"/>
          </ac:spMkLst>
        </pc:spChg>
        <pc:spChg chg="del">
          <ac:chgData name="Rosmin Elsa" userId="8f13a6be4da41318" providerId="LiveId" clId="{E6E7E803-9CD3-4DE8-BD35-43F453DF3774}" dt="2024-04-23T00:50:18.226" v="84" actId="478"/>
          <ac:spMkLst>
            <pc:docMk/>
            <pc:sldMk cId="2017312258" sldId="1474"/>
            <ac:spMk id="7" creationId="{64CB5F95-8868-097A-BCB3-2D414D940B83}"/>
          </ac:spMkLst>
        </pc:spChg>
      </pc:sldChg>
      <pc:sldChg chg="modSp add mod">
        <pc:chgData name="Rosmin Elsa" userId="8f13a6be4da41318" providerId="LiveId" clId="{E6E7E803-9CD3-4DE8-BD35-43F453DF3774}" dt="2024-04-23T09:28:58.297" v="1150" actId="14100"/>
        <pc:sldMkLst>
          <pc:docMk/>
          <pc:sldMk cId="336071036" sldId="1475"/>
        </pc:sldMkLst>
        <pc:spChg chg="mod">
          <ac:chgData name="Rosmin Elsa" userId="8f13a6be4da41318" providerId="LiveId" clId="{E6E7E803-9CD3-4DE8-BD35-43F453DF3774}" dt="2024-04-23T09:28:58.297" v="1150" actId="14100"/>
          <ac:spMkLst>
            <pc:docMk/>
            <pc:sldMk cId="336071036" sldId="1475"/>
            <ac:spMk id="2" creationId="{F46DF64F-4EEE-843F-4ECC-6707915578B7}"/>
          </ac:spMkLst>
        </pc:spChg>
        <pc:spChg chg="mod">
          <ac:chgData name="Rosmin Elsa" userId="8f13a6be4da41318" providerId="LiveId" clId="{E6E7E803-9CD3-4DE8-BD35-43F453DF3774}" dt="2024-04-23T09:23:48.956" v="1091" actId="20577"/>
          <ac:spMkLst>
            <pc:docMk/>
            <pc:sldMk cId="336071036" sldId="1475"/>
            <ac:spMk id="5" creationId="{7049E7F3-7C68-674D-E854-E57E8C3172F2}"/>
          </ac:spMkLst>
        </pc:spChg>
      </pc:sldChg>
      <pc:sldChg chg="new del">
        <pc:chgData name="Rosmin Elsa" userId="8f13a6be4da41318" providerId="LiveId" clId="{E6E7E803-9CD3-4DE8-BD35-43F453DF3774}" dt="2024-04-23T08:12:37.683" v="449" actId="680"/>
        <pc:sldMkLst>
          <pc:docMk/>
          <pc:sldMk cId="1412144221" sldId="1475"/>
        </pc:sldMkLst>
      </pc:sldChg>
      <pc:sldChg chg="modSp add mod">
        <pc:chgData name="Rosmin Elsa" userId="8f13a6be4da41318" providerId="LiveId" clId="{E6E7E803-9CD3-4DE8-BD35-43F453DF3774}" dt="2024-04-23T09:23:54.265" v="1093" actId="20577"/>
        <pc:sldMkLst>
          <pc:docMk/>
          <pc:sldMk cId="1281881161" sldId="1476"/>
        </pc:sldMkLst>
        <pc:spChg chg="mod">
          <ac:chgData name="Rosmin Elsa" userId="8f13a6be4da41318" providerId="LiveId" clId="{E6E7E803-9CD3-4DE8-BD35-43F453DF3774}" dt="2024-04-23T09:23:54.265" v="1093" actId="20577"/>
          <ac:spMkLst>
            <pc:docMk/>
            <pc:sldMk cId="1281881161" sldId="1476"/>
            <ac:spMk id="5" creationId="{F3EB3A03-C8EC-7ADB-5155-E0A1C45F7C0F}"/>
          </ac:spMkLst>
        </pc:spChg>
      </pc:sldChg>
      <pc:sldChg chg="new del">
        <pc:chgData name="Rosmin Elsa" userId="8f13a6be4da41318" providerId="LiveId" clId="{E6E7E803-9CD3-4DE8-BD35-43F453DF3774}" dt="2024-04-23T08:12:36.871" v="448" actId="680"/>
        <pc:sldMkLst>
          <pc:docMk/>
          <pc:sldMk cId="3536384779" sldId="1476"/>
        </pc:sldMkLst>
      </pc:sldChg>
      <pc:sldChg chg="modSp add mod">
        <pc:chgData name="Rosmin Elsa" userId="8f13a6be4da41318" providerId="LiveId" clId="{E6E7E803-9CD3-4DE8-BD35-43F453DF3774}" dt="2024-04-23T09:28:50.690" v="1149" actId="14100"/>
        <pc:sldMkLst>
          <pc:docMk/>
          <pc:sldMk cId="372692339" sldId="1477"/>
        </pc:sldMkLst>
        <pc:spChg chg="mod">
          <ac:chgData name="Rosmin Elsa" userId="8f13a6be4da41318" providerId="LiveId" clId="{E6E7E803-9CD3-4DE8-BD35-43F453DF3774}" dt="2024-04-23T09:28:50.690" v="1149" actId="14100"/>
          <ac:spMkLst>
            <pc:docMk/>
            <pc:sldMk cId="372692339" sldId="1477"/>
            <ac:spMk id="2" creationId="{183E2416-BADC-A298-684E-857710932EF6}"/>
          </ac:spMkLst>
        </pc:spChg>
        <pc:spChg chg="mod">
          <ac:chgData name="Rosmin Elsa" userId="8f13a6be4da41318" providerId="LiveId" clId="{E6E7E803-9CD3-4DE8-BD35-43F453DF3774}" dt="2024-04-23T09:24:01.160" v="1096" actId="20577"/>
          <ac:spMkLst>
            <pc:docMk/>
            <pc:sldMk cId="372692339" sldId="1477"/>
            <ac:spMk id="5" creationId="{9899907A-9E20-9A4D-1103-B6C48A543F62}"/>
          </ac:spMkLst>
        </pc:spChg>
      </pc:sldChg>
      <pc:sldChg chg="modSp add mod">
        <pc:chgData name="Rosmin Elsa" userId="8f13a6be4da41318" providerId="LiveId" clId="{E6E7E803-9CD3-4DE8-BD35-43F453DF3774}" dt="2024-04-23T09:24:07.327" v="1098" actId="20577"/>
        <pc:sldMkLst>
          <pc:docMk/>
          <pc:sldMk cId="3700231720" sldId="1478"/>
        </pc:sldMkLst>
        <pc:spChg chg="mod">
          <ac:chgData name="Rosmin Elsa" userId="8f13a6be4da41318" providerId="LiveId" clId="{E6E7E803-9CD3-4DE8-BD35-43F453DF3774}" dt="2024-04-23T09:24:07.327" v="1098" actId="20577"/>
          <ac:spMkLst>
            <pc:docMk/>
            <pc:sldMk cId="3700231720" sldId="1478"/>
            <ac:spMk id="5" creationId="{20D18C09-4610-D045-F353-B8D07B8CE3CB}"/>
          </ac:spMkLst>
        </pc:spChg>
      </pc:sldChg>
      <pc:sldChg chg="modSp add mod">
        <pc:chgData name="Rosmin Elsa" userId="8f13a6be4da41318" providerId="LiveId" clId="{E6E7E803-9CD3-4DE8-BD35-43F453DF3774}" dt="2024-04-23T09:25:57.052" v="1105"/>
        <pc:sldMkLst>
          <pc:docMk/>
          <pc:sldMk cId="291713791" sldId="1479"/>
        </pc:sldMkLst>
        <pc:spChg chg="mod">
          <ac:chgData name="Rosmin Elsa" userId="8f13a6be4da41318" providerId="LiveId" clId="{E6E7E803-9CD3-4DE8-BD35-43F453DF3774}" dt="2024-04-23T09:25:57.052" v="1105"/>
          <ac:spMkLst>
            <pc:docMk/>
            <pc:sldMk cId="291713791" sldId="1479"/>
            <ac:spMk id="2" creationId="{875ED424-D43C-7610-65BF-467C71AA3CA1}"/>
          </ac:spMkLst>
        </pc:spChg>
      </pc:sldChg>
      <pc:sldChg chg="modSp add mod">
        <pc:chgData name="Rosmin Elsa" userId="8f13a6be4da41318" providerId="LiveId" clId="{E6E7E803-9CD3-4DE8-BD35-43F453DF3774}" dt="2024-04-23T10:01:06.514" v="1428" actId="20577"/>
        <pc:sldMkLst>
          <pc:docMk/>
          <pc:sldMk cId="3641842833" sldId="1480"/>
        </pc:sldMkLst>
        <pc:spChg chg="mod">
          <ac:chgData name="Rosmin Elsa" userId="8f13a6be4da41318" providerId="LiveId" clId="{E6E7E803-9CD3-4DE8-BD35-43F453DF3774}" dt="2024-04-23T09:33:49.110" v="1198" actId="20577"/>
          <ac:spMkLst>
            <pc:docMk/>
            <pc:sldMk cId="3641842833" sldId="1480"/>
            <ac:spMk id="2" creationId="{A72A1939-E6A3-D899-729A-2C2D0A6F7A95}"/>
          </ac:spMkLst>
        </pc:spChg>
        <pc:spChg chg="mod">
          <ac:chgData name="Rosmin Elsa" userId="8f13a6be4da41318" providerId="LiveId" clId="{E6E7E803-9CD3-4DE8-BD35-43F453DF3774}" dt="2024-04-23T10:01:06.514" v="1428" actId="20577"/>
          <ac:spMkLst>
            <pc:docMk/>
            <pc:sldMk cId="3641842833" sldId="1480"/>
            <ac:spMk id="5" creationId="{5C2A8D91-00CB-551E-8FB6-7FF29267C113}"/>
          </ac:spMkLst>
        </pc:spChg>
        <pc:spChg chg="mod">
          <ac:chgData name="Rosmin Elsa" userId="8f13a6be4da41318" providerId="LiveId" clId="{E6E7E803-9CD3-4DE8-BD35-43F453DF3774}" dt="2024-04-23T09:31:15.280" v="1169"/>
          <ac:spMkLst>
            <pc:docMk/>
            <pc:sldMk cId="3641842833" sldId="1480"/>
            <ac:spMk id="9" creationId="{2AD9B482-06A2-3A01-104C-D7340D9CA8E1}"/>
          </ac:spMkLst>
        </pc:spChg>
      </pc:sldChg>
      <pc:sldChg chg="modSp add mod">
        <pc:chgData name="Rosmin Elsa" userId="8f13a6be4da41318" providerId="LiveId" clId="{E6E7E803-9CD3-4DE8-BD35-43F453DF3774}" dt="2024-04-23T10:00:58.384" v="1426" actId="20577"/>
        <pc:sldMkLst>
          <pc:docMk/>
          <pc:sldMk cId="3529164577" sldId="1481"/>
        </pc:sldMkLst>
        <pc:spChg chg="mod">
          <ac:chgData name="Rosmin Elsa" userId="8f13a6be4da41318" providerId="LiveId" clId="{E6E7E803-9CD3-4DE8-BD35-43F453DF3774}" dt="2024-04-23T09:28:08.701" v="1143" actId="20577"/>
          <ac:spMkLst>
            <pc:docMk/>
            <pc:sldMk cId="3529164577" sldId="1481"/>
            <ac:spMk id="2" creationId="{03FFDA72-D86F-B554-8E1D-713812A03934}"/>
          </ac:spMkLst>
        </pc:spChg>
        <pc:spChg chg="mod">
          <ac:chgData name="Rosmin Elsa" userId="8f13a6be4da41318" providerId="LiveId" clId="{E6E7E803-9CD3-4DE8-BD35-43F453DF3774}" dt="2024-04-23T10:00:58.384" v="1426" actId="20577"/>
          <ac:spMkLst>
            <pc:docMk/>
            <pc:sldMk cId="3529164577" sldId="1481"/>
            <ac:spMk id="5" creationId="{886D7D24-E0CA-6813-7302-15B1EC7072E0}"/>
          </ac:spMkLst>
        </pc:spChg>
        <pc:spChg chg="mod">
          <ac:chgData name="Rosmin Elsa" userId="8f13a6be4da41318" providerId="LiveId" clId="{E6E7E803-9CD3-4DE8-BD35-43F453DF3774}" dt="2024-04-23T09:31:18.560" v="1170"/>
          <ac:spMkLst>
            <pc:docMk/>
            <pc:sldMk cId="3529164577" sldId="1481"/>
            <ac:spMk id="9" creationId="{E32358E1-EE19-975E-EF51-473CF03D7DED}"/>
          </ac:spMkLst>
        </pc:spChg>
      </pc:sldChg>
      <pc:sldChg chg="modSp add mod">
        <pc:chgData name="Rosmin Elsa" userId="8f13a6be4da41318" providerId="LiveId" clId="{E6E7E803-9CD3-4DE8-BD35-43F453DF3774}" dt="2024-04-23T10:00:51.267" v="1425" actId="20577"/>
        <pc:sldMkLst>
          <pc:docMk/>
          <pc:sldMk cId="174357262" sldId="1482"/>
        </pc:sldMkLst>
        <pc:spChg chg="mod">
          <ac:chgData name="Rosmin Elsa" userId="8f13a6be4da41318" providerId="LiveId" clId="{E6E7E803-9CD3-4DE8-BD35-43F453DF3774}" dt="2024-04-23T09:30:18.739" v="1167" actId="20577"/>
          <ac:spMkLst>
            <pc:docMk/>
            <pc:sldMk cId="174357262" sldId="1482"/>
            <ac:spMk id="2" creationId="{864ACD05-994E-03BA-8188-5EA5D085BFA5}"/>
          </ac:spMkLst>
        </pc:spChg>
        <pc:spChg chg="mod">
          <ac:chgData name="Rosmin Elsa" userId="8f13a6be4da41318" providerId="LiveId" clId="{E6E7E803-9CD3-4DE8-BD35-43F453DF3774}" dt="2024-04-23T10:00:51.267" v="1425" actId="20577"/>
          <ac:spMkLst>
            <pc:docMk/>
            <pc:sldMk cId="174357262" sldId="1482"/>
            <ac:spMk id="5" creationId="{8F09047A-013B-8EF2-FEC1-67B017209BCA}"/>
          </ac:spMkLst>
        </pc:spChg>
        <pc:spChg chg="mod">
          <ac:chgData name="Rosmin Elsa" userId="8f13a6be4da41318" providerId="LiveId" clId="{E6E7E803-9CD3-4DE8-BD35-43F453DF3774}" dt="2024-04-23T09:31:22.223" v="1171"/>
          <ac:spMkLst>
            <pc:docMk/>
            <pc:sldMk cId="174357262" sldId="1482"/>
            <ac:spMk id="9" creationId="{AEEC52BD-05E8-BADE-E553-941E5C8C3929}"/>
          </ac:spMkLst>
        </pc:spChg>
      </pc:sldChg>
      <pc:sldChg chg="modSp add mod">
        <pc:chgData name="Rosmin Elsa" userId="8f13a6be4da41318" providerId="LiveId" clId="{E6E7E803-9CD3-4DE8-BD35-43F453DF3774}" dt="2024-04-23T10:00:43.791" v="1423" actId="20577"/>
        <pc:sldMkLst>
          <pc:docMk/>
          <pc:sldMk cId="2001745660" sldId="1483"/>
        </pc:sldMkLst>
        <pc:spChg chg="mod">
          <ac:chgData name="Rosmin Elsa" userId="8f13a6be4da41318" providerId="LiveId" clId="{E6E7E803-9CD3-4DE8-BD35-43F453DF3774}" dt="2024-04-23T10:00:43.791" v="1423" actId="20577"/>
          <ac:spMkLst>
            <pc:docMk/>
            <pc:sldMk cId="2001745660" sldId="1483"/>
            <ac:spMk id="5" creationId="{70E01056-0635-A6E1-6EEA-EB66C2FA2069}"/>
          </ac:spMkLst>
        </pc:spChg>
        <pc:spChg chg="mod">
          <ac:chgData name="Rosmin Elsa" userId="8f13a6be4da41318" providerId="LiveId" clId="{E6E7E803-9CD3-4DE8-BD35-43F453DF3774}" dt="2024-04-23T09:31:26.646" v="1172"/>
          <ac:spMkLst>
            <pc:docMk/>
            <pc:sldMk cId="2001745660" sldId="1483"/>
            <ac:spMk id="9" creationId="{C97D6A30-39DF-0835-6587-4CC07DC49359}"/>
          </ac:spMkLst>
        </pc:spChg>
      </pc:sldChg>
      <pc:sldChg chg="modSp add mod">
        <pc:chgData name="Rosmin Elsa" userId="8f13a6be4da41318" providerId="LiveId" clId="{E6E7E803-9CD3-4DE8-BD35-43F453DF3774}" dt="2024-04-23T10:00:39.260" v="1422" actId="20577"/>
        <pc:sldMkLst>
          <pc:docMk/>
          <pc:sldMk cId="1757945821" sldId="1484"/>
        </pc:sldMkLst>
        <pc:spChg chg="mod">
          <ac:chgData name="Rosmin Elsa" userId="8f13a6be4da41318" providerId="LiveId" clId="{E6E7E803-9CD3-4DE8-BD35-43F453DF3774}" dt="2024-04-23T09:32:52.779" v="1197" actId="20577"/>
          <ac:spMkLst>
            <pc:docMk/>
            <pc:sldMk cId="1757945821" sldId="1484"/>
            <ac:spMk id="2" creationId="{CB7BCF4F-DA87-F5EB-19DA-E293E7ED8289}"/>
          </ac:spMkLst>
        </pc:spChg>
        <pc:spChg chg="mod">
          <ac:chgData name="Rosmin Elsa" userId="8f13a6be4da41318" providerId="LiveId" clId="{E6E7E803-9CD3-4DE8-BD35-43F453DF3774}" dt="2024-04-23T10:00:39.260" v="1422" actId="20577"/>
          <ac:spMkLst>
            <pc:docMk/>
            <pc:sldMk cId="1757945821" sldId="1484"/>
            <ac:spMk id="5" creationId="{0ACCAC27-E449-2054-B6CE-D8509A9357DF}"/>
          </ac:spMkLst>
        </pc:spChg>
        <pc:spChg chg="mod">
          <ac:chgData name="Rosmin Elsa" userId="8f13a6be4da41318" providerId="LiveId" clId="{E6E7E803-9CD3-4DE8-BD35-43F453DF3774}" dt="2024-04-23T09:31:31.360" v="1173"/>
          <ac:spMkLst>
            <pc:docMk/>
            <pc:sldMk cId="1757945821" sldId="1484"/>
            <ac:spMk id="9" creationId="{858A0C8E-92A0-2286-4529-44F382001668}"/>
          </ac:spMkLst>
        </pc:spChg>
      </pc:sldChg>
      <pc:sldChg chg="modSp add mod">
        <pc:chgData name="Rosmin Elsa" userId="8f13a6be4da41318" providerId="LiveId" clId="{E6E7E803-9CD3-4DE8-BD35-43F453DF3774}" dt="2024-04-23T10:00:33.196" v="1421" actId="20577"/>
        <pc:sldMkLst>
          <pc:docMk/>
          <pc:sldMk cId="1432901390" sldId="1485"/>
        </pc:sldMkLst>
        <pc:spChg chg="mod">
          <ac:chgData name="Rosmin Elsa" userId="8f13a6be4da41318" providerId="LiveId" clId="{E6E7E803-9CD3-4DE8-BD35-43F453DF3774}" dt="2024-04-23T10:00:33.196" v="1421" actId="20577"/>
          <ac:spMkLst>
            <pc:docMk/>
            <pc:sldMk cId="1432901390" sldId="1485"/>
            <ac:spMk id="5" creationId="{45581CEC-1748-29E9-2DD3-15BA1AA3FB37}"/>
          </ac:spMkLst>
        </pc:spChg>
        <pc:spChg chg="mod">
          <ac:chgData name="Rosmin Elsa" userId="8f13a6be4da41318" providerId="LiveId" clId="{E6E7E803-9CD3-4DE8-BD35-43F453DF3774}" dt="2024-04-23T09:31:34.536" v="1174"/>
          <ac:spMkLst>
            <pc:docMk/>
            <pc:sldMk cId="1432901390" sldId="1485"/>
            <ac:spMk id="9" creationId="{BB5BD884-8307-D7A5-E45E-4924AD0F9508}"/>
          </ac:spMkLst>
        </pc:spChg>
      </pc:sldChg>
      <pc:sldChg chg="modSp add mod">
        <pc:chgData name="Rosmin Elsa" userId="8f13a6be4da41318" providerId="LiveId" clId="{E6E7E803-9CD3-4DE8-BD35-43F453DF3774}" dt="2024-04-23T09:35:37.925" v="1220" actId="20577"/>
        <pc:sldMkLst>
          <pc:docMk/>
          <pc:sldMk cId="4107552174" sldId="1486"/>
        </pc:sldMkLst>
        <pc:spChg chg="mod">
          <ac:chgData name="Rosmin Elsa" userId="8f13a6be4da41318" providerId="LiveId" clId="{E6E7E803-9CD3-4DE8-BD35-43F453DF3774}" dt="2024-04-23T09:35:37.925" v="1220" actId="20577"/>
          <ac:spMkLst>
            <pc:docMk/>
            <pc:sldMk cId="4107552174" sldId="1486"/>
            <ac:spMk id="2" creationId="{FA468389-C643-4A6D-6070-A2B33CD09D04}"/>
          </ac:spMkLst>
        </pc:spChg>
      </pc:sldChg>
      <pc:sldChg chg="addSp modSp add mod">
        <pc:chgData name="Rosmin Elsa" userId="8f13a6be4da41318" providerId="LiveId" clId="{E6E7E803-9CD3-4DE8-BD35-43F453DF3774}" dt="2024-04-23T09:59:20.251" v="1401" actId="20577"/>
        <pc:sldMkLst>
          <pc:docMk/>
          <pc:sldMk cId="1965359090" sldId="1487"/>
        </pc:sldMkLst>
        <pc:spChg chg="mod">
          <ac:chgData name="Rosmin Elsa" userId="8f13a6be4da41318" providerId="LiveId" clId="{E6E7E803-9CD3-4DE8-BD35-43F453DF3774}" dt="2024-04-23T09:41:19.626" v="1285" actId="20577"/>
          <ac:spMkLst>
            <pc:docMk/>
            <pc:sldMk cId="1965359090" sldId="1487"/>
            <ac:spMk id="2" creationId="{604290CC-C8C2-A942-69FC-C1174AA7725C}"/>
          </ac:spMkLst>
        </pc:spChg>
        <pc:spChg chg="add mod">
          <ac:chgData name="Rosmin Elsa" userId="8f13a6be4da41318" providerId="LiveId" clId="{E6E7E803-9CD3-4DE8-BD35-43F453DF3774}" dt="2024-04-23T09:38:27.503" v="1234"/>
          <ac:spMkLst>
            <pc:docMk/>
            <pc:sldMk cId="1965359090" sldId="1487"/>
            <ac:spMk id="3" creationId="{B8A1A233-DE2A-9F46-AFD1-0C684ED69F1B}"/>
          </ac:spMkLst>
        </pc:spChg>
        <pc:spChg chg="mod">
          <ac:chgData name="Rosmin Elsa" userId="8f13a6be4da41318" providerId="LiveId" clId="{E6E7E803-9CD3-4DE8-BD35-43F453DF3774}" dt="2024-04-23T09:59:20.251" v="1401" actId="20577"/>
          <ac:spMkLst>
            <pc:docMk/>
            <pc:sldMk cId="1965359090" sldId="1487"/>
            <ac:spMk id="5" creationId="{0E475EE2-EB3C-21F6-F1A8-B0D0E08E3135}"/>
          </ac:spMkLst>
        </pc:spChg>
        <pc:spChg chg="mod">
          <ac:chgData name="Rosmin Elsa" userId="8f13a6be4da41318" providerId="LiveId" clId="{E6E7E803-9CD3-4DE8-BD35-43F453DF3774}" dt="2024-04-23T09:57:18.753" v="1380"/>
          <ac:spMkLst>
            <pc:docMk/>
            <pc:sldMk cId="1965359090" sldId="1487"/>
            <ac:spMk id="9" creationId="{9177B5F3-39D0-7976-63E5-29F64059180C}"/>
          </ac:spMkLst>
        </pc:spChg>
      </pc:sldChg>
      <pc:sldChg chg="addSp delSp modSp add mod">
        <pc:chgData name="Rosmin Elsa" userId="8f13a6be4da41318" providerId="LiveId" clId="{E6E7E803-9CD3-4DE8-BD35-43F453DF3774}" dt="2024-04-23T09:59:33.784" v="1406" actId="20577"/>
        <pc:sldMkLst>
          <pc:docMk/>
          <pc:sldMk cId="1128059579" sldId="1488"/>
        </pc:sldMkLst>
        <pc:spChg chg="mod">
          <ac:chgData name="Rosmin Elsa" userId="8f13a6be4da41318" providerId="LiveId" clId="{E6E7E803-9CD3-4DE8-BD35-43F453DF3774}" dt="2024-04-23T09:39:40.343" v="1257" actId="114"/>
          <ac:spMkLst>
            <pc:docMk/>
            <pc:sldMk cId="1128059579" sldId="1488"/>
            <ac:spMk id="2" creationId="{6A5FF81A-B7AC-C425-AC62-ED680E65FB13}"/>
          </ac:spMkLst>
        </pc:spChg>
        <pc:spChg chg="add mod">
          <ac:chgData name="Rosmin Elsa" userId="8f13a6be4da41318" providerId="LiveId" clId="{E6E7E803-9CD3-4DE8-BD35-43F453DF3774}" dt="2024-04-23T09:59:33.784" v="1406" actId="20577"/>
          <ac:spMkLst>
            <pc:docMk/>
            <pc:sldMk cId="1128059579" sldId="1488"/>
            <ac:spMk id="3" creationId="{289A5809-9A14-9203-4CA0-D98E994A8E97}"/>
          </ac:spMkLst>
        </pc:spChg>
        <pc:spChg chg="del mod">
          <ac:chgData name="Rosmin Elsa" userId="8f13a6be4da41318" providerId="LiveId" clId="{E6E7E803-9CD3-4DE8-BD35-43F453DF3774}" dt="2024-04-23T09:59:27.712" v="1402" actId="478"/>
          <ac:spMkLst>
            <pc:docMk/>
            <pc:sldMk cId="1128059579" sldId="1488"/>
            <ac:spMk id="5" creationId="{C13BF0B6-1A42-2793-1C99-13B574EE16AF}"/>
          </ac:spMkLst>
        </pc:spChg>
        <pc:spChg chg="mod">
          <ac:chgData name="Rosmin Elsa" userId="8f13a6be4da41318" providerId="LiveId" clId="{E6E7E803-9CD3-4DE8-BD35-43F453DF3774}" dt="2024-04-23T09:57:23.793" v="1381"/>
          <ac:spMkLst>
            <pc:docMk/>
            <pc:sldMk cId="1128059579" sldId="1488"/>
            <ac:spMk id="9" creationId="{347E3C84-35FE-9C0C-8582-3AAA9B33AE50}"/>
          </ac:spMkLst>
        </pc:spChg>
      </pc:sldChg>
      <pc:sldChg chg="addSp delSp modSp add mod">
        <pc:chgData name="Rosmin Elsa" userId="8f13a6be4da41318" providerId="LiveId" clId="{E6E7E803-9CD3-4DE8-BD35-43F453DF3774}" dt="2024-04-23T09:59:39.949" v="1409" actId="20577"/>
        <pc:sldMkLst>
          <pc:docMk/>
          <pc:sldMk cId="2945821722" sldId="1489"/>
        </pc:sldMkLst>
        <pc:spChg chg="mod">
          <ac:chgData name="Rosmin Elsa" userId="8f13a6be4da41318" providerId="LiveId" clId="{E6E7E803-9CD3-4DE8-BD35-43F453DF3774}" dt="2024-04-23T09:40:29.363" v="1273" actId="20577"/>
          <ac:spMkLst>
            <pc:docMk/>
            <pc:sldMk cId="2945821722" sldId="1489"/>
            <ac:spMk id="2" creationId="{A575F8B1-2DFB-6181-5C3D-6B436A86E23E}"/>
          </ac:spMkLst>
        </pc:spChg>
        <pc:spChg chg="add mod">
          <ac:chgData name="Rosmin Elsa" userId="8f13a6be4da41318" providerId="LiveId" clId="{E6E7E803-9CD3-4DE8-BD35-43F453DF3774}" dt="2024-04-23T09:59:39.949" v="1409" actId="20577"/>
          <ac:spMkLst>
            <pc:docMk/>
            <pc:sldMk cId="2945821722" sldId="1489"/>
            <ac:spMk id="3" creationId="{16B2D89F-8057-9E6B-E2E6-C272B7B92D59}"/>
          </ac:spMkLst>
        </pc:spChg>
        <pc:spChg chg="del mod">
          <ac:chgData name="Rosmin Elsa" userId="8f13a6be4da41318" providerId="LiveId" clId="{E6E7E803-9CD3-4DE8-BD35-43F453DF3774}" dt="2024-04-23T09:59:37.744" v="1407" actId="478"/>
          <ac:spMkLst>
            <pc:docMk/>
            <pc:sldMk cId="2945821722" sldId="1489"/>
            <ac:spMk id="5" creationId="{21927910-7893-CCB2-F155-38836952D71B}"/>
          </ac:spMkLst>
        </pc:spChg>
        <pc:spChg chg="mod">
          <ac:chgData name="Rosmin Elsa" userId="8f13a6be4da41318" providerId="LiveId" clId="{E6E7E803-9CD3-4DE8-BD35-43F453DF3774}" dt="2024-04-23T09:57:28.281" v="1382"/>
          <ac:spMkLst>
            <pc:docMk/>
            <pc:sldMk cId="2945821722" sldId="1489"/>
            <ac:spMk id="9" creationId="{08B69421-78E4-68C3-7B4E-25DF3CA1BB42}"/>
          </ac:spMkLst>
        </pc:spChg>
      </pc:sldChg>
      <pc:sldChg chg="addSp delSp modSp add mod">
        <pc:chgData name="Rosmin Elsa" userId="8f13a6be4da41318" providerId="LiveId" clId="{E6E7E803-9CD3-4DE8-BD35-43F453DF3774}" dt="2024-04-23T09:59:53.616" v="1413" actId="20577"/>
        <pc:sldMkLst>
          <pc:docMk/>
          <pc:sldMk cId="1649307655" sldId="1490"/>
        </pc:sldMkLst>
        <pc:spChg chg="add mod">
          <ac:chgData name="Rosmin Elsa" userId="8f13a6be4da41318" providerId="LiveId" clId="{E6E7E803-9CD3-4DE8-BD35-43F453DF3774}" dt="2024-04-23T09:59:53.616" v="1413" actId="20577"/>
          <ac:spMkLst>
            <pc:docMk/>
            <pc:sldMk cId="1649307655" sldId="1490"/>
            <ac:spMk id="3" creationId="{A42795AA-94BF-40B0-A75E-EE31FDD6A604}"/>
          </ac:spMkLst>
        </pc:spChg>
        <pc:spChg chg="del mod">
          <ac:chgData name="Rosmin Elsa" userId="8f13a6be4da41318" providerId="LiveId" clId="{E6E7E803-9CD3-4DE8-BD35-43F453DF3774}" dt="2024-04-23T09:59:50.721" v="1410" actId="478"/>
          <ac:spMkLst>
            <pc:docMk/>
            <pc:sldMk cId="1649307655" sldId="1490"/>
            <ac:spMk id="5" creationId="{0B11BE41-D080-6CEF-BF83-379C9A45C6FA}"/>
          </ac:spMkLst>
        </pc:spChg>
        <pc:spChg chg="mod">
          <ac:chgData name="Rosmin Elsa" userId="8f13a6be4da41318" providerId="LiveId" clId="{E6E7E803-9CD3-4DE8-BD35-43F453DF3774}" dt="2024-04-23T09:57:32.405" v="1383"/>
          <ac:spMkLst>
            <pc:docMk/>
            <pc:sldMk cId="1649307655" sldId="1490"/>
            <ac:spMk id="9" creationId="{8D8B136B-EDC3-7A9F-33A7-EB62F870AC0A}"/>
          </ac:spMkLst>
        </pc:spChg>
      </pc:sldChg>
      <pc:sldChg chg="addSp delSp modSp add mod">
        <pc:chgData name="Rosmin Elsa" userId="8f13a6be4da41318" providerId="LiveId" clId="{E6E7E803-9CD3-4DE8-BD35-43F453DF3774}" dt="2024-04-23T09:59:59.424" v="1416" actId="20577"/>
        <pc:sldMkLst>
          <pc:docMk/>
          <pc:sldMk cId="324783999" sldId="1491"/>
        </pc:sldMkLst>
        <pc:spChg chg="mod">
          <ac:chgData name="Rosmin Elsa" userId="8f13a6be4da41318" providerId="LiveId" clId="{E6E7E803-9CD3-4DE8-BD35-43F453DF3774}" dt="2024-04-23T09:42:12.963" v="1296" actId="20577"/>
          <ac:spMkLst>
            <pc:docMk/>
            <pc:sldMk cId="324783999" sldId="1491"/>
            <ac:spMk id="2" creationId="{AF9111E7-039A-145F-AC00-9E89AC0258CA}"/>
          </ac:spMkLst>
        </pc:spChg>
        <pc:spChg chg="add mod">
          <ac:chgData name="Rosmin Elsa" userId="8f13a6be4da41318" providerId="LiveId" clId="{E6E7E803-9CD3-4DE8-BD35-43F453DF3774}" dt="2024-04-23T09:59:59.424" v="1416" actId="20577"/>
          <ac:spMkLst>
            <pc:docMk/>
            <pc:sldMk cId="324783999" sldId="1491"/>
            <ac:spMk id="3" creationId="{7FD5186A-F33E-F81E-AE9F-19A96A16EE9F}"/>
          </ac:spMkLst>
        </pc:spChg>
        <pc:spChg chg="del mod">
          <ac:chgData name="Rosmin Elsa" userId="8f13a6be4da41318" providerId="LiveId" clId="{E6E7E803-9CD3-4DE8-BD35-43F453DF3774}" dt="2024-04-23T09:59:57.159" v="1414" actId="478"/>
          <ac:spMkLst>
            <pc:docMk/>
            <pc:sldMk cId="324783999" sldId="1491"/>
            <ac:spMk id="5" creationId="{64D2F56B-E178-2A4B-0776-F5F9C102B4A6}"/>
          </ac:spMkLst>
        </pc:spChg>
        <pc:spChg chg="mod">
          <ac:chgData name="Rosmin Elsa" userId="8f13a6be4da41318" providerId="LiveId" clId="{E6E7E803-9CD3-4DE8-BD35-43F453DF3774}" dt="2024-04-23T09:57:40.372" v="1384"/>
          <ac:spMkLst>
            <pc:docMk/>
            <pc:sldMk cId="324783999" sldId="1491"/>
            <ac:spMk id="9" creationId="{83439317-334D-E4E3-E21E-A1E9F3DD2EB3}"/>
          </ac:spMkLst>
        </pc:spChg>
      </pc:sldChg>
      <pc:sldChg chg="addSp delSp modSp add mod">
        <pc:chgData name="Rosmin Elsa" userId="8f13a6be4da41318" providerId="LiveId" clId="{E6E7E803-9CD3-4DE8-BD35-43F453DF3774}" dt="2024-04-23T10:00:05.549" v="1419" actId="20577"/>
        <pc:sldMkLst>
          <pc:docMk/>
          <pc:sldMk cId="2459202346" sldId="1492"/>
        </pc:sldMkLst>
        <pc:spChg chg="add mod">
          <ac:chgData name="Rosmin Elsa" userId="8f13a6be4da41318" providerId="LiveId" clId="{E6E7E803-9CD3-4DE8-BD35-43F453DF3774}" dt="2024-04-23T10:00:05.549" v="1419" actId="20577"/>
          <ac:spMkLst>
            <pc:docMk/>
            <pc:sldMk cId="2459202346" sldId="1492"/>
            <ac:spMk id="3" creationId="{4BB94B6E-AB27-B620-761F-D82C95A9149B}"/>
          </ac:spMkLst>
        </pc:spChg>
        <pc:spChg chg="del mod">
          <ac:chgData name="Rosmin Elsa" userId="8f13a6be4da41318" providerId="LiveId" clId="{E6E7E803-9CD3-4DE8-BD35-43F453DF3774}" dt="2024-04-23T10:00:02.950" v="1417" actId="478"/>
          <ac:spMkLst>
            <pc:docMk/>
            <pc:sldMk cId="2459202346" sldId="1492"/>
            <ac:spMk id="5" creationId="{3E91D0CC-9CC4-9A59-4972-9D2171D1918E}"/>
          </ac:spMkLst>
        </pc:spChg>
        <pc:spChg chg="mod">
          <ac:chgData name="Rosmin Elsa" userId="8f13a6be4da41318" providerId="LiveId" clId="{E6E7E803-9CD3-4DE8-BD35-43F453DF3774}" dt="2024-04-23T09:57:47.730" v="1386"/>
          <ac:spMkLst>
            <pc:docMk/>
            <pc:sldMk cId="2459202346" sldId="1492"/>
            <ac:spMk id="9" creationId="{6D87C0BD-0CB3-F22B-73C5-4FEF327F6126}"/>
          </ac:spMkLst>
        </pc:spChg>
      </pc:sldChg>
      <pc:sldMasterChg chg="modSldLayout">
        <pc:chgData name="Rosmin Elsa" userId="8f13a6be4da41318" providerId="LiveId" clId="{E6E7E803-9CD3-4DE8-BD35-43F453DF3774}" dt="2024-04-23T00:38:53.833" v="21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E6E7E803-9CD3-4DE8-BD35-43F453DF3774}" dt="2024-04-23T00:38:22.779" v="6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E6E7E803-9CD3-4DE8-BD35-43F453DF3774}" dt="2024-04-23T00:38:22.779" v="6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E6E7E803-9CD3-4DE8-BD35-43F453DF3774}" dt="2024-04-23T00:38:31.946" v="8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E6E7E803-9CD3-4DE8-BD35-43F453DF3774}" dt="2024-04-23T00:38:31.946" v="8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E6E7E803-9CD3-4DE8-BD35-43F453DF3774}" dt="2024-04-23T00:38:53.833" v="21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E6E7E803-9CD3-4DE8-BD35-43F453DF3774}" dt="2024-04-23T00:38:53.833" v="21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E6E7E803-9CD3-4DE8-BD35-43F453DF3774}" dt="2024-04-23T00:38:37.927" v="10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E6E7E803-9CD3-4DE8-BD35-43F453DF3774}" dt="2024-04-23T00:38:37.927" v="10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LiveId" clId="{08983BD8-E5DD-814C-89DD-AD07F47468EF}"/>
    <pc:docChg chg="modSld">
      <pc:chgData name="Rosmin Elsa" userId="8f13a6be4da41318" providerId="LiveId" clId="{08983BD8-E5DD-814C-89DD-AD07F47468EF}" dt="2024-04-25T14:55:32.920" v="0" actId="139"/>
      <pc:docMkLst>
        <pc:docMk/>
      </pc:docMkLst>
      <pc:sldChg chg="addSp">
        <pc:chgData name="Rosmin Elsa" userId="8f13a6be4da41318" providerId="LiveId" clId="{08983BD8-E5DD-814C-89DD-AD07F47468EF}" dt="2024-04-25T14:55:32.920" v="0" actId="139"/>
        <pc:sldMkLst>
          <pc:docMk/>
          <pc:sldMk cId="2882701942" sldId="1467"/>
        </pc:sldMkLst>
        <pc:spChg chg="add">
          <ac:chgData name="Rosmin Elsa" userId="8f13a6be4da41318" providerId="LiveId" clId="{08983BD8-E5DD-814C-89DD-AD07F47468EF}" dt="2024-04-25T14:55:32.920" v="0" actId="139"/>
          <ac:spMkLst>
            <pc:docMk/>
            <pc:sldMk cId="2882701942" sldId="1467"/>
            <ac:spMk id="3" creationId="{BF47117A-F033-70E4-AEBC-407A809C393A}"/>
          </ac:spMkLst>
        </pc:spChg>
      </pc:sldChg>
    </pc:docChg>
  </pc:docChgLst>
  <pc:docChgLst>
    <pc:chgData name="Rosmin Elsa" userId="8f13a6be4da41318" providerId="LiveId" clId="{E627DC7B-1A0A-A843-B9CB-2F41B161B2BA}"/>
    <pc:docChg chg="custSel modSld">
      <pc:chgData name="Rosmin Elsa" userId="8f13a6be4da41318" providerId="LiveId" clId="{E627DC7B-1A0A-A843-B9CB-2F41B161B2BA}" dt="2024-04-27T03:53:53.333" v="81" actId="20577"/>
      <pc:docMkLst>
        <pc:docMk/>
      </pc:docMkLst>
      <pc:sldChg chg="modSp">
        <pc:chgData name="Rosmin Elsa" userId="8f13a6be4da41318" providerId="LiveId" clId="{E627DC7B-1A0A-A843-B9CB-2F41B161B2BA}" dt="2024-04-27T03:49:26.221" v="34" actId="20577"/>
        <pc:sldMkLst>
          <pc:docMk/>
          <pc:sldMk cId="140346443" sldId="822"/>
        </pc:sldMkLst>
        <pc:spChg chg="mod">
          <ac:chgData name="Rosmin Elsa" userId="8f13a6be4da41318" providerId="LiveId" clId="{E627DC7B-1A0A-A843-B9CB-2F41B161B2BA}" dt="2024-04-27T03:49:26.221" v="34" actId="20577"/>
          <ac:spMkLst>
            <pc:docMk/>
            <pc:sldMk cId="140346443" sldId="822"/>
            <ac:spMk id="2" creationId="{69072751-0DFD-E04D-8DBC-6192EE4B4B2A}"/>
          </ac:spMkLst>
        </pc:spChg>
      </pc:sldChg>
      <pc:sldChg chg="modSp">
        <pc:chgData name="Rosmin Elsa" userId="8f13a6be4da41318" providerId="LiveId" clId="{E627DC7B-1A0A-A843-B9CB-2F41B161B2BA}" dt="2024-04-27T03:47:15.032" v="29" actId="20577"/>
        <pc:sldMkLst>
          <pc:docMk/>
          <pc:sldMk cId="2771250690" sldId="851"/>
        </pc:sldMkLst>
        <pc:spChg chg="mod">
          <ac:chgData name="Rosmin Elsa" userId="8f13a6be4da41318" providerId="LiveId" clId="{E627DC7B-1A0A-A843-B9CB-2F41B161B2BA}" dt="2024-04-27T03:47:15.032" v="29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Rosmin Elsa" userId="8f13a6be4da41318" providerId="LiveId" clId="{E627DC7B-1A0A-A843-B9CB-2F41B161B2BA}" dt="2024-04-27T03:53:53.333" v="81" actId="20577"/>
        <pc:sldMkLst>
          <pc:docMk/>
          <pc:sldMk cId="3441406009" sldId="858"/>
        </pc:sldMkLst>
        <pc:spChg chg="mod">
          <ac:chgData name="Rosmin Elsa" userId="8f13a6be4da41318" providerId="LiveId" clId="{E627DC7B-1A0A-A843-B9CB-2F41B161B2BA}" dt="2024-04-27T03:53:53.333" v="81" actId="20577"/>
          <ac:spMkLst>
            <pc:docMk/>
            <pc:sldMk cId="3441406009" sldId="858"/>
            <ac:spMk id="2" creationId="{00000000-0000-0000-0000-000000000000}"/>
          </ac:spMkLst>
        </pc:spChg>
      </pc:sldChg>
      <pc:sldChg chg="modSp">
        <pc:chgData name="Rosmin Elsa" userId="8f13a6be4da41318" providerId="LiveId" clId="{E627DC7B-1A0A-A843-B9CB-2F41B161B2BA}" dt="2024-04-27T03:49:36.855" v="39" actId="20577"/>
        <pc:sldMkLst>
          <pc:docMk/>
          <pc:sldMk cId="2938291084" sldId="1393"/>
        </pc:sldMkLst>
        <pc:spChg chg="mod">
          <ac:chgData name="Rosmin Elsa" userId="8f13a6be4da41318" providerId="LiveId" clId="{E627DC7B-1A0A-A843-B9CB-2F41B161B2BA}" dt="2024-04-27T03:49:36.855" v="39" actId="20577"/>
          <ac:spMkLst>
            <pc:docMk/>
            <pc:sldMk cId="2938291084" sldId="1393"/>
            <ac:spMk id="2" creationId="{69072751-0DFD-E04D-8DBC-6192EE4B4B2A}"/>
          </ac:spMkLst>
        </pc:spChg>
      </pc:sldChg>
      <pc:sldChg chg="addSp delSp modSp">
        <pc:chgData name="Rosmin Elsa" userId="8f13a6be4da41318" providerId="LiveId" clId="{E627DC7B-1A0A-A843-B9CB-2F41B161B2BA}" dt="2024-04-27T03:35:58.441" v="8" actId="22"/>
        <pc:sldMkLst>
          <pc:docMk/>
          <pc:sldMk cId="2332149466" sldId="1412"/>
        </pc:sldMkLst>
        <pc:spChg chg="mod">
          <ac:chgData name="Rosmin Elsa" userId="8f13a6be4da41318" providerId="LiveId" clId="{E627DC7B-1A0A-A843-B9CB-2F41B161B2BA}" dt="2024-04-27T03:35:10.198" v="5" actId="20577"/>
          <ac:spMkLst>
            <pc:docMk/>
            <pc:sldMk cId="2332149466" sldId="1412"/>
            <ac:spMk id="5" creationId="{D15CBCA4-8279-49A0-BDA5-8F1C3F65A437}"/>
          </ac:spMkLst>
        </pc:spChg>
        <pc:spChg chg="del mod">
          <ac:chgData name="Rosmin Elsa" userId="8f13a6be4da41318" providerId="LiveId" clId="{E627DC7B-1A0A-A843-B9CB-2F41B161B2BA}" dt="2024-04-27T03:35:54.958" v="7" actId="21"/>
          <ac:spMkLst>
            <pc:docMk/>
            <pc:sldMk cId="2332149466" sldId="1412"/>
            <ac:spMk id="6" creationId="{00B7E6C3-DC3B-BC8E-EE75-86995C7F8ADF}"/>
          </ac:spMkLst>
        </pc:spChg>
        <pc:spChg chg="add">
          <ac:chgData name="Rosmin Elsa" userId="8f13a6be4da41318" providerId="LiveId" clId="{E627DC7B-1A0A-A843-B9CB-2F41B161B2BA}" dt="2024-04-27T03:35:58.441" v="8" actId="22"/>
          <ac:spMkLst>
            <pc:docMk/>
            <pc:sldMk cId="2332149466" sldId="1412"/>
            <ac:spMk id="7" creationId="{B6B6A1A1-2D46-91B5-A625-C463AD8F23D0}"/>
          </ac:spMkLst>
        </pc:spChg>
      </pc:sldChg>
      <pc:sldChg chg="modSp">
        <pc:chgData name="Rosmin Elsa" userId="8f13a6be4da41318" providerId="LiveId" clId="{E627DC7B-1A0A-A843-B9CB-2F41B161B2BA}" dt="2024-04-27T03:49:49.237" v="46" actId="20577"/>
        <pc:sldMkLst>
          <pc:docMk/>
          <pc:sldMk cId="511152044" sldId="1431"/>
        </pc:sldMkLst>
        <pc:spChg chg="mod">
          <ac:chgData name="Rosmin Elsa" userId="8f13a6be4da41318" providerId="LiveId" clId="{E627DC7B-1A0A-A843-B9CB-2F41B161B2BA}" dt="2024-04-27T03:49:49.237" v="46" actId="20577"/>
          <ac:spMkLst>
            <pc:docMk/>
            <pc:sldMk cId="511152044" sldId="1431"/>
            <ac:spMk id="2" creationId="{FDBAA513-2B1D-53EE-75BE-0578E83338A3}"/>
          </ac:spMkLst>
        </pc:spChg>
      </pc:sldChg>
      <pc:sldChg chg="modSp">
        <pc:chgData name="Rosmin Elsa" userId="8f13a6be4da41318" providerId="LiveId" clId="{E627DC7B-1A0A-A843-B9CB-2F41B161B2BA}" dt="2024-04-27T03:50:00.417" v="53" actId="20577"/>
        <pc:sldMkLst>
          <pc:docMk/>
          <pc:sldMk cId="2958737754" sldId="1432"/>
        </pc:sldMkLst>
        <pc:spChg chg="mod">
          <ac:chgData name="Rosmin Elsa" userId="8f13a6be4da41318" providerId="LiveId" clId="{E627DC7B-1A0A-A843-B9CB-2F41B161B2BA}" dt="2024-04-27T03:50:00.417" v="53" actId="20577"/>
          <ac:spMkLst>
            <pc:docMk/>
            <pc:sldMk cId="2958737754" sldId="1432"/>
            <ac:spMk id="2" creationId="{C3E0B21F-9810-F1CF-643F-65AD235760E8}"/>
          </ac:spMkLst>
        </pc:spChg>
      </pc:sldChg>
      <pc:sldChg chg="modSp">
        <pc:chgData name="Rosmin Elsa" userId="8f13a6be4da41318" providerId="LiveId" clId="{E627DC7B-1A0A-A843-B9CB-2F41B161B2BA}" dt="2024-04-27T03:50:11.446" v="66" actId="20577"/>
        <pc:sldMkLst>
          <pc:docMk/>
          <pc:sldMk cId="1424203554" sldId="1433"/>
        </pc:sldMkLst>
        <pc:spChg chg="mod">
          <ac:chgData name="Rosmin Elsa" userId="8f13a6be4da41318" providerId="LiveId" clId="{E627DC7B-1A0A-A843-B9CB-2F41B161B2BA}" dt="2024-04-27T03:50:11.446" v="66" actId="20577"/>
          <ac:spMkLst>
            <pc:docMk/>
            <pc:sldMk cId="1424203554" sldId="1433"/>
            <ac:spMk id="2" creationId="{BB7CA26C-858D-CA83-6316-7A191D166A82}"/>
          </ac:spMkLst>
        </pc:spChg>
      </pc:sldChg>
      <pc:sldChg chg="modSp">
        <pc:chgData name="Rosmin Elsa" userId="8f13a6be4da41318" providerId="LiveId" clId="{E627DC7B-1A0A-A843-B9CB-2F41B161B2BA}" dt="2024-04-27T03:50:21.810" v="73" actId="20577"/>
        <pc:sldMkLst>
          <pc:docMk/>
          <pc:sldMk cId="2428896208" sldId="1436"/>
        </pc:sldMkLst>
        <pc:spChg chg="mod">
          <ac:chgData name="Rosmin Elsa" userId="8f13a6be4da41318" providerId="LiveId" clId="{E627DC7B-1A0A-A843-B9CB-2F41B161B2BA}" dt="2024-04-27T03:50:21.810" v="73" actId="20577"/>
          <ac:spMkLst>
            <pc:docMk/>
            <pc:sldMk cId="2428896208" sldId="1436"/>
            <ac:spMk id="2" creationId="{875E988F-2580-F212-A4BE-9D9DD0876DFE}"/>
          </ac:spMkLst>
        </pc:spChg>
      </pc:sldChg>
      <pc:sldChg chg="modSp">
        <pc:chgData name="Rosmin Elsa" userId="8f13a6be4da41318" providerId="LiveId" clId="{E627DC7B-1A0A-A843-B9CB-2F41B161B2BA}" dt="2024-04-27T03:36:16.422" v="11" actId="20577"/>
        <pc:sldMkLst>
          <pc:docMk/>
          <pc:sldMk cId="4007348260" sldId="1456"/>
        </pc:sldMkLst>
        <pc:spChg chg="mod">
          <ac:chgData name="Rosmin Elsa" userId="8f13a6be4da41318" providerId="LiveId" clId="{E627DC7B-1A0A-A843-B9CB-2F41B161B2BA}" dt="2024-04-27T03:36:16.422" v="11" actId="20577"/>
          <ac:spMkLst>
            <pc:docMk/>
            <pc:sldMk cId="4007348260" sldId="1456"/>
            <ac:spMk id="5" creationId="{B111ECC5-BD3C-B57A-DACD-1745E3DDFE84}"/>
          </ac:spMkLst>
        </pc:spChg>
      </pc:sldChg>
      <pc:sldChg chg="modSp">
        <pc:chgData name="Rosmin Elsa" userId="8f13a6be4da41318" providerId="LiveId" clId="{E627DC7B-1A0A-A843-B9CB-2F41B161B2BA}" dt="2024-04-27T03:36:32.730" v="14" actId="20577"/>
        <pc:sldMkLst>
          <pc:docMk/>
          <pc:sldMk cId="1584036310" sldId="1457"/>
        </pc:sldMkLst>
        <pc:spChg chg="mod">
          <ac:chgData name="Rosmin Elsa" userId="8f13a6be4da41318" providerId="LiveId" clId="{E627DC7B-1A0A-A843-B9CB-2F41B161B2BA}" dt="2024-04-27T03:36:32.730" v="14" actId="20577"/>
          <ac:spMkLst>
            <pc:docMk/>
            <pc:sldMk cId="1584036310" sldId="1457"/>
            <ac:spMk id="5" creationId="{FA3AF5C5-7412-A8FE-2588-51A30201C2A3}"/>
          </ac:spMkLst>
        </pc:spChg>
      </pc:sldChg>
      <pc:sldChg chg="modSp">
        <pc:chgData name="Rosmin Elsa" userId="8f13a6be4da41318" providerId="LiveId" clId="{E627DC7B-1A0A-A843-B9CB-2F41B161B2BA}" dt="2024-04-27T03:36:48.967" v="17" actId="20577"/>
        <pc:sldMkLst>
          <pc:docMk/>
          <pc:sldMk cId="2272770198" sldId="1458"/>
        </pc:sldMkLst>
        <pc:spChg chg="mod">
          <ac:chgData name="Rosmin Elsa" userId="8f13a6be4da41318" providerId="LiveId" clId="{E627DC7B-1A0A-A843-B9CB-2F41B161B2BA}" dt="2024-04-27T03:36:48.967" v="17" actId="20577"/>
          <ac:spMkLst>
            <pc:docMk/>
            <pc:sldMk cId="2272770198" sldId="1458"/>
            <ac:spMk id="5" creationId="{9BF0E534-1966-B6C8-A77B-B1631F8C8C6E}"/>
          </ac:spMkLst>
        </pc:spChg>
      </pc:sldChg>
      <pc:sldChg chg="modSp">
        <pc:chgData name="Rosmin Elsa" userId="8f13a6be4da41318" providerId="LiveId" clId="{E627DC7B-1A0A-A843-B9CB-2F41B161B2BA}" dt="2024-04-27T03:37:02.442" v="20" actId="20577"/>
        <pc:sldMkLst>
          <pc:docMk/>
          <pc:sldMk cId="2991767391" sldId="1459"/>
        </pc:sldMkLst>
        <pc:spChg chg="mod">
          <ac:chgData name="Rosmin Elsa" userId="8f13a6be4da41318" providerId="LiveId" clId="{E627DC7B-1A0A-A843-B9CB-2F41B161B2BA}" dt="2024-04-27T03:37:02.442" v="20" actId="20577"/>
          <ac:spMkLst>
            <pc:docMk/>
            <pc:sldMk cId="2991767391" sldId="1459"/>
            <ac:spMk id="5" creationId="{29810DDB-327F-A48E-27F6-2C3763F072DB}"/>
          </ac:spMkLst>
        </pc:spChg>
      </pc:sldChg>
      <pc:sldChg chg="modSp">
        <pc:chgData name="Rosmin Elsa" userId="8f13a6be4da41318" providerId="LiveId" clId="{E627DC7B-1A0A-A843-B9CB-2F41B161B2BA}" dt="2024-04-27T03:37:22.377" v="23" actId="20577"/>
        <pc:sldMkLst>
          <pc:docMk/>
          <pc:sldMk cId="1513878346" sldId="1460"/>
        </pc:sldMkLst>
        <pc:spChg chg="mod">
          <ac:chgData name="Rosmin Elsa" userId="8f13a6be4da41318" providerId="LiveId" clId="{E627DC7B-1A0A-A843-B9CB-2F41B161B2BA}" dt="2024-04-27T03:37:22.377" v="23" actId="20577"/>
          <ac:spMkLst>
            <pc:docMk/>
            <pc:sldMk cId="1513878346" sldId="1460"/>
            <ac:spMk id="5" creationId="{1E6836E2-C7B9-B122-13AE-6A42BE8C31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27/04/2024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28 Apr 2024, 8.30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Apr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Apr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Apr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 dirty="0">
                <a:solidFill>
                  <a:schemeClr val="bg1"/>
                </a:solidFill>
              </a:rPr>
              <a:t>Song No. 9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no. 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endParaRPr lang="en-SG" sz="2800" dirty="0"/>
          </a:p>
          <a:p>
            <a:pPr algn="ctr"/>
            <a:r>
              <a:rPr lang="en-SG" sz="2800" dirty="0"/>
              <a:t>All people that on earth do dwell,</a:t>
            </a:r>
          </a:p>
          <a:p>
            <a:pPr algn="ctr"/>
            <a:r>
              <a:rPr lang="en-SG" sz="2800" dirty="0"/>
              <a:t>Sing to the Lord with cheerful voice:</a:t>
            </a:r>
          </a:p>
          <a:p>
            <a:pPr algn="ctr"/>
            <a:r>
              <a:rPr lang="en-SG" sz="2800" dirty="0"/>
              <a:t>Him serve with mirth, His praise forth tell,</a:t>
            </a:r>
          </a:p>
          <a:p>
            <a:pPr algn="ctr"/>
            <a:r>
              <a:rPr lang="en-SG" sz="2800" dirty="0"/>
              <a:t>Come ye before Him and rejoice.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no. 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EA871-1140-7B28-03B3-FBA916C2FF31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endParaRPr lang="en-SG" sz="2800" dirty="0"/>
          </a:p>
          <a:p>
            <a:pPr algn="ctr"/>
            <a:r>
              <a:rPr lang="en-SG" sz="2800" dirty="0"/>
              <a:t>Know that the Lord is God indeed,</a:t>
            </a:r>
          </a:p>
          <a:p>
            <a:pPr algn="ctr"/>
            <a:r>
              <a:rPr lang="en-SG" sz="2800" dirty="0"/>
              <a:t>Without our aid He did us make :</a:t>
            </a:r>
          </a:p>
          <a:p>
            <a:pPr algn="ctr"/>
            <a:r>
              <a:rPr lang="en-SG" sz="2800" dirty="0"/>
              <a:t>We are His flock, He doth us feed,</a:t>
            </a:r>
          </a:p>
          <a:p>
            <a:pPr algn="ctr"/>
            <a:r>
              <a:rPr lang="en-SG" sz="2800" dirty="0"/>
              <a:t>And for His sheep He doth us take.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no. 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9EDA0-9253-C99C-5F54-8C99256196B5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endParaRPr lang="en-SG" sz="2800" dirty="0"/>
          </a:p>
          <a:p>
            <a:pPr algn="ctr"/>
            <a:r>
              <a:rPr lang="en-SG" sz="2800" dirty="0"/>
              <a:t>Oh, enter then His gates with praise,</a:t>
            </a:r>
          </a:p>
          <a:p>
            <a:pPr algn="ctr"/>
            <a:r>
              <a:rPr lang="en-SG" sz="2800" dirty="0"/>
              <a:t>Approach with joy His courts unto:</a:t>
            </a:r>
          </a:p>
          <a:p>
            <a:pPr algn="ctr"/>
            <a:r>
              <a:rPr lang="en-SG" sz="2800" dirty="0"/>
              <a:t>Praise, laud, and bless His name always, </a:t>
            </a:r>
          </a:p>
          <a:p>
            <a:pPr algn="ctr"/>
            <a:r>
              <a:rPr lang="en-SG" sz="2800" dirty="0"/>
              <a:t>For it is seemly so to do. 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67F8-A284-EE70-6713-899680D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61F3-D074-8E40-5901-929AFBA3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no. 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5863EC-1137-D3CB-ADDA-DAA99C4329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AB2B-36E6-1902-0659-3B71C64198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701C5-580E-833B-350F-870EB871F785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endParaRPr lang="en-SG" sz="2800" dirty="0"/>
          </a:p>
          <a:p>
            <a:pPr algn="ctr"/>
            <a:r>
              <a:rPr lang="en-SG" sz="2800" dirty="0"/>
              <a:t>For why ? the Lord our God is good,</a:t>
            </a:r>
          </a:p>
          <a:p>
            <a:pPr algn="ctr"/>
            <a:r>
              <a:rPr lang="en-SG" sz="2800" dirty="0"/>
              <a:t>His mercy is for ever sure;</a:t>
            </a:r>
          </a:p>
          <a:p>
            <a:pPr algn="ctr"/>
            <a:r>
              <a:rPr lang="en-SG" sz="2800" dirty="0"/>
              <a:t>His truth at all times firmly stood,</a:t>
            </a:r>
          </a:p>
          <a:p>
            <a:pPr algn="ctr"/>
            <a:r>
              <a:rPr lang="en-SG" sz="2800" dirty="0"/>
              <a:t>And shall from age to age endure.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31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Song No: 306 v1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Song No. 306 v1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969542"/>
            <a:ext cx="60723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“There shall be showers of blessing” This is the promise of love ; </a:t>
            </a:r>
          </a:p>
          <a:p>
            <a:r>
              <a:rPr lang="en-SG" sz="2800" dirty="0"/>
              <a:t>There shall be seasons refreshing,</a:t>
            </a:r>
          </a:p>
          <a:p>
            <a:r>
              <a:rPr lang="en-SG" sz="2800" dirty="0"/>
              <a:t>Sent from the Saviour above.</a:t>
            </a:r>
          </a:p>
          <a:p>
            <a:pPr algn="ctr"/>
            <a:r>
              <a:rPr lang="en-SG" sz="2800" i="1" dirty="0">
                <a:solidFill>
                  <a:srgbClr val="800000"/>
                </a:solidFill>
              </a:rPr>
              <a:t>Showers of blessing,</a:t>
            </a:r>
          </a:p>
          <a:p>
            <a:pPr algn="ctr"/>
            <a:r>
              <a:rPr lang="en-SG" sz="2800" i="1" dirty="0">
                <a:solidFill>
                  <a:srgbClr val="800000"/>
                </a:solidFill>
              </a:rPr>
              <a:t>Showers of blessing we need ;</a:t>
            </a:r>
          </a:p>
          <a:p>
            <a:pPr algn="ctr"/>
            <a:r>
              <a:rPr lang="en-SG" sz="2800" i="1" dirty="0">
                <a:solidFill>
                  <a:srgbClr val="800000"/>
                </a:solidFill>
              </a:rPr>
              <a:t>Mercy drops round us are falling,</a:t>
            </a:r>
          </a:p>
          <a:p>
            <a:pPr algn="ctr"/>
            <a:r>
              <a:rPr lang="en-SG" sz="2800" i="1" dirty="0">
                <a:solidFill>
                  <a:srgbClr val="800000"/>
                </a:solidFill>
              </a:rPr>
              <a:t>But for the showers we plead.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Song No: 306 v1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sz="4200" dirty="0">
                <a:solidFill>
                  <a:schemeClr val="bg1"/>
                </a:solidFill>
              </a:rPr>
              <a:t>Song No: 757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757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591752" y="576193"/>
            <a:ext cx="435770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 dirty="0"/>
          </a:p>
          <a:p>
            <a:r>
              <a:rPr lang="en-SG" sz="2800" i="1" dirty="0"/>
              <a:t>Sowing in the morning, </a:t>
            </a:r>
          </a:p>
          <a:p>
            <a:r>
              <a:rPr lang="en-SG" sz="2800" i="1" dirty="0"/>
              <a:t>sowing seeds of kindness, </a:t>
            </a:r>
          </a:p>
          <a:p>
            <a:r>
              <a:rPr lang="en-SG" sz="2800" i="1" dirty="0"/>
              <a:t>Sowing in the noontide </a:t>
            </a:r>
            <a:br>
              <a:rPr lang="en-SG" sz="2800" i="1" dirty="0"/>
            </a:br>
            <a:r>
              <a:rPr lang="en-SG" sz="2800" i="1" dirty="0"/>
              <a:t>and the dewy eves</a:t>
            </a:r>
          </a:p>
          <a:p>
            <a:r>
              <a:rPr lang="en-SG" sz="2800" i="1" dirty="0"/>
              <a:t>Waiting for the harvest, </a:t>
            </a:r>
          </a:p>
          <a:p>
            <a:r>
              <a:rPr lang="en-SG" sz="2800" i="1" dirty="0"/>
              <a:t>and the time of reaping, </a:t>
            </a:r>
          </a:p>
          <a:p>
            <a:r>
              <a:rPr lang="en-SG" sz="2800" i="1" dirty="0"/>
              <a:t>We shall come rejoicing, </a:t>
            </a:r>
          </a:p>
          <a:p>
            <a:r>
              <a:rPr lang="en-SG" sz="2800" i="1" dirty="0"/>
              <a:t>bringing in the sheaves !</a:t>
            </a:r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757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SG" sz="2800" i="1" dirty="0">
                <a:solidFill>
                  <a:srgbClr val="C00000"/>
                </a:solidFill>
              </a:rPr>
            </a:br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We shall come rejoicing,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</a:t>
            </a:r>
          </a:p>
          <a:p>
            <a:pPr algn="ctr"/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35CA57-1D36-210C-B0EC-31A97327CC9B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526FD-9EF8-E1B1-FC5E-86BC7D2113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9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3868-48EB-3B12-C76F-1AEA0238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A513-2B1D-53EE-75BE-0578E833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757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FDA344-0530-D55F-C522-D0AA6539FD3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C03F57-D043-7B13-FA17-AF7D7DB91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AF3B4-00AF-A8C5-2B9D-7AF1E7CD04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61661-CC89-FB42-945A-66C188099699}"/>
              </a:ext>
            </a:extLst>
          </p:cNvPr>
          <p:cNvSpPr txBox="1"/>
          <p:nvPr/>
        </p:nvSpPr>
        <p:spPr>
          <a:xfrm>
            <a:off x="591752" y="576193"/>
            <a:ext cx="43577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 dirty="0"/>
          </a:p>
          <a:p>
            <a:r>
              <a:rPr lang="en-SG" sz="2800" i="1" dirty="0"/>
              <a:t>Sowing in the sunshine, sowing in the shadows, Fearing neither clouds </a:t>
            </a:r>
            <a:br>
              <a:rPr lang="en-SG" sz="2800" i="1" dirty="0"/>
            </a:br>
            <a:r>
              <a:rPr lang="en-SG" sz="2800" i="1" dirty="0"/>
              <a:t>nor winter’s chilling breeze</a:t>
            </a:r>
          </a:p>
          <a:p>
            <a:r>
              <a:rPr lang="en-SG" sz="2800" i="1" dirty="0"/>
              <a:t>By and by the harvest, </a:t>
            </a:r>
            <a:br>
              <a:rPr lang="en-SG" sz="2800" i="1" dirty="0"/>
            </a:br>
            <a:r>
              <a:rPr lang="en-SG" sz="2800" i="1" dirty="0"/>
              <a:t>and the labour ended, </a:t>
            </a:r>
          </a:p>
          <a:p>
            <a:r>
              <a:rPr lang="en-SG" sz="2800" i="1" dirty="0"/>
              <a:t>We shall come rejoicing, bringing in the sheaves !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51115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9147-93FA-7366-E525-00D86ACF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B21F-9810-F1CF-643F-65AD2357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757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A587E-4C9D-427D-6C53-ECDB644126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C52CC-B70B-EA8B-02C2-65F41B112A21}"/>
              </a:ext>
            </a:extLst>
          </p:cNvPr>
          <p:cNvSpPr txBox="1"/>
          <p:nvPr/>
        </p:nvSpPr>
        <p:spPr>
          <a:xfrm>
            <a:off x="92763" y="727294"/>
            <a:ext cx="56175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SG" sz="2800" i="1" dirty="0">
                <a:solidFill>
                  <a:srgbClr val="C00000"/>
                </a:solidFill>
              </a:rPr>
            </a:br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We shall come rejoicing,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</a:t>
            </a:r>
          </a:p>
          <a:p>
            <a:pPr algn="ctr"/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1919D8-132E-6C72-5928-18A95E662733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9364FD-7528-F0A8-32DE-3C8740A216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37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3C39-B9AF-AB2A-48DF-85C05DEE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A26C-858D-CA83-6316-7A191D16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757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4E20C-F703-16D2-203E-46C6F864A0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5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B95EC-FC0D-F5C5-ADCA-393B4B9B8585}"/>
              </a:ext>
            </a:extLst>
          </p:cNvPr>
          <p:cNvSpPr txBox="1"/>
          <p:nvPr/>
        </p:nvSpPr>
        <p:spPr>
          <a:xfrm>
            <a:off x="591752" y="576193"/>
            <a:ext cx="435770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 dirty="0"/>
          </a:p>
          <a:p>
            <a:r>
              <a:rPr lang="en-SG" sz="2800" i="1" dirty="0"/>
              <a:t>Go then ever, weeping, sowing for the Master, </a:t>
            </a:r>
          </a:p>
          <a:p>
            <a:r>
              <a:rPr lang="en-SG" sz="2800" i="1" dirty="0"/>
              <a:t>Though the loss sustained our spirit often grieves:</a:t>
            </a:r>
          </a:p>
          <a:p>
            <a:r>
              <a:rPr lang="en-SG" sz="2800" i="1" dirty="0"/>
              <a:t>When our weeping's over, He will bid us welcome, We shall come rejoicing, bringing in the sheaves !</a:t>
            </a:r>
          </a:p>
          <a:p>
            <a:endParaRPr lang="en-US" sz="2800" i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E49EB5-653E-E5C2-44FB-FE974F3E5053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9E5F3F-A889-D0BF-72A4-7B277E3FB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0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C55C-3A6D-CF9A-EE06-E4976FF3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988F-2580-F212-A4BE-9D9DD087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</a:t>
            </a:r>
            <a:r>
              <a:rPr lang="en-SG" dirty="0"/>
              <a:t>757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FE2C1-B53F-E3D9-5299-045F60CABAF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6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F9DCC-F327-89F8-4621-E631A974E712}"/>
              </a:ext>
            </a:extLst>
          </p:cNvPr>
          <p:cNvSpPr txBox="1"/>
          <p:nvPr/>
        </p:nvSpPr>
        <p:spPr>
          <a:xfrm>
            <a:off x="92763" y="727294"/>
            <a:ext cx="56175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SG" sz="2800" i="1" dirty="0">
                <a:solidFill>
                  <a:srgbClr val="C00000"/>
                </a:solidFill>
              </a:rPr>
            </a:br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We shall come rejoicing,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bringing in the sheaves !</a:t>
            </a:r>
          </a:p>
          <a:p>
            <a:pPr algn="ctr"/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394586-FEE7-E0B9-553B-E1E08B39A0D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17057-BBE6-98E4-538B-BA4967C8F9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9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 sz="2500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v1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 ransom for our souls hath found,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us Thy pard’ning love extend.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5881D3-23A1-8D36-AAD8-B36B81927780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 ransom for our souls hath found,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us Thy pard’ning love extend.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D104F-F19A-4DFB-1741-E09C4464A4EE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Almighty Son, Incarnate Word,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Our Prophet, Priest, Redeemer, Lord,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us Thy saving grace extend.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7C5B34-B841-DDC0-2DFC-BE9F819570EA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Eternal Spirit, by whose breath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soul is raised from sin and death,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us Thy quickening power extend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14B4-9AFD-21A1-55A9-7508E93A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903-3FC6-EB9C-01ED-354DD191F2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76782-D4A7-0A5A-7032-7447694DB2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480F0-5C85-E17D-1A8A-F1B1388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2A436-D112-B2C0-066E-CD78641D10E6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Jehovah, Father, Spirit, Son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Mysterious Godhead, Three in 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Grace, pardon, life to us extend.</a:t>
            </a:r>
          </a:p>
        </p:txBody>
      </p:sp>
    </p:spTree>
    <p:extLst>
      <p:ext uri="{BB962C8B-B14F-4D97-AF65-F5344CB8AC3E}">
        <p14:creationId xmlns:p14="http://schemas.microsoft.com/office/powerpoint/2010/main" val="2067044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Sing to the Lord of harvest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3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Sing to the Lord of harvest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B4ADB4-769D-C111-11EA-F3AB77001A6A}"/>
              </a:ext>
            </a:extLst>
          </p:cNvPr>
          <p:cNvSpPr/>
          <p:nvPr/>
        </p:nvSpPr>
        <p:spPr>
          <a:xfrm>
            <a:off x="1452282" y="887505"/>
            <a:ext cx="646574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Sing to the Lord of harvest,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sing songs of love and praise;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joyful hearts and voices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your alleluias raise.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By Him the rolling seasons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fruitful order move;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sing to the Lord of harvest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 joyful song of love.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 to the Lord of harvest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C1EB9-2BB8-E0C7-85B5-EBE3457373F9}"/>
              </a:ext>
            </a:extLst>
          </p:cNvPr>
          <p:cNvSpPr/>
          <p:nvPr/>
        </p:nvSpPr>
        <p:spPr>
          <a:xfrm>
            <a:off x="1452282" y="887505"/>
            <a:ext cx="646574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God makes the clouds drop fatness,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deserts bloom and spring,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hills leap up in gladness,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valleys laugh and sing.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fills from his great fullness,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things with large increase;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crowns the year with goodness,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plenty, and with peace.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Heap 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 the sacred 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altar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gifts His goodness gave,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golden sheaves of harvest,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souls Christ died to save.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Your hearts lay down before Him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at His feet you fall,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with your lives adore Him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who gave His life for all.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Sing to the Lord of harvest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the work ! to the work ! We are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servants of God,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us follow the path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that our Master has trod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balm of His counsel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our strength to renew,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us do with our might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our hands find to do.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4147-BC16-1D9E-EADC-83B3C608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F033-1FDA-7488-2683-C23AB0566E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2640-012B-C474-2DF3-489B41ACA3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8663A-BCB0-38DA-7E9E-2F29455B3444}"/>
              </a:ext>
            </a:extLst>
          </p:cNvPr>
          <p:cNvSpPr/>
          <p:nvPr/>
        </p:nvSpPr>
        <p:spPr>
          <a:xfrm>
            <a:off x="1452282" y="887505"/>
            <a:ext cx="708211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us hope, Let us watch,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labour till the Master comes.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D2FB7A-D371-B188-0F99-A7C39EE3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70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E5981-5AD4-8E63-F003-F1300D84CE41}"/>
              </a:ext>
            </a:extLst>
          </p:cNvPr>
          <p:cNvSpPr/>
          <p:nvPr/>
        </p:nvSpPr>
        <p:spPr>
          <a:xfrm>
            <a:off x="1452282" y="887505"/>
            <a:ext cx="7082118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the work ! to the work !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the hungry be fed;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the fountain of Life let the weary be led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cross and its banner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our glory shall be,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we herald the tidings,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 Salvation is free.”</a:t>
            </a: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4A3-C1FD-E453-7873-D4B8624E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7B80E-BA8B-D6D8-F14F-A007255719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5793-058C-77D8-4C25-4611300EEA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42B188-AD6D-EEB9-C8DA-15D5F9A6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F1E3A-0B0B-A120-AB49-E25DA4448823}"/>
              </a:ext>
            </a:extLst>
          </p:cNvPr>
          <p:cNvSpPr/>
          <p:nvPr/>
        </p:nvSpPr>
        <p:spPr>
          <a:xfrm>
            <a:off x="1452282" y="887505"/>
            <a:ext cx="708211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us hope, Let us watch,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labour till the Master comes.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472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B54A4A-B712-22BF-AF81-24A55F1B00B9}"/>
              </a:ext>
            </a:extLst>
          </p:cNvPr>
          <p:cNvSpPr/>
          <p:nvPr/>
        </p:nvSpPr>
        <p:spPr>
          <a:xfrm>
            <a:off x="1452282" y="887505"/>
            <a:ext cx="708211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the work ! to the work !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labour for all,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kingdom of darkness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error shall fall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the name of Jehovah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exalted shall be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loud swelling chorus,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 Salvation is free”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3686-F7EE-6EFD-DD44-A153E6A0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F118-F587-161D-6E59-0887EDCBF5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634CA-0A7C-6AF5-4F2A-6456158EC9E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6 of 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1EE61CF-5FAA-6597-D8B9-D5CC5DDD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081612-92E5-DDBC-B4D6-3491A5684DF1}"/>
              </a:ext>
            </a:extLst>
          </p:cNvPr>
          <p:cNvSpPr/>
          <p:nvPr/>
        </p:nvSpPr>
        <p:spPr>
          <a:xfrm>
            <a:off x="1452282" y="887505"/>
            <a:ext cx="708211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us hope, Let us watch,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labour till the Master comes.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51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7 of 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89C0C-96E7-D9B6-638E-A7548EB76324}"/>
              </a:ext>
            </a:extLst>
          </p:cNvPr>
          <p:cNvSpPr/>
          <p:nvPr/>
        </p:nvSpPr>
        <p:spPr>
          <a:xfrm>
            <a:off x="1452282" y="887505"/>
            <a:ext cx="7082118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the work ! to the work !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strength of the Lord,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a robe and a crown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shall our labour reward 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the home of the faithful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our dwelling shall be,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we shout with the ransomed,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 Salvation is free."</a:t>
            </a: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C9AB-06F1-20AC-1242-5E579DF8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AB7A6-446E-971B-3DE2-A5D22CDF65D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41E28-1D01-5841-28D6-7AB832F3626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8 of 8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B00232-2F49-1787-99A4-7CD99994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751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7CABE-CC0D-A345-E80B-B787BCBF536B}"/>
              </a:ext>
            </a:extLst>
          </p:cNvPr>
          <p:cNvSpPr/>
          <p:nvPr/>
        </p:nvSpPr>
        <p:spPr>
          <a:xfrm>
            <a:off x="1452282" y="887505"/>
            <a:ext cx="708211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Toiling on ! Toiling on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us hope, Let us watch,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labour till the Master comes.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02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</a:t>
            </a:r>
            <a:r>
              <a:rPr lang="en-SG" sz="1400" dirty="0"/>
              <a:t>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B6A1A1-2D46-91B5-A625-C463AD8F23D0}"/>
              </a:ext>
            </a:extLst>
          </p:cNvPr>
          <p:cNvSpPr/>
          <p:nvPr/>
        </p:nvSpPr>
        <p:spPr>
          <a:xfrm>
            <a:off x="537691" y="889238"/>
            <a:ext cx="8068619" cy="336502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 Lord, my God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I, in awesome wonder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Consider all the worlds Thy hands have made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see the stars, I hear the rolling thunder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power throughout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universe displayed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2316-E05D-227B-5A51-3DD2486C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1B9B-009B-0837-F92D-7CDF9DD22D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1ECC5-BD3C-B57A-DACD-1745E3DDFE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FABB9-DDC8-08D9-7FF4-F2EB85DD6562}"/>
              </a:ext>
            </a:extLst>
          </p:cNvPr>
          <p:cNvSpPr/>
          <p:nvPr/>
        </p:nvSpPr>
        <p:spPr>
          <a:xfrm>
            <a:off x="1168648" y="88750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48AAAB-A44F-872E-F738-455ECC0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48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F14-9D16-4702-9980-46B7E40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A51-4C71-35AE-5D62-0FA715297A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F5C5-7412-A8FE-2588-51A30201C2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CFB89-94A1-F843-D725-40E9739B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0A3026-7243-B55D-5ABB-5B4C16189EA9}"/>
              </a:ext>
            </a:extLst>
          </p:cNvPr>
          <p:cNvSpPr/>
          <p:nvPr/>
        </p:nvSpPr>
        <p:spPr>
          <a:xfrm>
            <a:off x="1168648" y="887505"/>
            <a:ext cx="76404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through the woods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forest glades I wander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hear the birds sing sweetly in the trees;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I look down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lofty mountain grandeur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hear the brook,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feel the gentle breeze.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36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941B-F38C-DD2C-9DB6-AE94E2F7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DBE70-E939-7BAA-8DA5-FF56CD609FF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0E534-1966-B6C8-A77B-B1631F8C8C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E456B9-1384-806E-AB64-5849E93F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64393D-1814-2334-CB95-C3067243C0B4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70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9744-C999-A2D6-3D4B-5C78692F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0AE6-0302-526D-588A-92D5549D58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10DDB-327F-A48E-27F6-2C3763F072D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5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F715C-DF26-6B27-D305-BB29B592DE10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when I think that God,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His Son not sparing,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Sent Him to die, I scarce can take it in;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on the cross,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burden gladly bearing,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bled and died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take away my sin: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B44459-0EBC-46CD-8EB0-10F3C850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673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43FC-0A8A-DFC3-FD53-92A2FAED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47137-0FE3-9D8C-653F-2A939BD3812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836E2-C7B9-B122-13AE-6A42BE8C31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6 of </a:t>
            </a:r>
            <a:r>
              <a:rPr lang="en-SG" sz="1400" dirty="0"/>
              <a:t>8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E82536-28D7-5BD9-E2C4-B03AB736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4A2E85-C2C9-CBC7-B472-15747EA1234E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878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5820-49B5-38EB-61FF-8047E67F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AD5C-B39A-56F0-ECCC-5311F0A9D6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8E3A1-017F-36C6-97FC-A4BE6274AA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1AC47-20E5-F039-D68F-2FAC1542057F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Christ shall come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shout of acclamation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take me home,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joy shall fill my heart!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Then I shall bow in humble adoration,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there proclaim, my God,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how great Thou art!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825359-473D-7669-D501-728A711B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20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651F-2B82-BC56-8495-A833D9B3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CD589-8B9E-C7BC-ECA3-AF288CF10D6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16817-8D17-B05C-E937-1EA161D2A9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8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31306E-400F-EE83-ED7A-DEF679B2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341A46-082E-9C67-9D04-8BCC8949DC15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sings my soul, my Savior God, to Thee;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great Thou art, how great Thou art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6200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Precious Lord, take my hand,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Lead me on, let me stand,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am tired, I am weak, I am worn;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Through the storm, through the night,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Lead me on to the light: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Take my hand, precious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 me home.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22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1158E-80A9-F407-346C-068E1D99FAA5}"/>
              </a:ext>
            </a:extLst>
          </p:cNvPr>
          <p:cNvSpPr/>
          <p:nvPr/>
        </p:nvSpPr>
        <p:spPr>
          <a:xfrm>
            <a:off x="1168648" y="887505"/>
            <a:ext cx="75070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my way grows drear,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Precious Lord, linger near,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my life is almost gone,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Hear my cry, hear my call,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Hold my hand lest I fall: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Take my hand, precious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 me home.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027399" y="80244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upon life's billows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you are tempest tossed,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you are discouraged,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Thinking all is lost,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name them one by 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it will surprise you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the Lord hath done.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049918" y="750600"/>
            <a:ext cx="7789282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 what the Lord hath done.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1DC99-6E13-93F5-A6A7-8141056298F9}"/>
              </a:ext>
            </a:extLst>
          </p:cNvPr>
          <p:cNvSpPr/>
          <p:nvPr/>
        </p:nvSpPr>
        <p:spPr>
          <a:xfrm>
            <a:off x="1168649" y="829026"/>
            <a:ext cx="667818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Are you ever burdened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a load of care ?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Does the cross seem heavy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you are called to bear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every doubt will fly,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you will keep singing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as the days go by.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E76B31-7991-1D73-17F7-4387BB388018}"/>
              </a:ext>
            </a:extLst>
          </p:cNvPr>
          <p:cNvSpPr/>
          <p:nvPr/>
        </p:nvSpPr>
        <p:spPr>
          <a:xfrm>
            <a:off x="1049918" y="750600"/>
            <a:ext cx="7789282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 what the Lord hath done.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2C6C-9628-ADC1-8680-EE6153D5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D987B-6481-43C3-405E-D08817BB08E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9E7F3-7C68-674D-E854-E57E8C3172F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5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9258257-EC42-26D7-A075-66E2E775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DF64F-4EEE-843F-4ECC-6707915578B7}"/>
              </a:ext>
            </a:extLst>
          </p:cNvPr>
          <p:cNvSpPr/>
          <p:nvPr/>
        </p:nvSpPr>
        <p:spPr>
          <a:xfrm>
            <a:off x="1168648" y="834343"/>
            <a:ext cx="677387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you look at others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their lands and gold,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Think that Christ has promised you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His wealth untold;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Wealth can never buy.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Your reward in heaven,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nor your home on high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710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25D8-658E-FF4D-761A-6B0C1F0E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863F8-F6B0-0BB1-765E-5F6C7CE9C3A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B3A03-C8EC-7ADB-5155-E0A1C45F7C0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6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AA8E60-00D5-E442-9679-4334E086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BDAC4E-BFA1-E969-1C7A-B423AB4737B7}"/>
              </a:ext>
            </a:extLst>
          </p:cNvPr>
          <p:cNvSpPr/>
          <p:nvPr/>
        </p:nvSpPr>
        <p:spPr>
          <a:xfrm>
            <a:off x="1049918" y="750600"/>
            <a:ext cx="7789282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 what the Lord hath done.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8811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EC0E-9626-E99B-B3A0-F9F735DD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BEBB-1CC3-83D3-6405-DB30FB22CAF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9907A-9E20-9A4D-1103-B6C48A543F6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7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7BDF352-997E-BB54-31E0-4A7C2C98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E2416-BADC-A298-684E-857710932EF6}"/>
              </a:ext>
            </a:extLst>
          </p:cNvPr>
          <p:cNvSpPr/>
          <p:nvPr/>
        </p:nvSpPr>
        <p:spPr>
          <a:xfrm>
            <a:off x="1168648" y="839658"/>
            <a:ext cx="697057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So, amid the conflict,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whether great or small,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Do not be disheartened,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God is over all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Count your many blessings,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Angels will attend,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Help and comfort give you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to your journey's end.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92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D68D-230F-83F8-D6EF-AB2DFBF6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CA03E-1111-C2A1-975E-C3C9E3B4AD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18C09-4610-D045-F353-B8D07B8CE3C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8 of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EC459E-4FDC-EBA6-8D8D-1E357A86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745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8D9AB-05EE-87D6-32AC-43FE811511AC}"/>
              </a:ext>
            </a:extLst>
          </p:cNvPr>
          <p:cNvSpPr/>
          <p:nvPr/>
        </p:nvSpPr>
        <p:spPr>
          <a:xfrm>
            <a:off x="1049918" y="750600"/>
            <a:ext cx="7789282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see what God hath done!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your blessings, name them one by one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it will surprise you what the Lord hath done.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2317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117F-330C-1BBA-2DBA-7A2AE2E3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D424-D43C-7610-65BF-467C71AA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3CCDF-D02B-991D-CC6F-EF40FA765D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FD09F56-4682-48CF-01C1-FB134F62E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7137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544A-0F94-DF38-9799-EE573878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52BB6-8F39-C270-EE75-CDFA2EFBAA8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A8D91-00CB-551E-8FB6-7FF29267C11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</a:t>
            </a:r>
            <a:r>
              <a:rPr lang="en-US" sz="1400" dirty="0"/>
              <a:t>: 1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AD9B482-06A2-3A01-104C-D7340D9C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2A1939-E6A3-D899-729A-2C2D0A6F7A95}"/>
              </a:ext>
            </a:extLst>
          </p:cNvPr>
          <p:cNvSpPr/>
          <p:nvPr/>
        </p:nvSpPr>
        <p:spPr>
          <a:xfrm>
            <a:off x="1168649" y="839658"/>
            <a:ext cx="6726026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am thinking today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that beautiful land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shall reach when the sun goeth down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through wonderful grace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By my Saviour I stand,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8428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E63B-8ED4-B741-2D57-E4B91018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06E88-BD97-B5CC-6DE9-18D23359801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D7D24-E0CA-6813-7302-15B1EC7072E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32358E1-EE19-975E-EF51-473CF03D7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FFDA72-D86F-B554-8E1D-713812A03934}"/>
              </a:ext>
            </a:extLst>
          </p:cNvPr>
          <p:cNvSpPr/>
          <p:nvPr/>
        </p:nvSpPr>
        <p:spPr>
          <a:xfrm>
            <a:off x="627322" y="750600"/>
            <a:ext cx="821187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stars, any stars in my crown,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at evening the sun goeth down ?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I wake with the blest in the mansions of rest,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645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D32A-BEA8-AEE3-75BD-27A480B0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9EFEF-C289-1C48-9DC6-B3401AD40F2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9047A-013B-8EF2-FEC1-67B017209BC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7: 3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EEC52BD-05E8-BADE-E553-941E5C8C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4ACD05-994E-03BA-8188-5EA5D085BFA5}"/>
              </a:ext>
            </a:extLst>
          </p:cNvPr>
          <p:cNvSpPr/>
          <p:nvPr/>
        </p:nvSpPr>
        <p:spPr>
          <a:xfrm>
            <a:off x="1168649" y="839658"/>
            <a:ext cx="6726026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strength of the Lord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me labour and pray,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me watch as a winner of souls,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bright stars may be mine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in the glorious day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His praise like the sea-billow rolls.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72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E8CF-6E08-35D2-EB40-26994271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80990-8B59-05C5-0119-2DA3DE95C68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01056-0635-A6E1-6EEA-EB66C2FA206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4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7D6A30-39DF-0835-6587-4CC07DC4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8D4066-0308-D6A3-EA2E-5690DA09FED3}"/>
              </a:ext>
            </a:extLst>
          </p:cNvPr>
          <p:cNvSpPr/>
          <p:nvPr/>
        </p:nvSpPr>
        <p:spPr>
          <a:xfrm>
            <a:off x="627322" y="750600"/>
            <a:ext cx="821187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stars, any stars in my crown,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at evening the sun goeth down ?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I wake with the blest in the mansions of rest,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7456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4F6A-DAA9-537F-224E-4E6DC1CE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BFA4E-3745-842F-4E21-C1C94310D51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CAC27-E449-2054-B6CE-D8509A9357D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5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8A0C8E-92A0-2286-4529-44F382001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7BCF4F-DA87-F5EB-19DA-E293E7ED8289}"/>
              </a:ext>
            </a:extLst>
          </p:cNvPr>
          <p:cNvSpPr/>
          <p:nvPr/>
        </p:nvSpPr>
        <p:spPr>
          <a:xfrm>
            <a:off x="1168649" y="839658"/>
            <a:ext cx="6726026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what joy will it be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His face I behold;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Living gems at His feet to lay down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would sweeten my bliss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city of gold,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Should there be any stars in my crown.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9458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0517-42E0-97EE-0D14-66EB3C4E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8B339-8414-56C4-CD70-76A64671B6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81CEC-1748-29E9-2DD3-15BA1AA3FB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6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5BD884-8307-D7A5-E45E-4924AD0F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EA4FBA-0117-639B-D066-91517AFD8DD5}"/>
              </a:ext>
            </a:extLst>
          </p:cNvPr>
          <p:cNvSpPr/>
          <p:nvPr/>
        </p:nvSpPr>
        <p:spPr>
          <a:xfrm>
            <a:off x="627322" y="750600"/>
            <a:ext cx="8211878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stars, any stars in my crown,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at evening the sun goeth down ?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I wake with the blest in the mansions of rest,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9013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09FF-0EE6-4587-C032-E6E3DD5D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8389-C643-4A6D-6070-A2B33CD0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DFE9-1D94-C1CB-9DA2-A759A051D4E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D6144B7-2F92-65FC-8DCE-DCE8617BE5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552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241A-0CDE-87CF-B11A-EEB82BA1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CA3DE-17B4-070F-5BE3-BF0D5BC3277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75EE2-EB3C-21F6-F1A8-B0D0E08E313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1 of 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77B5F3-39D0-7976-63E5-29F64059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290CC-C8C2-A942-69FC-C1174AA7725C}"/>
              </a:ext>
            </a:extLst>
          </p:cNvPr>
          <p:cNvSpPr/>
          <p:nvPr/>
        </p:nvSpPr>
        <p:spPr>
          <a:xfrm>
            <a:off x="1168649" y="839658"/>
            <a:ext cx="6726026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I, the Lord of sea and sky,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heard my people cry.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who dwell in dark and sin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hand will save.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I, who made the stars of night,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make their darkness bright.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Who will bear my light to them?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Whom shall I send?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3590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9860C-AE95-83CB-BD7B-6710E849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DE94F-E270-35F5-B654-E321312C2AD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7E3C84-35FE-9C0C-8582-3AAA9B33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FF81A-B7AC-C425-AC62-ED680E65FB13}"/>
              </a:ext>
            </a:extLst>
          </p:cNvPr>
          <p:cNvSpPr/>
          <p:nvPr/>
        </p:nvSpPr>
        <p:spPr>
          <a:xfrm>
            <a:off x="1168649" y="839658"/>
            <a:ext cx="67260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Here I am, Lord.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 it I, Lord?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have heard You calling in the night.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will go, Lord,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You lead me.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will hold Your people in my heart.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A5809-9A14-9203-4CA0-D98E994A8E9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2 of 6</a:t>
            </a:r>
          </a:p>
        </p:txBody>
      </p:sp>
    </p:spTree>
    <p:extLst>
      <p:ext uri="{BB962C8B-B14F-4D97-AF65-F5344CB8AC3E}">
        <p14:creationId xmlns:p14="http://schemas.microsoft.com/office/powerpoint/2010/main" val="11280595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5D37-6373-A6A7-FA2E-79002027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26C03-9AD9-BFE4-F0AE-3B98693D1A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B69421-78E4-68C3-7B4E-25DF3CA1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5F8B1-2DFB-6181-5C3D-6B436A86E23E}"/>
              </a:ext>
            </a:extLst>
          </p:cNvPr>
          <p:cNvSpPr/>
          <p:nvPr/>
        </p:nvSpPr>
        <p:spPr>
          <a:xfrm>
            <a:off x="1168649" y="839658"/>
            <a:ext cx="6726026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I, the Lord of snow and rain.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borne my people’s pain.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wept for love of them.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They turn away.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break their hearts of stone,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give them hearts for love alone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speak my words to them.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Whom shall I send?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2D89F-8057-9E6B-E2E6-C272B7B92D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3 of 6</a:t>
            </a:r>
          </a:p>
        </p:txBody>
      </p:sp>
    </p:spTree>
    <p:extLst>
      <p:ext uri="{BB962C8B-B14F-4D97-AF65-F5344CB8AC3E}">
        <p14:creationId xmlns:p14="http://schemas.microsoft.com/office/powerpoint/2010/main" val="29458217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5DA8-2029-EAB4-2ADB-BF294BEE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CFB40-34E4-9B30-91D7-B8DBEDB18F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8B136B-EDC3-7A9F-33A7-EB62F870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135F0-786A-BACF-161D-B86713858915}"/>
              </a:ext>
            </a:extLst>
          </p:cNvPr>
          <p:cNvSpPr/>
          <p:nvPr/>
        </p:nvSpPr>
        <p:spPr>
          <a:xfrm>
            <a:off x="1168649" y="839658"/>
            <a:ext cx="67260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Here I am, Lord.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 it I, Lord?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have heard You calling in the night.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will go, Lord,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You lead me.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will hold Your people in my heart.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795AA-94BF-40B0-A75E-EE31FDD6A6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4 of 6</a:t>
            </a:r>
          </a:p>
        </p:txBody>
      </p:sp>
    </p:spTree>
    <p:extLst>
      <p:ext uri="{BB962C8B-B14F-4D97-AF65-F5344CB8AC3E}">
        <p14:creationId xmlns:p14="http://schemas.microsoft.com/office/powerpoint/2010/main" val="16493076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3ED6-2C90-64CC-CFD5-85D359EB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1B0D0-DD23-7289-BCFE-C1B7D1EE93C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3439317-334D-E4E3-E21E-A1E9F3DD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9111E7-039A-145F-AC00-9E89AC0258CA}"/>
              </a:ext>
            </a:extLst>
          </p:cNvPr>
          <p:cNvSpPr/>
          <p:nvPr/>
        </p:nvSpPr>
        <p:spPr>
          <a:xfrm>
            <a:off x="1168649" y="839658"/>
            <a:ext cx="6726026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I, the Lord of wind and flame,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I will tend the poor and lame.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set a feast for them.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hand will save.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Finest bread I will provide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their hearts be satisfied.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give my life to them.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Whom shall I send?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5186A-F33E-F81E-AE9F-19A96A16EE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5 of 6</a:t>
            </a:r>
          </a:p>
        </p:txBody>
      </p:sp>
    </p:spTree>
    <p:extLst>
      <p:ext uri="{BB962C8B-B14F-4D97-AF65-F5344CB8AC3E}">
        <p14:creationId xmlns:p14="http://schemas.microsoft.com/office/powerpoint/2010/main" val="3247839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AC55-7891-D777-608E-DC08CD91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DD7A-A960-242F-197C-088F015F030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87C0BD-0CB3-F22B-73C5-4FEF327F6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I, the Lord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8B42CB-81CA-36E7-F377-A6BF2375DBD2}"/>
              </a:ext>
            </a:extLst>
          </p:cNvPr>
          <p:cNvSpPr/>
          <p:nvPr/>
        </p:nvSpPr>
        <p:spPr>
          <a:xfrm>
            <a:off x="1168649" y="839658"/>
            <a:ext cx="67260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Here I am, Lord.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 it I, Lord?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have heard You calling in the night.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will go, Lord,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You lead me.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will hold Your people in my heart.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94B6E-AB27-B620-761F-D82C95A9149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6 of 6</a:t>
            </a:r>
          </a:p>
        </p:txBody>
      </p:sp>
    </p:spTree>
    <p:extLst>
      <p:ext uri="{BB962C8B-B14F-4D97-AF65-F5344CB8AC3E}">
        <p14:creationId xmlns:p14="http://schemas.microsoft.com/office/powerpoint/2010/main" val="24592023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Song. No: 524 v1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- 524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SG" sz="2800" dirty="0"/>
            </a:br>
            <a:r>
              <a:rPr lang="en-SG" sz="2800" dirty="0"/>
              <a:t>Guide me, O Thou great Jehovah,</a:t>
            </a:r>
          </a:p>
          <a:p>
            <a:pPr algn="ctr"/>
            <a:r>
              <a:rPr lang="en-SG" sz="2800" dirty="0"/>
              <a:t>Pilgrim through this barren land;</a:t>
            </a:r>
          </a:p>
          <a:p>
            <a:pPr algn="ctr"/>
            <a:r>
              <a:rPr lang="en-SG" sz="2800" dirty="0"/>
              <a:t>I am weak, but Thou art mighty;</a:t>
            </a:r>
          </a:p>
          <a:p>
            <a:pPr algn="ctr"/>
            <a:r>
              <a:rPr lang="en-SG" sz="2800" dirty="0"/>
              <a:t>Hold me with Thy powerful hand</a:t>
            </a:r>
          </a:p>
          <a:p>
            <a:pPr algn="ctr"/>
            <a:r>
              <a:rPr lang="en-SG" sz="2800" dirty="0"/>
              <a:t>Bread of heaven,</a:t>
            </a:r>
          </a:p>
          <a:p>
            <a:pPr algn="ctr"/>
            <a:r>
              <a:rPr lang="en-SG" sz="2800" dirty="0"/>
              <a:t>Feed me till I want no more.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 </a:t>
            </a: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957</TotalTime>
  <Words>3196</Words>
  <Application>Microsoft Office PowerPoint</Application>
  <PresentationFormat>On-screen Show (16:9)</PresentationFormat>
  <Paragraphs>556</Paragraphs>
  <Slides>80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Song no. 9</vt:lpstr>
      <vt:lpstr>Opening Hymn – Song no. 9</vt:lpstr>
      <vt:lpstr>Opening Hymn – Song no. 9</vt:lpstr>
      <vt:lpstr>Opening Hymn – Song no. 9</vt:lpstr>
      <vt:lpstr>PowerPoint Presentation</vt:lpstr>
      <vt:lpstr>PowerPoint Presentation</vt:lpstr>
      <vt:lpstr>Birthday Thanksgiving – Song No. 306 v1</vt:lpstr>
      <vt:lpstr>PowerPoint Presentation</vt:lpstr>
      <vt:lpstr>PowerPoint Presentation</vt:lpstr>
      <vt:lpstr>Offertory – Song No. 757</vt:lpstr>
      <vt:lpstr>Offertory – Song No. 757</vt:lpstr>
      <vt:lpstr>Offertory – Song No. 757</vt:lpstr>
      <vt:lpstr>Offertory – Song No. 757</vt:lpstr>
      <vt:lpstr>Offertory – Song No. 757</vt:lpstr>
      <vt:lpstr>Offertory – Song No. 757</vt:lpstr>
      <vt:lpstr>PowerPoint Presentation</vt:lpstr>
      <vt:lpstr>PowerPoint Presentation</vt:lpstr>
      <vt:lpstr>PowerPoint Presentation</vt:lpstr>
      <vt:lpstr>Confession – Father of All, Whose love profound v1</vt:lpstr>
      <vt:lpstr>PowerPoint Presentation</vt:lpstr>
      <vt:lpstr>Holy Communion – Father of All, Whose love profound </vt:lpstr>
      <vt:lpstr>Holy Communion – Father of All, Whose love profound </vt:lpstr>
      <vt:lpstr>Holy Communion – Father of All, Whose love profound </vt:lpstr>
      <vt:lpstr>Holy Communion – Father of All, Whose love profound </vt:lpstr>
      <vt:lpstr>Holy Communion – Father of All, Whose love profound </vt:lpstr>
      <vt:lpstr>Holy Communion- Sing to the Lord of harvest</vt:lpstr>
      <vt:lpstr>Holy Communion- Sing to the Lord of harvest</vt:lpstr>
      <vt:lpstr>Holy Communion- Sing to the Lord of harvest</vt:lpstr>
      <vt:lpstr>Holy Communion- Sing to the Lord of harvest</vt:lpstr>
      <vt:lpstr>Holy Communion- Song no: 751</vt:lpstr>
      <vt:lpstr>Holy Communion- Song no: 751</vt:lpstr>
      <vt:lpstr>Holy Communion- Song no: 751</vt:lpstr>
      <vt:lpstr>Holy Communion- Song no: 751</vt:lpstr>
      <vt:lpstr>Holy Communion- Song no: 751</vt:lpstr>
      <vt:lpstr>Holy Communion- Song no: 751</vt:lpstr>
      <vt:lpstr>Holy Communion- Song no: 751</vt:lpstr>
      <vt:lpstr>Holy Communion- Song no: 751</vt:lpstr>
      <vt:lpstr>Holy Communion- Song no: 751</vt:lpstr>
      <vt:lpstr>Holy Communion- Song no: 3</vt:lpstr>
      <vt:lpstr>Holy Communion- Song no: 3</vt:lpstr>
      <vt:lpstr>Holy Communion- Song no: 3</vt:lpstr>
      <vt:lpstr>Holy Communion- Song no: 3</vt:lpstr>
      <vt:lpstr>Holy Communion- Song no: 3</vt:lpstr>
      <vt:lpstr>Holy Communion- Song no: 3</vt:lpstr>
      <vt:lpstr>Holy Communion- Song no: 3</vt:lpstr>
      <vt:lpstr>Holy Communion- Song no: 3</vt:lpstr>
      <vt:lpstr>Holy Communion- Song no: 3</vt:lpstr>
      <vt:lpstr>Holy Communion- Song no: 22 </vt:lpstr>
      <vt:lpstr>Holy Communion- Song no: 22 </vt:lpstr>
      <vt:lpstr>Holy Communion- Song no: 22 </vt:lpstr>
      <vt:lpstr>Holy Communion- Song no: 745</vt:lpstr>
      <vt:lpstr>Holy Communion- Song no: 745</vt:lpstr>
      <vt:lpstr>Holy Communion- Song no: 745</vt:lpstr>
      <vt:lpstr>Holy Communion- Song no: 745 </vt:lpstr>
      <vt:lpstr>Holy Communion- Song no: 745</vt:lpstr>
      <vt:lpstr>Holy Communion- Song no: 745 </vt:lpstr>
      <vt:lpstr>Holy Communion- Song no: 745</vt:lpstr>
      <vt:lpstr>Holy Communion- Song no: 745 </vt:lpstr>
      <vt:lpstr>Holy Communion- Song no: 745</vt:lpstr>
      <vt:lpstr>Holy Communion- Song no: 787</vt:lpstr>
      <vt:lpstr>Holy Communion- Song no: 787</vt:lpstr>
      <vt:lpstr>Holy Communion- Song no: 787</vt:lpstr>
      <vt:lpstr>Holy Communion- Song no: 787</vt:lpstr>
      <vt:lpstr>Holy Communion- Song no: 787</vt:lpstr>
      <vt:lpstr>Holy Communion- Song no: 787</vt:lpstr>
      <vt:lpstr>Holy Communion- Song no: 787</vt:lpstr>
      <vt:lpstr>Holy Communion- I, the Lord</vt:lpstr>
      <vt:lpstr>Holy Communion- I, the Lord</vt:lpstr>
      <vt:lpstr>Holy Communion- I, the Lord</vt:lpstr>
      <vt:lpstr>Holy Communion- I, the Lord</vt:lpstr>
      <vt:lpstr>Holy Communion- I, the Lord</vt:lpstr>
      <vt:lpstr>Holy Communion- I, the Lord</vt:lpstr>
      <vt:lpstr>Holy Communion- I, the Lord</vt:lpstr>
      <vt:lpstr>PowerPoint Presentation</vt:lpstr>
      <vt:lpstr>PowerPoint Presentation</vt:lpstr>
      <vt:lpstr>PowerPoint Presentation</vt:lpstr>
      <vt:lpstr>Closing Hymn - 524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1643</cp:revision>
  <dcterms:created xsi:type="dcterms:W3CDTF">2020-09-02T02:55:07Z</dcterms:created>
  <dcterms:modified xsi:type="dcterms:W3CDTF">2024-04-27T06:14:29Z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