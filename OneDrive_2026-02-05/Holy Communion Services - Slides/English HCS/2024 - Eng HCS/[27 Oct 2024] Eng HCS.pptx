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0"/>
  </p:notesMasterIdLst>
  <p:sldIdLst>
    <p:sldId id="811" r:id="rId7"/>
    <p:sldId id="813" r:id="rId8"/>
    <p:sldId id="1390" r:id="rId9"/>
    <p:sldId id="1391" r:id="rId10"/>
    <p:sldId id="1392" r:id="rId11"/>
    <p:sldId id="1298" r:id="rId12"/>
    <p:sldId id="821" r:id="rId13"/>
    <p:sldId id="851" r:id="rId14"/>
    <p:sldId id="1320" r:id="rId15"/>
    <p:sldId id="1318" r:id="rId16"/>
    <p:sldId id="822" r:id="rId17"/>
    <p:sldId id="1393" r:id="rId18"/>
    <p:sldId id="1394" r:id="rId19"/>
    <p:sldId id="1395" r:id="rId20"/>
    <p:sldId id="1324" r:id="rId21"/>
    <p:sldId id="823" r:id="rId22"/>
    <p:sldId id="824" r:id="rId23"/>
    <p:sldId id="1277" r:id="rId24"/>
    <p:sldId id="825" r:id="rId25"/>
    <p:sldId id="1388" r:id="rId26"/>
    <p:sldId id="1396" r:id="rId27"/>
    <p:sldId id="1397" r:id="rId28"/>
    <p:sldId id="1398" r:id="rId29"/>
    <p:sldId id="1618" r:id="rId30"/>
    <p:sldId id="1619" r:id="rId31"/>
    <p:sldId id="1399" r:id="rId32"/>
    <p:sldId id="949" r:id="rId33"/>
    <p:sldId id="1389" r:id="rId34"/>
    <p:sldId id="1400" r:id="rId35"/>
    <p:sldId id="1401" r:id="rId36"/>
    <p:sldId id="1620" r:id="rId37"/>
    <p:sldId id="1402" r:id="rId38"/>
    <p:sldId id="1403" r:id="rId39"/>
    <p:sldId id="1404" r:id="rId40"/>
    <p:sldId id="1405" r:id="rId41"/>
    <p:sldId id="1406" r:id="rId42"/>
    <p:sldId id="1621" r:id="rId43"/>
    <p:sldId id="1622" r:id="rId44"/>
    <p:sldId id="1623" r:id="rId45"/>
    <p:sldId id="1407" r:id="rId46"/>
    <p:sldId id="1408" r:id="rId47"/>
    <p:sldId id="1409" r:id="rId48"/>
    <p:sldId id="1410" r:id="rId49"/>
    <p:sldId id="1624" r:id="rId50"/>
    <p:sldId id="1411" r:id="rId51"/>
    <p:sldId id="1606" r:id="rId52"/>
    <p:sldId id="1607" r:id="rId53"/>
    <p:sldId id="1625" r:id="rId54"/>
    <p:sldId id="1626" r:id="rId55"/>
    <p:sldId id="1608" r:id="rId56"/>
    <p:sldId id="1609" r:id="rId57"/>
    <p:sldId id="1627" r:id="rId58"/>
    <p:sldId id="1628" r:id="rId59"/>
    <p:sldId id="1629" r:id="rId60"/>
    <p:sldId id="1612" r:id="rId61"/>
    <p:sldId id="1613" r:id="rId62"/>
    <p:sldId id="1614" r:id="rId63"/>
    <p:sldId id="1617" r:id="rId64"/>
    <p:sldId id="1259" r:id="rId65"/>
    <p:sldId id="820" r:id="rId66"/>
    <p:sldId id="1201" r:id="rId67"/>
    <p:sldId id="858" r:id="rId68"/>
    <p:sldId id="829" r:id="rId6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34520-9153-8606-A797-E68FAE2CC1B8}" v="5" dt="2024-10-24T10:32:55.330"/>
    <p1510:client id="{65DAE756-D03B-4B76-9C96-61E18FE1013F}" v="70" dt="2024-10-25T06:06:12.705"/>
    <p1510:client id="{D4020D20-F6B0-A9D2-0D92-3F241767866D}" v="34" dt="2024-10-24T10:09:50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viewProps" Target="viewProps.xml"/><Relationship Id="rId78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6/11/relationships/changesInfo" Target="changesInfos/changesInfo1.xml"/><Relationship Id="rId7" Type="http://schemas.openxmlformats.org/officeDocument/2006/relationships/slide" Target="slides/slide1.xml"/><Relationship Id="rId71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Windows Live" clId="Web-{00834520-9153-8606-A797-E68FAE2CC1B8}"/>
    <pc:docChg chg="modSld">
      <pc:chgData name="Rosmin Elsa" userId="8f13a6be4da41318" providerId="Windows Live" clId="Web-{00834520-9153-8606-A797-E68FAE2CC1B8}" dt="2024-10-24T10:32:48.236" v="3" actId="20577"/>
      <pc:docMkLst>
        <pc:docMk/>
      </pc:docMkLst>
      <pc:sldChg chg="modSp">
        <pc:chgData name="Rosmin Elsa" userId="8f13a6be4da41318" providerId="Windows Live" clId="Web-{00834520-9153-8606-A797-E68FAE2CC1B8}" dt="2024-10-24T10:32:48.236" v="3" actId="20577"/>
        <pc:sldMkLst>
          <pc:docMk/>
          <pc:sldMk cId="2414535473" sldId="1399"/>
        </pc:sldMkLst>
        <pc:spChg chg="mod">
          <ac:chgData name="Rosmin Elsa" userId="8f13a6be4da41318" providerId="Windows Live" clId="Web-{00834520-9153-8606-A797-E68FAE2CC1B8}" dt="2024-10-24T10:32:48.236" v="3" actId="20577"/>
          <ac:spMkLst>
            <pc:docMk/>
            <pc:sldMk cId="2414535473" sldId="1399"/>
            <ac:spMk id="2" creationId="{1DA63A6A-450D-4603-B02C-80F270CA1D46}"/>
          </ac:spMkLst>
        </pc:spChg>
      </pc:sldChg>
    </pc:docChg>
  </pc:docChgLst>
  <pc:docChgLst>
    <pc:chgData name="Rosmin Elsa" userId="8f13a6be4da41318" providerId="LiveId" clId="{C5C45530-0502-1149-9593-6B6F433FB526}"/>
    <pc:docChg chg="modSld">
      <pc:chgData name="Rosmin Elsa" userId="8f13a6be4da41318" providerId="LiveId" clId="{C5C45530-0502-1149-9593-6B6F433FB526}" dt="2024-10-12T04:00:16.662" v="5" actId="20577"/>
      <pc:docMkLst>
        <pc:docMk/>
      </pc:docMkLst>
      <pc:sldChg chg="modSp">
        <pc:chgData name="Rosmin Elsa" userId="8f13a6be4da41318" providerId="LiveId" clId="{C5C45530-0502-1149-9593-6B6F433FB526}" dt="2024-10-12T04:00:16.662" v="5" actId="20577"/>
        <pc:sldMkLst>
          <pc:docMk/>
          <pc:sldMk cId="3441406009" sldId="858"/>
        </pc:sldMkLst>
        <pc:spChg chg="mod">
          <ac:chgData name="Rosmin Elsa" userId="8f13a6be4da41318" providerId="LiveId" clId="{C5C45530-0502-1149-9593-6B6F433FB526}" dt="2024-10-12T04:00:16.662" v="5" actId="20577"/>
          <ac:spMkLst>
            <pc:docMk/>
            <pc:sldMk cId="3441406009" sldId="858"/>
            <ac:spMk id="6" creationId="{CA0575D6-2132-A304-BD4D-E123FFDE7A28}"/>
          </ac:spMkLst>
        </pc:spChg>
      </pc:sldChg>
    </pc:docChg>
  </pc:docChgLst>
  <pc:docChgLst>
    <pc:chgData name="Rosmin Elsa" userId="8f13a6be4da41318" providerId="LiveId" clId="{65DAE756-D03B-4B76-9C96-61E18FE1013F}"/>
    <pc:docChg chg="undo redo custSel addSld delSld modSld modMainMaster">
      <pc:chgData name="Rosmin Elsa" userId="8f13a6be4da41318" providerId="LiveId" clId="{65DAE756-D03B-4B76-9C96-61E18FE1013F}" dt="2024-10-25T06:06:12.705" v="1192" actId="20577"/>
      <pc:docMkLst>
        <pc:docMk/>
      </pc:docMkLst>
      <pc:sldChg chg="modSp mod">
        <pc:chgData name="Rosmin Elsa" userId="8f13a6be4da41318" providerId="LiveId" clId="{65DAE756-D03B-4B76-9C96-61E18FE1013F}" dt="2024-10-25T01:08:29.963" v="386" actId="20577"/>
        <pc:sldMkLst>
          <pc:docMk/>
          <pc:sldMk cId="3717493800" sldId="821"/>
        </pc:sldMkLst>
        <pc:spChg chg="mod">
          <ac:chgData name="Rosmin Elsa" userId="8f13a6be4da41318" providerId="LiveId" clId="{65DAE756-D03B-4B76-9C96-61E18FE1013F}" dt="2024-10-25T01:08:29.963" v="386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65DAE756-D03B-4B76-9C96-61E18FE1013F}" dt="2024-10-24T10:23:47.632" v="130" actId="20577"/>
        <pc:sldMkLst>
          <pc:docMk/>
          <pc:sldMk cId="140346443" sldId="822"/>
        </pc:sldMkLst>
        <pc:spChg chg="mod">
          <ac:chgData name="Rosmin Elsa" userId="8f13a6be4da41318" providerId="LiveId" clId="{65DAE756-D03B-4B76-9C96-61E18FE1013F}" dt="2024-10-24T10:23:47.632" v="130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65DAE756-D03B-4B76-9C96-61E18FE1013F}" dt="2024-10-24T10:17:48.712" v="47" actId="255"/>
          <ac:spMkLst>
            <pc:docMk/>
            <pc:sldMk cId="140346443" sldId="822"/>
            <ac:spMk id="3" creationId="{DFD3087A-542A-9E8A-2F04-286C1B72B61A}"/>
          </ac:spMkLst>
        </pc:spChg>
      </pc:sldChg>
      <pc:sldChg chg="modSp mod">
        <pc:chgData name="Rosmin Elsa" userId="8f13a6be4da41318" providerId="LiveId" clId="{65DAE756-D03B-4B76-9C96-61E18FE1013F}" dt="2024-10-25T06:00:09.499" v="1150" actId="20577"/>
        <pc:sldMkLst>
          <pc:docMk/>
          <pc:sldMk cId="3441406009" sldId="858"/>
        </pc:sldMkLst>
        <pc:spChg chg="mod">
          <ac:chgData name="Rosmin Elsa" userId="8f13a6be4da41318" providerId="LiveId" clId="{65DAE756-D03B-4B76-9C96-61E18FE1013F}" dt="2024-10-25T06:00:09.499" v="1150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3:30.867" v="1049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65DAE756-D03B-4B76-9C96-61E18FE1013F}" dt="2024-10-24T10:31:41.949" v="331" actId="20577"/>
        <pc:sldMkLst>
          <pc:docMk/>
          <pc:sldMk cId="1416329417" sldId="949"/>
        </pc:sldMkLst>
        <pc:spChg chg="mod">
          <ac:chgData name="Rosmin Elsa" userId="8f13a6be4da41318" providerId="LiveId" clId="{65DAE756-D03B-4B76-9C96-61E18FE1013F}" dt="2024-10-24T10:31:41.949" v="331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" userId="8f13a6be4da41318" providerId="LiveId" clId="{65DAE756-D03B-4B76-9C96-61E18FE1013F}" dt="2024-10-25T05:48:00.176" v="945" actId="6549"/>
        <pc:sldMkLst>
          <pc:docMk/>
          <pc:sldMk cId="1180184608" sldId="1201"/>
        </pc:sldMkLst>
        <pc:spChg chg="mod">
          <ac:chgData name="Rosmin Elsa" userId="8f13a6be4da41318" providerId="LiveId" clId="{65DAE756-D03B-4B76-9C96-61E18FE1013F}" dt="2024-10-25T05:48:00.176" v="945" actId="6549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65DAE756-D03B-4B76-9C96-61E18FE1013F}" dt="2024-10-24T10:23:31.688" v="113" actId="20577"/>
        <pc:sldMkLst>
          <pc:docMk/>
          <pc:sldMk cId="858007124" sldId="1277"/>
        </pc:sldMkLst>
        <pc:spChg chg="mod">
          <ac:chgData name="Rosmin Elsa" userId="8f13a6be4da41318" providerId="LiveId" clId="{65DAE756-D03B-4B76-9C96-61E18FE1013F}" dt="2024-10-24T10:23:31.688" v="113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65DAE756-D03B-4B76-9C96-61E18FE1013F}" dt="2024-10-24T10:23:13.455" v="79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65DAE756-D03B-4B76-9C96-61E18FE1013F}" dt="2024-10-24T10:13:38.364" v="14" actId="20577"/>
        <pc:sldMkLst>
          <pc:docMk/>
          <pc:sldMk cId="1217883548" sldId="1318"/>
        </pc:sldMkLst>
        <pc:spChg chg="mod">
          <ac:chgData name="Rosmin Elsa" userId="8f13a6be4da41318" providerId="LiveId" clId="{65DAE756-D03B-4B76-9C96-61E18FE1013F}" dt="2024-10-24T10:13:38.364" v="14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65DAE756-D03B-4B76-9C96-61E18FE1013F}" dt="2024-10-24T10:25:35.907" v="162" actId="20577"/>
        <pc:sldMkLst>
          <pc:docMk/>
          <pc:sldMk cId="4765592" sldId="1388"/>
        </pc:sldMkLst>
        <pc:spChg chg="mod">
          <ac:chgData name="Rosmin Elsa" userId="8f13a6be4da41318" providerId="LiveId" clId="{65DAE756-D03B-4B76-9C96-61E18FE1013F}" dt="2024-10-24T10:25:35.907" v="162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" userId="8f13a6be4da41318" providerId="LiveId" clId="{65DAE756-D03B-4B76-9C96-61E18FE1013F}" dt="2024-10-25T05:56:37.596" v="1070" actId="20577"/>
        <pc:sldMkLst>
          <pc:docMk/>
          <pc:sldMk cId="397177493" sldId="1389"/>
        </pc:sldMkLst>
        <pc:spChg chg="mod">
          <ac:chgData name="Rosmin Elsa" userId="8f13a6be4da41318" providerId="LiveId" clId="{65DAE756-D03B-4B76-9C96-61E18FE1013F}" dt="2024-10-24T10:31:47.709" v="332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6:37.596" v="1070" actId="20577"/>
          <ac:spMkLst>
            <pc:docMk/>
            <pc:sldMk cId="397177493" sldId="1389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24:05.985" v="622"/>
          <ac:spMkLst>
            <pc:docMk/>
            <pc:sldMk cId="397177493" sldId="1389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65DAE756-D03B-4B76-9C96-61E18FE1013F}" dt="2024-10-24T10:23:56.321" v="131"/>
        <pc:sldMkLst>
          <pc:docMk/>
          <pc:sldMk cId="195110158" sldId="1393"/>
        </pc:sldMkLst>
        <pc:spChg chg="mod">
          <ac:chgData name="Rosmin Elsa" userId="8f13a6be4da41318" providerId="LiveId" clId="{65DAE756-D03B-4B76-9C96-61E18FE1013F}" dt="2024-10-24T10:23:56.321" v="131"/>
          <ac:spMkLst>
            <pc:docMk/>
            <pc:sldMk cId="195110158" sldId="1393"/>
            <ac:spMk id="2" creationId="{69072751-0DFD-E04D-8DBC-6192EE4B4B2A}"/>
          </ac:spMkLst>
        </pc:spChg>
        <pc:spChg chg="del">
          <ac:chgData name="Rosmin Elsa" userId="8f13a6be4da41318" providerId="LiveId" clId="{65DAE756-D03B-4B76-9C96-61E18FE1013F}" dt="2024-10-24T10:15:20.593" v="24" actId="478"/>
          <ac:spMkLst>
            <pc:docMk/>
            <pc:sldMk cId="195110158" sldId="1393"/>
            <ac:spMk id="3" creationId="{DFD3087A-542A-9E8A-2F04-286C1B72B61A}"/>
          </ac:spMkLst>
        </pc:spChg>
        <pc:spChg chg="add mod">
          <ac:chgData name="Rosmin Elsa" userId="8f13a6be4da41318" providerId="LiveId" clId="{65DAE756-D03B-4B76-9C96-61E18FE1013F}" dt="2024-10-24T10:17:37.351" v="46" actId="20577"/>
          <ac:spMkLst>
            <pc:docMk/>
            <pc:sldMk cId="195110158" sldId="1393"/>
            <ac:spMk id="4" creationId="{EDCD1673-9A1C-4CC6-4CBF-4CF484FEB09A}"/>
          </ac:spMkLst>
        </pc:spChg>
      </pc:sldChg>
      <pc:sldChg chg="addSp delSp modSp mod">
        <pc:chgData name="Rosmin Elsa" userId="8f13a6be4da41318" providerId="LiveId" clId="{65DAE756-D03B-4B76-9C96-61E18FE1013F}" dt="2024-10-24T10:23:59.161" v="132"/>
        <pc:sldMkLst>
          <pc:docMk/>
          <pc:sldMk cId="793142237" sldId="1394"/>
        </pc:sldMkLst>
        <pc:spChg chg="mod">
          <ac:chgData name="Rosmin Elsa" userId="8f13a6be4da41318" providerId="LiveId" clId="{65DAE756-D03B-4B76-9C96-61E18FE1013F}" dt="2024-10-24T10:23:59.161" v="132"/>
          <ac:spMkLst>
            <pc:docMk/>
            <pc:sldMk cId="793142237" sldId="1394"/>
            <ac:spMk id="2" creationId="{69072751-0DFD-E04D-8DBC-6192EE4B4B2A}"/>
          </ac:spMkLst>
        </pc:spChg>
        <pc:spChg chg="del">
          <ac:chgData name="Rosmin Elsa" userId="8f13a6be4da41318" providerId="LiveId" clId="{65DAE756-D03B-4B76-9C96-61E18FE1013F}" dt="2024-10-24T10:18:04.058" v="48" actId="478"/>
          <ac:spMkLst>
            <pc:docMk/>
            <pc:sldMk cId="793142237" sldId="1394"/>
            <ac:spMk id="3" creationId="{DFD3087A-542A-9E8A-2F04-286C1B72B61A}"/>
          </ac:spMkLst>
        </pc:spChg>
        <pc:spChg chg="add mod">
          <ac:chgData name="Rosmin Elsa" userId="8f13a6be4da41318" providerId="LiveId" clId="{65DAE756-D03B-4B76-9C96-61E18FE1013F}" dt="2024-10-24T10:20:21.770" v="58" actId="20577"/>
          <ac:spMkLst>
            <pc:docMk/>
            <pc:sldMk cId="793142237" sldId="1394"/>
            <ac:spMk id="4" creationId="{348B28AF-48BE-B703-6EDD-6C735304FB64}"/>
          </ac:spMkLst>
        </pc:spChg>
      </pc:sldChg>
      <pc:sldChg chg="addSp delSp modSp mod">
        <pc:chgData name="Rosmin Elsa" userId="8f13a6be4da41318" providerId="LiveId" clId="{65DAE756-D03B-4B76-9C96-61E18FE1013F}" dt="2024-10-24T10:24:02.192" v="133"/>
        <pc:sldMkLst>
          <pc:docMk/>
          <pc:sldMk cId="2409815257" sldId="1395"/>
        </pc:sldMkLst>
        <pc:spChg chg="mod">
          <ac:chgData name="Rosmin Elsa" userId="8f13a6be4da41318" providerId="LiveId" clId="{65DAE756-D03B-4B76-9C96-61E18FE1013F}" dt="2024-10-24T10:24:02.192" v="133"/>
          <ac:spMkLst>
            <pc:docMk/>
            <pc:sldMk cId="2409815257" sldId="1395"/>
            <ac:spMk id="2" creationId="{69072751-0DFD-E04D-8DBC-6192EE4B4B2A}"/>
          </ac:spMkLst>
        </pc:spChg>
        <pc:spChg chg="del">
          <ac:chgData name="Rosmin Elsa" userId="8f13a6be4da41318" providerId="LiveId" clId="{65DAE756-D03B-4B76-9C96-61E18FE1013F}" dt="2024-10-24T10:20:30.968" v="59" actId="478"/>
          <ac:spMkLst>
            <pc:docMk/>
            <pc:sldMk cId="2409815257" sldId="1395"/>
            <ac:spMk id="3" creationId="{DFD3087A-542A-9E8A-2F04-286C1B72B61A}"/>
          </ac:spMkLst>
        </pc:spChg>
        <pc:spChg chg="add mod">
          <ac:chgData name="Rosmin Elsa" userId="8f13a6be4da41318" providerId="LiveId" clId="{65DAE756-D03B-4B76-9C96-61E18FE1013F}" dt="2024-10-24T10:21:32.665" v="74" actId="313"/>
          <ac:spMkLst>
            <pc:docMk/>
            <pc:sldMk cId="2409815257" sldId="1395"/>
            <ac:spMk id="4" creationId="{80E1ED4B-A382-1A2C-DFAA-8E490AE1D75B}"/>
          </ac:spMkLst>
        </pc:spChg>
      </pc:sldChg>
      <pc:sldChg chg="modSp mod">
        <pc:chgData name="Rosmin Elsa" userId="8f13a6be4da41318" providerId="LiveId" clId="{65DAE756-D03B-4B76-9C96-61E18FE1013F}" dt="2024-10-25T05:55:57.829" v="1061" actId="20577"/>
        <pc:sldMkLst>
          <pc:docMk/>
          <pc:sldMk cId="3559088401" sldId="1396"/>
        </pc:sldMkLst>
        <pc:spChg chg="mod">
          <ac:chgData name="Rosmin Elsa" userId="8f13a6be4da41318" providerId="LiveId" clId="{65DAE756-D03B-4B76-9C96-61E18FE1013F}" dt="2024-10-24T10:25:47.430" v="163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Rosmin Elsa" userId="8f13a6be4da41318" providerId="LiveId" clId="{65DAE756-D03B-4B76-9C96-61E18FE1013F}" dt="2024-10-25T05:55:46.485" v="1060" actId="6549"/>
          <ac:spMkLst>
            <pc:docMk/>
            <pc:sldMk cId="3559088401" sldId="1396"/>
            <ac:spMk id="3" creationId="{DDD24EDA-CE43-82A2-B3E8-E6C307C397E9}"/>
          </ac:spMkLst>
        </pc:spChg>
        <pc:spChg chg="mod">
          <ac:chgData name="Rosmin Elsa" userId="8f13a6be4da41318" providerId="LiveId" clId="{65DAE756-D03B-4B76-9C96-61E18FE1013F}" dt="2024-10-25T05:55:57.829" v="1061" actId="20577"/>
          <ac:spMkLst>
            <pc:docMk/>
            <pc:sldMk cId="3559088401" sldId="1396"/>
            <ac:spMk id="4" creationId="{E8314BAA-A1C4-D93D-26CE-AE47C64DB6AB}"/>
          </ac:spMkLst>
        </pc:spChg>
      </pc:sldChg>
      <pc:sldChg chg="modSp mod">
        <pc:chgData name="Rosmin Elsa" userId="8f13a6be4da41318" providerId="LiveId" clId="{65DAE756-D03B-4B76-9C96-61E18FE1013F}" dt="2024-10-25T05:56:02.056" v="1062" actId="20577"/>
        <pc:sldMkLst>
          <pc:docMk/>
          <pc:sldMk cId="3272556195" sldId="1397"/>
        </pc:sldMkLst>
        <pc:spChg chg="mod">
          <ac:chgData name="Rosmin Elsa" userId="8f13a6be4da41318" providerId="LiveId" clId="{65DAE756-D03B-4B76-9C96-61E18FE1013F}" dt="2024-10-24T10:25:50.945" v="164"/>
          <ac:spMkLst>
            <pc:docMk/>
            <pc:sldMk cId="3272556195" sldId="1397"/>
            <ac:spMk id="2" creationId="{1DA63A6A-450D-4603-B02C-80F270CA1D46}"/>
          </ac:spMkLst>
        </pc:spChg>
        <pc:spChg chg="mod">
          <ac:chgData name="Rosmin Elsa" userId="8f13a6be4da41318" providerId="LiveId" clId="{65DAE756-D03B-4B76-9C96-61E18FE1013F}" dt="2024-10-24T10:26:30.955" v="177" actId="20577"/>
          <ac:spMkLst>
            <pc:docMk/>
            <pc:sldMk cId="3272556195" sldId="1397"/>
            <ac:spMk id="3" creationId="{DDD24EDA-CE43-82A2-B3E8-E6C307C397E9}"/>
          </ac:spMkLst>
        </pc:spChg>
        <pc:spChg chg="mod">
          <ac:chgData name="Rosmin Elsa" userId="8f13a6be4da41318" providerId="LiveId" clId="{65DAE756-D03B-4B76-9C96-61E18FE1013F}" dt="2024-10-25T05:56:02.056" v="1062" actId="20577"/>
          <ac:spMkLst>
            <pc:docMk/>
            <pc:sldMk cId="3272556195" sldId="1397"/>
            <ac:spMk id="4" creationId="{8FFB1447-44C8-393E-BE5B-66D10617B980}"/>
          </ac:spMkLst>
        </pc:spChg>
      </pc:sldChg>
      <pc:sldChg chg="modSp mod">
        <pc:chgData name="Rosmin Elsa" userId="8f13a6be4da41318" providerId="LiveId" clId="{65DAE756-D03B-4B76-9C96-61E18FE1013F}" dt="2024-10-25T05:56:06.067" v="1063" actId="20577"/>
        <pc:sldMkLst>
          <pc:docMk/>
          <pc:sldMk cId="4055310832" sldId="1398"/>
        </pc:sldMkLst>
        <pc:spChg chg="mod">
          <ac:chgData name="Rosmin Elsa" userId="8f13a6be4da41318" providerId="LiveId" clId="{65DAE756-D03B-4B76-9C96-61E18FE1013F}" dt="2024-10-24T10:25:55.355" v="165"/>
          <ac:spMkLst>
            <pc:docMk/>
            <pc:sldMk cId="4055310832" sldId="1398"/>
            <ac:spMk id="2" creationId="{1DA63A6A-450D-4603-B02C-80F270CA1D46}"/>
          </ac:spMkLst>
        </pc:spChg>
        <pc:spChg chg="mod">
          <ac:chgData name="Rosmin Elsa" userId="8f13a6be4da41318" providerId="LiveId" clId="{65DAE756-D03B-4B76-9C96-61E18FE1013F}" dt="2024-10-24T10:28:09.224" v="272" actId="20577"/>
          <ac:spMkLst>
            <pc:docMk/>
            <pc:sldMk cId="4055310832" sldId="1398"/>
            <ac:spMk id="3" creationId="{DDD24EDA-CE43-82A2-B3E8-E6C307C397E9}"/>
          </ac:spMkLst>
        </pc:spChg>
        <pc:spChg chg="mod">
          <ac:chgData name="Rosmin Elsa" userId="8f13a6be4da41318" providerId="LiveId" clId="{65DAE756-D03B-4B76-9C96-61E18FE1013F}" dt="2024-10-25T05:56:06.067" v="1063" actId="20577"/>
          <ac:spMkLst>
            <pc:docMk/>
            <pc:sldMk cId="4055310832" sldId="1398"/>
            <ac:spMk id="4" creationId="{8FFB1447-44C8-393E-BE5B-66D10617B980}"/>
          </ac:spMkLst>
        </pc:spChg>
      </pc:sldChg>
      <pc:sldChg chg="modSp mod">
        <pc:chgData name="Rosmin Elsa" userId="8f13a6be4da41318" providerId="LiveId" clId="{65DAE756-D03B-4B76-9C96-61E18FE1013F}" dt="2024-10-25T05:56:21.888" v="1069" actId="20577"/>
        <pc:sldMkLst>
          <pc:docMk/>
          <pc:sldMk cId="2414535473" sldId="1399"/>
        </pc:sldMkLst>
        <pc:spChg chg="mod">
          <ac:chgData name="Rosmin Elsa" userId="8f13a6be4da41318" providerId="LiveId" clId="{65DAE756-D03B-4B76-9C96-61E18FE1013F}" dt="2024-10-24T10:30:45.887" v="283"/>
          <ac:spMkLst>
            <pc:docMk/>
            <pc:sldMk cId="2414535473" sldId="1399"/>
            <ac:spMk id="3" creationId="{DDD24EDA-CE43-82A2-B3E8-E6C307C397E9}"/>
          </ac:spMkLst>
        </pc:spChg>
        <pc:spChg chg="mod">
          <ac:chgData name="Rosmin Elsa" userId="8f13a6be4da41318" providerId="LiveId" clId="{65DAE756-D03B-4B76-9C96-61E18FE1013F}" dt="2024-10-25T05:56:21.888" v="1069" actId="20577"/>
          <ac:spMkLst>
            <pc:docMk/>
            <pc:sldMk cId="2414535473" sldId="1399"/>
            <ac:spMk id="4" creationId="{8FFB1447-44C8-393E-BE5B-66D10617B980}"/>
          </ac:spMkLst>
        </pc:spChg>
      </pc:sldChg>
      <pc:sldChg chg="addSp delSp modSp mod">
        <pc:chgData name="Rosmin Elsa" userId="8f13a6be4da41318" providerId="LiveId" clId="{65DAE756-D03B-4B76-9C96-61E18FE1013F}" dt="2024-10-25T05:56:42.757" v="1072" actId="20577"/>
        <pc:sldMkLst>
          <pc:docMk/>
          <pc:sldMk cId="431471696" sldId="1400"/>
        </pc:sldMkLst>
        <pc:spChg chg="mod">
          <ac:chgData name="Rosmin Elsa" userId="8f13a6be4da41318" providerId="LiveId" clId="{65DAE756-D03B-4B76-9C96-61E18FE1013F}" dt="2024-10-24T10:31:51.191" v="333"/>
          <ac:spMkLst>
            <pc:docMk/>
            <pc:sldMk cId="431471696" sldId="1400"/>
            <ac:spMk id="2" creationId="{00000000-0000-0000-0000-000000000000}"/>
          </ac:spMkLst>
        </pc:spChg>
        <pc:spChg chg="add mod">
          <ac:chgData name="Rosmin Elsa" userId="8f13a6be4da41318" providerId="LiveId" clId="{65DAE756-D03B-4B76-9C96-61E18FE1013F}" dt="2024-10-25T05:24:18.350" v="626" actId="14100"/>
          <ac:spMkLst>
            <pc:docMk/>
            <pc:sldMk cId="431471696" sldId="1400"/>
            <ac:spMk id="3" creationId="{82B014BA-89B5-1713-D37E-23185CCEC9B4}"/>
          </ac:spMkLst>
        </pc:spChg>
        <pc:spChg chg="mod">
          <ac:chgData name="Rosmin Elsa" userId="8f13a6be4da41318" providerId="LiveId" clId="{65DAE756-D03B-4B76-9C96-61E18FE1013F}" dt="2024-10-25T05:56:42.757" v="1072" actId="20577"/>
          <ac:spMkLst>
            <pc:docMk/>
            <pc:sldMk cId="431471696" sldId="1400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1:12:57.814" v="395" actId="478"/>
          <ac:spMkLst>
            <pc:docMk/>
            <pc:sldMk cId="431471696" sldId="1400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65DAE756-D03B-4B76-9C96-61E18FE1013F}" dt="2024-10-25T05:56:46.685" v="1073" actId="20577"/>
        <pc:sldMkLst>
          <pc:docMk/>
          <pc:sldMk cId="1824731272" sldId="1401"/>
        </pc:sldMkLst>
        <pc:spChg chg="mod">
          <ac:chgData name="Rosmin Elsa" userId="8f13a6be4da41318" providerId="LiveId" clId="{65DAE756-D03B-4B76-9C96-61E18FE1013F}" dt="2024-10-24T10:31:54.014" v="334"/>
          <ac:spMkLst>
            <pc:docMk/>
            <pc:sldMk cId="1824731272" sldId="1401"/>
            <ac:spMk id="2" creationId="{00000000-0000-0000-0000-000000000000}"/>
          </ac:spMkLst>
        </pc:spChg>
        <pc:spChg chg="add mod">
          <ac:chgData name="Rosmin Elsa" userId="8f13a6be4da41318" providerId="LiveId" clId="{65DAE756-D03B-4B76-9C96-61E18FE1013F}" dt="2024-10-25T05:24:38.872" v="629"/>
          <ac:spMkLst>
            <pc:docMk/>
            <pc:sldMk cId="1824731272" sldId="1401"/>
            <ac:spMk id="3" creationId="{9BD627FA-F7F2-C82D-BD47-2BDE280ED840}"/>
          </ac:spMkLst>
        </pc:spChg>
        <pc:spChg chg="mod">
          <ac:chgData name="Rosmin Elsa" userId="8f13a6be4da41318" providerId="LiveId" clId="{65DAE756-D03B-4B76-9C96-61E18FE1013F}" dt="2024-10-25T05:56:46.685" v="1073" actId="20577"/>
          <ac:spMkLst>
            <pc:docMk/>
            <pc:sldMk cId="1824731272" sldId="1401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1:13:23.761" v="403" actId="478"/>
          <ac:spMkLst>
            <pc:docMk/>
            <pc:sldMk cId="1824731272" sldId="1401"/>
            <ac:spMk id="6" creationId="{00B7E6C3-DC3B-BC8E-EE75-86995C7F8ADF}"/>
          </ac:spMkLst>
        </pc:spChg>
        <pc:spChg chg="add del">
          <ac:chgData name="Rosmin Elsa" userId="8f13a6be4da41318" providerId="LiveId" clId="{65DAE756-D03B-4B76-9C96-61E18FE1013F}" dt="2024-10-25T01:14:19.056" v="415" actId="22"/>
          <ac:spMkLst>
            <pc:docMk/>
            <pc:sldMk cId="1824731272" sldId="1401"/>
            <ac:spMk id="8" creationId="{F5329760-B952-7F3B-C89D-E96056B93846}"/>
          </ac:spMkLst>
        </pc:spChg>
        <pc:spChg chg="add del">
          <ac:chgData name="Rosmin Elsa" userId="8f13a6be4da41318" providerId="LiveId" clId="{65DAE756-D03B-4B76-9C96-61E18FE1013F}" dt="2024-10-25T01:14:21.762" v="417" actId="22"/>
          <ac:spMkLst>
            <pc:docMk/>
            <pc:sldMk cId="1824731272" sldId="1401"/>
            <ac:spMk id="10" creationId="{C2109759-1E91-52D1-F0B1-6847BFD19D31}"/>
          </ac:spMkLst>
        </pc:spChg>
        <pc:spChg chg="add del mod">
          <ac:chgData name="Rosmin Elsa" userId="8f13a6be4da41318" providerId="LiveId" clId="{65DAE756-D03B-4B76-9C96-61E18FE1013F}" dt="2024-10-25T01:14:27.140" v="421" actId="22"/>
          <ac:spMkLst>
            <pc:docMk/>
            <pc:sldMk cId="1824731272" sldId="1401"/>
            <ac:spMk id="12" creationId="{075945FB-84DA-8C38-38FC-4500C19FB147}"/>
          </ac:spMkLst>
        </pc:spChg>
      </pc:sldChg>
      <pc:sldChg chg="modSp mod">
        <pc:chgData name="Rosmin Elsa" userId="8f13a6be4da41318" providerId="LiveId" clId="{65DAE756-D03B-4B76-9C96-61E18FE1013F}" dt="2024-10-25T02:53:44.836" v="484" actId="20577"/>
        <pc:sldMkLst>
          <pc:docMk/>
          <pc:sldMk cId="2451994672" sldId="1402"/>
        </pc:sldMkLst>
        <pc:spChg chg="mod">
          <ac:chgData name="Rosmin Elsa" userId="8f13a6be4da41318" providerId="LiveId" clId="{65DAE756-D03B-4B76-9C96-61E18FE1013F}" dt="2024-10-25T02:53:44.836" v="484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Rosmin Elsa" userId="8f13a6be4da41318" providerId="LiveId" clId="{65DAE756-D03B-4B76-9C96-61E18FE1013F}" dt="2024-10-25T05:57:13.810" v="1076" actId="20577"/>
        <pc:sldMkLst>
          <pc:docMk/>
          <pc:sldMk cId="1432198362" sldId="1403"/>
        </pc:sldMkLst>
        <pc:spChg chg="mod">
          <ac:chgData name="Rosmin Elsa" userId="8f13a6be4da41318" providerId="LiveId" clId="{65DAE756-D03B-4B76-9C96-61E18FE1013F}" dt="2024-10-25T02:53:50.048" v="485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7:13.810" v="1076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2:51:29.929" v="454" actId="20577"/>
          <ac:spMkLst>
            <pc:docMk/>
            <pc:sldMk cId="1432198362" sldId="1403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65DAE756-D03B-4B76-9C96-61E18FE1013F}" dt="2024-10-25T05:57:17.087" v="1077" actId="20577"/>
        <pc:sldMkLst>
          <pc:docMk/>
          <pc:sldMk cId="4138206081" sldId="1404"/>
        </pc:sldMkLst>
        <pc:spChg chg="mod">
          <ac:chgData name="Rosmin Elsa" userId="8f13a6be4da41318" providerId="LiveId" clId="{65DAE756-D03B-4B76-9C96-61E18FE1013F}" dt="2024-10-25T02:53:53.448" v="486"/>
          <ac:spMkLst>
            <pc:docMk/>
            <pc:sldMk cId="4138206081" sldId="1404"/>
            <ac:spMk id="2" creationId="{00000000-0000-0000-0000-000000000000}"/>
          </ac:spMkLst>
        </pc:spChg>
        <pc:spChg chg="add mod">
          <ac:chgData name="Rosmin Elsa" userId="8f13a6be4da41318" providerId="LiveId" clId="{65DAE756-D03B-4B76-9C96-61E18FE1013F}" dt="2024-10-25T02:51:47.915" v="459"/>
          <ac:spMkLst>
            <pc:docMk/>
            <pc:sldMk cId="4138206081" sldId="1404"/>
            <ac:spMk id="3" creationId="{EAB7C892-A42F-817F-E3DA-BDB478480DD9}"/>
          </ac:spMkLst>
        </pc:spChg>
        <pc:spChg chg="mod">
          <ac:chgData name="Rosmin Elsa" userId="8f13a6be4da41318" providerId="LiveId" clId="{65DAE756-D03B-4B76-9C96-61E18FE1013F}" dt="2024-10-25T05:57:17.087" v="1077" actId="20577"/>
          <ac:spMkLst>
            <pc:docMk/>
            <pc:sldMk cId="4138206081" sldId="1404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2:51:39.415" v="455" actId="478"/>
          <ac:spMkLst>
            <pc:docMk/>
            <pc:sldMk cId="4138206081" sldId="1404"/>
            <ac:spMk id="6" creationId="{00B7E6C3-DC3B-BC8E-EE75-86995C7F8ADF}"/>
          </ac:spMkLst>
        </pc:spChg>
      </pc:sldChg>
      <pc:sldChg chg="modSp mod">
        <pc:chgData name="Rosmin Elsa" userId="8f13a6be4da41318" providerId="LiveId" clId="{65DAE756-D03B-4B76-9C96-61E18FE1013F}" dt="2024-10-25T05:57:20.055" v="1078" actId="20577"/>
        <pc:sldMkLst>
          <pc:docMk/>
          <pc:sldMk cId="844923769" sldId="1405"/>
        </pc:sldMkLst>
        <pc:spChg chg="mod">
          <ac:chgData name="Rosmin Elsa" userId="8f13a6be4da41318" providerId="LiveId" clId="{65DAE756-D03B-4B76-9C96-61E18FE1013F}" dt="2024-10-25T02:53:56.754" v="487"/>
          <ac:spMkLst>
            <pc:docMk/>
            <pc:sldMk cId="844923769" sldId="1405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7:20.055" v="1078" actId="20577"/>
          <ac:spMkLst>
            <pc:docMk/>
            <pc:sldMk cId="844923769" sldId="1405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2:52:04.331" v="463" actId="20577"/>
          <ac:spMkLst>
            <pc:docMk/>
            <pc:sldMk cId="844923769" sldId="1405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65DAE756-D03B-4B76-9C96-61E18FE1013F}" dt="2024-10-25T05:57:23.181" v="1079" actId="20577"/>
        <pc:sldMkLst>
          <pc:docMk/>
          <pc:sldMk cId="1203962179" sldId="1406"/>
        </pc:sldMkLst>
        <pc:spChg chg="mod">
          <ac:chgData name="Rosmin Elsa" userId="8f13a6be4da41318" providerId="LiveId" clId="{65DAE756-D03B-4B76-9C96-61E18FE1013F}" dt="2024-10-25T02:54:03.274" v="488"/>
          <ac:spMkLst>
            <pc:docMk/>
            <pc:sldMk cId="1203962179" sldId="1406"/>
            <ac:spMk id="2" creationId="{00000000-0000-0000-0000-000000000000}"/>
          </ac:spMkLst>
        </pc:spChg>
        <pc:spChg chg="add mod">
          <ac:chgData name="Rosmin Elsa" userId="8f13a6be4da41318" providerId="LiveId" clId="{65DAE756-D03B-4B76-9C96-61E18FE1013F}" dt="2024-10-25T02:52:24.650" v="470"/>
          <ac:spMkLst>
            <pc:docMk/>
            <pc:sldMk cId="1203962179" sldId="1406"/>
            <ac:spMk id="3" creationId="{C2EDAA44-47E4-EF3B-CCC5-AF5231BE6477}"/>
          </ac:spMkLst>
        </pc:spChg>
        <pc:spChg chg="mod">
          <ac:chgData name="Rosmin Elsa" userId="8f13a6be4da41318" providerId="LiveId" clId="{65DAE756-D03B-4B76-9C96-61E18FE1013F}" dt="2024-10-25T05:57:23.181" v="1079" actId="20577"/>
          <ac:spMkLst>
            <pc:docMk/>
            <pc:sldMk cId="1203962179" sldId="1406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2:52:14.397" v="464" actId="478"/>
          <ac:spMkLst>
            <pc:docMk/>
            <pc:sldMk cId="1203962179" sldId="1406"/>
            <ac:spMk id="6" creationId="{00B7E6C3-DC3B-BC8E-EE75-86995C7F8ADF}"/>
          </ac:spMkLst>
        </pc:spChg>
      </pc:sldChg>
      <pc:sldChg chg="modSp mod">
        <pc:chgData name="Rosmin Elsa" userId="8f13a6be4da41318" providerId="LiveId" clId="{65DAE756-D03B-4B76-9C96-61E18FE1013F}" dt="2024-10-25T03:41:38.943" v="520" actId="14100"/>
        <pc:sldMkLst>
          <pc:docMk/>
          <pc:sldMk cId="434740199" sldId="1407"/>
        </pc:sldMkLst>
        <pc:spChg chg="mod">
          <ac:chgData name="Rosmin Elsa" userId="8f13a6be4da41318" providerId="LiveId" clId="{65DAE756-D03B-4B76-9C96-61E18FE1013F}" dt="2024-10-25T03:41:38.943" v="520" actId="14100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Rosmin Elsa" userId="8f13a6be4da41318" providerId="LiveId" clId="{65DAE756-D03B-4B76-9C96-61E18FE1013F}" dt="2024-10-25T05:57:49.891" v="1088" actId="20577"/>
        <pc:sldMkLst>
          <pc:docMk/>
          <pc:sldMk cId="584892078" sldId="1408"/>
        </pc:sldMkLst>
        <pc:spChg chg="mod">
          <ac:chgData name="Rosmin Elsa" userId="8f13a6be4da41318" providerId="LiveId" clId="{65DAE756-D03B-4B76-9C96-61E18FE1013F}" dt="2024-10-25T05:17:42.894" v="542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7:49.891" v="1088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28:47.148" v="635"/>
          <ac:spMkLst>
            <pc:docMk/>
            <pc:sldMk cId="584892078" sldId="1408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65DAE756-D03B-4B76-9C96-61E18FE1013F}" dt="2024-10-25T05:57:54.302" v="1089" actId="20577"/>
        <pc:sldMkLst>
          <pc:docMk/>
          <pc:sldMk cId="454178853" sldId="1409"/>
        </pc:sldMkLst>
        <pc:spChg chg="mod">
          <ac:chgData name="Rosmin Elsa" userId="8f13a6be4da41318" providerId="LiveId" clId="{65DAE756-D03B-4B76-9C96-61E18FE1013F}" dt="2024-10-25T05:17:46.280" v="543"/>
          <ac:spMkLst>
            <pc:docMk/>
            <pc:sldMk cId="454178853" sldId="1409"/>
            <ac:spMk id="2" creationId="{00000000-0000-0000-0000-000000000000}"/>
          </ac:spMkLst>
        </pc:spChg>
        <pc:spChg chg="add mod">
          <ac:chgData name="Rosmin Elsa" userId="8f13a6be4da41318" providerId="LiveId" clId="{65DAE756-D03B-4B76-9C96-61E18FE1013F}" dt="2024-10-25T05:29:00.528" v="638"/>
          <ac:spMkLst>
            <pc:docMk/>
            <pc:sldMk cId="454178853" sldId="1409"/>
            <ac:spMk id="3" creationId="{A93B959C-3299-8D10-7D1E-941AC8436CF9}"/>
          </ac:spMkLst>
        </pc:spChg>
        <pc:spChg chg="mod">
          <ac:chgData name="Rosmin Elsa" userId="8f13a6be4da41318" providerId="LiveId" clId="{65DAE756-D03B-4B76-9C96-61E18FE1013F}" dt="2024-10-25T05:57:54.302" v="1089" actId="20577"/>
          <ac:spMkLst>
            <pc:docMk/>
            <pc:sldMk cId="454178853" sldId="1409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5:16:10.864" v="526" actId="478"/>
          <ac:spMkLst>
            <pc:docMk/>
            <pc:sldMk cId="454178853" sldId="1409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65DAE756-D03B-4B76-9C96-61E18FE1013F}" dt="2024-10-25T05:57:57.472" v="1090" actId="20577"/>
        <pc:sldMkLst>
          <pc:docMk/>
          <pc:sldMk cId="3496069854" sldId="1410"/>
        </pc:sldMkLst>
        <pc:spChg chg="mod">
          <ac:chgData name="Rosmin Elsa" userId="8f13a6be4da41318" providerId="LiveId" clId="{65DAE756-D03B-4B76-9C96-61E18FE1013F}" dt="2024-10-25T05:17:50.100" v="544"/>
          <ac:spMkLst>
            <pc:docMk/>
            <pc:sldMk cId="3496069854" sldId="1410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7:57.472" v="1090" actId="20577"/>
          <ac:spMkLst>
            <pc:docMk/>
            <pc:sldMk cId="3496069854" sldId="1410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5:16:29.366" v="531" actId="478"/>
          <ac:spMkLst>
            <pc:docMk/>
            <pc:sldMk cId="3496069854" sldId="1410"/>
            <ac:spMk id="6" creationId="{00B7E6C3-DC3B-BC8E-EE75-86995C7F8ADF}"/>
          </ac:spMkLst>
        </pc:spChg>
        <pc:spChg chg="add del">
          <ac:chgData name="Rosmin Elsa" userId="8f13a6be4da41318" providerId="LiveId" clId="{65DAE756-D03B-4B76-9C96-61E18FE1013F}" dt="2024-10-25T05:16:31.348" v="533" actId="22"/>
          <ac:spMkLst>
            <pc:docMk/>
            <pc:sldMk cId="3496069854" sldId="1410"/>
            <ac:spMk id="7" creationId="{A85EAD7C-5B44-D4BB-2F1C-4D4A1C519B6E}"/>
          </ac:spMkLst>
        </pc:spChg>
        <pc:spChg chg="add mod">
          <ac:chgData name="Rosmin Elsa" userId="8f13a6be4da41318" providerId="LiveId" clId="{65DAE756-D03B-4B76-9C96-61E18FE1013F}" dt="2024-10-25T05:29:14.145" v="641"/>
          <ac:spMkLst>
            <pc:docMk/>
            <pc:sldMk cId="3496069854" sldId="1410"/>
            <ac:spMk id="8" creationId="{6CC2BB9F-27CB-8A15-9E3C-C7AEA4557683}"/>
          </ac:spMkLst>
        </pc:spChg>
      </pc:sldChg>
      <pc:sldChg chg="modSp mod">
        <pc:chgData name="Rosmin Elsa" userId="8f13a6be4da41318" providerId="LiveId" clId="{65DAE756-D03B-4B76-9C96-61E18FE1013F}" dt="2024-10-25T05:58:37.576" v="1122" actId="20577"/>
        <pc:sldMkLst>
          <pc:docMk/>
          <pc:sldMk cId="2785602331" sldId="1411"/>
        </pc:sldMkLst>
        <pc:spChg chg="mod">
          <ac:chgData name="Rosmin Elsa" userId="8f13a6be4da41318" providerId="LiveId" clId="{65DAE756-D03B-4B76-9C96-61E18FE1013F}" dt="2024-10-25T05:58:37.576" v="1122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modSp mod">
        <pc:chgData name="Rosmin Elsa" userId="8f13a6be4da41318" providerId="LiveId" clId="{65DAE756-D03B-4B76-9C96-61E18FE1013F}" dt="2024-10-25T06:01:46.721" v="1151" actId="20577"/>
        <pc:sldMkLst>
          <pc:docMk/>
          <pc:sldMk cId="2785920718" sldId="1606"/>
        </pc:sldMkLst>
        <pc:spChg chg="mod">
          <ac:chgData name="Rosmin Elsa" userId="8f13a6be4da41318" providerId="LiveId" clId="{65DAE756-D03B-4B76-9C96-61E18FE1013F}" dt="2024-10-25T05:58:49.220" v="1123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6:01:46.721" v="1151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32:10.517" v="651" actId="20577"/>
          <ac:spMkLst>
            <pc:docMk/>
            <pc:sldMk cId="2785920718" sldId="1606"/>
            <ac:spMk id="7" creationId="{BDDFE297-14FD-8C75-D483-AE1329AD46AD}"/>
          </ac:spMkLst>
        </pc:spChg>
      </pc:sldChg>
      <pc:sldChg chg="addSp delSp modSp mod">
        <pc:chgData name="Rosmin Elsa" userId="8f13a6be4da41318" providerId="LiveId" clId="{65DAE756-D03B-4B76-9C96-61E18FE1013F}" dt="2024-10-25T06:01:49.546" v="1152" actId="20577"/>
        <pc:sldMkLst>
          <pc:docMk/>
          <pc:sldMk cId="3740502829" sldId="1607"/>
        </pc:sldMkLst>
        <pc:spChg chg="mod">
          <ac:chgData name="Rosmin Elsa" userId="8f13a6be4da41318" providerId="LiveId" clId="{65DAE756-D03B-4B76-9C96-61E18FE1013F}" dt="2024-10-25T05:58:52.793" v="1124"/>
          <ac:spMkLst>
            <pc:docMk/>
            <pc:sldMk cId="3740502829" sldId="1607"/>
            <ac:spMk id="2" creationId="{00000000-0000-0000-0000-000000000000}"/>
          </ac:spMkLst>
        </pc:spChg>
        <pc:spChg chg="add mod">
          <ac:chgData name="Rosmin Elsa" userId="8f13a6be4da41318" providerId="LiveId" clId="{65DAE756-D03B-4B76-9C96-61E18FE1013F}" dt="2024-10-25T05:33:26.412" v="666" actId="20577"/>
          <ac:spMkLst>
            <pc:docMk/>
            <pc:sldMk cId="3740502829" sldId="1607"/>
            <ac:spMk id="3" creationId="{E913A730-4098-AC85-0EE2-0C067B8AD882}"/>
          </ac:spMkLst>
        </pc:spChg>
        <pc:spChg chg="mod">
          <ac:chgData name="Rosmin Elsa" userId="8f13a6be4da41318" providerId="LiveId" clId="{65DAE756-D03B-4B76-9C96-61E18FE1013F}" dt="2024-10-25T06:01:49.546" v="1152" actId="20577"/>
          <ac:spMkLst>
            <pc:docMk/>
            <pc:sldMk cId="3740502829" sldId="1607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5:32:18.103" v="652" actId="478"/>
          <ac:spMkLst>
            <pc:docMk/>
            <pc:sldMk cId="3740502829" sldId="1607"/>
            <ac:spMk id="7" creationId="{BDDFE297-14FD-8C75-D483-AE1329AD46AD}"/>
          </ac:spMkLst>
        </pc:spChg>
      </pc:sldChg>
      <pc:sldChg chg="modSp mod">
        <pc:chgData name="Rosmin Elsa" userId="8f13a6be4da41318" providerId="LiveId" clId="{65DAE756-D03B-4B76-9C96-61E18FE1013F}" dt="2024-10-25T05:43:28.721" v="885" actId="20577"/>
        <pc:sldMkLst>
          <pc:docMk/>
          <pc:sldMk cId="1850048300" sldId="1608"/>
        </pc:sldMkLst>
        <pc:spChg chg="mod">
          <ac:chgData name="Rosmin Elsa" userId="8f13a6be4da41318" providerId="LiveId" clId="{65DAE756-D03B-4B76-9C96-61E18FE1013F}" dt="2024-10-25T05:43:28.721" v="885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Rosmin Elsa" userId="8f13a6be4da41318" providerId="LiveId" clId="{65DAE756-D03B-4B76-9C96-61E18FE1013F}" dt="2024-10-25T05:59:14.484" v="1127" actId="20577"/>
        <pc:sldMkLst>
          <pc:docMk/>
          <pc:sldMk cId="2076299123" sldId="1609"/>
        </pc:sldMkLst>
        <pc:spChg chg="mod">
          <ac:chgData name="Rosmin Elsa" userId="8f13a6be4da41318" providerId="LiveId" clId="{65DAE756-D03B-4B76-9C96-61E18FE1013F}" dt="2024-10-25T05:43:37.326" v="886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9:14.484" v="1127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40:56.299" v="807" actId="20577"/>
          <ac:spMkLst>
            <pc:docMk/>
            <pc:sldMk cId="2076299123" sldId="1609"/>
            <ac:spMk id="6" creationId="{00B7E6C3-DC3B-BC8E-EE75-86995C7F8ADF}"/>
          </ac:spMkLst>
        </pc:spChg>
      </pc:sldChg>
      <pc:sldChg chg="modSp del mod">
        <pc:chgData name="Rosmin Elsa" userId="8f13a6be4da41318" providerId="LiveId" clId="{65DAE756-D03B-4B76-9C96-61E18FE1013F}" dt="2024-10-25T05:40:29.415" v="796" actId="47"/>
        <pc:sldMkLst>
          <pc:docMk/>
          <pc:sldMk cId="2307096840" sldId="1610"/>
        </pc:sldMkLst>
        <pc:spChg chg="mod">
          <ac:chgData name="Rosmin Elsa" userId="8f13a6be4da41318" providerId="LiveId" clId="{65DAE756-D03B-4B76-9C96-61E18FE1013F}" dt="2024-10-25T05:39:34.425" v="776" actId="20577"/>
          <ac:spMkLst>
            <pc:docMk/>
            <pc:sldMk cId="2307096840" sldId="1610"/>
            <ac:spMk id="6" creationId="{00B7E6C3-DC3B-BC8E-EE75-86995C7F8ADF}"/>
          </ac:spMkLst>
        </pc:spChg>
      </pc:sldChg>
      <pc:sldChg chg="del">
        <pc:chgData name="Rosmin Elsa" userId="8f13a6be4da41318" providerId="LiveId" clId="{65DAE756-D03B-4B76-9C96-61E18FE1013F}" dt="2024-10-25T05:40:29.415" v="796" actId="47"/>
        <pc:sldMkLst>
          <pc:docMk/>
          <pc:sldMk cId="3589901763" sldId="1611"/>
        </pc:sldMkLst>
      </pc:sldChg>
      <pc:sldChg chg="modSp mod">
        <pc:chgData name="Rosmin Elsa" userId="8f13a6be4da41318" providerId="LiveId" clId="{65DAE756-D03B-4B76-9C96-61E18FE1013F}" dt="2024-10-25T05:44:43.241" v="892" actId="20577"/>
        <pc:sldMkLst>
          <pc:docMk/>
          <pc:sldMk cId="3074485617" sldId="1612"/>
        </pc:sldMkLst>
        <pc:spChg chg="mod">
          <ac:chgData name="Rosmin Elsa" userId="8f13a6be4da41318" providerId="LiveId" clId="{65DAE756-D03B-4B76-9C96-61E18FE1013F}" dt="2024-10-25T05:44:43.241" v="892" actId="20577"/>
          <ac:spMkLst>
            <pc:docMk/>
            <pc:sldMk cId="3074485617" sldId="1612"/>
            <ac:spMk id="2" creationId="{00000000-0000-0000-0000-000000000000}"/>
          </ac:spMkLst>
        </pc:spChg>
      </pc:sldChg>
      <pc:sldChg chg="modSp mod">
        <pc:chgData name="Rosmin Elsa" userId="8f13a6be4da41318" providerId="LiveId" clId="{65DAE756-D03B-4B76-9C96-61E18FE1013F}" dt="2024-10-25T05:59:52.099" v="1134" actId="20577"/>
        <pc:sldMkLst>
          <pc:docMk/>
          <pc:sldMk cId="2656029052" sldId="1613"/>
        </pc:sldMkLst>
        <pc:spChg chg="mod">
          <ac:chgData name="Rosmin Elsa" userId="8f13a6be4da41318" providerId="LiveId" clId="{65DAE756-D03B-4B76-9C96-61E18FE1013F}" dt="2024-10-25T05:44:46.929" v="895" actId="20577"/>
          <ac:spMkLst>
            <pc:docMk/>
            <pc:sldMk cId="2656029052" sldId="1613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9:52.099" v="1134" actId="20577"/>
          <ac:spMkLst>
            <pc:docMk/>
            <pc:sldMk cId="2656029052" sldId="1613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46:44.955" v="937" actId="1076"/>
          <ac:spMkLst>
            <pc:docMk/>
            <pc:sldMk cId="2656029052" sldId="1613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65DAE756-D03B-4B76-9C96-61E18FE1013F}" dt="2024-10-25T05:59:54.773" v="1135" actId="20577"/>
        <pc:sldMkLst>
          <pc:docMk/>
          <pc:sldMk cId="4153007353" sldId="1614"/>
        </pc:sldMkLst>
        <pc:spChg chg="mod">
          <ac:chgData name="Rosmin Elsa" userId="8f13a6be4da41318" providerId="LiveId" clId="{65DAE756-D03B-4B76-9C96-61E18FE1013F}" dt="2024-10-25T05:44:50.483" v="898" actId="20577"/>
          <ac:spMkLst>
            <pc:docMk/>
            <pc:sldMk cId="4153007353" sldId="1614"/>
            <ac:spMk id="2" creationId="{00000000-0000-0000-0000-000000000000}"/>
          </ac:spMkLst>
        </pc:spChg>
        <pc:spChg chg="add mod">
          <ac:chgData name="Rosmin Elsa" userId="8f13a6be4da41318" providerId="LiveId" clId="{65DAE756-D03B-4B76-9C96-61E18FE1013F}" dt="2024-10-25T05:46:50.618" v="942" actId="1076"/>
          <ac:spMkLst>
            <pc:docMk/>
            <pc:sldMk cId="4153007353" sldId="1614"/>
            <ac:spMk id="3" creationId="{1413A1D8-6A40-34CA-64A9-5B748FB61CC4}"/>
          </ac:spMkLst>
        </pc:spChg>
        <pc:spChg chg="mod">
          <ac:chgData name="Rosmin Elsa" userId="8f13a6be4da41318" providerId="LiveId" clId="{65DAE756-D03B-4B76-9C96-61E18FE1013F}" dt="2024-10-25T05:59:54.773" v="1135" actId="20577"/>
          <ac:spMkLst>
            <pc:docMk/>
            <pc:sldMk cId="4153007353" sldId="1614"/>
            <ac:spMk id="5" creationId="{D15CBCA4-8279-49A0-BDA5-8F1C3F65A437}"/>
          </ac:spMkLst>
        </pc:spChg>
        <pc:spChg chg="del">
          <ac:chgData name="Rosmin Elsa" userId="8f13a6be4da41318" providerId="LiveId" clId="{65DAE756-D03B-4B76-9C96-61E18FE1013F}" dt="2024-10-25T05:45:49.068" v="916" actId="478"/>
          <ac:spMkLst>
            <pc:docMk/>
            <pc:sldMk cId="4153007353" sldId="1614"/>
            <ac:spMk id="6" creationId="{00B7E6C3-DC3B-BC8E-EE75-86995C7F8ADF}"/>
          </ac:spMkLst>
        </pc:spChg>
      </pc:sldChg>
      <pc:sldChg chg="del">
        <pc:chgData name="Rosmin Elsa" userId="8f13a6be4da41318" providerId="LiveId" clId="{65DAE756-D03B-4B76-9C96-61E18FE1013F}" dt="2024-10-25T05:47:33.658" v="943" actId="47"/>
        <pc:sldMkLst>
          <pc:docMk/>
          <pc:sldMk cId="1961774020" sldId="1615"/>
        </pc:sldMkLst>
      </pc:sldChg>
      <pc:sldChg chg="del">
        <pc:chgData name="Rosmin Elsa" userId="8f13a6be4da41318" providerId="LiveId" clId="{65DAE756-D03B-4B76-9C96-61E18FE1013F}" dt="2024-10-25T05:47:33.658" v="943" actId="47"/>
        <pc:sldMkLst>
          <pc:docMk/>
          <pc:sldMk cId="2926154422" sldId="1616"/>
        </pc:sldMkLst>
      </pc:sldChg>
      <pc:sldChg chg="modSp add mod">
        <pc:chgData name="Rosmin Elsa" userId="8f13a6be4da41318" providerId="LiveId" clId="{65DAE756-D03B-4B76-9C96-61E18FE1013F}" dt="2024-10-25T05:56:09.522" v="1064" actId="20577"/>
        <pc:sldMkLst>
          <pc:docMk/>
          <pc:sldMk cId="1586866760" sldId="1618"/>
        </pc:sldMkLst>
        <pc:spChg chg="mod">
          <ac:chgData name="Rosmin Elsa" userId="8f13a6be4da41318" providerId="LiveId" clId="{65DAE756-D03B-4B76-9C96-61E18FE1013F}" dt="2024-10-24T10:29:00.982" v="276"/>
          <ac:spMkLst>
            <pc:docMk/>
            <pc:sldMk cId="1586866760" sldId="1618"/>
            <ac:spMk id="3" creationId="{DDD24EDA-CE43-82A2-B3E8-E6C307C397E9}"/>
          </ac:spMkLst>
        </pc:spChg>
        <pc:spChg chg="mod">
          <ac:chgData name="Rosmin Elsa" userId="8f13a6be4da41318" providerId="LiveId" clId="{65DAE756-D03B-4B76-9C96-61E18FE1013F}" dt="2024-10-25T05:56:09.522" v="1064" actId="20577"/>
          <ac:spMkLst>
            <pc:docMk/>
            <pc:sldMk cId="1586866760" sldId="1618"/>
            <ac:spMk id="4" creationId="{8FFB1447-44C8-393E-BE5B-66D10617B980}"/>
          </ac:spMkLst>
        </pc:spChg>
      </pc:sldChg>
      <pc:sldChg chg="modSp add mod">
        <pc:chgData name="Rosmin Elsa" userId="8f13a6be4da41318" providerId="LiveId" clId="{65DAE756-D03B-4B76-9C96-61E18FE1013F}" dt="2024-10-25T05:56:14.787" v="1066" actId="20577"/>
        <pc:sldMkLst>
          <pc:docMk/>
          <pc:sldMk cId="3830204376" sldId="1619"/>
        </pc:sldMkLst>
        <pc:spChg chg="mod">
          <ac:chgData name="Rosmin Elsa" userId="8f13a6be4da41318" providerId="LiveId" clId="{65DAE756-D03B-4B76-9C96-61E18FE1013F}" dt="2024-10-24T10:30:34.897" v="280"/>
          <ac:spMkLst>
            <pc:docMk/>
            <pc:sldMk cId="3830204376" sldId="1619"/>
            <ac:spMk id="3" creationId="{DDD24EDA-CE43-82A2-B3E8-E6C307C397E9}"/>
          </ac:spMkLst>
        </pc:spChg>
        <pc:spChg chg="mod">
          <ac:chgData name="Rosmin Elsa" userId="8f13a6be4da41318" providerId="LiveId" clId="{65DAE756-D03B-4B76-9C96-61E18FE1013F}" dt="2024-10-25T05:56:14.787" v="1066" actId="20577"/>
          <ac:spMkLst>
            <pc:docMk/>
            <pc:sldMk cId="3830204376" sldId="1619"/>
            <ac:spMk id="4" creationId="{8FFB1447-44C8-393E-BE5B-66D10617B980}"/>
          </ac:spMkLst>
        </pc:spChg>
      </pc:sldChg>
      <pc:sldChg chg="modSp add mod">
        <pc:chgData name="Rosmin Elsa" userId="8f13a6be4da41318" providerId="LiveId" clId="{65DAE756-D03B-4B76-9C96-61E18FE1013F}" dt="2024-10-25T05:56:53.120" v="1075" actId="20577"/>
        <pc:sldMkLst>
          <pc:docMk/>
          <pc:sldMk cId="1137991275" sldId="1620"/>
        </pc:sldMkLst>
        <pc:spChg chg="mod">
          <ac:chgData name="Rosmin Elsa" userId="8f13a6be4da41318" providerId="LiveId" clId="{65DAE756-D03B-4B76-9C96-61E18FE1013F}" dt="2024-10-25T05:24:57.503" v="632"/>
          <ac:spMkLst>
            <pc:docMk/>
            <pc:sldMk cId="1137991275" sldId="1620"/>
            <ac:spMk id="3" creationId="{9BD627FA-F7F2-C82D-BD47-2BDE280ED840}"/>
          </ac:spMkLst>
        </pc:spChg>
        <pc:spChg chg="mod">
          <ac:chgData name="Rosmin Elsa" userId="8f13a6be4da41318" providerId="LiveId" clId="{65DAE756-D03B-4B76-9C96-61E18FE1013F}" dt="2024-10-25T05:56:53.120" v="1075" actId="20577"/>
          <ac:spMkLst>
            <pc:docMk/>
            <pc:sldMk cId="1137991275" sldId="1620"/>
            <ac:spMk id="5" creationId="{D15CBCA4-8279-49A0-BDA5-8F1C3F65A437}"/>
          </ac:spMkLst>
        </pc:spChg>
      </pc:sldChg>
      <pc:sldChg chg="modSp add mod">
        <pc:chgData name="Rosmin Elsa" userId="8f13a6be4da41318" providerId="LiveId" clId="{65DAE756-D03B-4B76-9C96-61E18FE1013F}" dt="2024-10-25T05:57:28.380" v="1081" actId="20577"/>
        <pc:sldMkLst>
          <pc:docMk/>
          <pc:sldMk cId="828098544" sldId="1621"/>
        </pc:sldMkLst>
        <pc:spChg chg="mod">
          <ac:chgData name="Rosmin Elsa" userId="8f13a6be4da41318" providerId="LiveId" clId="{65DAE756-D03B-4B76-9C96-61E18FE1013F}" dt="2024-10-25T02:54:06.077" v="489"/>
          <ac:spMkLst>
            <pc:docMk/>
            <pc:sldMk cId="828098544" sldId="1621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2:52:39.366" v="474"/>
          <ac:spMkLst>
            <pc:docMk/>
            <pc:sldMk cId="828098544" sldId="1621"/>
            <ac:spMk id="3" creationId="{C2EDAA44-47E4-EF3B-CCC5-AF5231BE6477}"/>
          </ac:spMkLst>
        </pc:spChg>
        <pc:spChg chg="mod">
          <ac:chgData name="Rosmin Elsa" userId="8f13a6be4da41318" providerId="LiveId" clId="{65DAE756-D03B-4B76-9C96-61E18FE1013F}" dt="2024-10-25T05:57:28.380" v="1081" actId="20577"/>
          <ac:spMkLst>
            <pc:docMk/>
            <pc:sldMk cId="828098544" sldId="1621"/>
            <ac:spMk id="5" creationId="{D15CBCA4-8279-49A0-BDA5-8F1C3F65A437}"/>
          </ac:spMkLst>
        </pc:spChg>
      </pc:sldChg>
      <pc:sldChg chg="modSp add mod">
        <pc:chgData name="Rosmin Elsa" userId="8f13a6be4da41318" providerId="LiveId" clId="{65DAE756-D03B-4B76-9C96-61E18FE1013F}" dt="2024-10-25T05:57:33.764" v="1083" actId="20577"/>
        <pc:sldMkLst>
          <pc:docMk/>
          <pc:sldMk cId="1863334278" sldId="1622"/>
        </pc:sldMkLst>
        <pc:spChg chg="mod">
          <ac:chgData name="Rosmin Elsa" userId="8f13a6be4da41318" providerId="LiveId" clId="{65DAE756-D03B-4B76-9C96-61E18FE1013F}" dt="2024-10-25T02:54:09.665" v="490"/>
          <ac:spMkLst>
            <pc:docMk/>
            <pc:sldMk cId="1863334278" sldId="1622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2:52:53.214" v="478"/>
          <ac:spMkLst>
            <pc:docMk/>
            <pc:sldMk cId="1863334278" sldId="1622"/>
            <ac:spMk id="3" creationId="{C2EDAA44-47E4-EF3B-CCC5-AF5231BE6477}"/>
          </ac:spMkLst>
        </pc:spChg>
        <pc:spChg chg="mod">
          <ac:chgData name="Rosmin Elsa" userId="8f13a6be4da41318" providerId="LiveId" clId="{65DAE756-D03B-4B76-9C96-61E18FE1013F}" dt="2024-10-25T05:57:33.764" v="1083" actId="20577"/>
          <ac:spMkLst>
            <pc:docMk/>
            <pc:sldMk cId="1863334278" sldId="1622"/>
            <ac:spMk id="5" creationId="{D15CBCA4-8279-49A0-BDA5-8F1C3F65A437}"/>
          </ac:spMkLst>
        </pc:spChg>
      </pc:sldChg>
      <pc:sldChg chg="modSp add mod">
        <pc:chgData name="Rosmin Elsa" userId="8f13a6be4da41318" providerId="LiveId" clId="{65DAE756-D03B-4B76-9C96-61E18FE1013F}" dt="2024-10-25T05:57:38.547" v="1085" actId="20577"/>
        <pc:sldMkLst>
          <pc:docMk/>
          <pc:sldMk cId="814017472" sldId="1623"/>
        </pc:sldMkLst>
        <pc:spChg chg="mod">
          <ac:chgData name="Rosmin Elsa" userId="8f13a6be4da41318" providerId="LiveId" clId="{65DAE756-D03B-4B76-9C96-61E18FE1013F}" dt="2024-10-25T02:54:13.047" v="491"/>
          <ac:spMkLst>
            <pc:docMk/>
            <pc:sldMk cId="814017472" sldId="1623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2:53:18.026" v="483" actId="313"/>
          <ac:spMkLst>
            <pc:docMk/>
            <pc:sldMk cId="814017472" sldId="1623"/>
            <ac:spMk id="3" creationId="{C2EDAA44-47E4-EF3B-CCC5-AF5231BE6477}"/>
          </ac:spMkLst>
        </pc:spChg>
        <pc:spChg chg="mod">
          <ac:chgData name="Rosmin Elsa" userId="8f13a6be4da41318" providerId="LiveId" clId="{65DAE756-D03B-4B76-9C96-61E18FE1013F}" dt="2024-10-25T05:57:38.547" v="1085" actId="20577"/>
          <ac:spMkLst>
            <pc:docMk/>
            <pc:sldMk cId="814017472" sldId="1623"/>
            <ac:spMk id="5" creationId="{D15CBCA4-8279-49A0-BDA5-8F1C3F65A437}"/>
          </ac:spMkLst>
        </pc:spChg>
      </pc:sldChg>
      <pc:sldChg chg="modSp add mod">
        <pc:chgData name="Rosmin Elsa" userId="8f13a6be4da41318" providerId="LiveId" clId="{65DAE756-D03B-4B76-9C96-61E18FE1013F}" dt="2024-10-25T05:58:02.221" v="1092" actId="20577"/>
        <pc:sldMkLst>
          <pc:docMk/>
          <pc:sldMk cId="3989195173" sldId="1624"/>
        </pc:sldMkLst>
        <pc:spChg chg="mod">
          <ac:chgData name="Rosmin Elsa" userId="8f13a6be4da41318" providerId="LiveId" clId="{65DAE756-D03B-4B76-9C96-61E18FE1013F}" dt="2024-10-25T05:17:53.889" v="545"/>
          <ac:spMkLst>
            <pc:docMk/>
            <pc:sldMk cId="3989195173" sldId="1624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8:02.221" v="1092" actId="20577"/>
          <ac:spMkLst>
            <pc:docMk/>
            <pc:sldMk cId="3989195173" sldId="1624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29:25.256" v="644"/>
          <ac:spMkLst>
            <pc:docMk/>
            <pc:sldMk cId="3989195173" sldId="1624"/>
            <ac:spMk id="8" creationId="{6CC2BB9F-27CB-8A15-9E3C-C7AEA4557683}"/>
          </ac:spMkLst>
        </pc:spChg>
      </pc:sldChg>
      <pc:sldChg chg="addSp delSp modSp add mod">
        <pc:chgData name="Rosmin Elsa" userId="8f13a6be4da41318" providerId="LiveId" clId="{65DAE756-D03B-4B76-9C96-61E18FE1013F}" dt="2024-10-25T06:01:56.678" v="1157" actId="20577"/>
        <pc:sldMkLst>
          <pc:docMk/>
          <pc:sldMk cId="4075595402" sldId="1625"/>
        </pc:sldMkLst>
        <pc:spChg chg="mod">
          <ac:chgData name="Rosmin Elsa" userId="8f13a6be4da41318" providerId="LiveId" clId="{65DAE756-D03B-4B76-9C96-61E18FE1013F}" dt="2024-10-25T05:58:55.767" v="1125"/>
          <ac:spMkLst>
            <pc:docMk/>
            <pc:sldMk cId="4075595402" sldId="1625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34:04.548" v="671" actId="20577"/>
          <ac:spMkLst>
            <pc:docMk/>
            <pc:sldMk cId="4075595402" sldId="1625"/>
            <ac:spMk id="3" creationId="{E913A730-4098-AC85-0EE2-0C067B8AD882}"/>
          </ac:spMkLst>
        </pc:spChg>
        <pc:spChg chg="mod">
          <ac:chgData name="Rosmin Elsa" userId="8f13a6be4da41318" providerId="LiveId" clId="{65DAE756-D03B-4B76-9C96-61E18FE1013F}" dt="2024-10-25T06:01:56.678" v="1157" actId="20577"/>
          <ac:spMkLst>
            <pc:docMk/>
            <pc:sldMk cId="4075595402" sldId="1625"/>
            <ac:spMk id="5" creationId="{D15CBCA4-8279-49A0-BDA5-8F1C3F65A437}"/>
          </ac:spMkLst>
        </pc:spChg>
        <pc:spChg chg="add del">
          <ac:chgData name="Rosmin Elsa" userId="8f13a6be4da41318" providerId="LiveId" clId="{65DAE756-D03B-4B76-9C96-61E18FE1013F}" dt="2024-10-25T05:34:36.161" v="673" actId="22"/>
          <ac:spMkLst>
            <pc:docMk/>
            <pc:sldMk cId="4075595402" sldId="1625"/>
            <ac:spMk id="7" creationId="{7FD659A0-A8DD-E5F3-60F7-AA6B967EE966}"/>
          </ac:spMkLst>
        </pc:spChg>
        <pc:spChg chg="add del">
          <ac:chgData name="Rosmin Elsa" userId="8f13a6be4da41318" providerId="LiveId" clId="{65DAE756-D03B-4B76-9C96-61E18FE1013F}" dt="2024-10-25T05:34:39.815" v="675" actId="22"/>
          <ac:spMkLst>
            <pc:docMk/>
            <pc:sldMk cId="4075595402" sldId="1625"/>
            <ac:spMk id="9" creationId="{0F35AE65-90E1-BA1B-F369-AD88A234D31A}"/>
          </ac:spMkLst>
        </pc:spChg>
        <pc:spChg chg="add del">
          <ac:chgData name="Rosmin Elsa" userId="8f13a6be4da41318" providerId="LiveId" clId="{65DAE756-D03B-4B76-9C96-61E18FE1013F}" dt="2024-10-25T05:34:43.910" v="677" actId="22"/>
          <ac:spMkLst>
            <pc:docMk/>
            <pc:sldMk cId="4075595402" sldId="1625"/>
            <ac:spMk id="11" creationId="{D866B75A-79ED-B3FA-3CB0-6B26C12F1239}"/>
          </ac:spMkLst>
        </pc:spChg>
      </pc:sldChg>
      <pc:sldChg chg="modSp add mod">
        <pc:chgData name="Rosmin Elsa" userId="8f13a6be4da41318" providerId="LiveId" clId="{65DAE756-D03B-4B76-9C96-61E18FE1013F}" dt="2024-10-25T06:02:01.621" v="1159" actId="20577"/>
        <pc:sldMkLst>
          <pc:docMk/>
          <pc:sldMk cId="3670693902" sldId="1626"/>
        </pc:sldMkLst>
        <pc:spChg chg="mod">
          <ac:chgData name="Rosmin Elsa" userId="8f13a6be4da41318" providerId="LiveId" clId="{65DAE756-D03B-4B76-9C96-61E18FE1013F}" dt="2024-10-25T05:59:00.428" v="1126"/>
          <ac:spMkLst>
            <pc:docMk/>
            <pc:sldMk cId="3670693902" sldId="1626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34:57.494" v="681"/>
          <ac:spMkLst>
            <pc:docMk/>
            <pc:sldMk cId="3670693902" sldId="1626"/>
            <ac:spMk id="3" creationId="{E913A730-4098-AC85-0EE2-0C067B8AD882}"/>
          </ac:spMkLst>
        </pc:spChg>
        <pc:spChg chg="mod">
          <ac:chgData name="Rosmin Elsa" userId="8f13a6be4da41318" providerId="LiveId" clId="{65DAE756-D03B-4B76-9C96-61E18FE1013F}" dt="2024-10-25T06:02:01.621" v="1159" actId="20577"/>
          <ac:spMkLst>
            <pc:docMk/>
            <pc:sldMk cId="3670693902" sldId="1626"/>
            <ac:spMk id="5" creationId="{D15CBCA4-8279-49A0-BDA5-8F1C3F65A437}"/>
          </ac:spMkLst>
        </pc:spChg>
      </pc:sldChg>
      <pc:sldChg chg="modSp add mod">
        <pc:chgData name="Rosmin Elsa" userId="8f13a6be4da41318" providerId="LiveId" clId="{65DAE756-D03B-4B76-9C96-61E18FE1013F}" dt="2024-10-25T05:59:19.597" v="1129" actId="20577"/>
        <pc:sldMkLst>
          <pc:docMk/>
          <pc:sldMk cId="2016916421" sldId="1627"/>
        </pc:sldMkLst>
        <pc:spChg chg="mod">
          <ac:chgData name="Rosmin Elsa" userId="8f13a6be4da41318" providerId="LiveId" clId="{65DAE756-D03B-4B76-9C96-61E18FE1013F}" dt="2024-10-25T05:43:40.033" v="887"/>
          <ac:spMkLst>
            <pc:docMk/>
            <pc:sldMk cId="2016916421" sldId="1627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9:19.597" v="1129" actId="20577"/>
          <ac:spMkLst>
            <pc:docMk/>
            <pc:sldMk cId="2016916421" sldId="1627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41:38.413" v="835" actId="20577"/>
          <ac:spMkLst>
            <pc:docMk/>
            <pc:sldMk cId="2016916421" sldId="1627"/>
            <ac:spMk id="6" creationId="{00B7E6C3-DC3B-BC8E-EE75-86995C7F8ADF}"/>
          </ac:spMkLst>
        </pc:spChg>
      </pc:sldChg>
      <pc:sldChg chg="addSp modSp new del mod">
        <pc:chgData name="Rosmin Elsa" userId="8f13a6be4da41318" providerId="LiveId" clId="{65DAE756-D03B-4B76-9C96-61E18FE1013F}" dt="2024-10-25T05:40:24.544" v="795" actId="47"/>
        <pc:sldMkLst>
          <pc:docMk/>
          <pc:sldMk cId="2840764968" sldId="1627"/>
        </pc:sldMkLst>
        <pc:spChg chg="add mod">
          <ac:chgData name="Rosmin Elsa" userId="8f13a6be4da41318" providerId="LiveId" clId="{65DAE756-D03B-4B76-9C96-61E18FE1013F}" dt="2024-10-25T05:38:38.606" v="745" actId="207"/>
          <ac:spMkLst>
            <pc:docMk/>
            <pc:sldMk cId="2840764968" sldId="1627"/>
            <ac:spMk id="3" creationId="{B8FA48C2-EFBA-D259-CF91-F2855E4A9289}"/>
          </ac:spMkLst>
        </pc:spChg>
      </pc:sldChg>
      <pc:sldChg chg="modSp add mod">
        <pc:chgData name="Rosmin Elsa" userId="8f13a6be4da41318" providerId="LiveId" clId="{65DAE756-D03B-4B76-9C96-61E18FE1013F}" dt="2024-10-25T05:59:28.176" v="1131" actId="20577"/>
        <pc:sldMkLst>
          <pc:docMk/>
          <pc:sldMk cId="2927712133" sldId="1628"/>
        </pc:sldMkLst>
        <pc:spChg chg="mod">
          <ac:chgData name="Rosmin Elsa" userId="8f13a6be4da41318" providerId="LiveId" clId="{65DAE756-D03B-4B76-9C96-61E18FE1013F}" dt="2024-10-25T05:43:42.652" v="888"/>
          <ac:spMkLst>
            <pc:docMk/>
            <pc:sldMk cId="2927712133" sldId="1628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9:28.176" v="1131" actId="20577"/>
          <ac:spMkLst>
            <pc:docMk/>
            <pc:sldMk cId="2927712133" sldId="1628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42:19.301" v="853" actId="20577"/>
          <ac:spMkLst>
            <pc:docMk/>
            <pc:sldMk cId="2927712133" sldId="1628"/>
            <ac:spMk id="6" creationId="{00B7E6C3-DC3B-BC8E-EE75-86995C7F8ADF}"/>
          </ac:spMkLst>
        </pc:spChg>
      </pc:sldChg>
      <pc:sldChg chg="modSp add mod">
        <pc:chgData name="Rosmin Elsa" userId="8f13a6be4da41318" providerId="LiveId" clId="{65DAE756-D03B-4B76-9C96-61E18FE1013F}" dt="2024-10-25T05:59:34.151" v="1133" actId="20577"/>
        <pc:sldMkLst>
          <pc:docMk/>
          <pc:sldMk cId="895052534" sldId="1629"/>
        </pc:sldMkLst>
        <pc:spChg chg="mod">
          <ac:chgData name="Rosmin Elsa" userId="8f13a6be4da41318" providerId="LiveId" clId="{65DAE756-D03B-4B76-9C96-61E18FE1013F}" dt="2024-10-25T05:43:45.315" v="889"/>
          <ac:spMkLst>
            <pc:docMk/>
            <pc:sldMk cId="895052534" sldId="1629"/>
            <ac:spMk id="2" creationId="{00000000-0000-0000-0000-000000000000}"/>
          </ac:spMkLst>
        </pc:spChg>
        <pc:spChg chg="mod">
          <ac:chgData name="Rosmin Elsa" userId="8f13a6be4da41318" providerId="LiveId" clId="{65DAE756-D03B-4B76-9C96-61E18FE1013F}" dt="2024-10-25T05:59:34.151" v="1133" actId="20577"/>
          <ac:spMkLst>
            <pc:docMk/>
            <pc:sldMk cId="895052534" sldId="1629"/>
            <ac:spMk id="5" creationId="{D15CBCA4-8279-49A0-BDA5-8F1C3F65A437}"/>
          </ac:spMkLst>
        </pc:spChg>
        <pc:spChg chg="mod">
          <ac:chgData name="Rosmin Elsa" userId="8f13a6be4da41318" providerId="LiveId" clId="{65DAE756-D03B-4B76-9C96-61E18FE1013F}" dt="2024-10-25T05:43:05.047" v="882" actId="20577"/>
          <ac:spMkLst>
            <pc:docMk/>
            <pc:sldMk cId="895052534" sldId="1629"/>
            <ac:spMk id="6" creationId="{00B7E6C3-DC3B-BC8E-EE75-86995C7F8ADF}"/>
          </ac:spMkLst>
        </pc:spChg>
      </pc:sldChg>
      <pc:sldMasterChg chg="modSldLayout">
        <pc:chgData name="Rosmin Elsa" userId="8f13a6be4da41318" providerId="LiveId" clId="{65DAE756-D03B-4B76-9C96-61E18FE1013F}" dt="2024-10-25T06:06:12.705" v="1192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65DAE756-D03B-4B76-9C96-61E18FE1013F}" dt="2024-10-25T06:05:45.717" v="1170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65DAE756-D03B-4B76-9C96-61E18FE1013F}" dt="2024-10-25T06:05:45.717" v="1170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65DAE756-D03B-4B76-9C96-61E18FE1013F}" dt="2024-10-25T06:05:56.715" v="1181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65DAE756-D03B-4B76-9C96-61E18FE1013F}" dt="2024-10-25T06:05:56.715" v="1181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65DAE756-D03B-4B76-9C96-61E18FE1013F}" dt="2024-10-25T06:06:12.705" v="1192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65DAE756-D03B-4B76-9C96-61E18FE1013F}" dt="2024-10-25T06:06:12.705" v="1192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65DAE756-D03B-4B76-9C96-61E18FE1013F}" dt="2024-10-25T06:06:02.996" v="1187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65DAE756-D03B-4B76-9C96-61E18FE1013F}" dt="2024-10-25T06:06:02.996" v="1187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Windows Live" clId="Web-{D4020D20-F6B0-A9D2-0D92-3F241767866D}"/>
    <pc:docChg chg="modSld">
      <pc:chgData name="Rosmin Elsa" userId="8f13a6be4da41318" providerId="Windows Live" clId="Web-{D4020D20-F6B0-A9D2-0D92-3F241767866D}" dt="2024-10-24T10:09:50.101" v="19" actId="1076"/>
      <pc:docMkLst>
        <pc:docMk/>
      </pc:docMkLst>
      <pc:sldChg chg="modSp">
        <pc:chgData name="Rosmin Elsa" userId="8f13a6be4da41318" providerId="Windows Live" clId="Web-{D4020D20-F6B0-A9D2-0D92-3F241767866D}" dt="2024-10-24T10:09:50.101" v="19" actId="1076"/>
        <pc:sldMkLst>
          <pc:docMk/>
          <pc:sldMk cId="2771250690" sldId="851"/>
        </pc:sldMkLst>
        <pc:spChg chg="mod">
          <ac:chgData name="Rosmin Elsa" userId="8f13a6be4da41318" providerId="Windows Live" clId="Web-{D4020D20-F6B0-A9D2-0D92-3F241767866D}" dt="2024-10-24T10:09:50.101" v="19" actId="1076"/>
          <ac:spMkLst>
            <pc:docMk/>
            <pc:sldMk cId="2771250690" sldId="851"/>
            <ac:spMk id="5" creationId="{EF0E83AD-AD85-5E6C-33F5-D8EF739355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27 Oct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27 Oct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27 Oct Month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27 Oct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58804" y="736865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Christian Family Dedication Day </a:t>
            </a:r>
            <a:r>
              <a:rPr lang="en-SG" sz="4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Family:Celebration</a:t>
            </a:r>
            <a:r>
              <a:rPr lang="en-SG" sz="4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 of Relationships</a:t>
            </a:r>
            <a:endParaRPr lang="en-GB" sz="40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</a:rPr>
              <a:t>Now thank we all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Now thank we all our God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700"/>
          </a:p>
          <a:p>
            <a:pPr algn="ctr"/>
            <a:r>
              <a:rPr lang="en-SG" sz="2700"/>
              <a:t>Now thank we all our God</a:t>
            </a:r>
          </a:p>
          <a:p>
            <a:pPr algn="ctr"/>
            <a:r>
              <a:rPr lang="en-SG" sz="2700"/>
              <a:t>With heart and hands and voices,</a:t>
            </a:r>
          </a:p>
          <a:p>
            <a:pPr algn="ctr"/>
            <a:r>
              <a:rPr lang="en-SG" sz="2700"/>
              <a:t>Who wondrous things hath done,</a:t>
            </a:r>
          </a:p>
          <a:p>
            <a:pPr algn="ctr"/>
            <a:r>
              <a:rPr lang="en-SG" sz="2700"/>
              <a:t>In whom His world rejoices;</a:t>
            </a:r>
          </a:p>
          <a:p>
            <a:pPr algn="ctr"/>
            <a:r>
              <a:rPr lang="en-SG" sz="2700"/>
              <a:t>Who, from our mothers' arms,</a:t>
            </a:r>
          </a:p>
          <a:p>
            <a:pPr algn="ctr"/>
            <a:r>
              <a:rPr lang="en-SG" sz="2700"/>
              <a:t>Hath blessed us on our way</a:t>
            </a:r>
          </a:p>
          <a:p>
            <a:pPr algn="ctr"/>
            <a:r>
              <a:rPr lang="en-SG" sz="2700"/>
              <a:t>With countless gifts of love,</a:t>
            </a:r>
          </a:p>
          <a:p>
            <a:pPr algn="ctr"/>
            <a:r>
              <a:rPr lang="en-SG" sz="2700"/>
              <a:t>And still is ours today.</a:t>
            </a:r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Now thank we all our God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78187-4024-F4D5-D07A-B078B9A1BF2C}"/>
              </a:ext>
            </a:extLst>
          </p:cNvPr>
          <p:cNvSpPr txBox="1"/>
          <p:nvPr/>
        </p:nvSpPr>
        <p:spPr>
          <a:xfrm>
            <a:off x="614082" y="565908"/>
            <a:ext cx="79158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700"/>
          </a:p>
          <a:p>
            <a:pPr algn="ctr"/>
            <a:r>
              <a:rPr lang="en-SG" sz="2700"/>
              <a:t>O may this bounteous God,</a:t>
            </a:r>
          </a:p>
          <a:p>
            <a:pPr algn="ctr"/>
            <a:r>
              <a:rPr lang="en-SG" sz="2700"/>
              <a:t>Through all our life be near us,</a:t>
            </a:r>
          </a:p>
          <a:p>
            <a:pPr algn="ctr"/>
            <a:r>
              <a:rPr lang="en-SG" sz="2700"/>
              <a:t>With ever joyful hearts</a:t>
            </a:r>
          </a:p>
          <a:p>
            <a:pPr algn="ctr"/>
            <a:r>
              <a:rPr lang="en-SG" sz="2700"/>
              <a:t>And blessed peace to cheer us;</a:t>
            </a:r>
          </a:p>
          <a:p>
            <a:pPr algn="ctr"/>
            <a:r>
              <a:rPr lang="en-SG" sz="2700"/>
              <a:t>And keep us in His grace,</a:t>
            </a:r>
          </a:p>
          <a:p>
            <a:pPr algn="ctr"/>
            <a:r>
              <a:rPr lang="en-SG" sz="2700"/>
              <a:t>And guide us when perplexed,</a:t>
            </a:r>
          </a:p>
          <a:p>
            <a:pPr algn="ctr"/>
            <a:r>
              <a:rPr lang="en-SG" sz="2700"/>
              <a:t>And free us from all ills</a:t>
            </a:r>
          </a:p>
          <a:p>
            <a:pPr algn="ctr"/>
            <a:r>
              <a:rPr lang="en-SG" sz="2700"/>
              <a:t>In this world and the next.</a:t>
            </a:r>
          </a:p>
          <a:p>
            <a:pPr algn="ctr"/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187094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Now thank we all our God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B23CE-9C49-B442-8235-CE8C4490422D}"/>
              </a:ext>
            </a:extLst>
          </p:cNvPr>
          <p:cNvSpPr txBox="1"/>
          <p:nvPr/>
        </p:nvSpPr>
        <p:spPr>
          <a:xfrm>
            <a:off x="614082" y="565908"/>
            <a:ext cx="791583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700"/>
          </a:p>
          <a:p>
            <a:pPr algn="ctr"/>
            <a:r>
              <a:rPr lang="en-SG" sz="2700"/>
              <a:t>All praise and thanks to God</a:t>
            </a:r>
          </a:p>
          <a:p>
            <a:pPr algn="ctr"/>
            <a:r>
              <a:rPr lang="en-SG" sz="2700"/>
              <a:t>The Father now be given,</a:t>
            </a:r>
          </a:p>
          <a:p>
            <a:pPr algn="ctr"/>
            <a:r>
              <a:rPr lang="en-SG" sz="2700"/>
              <a:t>The Son, and Him who reigns</a:t>
            </a:r>
          </a:p>
          <a:p>
            <a:pPr algn="ctr"/>
            <a:r>
              <a:rPr lang="en-SG" sz="2700"/>
              <a:t>With them in highest heaven,</a:t>
            </a:r>
          </a:p>
          <a:p>
            <a:pPr algn="ctr"/>
            <a:r>
              <a:rPr lang="en-SG" sz="2700"/>
              <a:t>The one eternal God,</a:t>
            </a:r>
          </a:p>
          <a:p>
            <a:pPr algn="ctr"/>
            <a:r>
              <a:rPr lang="en-SG" sz="2700"/>
              <a:t>Whom earth and heaven adore,</a:t>
            </a:r>
          </a:p>
          <a:p>
            <a:pPr algn="ctr"/>
            <a:r>
              <a:rPr lang="en-SG" sz="2700"/>
              <a:t>For thus it was, is now,</a:t>
            </a:r>
          </a:p>
          <a:p>
            <a:pPr algn="ctr"/>
            <a:r>
              <a:rPr lang="en-SG" sz="2700"/>
              <a:t>And shall be evermore.</a:t>
            </a:r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322735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 </a:t>
            </a:r>
          </a:p>
          <a:p>
            <a:r>
              <a:rPr lang="en-GB" sz="4400">
                <a:solidFill>
                  <a:schemeClr val="bg1"/>
                </a:solidFill>
              </a:rPr>
              <a:t>Fill thou my life </a:t>
            </a:r>
            <a:br>
              <a:rPr lang="en-GB" sz="4400">
                <a:solidFill>
                  <a:schemeClr val="bg1"/>
                </a:solidFill>
              </a:rPr>
            </a:br>
            <a:r>
              <a:rPr lang="en-GB" sz="4400">
                <a:solidFill>
                  <a:schemeClr val="bg1"/>
                </a:solidFill>
              </a:rPr>
              <a:t>O Lord, v1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1435712"/>
            <a:ext cx="607231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Fill thou my life, O Lord my God,</a:t>
            </a:r>
            <a:br>
              <a:rPr lang="en-US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</a:br>
            <a:r>
              <a:rPr lang="en-US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in every part with praise,</a:t>
            </a:r>
            <a:br>
              <a:rPr lang="en-US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</a:br>
            <a:r>
              <a:rPr lang="en-US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that my whole being may proclaim</a:t>
            </a:r>
            <a:br>
              <a:rPr lang="en-US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</a:br>
            <a:r>
              <a:rPr lang="en-US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Thy being and Thy ways.</a:t>
            </a: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r>
              <a:rPr lang="en-GB">
                <a:solidFill>
                  <a:schemeClr val="bg1"/>
                </a:solidFill>
              </a:rPr>
              <a:t>O give us homes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O give us homes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649962"/>
            <a:ext cx="607181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 give us homes, built firm upon the Saviour,</a:t>
            </a:r>
            <a:br>
              <a:rPr lang="en-SG" sz="2400"/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Where Christ is head, and counsellor and guide.</a:t>
            </a:r>
            <a:br>
              <a:rPr lang="en-SG" sz="2400"/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Where every child, is taught His love and favour,</a:t>
            </a:r>
            <a:br>
              <a:rPr lang="en-SG" sz="2400"/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gives his heart to Christ the crucified.</a:t>
            </a:r>
            <a:br>
              <a:rPr lang="en-SG" sz="2400"/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How sweet to know, that though his footsteps waver,</a:t>
            </a:r>
            <a:br>
              <a:rPr lang="en-SG" sz="2400"/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His faithful Lord is walking by His side.</a:t>
            </a:r>
            <a:endParaRPr lang="en-US" sz="24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O give us homes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D1673-9A1C-4CC6-4CBF-4CF484FEB09A}"/>
              </a:ext>
            </a:extLst>
          </p:cNvPr>
          <p:cNvSpPr txBox="1"/>
          <p:nvPr/>
        </p:nvSpPr>
        <p:spPr>
          <a:xfrm>
            <a:off x="0" y="649962"/>
            <a:ext cx="62865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 give us homes with godly fathers, mothers,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Who always place their hope and trust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Him;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Whose tender patience turmoil never bothers,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Whose calm and courage trouble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cannot dim;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home where each finds joy in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serving others,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love still shines, </a:t>
            </a:r>
            <a:r>
              <a:rPr lang="en-SG" sz="2400" b="0" i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tho</a:t>
            </a: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' days be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dark and grim.</a:t>
            </a:r>
            <a:endParaRPr lang="en-US" sz="24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0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O give us homes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B28AF-48BE-B703-6EDD-6C735304FB64}"/>
              </a:ext>
            </a:extLst>
          </p:cNvPr>
          <p:cNvSpPr txBox="1"/>
          <p:nvPr/>
        </p:nvSpPr>
        <p:spPr>
          <a:xfrm>
            <a:off x="0" y="649962"/>
            <a:ext cx="62865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 give us homes where Christ is Lord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Master,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The Bible read, the precious hymns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still sung;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Where prayer comes first in peace or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disaster,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praise is natural speech to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ev'ry</a:t>
            </a: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tongue;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Where mountains move before a faith that's vaster,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Christ sufficient is for old and young.</a:t>
            </a:r>
          </a:p>
        </p:txBody>
      </p:sp>
    </p:spTree>
    <p:extLst>
      <p:ext uri="{BB962C8B-B14F-4D97-AF65-F5344CB8AC3E}">
        <p14:creationId xmlns:p14="http://schemas.microsoft.com/office/powerpoint/2010/main" val="793142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O give us homes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1ED4B-A382-1A2C-DFAA-8E490AE1D75B}"/>
              </a:ext>
            </a:extLst>
          </p:cNvPr>
          <p:cNvSpPr txBox="1"/>
          <p:nvPr/>
        </p:nvSpPr>
        <p:spPr>
          <a:xfrm>
            <a:off x="0" y="649962"/>
            <a:ext cx="62865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 Lord, our God, our homes are Thine forever!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We trust to Thee their problems,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toil, and care;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Their bonds of love no enemy can sever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If Thou art always Lord and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Master there: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Be Thou the center of our least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endeavour:</a:t>
            </a:r>
          </a:p>
          <a:p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Be Thou our Guest, our hearts and </a:t>
            </a:r>
            <a:b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r>
              <a:rPr lang="en-SG" sz="2400" b="0" i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homes to share.</a:t>
            </a:r>
          </a:p>
        </p:txBody>
      </p:sp>
    </p:spTree>
    <p:extLst>
      <p:ext uri="{BB962C8B-B14F-4D97-AF65-F5344CB8AC3E}">
        <p14:creationId xmlns:p14="http://schemas.microsoft.com/office/powerpoint/2010/main" val="2409815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Lord Jesus, think on me v1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purge away my sin;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earth-born passions set me free,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make me pure within.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Lord Jesus, think on me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Lord Jesus,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purge away my sin;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earth-born passions set me free,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make me pure within.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6</a:t>
            </a: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Lord Jesus,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care and woe oppressed,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let me Thy loving servant be,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taste Thy promised rest.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6</a:t>
            </a:r>
          </a:p>
        </p:txBody>
      </p:sp>
    </p:spTree>
    <p:extLst>
      <p:ext uri="{BB962C8B-B14F-4D97-AF65-F5344CB8AC3E}">
        <p14:creationId xmlns:p14="http://schemas.microsoft.com/office/powerpoint/2010/main" val="3272556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Lord Jesus,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Amid the battle’s strife;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all my pain and misery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 Thou my health and life.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6</a:t>
            </a:r>
          </a:p>
        </p:txBody>
      </p:sp>
    </p:spTree>
    <p:extLst>
      <p:ext uri="{BB962C8B-B14F-4D97-AF65-F5344CB8AC3E}">
        <p14:creationId xmlns:p14="http://schemas.microsoft.com/office/powerpoint/2010/main" val="4055310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Lord Jesus,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nor let me go astray;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through darkness and perplexity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point Thou the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heav'nly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way.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6</a:t>
            </a:r>
          </a:p>
        </p:txBody>
      </p:sp>
    </p:spTree>
    <p:extLst>
      <p:ext uri="{BB962C8B-B14F-4D97-AF65-F5344CB8AC3E}">
        <p14:creationId xmlns:p14="http://schemas.microsoft.com/office/powerpoint/2010/main" val="1586866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Lord Jesus,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flows the tempest high;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on doth rush the enemy,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Savior, be thou nigh.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5 of 6</a:t>
            </a:r>
          </a:p>
        </p:txBody>
      </p:sp>
    </p:spTree>
    <p:extLst>
      <p:ext uri="{BB962C8B-B14F-4D97-AF65-F5344CB8AC3E}">
        <p14:creationId xmlns:p14="http://schemas.microsoft.com/office/powerpoint/2010/main" val="3830204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>
                <a:solidFill>
                  <a:prstClr val="white"/>
                </a:solidFill>
                <a:latin typeface="Segoe UI"/>
                <a:cs typeface="Segoe UI"/>
              </a:rPr>
            </a:b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Lord Jesus, think on me</a:t>
            </a:r>
          </a:p>
          <a:p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 Jesus, think on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that, when the flood is past,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may th'eternal brightness see,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share thy joy at last.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6 of 6</a:t>
            </a:r>
          </a:p>
        </p:txBody>
      </p:sp>
    </p:spTree>
    <p:extLst>
      <p:ext uri="{BB962C8B-B14F-4D97-AF65-F5344CB8AC3E}">
        <p14:creationId xmlns:p14="http://schemas.microsoft.com/office/powerpoint/2010/main" val="2414535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My God and is Thy table spread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My God and is Thy table spread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713099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God, and is thy table spread,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doth thy cup with love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o'erflow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Thither be all thy children led,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let them all thy sweetness know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My God and is Thy table spread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B014BA-89B5-1713-D37E-23185CCEC9B4}"/>
              </a:ext>
            </a:extLst>
          </p:cNvPr>
          <p:cNvSpPr/>
          <p:nvPr/>
        </p:nvSpPr>
        <p:spPr>
          <a:xfrm>
            <a:off x="1452282" y="713099"/>
            <a:ext cx="6402918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Hail, sacred feast which Jesus makes,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rich banquet of his flesh and blood!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Thrice happy he who here partakes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sacred stream, that heavenly food.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71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My God and is Thy table spread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D627FA-F7F2-C82D-BD47-2BDE280ED840}"/>
              </a:ext>
            </a:extLst>
          </p:cNvPr>
          <p:cNvSpPr/>
          <p:nvPr/>
        </p:nvSpPr>
        <p:spPr>
          <a:xfrm>
            <a:off x="1452282" y="713099"/>
            <a:ext cx="6345318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Why are its bounties all in vain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before unwilling hearts displayed?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Was not for them the Victim slain?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they forbid the children's bread?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731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My God and is Thy table spread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D627FA-F7F2-C82D-BD47-2BDE280ED840}"/>
              </a:ext>
            </a:extLst>
          </p:cNvPr>
          <p:cNvSpPr/>
          <p:nvPr/>
        </p:nvSpPr>
        <p:spPr>
          <a:xfrm>
            <a:off x="1452282" y="713099"/>
            <a:ext cx="6460518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let thy table honoured be,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furnished well with joyful guests;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may each soul salvation see,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here its sacred pledges tastes.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91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79797" y="1104681"/>
            <a:ext cx="678440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Lord, speak to me that I may speak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living echoes of Thy tone.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As Thou has sought, so let me seek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Thine erring children lost and lone.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B7C892-A42F-817F-E3DA-BDB478480DD9}"/>
              </a:ext>
            </a:extLst>
          </p:cNvPr>
          <p:cNvSpPr/>
          <p:nvPr/>
        </p:nvSpPr>
        <p:spPr>
          <a:xfrm>
            <a:off x="1179797" y="1104681"/>
            <a:ext cx="678440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lead me, Lord, that I may lead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wandering and the wavering feet.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feed me, Lord, that I may feed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hungering ones with manna sweet.</a:t>
            </a:r>
          </a:p>
        </p:txBody>
      </p:sp>
    </p:spTree>
    <p:extLst>
      <p:ext uri="{BB962C8B-B14F-4D97-AF65-F5344CB8AC3E}">
        <p14:creationId xmlns:p14="http://schemas.microsoft.com/office/powerpoint/2010/main" val="4138206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79797" y="1104681"/>
            <a:ext cx="678440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strengthen me, that while I stand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Firm on the rock, and strong in Thee.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may stretch out a loving hand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wrestlers with the troubled sea.</a:t>
            </a:r>
          </a:p>
        </p:txBody>
      </p:sp>
    </p:spTree>
    <p:extLst>
      <p:ext uri="{BB962C8B-B14F-4D97-AF65-F5344CB8AC3E}">
        <p14:creationId xmlns:p14="http://schemas.microsoft.com/office/powerpoint/2010/main" val="844923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DAA44-47E4-EF3B-CCC5-AF5231BE6477}"/>
              </a:ext>
            </a:extLst>
          </p:cNvPr>
          <p:cNvSpPr/>
          <p:nvPr/>
        </p:nvSpPr>
        <p:spPr>
          <a:xfrm>
            <a:off x="1179797" y="1104681"/>
            <a:ext cx="6784406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teach me, Lord, that I may teach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precious things Thou dost impart.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wing my words, that they may reach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hidden depths of many a heart.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962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5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DAA44-47E4-EF3B-CCC5-AF5231BE6477}"/>
              </a:ext>
            </a:extLst>
          </p:cNvPr>
          <p:cNvSpPr/>
          <p:nvPr/>
        </p:nvSpPr>
        <p:spPr>
          <a:xfrm>
            <a:off x="1179797" y="1104681"/>
            <a:ext cx="6784406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give Thine own sweet rest to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I may speak with soothing power.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 word in season, as from Thee,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weary ones in needful hour.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098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6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DAA44-47E4-EF3B-CCC5-AF5231BE6477}"/>
              </a:ext>
            </a:extLst>
          </p:cNvPr>
          <p:cNvSpPr/>
          <p:nvPr/>
        </p:nvSpPr>
        <p:spPr>
          <a:xfrm>
            <a:off x="1179797" y="1104681"/>
            <a:ext cx="678440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fill me with Thy fullness, Lord,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Until my very heart overflow.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kindling thought and glowing word,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love to tell, Thy praise to show.</a:t>
            </a:r>
          </a:p>
        </p:txBody>
      </p:sp>
    </p:spTree>
    <p:extLst>
      <p:ext uri="{BB962C8B-B14F-4D97-AF65-F5344CB8AC3E}">
        <p14:creationId xmlns:p14="http://schemas.microsoft.com/office/powerpoint/2010/main" val="18633342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Lord Speak to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7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DAA44-47E4-EF3B-CCC5-AF5231BE6477}"/>
              </a:ext>
            </a:extLst>
          </p:cNvPr>
          <p:cNvSpPr/>
          <p:nvPr/>
        </p:nvSpPr>
        <p:spPr>
          <a:xfrm>
            <a:off x="1179797" y="1104681"/>
            <a:ext cx="678440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use me, Lord, use even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Just as Thou wilt, and when, and where.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Until Thy blessed face I see,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rest, Thy joy, Thy glory share.</a:t>
            </a:r>
          </a:p>
        </p:txBody>
      </p:sp>
    </p:spTree>
    <p:extLst>
      <p:ext uri="{BB962C8B-B14F-4D97-AF65-F5344CB8AC3E}">
        <p14:creationId xmlns:p14="http://schemas.microsoft.com/office/powerpoint/2010/main" val="8140174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Happy the home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Happy the home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077015" y="713099"/>
            <a:ext cx="698996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Happy our home when God is there,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Binding our hearts in love,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Blessing each day with moments shared,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Drawing our thoughts above.</a:t>
            </a: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Happy the home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B959C-3299-8D10-7D1E-941AC8436CF9}"/>
              </a:ext>
            </a:extLst>
          </p:cNvPr>
          <p:cNvSpPr/>
          <p:nvPr/>
        </p:nvSpPr>
        <p:spPr>
          <a:xfrm>
            <a:off x="1077015" y="713099"/>
            <a:ext cx="698996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Happy our home when daily prayer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Bears every daily need;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parents share God's Holy Word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daily let Him lead.</a:t>
            </a:r>
          </a:p>
        </p:txBody>
      </p:sp>
    </p:spTree>
    <p:extLst>
      <p:ext uri="{BB962C8B-B14F-4D97-AF65-F5344CB8AC3E}">
        <p14:creationId xmlns:p14="http://schemas.microsoft.com/office/powerpoint/2010/main" val="454178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Happy the home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C2BB9F-27CB-8A15-9E3C-C7AEA4557683}"/>
              </a:ext>
            </a:extLst>
          </p:cNvPr>
          <p:cNvSpPr/>
          <p:nvPr/>
        </p:nvSpPr>
        <p:spPr>
          <a:xfrm>
            <a:off x="1077015" y="713099"/>
            <a:ext cx="698996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Happy our home when children praise,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Lifting our Savior's name;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parents speak and show His love,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Faithful each day the same.</a:t>
            </a:r>
          </a:p>
        </p:txBody>
      </p:sp>
    </p:spTree>
    <p:extLst>
      <p:ext uri="{BB962C8B-B14F-4D97-AF65-F5344CB8AC3E}">
        <p14:creationId xmlns:p14="http://schemas.microsoft.com/office/powerpoint/2010/main" val="3496069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Happy the home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C2BB9F-27CB-8A15-9E3C-C7AEA4557683}"/>
              </a:ext>
            </a:extLst>
          </p:cNvPr>
          <p:cNvSpPr/>
          <p:nvPr/>
        </p:nvSpPr>
        <p:spPr>
          <a:xfrm>
            <a:off x="1077015" y="713099"/>
            <a:ext cx="698996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Father of all, our God of Peace,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We look to You alone;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Come with Your precious gift of love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make our house Your home.</a:t>
            </a:r>
          </a:p>
        </p:txBody>
      </p:sp>
    </p:spTree>
    <p:extLst>
      <p:ext uri="{BB962C8B-B14F-4D97-AF65-F5344CB8AC3E}">
        <p14:creationId xmlns:p14="http://schemas.microsoft.com/office/powerpoint/2010/main" val="3989195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Love Divine (18)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Love Divine (18)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Love divine, all loves excelling,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joy of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heav'n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to earth come down,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fix in us Thy humble dwelling;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Thy faithful mercies crown!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Jesus, Thou art all compassion,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pure, unbounded love Thou art;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visit us with Thy salvation;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enter every trembling heart.</a:t>
            </a: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Love Divine (18)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3A730-4098-AC85-0EE2-0C067B8AD882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Breathe, O breathe Thy loving Spirit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into every troubled breast!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all in Thee inherit,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find the promised rest.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Take away our bent to sinning;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Alpha and Omega be;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End of faith, as its beginning,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set our hearts at liberty.</a:t>
            </a:r>
          </a:p>
        </p:txBody>
      </p:sp>
    </p:spTree>
    <p:extLst>
      <p:ext uri="{BB962C8B-B14F-4D97-AF65-F5344CB8AC3E}">
        <p14:creationId xmlns:p14="http://schemas.microsoft.com/office/powerpoint/2010/main" val="3740502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Love Divine (18)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</a:t>
            </a:r>
            <a:r>
              <a:rPr lang="en-US" sz="1400">
                <a:solidFill>
                  <a:prstClr val="black"/>
                </a:solidFill>
                <a:latin typeface="Segoe UI"/>
              </a:rPr>
              <a:t>3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3A730-4098-AC85-0EE2-0C067B8AD882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Come, Almighty to deliver;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all Thy life receive;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suddenly return and never,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nevermore Thy temples leave.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Thee we would be always blessing,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serve Thee as Thy hosts above;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pray, and praise Thee without ceasing,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glory in Thy perfect love.</a:t>
            </a:r>
          </a:p>
        </p:txBody>
      </p:sp>
    </p:spTree>
    <p:extLst>
      <p:ext uri="{BB962C8B-B14F-4D97-AF65-F5344CB8AC3E}">
        <p14:creationId xmlns:p14="http://schemas.microsoft.com/office/powerpoint/2010/main" val="4075595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Love Divine (18)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3A730-4098-AC85-0EE2-0C067B8AD882}"/>
              </a:ext>
            </a:extLst>
          </p:cNvPr>
          <p:cNvSpPr/>
          <p:nvPr/>
        </p:nvSpPr>
        <p:spPr>
          <a:xfrm>
            <a:off x="1349484" y="61369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Finish then, Thy new creation;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pure and spotless let us be;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us see Thy great salvation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perfectly restored in Thee.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Changed from glory into glory,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till in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heav'n</a:t>
            </a: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we take our place,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till we cast our crowns before Thee,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lost in wonder, love, and praise.</a:t>
            </a:r>
          </a:p>
        </p:txBody>
      </p:sp>
    </p:spTree>
    <p:extLst>
      <p:ext uri="{BB962C8B-B14F-4D97-AF65-F5344CB8AC3E}">
        <p14:creationId xmlns:p14="http://schemas.microsoft.com/office/powerpoint/2010/main" val="36706939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- 745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745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814110"/>
            <a:ext cx="888881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upon life's billows you are tempest tossed,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you are discouraged, thinking all is lost,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blessings, name them one by one,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it will surprise you what the Lord hath done.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 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you, what the Lord hath done.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745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814110"/>
            <a:ext cx="888881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Are you ever burdened with a load of care ?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Does the cross seem heavy you are called to bear 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blessings, every doubt will fly,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you will keep singing as the days go by.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Count your blessings, name them one by one;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 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you, what the Lord hath done.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9164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745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814110"/>
            <a:ext cx="888881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you look at others with their lands and gold,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Think that Christ has promised you His wealth untold;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blessings; wealth can never buy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Your reward in heaven, nor your home on high.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Count your blessings, name them one by one;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 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you, what the Lord hath done.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7121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745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814110"/>
            <a:ext cx="888881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So, amid the conflict, whether great or small,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Do not be disheartened, God is over all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blessings, angels will attend,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Help and comfort give you to your journey's end.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Count your blessings, name them one by one;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 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you, what the Lord hath done.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0525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- 506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44856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506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Blest be the tie that binds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Our hearts in Christian love;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fellowship of kindred minds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Is like to that above.</a:t>
            </a:r>
          </a:p>
          <a:p>
            <a:pPr lvl="3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Before our Father's throne</a:t>
            </a:r>
          </a:p>
          <a:p>
            <a:pPr lvl="3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We pour our ardent prayers;</a:t>
            </a:r>
          </a:p>
          <a:p>
            <a:pPr lvl="3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Our fears, our hopes, our aims are ones</a:t>
            </a:r>
          </a:p>
          <a:p>
            <a:pPr lvl="3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Our comforts and our cares.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0290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506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2 of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3A1D8-6A40-34CA-64A9-5B748FB61CC4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We share our mutual woes,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Our mutual burdens bear;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often for each other flows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sympathising tear.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			When we asunder part</a:t>
            </a:r>
          </a:p>
          <a:p>
            <a:pPr lvl="3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It gives us inward pain;</a:t>
            </a:r>
          </a:p>
          <a:p>
            <a:pPr lvl="3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we shall still be joined in heart,</a:t>
            </a:r>
          </a:p>
          <a:p>
            <a:pPr lvl="3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hope to meet again.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0073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46892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</a:rPr>
              <a:t>Njaanum </a:t>
            </a:r>
            <a:r>
              <a:rPr lang="en-US" err="1">
                <a:solidFill>
                  <a:schemeClr val="bg1"/>
                </a:solidFill>
              </a:rPr>
              <a:t>enikulla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SG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Njaanum</a:t>
            </a: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enikkulla</a:t>
            </a: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938671" y="866835"/>
            <a:ext cx="769865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>
                <a:solidFill>
                  <a:srgbClr val="C00000"/>
                </a:solidFill>
              </a:rPr>
              <a:t>Njaanum </a:t>
            </a:r>
            <a:r>
              <a:rPr lang="en-US" sz="2800" i="1" err="1">
                <a:solidFill>
                  <a:srgbClr val="C00000"/>
                </a:solidFill>
              </a:rPr>
              <a:t>enikkulla</a:t>
            </a:r>
            <a:r>
              <a:rPr lang="en-US" sz="2800" i="1">
                <a:solidFill>
                  <a:srgbClr val="C00000"/>
                </a:solidFill>
              </a:rPr>
              <a:t> </a:t>
            </a:r>
            <a:r>
              <a:rPr lang="en-US" sz="2800" i="1" err="1">
                <a:solidFill>
                  <a:srgbClr val="C00000"/>
                </a:solidFill>
              </a:rPr>
              <a:t>sarvasvavum</a:t>
            </a:r>
            <a:endParaRPr lang="en-US" sz="2800" i="1">
              <a:solidFill>
                <a:srgbClr val="C00000"/>
              </a:solidFill>
            </a:endParaRPr>
          </a:p>
          <a:p>
            <a:r>
              <a:rPr lang="en-US" sz="2800" i="1">
                <a:solidFill>
                  <a:srgbClr val="C00000"/>
                </a:solidFill>
              </a:rPr>
              <a:t>Daivathin </a:t>
            </a:r>
            <a:r>
              <a:rPr lang="en-US" sz="2800" i="1" err="1">
                <a:solidFill>
                  <a:srgbClr val="C00000"/>
                </a:solidFill>
              </a:rPr>
              <a:t>daanamennortheedum</a:t>
            </a:r>
            <a:r>
              <a:rPr lang="en-US" sz="2800" i="1">
                <a:solidFill>
                  <a:srgbClr val="C00000"/>
                </a:solidFill>
              </a:rPr>
              <a:t> </a:t>
            </a:r>
            <a:r>
              <a:rPr lang="en-US" sz="2800" i="1" err="1">
                <a:solidFill>
                  <a:srgbClr val="C00000"/>
                </a:solidFill>
              </a:rPr>
              <a:t>njaan</a:t>
            </a:r>
            <a:endParaRPr lang="en-US" sz="2800" i="1">
              <a:solidFill>
                <a:srgbClr val="C00000"/>
              </a:solidFill>
            </a:endParaRPr>
          </a:p>
          <a:p>
            <a:r>
              <a:rPr lang="en-US" sz="2800" i="1">
                <a:solidFill>
                  <a:srgbClr val="C00000"/>
                </a:solidFill>
              </a:rPr>
              <a:t>Njaanum </a:t>
            </a:r>
            <a:r>
              <a:rPr lang="en-US" sz="2800" i="1" err="1">
                <a:solidFill>
                  <a:srgbClr val="C00000"/>
                </a:solidFill>
              </a:rPr>
              <a:t>kudumbavum</a:t>
            </a:r>
            <a:r>
              <a:rPr lang="en-US" sz="2800" i="1">
                <a:solidFill>
                  <a:srgbClr val="C00000"/>
                </a:solidFill>
              </a:rPr>
              <a:t> </a:t>
            </a:r>
            <a:r>
              <a:rPr lang="en-US" sz="2800" i="1" err="1">
                <a:solidFill>
                  <a:srgbClr val="C00000"/>
                </a:solidFill>
              </a:rPr>
              <a:t>sevicheedum</a:t>
            </a:r>
            <a:endParaRPr lang="en-US" sz="2800" i="1">
              <a:solidFill>
                <a:srgbClr val="C00000"/>
              </a:solidFill>
            </a:endParaRPr>
          </a:p>
          <a:p>
            <a:r>
              <a:rPr lang="en-US" sz="2800" i="1" err="1">
                <a:solidFill>
                  <a:srgbClr val="C00000"/>
                </a:solidFill>
              </a:rPr>
              <a:t>Yaahenna</a:t>
            </a:r>
            <a:r>
              <a:rPr lang="en-US" sz="2800" i="1">
                <a:solidFill>
                  <a:srgbClr val="C00000"/>
                </a:solidFill>
              </a:rPr>
              <a:t> </a:t>
            </a:r>
            <a:r>
              <a:rPr lang="en-US" sz="2800" i="1" err="1">
                <a:solidFill>
                  <a:srgbClr val="C00000"/>
                </a:solidFill>
              </a:rPr>
              <a:t>daivathe</a:t>
            </a:r>
            <a:r>
              <a:rPr lang="en-US" sz="2800" i="1">
                <a:solidFill>
                  <a:srgbClr val="C00000"/>
                </a:solidFill>
              </a:rPr>
              <a:t> </a:t>
            </a:r>
            <a:r>
              <a:rPr lang="en-US" sz="2800" i="1" err="1">
                <a:solidFill>
                  <a:srgbClr val="C00000"/>
                </a:solidFill>
              </a:rPr>
              <a:t>innumennum</a:t>
            </a:r>
            <a:endParaRPr lang="en-US" sz="2800" i="1">
              <a:solidFill>
                <a:srgbClr val="C00000"/>
              </a:solidFill>
            </a:endParaRPr>
          </a:p>
          <a:p>
            <a:pPr lvl="2"/>
            <a:r>
              <a:rPr lang="en-US" sz="2800"/>
              <a:t>En </a:t>
            </a:r>
            <a:r>
              <a:rPr lang="en-US" sz="2800" err="1"/>
              <a:t>geham</a:t>
            </a:r>
            <a:r>
              <a:rPr lang="en-US" sz="2800"/>
              <a:t> daivathin vaasa sthalam</a:t>
            </a:r>
          </a:p>
          <a:p>
            <a:pPr lvl="2"/>
            <a:r>
              <a:rPr lang="en-US" sz="2800"/>
              <a:t>Aaraadhichidumaa dhanyanaamam</a:t>
            </a:r>
          </a:p>
          <a:p>
            <a:pPr lvl="2"/>
            <a:r>
              <a:rPr lang="en-US" sz="2800"/>
              <a:t>Arppichidum </a:t>
            </a:r>
            <a:r>
              <a:rPr lang="en-US" sz="2800" err="1"/>
              <a:t>en</a:t>
            </a:r>
            <a:r>
              <a:rPr lang="en-US" sz="2800"/>
              <a:t> samasthavum Sthothrathin yaagangalaal   (</a:t>
            </a:r>
            <a:r>
              <a:rPr lang="en-US" sz="2800" i="1"/>
              <a:t>Njaanum</a:t>
            </a:r>
            <a:r>
              <a:rPr lang="en-US" sz="280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63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Now thank we all our God</vt:lpstr>
      <vt:lpstr>Now thank we all our God</vt:lpstr>
      <vt:lpstr>Now thank we all our God</vt:lpstr>
      <vt:lpstr>PowerPoint Presentation</vt:lpstr>
      <vt:lpstr>PowerPoint Presentation</vt:lpstr>
      <vt:lpstr>Thanksgiving</vt:lpstr>
      <vt:lpstr>PowerPoint Presentation</vt:lpstr>
      <vt:lpstr>PowerPoint Presentation</vt:lpstr>
      <vt:lpstr>Offertory – O give us homes</vt:lpstr>
      <vt:lpstr>Offertory – O give us homes</vt:lpstr>
      <vt:lpstr>Offertory – O give us homes</vt:lpstr>
      <vt:lpstr>Offertory – O give us homes</vt:lpstr>
      <vt:lpstr>PowerPoint Presentation</vt:lpstr>
      <vt:lpstr>PowerPoint Presentation</vt:lpstr>
      <vt:lpstr>PowerPoint Presentation</vt:lpstr>
      <vt:lpstr>Confession – Lord Jesus, think on me v1</vt:lpstr>
      <vt:lpstr>PowerPoint Presentation</vt:lpstr>
      <vt:lpstr>Holy Communion – Lord Jesus, think on me</vt:lpstr>
      <vt:lpstr>Holy Communion – Lord Jesus, think on me</vt:lpstr>
      <vt:lpstr>Holy Communion – Lord Jesus, think on me</vt:lpstr>
      <vt:lpstr>Holy Communion – Lord Jesus, think on me</vt:lpstr>
      <vt:lpstr>Holy Communion – Lord Jesus, think on me</vt:lpstr>
      <vt:lpstr>Holy Communion – Lord Jesus, think on me</vt:lpstr>
      <vt:lpstr> Holy Communion – Lord Jesus, think on me </vt:lpstr>
      <vt:lpstr>Holy Communion – My God and is Thy table spread</vt:lpstr>
      <vt:lpstr>Holy Communion – My God and is Thy table spread</vt:lpstr>
      <vt:lpstr>Holy Communion – My God and is Thy table spread</vt:lpstr>
      <vt:lpstr>Holy Communion – My God and is Thy table spread</vt:lpstr>
      <vt:lpstr>Holy Communion – My God and is Thy table spread</vt:lpstr>
      <vt:lpstr>Holy Communion – Lord Speak to me</vt:lpstr>
      <vt:lpstr>Holy Communion – Lord Speak to me</vt:lpstr>
      <vt:lpstr>Holy Communion – Lord Speak to me</vt:lpstr>
      <vt:lpstr>Holy Communion – Lord Speak to me</vt:lpstr>
      <vt:lpstr>Holy Communion – Lord Speak to me</vt:lpstr>
      <vt:lpstr>Holy Communion – Lord Speak to me</vt:lpstr>
      <vt:lpstr>Holy Communion – Lord Speak to me</vt:lpstr>
      <vt:lpstr>Holy Communion – Lord Speak to me</vt:lpstr>
      <vt:lpstr>Holy Communion – Happy the home</vt:lpstr>
      <vt:lpstr>Holy Communion – Happy the home</vt:lpstr>
      <vt:lpstr>Holy Communion – Happy the home</vt:lpstr>
      <vt:lpstr>Holy Communion – Happy the home</vt:lpstr>
      <vt:lpstr>Holy Communion – Happy the home</vt:lpstr>
      <vt:lpstr>Holy Communion – Love Divine (18)</vt:lpstr>
      <vt:lpstr>Holy Communion – Love Divine (18)</vt:lpstr>
      <vt:lpstr>Holy Communion – Love Divine (18)</vt:lpstr>
      <vt:lpstr>Holy Communion – Love Divine (18)</vt:lpstr>
      <vt:lpstr>Holy Communion – Love Divine (18)</vt:lpstr>
      <vt:lpstr>Holy Communion - 745</vt:lpstr>
      <vt:lpstr>Holy Communion – 745</vt:lpstr>
      <vt:lpstr>Holy Communion – 745</vt:lpstr>
      <vt:lpstr>Holy Communion – 745</vt:lpstr>
      <vt:lpstr>Holy Communion – 745</vt:lpstr>
      <vt:lpstr>Holy Communion - 506</vt:lpstr>
      <vt:lpstr>Holy Communion – 506</vt:lpstr>
      <vt:lpstr>Holy Communion – 506</vt:lpstr>
      <vt:lpstr>Holy Communion</vt:lpstr>
      <vt:lpstr>PowerPoint Presentation</vt:lpstr>
      <vt:lpstr>PowerPoint Presentation</vt:lpstr>
      <vt:lpstr>PowerPoint Presentation</vt:lpstr>
      <vt:lpstr>Closing Hymn – Njaanum enikkulla 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2024-10-25T06:06:25Z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