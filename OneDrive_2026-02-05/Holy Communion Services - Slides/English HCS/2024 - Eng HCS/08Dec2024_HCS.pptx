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9"/>
  </p:notesMasterIdLst>
  <p:sldIdLst>
    <p:sldId id="811" r:id="rId7"/>
    <p:sldId id="813" r:id="rId8"/>
    <p:sldId id="859" r:id="rId9"/>
    <p:sldId id="1390" r:id="rId10"/>
    <p:sldId id="1391" r:id="rId11"/>
    <p:sldId id="1298" r:id="rId12"/>
    <p:sldId id="821" r:id="rId13"/>
    <p:sldId id="851" r:id="rId14"/>
    <p:sldId id="1320" r:id="rId15"/>
    <p:sldId id="1318" r:id="rId16"/>
    <p:sldId id="822" r:id="rId17"/>
    <p:sldId id="1392" r:id="rId18"/>
    <p:sldId id="1393" r:id="rId19"/>
    <p:sldId id="1394" r:id="rId20"/>
    <p:sldId id="1324" r:id="rId21"/>
    <p:sldId id="823" r:id="rId22"/>
    <p:sldId id="824" r:id="rId23"/>
    <p:sldId id="1277" r:id="rId24"/>
    <p:sldId id="825" r:id="rId25"/>
    <p:sldId id="1388" r:id="rId26"/>
    <p:sldId id="1389" r:id="rId27"/>
    <p:sldId id="1396" r:id="rId28"/>
    <p:sldId id="1397" r:id="rId29"/>
    <p:sldId id="1398" r:id="rId30"/>
    <p:sldId id="1399" r:id="rId31"/>
    <p:sldId id="1400" r:id="rId32"/>
    <p:sldId id="1401" r:id="rId33"/>
    <p:sldId id="1403" r:id="rId34"/>
    <p:sldId id="1395" r:id="rId35"/>
    <p:sldId id="1404" r:id="rId36"/>
    <p:sldId id="1405" r:id="rId37"/>
    <p:sldId id="1406" r:id="rId38"/>
    <p:sldId id="1627" r:id="rId39"/>
    <p:sldId id="1628" r:id="rId40"/>
    <p:sldId id="1629" r:id="rId41"/>
    <p:sldId id="1630" r:id="rId42"/>
    <p:sldId id="1631" r:id="rId43"/>
    <p:sldId id="1640" r:id="rId44"/>
    <p:sldId id="1641" r:id="rId45"/>
    <p:sldId id="1633" r:id="rId46"/>
    <p:sldId id="1634" r:id="rId47"/>
    <p:sldId id="1637" r:id="rId48"/>
    <p:sldId id="1635" r:id="rId49"/>
    <p:sldId id="1638" r:id="rId50"/>
    <p:sldId id="1636" r:id="rId51"/>
    <p:sldId id="1639" r:id="rId52"/>
    <p:sldId id="949" r:id="rId53"/>
    <p:sldId id="1259" r:id="rId54"/>
    <p:sldId id="820" r:id="rId55"/>
    <p:sldId id="1201" r:id="rId56"/>
    <p:sldId id="858" r:id="rId57"/>
    <p:sldId id="829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4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68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commentAuthors" Target="commentAuthors.xml"/><Relationship Id="rId65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06/12/2024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XX Month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it-IT" dirty="0">
                <a:solidFill>
                  <a:schemeClr val="bg1"/>
                </a:solidFill>
              </a:rPr>
              <a:t>O come, O come, Emmanuel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O come, O come, Emmanuel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 come, O come, Emmanuel,</a:t>
            </a:r>
          </a:p>
          <a:p>
            <a:pPr algn="ctr"/>
            <a:r>
              <a:rPr lang="en-US" sz="2800" dirty="0"/>
              <a:t>And ransom captive Israel,</a:t>
            </a:r>
          </a:p>
          <a:p>
            <a:pPr algn="ctr"/>
            <a:r>
              <a:rPr lang="en-US" sz="2800" dirty="0"/>
              <a:t>That mourns in lonely exile here</a:t>
            </a:r>
          </a:p>
          <a:p>
            <a:pPr algn="ctr"/>
            <a:r>
              <a:rPr lang="en-US" sz="2800" dirty="0"/>
              <a:t>Until the Son of God appear.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Rejoice! Rejoice! Emmanuel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Shall come to thee, O Israel 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570D-D769-E7B9-1A46-188FF824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7923-B590-5E9E-A484-DAF1348F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O come, O come, Emmanuel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F7E1599-D156-ED5C-A46A-A62F52421E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26593-387E-DADA-0978-1DE9E9329AF7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 come, Thou Wisdom from on high,</a:t>
            </a:r>
          </a:p>
          <a:p>
            <a:pPr algn="ctr"/>
            <a:r>
              <a:rPr lang="en-US" sz="2800" dirty="0"/>
              <a:t>And order all things, far and nigh;</a:t>
            </a:r>
          </a:p>
          <a:p>
            <a:pPr algn="ctr"/>
            <a:r>
              <a:rPr lang="en-US" sz="2800" dirty="0"/>
              <a:t>To us the path of knowledge show,</a:t>
            </a:r>
          </a:p>
          <a:p>
            <a:pPr algn="ctr"/>
            <a:r>
              <a:rPr lang="en-US" sz="2800" dirty="0"/>
              <a:t>And cause us in her ways to go.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Rejoice! Rejoice! Emmanuel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Shall come to thee, O Israel 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F0ED9-0E53-87A9-0688-65E98ED4974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214199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F388-7E69-CDB4-3FE0-6D99CDED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1C22-8F6C-E6C6-E007-9AABD8C0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O come, O come, Emmanuel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59990A7-13C0-C781-0BA4-77765D953F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9A9A-D4D9-EC07-80E8-6F205E39AD2E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 come, Desire of nations, bind</a:t>
            </a:r>
          </a:p>
          <a:p>
            <a:pPr algn="ctr"/>
            <a:r>
              <a:rPr lang="en-US" sz="2800" dirty="0"/>
              <a:t>All peoples in one heart and mind;</a:t>
            </a:r>
          </a:p>
          <a:p>
            <a:pPr algn="ctr"/>
            <a:r>
              <a:rPr lang="en-US" sz="2800" dirty="0"/>
              <a:t>Bid envy, strife, and quarrels cease,</a:t>
            </a:r>
          </a:p>
          <a:p>
            <a:pPr algn="ctr"/>
            <a:r>
              <a:rPr lang="en-US" sz="2800" dirty="0"/>
              <a:t>Fill the whole world with heaven’s peace..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Rejoice! Rejoice! Emmanuel</a:t>
            </a:r>
          </a:p>
          <a:p>
            <a:pPr algn="ctr"/>
            <a:r>
              <a:rPr lang="en-US" sz="2800" i="1" dirty="0">
                <a:solidFill>
                  <a:srgbClr val="800000"/>
                </a:solidFill>
              </a:rPr>
              <a:t>Shall come to thee, O Israel 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88AEB-41EB-E4AE-9C7C-F9526F4FE7F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3</a:t>
            </a:r>
          </a:p>
        </p:txBody>
      </p:sp>
    </p:spTree>
    <p:extLst>
      <p:ext uri="{BB962C8B-B14F-4D97-AF65-F5344CB8AC3E}">
        <p14:creationId xmlns:p14="http://schemas.microsoft.com/office/powerpoint/2010/main" val="83738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 No: 615 only chorus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– Song No. </a:t>
            </a:r>
            <a:r>
              <a:rPr lang="en-GB" dirty="0">
                <a:solidFill>
                  <a:schemeClr val="bg1"/>
                </a:solidFill>
              </a:rPr>
              <a:t>615 only chorus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75503" y="1663809"/>
            <a:ext cx="67929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Moment by moment I'm kept in His love;</a:t>
            </a:r>
          </a:p>
          <a:p>
            <a:pPr algn="ctr"/>
            <a:r>
              <a:rPr lang="en-US" sz="2800" dirty="0"/>
              <a:t>Moment by moment I've life from above;</a:t>
            </a:r>
          </a:p>
          <a:p>
            <a:pPr algn="ctr"/>
            <a:r>
              <a:rPr lang="en-US" sz="2800" dirty="0"/>
              <a:t>Looking to Jesus till glory doth shine;</a:t>
            </a:r>
          </a:p>
          <a:p>
            <a:pPr algn="ctr"/>
            <a:r>
              <a:rPr lang="en-US" sz="2800" dirty="0"/>
              <a:t>Moment by moment, O Lord, I am Thine.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</a:rPr>
              <a:t>Hark ,the glad sound!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Hark ,the glad sound!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84411" y="1448365"/>
            <a:ext cx="55259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Hark, the glad sound! </a:t>
            </a:r>
          </a:p>
          <a:p>
            <a:r>
              <a:rPr lang="en-US" sz="2800" dirty="0"/>
              <a:t>The Savior comes,</a:t>
            </a:r>
          </a:p>
          <a:p>
            <a:r>
              <a:rPr lang="en-US" sz="2800" dirty="0"/>
              <a:t>The Savior promised long!</a:t>
            </a:r>
          </a:p>
          <a:p>
            <a:r>
              <a:rPr lang="en-US" sz="2800" dirty="0"/>
              <a:t>Let </a:t>
            </a:r>
            <a:r>
              <a:rPr lang="en-US" sz="2800" dirty="0" err="1"/>
              <a:t>ev'ry</a:t>
            </a:r>
            <a:r>
              <a:rPr lang="en-US" sz="2800" dirty="0"/>
              <a:t> heart prepare a throne,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ev'ry</a:t>
            </a:r>
            <a:r>
              <a:rPr lang="en-US" sz="2800" dirty="0"/>
              <a:t> voice a song.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4B81-09F8-C576-6067-2F9AD2DA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4CB0-995A-0CFF-4773-27844D69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Hark ,the glad sound!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FA6EE-463B-E6BA-5E8B-401C5F278EBF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87BEE-B715-2A78-7038-0FF5261921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E3EF9-67B8-5FA9-1C1B-79311E4D275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3D42A-E59F-EB13-E9EB-FF5E531F9E32}"/>
              </a:ext>
            </a:extLst>
          </p:cNvPr>
          <p:cNvSpPr txBox="1"/>
          <p:nvPr/>
        </p:nvSpPr>
        <p:spPr>
          <a:xfrm>
            <a:off x="92764" y="1448365"/>
            <a:ext cx="55259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He comes the </a:t>
            </a:r>
            <a:r>
              <a:rPr lang="en-US" sz="2800" dirty="0" err="1"/>
              <a:t>pris'ners</a:t>
            </a:r>
            <a:r>
              <a:rPr lang="en-US" sz="2800" dirty="0"/>
              <a:t> to release,</a:t>
            </a:r>
          </a:p>
          <a:p>
            <a:r>
              <a:rPr lang="en-US" sz="2800" dirty="0"/>
              <a:t>In Satan's bondage held;</a:t>
            </a:r>
          </a:p>
          <a:p>
            <a:r>
              <a:rPr lang="en-US" sz="2800" dirty="0"/>
              <a:t>The gates of brass before him burst,</a:t>
            </a:r>
          </a:p>
          <a:p>
            <a:r>
              <a:rPr lang="en-US" sz="2800" dirty="0"/>
              <a:t>The iron fetters yield.</a:t>
            </a:r>
          </a:p>
        </p:txBody>
      </p:sp>
    </p:spTree>
    <p:extLst>
      <p:ext uri="{BB962C8B-B14F-4D97-AF65-F5344CB8AC3E}">
        <p14:creationId xmlns:p14="http://schemas.microsoft.com/office/powerpoint/2010/main" val="14797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7FE7-FE69-FCF9-7674-B99B78D0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D5B2-19F0-AAC7-37CA-C019BBF7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Hark ,the glad sound!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804E06-FB32-EDFE-957A-1C72E3C00FFD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587504-F7EE-B7CA-5613-C238FA2803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D9E22-6A97-7853-DA7A-57399D8F08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44382-30B3-4C39-516A-7F85E329F1C6}"/>
              </a:ext>
            </a:extLst>
          </p:cNvPr>
          <p:cNvSpPr txBox="1"/>
          <p:nvPr/>
        </p:nvSpPr>
        <p:spPr>
          <a:xfrm>
            <a:off x="92764" y="1448365"/>
            <a:ext cx="55259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He comes the broken heart to bind,</a:t>
            </a:r>
          </a:p>
          <a:p>
            <a:r>
              <a:rPr lang="en-US" sz="2800" dirty="0"/>
              <a:t>The bleeding soul to cure,</a:t>
            </a:r>
          </a:p>
          <a:p>
            <a:r>
              <a:rPr lang="en-US" sz="2800" dirty="0"/>
              <a:t>And with the treasures of his grace,</a:t>
            </a:r>
          </a:p>
          <a:p>
            <a:r>
              <a:rPr lang="en-US" sz="2800" dirty="0"/>
              <a:t>To enrich the humble poor.</a:t>
            </a:r>
          </a:p>
        </p:txBody>
      </p:sp>
    </p:spTree>
    <p:extLst>
      <p:ext uri="{BB962C8B-B14F-4D97-AF65-F5344CB8AC3E}">
        <p14:creationId xmlns:p14="http://schemas.microsoft.com/office/powerpoint/2010/main" val="1311722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3037-9EB6-6979-16ED-1D6B0900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1B7C-F6B5-B584-92E2-9BBA159E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Hark ,the glad sound!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B2FA01-FA6B-369D-5444-BBA4C17E7125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9FECE-A7B1-477A-401C-20139B3290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2012CD-4014-56DF-9526-638D8F9CAD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EA2CD-5F69-C61A-2E9D-DDCDD8053EBD}"/>
              </a:ext>
            </a:extLst>
          </p:cNvPr>
          <p:cNvSpPr txBox="1"/>
          <p:nvPr/>
        </p:nvSpPr>
        <p:spPr>
          <a:xfrm>
            <a:off x="92764" y="1448365"/>
            <a:ext cx="55259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Our glad hosannas, Prince of Peace,</a:t>
            </a:r>
          </a:p>
          <a:p>
            <a:r>
              <a:rPr lang="en-US" sz="2800" dirty="0"/>
              <a:t>Your welcome shall proclaim;</a:t>
            </a:r>
          </a:p>
          <a:p>
            <a:r>
              <a:rPr lang="en-US" sz="2800" dirty="0"/>
              <a:t>And Heaven’s eternal arches ring</a:t>
            </a:r>
          </a:p>
          <a:p>
            <a:r>
              <a:rPr lang="en-US" sz="2800" dirty="0"/>
              <a:t>With your beloved name.</a:t>
            </a:r>
          </a:p>
        </p:txBody>
      </p:sp>
    </p:spTree>
    <p:extLst>
      <p:ext uri="{BB962C8B-B14F-4D97-AF65-F5344CB8AC3E}">
        <p14:creationId xmlns:p14="http://schemas.microsoft.com/office/powerpoint/2010/main" val="4206418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Song No. 488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963157"/>
            <a:ext cx="6239435" cy="364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Pass me not, O gentle </a:t>
            </a:r>
            <a:r>
              <a:rPr lang="en-US" sz="2800" dirty="0" err="1"/>
              <a:t>Saviour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Hear my humble cry;</a:t>
            </a:r>
          </a:p>
          <a:p>
            <a:pPr algn="ctr"/>
            <a:r>
              <a:rPr lang="en-US" sz="2800" dirty="0"/>
              <a:t>While on others Thou art calling,</a:t>
            </a:r>
          </a:p>
          <a:p>
            <a:pPr algn="ctr"/>
            <a:r>
              <a:rPr lang="en-US" sz="2800" dirty="0"/>
              <a:t>Do not pass me by.</a:t>
            </a:r>
          </a:p>
          <a:p>
            <a:pPr algn="ctr"/>
            <a:endParaRPr lang="en-US" sz="2800" dirty="0"/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hear my humble cry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while others Thou art calling,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not pass me by.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Let all mortal flesh keep silence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Let all mortal flesh keep silence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1104681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 all mortal flesh keep silence,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fear and trembling stand;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ponder nothing earthly minded,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for, with blessing in His hand,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Christ our God to earth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descendeth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our full homage to demand.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5C7-158A-EC5C-0FAF-08B71822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7B55-A9D6-6D1F-58A1-7BDCF7E8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Let all mortal flesh keep silence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F233-14D6-551A-4D37-37A7C1977B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A2ABA-A43B-2720-C856-437208C4297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D8A36-5F3F-F0FF-7A59-09246042A17B}"/>
              </a:ext>
            </a:extLst>
          </p:cNvPr>
          <p:cNvSpPr/>
          <p:nvPr/>
        </p:nvSpPr>
        <p:spPr>
          <a:xfrm>
            <a:off x="1452282" y="1104681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King of kings, yet born of Mary,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of old on earth He stood,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Lord of lords, in human vesture,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body and the blood.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will give to all the faithful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His own self for heavenly food.</a:t>
            </a:r>
          </a:p>
        </p:txBody>
      </p:sp>
    </p:spTree>
    <p:extLst>
      <p:ext uri="{BB962C8B-B14F-4D97-AF65-F5344CB8AC3E}">
        <p14:creationId xmlns:p14="http://schemas.microsoft.com/office/powerpoint/2010/main" val="3261141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414CD-7A78-B7D8-7B49-C8D6BD61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D5E4-CC3C-5374-0938-2D43800A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Let all mortal flesh keep silence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DD250-7599-AFA6-BDD4-1C0D62A0C1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DBA00-7797-3A95-D27F-07649FFEC82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6D64E-370C-7E3E-676F-483B3AE54AE8}"/>
              </a:ext>
            </a:extLst>
          </p:cNvPr>
          <p:cNvSpPr/>
          <p:nvPr/>
        </p:nvSpPr>
        <p:spPr>
          <a:xfrm>
            <a:off x="1452282" y="1104681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Rank on rank the host of heaven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spreads its vanguard on the way,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the Light of light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descendeth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the realms of endless day,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pow'rs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hell may vanish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the darkness clears away.</a:t>
            </a:r>
          </a:p>
        </p:txBody>
      </p:sp>
    </p:spTree>
    <p:extLst>
      <p:ext uri="{BB962C8B-B14F-4D97-AF65-F5344CB8AC3E}">
        <p14:creationId xmlns:p14="http://schemas.microsoft.com/office/powerpoint/2010/main" val="1537774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82CE-0C36-C1A0-0ED9-2932065C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93E3-9838-3D91-5A0D-9C6067C6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Let all mortal flesh keep silence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2E4D6-3022-B78C-583F-8BCA3714859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F17A5-2A0E-38E3-3EB5-802A8F0F6D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80652-AF06-66E6-D092-5456705C0CAE}"/>
              </a:ext>
            </a:extLst>
          </p:cNvPr>
          <p:cNvSpPr/>
          <p:nvPr/>
        </p:nvSpPr>
        <p:spPr>
          <a:xfrm>
            <a:off x="1452282" y="1104681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At His feet the six-winged seraph,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cherubim with sleepless eye,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veil their faces to the Presence,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with ceaseless voice they cry,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“Alleluia, Alleluia,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Alleluia, Lord Most High!”</a:t>
            </a:r>
          </a:p>
        </p:txBody>
      </p:sp>
    </p:spTree>
    <p:extLst>
      <p:ext uri="{BB962C8B-B14F-4D97-AF65-F5344CB8AC3E}">
        <p14:creationId xmlns:p14="http://schemas.microsoft.com/office/powerpoint/2010/main" val="4024717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A8EB-D248-935F-7EBA-6DDA6F3F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BB13-2E79-50B6-54B1-089EAFE2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Come thou long expected Jesus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DEE98-4950-F14E-B68D-5104A6D997B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4261300-DE0A-7D06-371D-FBB2CFA7E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151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62AB0-2044-EF1E-8D1E-551C04DB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2A6B-F129-AD5D-5332-593B2D3B9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Come thou long expected Jesus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4886-2F0A-A3CD-F825-54E0878892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BB4C6-97CF-FDC1-3245-D4A838CC4D2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60606-55D8-89D0-E0D1-3FE87C21404F}"/>
              </a:ext>
            </a:extLst>
          </p:cNvPr>
          <p:cNvSpPr/>
          <p:nvPr/>
        </p:nvSpPr>
        <p:spPr>
          <a:xfrm>
            <a:off x="1452282" y="622498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Come, thou long-expected Jesus,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born to set thy people free;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our fears and sins release 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 us find our rest in thee.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Israel's strength and consolation,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hope of all the earth thou art: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dear desire of every nation,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joy of every longing heart.</a:t>
            </a:r>
          </a:p>
        </p:txBody>
      </p:sp>
    </p:spTree>
    <p:extLst>
      <p:ext uri="{BB962C8B-B14F-4D97-AF65-F5344CB8AC3E}">
        <p14:creationId xmlns:p14="http://schemas.microsoft.com/office/powerpoint/2010/main" val="3497576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6DE4-4D57-400F-AFE2-D9879971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D5BB-5B61-78E6-9BCC-CAC14BCD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Come thou long expected Jesus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57E8D-53EC-3CDA-3395-CA5F9C0202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3A835-06A7-6ACF-78B3-170F6E7EF6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B54CA-A0FF-0955-FC40-E64F944BDD89}"/>
              </a:ext>
            </a:extLst>
          </p:cNvPr>
          <p:cNvSpPr/>
          <p:nvPr/>
        </p:nvSpPr>
        <p:spPr>
          <a:xfrm>
            <a:off x="1452282" y="622498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Born thy people to deliver,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born a child, and yet a king,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born to reign in us for ever,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now thy gracious kingdom bring.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By thine own eternal Spirit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rule in all our hearts alone;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by thine all-sufficient merit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raise us to thy glorious throne.</a:t>
            </a:r>
          </a:p>
        </p:txBody>
      </p:sp>
    </p:spTree>
    <p:extLst>
      <p:ext uri="{BB962C8B-B14F-4D97-AF65-F5344CB8AC3E}">
        <p14:creationId xmlns:p14="http://schemas.microsoft.com/office/powerpoint/2010/main" val="3980060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1812-F21D-E33C-A4D7-7F0D086A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8E73-CB00-736B-FBC0-3A98EC68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Away in a manger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D3238-DC42-B646-9194-C009D9E3C83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0F997F2-24D7-B751-F07E-7EB360F62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225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5E583-41BB-0856-2A47-635C190D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D027-60DF-C919-61C0-D1787C1E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Away in a manger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7939D-7F9A-44E4-D359-761E31358C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A3A0F-619F-2E75-70C4-751D914F77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E13F5-1605-8B61-20F0-ABF84970D1DD}"/>
              </a:ext>
            </a:extLst>
          </p:cNvPr>
          <p:cNvSpPr/>
          <p:nvPr/>
        </p:nvSpPr>
        <p:spPr>
          <a:xfrm>
            <a:off x="1452282" y="88750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Away in a manger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crib for a bed,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little Lord Jesus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Laid down His sweet head.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stars in the sky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Looked down where He lay,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little Lord Jesus,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Asleep on the hay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55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B0C9-5AB7-35A6-BB1E-987F7604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A169-C8BC-66A2-AFB5-357ADF79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Away in a manger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8442-4327-1BEF-58D2-5A59A3EE5D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7A6BA-7712-0FFE-9989-5520A0FCE4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A99EC-4EAE-FD14-5874-07183EC90D03}"/>
              </a:ext>
            </a:extLst>
          </p:cNvPr>
          <p:cNvSpPr/>
          <p:nvPr/>
        </p:nvSpPr>
        <p:spPr>
          <a:xfrm>
            <a:off x="1452282" y="88750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cattle are lowing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Baby awakes,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 little Lord Jesus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crying He makes;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thee, Lord Jesus,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Look down from the sky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stay by my cradle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morning is nigh.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44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6880-B508-9FE0-AFE6-E3850F6D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C830-1078-17F5-A827-B0AD2B58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Away in a manger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7332-7594-EB8F-E576-D6EC9EF54E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C4195-E17D-B783-3216-DC6A9A1F3CB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675D0-BB8D-D2D3-F490-D5CA8885DBAC}"/>
              </a:ext>
            </a:extLst>
          </p:cNvPr>
          <p:cNvSpPr/>
          <p:nvPr/>
        </p:nvSpPr>
        <p:spPr>
          <a:xfrm>
            <a:off x="1452282" y="88750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 near me, Lord Jesus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ask Thee to stay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Close by me forever,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love me, I pray;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Bless all the dear children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Thy tender care,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fit us for heaven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live with Thee there.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69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29C2-45CA-7FD3-5CC3-95B9F59B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7B54-8A8B-785B-196E-680C6C6E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D30B9-1447-0F5C-FCF8-F887415529B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DF700283-612F-64A7-2D5E-3BD3664210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9279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 little town of Bethlehem,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still we see thee lie !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Above thy deep and dreamless sleep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silent stars go by;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Yet in thy dark streets shineth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everlasting Light;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hopes and fears of all the years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Are met in thee to-night!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E9A1A-356A-D73D-920D-0ADB44DB15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1 of 4</a:t>
            </a:r>
          </a:p>
        </p:txBody>
      </p:sp>
    </p:spTree>
    <p:extLst>
      <p:ext uri="{BB962C8B-B14F-4D97-AF65-F5344CB8AC3E}">
        <p14:creationId xmlns:p14="http://schemas.microsoft.com/office/powerpoint/2010/main" val="223128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 Christ is born of Mary;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gathered all above,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While mortals sleep, the angels keep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Their watch of wondering love.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 morning stars, together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Proclaim the holy birth,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praises sing to God the King,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peace to men on earth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E9A1A-356A-D73D-920D-0ADB44DB15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2 of 4</a:t>
            </a:r>
          </a:p>
        </p:txBody>
      </p:sp>
    </p:spTree>
    <p:extLst>
      <p:ext uri="{BB962C8B-B14F-4D97-AF65-F5344CB8AC3E}">
        <p14:creationId xmlns:p14="http://schemas.microsoft.com/office/powerpoint/2010/main" val="4238729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silently, how silently,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wondrous gift is given !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 God imparts to human hearts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blessings of His heaven.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 ear may hear His coming;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But in this world of sin,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Where meek souls will receive Him still,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dear Christ enters in.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E9A1A-356A-D73D-920D-0ADB44DB15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3 of 4</a:t>
            </a:r>
          </a:p>
        </p:txBody>
      </p:sp>
    </p:spTree>
    <p:extLst>
      <p:ext uri="{BB962C8B-B14F-4D97-AF65-F5344CB8AC3E}">
        <p14:creationId xmlns:p14="http://schemas.microsoft.com/office/powerpoint/2010/main" val="3196612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 holy Child of Bethlehem,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Descend to us, we pray;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Cast out our sin and enter in—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 born in us to-day !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hear the holy angels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great glad tidings tell,—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Oh, come to us, abide with us,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Our Lord Emmanuel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E9A1A-356A-D73D-920D-0ADB44DB15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4 of 4</a:t>
            </a:r>
          </a:p>
        </p:txBody>
      </p:sp>
    </p:spTree>
    <p:extLst>
      <p:ext uri="{BB962C8B-B14F-4D97-AF65-F5344CB8AC3E}">
        <p14:creationId xmlns:p14="http://schemas.microsoft.com/office/powerpoint/2010/main" val="314308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435C-6A96-9BB4-AEFB-58399198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0D89-DB13-3F85-ACC1-30593DB7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Break thou the bread of life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0F11-4586-A1B4-491E-BA5BBE3FB8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A59A5D-A67A-67AF-C6C3-1856867BA9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7256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93B48-EB1D-9A32-42F3-949DA900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09B-586C-33F1-0973-3FB8C499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Break thou the bread of life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EA24E52-67E7-F883-FBEF-0EA402F02C4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F6B0E-2BB7-2645-C4C2-52BF8A37739A}"/>
              </a:ext>
            </a:extLst>
          </p:cNvPr>
          <p:cNvSpPr txBox="1"/>
          <p:nvPr/>
        </p:nvSpPr>
        <p:spPr>
          <a:xfrm>
            <a:off x="614082" y="813994"/>
            <a:ext cx="79158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Break Thou the bread of life, dear Lord, to me,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 Thou didst break the loaves beside the sea;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Beyond the sacred page I seek Thee, Lord;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My spirit pants for Thee, O living Word!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Bless Thou the truth, dear Lord, to me, to me,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 Thou didst bless the bread by Galilee;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Then shall all bondage cease, all fetters fall;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I shall find my peace, my all in all.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D3A77-7EEB-83CD-65FB-3359E68BEA7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2</a:t>
            </a:r>
          </a:p>
        </p:txBody>
      </p:sp>
    </p:spTree>
    <p:extLst>
      <p:ext uri="{BB962C8B-B14F-4D97-AF65-F5344CB8AC3E}">
        <p14:creationId xmlns:p14="http://schemas.microsoft.com/office/powerpoint/2010/main" val="3778921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89AC-393D-7F9F-251F-B32EFB7D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9487-F0F6-1510-F8AC-D0639508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Break thou the bread of life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BCD3CE-C43E-81FB-474F-E1F0FA16EE2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97D06-D15C-E9AB-4955-EB0015466EE8}"/>
              </a:ext>
            </a:extLst>
          </p:cNvPr>
          <p:cNvSpPr txBox="1"/>
          <p:nvPr/>
        </p:nvSpPr>
        <p:spPr>
          <a:xfrm>
            <a:off x="614082" y="813994"/>
            <a:ext cx="79158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Thou art the bread of life, O Lord, to me,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Thy holy Word the truth that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saveth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me;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Give me to eat and live with Thee above;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Teach me to love Thy truth, for Thou art love.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Oh, send Thy Spirit, Lord, now unto me,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That He may touch my eyes, and make me see: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Show me the truth concealed within Thy Word,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in Thy Book revealed I see the Lord.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16AE0-2B6F-A1CA-2B99-35DFA06385E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2</a:t>
            </a:r>
          </a:p>
        </p:txBody>
      </p:sp>
    </p:spTree>
    <p:extLst>
      <p:ext uri="{BB962C8B-B14F-4D97-AF65-F5344CB8AC3E}">
        <p14:creationId xmlns:p14="http://schemas.microsoft.com/office/powerpoint/2010/main" val="1892556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65EA-6D32-FD1F-6AB3-8B787951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E671-7562-D823-CC05-17F6F4CA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6EA3F-769E-6A78-A09B-34498EDE6E3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F66A56DE-CA6F-ADF1-2F4E-1FFB5E3935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3840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D8C0-8E8A-ECB9-AD45-2311D539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4EF7-8B14-246C-BF34-E87F647C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15CB5B7-2BB6-CD17-A509-D45CA6D8B00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3594F-BE7C-5DC8-D1D6-BE9A5DB2852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1 of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AC334-819E-6F42-4256-B37C0E0C24B8}"/>
              </a:ext>
            </a:extLst>
          </p:cNvPr>
          <p:cNvSpPr/>
          <p:nvPr/>
        </p:nvSpPr>
        <p:spPr>
          <a:xfrm>
            <a:off x="216955" y="805111"/>
            <a:ext cx="871008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Blessed be the Fountain of blood,</a:t>
            </a:r>
          </a:p>
          <a:p>
            <a:pPr algn="ctr"/>
            <a:r>
              <a:rPr lang="en-US" sz="2800" dirty="0"/>
              <a:t>To a world of sinners revealed;</a:t>
            </a:r>
          </a:p>
          <a:p>
            <a:pPr algn="ctr"/>
            <a:r>
              <a:rPr lang="en-US" sz="2800" dirty="0"/>
              <a:t>Blessed be the dear Son of God:</a:t>
            </a:r>
          </a:p>
          <a:p>
            <a:pPr algn="ctr"/>
            <a:r>
              <a:rPr lang="en-US" sz="2800" dirty="0"/>
              <a:t>Only by His stripes we are healed.</a:t>
            </a:r>
          </a:p>
          <a:p>
            <a:pPr algn="ctr"/>
            <a:r>
              <a:rPr lang="en-US" sz="2800" dirty="0"/>
              <a:t>Tho' I've wandered far from His fold,</a:t>
            </a:r>
          </a:p>
          <a:p>
            <a:pPr algn="ctr"/>
            <a:r>
              <a:rPr lang="en-US" sz="2800" dirty="0"/>
              <a:t>Bringing to my heart pain and woe,</a:t>
            </a:r>
          </a:p>
          <a:p>
            <a:pPr algn="ctr"/>
            <a:r>
              <a:rPr lang="en-US" sz="2800" dirty="0"/>
              <a:t>Wash me in the Blood of the Lamb,</a:t>
            </a:r>
          </a:p>
          <a:p>
            <a:pPr algn="ctr"/>
            <a:r>
              <a:rPr lang="en-US" sz="2800" dirty="0"/>
              <a:t>And I shall be whiter than snow !</a:t>
            </a:r>
          </a:p>
        </p:txBody>
      </p:sp>
    </p:spTree>
    <p:extLst>
      <p:ext uri="{BB962C8B-B14F-4D97-AF65-F5344CB8AC3E}">
        <p14:creationId xmlns:p14="http://schemas.microsoft.com/office/powerpoint/2010/main" val="4233371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5580-3CAC-0D75-6E00-632DF005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9020-62C2-5F9C-AB5E-05274BAF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4CC0664-EE16-4F55-B9CE-9C8487814F7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D5927-90EC-0336-6432-239FA564EA8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2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6840F-294B-D8EA-DDDE-49183319B973}"/>
              </a:ext>
            </a:extLst>
          </p:cNvPr>
          <p:cNvSpPr/>
          <p:nvPr/>
        </p:nvSpPr>
        <p:spPr>
          <a:xfrm>
            <a:off x="216955" y="1666885"/>
            <a:ext cx="871008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 in the Blood of the Lamb.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I shall be whiter than snow !</a:t>
            </a:r>
            <a:endParaRPr lang="en-US" sz="2800" i="1" dirty="0">
              <a:solidFill>
                <a:srgbClr val="77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97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8480-CD4E-28D0-F6FD-721A200C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E836-B4F0-7914-BBD3-F2405AD0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2353059-F3FF-BC93-80E8-B014025E40B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7B7AC-2B36-793B-53F2-4DD34F38F64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3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76676-D25A-6C81-F4BD-AFCB20FD6242}"/>
              </a:ext>
            </a:extLst>
          </p:cNvPr>
          <p:cNvSpPr/>
          <p:nvPr/>
        </p:nvSpPr>
        <p:spPr>
          <a:xfrm>
            <a:off x="216955" y="805111"/>
            <a:ext cx="871008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Thorny was the crown that He wore,</a:t>
            </a:r>
          </a:p>
          <a:p>
            <a:pPr algn="ctr"/>
            <a:r>
              <a:rPr lang="en-US" sz="2800" dirty="0"/>
              <a:t>And the cross His body </a:t>
            </a:r>
            <a:r>
              <a:rPr lang="en-US" sz="2800" dirty="0" err="1"/>
              <a:t>o'ercame</a:t>
            </a:r>
            <a:r>
              <a:rPr lang="en-US" sz="2800" dirty="0"/>
              <a:t>;</a:t>
            </a:r>
          </a:p>
          <a:p>
            <a:pPr algn="ctr"/>
            <a:r>
              <a:rPr lang="en-US" sz="2800" dirty="0"/>
              <a:t>Grievous were the sorrows He bore,</a:t>
            </a:r>
          </a:p>
          <a:p>
            <a:pPr algn="ctr"/>
            <a:r>
              <a:rPr lang="en-US" sz="2800" dirty="0"/>
              <a:t>But He suffered not thus in vain.</a:t>
            </a:r>
          </a:p>
          <a:p>
            <a:pPr algn="ctr"/>
            <a:r>
              <a:rPr lang="en-US" sz="2800" dirty="0"/>
              <a:t>May I to that Fountain be led,</a:t>
            </a:r>
          </a:p>
          <a:p>
            <a:pPr algn="ctr"/>
            <a:r>
              <a:rPr lang="en-US" sz="2800" dirty="0"/>
              <a:t>Made to cleanse my sins here below ! </a:t>
            </a:r>
          </a:p>
          <a:p>
            <a:pPr algn="ctr"/>
            <a:r>
              <a:rPr lang="en-US" sz="2800" dirty="0"/>
              <a:t>Wash me in the Blood that He shed,</a:t>
            </a:r>
          </a:p>
          <a:p>
            <a:pPr algn="ctr"/>
            <a:r>
              <a:rPr lang="en-US" sz="2800" dirty="0"/>
              <a:t>And I shall be whiter than snow !</a:t>
            </a:r>
          </a:p>
        </p:txBody>
      </p:sp>
    </p:spTree>
    <p:extLst>
      <p:ext uri="{BB962C8B-B14F-4D97-AF65-F5344CB8AC3E}">
        <p14:creationId xmlns:p14="http://schemas.microsoft.com/office/powerpoint/2010/main" val="1888538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E8036-7DE1-2384-41DF-B194BA8A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98E0-799A-8819-BD59-DE07C8FD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7B0968-EC19-A085-7E2D-7F69B9992E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341A4-50E3-28E8-1A5A-C354520445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4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51A8C-8609-B7DC-1E59-82CAED8FCBAD}"/>
              </a:ext>
            </a:extLst>
          </p:cNvPr>
          <p:cNvSpPr/>
          <p:nvPr/>
        </p:nvSpPr>
        <p:spPr>
          <a:xfrm>
            <a:off x="216955" y="1666885"/>
            <a:ext cx="871008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 in the Blood of the Lamb.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I shall be whiter than snow !</a:t>
            </a:r>
            <a:endParaRPr lang="en-US" sz="2800" i="1" dirty="0">
              <a:solidFill>
                <a:srgbClr val="77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978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1C75-92F7-A324-A632-7E5AA8C2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9DE6-BD6D-2E4D-7CBF-3B082489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074EB4-7631-4455-848B-024275E7DC2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4116E-97CD-7317-6DC5-40475FB4D02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5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BC004-6EFA-E3B7-518C-421DB6E406EC}"/>
              </a:ext>
            </a:extLst>
          </p:cNvPr>
          <p:cNvSpPr/>
          <p:nvPr/>
        </p:nvSpPr>
        <p:spPr>
          <a:xfrm>
            <a:off x="216955" y="805111"/>
            <a:ext cx="871008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Father, I have wandered from Thee,</a:t>
            </a:r>
          </a:p>
          <a:p>
            <a:pPr algn="ctr"/>
            <a:r>
              <a:rPr lang="en-US" sz="2800" dirty="0"/>
              <a:t>Often has my heart gone astray;</a:t>
            </a:r>
          </a:p>
          <a:p>
            <a:pPr algn="ctr"/>
            <a:r>
              <a:rPr lang="en-US" sz="2800" dirty="0"/>
              <a:t>Crimson do my sins seem to me—</a:t>
            </a:r>
          </a:p>
          <a:p>
            <a:pPr algn="ctr"/>
            <a:r>
              <a:rPr lang="en-US" sz="2800" dirty="0"/>
              <a:t>Water cannot wash them away.</a:t>
            </a:r>
          </a:p>
          <a:p>
            <a:pPr algn="ctr"/>
            <a:r>
              <a:rPr lang="en-US" sz="2800" dirty="0"/>
              <a:t>Jesus, to that Fountain of Thine,</a:t>
            </a:r>
          </a:p>
          <a:p>
            <a:pPr algn="ctr"/>
            <a:r>
              <a:rPr lang="en-US" sz="2800" dirty="0"/>
              <a:t>Leaning on Thy promise I go;</a:t>
            </a:r>
          </a:p>
          <a:p>
            <a:pPr algn="ctr"/>
            <a:r>
              <a:rPr lang="en-US" sz="2800" dirty="0"/>
              <a:t>Cleanse me by Thy washing divine,</a:t>
            </a:r>
          </a:p>
          <a:p>
            <a:pPr algn="ctr"/>
            <a:r>
              <a:rPr lang="en-US" sz="2800" dirty="0"/>
              <a:t>And I shall be whiter than snow !</a:t>
            </a:r>
          </a:p>
        </p:txBody>
      </p:sp>
    </p:spTree>
    <p:extLst>
      <p:ext uri="{BB962C8B-B14F-4D97-AF65-F5344CB8AC3E}">
        <p14:creationId xmlns:p14="http://schemas.microsoft.com/office/powerpoint/2010/main" val="4243235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4ECDD-434B-96B7-293C-033C71FF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6E1A-3CCE-373E-35DF-5116B042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98EBA5A-5183-5B43-801B-34821F022EE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D75F-DE2E-D5B6-0108-9B5EBFE3D29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6 : 6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799B9-BC1F-BB58-5256-2A853DD53428}"/>
              </a:ext>
            </a:extLst>
          </p:cNvPr>
          <p:cNvSpPr/>
          <p:nvPr/>
        </p:nvSpPr>
        <p:spPr>
          <a:xfrm>
            <a:off x="216955" y="1666885"/>
            <a:ext cx="871008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Whi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-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the snow,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 in the Blood of the Lamb. . . 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I shall be whiter than snow !</a:t>
            </a:r>
            <a:endParaRPr lang="en-US" sz="2800" i="1" dirty="0">
              <a:solidFill>
                <a:srgbClr val="77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581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God rest ye merry, gentlemen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God rest ye merry, gentlemen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God rest ye merry, gentlemen</a:t>
            </a:r>
          </a:p>
          <a:p>
            <a:r>
              <a:rPr lang="en-US" sz="2800" dirty="0"/>
              <a:t>Let nothing you dismay;</a:t>
            </a:r>
          </a:p>
          <a:p>
            <a:r>
              <a:rPr lang="en-US" sz="2800" dirty="0"/>
              <a:t>For Jesus Christ, our </a:t>
            </a:r>
            <a:r>
              <a:rPr lang="en-US" sz="2800" dirty="0" err="1"/>
              <a:t>Saviour</a:t>
            </a:r>
            <a:endParaRPr lang="en-US" sz="2800" dirty="0"/>
          </a:p>
          <a:p>
            <a:r>
              <a:rPr lang="en-US" sz="2800" dirty="0"/>
              <a:t>Was born on Christmas day</a:t>
            </a:r>
          </a:p>
          <a:p>
            <a:r>
              <a:rPr lang="en-US" sz="2800" dirty="0"/>
              <a:t>To save us all from Satan's power</a:t>
            </a:r>
          </a:p>
          <a:p>
            <a:r>
              <a:rPr lang="en-US" sz="2800" dirty="0"/>
              <a:t>When we had gone astray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O tidings of comfort and joy,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Comfort and joy,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O tidings of comfort and joy.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16396</TotalTime>
  <Words>2007</Words>
  <Application>Microsoft Office PowerPoint</Application>
  <PresentationFormat>On-screen Show (16:9)</PresentationFormat>
  <Paragraphs>329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- O come, O come, Emmanuel</vt:lpstr>
      <vt:lpstr>Opening Hymn - O come, O come, Emmanuel</vt:lpstr>
      <vt:lpstr>Opening Hymn - O come, O come, Emmanuel</vt:lpstr>
      <vt:lpstr>PowerPoint Presentation</vt:lpstr>
      <vt:lpstr>PowerPoint Presentation</vt:lpstr>
      <vt:lpstr>Thanksgiving – Song No. 615 only chorus</vt:lpstr>
      <vt:lpstr>PowerPoint Presentation</vt:lpstr>
      <vt:lpstr>PowerPoint Presentation</vt:lpstr>
      <vt:lpstr>Offertory – Hark ,the glad sound!</vt:lpstr>
      <vt:lpstr>Offertory – Hark ,the glad sound!</vt:lpstr>
      <vt:lpstr>Offertory – Hark ,the glad sound!</vt:lpstr>
      <vt:lpstr>Offertory – Hark ,the glad sound!</vt:lpstr>
      <vt:lpstr>PowerPoint Presentation</vt:lpstr>
      <vt:lpstr>PowerPoint Presentation</vt:lpstr>
      <vt:lpstr>PowerPoint Presentation</vt:lpstr>
      <vt:lpstr>Confession – Song No. 488 v1</vt:lpstr>
      <vt:lpstr>PowerPoint Presentation</vt:lpstr>
      <vt:lpstr>Holy Communion – Let all mortal flesh keep silence</vt:lpstr>
      <vt:lpstr>Holy Communion – Let all mortal flesh keep silence</vt:lpstr>
      <vt:lpstr>Holy Communion – Let all mortal flesh keep silence</vt:lpstr>
      <vt:lpstr>Holy Communion – Let all mortal flesh keep silence</vt:lpstr>
      <vt:lpstr>Holy Communion – Let all mortal flesh keep silence</vt:lpstr>
      <vt:lpstr>Holy Communion – Come thou long expected Jesus</vt:lpstr>
      <vt:lpstr>Holy Communion – Come thou long expected Jesus</vt:lpstr>
      <vt:lpstr>Holy Communion – Come thou long expected Jesus</vt:lpstr>
      <vt:lpstr>Holy Communion – Away in a manger</vt:lpstr>
      <vt:lpstr>Holy Communion – Away in a manger</vt:lpstr>
      <vt:lpstr>Holy Communion – Away in a manger</vt:lpstr>
      <vt:lpstr>Holy Communion – Away in a manger</vt:lpstr>
      <vt:lpstr>Holy Communion – Song No. 26</vt:lpstr>
      <vt:lpstr>Holy Communion – Song No. 26</vt:lpstr>
      <vt:lpstr>Holy Communion – Song No. 26</vt:lpstr>
      <vt:lpstr>Holy Communion – Song No. 26</vt:lpstr>
      <vt:lpstr>Holy Communion – Song No. 26</vt:lpstr>
      <vt:lpstr>Holy Communion – Break thou the bread of life</vt:lpstr>
      <vt:lpstr>Holy Communion – Break thou the bread of life</vt:lpstr>
      <vt:lpstr>Holy Communion – Break thou the bread of life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</vt:lpstr>
      <vt:lpstr>PowerPoint Presentation</vt:lpstr>
      <vt:lpstr>PowerPoint Presentation</vt:lpstr>
      <vt:lpstr>PowerPoint Presentation</vt:lpstr>
      <vt:lpstr>Closing Hymn - God rest ye merry, gentlemen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Cynthia George</cp:lastModifiedBy>
  <cp:revision>1624</cp:revision>
  <dcterms:created xsi:type="dcterms:W3CDTF">2020-09-02T02:55:07Z</dcterms:created>
  <dcterms:modified xsi:type="dcterms:W3CDTF">2024-12-06T03:33:34Z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