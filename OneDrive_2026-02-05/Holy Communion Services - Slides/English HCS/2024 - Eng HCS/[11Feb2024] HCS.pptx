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5.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comments/modernComment_491_6C9A5982.xml" ContentType="application/vnd.ms-powerpoint.comments+xml"/>
  <Override PartName="/ppt/comments/modernComment_45C_98E4A853.xml" ContentType="application/vnd.ms-powerpoint.comments+xml"/>
  <Override PartName="/ppt/comments/modernComment_50D_AC846CB1.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 id="2147483744" r:id="rId3"/>
    <p:sldMasterId id="2147483757" r:id="rId4"/>
    <p:sldMasterId id="2147483770" r:id="rId5"/>
    <p:sldMasterId id="2147483783" r:id="rId6"/>
  </p:sldMasterIdLst>
  <p:notesMasterIdLst>
    <p:notesMasterId r:id="rId61"/>
  </p:notesMasterIdLst>
  <p:sldIdLst>
    <p:sldId id="811" r:id="rId7"/>
    <p:sldId id="813" r:id="rId8"/>
    <p:sldId id="1169" r:id="rId9"/>
    <p:sldId id="1117" r:id="rId10"/>
    <p:sldId id="1298" r:id="rId11"/>
    <p:sldId id="821" r:id="rId12"/>
    <p:sldId id="851" r:id="rId13"/>
    <p:sldId id="1320" r:id="rId14"/>
    <p:sldId id="1318" r:id="rId15"/>
    <p:sldId id="822" r:id="rId16"/>
    <p:sldId id="1390" r:id="rId17"/>
    <p:sldId id="1391" r:id="rId18"/>
    <p:sldId id="1392" r:id="rId19"/>
    <p:sldId id="1393" r:id="rId20"/>
    <p:sldId id="1394" r:id="rId21"/>
    <p:sldId id="1324" r:id="rId22"/>
    <p:sldId id="823" r:id="rId23"/>
    <p:sldId id="824" r:id="rId24"/>
    <p:sldId id="1451" r:id="rId25"/>
    <p:sldId id="825" r:id="rId26"/>
    <p:sldId id="1388" r:id="rId27"/>
    <p:sldId id="1456" r:id="rId28"/>
    <p:sldId id="1457" r:id="rId29"/>
    <p:sldId id="1458" r:id="rId30"/>
    <p:sldId id="1459" r:id="rId31"/>
    <p:sldId id="1455" r:id="rId32"/>
    <p:sldId id="1116" r:id="rId33"/>
    <p:sldId id="1127" r:id="rId34"/>
    <p:sldId id="1128" r:id="rId35"/>
    <p:sldId id="1452" r:id="rId36"/>
    <p:sldId id="1494" r:id="rId37"/>
    <p:sldId id="1495" r:id="rId38"/>
    <p:sldId id="1496" r:id="rId39"/>
    <p:sldId id="1497" r:id="rId40"/>
    <p:sldId id="1453" r:id="rId41"/>
    <p:sldId id="1499" r:id="rId42"/>
    <p:sldId id="1498" r:id="rId43"/>
    <p:sldId id="1500" r:id="rId44"/>
    <p:sldId id="1454" r:id="rId45"/>
    <p:sldId id="1293" r:id="rId46"/>
    <p:sldId id="1501" r:id="rId47"/>
    <p:sldId id="1502" r:id="rId48"/>
    <p:sldId id="1294" r:id="rId49"/>
    <p:sldId id="1503" r:id="rId50"/>
    <p:sldId id="1477" r:id="rId51"/>
    <p:sldId id="1478" r:id="rId52"/>
    <p:sldId id="1479" r:id="rId53"/>
    <p:sldId id="1480" r:id="rId54"/>
    <p:sldId id="949" r:id="rId55"/>
    <p:sldId id="1259" r:id="rId56"/>
    <p:sldId id="820" r:id="rId57"/>
    <p:sldId id="1201" r:id="rId58"/>
    <p:sldId id="858" r:id="rId59"/>
    <p:sldId id="829" r:id="rId6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C5DCF09-FC5E-8246-38A5-7BDD29DA3586}" name="Sherin Sarah Varghese" initials="SSV" userId="dc22cf68baf0230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diti samuel" initials="as" lastIdx="1" clrIdx="0">
    <p:extLst>
      <p:ext uri="{19B8F6BF-5375-455C-9EA6-DF929625EA0E}">
        <p15:presenceInfo xmlns:p15="http://schemas.microsoft.com/office/powerpoint/2012/main" userId="810fea6f6deeb52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05562"/>
    <a:srgbClr val="B6807C"/>
    <a:srgbClr val="AE7C76"/>
    <a:srgbClr val="A1889D"/>
    <a:srgbClr val="731A02"/>
    <a:srgbClr val="432545"/>
    <a:srgbClr val="42475E"/>
    <a:srgbClr val="BDBCC4"/>
    <a:srgbClr val="FAC983"/>
    <a:srgbClr val="FF9F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40" autoAdjust="0"/>
    <p:restoredTop sz="94660"/>
  </p:normalViewPr>
  <p:slideViewPr>
    <p:cSldViewPr snapToGrid="0">
      <p:cViewPr varScale="1">
        <p:scale>
          <a:sx n="78" d="100"/>
          <a:sy n="78" d="100"/>
        </p:scale>
        <p:origin x="72" y="31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presProps" Target="presProps.xml"/><Relationship Id="rId68" Type="http://schemas.microsoft.com/office/2018/10/relationships/authors" Target="author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notesMaster" Target="notesMasters/notesMaster1.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viewProps" Target="viewProp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microsoft.com/office/2016/11/relationships/changesInfo" Target="changesInfos/changesInfo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min Elsa Mohan" userId="7f6a9fc7-46b4-4eac-90cd-058eb48f67de" providerId="ADAL" clId="{9CDAA6DA-D432-4E25-87BC-222B284DA8AA}"/>
    <pc:docChg chg="modSld modMainMaster">
      <pc:chgData name="Rosmin Elsa Mohan" userId="7f6a9fc7-46b4-4eac-90cd-058eb48f67de" providerId="ADAL" clId="{9CDAA6DA-D432-4E25-87BC-222B284DA8AA}" dt="2024-02-09T15:14:14.989" v="88" actId="27107"/>
      <pc:docMkLst>
        <pc:docMk/>
      </pc:docMkLst>
      <pc:sldChg chg="modSp mod">
        <pc:chgData name="Rosmin Elsa Mohan" userId="7f6a9fc7-46b4-4eac-90cd-058eb48f67de" providerId="ADAL" clId="{9CDAA6DA-D432-4E25-87BC-222B284DA8AA}" dt="2024-02-09T15:04:53.038" v="53" actId="20577"/>
        <pc:sldMkLst>
          <pc:docMk/>
          <pc:sldMk cId="2565122131" sldId="1116"/>
        </pc:sldMkLst>
        <pc:spChg chg="mod">
          <ac:chgData name="Rosmin Elsa Mohan" userId="7f6a9fc7-46b4-4eac-90cd-058eb48f67de" providerId="ADAL" clId="{9CDAA6DA-D432-4E25-87BC-222B284DA8AA}" dt="2024-02-09T15:04:53.038" v="53" actId="20577"/>
          <ac:spMkLst>
            <pc:docMk/>
            <pc:sldMk cId="2565122131" sldId="1116"/>
            <ac:spMk id="3" creationId="{4B9F4E44-159E-0C3D-747F-61AC6C816E73}"/>
          </ac:spMkLst>
        </pc:spChg>
      </pc:sldChg>
      <pc:sldChg chg="modSp mod">
        <pc:chgData name="Rosmin Elsa Mohan" userId="7f6a9fc7-46b4-4eac-90cd-058eb48f67de" providerId="ADAL" clId="{9CDAA6DA-D432-4E25-87BC-222B284DA8AA}" dt="2024-02-09T14:53:56.485" v="45" actId="2"/>
        <pc:sldMkLst>
          <pc:docMk/>
          <pc:sldMk cId="2110754392" sldId="1117"/>
        </pc:sldMkLst>
        <pc:spChg chg="mod">
          <ac:chgData name="Rosmin Elsa Mohan" userId="7f6a9fc7-46b4-4eac-90cd-058eb48f67de" providerId="ADAL" clId="{9CDAA6DA-D432-4E25-87BC-222B284DA8AA}" dt="2024-02-09T14:53:56.485" v="45" actId="2"/>
          <ac:spMkLst>
            <pc:docMk/>
            <pc:sldMk cId="2110754392" sldId="1117"/>
            <ac:spMk id="7" creationId="{094E9A69-B612-35E4-DEEF-5092DA0A0A97}"/>
          </ac:spMkLst>
        </pc:spChg>
      </pc:sldChg>
      <pc:sldChg chg="modSp mod">
        <pc:chgData name="Rosmin Elsa Mohan" userId="7f6a9fc7-46b4-4eac-90cd-058eb48f67de" providerId="ADAL" clId="{9CDAA6DA-D432-4E25-87BC-222B284DA8AA}" dt="2024-02-09T15:05:06.792" v="54"/>
        <pc:sldMkLst>
          <pc:docMk/>
          <pc:sldMk cId="4081317604" sldId="1127"/>
        </pc:sldMkLst>
        <pc:spChg chg="mod">
          <ac:chgData name="Rosmin Elsa Mohan" userId="7f6a9fc7-46b4-4eac-90cd-058eb48f67de" providerId="ADAL" clId="{9CDAA6DA-D432-4E25-87BC-222B284DA8AA}" dt="2024-02-09T15:05:06.792" v="54"/>
          <ac:spMkLst>
            <pc:docMk/>
            <pc:sldMk cId="4081317604" sldId="1127"/>
            <ac:spMk id="3" creationId="{4B9F4E44-159E-0C3D-747F-61AC6C816E73}"/>
          </ac:spMkLst>
        </pc:spChg>
      </pc:sldChg>
      <pc:sldChg chg="modSp mod">
        <pc:chgData name="Rosmin Elsa Mohan" userId="7f6a9fc7-46b4-4eac-90cd-058eb48f67de" providerId="ADAL" clId="{9CDAA6DA-D432-4E25-87BC-222B284DA8AA}" dt="2024-02-09T15:05:13.767" v="55"/>
        <pc:sldMkLst>
          <pc:docMk/>
          <pc:sldMk cId="2998434121" sldId="1128"/>
        </pc:sldMkLst>
        <pc:spChg chg="mod">
          <ac:chgData name="Rosmin Elsa Mohan" userId="7f6a9fc7-46b4-4eac-90cd-058eb48f67de" providerId="ADAL" clId="{9CDAA6DA-D432-4E25-87BC-222B284DA8AA}" dt="2024-02-09T15:05:13.767" v="55"/>
          <ac:spMkLst>
            <pc:docMk/>
            <pc:sldMk cId="2998434121" sldId="1128"/>
            <ac:spMk id="3" creationId="{4B9F4E44-159E-0C3D-747F-61AC6C816E73}"/>
          </ac:spMkLst>
        </pc:spChg>
      </pc:sldChg>
      <pc:sldChg chg="modSp mod">
        <pc:chgData name="Rosmin Elsa Mohan" userId="7f6a9fc7-46b4-4eac-90cd-058eb48f67de" providerId="ADAL" clId="{9CDAA6DA-D432-4E25-87BC-222B284DA8AA}" dt="2024-02-09T14:53:49.866" v="41" actId="2"/>
        <pc:sldMkLst>
          <pc:docMk/>
          <pc:sldMk cId="1822054786" sldId="1169"/>
        </pc:sldMkLst>
        <pc:spChg chg="mod">
          <ac:chgData name="Rosmin Elsa Mohan" userId="7f6a9fc7-46b4-4eac-90cd-058eb48f67de" providerId="ADAL" clId="{9CDAA6DA-D432-4E25-87BC-222B284DA8AA}" dt="2024-02-09T14:53:49.866" v="41" actId="2"/>
          <ac:spMkLst>
            <pc:docMk/>
            <pc:sldMk cId="1822054786" sldId="1169"/>
            <ac:spMk id="7" creationId="{094E9A69-B612-35E4-DEEF-5092DA0A0A97}"/>
          </ac:spMkLst>
        </pc:spChg>
      </pc:sldChg>
      <pc:sldChg chg="modSp mod">
        <pc:chgData name="Rosmin Elsa Mohan" userId="7f6a9fc7-46b4-4eac-90cd-058eb48f67de" providerId="ADAL" clId="{9CDAA6DA-D432-4E25-87BC-222B284DA8AA}" dt="2024-02-09T15:11:56.447" v="66" actId="20577"/>
        <pc:sldMkLst>
          <pc:docMk/>
          <pc:sldMk cId="2894359729" sldId="1293"/>
        </pc:sldMkLst>
        <pc:spChg chg="mod">
          <ac:chgData name="Rosmin Elsa Mohan" userId="7f6a9fc7-46b4-4eac-90cd-058eb48f67de" providerId="ADAL" clId="{9CDAA6DA-D432-4E25-87BC-222B284DA8AA}" dt="2024-02-09T15:11:56.447" v="66" actId="20577"/>
          <ac:spMkLst>
            <pc:docMk/>
            <pc:sldMk cId="2894359729" sldId="1293"/>
            <ac:spMk id="3" creationId="{3DD7E497-16E3-4D0B-D67F-B0783CD0DB3A}"/>
          </ac:spMkLst>
        </pc:spChg>
      </pc:sldChg>
      <pc:sldChg chg="modSp mod">
        <pc:chgData name="Rosmin Elsa Mohan" userId="7f6a9fc7-46b4-4eac-90cd-058eb48f67de" providerId="ADAL" clId="{9CDAA6DA-D432-4E25-87BC-222B284DA8AA}" dt="2024-02-09T15:13:07.998" v="87" actId="20577"/>
        <pc:sldMkLst>
          <pc:docMk/>
          <pc:sldMk cId="1404754803" sldId="1294"/>
        </pc:sldMkLst>
        <pc:spChg chg="mod">
          <ac:chgData name="Rosmin Elsa Mohan" userId="7f6a9fc7-46b4-4eac-90cd-058eb48f67de" providerId="ADAL" clId="{9CDAA6DA-D432-4E25-87BC-222B284DA8AA}" dt="2024-02-09T15:13:07.998" v="87" actId="20577"/>
          <ac:spMkLst>
            <pc:docMk/>
            <pc:sldMk cId="1404754803" sldId="1294"/>
            <ac:spMk id="3" creationId="{3DD7E497-16E3-4D0B-D67F-B0783CD0DB3A}"/>
          </ac:spMkLst>
        </pc:spChg>
      </pc:sldChg>
      <pc:sldChg chg="modSp mod">
        <pc:chgData name="Rosmin Elsa Mohan" userId="7f6a9fc7-46b4-4eac-90cd-058eb48f67de" providerId="ADAL" clId="{9CDAA6DA-D432-4E25-87BC-222B284DA8AA}" dt="2024-02-09T14:56:50.386" v="50" actId="27107"/>
        <pc:sldMkLst>
          <pc:docMk/>
          <pc:sldMk cId="3008295959" sldId="1390"/>
        </pc:sldMkLst>
        <pc:spChg chg="mod">
          <ac:chgData name="Rosmin Elsa Mohan" userId="7f6a9fc7-46b4-4eac-90cd-058eb48f67de" providerId="ADAL" clId="{9CDAA6DA-D432-4E25-87BC-222B284DA8AA}" dt="2024-02-09T14:56:50.386" v="50" actId="27107"/>
          <ac:spMkLst>
            <pc:docMk/>
            <pc:sldMk cId="3008295959" sldId="1390"/>
            <ac:spMk id="3" creationId="{265825C1-ED11-FFA5-BEA7-35DBE35D05DE}"/>
          </ac:spMkLst>
        </pc:spChg>
      </pc:sldChg>
      <pc:sldChg chg="modSp mod">
        <pc:chgData name="Rosmin Elsa Mohan" userId="7f6a9fc7-46b4-4eac-90cd-058eb48f67de" providerId="ADAL" clId="{9CDAA6DA-D432-4E25-87BC-222B284DA8AA}" dt="2024-02-09T14:54:01.651" v="46" actId="2"/>
        <pc:sldMkLst>
          <pc:docMk/>
          <pc:sldMk cId="2527552765" sldId="1451"/>
        </pc:sldMkLst>
        <pc:spChg chg="mod">
          <ac:chgData name="Rosmin Elsa Mohan" userId="7f6a9fc7-46b4-4eac-90cd-058eb48f67de" providerId="ADAL" clId="{9CDAA6DA-D432-4E25-87BC-222B284DA8AA}" dt="2024-02-09T14:54:01.651" v="46" actId="2"/>
          <ac:spMkLst>
            <pc:docMk/>
            <pc:sldMk cId="2527552765" sldId="1451"/>
            <ac:spMk id="3" creationId="{72794BF4-C5DF-D0C1-A261-D38A8474F31D}"/>
          </ac:spMkLst>
        </pc:spChg>
      </pc:sldChg>
      <pc:sldChg chg="modSp mod">
        <pc:chgData name="Rosmin Elsa Mohan" userId="7f6a9fc7-46b4-4eac-90cd-058eb48f67de" providerId="ADAL" clId="{9CDAA6DA-D432-4E25-87BC-222B284DA8AA}" dt="2024-02-09T14:54:03.494" v="47" actId="2"/>
        <pc:sldMkLst>
          <pc:docMk/>
          <pc:sldMk cId="2310286534" sldId="1456"/>
        </pc:sldMkLst>
        <pc:spChg chg="mod">
          <ac:chgData name="Rosmin Elsa Mohan" userId="7f6a9fc7-46b4-4eac-90cd-058eb48f67de" providerId="ADAL" clId="{9CDAA6DA-D432-4E25-87BC-222B284DA8AA}" dt="2024-02-09T14:54:03.494" v="47" actId="2"/>
          <ac:spMkLst>
            <pc:docMk/>
            <pc:sldMk cId="2310286534" sldId="1456"/>
            <ac:spMk id="3" creationId="{72794BF4-C5DF-D0C1-A261-D38A8474F31D}"/>
          </ac:spMkLst>
        </pc:spChg>
      </pc:sldChg>
      <pc:sldChg chg="modSp mod">
        <pc:chgData name="Rosmin Elsa Mohan" userId="7f6a9fc7-46b4-4eac-90cd-058eb48f67de" providerId="ADAL" clId="{9CDAA6DA-D432-4E25-87BC-222B284DA8AA}" dt="2024-02-09T15:01:06.176" v="51" actId="27107"/>
        <pc:sldMkLst>
          <pc:docMk/>
          <pc:sldMk cId="936598574" sldId="1458"/>
        </pc:sldMkLst>
        <pc:spChg chg="mod">
          <ac:chgData name="Rosmin Elsa Mohan" userId="7f6a9fc7-46b4-4eac-90cd-058eb48f67de" providerId="ADAL" clId="{9CDAA6DA-D432-4E25-87BC-222B284DA8AA}" dt="2024-02-09T15:01:06.176" v="51" actId="27107"/>
          <ac:spMkLst>
            <pc:docMk/>
            <pc:sldMk cId="936598574" sldId="1458"/>
            <ac:spMk id="3" creationId="{72794BF4-C5DF-D0C1-A261-D38A8474F31D}"/>
          </ac:spMkLst>
        </pc:spChg>
      </pc:sldChg>
      <pc:sldChg chg="modSp mod">
        <pc:chgData name="Rosmin Elsa Mohan" userId="7f6a9fc7-46b4-4eac-90cd-058eb48f67de" providerId="ADAL" clId="{9CDAA6DA-D432-4E25-87BC-222B284DA8AA}" dt="2024-02-09T14:54:07.219" v="48" actId="2"/>
        <pc:sldMkLst>
          <pc:docMk/>
          <pc:sldMk cId="187141617" sldId="1459"/>
        </pc:sldMkLst>
        <pc:spChg chg="mod">
          <ac:chgData name="Rosmin Elsa Mohan" userId="7f6a9fc7-46b4-4eac-90cd-058eb48f67de" providerId="ADAL" clId="{9CDAA6DA-D432-4E25-87BC-222B284DA8AA}" dt="2024-02-09T14:54:07.219" v="48" actId="2"/>
          <ac:spMkLst>
            <pc:docMk/>
            <pc:sldMk cId="187141617" sldId="1459"/>
            <ac:spMk id="3" creationId="{72794BF4-C5DF-D0C1-A261-D38A8474F31D}"/>
          </ac:spMkLst>
        </pc:spChg>
      </pc:sldChg>
      <pc:sldChg chg="modSp mod">
        <pc:chgData name="Rosmin Elsa Mohan" userId="7f6a9fc7-46b4-4eac-90cd-058eb48f67de" providerId="ADAL" clId="{9CDAA6DA-D432-4E25-87BC-222B284DA8AA}" dt="2024-02-09T15:14:14.989" v="88" actId="27107"/>
        <pc:sldMkLst>
          <pc:docMk/>
          <pc:sldMk cId="2629621495" sldId="1477"/>
        </pc:sldMkLst>
        <pc:spChg chg="mod">
          <ac:chgData name="Rosmin Elsa Mohan" userId="7f6a9fc7-46b4-4eac-90cd-058eb48f67de" providerId="ADAL" clId="{9CDAA6DA-D432-4E25-87BC-222B284DA8AA}" dt="2024-02-09T15:14:14.989" v="88" actId="27107"/>
          <ac:spMkLst>
            <pc:docMk/>
            <pc:sldMk cId="2629621495" sldId="1477"/>
            <ac:spMk id="6" creationId="{00B7E6C3-DC3B-BC8E-EE75-86995C7F8ADF}"/>
          </ac:spMkLst>
        </pc:spChg>
      </pc:sldChg>
      <pc:sldChg chg="modSp mod">
        <pc:chgData name="Rosmin Elsa Mohan" userId="7f6a9fc7-46b4-4eac-90cd-058eb48f67de" providerId="ADAL" clId="{9CDAA6DA-D432-4E25-87BC-222B284DA8AA}" dt="2024-02-09T14:54:11.769" v="49" actId="2"/>
        <pc:sldMkLst>
          <pc:docMk/>
          <pc:sldMk cId="57320669" sldId="1479"/>
        </pc:sldMkLst>
        <pc:spChg chg="mod">
          <ac:chgData name="Rosmin Elsa Mohan" userId="7f6a9fc7-46b4-4eac-90cd-058eb48f67de" providerId="ADAL" clId="{9CDAA6DA-D432-4E25-87BC-222B284DA8AA}" dt="2024-02-09T14:54:11.769" v="49" actId="2"/>
          <ac:spMkLst>
            <pc:docMk/>
            <pc:sldMk cId="57320669" sldId="1479"/>
            <ac:spMk id="6" creationId="{00B7E6C3-DC3B-BC8E-EE75-86995C7F8ADF}"/>
          </ac:spMkLst>
        </pc:spChg>
      </pc:sldChg>
      <pc:sldChg chg="modSp mod">
        <pc:chgData name="Rosmin Elsa Mohan" userId="7f6a9fc7-46b4-4eac-90cd-058eb48f67de" providerId="ADAL" clId="{9CDAA6DA-D432-4E25-87BC-222B284DA8AA}" dt="2024-02-09T15:06:06.964" v="56" actId="27107"/>
        <pc:sldMkLst>
          <pc:docMk/>
          <pc:sldMk cId="1539516493" sldId="1494"/>
        </pc:sldMkLst>
        <pc:spChg chg="mod">
          <ac:chgData name="Rosmin Elsa Mohan" userId="7f6a9fc7-46b4-4eac-90cd-058eb48f67de" providerId="ADAL" clId="{9CDAA6DA-D432-4E25-87BC-222B284DA8AA}" dt="2024-02-09T15:06:06.964" v="56" actId="27107"/>
          <ac:spMkLst>
            <pc:docMk/>
            <pc:sldMk cId="1539516493" sldId="1494"/>
            <ac:spMk id="6" creationId="{00B7E6C3-DC3B-BC8E-EE75-86995C7F8ADF}"/>
          </ac:spMkLst>
        </pc:spChg>
      </pc:sldChg>
      <pc:sldChg chg="modSp mod">
        <pc:chgData name="Rosmin Elsa Mohan" userId="7f6a9fc7-46b4-4eac-90cd-058eb48f67de" providerId="ADAL" clId="{9CDAA6DA-D432-4E25-87BC-222B284DA8AA}" dt="2024-02-09T15:06:41.495" v="57" actId="27107"/>
        <pc:sldMkLst>
          <pc:docMk/>
          <pc:sldMk cId="1404458896" sldId="1495"/>
        </pc:sldMkLst>
        <pc:spChg chg="mod">
          <ac:chgData name="Rosmin Elsa Mohan" userId="7f6a9fc7-46b4-4eac-90cd-058eb48f67de" providerId="ADAL" clId="{9CDAA6DA-D432-4E25-87BC-222B284DA8AA}" dt="2024-02-09T15:06:41.495" v="57" actId="27107"/>
          <ac:spMkLst>
            <pc:docMk/>
            <pc:sldMk cId="1404458896" sldId="1495"/>
            <ac:spMk id="6" creationId="{00B7E6C3-DC3B-BC8E-EE75-86995C7F8ADF}"/>
          </ac:spMkLst>
        </pc:spChg>
      </pc:sldChg>
      <pc:sldChg chg="modSp mod">
        <pc:chgData name="Rosmin Elsa Mohan" userId="7f6a9fc7-46b4-4eac-90cd-058eb48f67de" providerId="ADAL" clId="{9CDAA6DA-D432-4E25-87BC-222B284DA8AA}" dt="2024-02-09T15:06:47.262" v="58" actId="27107"/>
        <pc:sldMkLst>
          <pc:docMk/>
          <pc:sldMk cId="1795059836" sldId="1496"/>
        </pc:sldMkLst>
        <pc:spChg chg="mod">
          <ac:chgData name="Rosmin Elsa Mohan" userId="7f6a9fc7-46b4-4eac-90cd-058eb48f67de" providerId="ADAL" clId="{9CDAA6DA-D432-4E25-87BC-222B284DA8AA}" dt="2024-02-09T15:06:47.262" v="58" actId="27107"/>
          <ac:spMkLst>
            <pc:docMk/>
            <pc:sldMk cId="1795059836" sldId="1496"/>
            <ac:spMk id="6" creationId="{00B7E6C3-DC3B-BC8E-EE75-86995C7F8ADF}"/>
          </ac:spMkLst>
        </pc:spChg>
      </pc:sldChg>
      <pc:sldChg chg="modSp mod">
        <pc:chgData name="Rosmin Elsa Mohan" userId="7f6a9fc7-46b4-4eac-90cd-058eb48f67de" providerId="ADAL" clId="{9CDAA6DA-D432-4E25-87BC-222B284DA8AA}" dt="2024-02-09T15:07:35.047" v="59" actId="27107"/>
        <pc:sldMkLst>
          <pc:docMk/>
          <pc:sldMk cId="2679571333" sldId="1497"/>
        </pc:sldMkLst>
        <pc:spChg chg="mod">
          <ac:chgData name="Rosmin Elsa Mohan" userId="7f6a9fc7-46b4-4eac-90cd-058eb48f67de" providerId="ADAL" clId="{9CDAA6DA-D432-4E25-87BC-222B284DA8AA}" dt="2024-02-09T15:07:35.047" v="59" actId="27107"/>
          <ac:spMkLst>
            <pc:docMk/>
            <pc:sldMk cId="2679571333" sldId="1497"/>
            <ac:spMk id="6" creationId="{00B7E6C3-DC3B-BC8E-EE75-86995C7F8ADF}"/>
          </ac:spMkLst>
        </pc:spChg>
      </pc:sldChg>
      <pc:sldChg chg="modSp mod">
        <pc:chgData name="Rosmin Elsa Mohan" userId="7f6a9fc7-46b4-4eac-90cd-058eb48f67de" providerId="ADAL" clId="{9CDAA6DA-D432-4E25-87BC-222B284DA8AA}" dt="2024-02-09T15:12:32.722" v="75" actId="20577"/>
        <pc:sldMkLst>
          <pc:docMk/>
          <pc:sldMk cId="3571151449" sldId="1501"/>
        </pc:sldMkLst>
        <pc:spChg chg="mod">
          <ac:chgData name="Rosmin Elsa Mohan" userId="7f6a9fc7-46b4-4eac-90cd-058eb48f67de" providerId="ADAL" clId="{9CDAA6DA-D432-4E25-87BC-222B284DA8AA}" dt="2024-02-09T15:12:32.722" v="75" actId="20577"/>
          <ac:spMkLst>
            <pc:docMk/>
            <pc:sldMk cId="3571151449" sldId="1501"/>
            <ac:spMk id="3" creationId="{10234651-95DD-C4E1-288C-DEA1C9E07172}"/>
          </ac:spMkLst>
        </pc:spChg>
      </pc:sldChg>
      <pc:sldChg chg="modSp mod">
        <pc:chgData name="Rosmin Elsa Mohan" userId="7f6a9fc7-46b4-4eac-90cd-058eb48f67de" providerId="ADAL" clId="{9CDAA6DA-D432-4E25-87BC-222B284DA8AA}" dt="2024-02-09T15:12:47.761" v="81" actId="20577"/>
        <pc:sldMkLst>
          <pc:docMk/>
          <pc:sldMk cId="2256904537" sldId="1502"/>
        </pc:sldMkLst>
        <pc:spChg chg="mod">
          <ac:chgData name="Rosmin Elsa Mohan" userId="7f6a9fc7-46b4-4eac-90cd-058eb48f67de" providerId="ADAL" clId="{9CDAA6DA-D432-4E25-87BC-222B284DA8AA}" dt="2024-02-09T15:12:47.761" v="81" actId="20577"/>
          <ac:spMkLst>
            <pc:docMk/>
            <pc:sldMk cId="2256904537" sldId="1502"/>
            <ac:spMk id="3" creationId="{04CD30A0-5E6B-6982-C17C-86BDAAC420E3}"/>
          </ac:spMkLst>
        </pc:spChg>
      </pc:sldChg>
      <pc:sldMasterChg chg="modSldLayout">
        <pc:chgData name="Rosmin Elsa Mohan" userId="7f6a9fc7-46b4-4eac-90cd-058eb48f67de" providerId="ADAL" clId="{9CDAA6DA-D432-4E25-87BC-222B284DA8AA}" dt="2024-02-09T14:37:55.665" v="39"/>
        <pc:sldMasterMkLst>
          <pc:docMk/>
          <pc:sldMasterMk cId="2021402228" sldId="2147483673"/>
        </pc:sldMasterMkLst>
        <pc:sldLayoutChg chg="modSp mod">
          <pc:chgData name="Rosmin Elsa Mohan" userId="7f6a9fc7-46b4-4eac-90cd-058eb48f67de" providerId="ADAL" clId="{9CDAA6DA-D432-4E25-87BC-222B284DA8AA}" dt="2024-02-09T14:36:42.679" v="12" actId="20577"/>
          <pc:sldLayoutMkLst>
            <pc:docMk/>
            <pc:sldMasterMk cId="2021402228" sldId="2147483673"/>
            <pc:sldLayoutMk cId="972620569" sldId="2147483686"/>
          </pc:sldLayoutMkLst>
          <pc:spChg chg="mod">
            <ac:chgData name="Rosmin Elsa Mohan" userId="7f6a9fc7-46b4-4eac-90cd-058eb48f67de" providerId="ADAL" clId="{9CDAA6DA-D432-4E25-87BC-222B284DA8AA}" dt="2024-02-09T14:36:42.679" v="12" actId="20577"/>
            <ac:spMkLst>
              <pc:docMk/>
              <pc:sldMasterMk cId="2021402228" sldId="2147483673"/>
              <pc:sldLayoutMk cId="972620569" sldId="2147483686"/>
              <ac:spMk id="7" creationId="{99B39CA7-ADE3-4147-9B4D-BE10E585E948}"/>
            </ac:spMkLst>
          </pc:spChg>
        </pc:sldLayoutChg>
        <pc:sldLayoutChg chg="modSp mod">
          <pc:chgData name="Rosmin Elsa Mohan" userId="7f6a9fc7-46b4-4eac-90cd-058eb48f67de" providerId="ADAL" clId="{9CDAA6DA-D432-4E25-87BC-222B284DA8AA}" dt="2024-02-09T14:37:29.620" v="37" actId="20577"/>
          <pc:sldLayoutMkLst>
            <pc:docMk/>
            <pc:sldMasterMk cId="2021402228" sldId="2147483673"/>
            <pc:sldLayoutMk cId="3929588466" sldId="2147483687"/>
          </pc:sldLayoutMkLst>
          <pc:spChg chg="mod">
            <ac:chgData name="Rosmin Elsa Mohan" userId="7f6a9fc7-46b4-4eac-90cd-058eb48f67de" providerId="ADAL" clId="{9CDAA6DA-D432-4E25-87BC-222B284DA8AA}" dt="2024-02-09T14:37:29.620" v="37" actId="20577"/>
            <ac:spMkLst>
              <pc:docMk/>
              <pc:sldMasterMk cId="2021402228" sldId="2147483673"/>
              <pc:sldLayoutMk cId="3929588466" sldId="2147483687"/>
              <ac:spMk id="7" creationId="{99B39CA7-ADE3-4147-9B4D-BE10E585E948}"/>
            </ac:spMkLst>
          </pc:spChg>
        </pc:sldLayoutChg>
        <pc:sldLayoutChg chg="modSp mod">
          <pc:chgData name="Rosmin Elsa Mohan" userId="7f6a9fc7-46b4-4eac-90cd-058eb48f67de" providerId="ADAL" clId="{9CDAA6DA-D432-4E25-87BC-222B284DA8AA}" dt="2024-02-09T14:37:55.665" v="39"/>
          <pc:sldLayoutMkLst>
            <pc:docMk/>
            <pc:sldMasterMk cId="2021402228" sldId="2147483673"/>
            <pc:sldLayoutMk cId="559836863" sldId="2147483688"/>
          </pc:sldLayoutMkLst>
          <pc:spChg chg="mod">
            <ac:chgData name="Rosmin Elsa Mohan" userId="7f6a9fc7-46b4-4eac-90cd-058eb48f67de" providerId="ADAL" clId="{9CDAA6DA-D432-4E25-87BC-222B284DA8AA}" dt="2024-02-09T14:37:55.665" v="39"/>
            <ac:spMkLst>
              <pc:docMk/>
              <pc:sldMasterMk cId="2021402228" sldId="2147483673"/>
              <pc:sldLayoutMk cId="559836863" sldId="2147483688"/>
              <ac:spMk id="6" creationId="{35F845F3-CC22-433F-9120-253A2A1338E7}"/>
            </ac:spMkLst>
          </pc:spChg>
        </pc:sldLayoutChg>
        <pc:sldLayoutChg chg="modSp mod">
          <pc:chgData name="Rosmin Elsa Mohan" userId="7f6a9fc7-46b4-4eac-90cd-058eb48f67de" providerId="ADAL" clId="{9CDAA6DA-D432-4E25-87BC-222B284DA8AA}" dt="2024-02-09T14:37:50.694" v="38"/>
          <pc:sldLayoutMkLst>
            <pc:docMk/>
            <pc:sldMasterMk cId="2021402228" sldId="2147483673"/>
            <pc:sldLayoutMk cId="3490850578" sldId="2147483689"/>
          </pc:sldLayoutMkLst>
          <pc:spChg chg="mod">
            <ac:chgData name="Rosmin Elsa Mohan" userId="7f6a9fc7-46b4-4eac-90cd-058eb48f67de" providerId="ADAL" clId="{9CDAA6DA-D432-4E25-87BC-222B284DA8AA}" dt="2024-02-09T14:37:50.694" v="38"/>
            <ac:spMkLst>
              <pc:docMk/>
              <pc:sldMasterMk cId="2021402228" sldId="2147483673"/>
              <pc:sldLayoutMk cId="3490850578" sldId="2147483689"/>
              <ac:spMk id="7" creationId="{99B39CA7-ADE3-4147-9B4D-BE10E585E948}"/>
            </ac:spMkLst>
          </pc:spChg>
        </pc:sldLayoutChg>
      </pc:sldMasterChg>
    </pc:docChg>
  </pc:docChgLst>
</pc:chgInfo>
</file>

<file path=ppt/comments/modernComment_45C_98E4A853.xml><?xml version="1.0" encoding="utf-8"?>
<p188:cmLst xmlns:a="http://schemas.openxmlformats.org/drawingml/2006/main" xmlns:r="http://schemas.openxmlformats.org/officeDocument/2006/relationships" xmlns:p188="http://schemas.microsoft.com/office/powerpoint/2018/8/main">
  <p188:cm id="{D02D481C-742B-C541-A4E0-FD5082154C49}" authorId="{CC5DCF09-FC5E-8246-38A5-7BDD29DA3586}" created="2022-10-10T14:31:50.663">
    <pc:sldMkLst xmlns:pc="http://schemas.microsoft.com/office/powerpoint/2013/main/command">
      <pc:docMk/>
      <pc:sldMk cId="2565122131" sldId="1116"/>
    </pc:sldMkLst>
    <p188:txBody>
      <a:bodyPr/>
      <a:lstStyle/>
      <a:p>
        <a:r>
          <a:rPr lang="en-GB"/>
          <a:t>1. Song number to be updated in the header. 
2. Update lyrics. “Paste as Text only” so the font style and size remains the same as in template. 
3. Add Chorus in Italics in the reddish brown font colour as shown (Paste as text only). If it is too long, move the chorus to a different slide. 
4. For multiple verses, duplicate this slide and repeat step 2 and 3.</a:t>
        </a:r>
      </a:p>
    </p188:txBody>
  </p188:cm>
</p188:cmLst>
</file>

<file path=ppt/comments/modernComment_50D_AC846CB1.xml><?xml version="1.0" encoding="utf-8"?>
<p188:cmLst xmlns:a="http://schemas.openxmlformats.org/drawingml/2006/main" xmlns:r="http://schemas.openxmlformats.org/officeDocument/2006/relationships" xmlns:p188="http://schemas.microsoft.com/office/powerpoint/2018/8/main">
  <p188:cm id="{0049AC73-7952-774F-A80F-E347B3F89570}" authorId="{CC5DCF09-FC5E-8246-38A5-7BDD29DA3586}" created="2022-10-10T14:32:26.945">
    <pc:sldMkLst xmlns:pc="http://schemas.microsoft.com/office/powerpoint/2013/main/command">
      <pc:docMk/>
      <pc:sldMk cId="3441406009" sldId="858"/>
    </pc:sldMkLst>
    <p188:txBody>
      <a:bodyPr/>
      <a:lstStyle/>
      <a:p>
        <a:r>
          <a:rPr lang="en-GB"/>
          <a:t>1. Song number and verse to be updated in the header. 
2. Update lyrics. “Paste as Text only” so the font style and size remains the same as in template. 
3. Add Chorus in Italics in the reddish brown font colour as shown (Paste as text only). If it is too long, move the chorus to a different slide. 
4. For multiple verses, duplicate this slide and repeat step 2 and 3.</a:t>
        </a:r>
      </a:p>
    </p188:txBody>
  </p188:cm>
</p188:cmLst>
</file>

<file path=ppt/comments/modernComment_491_6C9A5982.xml><?xml version="1.0" encoding="utf-8"?>
<p188:cmLst xmlns:a="http://schemas.openxmlformats.org/drawingml/2006/main" xmlns:r="http://schemas.openxmlformats.org/officeDocument/2006/relationships" xmlns:p188="http://schemas.microsoft.com/office/powerpoint/2018/8/main">
  <p188:cm id="{400DEDD9-5A9C-8C46-BA36-F71F958487C1}" authorId="{CC5DCF09-FC5E-8246-38A5-7BDD29DA3586}" created="2022-10-08T15:57:18.443">
    <pc:sldMkLst xmlns:pc="http://schemas.microsoft.com/office/powerpoint/2013/main/command">
      <pc:docMk/>
      <pc:sldMk cId="2137578366" sldId="859"/>
    </pc:sldMkLst>
    <p188:txBody>
      <a:bodyPr/>
      <a:lstStyle/>
      <a:p>
        <a:r>
          <a:rPr lang="en-GB"/>
          <a:t>1. Opening Song number to be updated in the header. 
2. Update lyrics. “Paste as Text only” so the font style and size remains the same as in template. 
3. Add Chorus in Italics in the reddish brown font colour as shown (Paste as text only). If it is too long, move the chorus to a different slide. 
4. For multiple verses, duplicate this slide and repeat step 2 and 3.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563A1F-755C-0546-8932-E860F2147B1A}" type="datetimeFigureOut">
              <a:rPr lang="en-GB" smtClean="0"/>
              <a:t>09/02/2024</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4E53EA-ED27-5247-B6F2-F07834052059}" type="slidenum">
              <a:rPr lang="en-GB" smtClean="0"/>
              <a:t>‹#›</a:t>
            </a:fld>
            <a:endParaRPr lang="en-GB" dirty="0"/>
          </a:p>
        </p:txBody>
      </p:sp>
    </p:spTree>
    <p:extLst>
      <p:ext uri="{BB962C8B-B14F-4D97-AF65-F5344CB8AC3E}">
        <p14:creationId xmlns:p14="http://schemas.microsoft.com/office/powerpoint/2010/main" val="2009564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1200457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200849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3896105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3562991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1002599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2074230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373109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4258554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1788362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3898244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3207244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5" name="Title 1"/>
          <p:cNvSpPr>
            <a:spLocks noGrp="1"/>
          </p:cNvSpPr>
          <p:nvPr>
            <p:ph type="title"/>
          </p:nvPr>
        </p:nvSpPr>
        <p:spPr>
          <a:xfrm>
            <a:off x="-4187" y="-6187"/>
            <a:ext cx="9144000" cy="612000"/>
          </a:xfrm>
          <a:solidFill>
            <a:srgbClr val="905562"/>
          </a:solidFill>
          <a:ln>
            <a:noFill/>
          </a:ln>
        </p:spPr>
        <p:txBody>
          <a:bodyPr>
            <a:noAutofit/>
          </a:bodyPr>
          <a:lstStyle>
            <a:lvl1pPr algn="ctr">
              <a:defRPr sz="2600" b="1">
                <a:solidFill>
                  <a:schemeClr val="bg1"/>
                </a:solidFill>
              </a:defRPr>
            </a:lvl1pPr>
          </a:lstStyle>
          <a:p>
            <a:pPr algn="ctr"/>
            <a:endParaRPr lang="en-US" dirty="0">
              <a:latin typeface="Segoe UI" panose="020B0502040204020203" pitchFamily="34" charset="0"/>
              <a:cs typeface="Segoe UI" panose="020B0502040204020203" pitchFamily="34" charset="0"/>
            </a:endParaRPr>
          </a:p>
        </p:txBody>
      </p:sp>
      <p:sp>
        <p:nvSpPr>
          <p:cNvPr id="3" name="Slide Number Placeholder 3"/>
          <p:cNvSpPr txBox="1">
            <a:spLocks/>
          </p:cNvSpPr>
          <p:nvPr userDrawn="1"/>
        </p:nvSpPr>
        <p:spPr>
          <a:xfrm>
            <a:off x="8473063" y="37866"/>
            <a:ext cx="666750" cy="273844"/>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a:t>
            </a:fld>
            <a:endParaRPr lang="en-US" sz="1400" dirty="0">
              <a:solidFill>
                <a:srgbClr val="FFFF0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4766248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3333541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21372327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7321818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756242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41070708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42717557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41794933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230701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30975309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28605384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40906694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C - DD MMM 2021, 9:00AM">
    <p:bg>
      <p:bgPr>
        <a:solidFill>
          <a:schemeClr val="tx1"/>
        </a:solidFill>
        <a:effectLst/>
      </p:bgPr>
    </p:bg>
    <p:spTree>
      <p:nvGrpSpPr>
        <p:cNvPr id="1" name=""/>
        <p:cNvGrpSpPr/>
        <p:nvPr/>
      </p:nvGrpSpPr>
      <p:grpSpPr>
        <a:xfrm>
          <a:off x="0" y="0"/>
          <a:ext cx="0" cy="0"/>
          <a:chOff x="0" y="0"/>
          <a:chExt cx="0" cy="0"/>
        </a:xfrm>
      </p:grpSpPr>
      <p:pic>
        <p:nvPicPr>
          <p:cNvPr id="6" name="Picture 5" descr="A close-up of a tree&#10;&#10;Description automatically generated with low confidence">
            <a:extLst>
              <a:ext uri="{FF2B5EF4-FFF2-40B4-BE49-F238E27FC236}">
                <a16:creationId xmlns:a16="http://schemas.microsoft.com/office/drawing/2014/main" id="{55CE7F3C-6377-4BA4-082D-C05844B505A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7" name="TextBox 6">
            <a:extLst>
              <a:ext uri="{FF2B5EF4-FFF2-40B4-BE49-F238E27FC236}">
                <a16:creationId xmlns:a16="http://schemas.microsoft.com/office/drawing/2014/main" id="{99B39CA7-ADE3-4147-9B4D-BE10E585E948}"/>
              </a:ext>
            </a:extLst>
          </p:cNvPr>
          <p:cNvSpPr txBox="1"/>
          <p:nvPr userDrawn="1"/>
        </p:nvSpPr>
        <p:spPr>
          <a:xfrm>
            <a:off x="1" y="4774168"/>
            <a:ext cx="9144000" cy="369332"/>
          </a:xfrm>
          <a:prstGeom prst="rect">
            <a:avLst/>
          </a:prstGeom>
          <a:noFill/>
          <a:ln>
            <a:noFill/>
          </a:ln>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Gill Sans MT" panose="020B0502020104020203" pitchFamily="34" charset="0"/>
                <a:ea typeface="+mn-ea"/>
                <a:cs typeface="Segoe UI Light" panose="020B0502040204020203" pitchFamily="34" charset="0"/>
              </a:rPr>
              <a:t>English Holy Communion Service – 11 Feb 2024 , 9:00 AM</a:t>
            </a:r>
          </a:p>
        </p:txBody>
      </p:sp>
      <p:sp>
        <p:nvSpPr>
          <p:cNvPr id="9" name="TextBox 8">
            <a:extLst>
              <a:ext uri="{FF2B5EF4-FFF2-40B4-BE49-F238E27FC236}">
                <a16:creationId xmlns:a16="http://schemas.microsoft.com/office/drawing/2014/main" id="{1186A184-FCDF-4B17-8669-07A0A6DFA42E}"/>
              </a:ext>
            </a:extLst>
          </p:cNvPr>
          <p:cNvSpPr txBox="1"/>
          <p:nvPr userDrawn="1"/>
        </p:nvSpPr>
        <p:spPr>
          <a:xfrm>
            <a:off x="0" y="0"/>
            <a:ext cx="9144000"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chemeClr val="bg1"/>
                </a:solidFill>
                <a:effectLst/>
                <a:uLnTx/>
                <a:uFillTx/>
                <a:latin typeface="Gill Sans MT" panose="020B0502020104020203" pitchFamily="34" charset="0"/>
                <a:ea typeface="+mn-ea"/>
                <a:cs typeface="+mn-cs"/>
              </a:rPr>
              <a:t>Mar Thoma Syrian Church, Singapore</a:t>
            </a:r>
          </a:p>
        </p:txBody>
      </p:sp>
    </p:spTree>
    <p:extLst>
      <p:ext uri="{BB962C8B-B14F-4D97-AF65-F5344CB8AC3E}">
        <p14:creationId xmlns:p14="http://schemas.microsoft.com/office/powerpoint/2010/main" val="972620569"/>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HC - DD MMM 2021">
    <p:bg>
      <p:bgPr>
        <a:solidFill>
          <a:schemeClr val="tx1"/>
        </a:solidFill>
        <a:effectLst/>
      </p:bgPr>
    </p:bg>
    <p:spTree>
      <p:nvGrpSpPr>
        <p:cNvPr id="1" name=""/>
        <p:cNvGrpSpPr/>
        <p:nvPr/>
      </p:nvGrpSpPr>
      <p:grpSpPr>
        <a:xfrm>
          <a:off x="0" y="0"/>
          <a:ext cx="0" cy="0"/>
          <a:chOff x="0" y="0"/>
          <a:chExt cx="0" cy="0"/>
        </a:xfrm>
      </p:grpSpPr>
      <p:pic>
        <p:nvPicPr>
          <p:cNvPr id="2" name="Picture 1" descr="A close-up of a tree&#10;&#10;Description automatically generated with low confidence">
            <a:extLst>
              <a:ext uri="{FF2B5EF4-FFF2-40B4-BE49-F238E27FC236}">
                <a16:creationId xmlns:a16="http://schemas.microsoft.com/office/drawing/2014/main" id="{D945F63B-B55E-8E51-D68D-F0517AE979E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7" name="TextBox 6">
            <a:extLst>
              <a:ext uri="{FF2B5EF4-FFF2-40B4-BE49-F238E27FC236}">
                <a16:creationId xmlns:a16="http://schemas.microsoft.com/office/drawing/2014/main" id="{99B39CA7-ADE3-4147-9B4D-BE10E585E948}"/>
              </a:ext>
            </a:extLst>
          </p:cNvPr>
          <p:cNvSpPr txBox="1"/>
          <p:nvPr userDrawn="1"/>
        </p:nvSpPr>
        <p:spPr>
          <a:xfrm>
            <a:off x="1" y="4774168"/>
            <a:ext cx="9144000" cy="369332"/>
          </a:xfrm>
          <a:prstGeom prst="rect">
            <a:avLst/>
          </a:prstGeom>
          <a:noFill/>
          <a:ln>
            <a:noFill/>
          </a:ln>
        </p:spPr>
        <p:txBody>
          <a:bodyPr wrap="square" rtlCol="0">
            <a:spAutoFit/>
          </a:bodyPr>
          <a:lstStyle>
            <a:defPPr>
              <a:defRPr lang="en-US"/>
            </a:defPPr>
            <a:lvl1pPr marR="0" lvl="0" indent="0" algn="ctr" defTabSz="685800" fontAlgn="auto">
              <a:lnSpc>
                <a:spcPct val="100000"/>
              </a:lnSpc>
              <a:spcBef>
                <a:spcPts val="0"/>
              </a:spcBef>
              <a:spcAft>
                <a:spcPts val="0"/>
              </a:spcAft>
              <a:buClrTx/>
              <a:buSzTx/>
              <a:buFontTx/>
              <a:buNone/>
              <a:tabLst/>
              <a:defRPr kumimoji="0" b="0" i="0" u="none" strike="noStrike" cap="none" spc="0" normalizeH="0" baseline="0">
                <a:ln>
                  <a:noFill/>
                </a:ln>
                <a:solidFill>
                  <a:schemeClr val="bg1"/>
                </a:solidFill>
                <a:effectLst/>
                <a:uLnTx/>
                <a:uFillTx/>
                <a:latin typeface="Gill Sans MT" panose="020B0502020104020203" pitchFamily="34" charset="0"/>
                <a:cs typeface="Segoe UI Light" panose="020B0502040204020203" pitchFamily="34" charset="0"/>
              </a:defRPr>
            </a:lvl1pPr>
          </a:lstStyle>
          <a:p>
            <a:pPr lvl="0" algn="ctr"/>
            <a:r>
              <a:rPr lang="en-US" noProof="0" dirty="0">
                <a:solidFill>
                  <a:schemeClr val="bg1"/>
                </a:solidFill>
              </a:rPr>
              <a:t>English Holy Communion Service – </a:t>
            </a:r>
            <a:r>
              <a:rPr kumimoji="0" lang="en-US" sz="1800" b="0" i="0" u="none" strike="noStrike" kern="1200" cap="none" spc="0" normalizeH="0" baseline="0" noProof="0" dirty="0">
                <a:ln>
                  <a:noFill/>
                </a:ln>
                <a:solidFill>
                  <a:schemeClr val="bg1"/>
                </a:solidFill>
                <a:effectLst/>
                <a:uLnTx/>
                <a:uFillTx/>
                <a:latin typeface="Gill Sans MT" panose="020B0502020104020203" pitchFamily="34" charset="0"/>
                <a:ea typeface="+mn-ea"/>
                <a:cs typeface="Segoe UI Light" panose="020B0502040204020203" pitchFamily="34" charset="0"/>
              </a:rPr>
              <a:t>11 Feb 2024</a:t>
            </a:r>
            <a:endParaRPr lang="en-US" noProof="0" dirty="0">
              <a:solidFill>
                <a:schemeClr val="bg1"/>
              </a:solidFill>
            </a:endParaRPr>
          </a:p>
        </p:txBody>
      </p:sp>
      <p:sp>
        <p:nvSpPr>
          <p:cNvPr id="9" name="TextBox 8">
            <a:extLst>
              <a:ext uri="{FF2B5EF4-FFF2-40B4-BE49-F238E27FC236}">
                <a16:creationId xmlns:a16="http://schemas.microsoft.com/office/drawing/2014/main" id="{1186A184-FCDF-4B17-8669-07A0A6DFA42E}"/>
              </a:ext>
            </a:extLst>
          </p:cNvPr>
          <p:cNvSpPr txBox="1"/>
          <p:nvPr userDrawn="1"/>
        </p:nvSpPr>
        <p:spPr>
          <a:xfrm>
            <a:off x="0" y="0"/>
            <a:ext cx="9144000"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chemeClr val="bg1"/>
                </a:solidFill>
                <a:effectLst/>
                <a:uLnTx/>
                <a:uFillTx/>
                <a:latin typeface="Gill Sans MT" panose="020B0502020104020203" pitchFamily="34" charset="0"/>
                <a:ea typeface="+mn-ea"/>
                <a:cs typeface="+mn-cs"/>
              </a:rPr>
              <a:t>Mar Thoma Syrian Church, Singapore</a:t>
            </a:r>
          </a:p>
        </p:txBody>
      </p:sp>
    </p:spTree>
    <p:extLst>
      <p:ext uri="{BB962C8B-B14F-4D97-AF65-F5344CB8AC3E}">
        <p14:creationId xmlns:p14="http://schemas.microsoft.com/office/powerpoint/2010/main" val="3929588466"/>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HC - DD MMM 2021">
    <p:bg>
      <p:bgPr>
        <a:solidFill>
          <a:schemeClr val="tx1"/>
        </a:solidFill>
        <a:effectLst/>
      </p:bgPr>
    </p:bg>
    <p:spTree>
      <p:nvGrpSpPr>
        <p:cNvPr id="1" name=""/>
        <p:cNvGrpSpPr/>
        <p:nvPr/>
      </p:nvGrpSpPr>
      <p:grpSpPr>
        <a:xfrm>
          <a:off x="0" y="0"/>
          <a:ext cx="0" cy="0"/>
          <a:chOff x="0" y="0"/>
          <a:chExt cx="0" cy="0"/>
        </a:xfrm>
      </p:grpSpPr>
      <p:pic>
        <p:nvPicPr>
          <p:cNvPr id="2" name="Picture 1" descr="A close-up of a tree&#10;&#10;Description automatically generated with low confidence">
            <a:extLst>
              <a:ext uri="{FF2B5EF4-FFF2-40B4-BE49-F238E27FC236}">
                <a16:creationId xmlns:a16="http://schemas.microsoft.com/office/drawing/2014/main" id="{F291F304-18B5-A049-4BBD-4222E09BBE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7" name="TextBox 6">
            <a:extLst>
              <a:ext uri="{FF2B5EF4-FFF2-40B4-BE49-F238E27FC236}">
                <a16:creationId xmlns:a16="http://schemas.microsoft.com/office/drawing/2014/main" id="{99B39CA7-ADE3-4147-9B4D-BE10E585E948}"/>
              </a:ext>
            </a:extLst>
          </p:cNvPr>
          <p:cNvSpPr txBox="1"/>
          <p:nvPr userDrawn="1"/>
        </p:nvSpPr>
        <p:spPr>
          <a:xfrm>
            <a:off x="1" y="4774168"/>
            <a:ext cx="9144000" cy="369332"/>
          </a:xfrm>
          <a:prstGeom prst="rect">
            <a:avLst/>
          </a:prstGeom>
          <a:noFill/>
          <a:ln>
            <a:noFill/>
          </a:ln>
        </p:spPr>
        <p:txBody>
          <a:bodyPr wrap="square" rtlCol="0">
            <a:spAutoFit/>
          </a:bodyPr>
          <a:lstStyle>
            <a:defPPr>
              <a:defRPr lang="en-US"/>
            </a:defPPr>
            <a:lvl1pPr marR="0" lvl="0" indent="0" algn="ctr" defTabSz="685800" fontAlgn="auto">
              <a:lnSpc>
                <a:spcPct val="100000"/>
              </a:lnSpc>
              <a:spcBef>
                <a:spcPts val="0"/>
              </a:spcBef>
              <a:spcAft>
                <a:spcPts val="0"/>
              </a:spcAft>
              <a:buClrTx/>
              <a:buSzTx/>
              <a:buFontTx/>
              <a:buNone/>
              <a:tabLst/>
              <a:defRPr kumimoji="0" b="0" i="0" u="none" strike="noStrike" cap="none" spc="0" normalizeH="0" baseline="0">
                <a:ln>
                  <a:noFill/>
                </a:ln>
                <a:solidFill>
                  <a:schemeClr val="bg1"/>
                </a:solidFill>
                <a:effectLst/>
                <a:uLnTx/>
                <a:uFillTx/>
                <a:latin typeface="Gill Sans MT" panose="020B0502020104020203" pitchFamily="34" charset="0"/>
                <a:cs typeface="Segoe UI Light" panose="020B0502040204020203" pitchFamily="34" charset="0"/>
              </a:defRPr>
            </a:lvl1pPr>
          </a:lstStyle>
          <a:p>
            <a:pPr lvl="0" algn="ctr"/>
            <a:r>
              <a:rPr lang="en-US" noProof="0" dirty="0">
                <a:solidFill>
                  <a:schemeClr val="bg1"/>
                </a:solidFill>
              </a:rPr>
              <a:t>English Holy Communion Service – </a:t>
            </a:r>
            <a:r>
              <a:rPr kumimoji="0" lang="en-US" sz="1800" b="0" i="0" u="none" strike="noStrike" kern="1200" cap="none" spc="0" normalizeH="0" baseline="0" noProof="0" dirty="0">
                <a:ln>
                  <a:noFill/>
                </a:ln>
                <a:solidFill>
                  <a:schemeClr val="bg1"/>
                </a:solidFill>
                <a:effectLst/>
                <a:uLnTx/>
                <a:uFillTx/>
                <a:latin typeface="Gill Sans MT" panose="020B0502020104020203" pitchFamily="34" charset="0"/>
                <a:ea typeface="+mn-ea"/>
                <a:cs typeface="Segoe UI Light" panose="020B0502040204020203" pitchFamily="34" charset="0"/>
              </a:rPr>
              <a:t>11 Feb 2024</a:t>
            </a:r>
            <a:endParaRPr lang="en-US" noProof="0" dirty="0">
              <a:solidFill>
                <a:schemeClr val="bg1"/>
              </a:solidFill>
            </a:endParaRPr>
          </a:p>
        </p:txBody>
      </p:sp>
      <p:sp>
        <p:nvSpPr>
          <p:cNvPr id="9" name="TextBox 8">
            <a:extLst>
              <a:ext uri="{FF2B5EF4-FFF2-40B4-BE49-F238E27FC236}">
                <a16:creationId xmlns:a16="http://schemas.microsoft.com/office/drawing/2014/main" id="{1186A184-FCDF-4B17-8669-07A0A6DFA42E}"/>
              </a:ext>
            </a:extLst>
          </p:cNvPr>
          <p:cNvSpPr txBox="1"/>
          <p:nvPr userDrawn="1"/>
        </p:nvSpPr>
        <p:spPr>
          <a:xfrm>
            <a:off x="0" y="0"/>
            <a:ext cx="9144000"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chemeClr val="bg1"/>
                </a:solidFill>
                <a:effectLst/>
                <a:uLnTx/>
                <a:uFillTx/>
                <a:latin typeface="Gill Sans MT" panose="020B0502020104020203" pitchFamily="34" charset="0"/>
                <a:ea typeface="+mn-ea"/>
                <a:cs typeface="+mn-cs"/>
              </a:rPr>
              <a:t>Mar Thoma Syrian Church, Singapore</a:t>
            </a:r>
          </a:p>
        </p:txBody>
      </p:sp>
    </p:spTree>
    <p:extLst>
      <p:ext uri="{BB962C8B-B14F-4D97-AF65-F5344CB8AC3E}">
        <p14:creationId xmlns:p14="http://schemas.microsoft.com/office/powerpoint/2010/main" val="3490850578"/>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ub Header - HC - DD MMM 2021">
    <p:bg>
      <p:bgPr>
        <a:solidFill>
          <a:schemeClr val="tx1"/>
        </a:solidFill>
        <a:effectLst/>
      </p:bgPr>
    </p:bg>
    <p:spTree>
      <p:nvGrpSpPr>
        <p:cNvPr id="1" name=""/>
        <p:cNvGrpSpPr/>
        <p:nvPr/>
      </p:nvGrpSpPr>
      <p:grpSpPr>
        <a:xfrm>
          <a:off x="0" y="0"/>
          <a:ext cx="0" cy="0"/>
          <a:chOff x="0" y="0"/>
          <a:chExt cx="0" cy="0"/>
        </a:xfrm>
      </p:grpSpPr>
      <p:pic>
        <p:nvPicPr>
          <p:cNvPr id="2" name="Picture 1" descr="A close-up of a tree&#10;&#10;Description automatically generated with low confidence">
            <a:extLst>
              <a:ext uri="{FF2B5EF4-FFF2-40B4-BE49-F238E27FC236}">
                <a16:creationId xmlns:a16="http://schemas.microsoft.com/office/drawing/2014/main" id="{48FE7525-701C-1966-DABB-11C36E08244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5" name="Title 1"/>
          <p:cNvSpPr>
            <a:spLocks noGrp="1"/>
          </p:cNvSpPr>
          <p:nvPr>
            <p:ph type="title"/>
          </p:nvPr>
        </p:nvSpPr>
        <p:spPr>
          <a:xfrm>
            <a:off x="0" y="-7495"/>
            <a:ext cx="9144000" cy="361950"/>
          </a:xfrm>
          <a:noFill/>
        </p:spPr>
        <p:txBody>
          <a:bodyPr>
            <a:noAutofit/>
          </a:bodyPr>
          <a:lstStyle>
            <a:lvl1pPr algn="ctr">
              <a:defRPr sz="2000" b="0" i="0">
                <a:solidFill>
                  <a:schemeClr val="bg1"/>
                </a:solidFill>
                <a:latin typeface="Gill Sans MT" panose="020B0502020104020203" pitchFamily="34" charset="0"/>
                <a:cs typeface="Segoe UI" panose="020B0502040204020203" pitchFamily="34" charset="0"/>
              </a:defRPr>
            </a:lvl1pPr>
          </a:lstStyle>
          <a:p>
            <a:pPr algn="ctr"/>
            <a:endParaRPr lang="en-US" dirty="0">
              <a:latin typeface="Segoe UI" panose="020B0502040204020203" pitchFamily="34" charset="0"/>
              <a:cs typeface="Segoe UI" panose="020B0502040204020203" pitchFamily="34" charset="0"/>
            </a:endParaRPr>
          </a:p>
        </p:txBody>
      </p:sp>
      <p:sp>
        <p:nvSpPr>
          <p:cNvPr id="6" name="TextBox 5">
            <a:extLst>
              <a:ext uri="{FF2B5EF4-FFF2-40B4-BE49-F238E27FC236}">
                <a16:creationId xmlns:a16="http://schemas.microsoft.com/office/drawing/2014/main" id="{35F845F3-CC22-433F-9120-253A2A1338E7}"/>
              </a:ext>
            </a:extLst>
          </p:cNvPr>
          <p:cNvSpPr txBox="1"/>
          <p:nvPr userDrawn="1"/>
        </p:nvSpPr>
        <p:spPr>
          <a:xfrm>
            <a:off x="0" y="4774168"/>
            <a:ext cx="9144000" cy="369332"/>
          </a:xfrm>
          <a:prstGeom prst="rect">
            <a:avLst/>
          </a:prstGeom>
          <a:noFill/>
          <a:ln>
            <a:noFill/>
          </a:ln>
        </p:spPr>
        <p:txBody>
          <a:bodyPr wrap="square" rtlCol="0">
            <a:spAutoFit/>
          </a:bodyPr>
          <a:lstStyle>
            <a:defPPr>
              <a:defRPr lang="en-US"/>
            </a:defPPr>
            <a:lvl1pPr marR="0" lvl="0" indent="0" algn="ctr" defTabSz="685800" fontAlgn="auto">
              <a:lnSpc>
                <a:spcPct val="100000"/>
              </a:lnSpc>
              <a:spcBef>
                <a:spcPts val="0"/>
              </a:spcBef>
              <a:spcAft>
                <a:spcPts val="0"/>
              </a:spcAft>
              <a:buClrTx/>
              <a:buSzTx/>
              <a:buFontTx/>
              <a:buNone/>
              <a:tabLst/>
              <a:defRPr kumimoji="0" b="0" i="0" u="none" strike="noStrike" cap="none" spc="0" normalizeH="0" baseline="0">
                <a:ln>
                  <a:noFill/>
                </a:ln>
                <a:solidFill>
                  <a:schemeClr val="bg1"/>
                </a:solidFill>
                <a:effectLst/>
                <a:uLnTx/>
                <a:uFillTx/>
                <a:latin typeface="Gill Sans MT" panose="020B0502020104020203" pitchFamily="34" charset="0"/>
                <a:cs typeface="Segoe UI Light" panose="020B0502040204020203" pitchFamily="34" charset="0"/>
              </a:defRPr>
            </a:lvl1pPr>
          </a:lstStyle>
          <a:p>
            <a:pPr lvl="0" algn="ctr"/>
            <a:r>
              <a:rPr lang="en-US" noProof="0" dirty="0">
                <a:solidFill>
                  <a:schemeClr val="bg1"/>
                </a:solidFill>
              </a:rPr>
              <a:t>English Holy Communion Service – </a:t>
            </a:r>
            <a:r>
              <a:rPr kumimoji="0" lang="en-US" sz="1800" b="0" i="0" u="none" strike="noStrike" kern="1200" cap="none" spc="0" normalizeH="0" baseline="0" noProof="0" dirty="0">
                <a:ln>
                  <a:noFill/>
                </a:ln>
                <a:solidFill>
                  <a:schemeClr val="bg1"/>
                </a:solidFill>
                <a:effectLst/>
                <a:uLnTx/>
                <a:uFillTx/>
                <a:latin typeface="Gill Sans MT" panose="020B0502020104020203" pitchFamily="34" charset="0"/>
                <a:ea typeface="+mn-ea"/>
                <a:cs typeface="Segoe UI Light" panose="020B0502040204020203" pitchFamily="34" charset="0"/>
              </a:rPr>
              <a:t>11 Feb 2024</a:t>
            </a:r>
            <a:endParaRPr lang="en-US" noProof="0" dirty="0">
              <a:solidFill>
                <a:schemeClr val="bg1"/>
              </a:solidFill>
            </a:endParaRPr>
          </a:p>
        </p:txBody>
      </p:sp>
    </p:spTree>
    <p:extLst>
      <p:ext uri="{BB962C8B-B14F-4D97-AF65-F5344CB8AC3E}">
        <p14:creationId xmlns:p14="http://schemas.microsoft.com/office/powerpoint/2010/main" val="559836863"/>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14508888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19131713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5786112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36274492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219564134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41485605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170419841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32740588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226487464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61633291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164117774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5" name="Title 1"/>
          <p:cNvSpPr>
            <a:spLocks noGrp="1"/>
          </p:cNvSpPr>
          <p:nvPr>
            <p:ph type="title"/>
          </p:nvPr>
        </p:nvSpPr>
        <p:spPr>
          <a:xfrm>
            <a:off x="0" y="1694"/>
            <a:ext cx="9144000" cy="612000"/>
          </a:xfrm>
          <a:solidFill>
            <a:srgbClr val="905562"/>
          </a:solidFill>
          <a:ln>
            <a:noFill/>
          </a:ln>
        </p:spPr>
        <p:txBody>
          <a:bodyPr>
            <a:noAutofit/>
          </a:bodyPr>
          <a:lstStyle>
            <a:lvl1pPr algn="ctr">
              <a:defRPr sz="2600" b="1">
                <a:solidFill>
                  <a:schemeClr val="bg1"/>
                </a:solidFill>
              </a:defRPr>
            </a:lvl1pPr>
          </a:lstStyle>
          <a:p>
            <a:pPr algn="ctr"/>
            <a:endParaRPr lang="en-US" dirty="0">
              <a:latin typeface="Segoe UI" panose="020B0502040204020203" pitchFamily="34" charset="0"/>
              <a:cs typeface="Segoe UI" panose="020B0502040204020203" pitchFamily="34" charset="0"/>
            </a:endParaRPr>
          </a:p>
        </p:txBody>
      </p:sp>
      <p:sp>
        <p:nvSpPr>
          <p:cNvPr id="3" name="Slide Number Placeholder 3"/>
          <p:cNvSpPr txBox="1">
            <a:spLocks/>
          </p:cNvSpPr>
          <p:nvPr userDrawn="1"/>
        </p:nvSpPr>
        <p:spPr>
          <a:xfrm>
            <a:off x="8473063" y="37866"/>
            <a:ext cx="666750" cy="273844"/>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a:t>
            </a:fld>
            <a:endParaRPr lang="en-US" sz="1400" dirty="0">
              <a:solidFill>
                <a:srgbClr val="FFFF0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5602647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15848294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105597405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340083512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4395974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39395023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29642224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58552375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59644917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41245942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15977162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17212682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5" name="Title 1"/>
          <p:cNvSpPr>
            <a:spLocks noGrp="1"/>
          </p:cNvSpPr>
          <p:nvPr>
            <p:ph type="title"/>
          </p:nvPr>
        </p:nvSpPr>
        <p:spPr>
          <a:xfrm>
            <a:off x="0" y="1695"/>
            <a:ext cx="9144000" cy="612000"/>
          </a:xfrm>
          <a:solidFill>
            <a:srgbClr val="905562"/>
          </a:solidFill>
          <a:ln>
            <a:noFill/>
          </a:ln>
        </p:spPr>
        <p:txBody>
          <a:bodyPr vert="horz" lIns="91440" tIns="45720" rIns="91440" bIns="45720" rtlCol="0" anchor="ctr">
            <a:noAutofit/>
          </a:bodyPr>
          <a:lstStyle>
            <a:lvl1pPr algn="ctr">
              <a:defRPr lang="en-US" sz="2600" b="1" dirty="0">
                <a:solidFill>
                  <a:schemeClr val="bg1"/>
                </a:solidFill>
                <a:latin typeface="Segoe UI" panose="020B0502040204020203" pitchFamily="34" charset="0"/>
                <a:cs typeface="Segoe UI" panose="020B0502040204020203" pitchFamily="34" charset="0"/>
              </a:defRPr>
            </a:lvl1pPr>
          </a:lstStyle>
          <a:p>
            <a:pPr lvl="0" algn="ctr"/>
            <a:endParaRPr lang="en-US" dirty="0">
              <a:latin typeface="Segoe UI" panose="020B0502040204020203" pitchFamily="34" charset="0"/>
              <a:cs typeface="Segoe UI" panose="020B0502040204020203" pitchFamily="34" charset="0"/>
            </a:endParaRPr>
          </a:p>
        </p:txBody>
      </p:sp>
      <p:sp>
        <p:nvSpPr>
          <p:cNvPr id="3" name="Slide Number Placeholder 3"/>
          <p:cNvSpPr txBox="1">
            <a:spLocks/>
          </p:cNvSpPr>
          <p:nvPr userDrawn="1"/>
        </p:nvSpPr>
        <p:spPr>
          <a:xfrm>
            <a:off x="8473063" y="37866"/>
            <a:ext cx="666750" cy="273844"/>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a:t>
            </a:fld>
            <a:endParaRPr lang="en-US" sz="1400" dirty="0">
              <a:solidFill>
                <a:srgbClr val="FFFF0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3994345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404087997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34553514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34622341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356487733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208944029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175562293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7039709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103794086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172419239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388403376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274479620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5" name="Title 1"/>
          <p:cNvSpPr>
            <a:spLocks noGrp="1"/>
          </p:cNvSpPr>
          <p:nvPr>
            <p:ph type="title"/>
          </p:nvPr>
        </p:nvSpPr>
        <p:spPr>
          <a:xfrm>
            <a:off x="0" y="1695"/>
            <a:ext cx="9144000" cy="612000"/>
          </a:xfrm>
          <a:solidFill>
            <a:srgbClr val="905562"/>
          </a:solidFill>
          <a:ln>
            <a:noFill/>
          </a:ln>
        </p:spPr>
        <p:txBody>
          <a:bodyPr>
            <a:noAutofit/>
          </a:bodyPr>
          <a:lstStyle>
            <a:lvl1pPr algn="ctr">
              <a:defRPr sz="2600" b="1">
                <a:solidFill>
                  <a:schemeClr val="bg1"/>
                </a:solidFill>
              </a:defRPr>
            </a:lvl1pPr>
          </a:lstStyle>
          <a:p>
            <a:pPr algn="ctr"/>
            <a:endParaRPr lang="en-US" dirty="0">
              <a:latin typeface="Segoe UI" panose="020B0502040204020203" pitchFamily="34" charset="0"/>
              <a:cs typeface="Segoe UI" panose="020B0502040204020203" pitchFamily="34" charset="0"/>
            </a:endParaRPr>
          </a:p>
        </p:txBody>
      </p:sp>
      <p:sp>
        <p:nvSpPr>
          <p:cNvPr id="3" name="Slide Number Placeholder 3"/>
          <p:cNvSpPr txBox="1">
            <a:spLocks/>
          </p:cNvSpPr>
          <p:nvPr userDrawn="1"/>
        </p:nvSpPr>
        <p:spPr>
          <a:xfrm>
            <a:off x="8473063" y="37866"/>
            <a:ext cx="666750" cy="273844"/>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a:t>
            </a:fld>
            <a:endParaRPr lang="en-US" sz="1400" dirty="0">
              <a:solidFill>
                <a:srgbClr val="FFFF0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2221180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207878077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394383944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248352370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224005540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250058600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104607256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319058506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175313792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47001174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193980088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2DBC2-F449-49EF-AD7E-964553E48533}" type="datetimeFigureOut">
              <a:rPr lang="en-US" smtClean="0"/>
              <a:pPr/>
              <a:t>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91776145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5" name="Title 1"/>
          <p:cNvSpPr>
            <a:spLocks noGrp="1"/>
          </p:cNvSpPr>
          <p:nvPr>
            <p:ph type="title"/>
          </p:nvPr>
        </p:nvSpPr>
        <p:spPr>
          <a:xfrm>
            <a:off x="0" y="1695"/>
            <a:ext cx="9144000" cy="612000"/>
          </a:xfrm>
          <a:solidFill>
            <a:srgbClr val="905562"/>
          </a:solidFill>
          <a:ln>
            <a:noFill/>
          </a:ln>
        </p:spPr>
        <p:txBody>
          <a:bodyPr>
            <a:noAutofit/>
          </a:bodyPr>
          <a:lstStyle>
            <a:lvl1pPr algn="ctr">
              <a:defRPr sz="2600" b="1">
                <a:solidFill>
                  <a:schemeClr val="bg1"/>
                </a:solidFill>
              </a:defRPr>
            </a:lvl1pPr>
          </a:lstStyle>
          <a:p>
            <a:pPr algn="ctr"/>
            <a:endParaRPr lang="en-US" dirty="0">
              <a:latin typeface="Segoe UI" panose="020B0502040204020203" pitchFamily="34" charset="0"/>
              <a:cs typeface="Segoe UI" panose="020B0502040204020203" pitchFamily="34" charset="0"/>
            </a:endParaRPr>
          </a:p>
        </p:txBody>
      </p:sp>
      <p:sp>
        <p:nvSpPr>
          <p:cNvPr id="3" name="Slide Number Placeholder 3"/>
          <p:cNvSpPr txBox="1">
            <a:spLocks/>
          </p:cNvSpPr>
          <p:nvPr userDrawn="1"/>
        </p:nvSpPr>
        <p:spPr>
          <a:xfrm>
            <a:off x="8473063" y="37866"/>
            <a:ext cx="666750" cy="273844"/>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a:t>
            </a:fld>
            <a:endParaRPr lang="en-US" sz="1400" dirty="0">
              <a:solidFill>
                <a:srgbClr val="FFFF0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389229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heme" Target="../theme/theme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theme" Target="../theme/theme3.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theme" Target="../theme/theme4.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theme" Target="../theme/theme5.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theme" Target="../theme/theme6.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slideLayout" Target="../slideLayouts/slideLayout75.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D32DBC2-F449-49EF-AD7E-964553E48533}" type="datetimeFigureOut">
              <a:rPr lang="en-US" smtClean="0"/>
              <a:pPr/>
              <a:t>2/9/2024</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5890430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D32DBC2-F449-49EF-AD7E-964553E48533}" type="datetimeFigureOut">
              <a:rPr lang="en-US" smtClean="0"/>
              <a:pPr/>
              <a:t>2/9/2024</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202140222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6" r:id="rId12"/>
    <p:sldLayoutId id="2147483687" r:id="rId13"/>
    <p:sldLayoutId id="2147483689" r:id="rId14"/>
    <p:sldLayoutId id="2147483688" r:id="rId15"/>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D32DBC2-F449-49EF-AD7E-964553E48533}" type="datetimeFigureOut">
              <a:rPr lang="en-US" smtClean="0"/>
              <a:pPr/>
              <a:t>2/9/2024</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101726072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D32DBC2-F449-49EF-AD7E-964553E48533}" type="datetimeFigureOut">
              <a:rPr lang="en-US" smtClean="0"/>
              <a:pPr/>
              <a:t>2/9/2024</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2840347933"/>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D32DBC2-F449-49EF-AD7E-964553E48533}" type="datetimeFigureOut">
              <a:rPr lang="en-US" smtClean="0"/>
              <a:pPr/>
              <a:t>2/9/2024</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665680664"/>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D32DBC2-F449-49EF-AD7E-964553E48533}" type="datetimeFigureOut">
              <a:rPr lang="en-US" smtClean="0"/>
              <a:pPr/>
              <a:t>2/9/2024</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52E890C3-63A1-4FEC-B0E0-7B9334D7547C}" type="slidenum">
              <a:rPr lang="en-US" smtClean="0"/>
              <a:pPr/>
              <a:t>‹#›</a:t>
            </a:fld>
            <a:endParaRPr lang="en-US" dirty="0"/>
          </a:p>
        </p:txBody>
      </p:sp>
    </p:spTree>
    <p:extLst>
      <p:ext uri="{BB962C8B-B14F-4D97-AF65-F5344CB8AC3E}">
        <p14:creationId xmlns:p14="http://schemas.microsoft.com/office/powerpoint/2010/main" val="974228989"/>
      </p:ext>
    </p:extLst>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microsoft.com/office/2018/10/relationships/comments" Target="../comments/modernComment_491_6C9A5982.xml"/><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3.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3.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3.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3.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3.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5.xml"/></Relationships>
</file>

<file path=ppt/slides/_rels/slide27.xml.rels><?xml version="1.0" encoding="UTF-8" standalone="yes"?>
<Relationships xmlns="http://schemas.openxmlformats.org/package/2006/relationships"><Relationship Id="rId2" Type="http://schemas.microsoft.com/office/2018/10/relationships/comments" Target="../comments/modernComment_45C_98E4A853.xml"/><Relationship Id="rId1" Type="http://schemas.openxmlformats.org/officeDocument/2006/relationships/slideLayout" Target="../slideLayouts/slideLayout7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5.xml"/></Relationships>
</file>

<file path=ppt/slides/_rels/slide40.xml.rels><?xml version="1.0" encoding="UTF-8" standalone="yes"?>
<Relationships xmlns="http://schemas.openxmlformats.org/package/2006/relationships"><Relationship Id="rId2" Type="http://schemas.microsoft.com/office/2018/10/relationships/comments" Target="../comments/modernComment_50D_AC846CB1.xml"/><Relationship Id="rId1" Type="http://schemas.openxmlformats.org/officeDocument/2006/relationships/slideLayout" Target="../slideLayouts/slideLayout7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4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4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5DE3A813-6DBA-F993-8DA0-D81B4057E015}"/>
              </a:ext>
            </a:extLst>
          </p:cNvPr>
          <p:cNvSpPr txBox="1">
            <a:spLocks/>
          </p:cNvSpPr>
          <p:nvPr/>
        </p:nvSpPr>
        <p:spPr>
          <a:xfrm>
            <a:off x="1009567" y="1654307"/>
            <a:ext cx="7124865" cy="1834885"/>
          </a:xfrm>
          <a:prstGeom prst="rect">
            <a:avLst/>
          </a:prstGeom>
          <a:noFill/>
          <a:ln w="28575">
            <a:noFill/>
          </a:ln>
          <a:effectLst>
            <a:outerShdw blurRad="50800" dist="50800" dir="5400000" algn="ctr" rotWithShape="0">
              <a:schemeClr val="accent5">
                <a:lumMod val="50000"/>
              </a:schemeClr>
            </a:outerShdw>
          </a:effectLst>
        </p:spPr>
        <p:txBody>
          <a:bodyPr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lgn="ctr">
              <a:lnSpc>
                <a:spcPct val="100000"/>
              </a:lnSpc>
              <a:spcBef>
                <a:spcPts val="0"/>
              </a:spcBef>
              <a:spcAft>
                <a:spcPts val="600"/>
              </a:spcAft>
              <a:buNone/>
              <a:tabLst>
                <a:tab pos="1254125" algn="l"/>
                <a:tab pos="1423988" algn="l"/>
              </a:tabLst>
            </a:pPr>
            <a:r>
              <a:rPr lang="en-US" sz="6000" b="1" dirty="0">
                <a:solidFill>
                  <a:schemeClr val="bg1"/>
                </a:solidFill>
                <a:effectLst>
                  <a:outerShdw blurRad="38100" dist="63500" dir="2700000" algn="tl">
                    <a:schemeClr val="tx1">
                      <a:alpha val="43000"/>
                    </a:schemeClr>
                  </a:outerShdw>
                </a:effectLst>
                <a:latin typeface="Footlight MT Light" panose="0204060206030A020304" pitchFamily="18" charset="77"/>
              </a:rPr>
              <a:t>Theme</a:t>
            </a:r>
            <a:endParaRPr lang="en-GB" sz="5400" b="1" kern="1400" dirty="0">
              <a:solidFill>
                <a:schemeClr val="bg1"/>
              </a:solidFill>
              <a:effectLst>
                <a:outerShdw blurRad="38100" dist="63500" dir="2700000" algn="tl">
                  <a:schemeClr val="tx1">
                    <a:alpha val="43000"/>
                  </a:schemeClr>
                </a:outerShdw>
              </a:effectLst>
              <a:latin typeface="Footlight MT Light" panose="0204060206030A020304" pitchFamily="18" charset="77"/>
              <a:cs typeface="IrisUPC" panose="020B0604020202020204" pitchFamily="34" charset="-34"/>
            </a:endParaRPr>
          </a:p>
        </p:txBody>
      </p:sp>
    </p:spTree>
    <p:extLst>
      <p:ext uri="{BB962C8B-B14F-4D97-AF65-F5344CB8AC3E}">
        <p14:creationId xmlns:p14="http://schemas.microsoft.com/office/powerpoint/2010/main" val="4206118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B7289E29-7507-3DDD-F7D2-9284AAD62DE9}"/>
              </a:ext>
            </a:extLst>
          </p:cNvPr>
          <p:cNvSpPr/>
          <p:nvPr/>
        </p:nvSpPr>
        <p:spPr>
          <a:xfrm>
            <a:off x="1868291" y="1809497"/>
            <a:ext cx="5407417" cy="1524506"/>
          </a:xfrm>
          <a:prstGeom prst="roundRect">
            <a:avLst>
              <a:gd name="adj" fmla="val 8229"/>
            </a:avLst>
          </a:prstGeom>
          <a:solidFill>
            <a:srgbClr val="905562">
              <a:alpha val="7098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Content Placeholder 2">
            <a:extLst>
              <a:ext uri="{FF2B5EF4-FFF2-40B4-BE49-F238E27FC236}">
                <a16:creationId xmlns:a16="http://schemas.microsoft.com/office/drawing/2014/main" id="{452E3445-7428-97CE-263A-521C050900BE}"/>
              </a:ext>
            </a:extLst>
          </p:cNvPr>
          <p:cNvSpPr txBox="1">
            <a:spLocks/>
          </p:cNvSpPr>
          <p:nvPr/>
        </p:nvSpPr>
        <p:spPr>
          <a:xfrm>
            <a:off x="1670550" y="1755777"/>
            <a:ext cx="5802900" cy="1631946"/>
          </a:xfrm>
          <a:prstGeom prst="rect">
            <a:avLst/>
          </a:prstGeom>
          <a:noFill/>
          <a:ln w="28575">
            <a:noFill/>
          </a:ln>
        </p:spPr>
        <p:txBody>
          <a:bodyPr anchor="t">
            <a:noAutofit/>
          </a:bodyPr>
          <a:lstStyle>
            <a:defPPr>
              <a:defRPr lang="en-US"/>
            </a:defPPr>
            <a:lvl1pPr lvl="0" indent="0" algn="ctr" defTabSz="685800">
              <a:lnSpc>
                <a:spcPct val="100000"/>
              </a:lnSpc>
              <a:spcBef>
                <a:spcPts val="0"/>
              </a:spcBef>
              <a:spcAft>
                <a:spcPts val="600"/>
              </a:spcAft>
              <a:buFont typeface="Arial" panose="020B0604020202020204" pitchFamily="34" charset="0"/>
              <a:buNone/>
              <a:tabLst>
                <a:tab pos="1254125" algn="l"/>
                <a:tab pos="1423988" algn="l"/>
              </a:tabLst>
              <a:defRPr sz="4800" b="1">
                <a:gradFill>
                  <a:gsLst>
                    <a:gs pos="7000">
                      <a:srgbClr val="001A52"/>
                    </a:gs>
                    <a:gs pos="40000">
                      <a:srgbClr val="9BBDC9"/>
                    </a:gs>
                    <a:gs pos="21000">
                      <a:srgbClr val="008FD3"/>
                    </a:gs>
                    <a:gs pos="55000">
                      <a:schemeClr val="bg1"/>
                    </a:gs>
                  </a:gsLst>
                  <a:lin ang="5400000" scaled="1"/>
                </a:gradFill>
                <a:effectLst>
                  <a:outerShdw blurRad="38100" dist="38100" dir="2700000" algn="tl">
                    <a:srgbClr val="000000">
                      <a:alpha val="43137"/>
                    </a:srgbClr>
                  </a:outerShdw>
                </a:effectLst>
                <a:latin typeface="Tenorite" pitchFamily="2"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r>
              <a:rPr lang="en-US" dirty="0">
                <a:solidFill>
                  <a:schemeClr val="bg1"/>
                </a:solidFill>
              </a:rPr>
              <a:t>Opening Hymn</a:t>
            </a:r>
          </a:p>
          <a:p>
            <a:r>
              <a:rPr lang="en-US" sz="4800" dirty="0"/>
              <a:t>Immortal, Invisible</a:t>
            </a:r>
            <a:endParaRPr lang="en-US" dirty="0">
              <a:solidFill>
                <a:schemeClr val="bg1"/>
              </a:solidFill>
            </a:endParaRPr>
          </a:p>
        </p:txBody>
      </p:sp>
    </p:spTree>
    <p:extLst>
      <p:ext uri="{BB962C8B-B14F-4D97-AF65-F5344CB8AC3E}">
        <p14:creationId xmlns:p14="http://schemas.microsoft.com/office/powerpoint/2010/main" val="717388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dirty="0">
                <a:latin typeface="Segoe UI" panose="020B0502040204020203" pitchFamily="34" charset="0"/>
                <a:cs typeface="Segoe UI" panose="020B0502040204020203" pitchFamily="34" charset="0"/>
              </a:rPr>
              <a:t>Opening Hymn</a:t>
            </a:r>
            <a:endParaRPr lang="en-US" dirty="0">
              <a:latin typeface="Segoe UI" panose="020B0502040204020203" pitchFamily="34" charset="0"/>
              <a:cs typeface="Segoe UI" panose="020B0502040204020203" pitchFamily="34" charset="0"/>
            </a:endParaRPr>
          </a:p>
        </p:txBody>
      </p:sp>
      <p:sp>
        <p:nvSpPr>
          <p:cNvPr id="6" name="Slide Number Placeholder 3"/>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3</a:t>
            </a:fld>
            <a:endParaRPr lang="en-US" sz="1400" dirty="0">
              <a:solidFill>
                <a:srgbClr val="FFFF00"/>
              </a:solidFill>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094E9A69-B612-35E4-DEEF-5092DA0A0A97}"/>
              </a:ext>
            </a:extLst>
          </p:cNvPr>
          <p:cNvSpPr txBox="1"/>
          <p:nvPr/>
        </p:nvSpPr>
        <p:spPr>
          <a:xfrm>
            <a:off x="161267" y="589667"/>
            <a:ext cx="8821466" cy="3970318"/>
          </a:xfrm>
          <a:prstGeom prst="rect">
            <a:avLst/>
          </a:prstGeom>
          <a:noFill/>
        </p:spPr>
        <p:txBody>
          <a:bodyPr wrap="square">
            <a:spAutoFit/>
          </a:bodyPr>
          <a:lstStyle/>
          <a:p>
            <a:pPr algn="ctr"/>
            <a:r>
              <a:rPr lang="en-US" sz="2800" dirty="0"/>
              <a:t>Immortal, invisible, God only wise,</a:t>
            </a:r>
          </a:p>
          <a:p>
            <a:pPr algn="ctr"/>
            <a:r>
              <a:rPr lang="en-US" sz="2800" dirty="0"/>
              <a:t>In light inaccessible hid from our eyes,</a:t>
            </a:r>
          </a:p>
          <a:p>
            <a:pPr algn="ctr"/>
            <a:r>
              <a:rPr lang="en-US" sz="2800" dirty="0"/>
              <a:t>Most blessed, most glorious, the Ancient of Days,</a:t>
            </a:r>
          </a:p>
          <a:p>
            <a:pPr algn="ctr"/>
            <a:r>
              <a:rPr lang="en-US" sz="2800" dirty="0"/>
              <a:t>Almighty, victorious- Thy great name we praise. </a:t>
            </a:r>
          </a:p>
          <a:p>
            <a:pPr algn="ctr"/>
            <a:endParaRPr lang="en-US" sz="2800" dirty="0"/>
          </a:p>
          <a:p>
            <a:pPr algn="ctr"/>
            <a:r>
              <a:rPr lang="en-US" sz="2800" dirty="0"/>
              <a:t>Unresting, unhasting, and silent as light,</a:t>
            </a:r>
          </a:p>
          <a:p>
            <a:pPr algn="ctr"/>
            <a:r>
              <a:rPr lang="en-US" sz="2800" dirty="0"/>
              <a:t>Nor wanting, nor wasting, thou rulest in might;</a:t>
            </a:r>
          </a:p>
          <a:p>
            <a:pPr algn="ctr"/>
            <a:r>
              <a:rPr lang="en-US" sz="2800" dirty="0"/>
              <a:t>Thy justice like mountains high soaring above</a:t>
            </a:r>
          </a:p>
          <a:p>
            <a:pPr algn="ctr"/>
            <a:r>
              <a:rPr lang="en-US" sz="2800" dirty="0"/>
              <a:t>Thy clouds, which are fountains of goodness and love.</a:t>
            </a:r>
          </a:p>
        </p:txBody>
      </p:sp>
      <p:sp>
        <p:nvSpPr>
          <p:cNvPr id="5" name="TextBox 4">
            <a:extLst>
              <a:ext uri="{FF2B5EF4-FFF2-40B4-BE49-F238E27FC236}">
                <a16:creationId xmlns:a16="http://schemas.microsoft.com/office/drawing/2014/main" id="{F23B1A82-CA2E-08BD-1D0D-5AA03047C3D2}"/>
              </a:ext>
            </a:extLst>
          </p:cNvPr>
          <p:cNvSpPr txBox="1"/>
          <p:nvPr/>
        </p:nvSpPr>
        <p:spPr>
          <a:xfrm>
            <a:off x="7023370" y="4786008"/>
            <a:ext cx="2120630" cy="307777"/>
          </a:xfrm>
          <a:prstGeom prst="rect">
            <a:avLst/>
          </a:prstGeom>
          <a:noFill/>
        </p:spPr>
        <p:txBody>
          <a:bodyPr wrap="square" rtlCol="0">
            <a:spAutoFit/>
          </a:bodyPr>
          <a:lstStyle/>
          <a:p>
            <a:pPr algn="r"/>
            <a:r>
              <a:rPr lang="en-US" sz="1400" dirty="0"/>
              <a:t>Opening: 1 of 2</a:t>
            </a:r>
          </a:p>
        </p:txBody>
      </p:sp>
    </p:spTree>
    <p:extLst>
      <p:ext uri="{BB962C8B-B14F-4D97-AF65-F5344CB8AC3E}">
        <p14:creationId xmlns:p14="http://schemas.microsoft.com/office/powerpoint/2010/main" val="1822054786"/>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dirty="0">
                <a:latin typeface="Segoe UI" panose="020B0502040204020203" pitchFamily="34" charset="0"/>
                <a:cs typeface="Segoe UI" panose="020B0502040204020203" pitchFamily="34" charset="0"/>
              </a:rPr>
              <a:t>Opening Hymn</a:t>
            </a:r>
            <a:endParaRPr lang="en-US" dirty="0">
              <a:latin typeface="Segoe UI" panose="020B0502040204020203" pitchFamily="34" charset="0"/>
              <a:cs typeface="Segoe UI" panose="020B0502040204020203" pitchFamily="34" charset="0"/>
            </a:endParaRPr>
          </a:p>
        </p:txBody>
      </p:sp>
      <p:sp>
        <p:nvSpPr>
          <p:cNvPr id="6" name="Slide Number Placeholder 3"/>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4</a:t>
            </a:fld>
            <a:endParaRPr lang="en-US" sz="1400" dirty="0">
              <a:solidFill>
                <a:srgbClr val="FFFF00"/>
              </a:solidFill>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094E9A69-B612-35E4-DEEF-5092DA0A0A97}"/>
              </a:ext>
            </a:extLst>
          </p:cNvPr>
          <p:cNvSpPr txBox="1"/>
          <p:nvPr/>
        </p:nvSpPr>
        <p:spPr>
          <a:xfrm>
            <a:off x="161267" y="589667"/>
            <a:ext cx="8821466" cy="3970318"/>
          </a:xfrm>
          <a:prstGeom prst="rect">
            <a:avLst/>
          </a:prstGeom>
          <a:noFill/>
        </p:spPr>
        <p:txBody>
          <a:bodyPr wrap="square">
            <a:spAutoFit/>
          </a:bodyPr>
          <a:lstStyle/>
          <a:p>
            <a:pPr algn="ctr"/>
            <a:r>
              <a:rPr lang="en-US" sz="2800" dirty="0"/>
              <a:t>To all life thou givest, to both great and small;</a:t>
            </a:r>
          </a:p>
          <a:p>
            <a:pPr algn="ctr"/>
            <a:r>
              <a:rPr lang="en-US" sz="2800" dirty="0"/>
              <a:t>In all life thou livest, the true life of all;</a:t>
            </a:r>
          </a:p>
          <a:p>
            <a:pPr algn="ctr"/>
            <a:r>
              <a:rPr lang="en-US" sz="2800" dirty="0"/>
              <a:t>We blossom and flourish as leaves on the tree,</a:t>
            </a:r>
          </a:p>
          <a:p>
            <a:pPr algn="ctr"/>
            <a:r>
              <a:rPr lang="en-US" sz="2800" dirty="0"/>
              <a:t>And wither and perish but naught changeth thee.</a:t>
            </a:r>
          </a:p>
          <a:p>
            <a:pPr algn="ctr"/>
            <a:endParaRPr lang="en-US" sz="2800" dirty="0"/>
          </a:p>
          <a:p>
            <a:pPr algn="ctr"/>
            <a:r>
              <a:rPr lang="en-US" sz="2800" dirty="0"/>
              <a:t>Great Father of glory, pure Father of light,</a:t>
            </a:r>
          </a:p>
          <a:p>
            <a:pPr algn="ctr"/>
            <a:r>
              <a:rPr lang="en-US" sz="2800" dirty="0"/>
              <a:t>Thine angels adore thee, all veiling their sight;</a:t>
            </a:r>
          </a:p>
          <a:p>
            <a:pPr algn="ctr"/>
            <a:r>
              <a:rPr lang="en-US" sz="2800" dirty="0"/>
              <a:t>All praise we would render, O help us to see</a:t>
            </a:r>
          </a:p>
          <a:p>
            <a:pPr algn="ctr"/>
            <a:r>
              <a:rPr lang="en-US" sz="2800" dirty="0"/>
              <a:t>‘Tis only the splendor of light hideth thee!</a:t>
            </a:r>
          </a:p>
        </p:txBody>
      </p:sp>
      <p:sp>
        <p:nvSpPr>
          <p:cNvPr id="5" name="TextBox 4">
            <a:extLst>
              <a:ext uri="{FF2B5EF4-FFF2-40B4-BE49-F238E27FC236}">
                <a16:creationId xmlns:a16="http://schemas.microsoft.com/office/drawing/2014/main" id="{F23B1A82-CA2E-08BD-1D0D-5AA03047C3D2}"/>
              </a:ext>
            </a:extLst>
          </p:cNvPr>
          <p:cNvSpPr txBox="1"/>
          <p:nvPr/>
        </p:nvSpPr>
        <p:spPr>
          <a:xfrm>
            <a:off x="7023370" y="4786008"/>
            <a:ext cx="2120630" cy="307777"/>
          </a:xfrm>
          <a:prstGeom prst="rect">
            <a:avLst/>
          </a:prstGeom>
          <a:noFill/>
        </p:spPr>
        <p:txBody>
          <a:bodyPr wrap="square" rtlCol="0">
            <a:spAutoFit/>
          </a:bodyPr>
          <a:lstStyle/>
          <a:p>
            <a:pPr algn="r"/>
            <a:r>
              <a:rPr lang="en-US" sz="1400" dirty="0"/>
              <a:t>Opening: 2 of 2</a:t>
            </a:r>
          </a:p>
        </p:txBody>
      </p:sp>
    </p:spTree>
    <p:extLst>
      <p:ext uri="{BB962C8B-B14F-4D97-AF65-F5344CB8AC3E}">
        <p14:creationId xmlns:p14="http://schemas.microsoft.com/office/powerpoint/2010/main" val="2110754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89528709-983B-B99F-2E0F-36F5B23AD121}"/>
              </a:ext>
            </a:extLst>
          </p:cNvPr>
          <p:cNvSpPr txBox="1">
            <a:spLocks/>
          </p:cNvSpPr>
          <p:nvPr/>
        </p:nvSpPr>
        <p:spPr>
          <a:xfrm>
            <a:off x="1009567" y="1654307"/>
            <a:ext cx="7124865" cy="1834885"/>
          </a:xfrm>
          <a:prstGeom prst="rect">
            <a:avLst/>
          </a:prstGeom>
          <a:noFill/>
          <a:ln w="28575">
            <a:noFill/>
          </a:ln>
          <a:effectLst>
            <a:outerShdw blurRad="50800" dist="50800" dir="5400000" algn="ctr" rotWithShape="0">
              <a:schemeClr val="accent5">
                <a:lumMod val="50000"/>
              </a:schemeClr>
            </a:outerShdw>
          </a:effectLst>
        </p:spPr>
        <p:txBody>
          <a:bodyPr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lgn="ctr">
              <a:lnSpc>
                <a:spcPct val="100000"/>
              </a:lnSpc>
              <a:spcBef>
                <a:spcPts val="0"/>
              </a:spcBef>
              <a:spcAft>
                <a:spcPts val="600"/>
              </a:spcAft>
              <a:buNone/>
              <a:tabLst>
                <a:tab pos="1254125" algn="l"/>
                <a:tab pos="1423988" algn="l"/>
              </a:tabLst>
            </a:pPr>
            <a:r>
              <a:rPr lang="en-US" sz="6000" b="1" dirty="0">
                <a:solidFill>
                  <a:schemeClr val="bg1"/>
                </a:solidFill>
                <a:effectLst>
                  <a:outerShdw blurRad="38100" dist="63500" dir="2700000" algn="tl">
                    <a:schemeClr val="tx1">
                      <a:alpha val="43000"/>
                    </a:schemeClr>
                  </a:outerShdw>
                </a:effectLst>
                <a:latin typeface="Footlight MT Light" panose="0204060206030A020304" pitchFamily="18" charset="77"/>
              </a:rPr>
              <a:t>Theme</a:t>
            </a:r>
            <a:endParaRPr lang="en-GB" sz="5400" b="1" kern="1400" dirty="0">
              <a:solidFill>
                <a:schemeClr val="bg1"/>
              </a:solidFill>
              <a:effectLst>
                <a:outerShdw blurRad="38100" dist="63500" dir="2700000" algn="tl">
                  <a:schemeClr val="tx1">
                    <a:alpha val="43000"/>
                  </a:schemeClr>
                </a:outerShdw>
              </a:effectLst>
              <a:latin typeface="Footlight MT Light" panose="0204060206030A020304" pitchFamily="18" charset="77"/>
              <a:cs typeface="IrisUPC" panose="020B0604020202020204" pitchFamily="34" charset="-34"/>
            </a:endParaRPr>
          </a:p>
        </p:txBody>
      </p:sp>
    </p:spTree>
    <p:extLst>
      <p:ext uri="{BB962C8B-B14F-4D97-AF65-F5344CB8AC3E}">
        <p14:creationId xmlns:p14="http://schemas.microsoft.com/office/powerpoint/2010/main" val="16729108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BDDA26F8-E366-2B5B-C348-C507B3038F2B}"/>
              </a:ext>
            </a:extLst>
          </p:cNvPr>
          <p:cNvSpPr/>
          <p:nvPr/>
        </p:nvSpPr>
        <p:spPr>
          <a:xfrm>
            <a:off x="1513336" y="1378756"/>
            <a:ext cx="6117328" cy="2385987"/>
          </a:xfrm>
          <a:prstGeom prst="roundRect">
            <a:avLst>
              <a:gd name="adj" fmla="val 8229"/>
            </a:avLst>
          </a:prstGeom>
          <a:solidFill>
            <a:srgbClr val="905562">
              <a:alpha val="7098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Content Placeholder 2">
            <a:extLst>
              <a:ext uri="{FF2B5EF4-FFF2-40B4-BE49-F238E27FC236}">
                <a16:creationId xmlns:a16="http://schemas.microsoft.com/office/drawing/2014/main" id="{B9ACC418-9BFA-F946-DA5B-A680A2EBDFAC}"/>
              </a:ext>
            </a:extLst>
          </p:cNvPr>
          <p:cNvSpPr txBox="1">
            <a:spLocks/>
          </p:cNvSpPr>
          <p:nvPr/>
        </p:nvSpPr>
        <p:spPr>
          <a:xfrm>
            <a:off x="1513336" y="1378756"/>
            <a:ext cx="6117328" cy="2385987"/>
          </a:xfrm>
          <a:prstGeom prst="rect">
            <a:avLst/>
          </a:prstGeom>
          <a:noFill/>
          <a:ln w="28575">
            <a:noFill/>
          </a:ln>
        </p:spPr>
        <p:txBody>
          <a:bodyPr anchor="t">
            <a:noAutofit/>
          </a:bodyPr>
          <a:lstStyle>
            <a:defPPr>
              <a:defRPr lang="en-US"/>
            </a:defPPr>
            <a:lvl1pPr lvl="0" indent="0" algn="ctr" defTabSz="685800">
              <a:lnSpc>
                <a:spcPct val="100000"/>
              </a:lnSpc>
              <a:spcBef>
                <a:spcPts val="0"/>
              </a:spcBef>
              <a:spcAft>
                <a:spcPts val="600"/>
              </a:spcAft>
              <a:buFont typeface="Arial" panose="020B0604020202020204" pitchFamily="34" charset="0"/>
              <a:buNone/>
              <a:tabLst>
                <a:tab pos="1254125" algn="l"/>
                <a:tab pos="1423988" algn="l"/>
              </a:tabLst>
              <a:defRPr sz="4800" b="1">
                <a:gradFill>
                  <a:gsLst>
                    <a:gs pos="7000">
                      <a:srgbClr val="001A52"/>
                    </a:gs>
                    <a:gs pos="40000">
                      <a:srgbClr val="9BBDC9"/>
                    </a:gs>
                    <a:gs pos="21000">
                      <a:srgbClr val="008FD3"/>
                    </a:gs>
                    <a:gs pos="55000">
                      <a:schemeClr val="bg1"/>
                    </a:gs>
                  </a:gsLst>
                  <a:lin ang="5400000" scaled="1"/>
                </a:gradFill>
                <a:effectLst>
                  <a:outerShdw blurRad="38100" dist="38100" dir="2700000" algn="tl">
                    <a:srgbClr val="000000">
                      <a:alpha val="43137"/>
                    </a:srgbClr>
                  </a:outerShdw>
                </a:effectLst>
                <a:latin typeface="Tenorite" pitchFamily="2"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r>
              <a:rPr lang="en-GB" dirty="0">
                <a:solidFill>
                  <a:schemeClr val="bg1"/>
                </a:solidFill>
              </a:rPr>
              <a:t>Thanksgiving Prayers</a:t>
            </a:r>
          </a:p>
          <a:p>
            <a:r>
              <a:rPr lang="en-GB" dirty="0">
                <a:solidFill>
                  <a:schemeClr val="bg1"/>
                </a:solidFill>
              </a:rPr>
              <a:t>Come Thou Fount</a:t>
            </a:r>
          </a:p>
        </p:txBody>
      </p:sp>
    </p:spTree>
    <p:extLst>
      <p:ext uri="{BB962C8B-B14F-4D97-AF65-F5344CB8AC3E}">
        <p14:creationId xmlns:p14="http://schemas.microsoft.com/office/powerpoint/2010/main" val="3717493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latin typeface="Segoe UI" panose="020B0502040204020203" pitchFamily="34" charset="0"/>
                <a:cs typeface="Segoe UI" panose="020B0502040204020203" pitchFamily="34" charset="0"/>
              </a:rPr>
              <a:t>Thanksgiving – </a:t>
            </a:r>
            <a:r>
              <a:rPr lang="en-GB" dirty="0">
                <a:solidFill>
                  <a:schemeClr val="bg1"/>
                </a:solidFill>
              </a:rPr>
              <a:t>Come Thou Fount </a:t>
            </a:r>
            <a:r>
              <a:rPr lang="en-SG" dirty="0">
                <a:latin typeface="Segoe UI" panose="020B0502040204020203" pitchFamily="34" charset="0"/>
                <a:cs typeface="Segoe UI" panose="020B0502040204020203" pitchFamily="34" charset="0"/>
              </a:rPr>
              <a:t>v1</a:t>
            </a:r>
            <a:endParaRPr lang="en-US" dirty="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4FED1249-D453-4D4E-BD98-BAC3CEA5DFD7}"/>
              </a:ext>
            </a:extLst>
          </p:cNvPr>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61572416-2890-4130-B3A5-BF0B00B97382}" type="slidenum">
              <a:rPr kumimoji="0" lang="en-US" sz="1400" b="0" i="0" u="none" strike="noStrike" kern="1200" cap="none" spc="0" normalizeH="0" baseline="0" noProof="0" smtClean="0">
                <a:ln>
                  <a:noFill/>
                </a:ln>
                <a:solidFill>
                  <a:srgbClr val="FFFF00"/>
                </a:solidFill>
                <a:effectLst/>
                <a:uLnTx/>
                <a:uFillTx/>
                <a:latin typeface="Segoe UI" panose="020B0502040204020203" pitchFamily="34" charset="0"/>
                <a:ea typeface="+mn-ea"/>
                <a:cs typeface="Segoe UI" panose="020B0502040204020203"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dirty="0">
              <a:ln>
                <a:noFill/>
              </a:ln>
              <a:solidFill>
                <a:srgbClr val="FFFF00"/>
              </a:solidFill>
              <a:effectLst/>
              <a:uLnTx/>
              <a:uFillTx/>
              <a:latin typeface="Segoe UI" panose="020B0502040204020203" pitchFamily="34" charset="0"/>
              <a:ea typeface="+mn-ea"/>
              <a:cs typeface="Segoe UI" panose="020B0502040204020203" pitchFamily="34" charset="0"/>
            </a:endParaRPr>
          </a:p>
        </p:txBody>
      </p:sp>
      <p:sp>
        <p:nvSpPr>
          <p:cNvPr id="5" name="TextBox 4">
            <a:extLst>
              <a:ext uri="{FF2B5EF4-FFF2-40B4-BE49-F238E27FC236}">
                <a16:creationId xmlns:a16="http://schemas.microsoft.com/office/drawing/2014/main" id="{EF0E83AD-AD85-5E6C-33F5-D8EF739355C5}"/>
              </a:ext>
            </a:extLst>
          </p:cNvPr>
          <p:cNvSpPr txBox="1"/>
          <p:nvPr/>
        </p:nvSpPr>
        <p:spPr>
          <a:xfrm>
            <a:off x="1571702" y="910774"/>
            <a:ext cx="6324105" cy="3898503"/>
          </a:xfrm>
          <a:prstGeom prst="rect">
            <a:avLst/>
          </a:prstGeom>
          <a:noFill/>
        </p:spPr>
        <p:txBody>
          <a:bodyPr wrap="square">
            <a:spAutoFit/>
          </a:bodyPr>
          <a:lstStyle/>
          <a:p>
            <a:pPr algn="ctr">
              <a:spcAft>
                <a:spcPts val="400"/>
              </a:spcAft>
            </a:pPr>
            <a:r>
              <a:rPr lang="en-US" sz="2800" dirty="0">
                <a:latin typeface="Segoe UI" panose="020B0502040204020203" pitchFamily="34" charset="0"/>
                <a:cs typeface="Segoe UI" panose="020B0502040204020203" pitchFamily="34" charset="0"/>
              </a:rPr>
              <a:t>Come, Thou Fount of every blessing,</a:t>
            </a:r>
          </a:p>
          <a:p>
            <a:pPr algn="ctr">
              <a:spcAft>
                <a:spcPts val="400"/>
              </a:spcAft>
            </a:pPr>
            <a:r>
              <a:rPr lang="en-US" sz="2800" dirty="0">
                <a:latin typeface="Segoe UI" panose="020B0502040204020203" pitchFamily="34" charset="0"/>
                <a:cs typeface="Segoe UI" panose="020B0502040204020203" pitchFamily="34" charset="0"/>
              </a:rPr>
              <a:t>Tune my heart to sing </a:t>
            </a:r>
            <a:r>
              <a:rPr lang="en-US" sz="2800" cap="all" dirty="0">
                <a:latin typeface="Segoe UI" panose="020B0502040204020203" pitchFamily="34" charset="0"/>
                <a:cs typeface="Segoe UI" panose="020B0502040204020203" pitchFamily="34" charset="0"/>
              </a:rPr>
              <a:t>t</a:t>
            </a:r>
            <a:r>
              <a:rPr lang="en-US" sz="2800" dirty="0">
                <a:latin typeface="Segoe UI" panose="020B0502040204020203" pitchFamily="34" charset="0"/>
                <a:cs typeface="Segoe UI" panose="020B0502040204020203" pitchFamily="34" charset="0"/>
              </a:rPr>
              <a:t>hy grace;</a:t>
            </a:r>
          </a:p>
          <a:p>
            <a:pPr algn="ctr">
              <a:spcAft>
                <a:spcPts val="400"/>
              </a:spcAft>
            </a:pPr>
            <a:r>
              <a:rPr lang="en-US" sz="2800" cap="all" dirty="0">
                <a:latin typeface="Segoe UI" panose="020B0502040204020203" pitchFamily="34" charset="0"/>
                <a:cs typeface="Segoe UI" panose="020B0502040204020203" pitchFamily="34" charset="0"/>
              </a:rPr>
              <a:t>s</a:t>
            </a:r>
            <a:r>
              <a:rPr lang="en-US" sz="2800" dirty="0">
                <a:latin typeface="Segoe UI" panose="020B0502040204020203" pitchFamily="34" charset="0"/>
                <a:cs typeface="Segoe UI" panose="020B0502040204020203" pitchFamily="34" charset="0"/>
              </a:rPr>
              <a:t>treams of mercy, never ceasing,</a:t>
            </a:r>
          </a:p>
          <a:p>
            <a:pPr algn="ctr">
              <a:spcAft>
                <a:spcPts val="400"/>
              </a:spcAft>
            </a:pPr>
            <a:r>
              <a:rPr lang="en-US" sz="2800" cap="all" dirty="0">
                <a:latin typeface="Segoe UI" panose="020B0502040204020203" pitchFamily="34" charset="0"/>
                <a:cs typeface="Segoe UI" panose="020B0502040204020203" pitchFamily="34" charset="0"/>
              </a:rPr>
              <a:t>c</a:t>
            </a:r>
            <a:r>
              <a:rPr lang="en-US" sz="2800" dirty="0">
                <a:latin typeface="Segoe UI" panose="020B0502040204020203" pitchFamily="34" charset="0"/>
                <a:cs typeface="Segoe UI" panose="020B0502040204020203" pitchFamily="34" charset="0"/>
              </a:rPr>
              <a:t>all for songs of loudest praise.</a:t>
            </a:r>
          </a:p>
          <a:p>
            <a:pPr algn="ctr">
              <a:spcAft>
                <a:spcPts val="400"/>
              </a:spcAft>
            </a:pPr>
            <a:r>
              <a:rPr lang="en-US" sz="2800" dirty="0">
                <a:latin typeface="Segoe UI" panose="020B0502040204020203" pitchFamily="34" charset="0"/>
                <a:cs typeface="Segoe UI" panose="020B0502040204020203" pitchFamily="34" charset="0"/>
              </a:rPr>
              <a:t>Teach me some melodious sonnet,</a:t>
            </a:r>
          </a:p>
          <a:p>
            <a:pPr algn="ctr">
              <a:spcAft>
                <a:spcPts val="400"/>
              </a:spcAft>
            </a:pPr>
            <a:r>
              <a:rPr lang="en-US" sz="2800" cap="all" dirty="0">
                <a:latin typeface="Segoe UI" panose="020B0502040204020203" pitchFamily="34" charset="0"/>
                <a:cs typeface="Segoe UI" panose="020B0502040204020203" pitchFamily="34" charset="0"/>
              </a:rPr>
              <a:t>s</a:t>
            </a:r>
            <a:r>
              <a:rPr lang="en-US" sz="2800" dirty="0">
                <a:latin typeface="Segoe UI" panose="020B0502040204020203" pitchFamily="34" charset="0"/>
                <a:cs typeface="Segoe UI" panose="020B0502040204020203" pitchFamily="34" charset="0"/>
              </a:rPr>
              <a:t>ung by flaming tongues above;</a:t>
            </a:r>
          </a:p>
          <a:p>
            <a:pPr algn="ctr">
              <a:spcAft>
                <a:spcPts val="400"/>
              </a:spcAft>
            </a:pPr>
            <a:r>
              <a:rPr lang="en-US" sz="2800" dirty="0">
                <a:latin typeface="Segoe UI" panose="020B0502040204020203" pitchFamily="34" charset="0"/>
                <a:cs typeface="Segoe UI" panose="020B0502040204020203" pitchFamily="34" charset="0"/>
              </a:rPr>
              <a:t>Praise His name! I'm fixed upon it,</a:t>
            </a:r>
          </a:p>
          <a:p>
            <a:pPr algn="ctr">
              <a:spcAft>
                <a:spcPts val="400"/>
              </a:spcAft>
            </a:pPr>
            <a:r>
              <a:rPr lang="en-US" sz="2800" dirty="0">
                <a:latin typeface="Segoe UI" panose="020B0502040204020203" pitchFamily="34" charset="0"/>
                <a:cs typeface="Segoe UI" panose="020B0502040204020203" pitchFamily="34" charset="0"/>
              </a:rPr>
              <a:t>Name of God’s redeeming love.</a:t>
            </a:r>
          </a:p>
        </p:txBody>
      </p:sp>
    </p:spTree>
    <p:extLst>
      <p:ext uri="{BB962C8B-B14F-4D97-AF65-F5344CB8AC3E}">
        <p14:creationId xmlns:p14="http://schemas.microsoft.com/office/powerpoint/2010/main" val="2771250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DB1B1673-989C-680F-2E10-EB145FAF0EA9}"/>
              </a:ext>
            </a:extLst>
          </p:cNvPr>
          <p:cNvSpPr/>
          <p:nvPr/>
        </p:nvSpPr>
        <p:spPr>
          <a:xfrm>
            <a:off x="1513336" y="1809496"/>
            <a:ext cx="6117328" cy="1524506"/>
          </a:xfrm>
          <a:prstGeom prst="roundRect">
            <a:avLst>
              <a:gd name="adj" fmla="val 8229"/>
            </a:avLst>
          </a:prstGeom>
          <a:solidFill>
            <a:srgbClr val="905562">
              <a:alpha val="7098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Content Placeholder 2">
            <a:extLst>
              <a:ext uri="{FF2B5EF4-FFF2-40B4-BE49-F238E27FC236}">
                <a16:creationId xmlns:a16="http://schemas.microsoft.com/office/drawing/2014/main" id="{B9ACC418-9BFA-F946-DA5B-A680A2EBDFAC}"/>
              </a:ext>
            </a:extLst>
          </p:cNvPr>
          <p:cNvSpPr txBox="1">
            <a:spLocks/>
          </p:cNvSpPr>
          <p:nvPr/>
        </p:nvSpPr>
        <p:spPr>
          <a:xfrm>
            <a:off x="1513336" y="1754364"/>
            <a:ext cx="6117328" cy="1634771"/>
          </a:xfrm>
          <a:prstGeom prst="rect">
            <a:avLst/>
          </a:prstGeom>
          <a:noFill/>
          <a:ln w="28575">
            <a:noFill/>
          </a:ln>
        </p:spPr>
        <p:txBody>
          <a:bodyPr anchor="t">
            <a:noAutofit/>
          </a:bodyPr>
          <a:lstStyle>
            <a:defPPr>
              <a:defRPr lang="en-US"/>
            </a:defPPr>
            <a:lvl1pPr lvl="0" indent="0" algn="ctr" defTabSz="685800">
              <a:lnSpc>
                <a:spcPct val="100000"/>
              </a:lnSpc>
              <a:spcBef>
                <a:spcPts val="0"/>
              </a:spcBef>
              <a:spcAft>
                <a:spcPts val="600"/>
              </a:spcAft>
              <a:buFont typeface="Arial" panose="020B0604020202020204" pitchFamily="34" charset="0"/>
              <a:buNone/>
              <a:tabLst>
                <a:tab pos="1254125" algn="l"/>
                <a:tab pos="1423988" algn="l"/>
              </a:tabLst>
              <a:defRPr sz="4800" b="1">
                <a:gradFill>
                  <a:gsLst>
                    <a:gs pos="7000">
                      <a:srgbClr val="001A52"/>
                    </a:gs>
                    <a:gs pos="40000">
                      <a:srgbClr val="9BBDC9"/>
                    </a:gs>
                    <a:gs pos="21000">
                      <a:srgbClr val="008FD3"/>
                    </a:gs>
                    <a:gs pos="55000">
                      <a:schemeClr val="bg1"/>
                    </a:gs>
                  </a:gsLst>
                  <a:lin ang="5400000" scaled="1"/>
                </a:gradFill>
                <a:effectLst>
                  <a:outerShdw blurRad="38100" dist="38100" dir="2700000" algn="tl">
                    <a:srgbClr val="000000">
                      <a:alpha val="43137"/>
                    </a:srgbClr>
                  </a:outerShdw>
                </a:effectLst>
                <a:latin typeface="Tenorite" pitchFamily="2"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r>
              <a:rPr lang="en-GB" dirty="0">
                <a:solidFill>
                  <a:schemeClr val="bg1"/>
                </a:solidFill>
              </a:rPr>
              <a:t>Thanksgiving Prayers</a:t>
            </a:r>
          </a:p>
        </p:txBody>
      </p:sp>
    </p:spTree>
    <p:extLst>
      <p:ext uri="{BB962C8B-B14F-4D97-AF65-F5344CB8AC3E}">
        <p14:creationId xmlns:p14="http://schemas.microsoft.com/office/powerpoint/2010/main" val="180396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F23B826F-1EDA-129F-EC70-2DC957D4F038}"/>
              </a:ext>
            </a:extLst>
          </p:cNvPr>
          <p:cNvSpPr/>
          <p:nvPr/>
        </p:nvSpPr>
        <p:spPr>
          <a:xfrm>
            <a:off x="2141910" y="1757052"/>
            <a:ext cx="4860177" cy="1629395"/>
          </a:xfrm>
          <a:prstGeom prst="roundRect">
            <a:avLst>
              <a:gd name="adj" fmla="val 8229"/>
            </a:avLst>
          </a:prstGeom>
          <a:solidFill>
            <a:srgbClr val="905562">
              <a:alpha val="7098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Content Placeholder 2">
            <a:extLst>
              <a:ext uri="{FF2B5EF4-FFF2-40B4-BE49-F238E27FC236}">
                <a16:creationId xmlns:a16="http://schemas.microsoft.com/office/drawing/2014/main" id="{B9ACC418-9BFA-F946-DA5B-A680A2EBDFAC}"/>
              </a:ext>
            </a:extLst>
          </p:cNvPr>
          <p:cNvSpPr txBox="1">
            <a:spLocks/>
          </p:cNvSpPr>
          <p:nvPr/>
        </p:nvSpPr>
        <p:spPr>
          <a:xfrm>
            <a:off x="1941789" y="1754363"/>
            <a:ext cx="5260417" cy="817386"/>
          </a:xfrm>
          <a:prstGeom prst="rect">
            <a:avLst/>
          </a:prstGeom>
          <a:noFill/>
          <a:ln w="28575">
            <a:noFill/>
          </a:ln>
        </p:spPr>
        <p:txBody>
          <a:bodyPr anchor="t">
            <a:noAutofit/>
          </a:bodyPr>
          <a:lstStyle>
            <a:defPPr>
              <a:defRPr lang="en-US"/>
            </a:defPPr>
            <a:lvl1pPr lvl="0" indent="0" algn="ctr" defTabSz="685800">
              <a:lnSpc>
                <a:spcPct val="100000"/>
              </a:lnSpc>
              <a:spcBef>
                <a:spcPts val="0"/>
              </a:spcBef>
              <a:spcAft>
                <a:spcPts val="600"/>
              </a:spcAft>
              <a:buFont typeface="Arial" panose="020B0604020202020204" pitchFamily="34" charset="0"/>
              <a:buNone/>
              <a:tabLst>
                <a:tab pos="1254125" algn="l"/>
                <a:tab pos="1423988" algn="l"/>
              </a:tabLst>
              <a:defRPr sz="4800" b="1">
                <a:gradFill>
                  <a:gsLst>
                    <a:gs pos="7000">
                      <a:srgbClr val="001A52"/>
                    </a:gs>
                    <a:gs pos="40000">
                      <a:srgbClr val="9BBDC9"/>
                    </a:gs>
                    <a:gs pos="21000">
                      <a:srgbClr val="008FD3"/>
                    </a:gs>
                    <a:gs pos="55000">
                      <a:schemeClr val="bg1"/>
                    </a:gs>
                  </a:gsLst>
                  <a:lin ang="5400000" scaled="1"/>
                </a:gradFill>
                <a:effectLst>
                  <a:outerShdw blurRad="38100" dist="38100" dir="2700000" algn="tl">
                    <a:srgbClr val="000000">
                      <a:alpha val="43137"/>
                    </a:srgbClr>
                  </a:outerShdw>
                </a:effectLst>
                <a:latin typeface="Tenorite" pitchFamily="2"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r>
              <a:rPr lang="en-GB" dirty="0">
                <a:solidFill>
                  <a:schemeClr val="bg1"/>
                </a:solidFill>
              </a:rPr>
              <a:t>Offertory</a:t>
            </a:r>
          </a:p>
          <a:p>
            <a:r>
              <a:rPr lang="en-GB" dirty="0">
                <a:solidFill>
                  <a:schemeClr val="bg1"/>
                </a:solidFill>
              </a:rPr>
              <a:t>Song No: 38</a:t>
            </a:r>
          </a:p>
        </p:txBody>
      </p:sp>
    </p:spTree>
    <p:extLst>
      <p:ext uri="{BB962C8B-B14F-4D97-AF65-F5344CB8AC3E}">
        <p14:creationId xmlns:p14="http://schemas.microsoft.com/office/powerpoint/2010/main" val="1217883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72751-0DFD-E04D-8DBC-6192EE4B4B2A}"/>
              </a:ext>
            </a:extLst>
          </p:cNvPr>
          <p:cNvSpPr>
            <a:spLocks noGrp="1"/>
          </p:cNvSpPr>
          <p:nvPr>
            <p:ph type="title"/>
          </p:nvPr>
        </p:nvSpPr>
        <p:spPr/>
        <p:txBody>
          <a:bodyPr/>
          <a:lstStyle/>
          <a:p>
            <a:r>
              <a:rPr lang="en-GB" dirty="0"/>
              <a:t>Offertory – Song No. 38</a:t>
            </a:r>
          </a:p>
        </p:txBody>
      </p:sp>
      <p:sp>
        <p:nvSpPr>
          <p:cNvPr id="7" name="Content Placeholder 2">
            <a:extLst>
              <a:ext uri="{FF2B5EF4-FFF2-40B4-BE49-F238E27FC236}">
                <a16:creationId xmlns:a16="http://schemas.microsoft.com/office/drawing/2014/main" id="{1E034DBB-D11D-E8BD-DFC3-703615F257C6}"/>
              </a:ext>
            </a:extLst>
          </p:cNvPr>
          <p:cNvSpPr txBox="1">
            <a:spLocks/>
          </p:cNvSpPr>
          <p:nvPr/>
        </p:nvSpPr>
        <p:spPr>
          <a:xfrm>
            <a:off x="5762748" y="4330422"/>
            <a:ext cx="3236067" cy="455586"/>
          </a:xfrm>
          <a:prstGeom prst="rect">
            <a:avLst/>
          </a:prstGeom>
          <a:noFill/>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tab pos="1423988" algn="l"/>
              </a:tabLst>
              <a:defRPr/>
            </a:pPr>
            <a:r>
              <a:rPr kumimoji="0" lang="en-GB" sz="2800" b="0" i="0" u="none" strike="noStrike" kern="1200" cap="none" spc="0" normalizeH="0" baseline="0" noProof="0" dirty="0">
                <a:ln>
                  <a:noFill/>
                </a:ln>
                <a:solidFill>
                  <a:prstClr val="black"/>
                </a:solidFill>
                <a:effectLst/>
                <a:uLnTx/>
                <a:uFillTx/>
                <a:latin typeface="Bahnschrift" panose="020B0502040204020203" pitchFamily="34" charset="0"/>
                <a:ea typeface="+mn-ea"/>
                <a:cs typeface="Segoe UI" panose="020B0502040204020203" pitchFamily="34" charset="0"/>
              </a:rPr>
              <a:t>UEN - S86CC0315K</a:t>
            </a:r>
          </a:p>
        </p:txBody>
      </p:sp>
      <p:pic>
        <p:nvPicPr>
          <p:cNvPr id="9" name="Picture 8">
            <a:extLst>
              <a:ext uri="{FF2B5EF4-FFF2-40B4-BE49-F238E27FC236}">
                <a16:creationId xmlns:a16="http://schemas.microsoft.com/office/drawing/2014/main" id="{4BC5C584-7550-42C0-5176-232FC90F0FD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0329" y="872600"/>
            <a:ext cx="3340907" cy="3340907"/>
          </a:xfrm>
          <a:prstGeom prst="rect">
            <a:avLst/>
          </a:prstGeom>
        </p:spPr>
      </p:pic>
      <p:sp>
        <p:nvSpPr>
          <p:cNvPr id="6" name="TextBox 5">
            <a:extLst>
              <a:ext uri="{FF2B5EF4-FFF2-40B4-BE49-F238E27FC236}">
                <a16:creationId xmlns:a16="http://schemas.microsoft.com/office/drawing/2014/main" id="{B48AEF40-D79D-77F3-773C-095D81075E36}"/>
              </a:ext>
            </a:extLst>
          </p:cNvPr>
          <p:cNvSpPr txBox="1"/>
          <p:nvPr/>
        </p:nvSpPr>
        <p:spPr>
          <a:xfrm>
            <a:off x="7023370" y="4786008"/>
            <a:ext cx="2120630" cy="307777"/>
          </a:xfrm>
          <a:prstGeom prst="rect">
            <a:avLst/>
          </a:prstGeom>
          <a:noFill/>
        </p:spPr>
        <p:txBody>
          <a:bodyPr wrap="square" rtlCol="0">
            <a:spAutoFit/>
          </a:bodyPr>
          <a:lstStyle/>
          <a:p>
            <a:pPr algn="r"/>
            <a:r>
              <a:rPr lang="en-US" sz="1400" dirty="0"/>
              <a:t>Offertory : 1 of 6</a:t>
            </a:r>
          </a:p>
        </p:txBody>
      </p:sp>
      <p:sp>
        <p:nvSpPr>
          <p:cNvPr id="3" name="TextBox 2">
            <a:extLst>
              <a:ext uri="{FF2B5EF4-FFF2-40B4-BE49-F238E27FC236}">
                <a16:creationId xmlns:a16="http://schemas.microsoft.com/office/drawing/2014/main" id="{DFD3087A-542A-9E8A-2F04-286C1B72B61A}"/>
              </a:ext>
            </a:extLst>
          </p:cNvPr>
          <p:cNvSpPr txBox="1"/>
          <p:nvPr/>
        </p:nvSpPr>
        <p:spPr>
          <a:xfrm>
            <a:off x="26896" y="559905"/>
            <a:ext cx="5710328" cy="4093428"/>
          </a:xfrm>
          <a:prstGeom prst="rect">
            <a:avLst/>
          </a:prstGeom>
          <a:noFill/>
        </p:spPr>
        <p:txBody>
          <a:bodyPr wrap="square">
            <a:spAutoFit/>
          </a:bodyPr>
          <a:lstStyle/>
          <a:p>
            <a:r>
              <a:rPr lang="en-US" sz="2600" dirty="0"/>
              <a:t>I am so glad that our Father in heaven </a:t>
            </a:r>
          </a:p>
          <a:p>
            <a:r>
              <a:rPr lang="en-US" sz="2600" dirty="0"/>
              <a:t>Tells of His love in the Book He has given:</a:t>
            </a:r>
          </a:p>
          <a:p>
            <a:r>
              <a:rPr lang="en-US" sz="2600" dirty="0"/>
              <a:t>Wonderful things in the Bible I see;</a:t>
            </a:r>
          </a:p>
          <a:p>
            <a:r>
              <a:rPr lang="en-US" sz="2600" dirty="0"/>
              <a:t>This is the dearest, that Jesus loves me.</a:t>
            </a:r>
          </a:p>
          <a:p>
            <a:r>
              <a:rPr lang="en-US" sz="2600" i="1" dirty="0">
                <a:solidFill>
                  <a:srgbClr val="800000"/>
                </a:solidFill>
              </a:rPr>
              <a:t>I am so glad that Jesus loves me,</a:t>
            </a:r>
          </a:p>
          <a:p>
            <a:r>
              <a:rPr lang="en-US" sz="2600" i="1" dirty="0">
                <a:solidFill>
                  <a:srgbClr val="800000"/>
                </a:solidFill>
              </a:rPr>
              <a:t>Jesus loves me, Jesus loves me,</a:t>
            </a:r>
          </a:p>
          <a:p>
            <a:r>
              <a:rPr lang="en-US" sz="2600" i="1" dirty="0">
                <a:solidFill>
                  <a:srgbClr val="800000"/>
                </a:solidFill>
              </a:rPr>
              <a:t>I am so glad that Jesus loves me,</a:t>
            </a:r>
          </a:p>
          <a:p>
            <a:r>
              <a:rPr lang="en-US" sz="2600" i="1" dirty="0">
                <a:solidFill>
                  <a:srgbClr val="800000"/>
                </a:solidFill>
              </a:rPr>
              <a:t>Jesus loves even me</a:t>
            </a:r>
          </a:p>
        </p:txBody>
      </p:sp>
    </p:spTree>
    <p:extLst>
      <p:ext uri="{BB962C8B-B14F-4D97-AF65-F5344CB8AC3E}">
        <p14:creationId xmlns:p14="http://schemas.microsoft.com/office/powerpoint/2010/main" val="140346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6CC7E-4014-8C38-4E83-C1EC36C141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34912A-3254-9F92-935A-78C02E0192B1}"/>
              </a:ext>
            </a:extLst>
          </p:cNvPr>
          <p:cNvSpPr>
            <a:spLocks noGrp="1"/>
          </p:cNvSpPr>
          <p:nvPr>
            <p:ph type="title"/>
          </p:nvPr>
        </p:nvSpPr>
        <p:spPr/>
        <p:txBody>
          <a:bodyPr/>
          <a:lstStyle/>
          <a:p>
            <a:r>
              <a:rPr lang="en-GB" dirty="0"/>
              <a:t>Offertory – Song No. 38</a:t>
            </a:r>
          </a:p>
        </p:txBody>
      </p:sp>
      <p:sp>
        <p:nvSpPr>
          <p:cNvPr id="7" name="Content Placeholder 2">
            <a:extLst>
              <a:ext uri="{FF2B5EF4-FFF2-40B4-BE49-F238E27FC236}">
                <a16:creationId xmlns:a16="http://schemas.microsoft.com/office/drawing/2014/main" id="{A3452F2E-A1BD-A279-2672-D3B188CA7012}"/>
              </a:ext>
            </a:extLst>
          </p:cNvPr>
          <p:cNvSpPr txBox="1">
            <a:spLocks/>
          </p:cNvSpPr>
          <p:nvPr/>
        </p:nvSpPr>
        <p:spPr>
          <a:xfrm>
            <a:off x="5762748" y="4330422"/>
            <a:ext cx="3236067" cy="455586"/>
          </a:xfrm>
          <a:prstGeom prst="rect">
            <a:avLst/>
          </a:prstGeom>
          <a:noFill/>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tab pos="1423988" algn="l"/>
              </a:tabLst>
              <a:defRPr/>
            </a:pPr>
            <a:r>
              <a:rPr kumimoji="0" lang="en-GB" sz="2800" b="0" i="0" u="none" strike="noStrike" kern="1200" cap="none" spc="0" normalizeH="0" baseline="0" noProof="0" dirty="0">
                <a:ln>
                  <a:noFill/>
                </a:ln>
                <a:solidFill>
                  <a:prstClr val="black"/>
                </a:solidFill>
                <a:effectLst/>
                <a:uLnTx/>
                <a:uFillTx/>
                <a:latin typeface="Bahnschrift" panose="020B0502040204020203" pitchFamily="34" charset="0"/>
                <a:ea typeface="+mn-ea"/>
                <a:cs typeface="Segoe UI" panose="020B0502040204020203" pitchFamily="34" charset="0"/>
              </a:rPr>
              <a:t>UEN - S86CC0315K</a:t>
            </a:r>
          </a:p>
        </p:txBody>
      </p:sp>
      <p:pic>
        <p:nvPicPr>
          <p:cNvPr id="9" name="Picture 8">
            <a:extLst>
              <a:ext uri="{FF2B5EF4-FFF2-40B4-BE49-F238E27FC236}">
                <a16:creationId xmlns:a16="http://schemas.microsoft.com/office/drawing/2014/main" id="{40516395-CA23-677C-6FB8-AE98D8AF62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0329" y="872600"/>
            <a:ext cx="3340907" cy="3340907"/>
          </a:xfrm>
          <a:prstGeom prst="rect">
            <a:avLst/>
          </a:prstGeom>
        </p:spPr>
      </p:pic>
      <p:sp>
        <p:nvSpPr>
          <p:cNvPr id="6" name="TextBox 5">
            <a:extLst>
              <a:ext uri="{FF2B5EF4-FFF2-40B4-BE49-F238E27FC236}">
                <a16:creationId xmlns:a16="http://schemas.microsoft.com/office/drawing/2014/main" id="{8303B977-2D36-166A-04CA-B68A6B3CB778}"/>
              </a:ext>
            </a:extLst>
          </p:cNvPr>
          <p:cNvSpPr txBox="1"/>
          <p:nvPr/>
        </p:nvSpPr>
        <p:spPr>
          <a:xfrm>
            <a:off x="7023370" y="4786008"/>
            <a:ext cx="2120630" cy="307777"/>
          </a:xfrm>
          <a:prstGeom prst="rect">
            <a:avLst/>
          </a:prstGeom>
          <a:noFill/>
        </p:spPr>
        <p:txBody>
          <a:bodyPr wrap="square" rtlCol="0">
            <a:spAutoFit/>
          </a:bodyPr>
          <a:lstStyle/>
          <a:p>
            <a:pPr algn="r"/>
            <a:r>
              <a:rPr lang="en-US" sz="1400" dirty="0"/>
              <a:t>Offertory : 2 of 6</a:t>
            </a:r>
          </a:p>
        </p:txBody>
      </p:sp>
      <p:sp>
        <p:nvSpPr>
          <p:cNvPr id="3" name="TextBox 2">
            <a:extLst>
              <a:ext uri="{FF2B5EF4-FFF2-40B4-BE49-F238E27FC236}">
                <a16:creationId xmlns:a16="http://schemas.microsoft.com/office/drawing/2014/main" id="{265825C1-ED11-FFA5-BEA7-35DBE35D05DE}"/>
              </a:ext>
            </a:extLst>
          </p:cNvPr>
          <p:cNvSpPr txBox="1"/>
          <p:nvPr/>
        </p:nvSpPr>
        <p:spPr>
          <a:xfrm>
            <a:off x="0" y="559905"/>
            <a:ext cx="5737224" cy="4093428"/>
          </a:xfrm>
          <a:prstGeom prst="rect">
            <a:avLst/>
          </a:prstGeom>
          <a:noFill/>
        </p:spPr>
        <p:txBody>
          <a:bodyPr wrap="square">
            <a:spAutoFit/>
          </a:bodyPr>
          <a:lstStyle/>
          <a:p>
            <a:r>
              <a:rPr lang="en-US" sz="2600" dirty="0"/>
              <a:t>Though I forget Him, and wander away, </a:t>
            </a:r>
          </a:p>
          <a:p>
            <a:r>
              <a:rPr lang="en-US" sz="2600" dirty="0"/>
              <a:t>Still He doth love me wherever I stray; </a:t>
            </a:r>
          </a:p>
          <a:p>
            <a:r>
              <a:rPr lang="en-US" sz="2600" dirty="0"/>
              <a:t>Back to His dear loving arms do I flee,</a:t>
            </a:r>
          </a:p>
          <a:p>
            <a:r>
              <a:rPr lang="en-US" sz="2600" dirty="0"/>
              <a:t>When I remember that Jesus loves me.</a:t>
            </a:r>
          </a:p>
          <a:p>
            <a:r>
              <a:rPr lang="en-US" sz="2600" i="1" dirty="0">
                <a:solidFill>
                  <a:srgbClr val="800000"/>
                </a:solidFill>
              </a:rPr>
              <a:t>I am so glad that Jesus loves me,</a:t>
            </a:r>
          </a:p>
          <a:p>
            <a:r>
              <a:rPr lang="en-US" sz="2600" i="1" dirty="0">
                <a:solidFill>
                  <a:srgbClr val="800000"/>
                </a:solidFill>
              </a:rPr>
              <a:t>Jesus loves me, Jesus loves me,</a:t>
            </a:r>
          </a:p>
          <a:p>
            <a:r>
              <a:rPr lang="en-US" sz="2600" i="1" dirty="0">
                <a:solidFill>
                  <a:srgbClr val="800000"/>
                </a:solidFill>
              </a:rPr>
              <a:t>I am so glad that Jesus loves me,</a:t>
            </a:r>
          </a:p>
          <a:p>
            <a:r>
              <a:rPr lang="en-US" sz="2600" i="1" dirty="0">
                <a:solidFill>
                  <a:srgbClr val="800000"/>
                </a:solidFill>
              </a:rPr>
              <a:t>Jesus loves even me</a:t>
            </a:r>
          </a:p>
        </p:txBody>
      </p:sp>
    </p:spTree>
    <p:extLst>
      <p:ext uri="{BB962C8B-B14F-4D97-AF65-F5344CB8AC3E}">
        <p14:creationId xmlns:p14="http://schemas.microsoft.com/office/powerpoint/2010/main" val="3008295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422FD-E07C-3B97-9EDB-0844457D66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46DEA6-4409-8818-02BE-62E3666E9964}"/>
              </a:ext>
            </a:extLst>
          </p:cNvPr>
          <p:cNvSpPr>
            <a:spLocks noGrp="1"/>
          </p:cNvSpPr>
          <p:nvPr>
            <p:ph type="title"/>
          </p:nvPr>
        </p:nvSpPr>
        <p:spPr/>
        <p:txBody>
          <a:bodyPr/>
          <a:lstStyle/>
          <a:p>
            <a:r>
              <a:rPr lang="en-GB" dirty="0"/>
              <a:t>Offertory – Song No. 38</a:t>
            </a:r>
          </a:p>
        </p:txBody>
      </p:sp>
      <p:sp>
        <p:nvSpPr>
          <p:cNvPr id="7" name="Content Placeholder 2">
            <a:extLst>
              <a:ext uri="{FF2B5EF4-FFF2-40B4-BE49-F238E27FC236}">
                <a16:creationId xmlns:a16="http://schemas.microsoft.com/office/drawing/2014/main" id="{7AB85D21-167E-C140-0B90-D4B036C42040}"/>
              </a:ext>
            </a:extLst>
          </p:cNvPr>
          <p:cNvSpPr txBox="1">
            <a:spLocks/>
          </p:cNvSpPr>
          <p:nvPr/>
        </p:nvSpPr>
        <p:spPr>
          <a:xfrm>
            <a:off x="5762748" y="4330422"/>
            <a:ext cx="3236067" cy="455586"/>
          </a:xfrm>
          <a:prstGeom prst="rect">
            <a:avLst/>
          </a:prstGeom>
          <a:noFill/>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tab pos="1423988" algn="l"/>
              </a:tabLst>
              <a:defRPr/>
            </a:pPr>
            <a:r>
              <a:rPr kumimoji="0" lang="en-GB" sz="2800" b="0" i="0" u="none" strike="noStrike" kern="1200" cap="none" spc="0" normalizeH="0" baseline="0" noProof="0" dirty="0">
                <a:ln>
                  <a:noFill/>
                </a:ln>
                <a:solidFill>
                  <a:prstClr val="black"/>
                </a:solidFill>
                <a:effectLst/>
                <a:uLnTx/>
                <a:uFillTx/>
                <a:latin typeface="Bahnschrift" panose="020B0502040204020203" pitchFamily="34" charset="0"/>
                <a:ea typeface="+mn-ea"/>
                <a:cs typeface="Segoe UI" panose="020B0502040204020203" pitchFamily="34" charset="0"/>
              </a:rPr>
              <a:t>UEN - S86CC0315K</a:t>
            </a:r>
          </a:p>
        </p:txBody>
      </p:sp>
      <p:pic>
        <p:nvPicPr>
          <p:cNvPr id="9" name="Picture 8">
            <a:extLst>
              <a:ext uri="{FF2B5EF4-FFF2-40B4-BE49-F238E27FC236}">
                <a16:creationId xmlns:a16="http://schemas.microsoft.com/office/drawing/2014/main" id="{79C7F91C-8132-83C3-4080-F6B6B05A0B3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0329" y="872600"/>
            <a:ext cx="3340907" cy="3340907"/>
          </a:xfrm>
          <a:prstGeom prst="rect">
            <a:avLst/>
          </a:prstGeom>
        </p:spPr>
      </p:pic>
      <p:sp>
        <p:nvSpPr>
          <p:cNvPr id="6" name="TextBox 5">
            <a:extLst>
              <a:ext uri="{FF2B5EF4-FFF2-40B4-BE49-F238E27FC236}">
                <a16:creationId xmlns:a16="http://schemas.microsoft.com/office/drawing/2014/main" id="{31C07618-F5A2-6558-D289-487D49A34F91}"/>
              </a:ext>
            </a:extLst>
          </p:cNvPr>
          <p:cNvSpPr txBox="1"/>
          <p:nvPr/>
        </p:nvSpPr>
        <p:spPr>
          <a:xfrm>
            <a:off x="7023370" y="4786008"/>
            <a:ext cx="2120630" cy="307777"/>
          </a:xfrm>
          <a:prstGeom prst="rect">
            <a:avLst/>
          </a:prstGeom>
          <a:noFill/>
        </p:spPr>
        <p:txBody>
          <a:bodyPr wrap="square" rtlCol="0">
            <a:spAutoFit/>
          </a:bodyPr>
          <a:lstStyle/>
          <a:p>
            <a:pPr algn="r"/>
            <a:r>
              <a:rPr lang="en-US" sz="1400" dirty="0"/>
              <a:t>Offertory : 3 of 6</a:t>
            </a:r>
          </a:p>
        </p:txBody>
      </p:sp>
      <p:sp>
        <p:nvSpPr>
          <p:cNvPr id="3" name="TextBox 2">
            <a:extLst>
              <a:ext uri="{FF2B5EF4-FFF2-40B4-BE49-F238E27FC236}">
                <a16:creationId xmlns:a16="http://schemas.microsoft.com/office/drawing/2014/main" id="{B714F2E7-87C2-0381-86F0-C33BD9F78C99}"/>
              </a:ext>
            </a:extLst>
          </p:cNvPr>
          <p:cNvSpPr txBox="1"/>
          <p:nvPr/>
        </p:nvSpPr>
        <p:spPr>
          <a:xfrm>
            <a:off x="0" y="559905"/>
            <a:ext cx="5737224" cy="4647426"/>
          </a:xfrm>
          <a:prstGeom prst="rect">
            <a:avLst/>
          </a:prstGeom>
          <a:noFill/>
        </p:spPr>
        <p:txBody>
          <a:bodyPr wrap="square">
            <a:spAutoFit/>
          </a:bodyPr>
          <a:lstStyle/>
          <a:p>
            <a:r>
              <a:rPr lang="en-US" sz="2800" dirty="0"/>
              <a:t>Oh, if there's only one song I can sing, </a:t>
            </a:r>
          </a:p>
          <a:p>
            <a:r>
              <a:rPr lang="en-US" sz="2800" dirty="0"/>
              <a:t>When in His beauty I see the great King, </a:t>
            </a:r>
          </a:p>
          <a:p>
            <a:r>
              <a:rPr lang="en-US" sz="2800" dirty="0"/>
              <a:t>This shall my song in eternity be,</a:t>
            </a:r>
            <a:r>
              <a:rPr lang="en-US" sz="2600" dirty="0"/>
              <a:t> “Oh, what a wonder that Jesus loves me !”</a:t>
            </a:r>
          </a:p>
          <a:p>
            <a:r>
              <a:rPr lang="en-US" sz="2600" i="1" dirty="0">
                <a:solidFill>
                  <a:srgbClr val="800000"/>
                </a:solidFill>
              </a:rPr>
              <a:t>I am so glad that Jesus loves me,</a:t>
            </a:r>
          </a:p>
          <a:p>
            <a:r>
              <a:rPr lang="en-US" sz="2600" i="1" dirty="0">
                <a:solidFill>
                  <a:srgbClr val="800000"/>
                </a:solidFill>
              </a:rPr>
              <a:t>Jesus loves me, Jesus loves me,</a:t>
            </a:r>
          </a:p>
          <a:p>
            <a:r>
              <a:rPr lang="en-US" sz="2600" i="1" dirty="0">
                <a:solidFill>
                  <a:srgbClr val="800000"/>
                </a:solidFill>
              </a:rPr>
              <a:t>I am so glad that Jesus loves me,</a:t>
            </a:r>
          </a:p>
          <a:p>
            <a:r>
              <a:rPr lang="en-US" sz="2600" i="1" dirty="0">
                <a:solidFill>
                  <a:srgbClr val="800000"/>
                </a:solidFill>
              </a:rPr>
              <a:t>Jesus loves even me</a:t>
            </a:r>
          </a:p>
        </p:txBody>
      </p:sp>
    </p:spTree>
    <p:extLst>
      <p:ext uri="{BB962C8B-B14F-4D97-AF65-F5344CB8AC3E}">
        <p14:creationId xmlns:p14="http://schemas.microsoft.com/office/powerpoint/2010/main" val="19676438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A9191-EF7F-F04E-D7E6-8867D2584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201384-B42F-6CB0-A219-C49B3D302D06}"/>
              </a:ext>
            </a:extLst>
          </p:cNvPr>
          <p:cNvSpPr>
            <a:spLocks noGrp="1"/>
          </p:cNvSpPr>
          <p:nvPr>
            <p:ph type="title"/>
          </p:nvPr>
        </p:nvSpPr>
        <p:spPr/>
        <p:txBody>
          <a:bodyPr/>
          <a:lstStyle/>
          <a:p>
            <a:r>
              <a:rPr lang="en-GB" dirty="0"/>
              <a:t>Offertory – Song No. 38</a:t>
            </a:r>
          </a:p>
        </p:txBody>
      </p:sp>
      <p:sp>
        <p:nvSpPr>
          <p:cNvPr id="7" name="Content Placeholder 2">
            <a:extLst>
              <a:ext uri="{FF2B5EF4-FFF2-40B4-BE49-F238E27FC236}">
                <a16:creationId xmlns:a16="http://schemas.microsoft.com/office/drawing/2014/main" id="{209943C1-D528-BFBD-3FBC-6307ADAA4AD1}"/>
              </a:ext>
            </a:extLst>
          </p:cNvPr>
          <p:cNvSpPr txBox="1">
            <a:spLocks/>
          </p:cNvSpPr>
          <p:nvPr/>
        </p:nvSpPr>
        <p:spPr>
          <a:xfrm>
            <a:off x="5762748" y="4330422"/>
            <a:ext cx="3236067" cy="455586"/>
          </a:xfrm>
          <a:prstGeom prst="rect">
            <a:avLst/>
          </a:prstGeom>
          <a:noFill/>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tab pos="1423988" algn="l"/>
              </a:tabLst>
              <a:defRPr/>
            </a:pPr>
            <a:r>
              <a:rPr kumimoji="0" lang="en-GB" sz="2800" b="0" i="0" u="none" strike="noStrike" kern="1200" cap="none" spc="0" normalizeH="0" baseline="0" noProof="0" dirty="0">
                <a:ln>
                  <a:noFill/>
                </a:ln>
                <a:solidFill>
                  <a:prstClr val="black"/>
                </a:solidFill>
                <a:effectLst/>
                <a:uLnTx/>
                <a:uFillTx/>
                <a:latin typeface="Bahnschrift" panose="020B0502040204020203" pitchFamily="34" charset="0"/>
                <a:ea typeface="+mn-ea"/>
                <a:cs typeface="Segoe UI" panose="020B0502040204020203" pitchFamily="34" charset="0"/>
              </a:rPr>
              <a:t>UEN - S86CC0315K</a:t>
            </a:r>
          </a:p>
        </p:txBody>
      </p:sp>
      <p:pic>
        <p:nvPicPr>
          <p:cNvPr id="9" name="Picture 8">
            <a:extLst>
              <a:ext uri="{FF2B5EF4-FFF2-40B4-BE49-F238E27FC236}">
                <a16:creationId xmlns:a16="http://schemas.microsoft.com/office/drawing/2014/main" id="{16335765-81C4-D18D-09E3-2BC7A34DA0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0329" y="872600"/>
            <a:ext cx="3340907" cy="3340907"/>
          </a:xfrm>
          <a:prstGeom prst="rect">
            <a:avLst/>
          </a:prstGeom>
        </p:spPr>
      </p:pic>
      <p:sp>
        <p:nvSpPr>
          <p:cNvPr id="6" name="TextBox 5">
            <a:extLst>
              <a:ext uri="{FF2B5EF4-FFF2-40B4-BE49-F238E27FC236}">
                <a16:creationId xmlns:a16="http://schemas.microsoft.com/office/drawing/2014/main" id="{AC47A57D-922F-8B49-2BD9-DB93450716A3}"/>
              </a:ext>
            </a:extLst>
          </p:cNvPr>
          <p:cNvSpPr txBox="1"/>
          <p:nvPr/>
        </p:nvSpPr>
        <p:spPr>
          <a:xfrm>
            <a:off x="7023370" y="4786008"/>
            <a:ext cx="2120630" cy="307777"/>
          </a:xfrm>
          <a:prstGeom prst="rect">
            <a:avLst/>
          </a:prstGeom>
          <a:noFill/>
        </p:spPr>
        <p:txBody>
          <a:bodyPr wrap="square" rtlCol="0">
            <a:spAutoFit/>
          </a:bodyPr>
          <a:lstStyle/>
          <a:p>
            <a:pPr algn="r"/>
            <a:r>
              <a:rPr lang="en-US" sz="1400" dirty="0"/>
              <a:t>Offertory : 4 of 6</a:t>
            </a:r>
          </a:p>
        </p:txBody>
      </p:sp>
      <p:sp>
        <p:nvSpPr>
          <p:cNvPr id="3" name="TextBox 2">
            <a:extLst>
              <a:ext uri="{FF2B5EF4-FFF2-40B4-BE49-F238E27FC236}">
                <a16:creationId xmlns:a16="http://schemas.microsoft.com/office/drawing/2014/main" id="{1F5A51E5-263B-4068-A9CD-8181C8E2CB31}"/>
              </a:ext>
            </a:extLst>
          </p:cNvPr>
          <p:cNvSpPr txBox="1"/>
          <p:nvPr/>
        </p:nvSpPr>
        <p:spPr>
          <a:xfrm>
            <a:off x="0" y="559905"/>
            <a:ext cx="5737224" cy="4093428"/>
          </a:xfrm>
          <a:prstGeom prst="rect">
            <a:avLst/>
          </a:prstGeom>
          <a:noFill/>
        </p:spPr>
        <p:txBody>
          <a:bodyPr wrap="square">
            <a:spAutoFit/>
          </a:bodyPr>
          <a:lstStyle/>
          <a:p>
            <a:r>
              <a:rPr lang="en-US" sz="2600" dirty="0"/>
              <a:t>Jesus loves me, and I know I love Him:</a:t>
            </a:r>
          </a:p>
          <a:p>
            <a:r>
              <a:rPr lang="en-US" sz="2600" dirty="0"/>
              <a:t>Love brought Him down my poor soul to redeem ; </a:t>
            </a:r>
          </a:p>
          <a:p>
            <a:r>
              <a:rPr lang="en-US" sz="2600" dirty="0"/>
              <a:t>Yes, it was love made Him die on the tree : </a:t>
            </a:r>
          </a:p>
          <a:p>
            <a:r>
              <a:rPr lang="en-US" sz="2600" dirty="0"/>
              <a:t>Oh, I am certain that Jesus loves me!</a:t>
            </a:r>
          </a:p>
          <a:p>
            <a:r>
              <a:rPr lang="en-US" sz="2600" i="1" dirty="0">
                <a:solidFill>
                  <a:srgbClr val="800000"/>
                </a:solidFill>
              </a:rPr>
              <a:t>I am so glad that Jesus loves me,</a:t>
            </a:r>
          </a:p>
          <a:p>
            <a:r>
              <a:rPr lang="en-US" sz="2600" i="1" dirty="0">
                <a:solidFill>
                  <a:srgbClr val="800000"/>
                </a:solidFill>
              </a:rPr>
              <a:t>Jesus loves me, Jesus loves me,</a:t>
            </a:r>
          </a:p>
          <a:p>
            <a:r>
              <a:rPr lang="en-US" sz="2600" i="1" dirty="0">
                <a:solidFill>
                  <a:srgbClr val="800000"/>
                </a:solidFill>
              </a:rPr>
              <a:t>I am so glad that Jesus loves me,</a:t>
            </a:r>
          </a:p>
          <a:p>
            <a:r>
              <a:rPr lang="en-US" sz="2600" i="1" dirty="0">
                <a:solidFill>
                  <a:srgbClr val="800000"/>
                </a:solidFill>
              </a:rPr>
              <a:t>Jesus loves even me</a:t>
            </a:r>
          </a:p>
        </p:txBody>
      </p:sp>
    </p:spTree>
    <p:extLst>
      <p:ext uri="{BB962C8B-B14F-4D97-AF65-F5344CB8AC3E}">
        <p14:creationId xmlns:p14="http://schemas.microsoft.com/office/powerpoint/2010/main" val="3999145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ADA29-CE1A-F253-8FE7-16DBD7A487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0F2EEB-86EA-560C-F0B3-07AB1FFE19B4}"/>
              </a:ext>
            </a:extLst>
          </p:cNvPr>
          <p:cNvSpPr>
            <a:spLocks noGrp="1"/>
          </p:cNvSpPr>
          <p:nvPr>
            <p:ph type="title"/>
          </p:nvPr>
        </p:nvSpPr>
        <p:spPr/>
        <p:txBody>
          <a:bodyPr/>
          <a:lstStyle/>
          <a:p>
            <a:r>
              <a:rPr lang="en-GB" dirty="0"/>
              <a:t>Offertory – Song No. 38</a:t>
            </a:r>
          </a:p>
        </p:txBody>
      </p:sp>
      <p:sp>
        <p:nvSpPr>
          <p:cNvPr id="7" name="Content Placeholder 2">
            <a:extLst>
              <a:ext uri="{FF2B5EF4-FFF2-40B4-BE49-F238E27FC236}">
                <a16:creationId xmlns:a16="http://schemas.microsoft.com/office/drawing/2014/main" id="{DF97AB92-BEE7-8608-E81C-D0765AECFEA7}"/>
              </a:ext>
            </a:extLst>
          </p:cNvPr>
          <p:cNvSpPr txBox="1">
            <a:spLocks/>
          </p:cNvSpPr>
          <p:nvPr/>
        </p:nvSpPr>
        <p:spPr>
          <a:xfrm>
            <a:off x="5762748" y="4330422"/>
            <a:ext cx="3236067" cy="455586"/>
          </a:xfrm>
          <a:prstGeom prst="rect">
            <a:avLst/>
          </a:prstGeom>
          <a:noFill/>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tab pos="1423988" algn="l"/>
              </a:tabLst>
              <a:defRPr/>
            </a:pPr>
            <a:r>
              <a:rPr kumimoji="0" lang="en-GB" sz="2800" b="0" i="0" u="none" strike="noStrike" kern="1200" cap="none" spc="0" normalizeH="0" baseline="0" noProof="0" dirty="0">
                <a:ln>
                  <a:noFill/>
                </a:ln>
                <a:solidFill>
                  <a:prstClr val="black"/>
                </a:solidFill>
                <a:effectLst/>
                <a:uLnTx/>
                <a:uFillTx/>
                <a:latin typeface="Bahnschrift" panose="020B0502040204020203" pitchFamily="34" charset="0"/>
                <a:ea typeface="+mn-ea"/>
                <a:cs typeface="Segoe UI" panose="020B0502040204020203" pitchFamily="34" charset="0"/>
              </a:rPr>
              <a:t>UEN - S86CC0315K</a:t>
            </a:r>
          </a:p>
        </p:txBody>
      </p:sp>
      <p:pic>
        <p:nvPicPr>
          <p:cNvPr id="9" name="Picture 8">
            <a:extLst>
              <a:ext uri="{FF2B5EF4-FFF2-40B4-BE49-F238E27FC236}">
                <a16:creationId xmlns:a16="http://schemas.microsoft.com/office/drawing/2014/main" id="{666D996C-BD93-EEF6-9B89-04951A3539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0329" y="872600"/>
            <a:ext cx="3340907" cy="3340907"/>
          </a:xfrm>
          <a:prstGeom prst="rect">
            <a:avLst/>
          </a:prstGeom>
        </p:spPr>
      </p:pic>
      <p:sp>
        <p:nvSpPr>
          <p:cNvPr id="6" name="TextBox 5">
            <a:extLst>
              <a:ext uri="{FF2B5EF4-FFF2-40B4-BE49-F238E27FC236}">
                <a16:creationId xmlns:a16="http://schemas.microsoft.com/office/drawing/2014/main" id="{C80A66F9-9419-9E0C-03FA-5000E0579054}"/>
              </a:ext>
            </a:extLst>
          </p:cNvPr>
          <p:cNvSpPr txBox="1"/>
          <p:nvPr/>
        </p:nvSpPr>
        <p:spPr>
          <a:xfrm>
            <a:off x="7023370" y="4786008"/>
            <a:ext cx="2120630" cy="307777"/>
          </a:xfrm>
          <a:prstGeom prst="rect">
            <a:avLst/>
          </a:prstGeom>
          <a:noFill/>
        </p:spPr>
        <p:txBody>
          <a:bodyPr wrap="square" rtlCol="0">
            <a:spAutoFit/>
          </a:bodyPr>
          <a:lstStyle/>
          <a:p>
            <a:pPr algn="r"/>
            <a:r>
              <a:rPr lang="en-US" sz="1400" dirty="0"/>
              <a:t>Offertory : 5 of 6</a:t>
            </a:r>
          </a:p>
        </p:txBody>
      </p:sp>
      <p:sp>
        <p:nvSpPr>
          <p:cNvPr id="3" name="TextBox 2">
            <a:extLst>
              <a:ext uri="{FF2B5EF4-FFF2-40B4-BE49-F238E27FC236}">
                <a16:creationId xmlns:a16="http://schemas.microsoft.com/office/drawing/2014/main" id="{46050EB5-E5A0-6DAE-9D35-6CBC122EBC95}"/>
              </a:ext>
            </a:extLst>
          </p:cNvPr>
          <p:cNvSpPr txBox="1"/>
          <p:nvPr/>
        </p:nvSpPr>
        <p:spPr>
          <a:xfrm>
            <a:off x="0" y="559905"/>
            <a:ext cx="5737224" cy="4493538"/>
          </a:xfrm>
          <a:prstGeom prst="rect">
            <a:avLst/>
          </a:prstGeom>
          <a:noFill/>
        </p:spPr>
        <p:txBody>
          <a:bodyPr wrap="square">
            <a:spAutoFit/>
          </a:bodyPr>
          <a:lstStyle/>
          <a:p>
            <a:r>
              <a:rPr lang="en-US" sz="2600" dirty="0"/>
              <a:t>If one should ask of me, how can I tell? </a:t>
            </a:r>
          </a:p>
          <a:p>
            <a:r>
              <a:rPr lang="en-US" sz="2600" dirty="0"/>
              <a:t>Glory to Jesus, I know very well ! God's Holy Spirit with mine doth</a:t>
            </a:r>
          </a:p>
          <a:p>
            <a:r>
              <a:rPr lang="en-US" sz="2600" dirty="0"/>
              <a:t>agree, </a:t>
            </a:r>
          </a:p>
          <a:p>
            <a:r>
              <a:rPr lang="en-US" sz="2600" dirty="0"/>
              <a:t>Constantly witnessing- Jesus loves me.</a:t>
            </a:r>
          </a:p>
          <a:p>
            <a:r>
              <a:rPr lang="en-US" sz="2600" i="1" dirty="0">
                <a:solidFill>
                  <a:srgbClr val="800000"/>
                </a:solidFill>
              </a:rPr>
              <a:t>I am so glad that Jesus loves me,</a:t>
            </a:r>
          </a:p>
          <a:p>
            <a:r>
              <a:rPr lang="en-US" sz="2600" i="1" dirty="0">
                <a:solidFill>
                  <a:srgbClr val="800000"/>
                </a:solidFill>
              </a:rPr>
              <a:t>Jesus loves me, Jesus loves me,</a:t>
            </a:r>
          </a:p>
          <a:p>
            <a:r>
              <a:rPr lang="en-US" sz="2600" i="1" dirty="0">
                <a:solidFill>
                  <a:srgbClr val="800000"/>
                </a:solidFill>
              </a:rPr>
              <a:t>I am so glad that Jesus loves me,</a:t>
            </a:r>
          </a:p>
          <a:p>
            <a:r>
              <a:rPr lang="en-US" sz="2600" i="1" dirty="0">
                <a:solidFill>
                  <a:srgbClr val="800000"/>
                </a:solidFill>
              </a:rPr>
              <a:t>Jesus loves even me</a:t>
            </a:r>
          </a:p>
        </p:txBody>
      </p:sp>
    </p:spTree>
    <p:extLst>
      <p:ext uri="{BB962C8B-B14F-4D97-AF65-F5344CB8AC3E}">
        <p14:creationId xmlns:p14="http://schemas.microsoft.com/office/powerpoint/2010/main" val="928820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02647-D441-0848-CD98-B7518AF5EA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BCED80-7BCA-633A-EE08-1B0D4CF4318B}"/>
              </a:ext>
            </a:extLst>
          </p:cNvPr>
          <p:cNvSpPr>
            <a:spLocks noGrp="1"/>
          </p:cNvSpPr>
          <p:nvPr>
            <p:ph type="title"/>
          </p:nvPr>
        </p:nvSpPr>
        <p:spPr/>
        <p:txBody>
          <a:bodyPr/>
          <a:lstStyle/>
          <a:p>
            <a:r>
              <a:rPr lang="en-GB" dirty="0"/>
              <a:t>Offertory – Song No. 38</a:t>
            </a:r>
          </a:p>
        </p:txBody>
      </p:sp>
      <p:sp>
        <p:nvSpPr>
          <p:cNvPr id="7" name="Content Placeholder 2">
            <a:extLst>
              <a:ext uri="{FF2B5EF4-FFF2-40B4-BE49-F238E27FC236}">
                <a16:creationId xmlns:a16="http://schemas.microsoft.com/office/drawing/2014/main" id="{0EADC484-A167-7743-6CF0-4F503B03C6FD}"/>
              </a:ext>
            </a:extLst>
          </p:cNvPr>
          <p:cNvSpPr txBox="1">
            <a:spLocks/>
          </p:cNvSpPr>
          <p:nvPr/>
        </p:nvSpPr>
        <p:spPr>
          <a:xfrm>
            <a:off x="5762748" y="4330422"/>
            <a:ext cx="3236067" cy="455586"/>
          </a:xfrm>
          <a:prstGeom prst="rect">
            <a:avLst/>
          </a:prstGeom>
          <a:noFill/>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tab pos="1423988" algn="l"/>
              </a:tabLst>
              <a:defRPr/>
            </a:pPr>
            <a:r>
              <a:rPr kumimoji="0" lang="en-GB" sz="2800" b="0" i="0" u="none" strike="noStrike" kern="1200" cap="none" spc="0" normalizeH="0" baseline="0" noProof="0" dirty="0">
                <a:ln>
                  <a:noFill/>
                </a:ln>
                <a:solidFill>
                  <a:prstClr val="black"/>
                </a:solidFill>
                <a:effectLst/>
                <a:uLnTx/>
                <a:uFillTx/>
                <a:latin typeface="Bahnschrift" panose="020B0502040204020203" pitchFamily="34" charset="0"/>
                <a:ea typeface="+mn-ea"/>
                <a:cs typeface="Segoe UI" panose="020B0502040204020203" pitchFamily="34" charset="0"/>
              </a:rPr>
              <a:t>UEN - S86CC0315K</a:t>
            </a:r>
          </a:p>
        </p:txBody>
      </p:sp>
      <p:pic>
        <p:nvPicPr>
          <p:cNvPr id="9" name="Picture 8">
            <a:extLst>
              <a:ext uri="{FF2B5EF4-FFF2-40B4-BE49-F238E27FC236}">
                <a16:creationId xmlns:a16="http://schemas.microsoft.com/office/drawing/2014/main" id="{F9E8E115-65BF-89CF-0675-F90E5C5AC9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0329" y="872600"/>
            <a:ext cx="3340907" cy="3340907"/>
          </a:xfrm>
          <a:prstGeom prst="rect">
            <a:avLst/>
          </a:prstGeom>
        </p:spPr>
      </p:pic>
      <p:sp>
        <p:nvSpPr>
          <p:cNvPr id="6" name="TextBox 5">
            <a:extLst>
              <a:ext uri="{FF2B5EF4-FFF2-40B4-BE49-F238E27FC236}">
                <a16:creationId xmlns:a16="http://schemas.microsoft.com/office/drawing/2014/main" id="{D774179D-ECB3-93BD-949C-FEC85FF210AF}"/>
              </a:ext>
            </a:extLst>
          </p:cNvPr>
          <p:cNvSpPr txBox="1"/>
          <p:nvPr/>
        </p:nvSpPr>
        <p:spPr>
          <a:xfrm>
            <a:off x="7023370" y="4786008"/>
            <a:ext cx="2120630" cy="307777"/>
          </a:xfrm>
          <a:prstGeom prst="rect">
            <a:avLst/>
          </a:prstGeom>
          <a:noFill/>
        </p:spPr>
        <p:txBody>
          <a:bodyPr wrap="square" rtlCol="0">
            <a:spAutoFit/>
          </a:bodyPr>
          <a:lstStyle/>
          <a:p>
            <a:pPr algn="r"/>
            <a:r>
              <a:rPr lang="en-US" sz="1400" dirty="0"/>
              <a:t>Offertory : 6 of 6</a:t>
            </a:r>
          </a:p>
        </p:txBody>
      </p:sp>
      <p:sp>
        <p:nvSpPr>
          <p:cNvPr id="3" name="TextBox 2">
            <a:extLst>
              <a:ext uri="{FF2B5EF4-FFF2-40B4-BE49-F238E27FC236}">
                <a16:creationId xmlns:a16="http://schemas.microsoft.com/office/drawing/2014/main" id="{B7502CFE-BB53-5730-F85A-5FE47F6D5AB9}"/>
              </a:ext>
            </a:extLst>
          </p:cNvPr>
          <p:cNvSpPr txBox="1"/>
          <p:nvPr/>
        </p:nvSpPr>
        <p:spPr>
          <a:xfrm>
            <a:off x="0" y="559905"/>
            <a:ext cx="5737224" cy="4093428"/>
          </a:xfrm>
          <a:prstGeom prst="rect">
            <a:avLst/>
          </a:prstGeom>
          <a:noFill/>
        </p:spPr>
        <p:txBody>
          <a:bodyPr wrap="square">
            <a:spAutoFit/>
          </a:bodyPr>
          <a:lstStyle/>
          <a:p>
            <a:r>
              <a:rPr lang="en-US" sz="2600" dirty="0"/>
              <a:t>In this assurance I find sweetest rest,</a:t>
            </a:r>
          </a:p>
          <a:p>
            <a:r>
              <a:rPr lang="en-US" sz="2600" dirty="0"/>
              <a:t>Trusting in Jesus, I know I am blest;</a:t>
            </a:r>
          </a:p>
          <a:p>
            <a:r>
              <a:rPr lang="en-US" sz="2600" dirty="0"/>
              <a:t>Satan, dismayed, from my soul now</a:t>
            </a:r>
          </a:p>
          <a:p>
            <a:r>
              <a:rPr lang="en-US" sz="2600" dirty="0"/>
              <a:t>doth flee, </a:t>
            </a:r>
          </a:p>
          <a:p>
            <a:r>
              <a:rPr lang="en-US" sz="2600" dirty="0"/>
              <a:t>When I just tell him that Jesus loves me.</a:t>
            </a:r>
          </a:p>
          <a:p>
            <a:r>
              <a:rPr lang="en-US" sz="2600" i="1" dirty="0">
                <a:solidFill>
                  <a:srgbClr val="800000"/>
                </a:solidFill>
              </a:rPr>
              <a:t>I am so glad that Jesus loves me,</a:t>
            </a:r>
          </a:p>
          <a:p>
            <a:r>
              <a:rPr lang="en-US" sz="2600" i="1" dirty="0">
                <a:solidFill>
                  <a:srgbClr val="800000"/>
                </a:solidFill>
              </a:rPr>
              <a:t>Jesus loves me, Jesus loves me,</a:t>
            </a:r>
          </a:p>
          <a:p>
            <a:r>
              <a:rPr lang="en-US" sz="2600" i="1" dirty="0">
                <a:solidFill>
                  <a:srgbClr val="800000"/>
                </a:solidFill>
              </a:rPr>
              <a:t>I am so glad that Jesus loves me,</a:t>
            </a:r>
          </a:p>
          <a:p>
            <a:r>
              <a:rPr lang="en-US" sz="2600" i="1" dirty="0">
                <a:solidFill>
                  <a:srgbClr val="800000"/>
                </a:solidFill>
              </a:rPr>
              <a:t>Jesus loves even me</a:t>
            </a:r>
          </a:p>
        </p:txBody>
      </p:sp>
    </p:spTree>
    <p:extLst>
      <p:ext uri="{BB962C8B-B14F-4D97-AF65-F5344CB8AC3E}">
        <p14:creationId xmlns:p14="http://schemas.microsoft.com/office/powerpoint/2010/main" val="2700371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41BD9860-3E26-D69D-B65F-72FA23372C10}"/>
              </a:ext>
            </a:extLst>
          </p:cNvPr>
          <p:cNvSpPr/>
          <p:nvPr/>
        </p:nvSpPr>
        <p:spPr>
          <a:xfrm>
            <a:off x="2342030" y="2135781"/>
            <a:ext cx="4459938" cy="871936"/>
          </a:xfrm>
          <a:prstGeom prst="roundRect">
            <a:avLst>
              <a:gd name="adj" fmla="val 8229"/>
            </a:avLst>
          </a:prstGeom>
          <a:solidFill>
            <a:srgbClr val="905562">
              <a:alpha val="7098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Content Placeholder 2">
            <a:extLst>
              <a:ext uri="{FF2B5EF4-FFF2-40B4-BE49-F238E27FC236}">
                <a16:creationId xmlns:a16="http://schemas.microsoft.com/office/drawing/2014/main" id="{B9ACC418-9BFA-F946-DA5B-A680A2EBDFAC}"/>
              </a:ext>
            </a:extLst>
          </p:cNvPr>
          <p:cNvSpPr txBox="1">
            <a:spLocks/>
          </p:cNvSpPr>
          <p:nvPr/>
        </p:nvSpPr>
        <p:spPr>
          <a:xfrm>
            <a:off x="1941791" y="2163057"/>
            <a:ext cx="5260417" cy="817386"/>
          </a:xfrm>
          <a:prstGeom prst="rect">
            <a:avLst/>
          </a:prstGeom>
          <a:noFill/>
          <a:ln w="28575">
            <a:noFill/>
          </a:ln>
        </p:spPr>
        <p:txBody>
          <a:bodyPr anchor="t">
            <a:noAutofit/>
          </a:bodyPr>
          <a:lstStyle>
            <a:defPPr>
              <a:defRPr lang="en-US"/>
            </a:defPPr>
            <a:lvl1pPr lvl="0" indent="0" algn="ctr" defTabSz="685800">
              <a:lnSpc>
                <a:spcPct val="100000"/>
              </a:lnSpc>
              <a:spcBef>
                <a:spcPts val="0"/>
              </a:spcBef>
              <a:spcAft>
                <a:spcPts val="600"/>
              </a:spcAft>
              <a:buFont typeface="Arial" panose="020B0604020202020204" pitchFamily="34" charset="0"/>
              <a:buNone/>
              <a:tabLst>
                <a:tab pos="1254125" algn="l"/>
                <a:tab pos="1423988" algn="l"/>
              </a:tabLst>
              <a:defRPr sz="4800" b="1">
                <a:gradFill>
                  <a:gsLst>
                    <a:gs pos="7000">
                      <a:srgbClr val="001A52"/>
                    </a:gs>
                    <a:gs pos="40000">
                      <a:srgbClr val="9BBDC9"/>
                    </a:gs>
                    <a:gs pos="21000">
                      <a:srgbClr val="008FD3"/>
                    </a:gs>
                    <a:gs pos="55000">
                      <a:schemeClr val="bg1"/>
                    </a:gs>
                  </a:gsLst>
                  <a:lin ang="5400000" scaled="1"/>
                </a:gradFill>
                <a:effectLst>
                  <a:outerShdw blurRad="38100" dist="38100" dir="2700000" algn="tl">
                    <a:srgbClr val="000000">
                      <a:alpha val="43137"/>
                    </a:srgbClr>
                  </a:outerShdw>
                </a:effectLst>
                <a:latin typeface="Tenorite" pitchFamily="2"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r>
              <a:rPr lang="en-GB" dirty="0">
                <a:solidFill>
                  <a:schemeClr val="bg1"/>
                </a:solidFill>
              </a:rPr>
              <a:t>Offertory</a:t>
            </a:r>
          </a:p>
        </p:txBody>
      </p:sp>
    </p:spTree>
    <p:extLst>
      <p:ext uri="{BB962C8B-B14F-4D97-AF65-F5344CB8AC3E}">
        <p14:creationId xmlns:p14="http://schemas.microsoft.com/office/powerpoint/2010/main" val="863631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092AD42C-7AA5-5979-5D1A-6EFB0A176B69}"/>
              </a:ext>
            </a:extLst>
          </p:cNvPr>
          <p:cNvSpPr/>
          <p:nvPr/>
        </p:nvSpPr>
        <p:spPr>
          <a:xfrm>
            <a:off x="2342030" y="2135781"/>
            <a:ext cx="4459938" cy="871936"/>
          </a:xfrm>
          <a:prstGeom prst="roundRect">
            <a:avLst>
              <a:gd name="adj" fmla="val 8229"/>
            </a:avLst>
          </a:prstGeom>
          <a:solidFill>
            <a:srgbClr val="905562">
              <a:alpha val="7098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Content Placeholder 2">
            <a:extLst>
              <a:ext uri="{FF2B5EF4-FFF2-40B4-BE49-F238E27FC236}">
                <a16:creationId xmlns:a16="http://schemas.microsoft.com/office/drawing/2014/main" id="{80C361FC-3ECC-9DD4-0EC8-1573FF25656D}"/>
              </a:ext>
            </a:extLst>
          </p:cNvPr>
          <p:cNvSpPr txBox="1">
            <a:spLocks/>
          </p:cNvSpPr>
          <p:nvPr/>
        </p:nvSpPr>
        <p:spPr>
          <a:xfrm>
            <a:off x="2106541" y="2157617"/>
            <a:ext cx="4930917" cy="828265"/>
          </a:xfrm>
          <a:prstGeom prst="rect">
            <a:avLst/>
          </a:prstGeom>
          <a:noFill/>
          <a:ln w="28575">
            <a:noFill/>
          </a:ln>
        </p:spPr>
        <p:txBody>
          <a:bodyPr anchor="t">
            <a:noAutofit/>
          </a:bodyPr>
          <a:lstStyle>
            <a:defPPr>
              <a:defRPr lang="en-US"/>
            </a:defPPr>
            <a:lvl1pPr lvl="0" indent="0" algn="ctr" defTabSz="685800">
              <a:lnSpc>
                <a:spcPct val="100000"/>
              </a:lnSpc>
              <a:spcBef>
                <a:spcPts val="0"/>
              </a:spcBef>
              <a:spcAft>
                <a:spcPts val="600"/>
              </a:spcAft>
              <a:buFont typeface="Arial" panose="020B0604020202020204" pitchFamily="34" charset="0"/>
              <a:buNone/>
              <a:tabLst>
                <a:tab pos="1254125" algn="l"/>
                <a:tab pos="1423988" algn="l"/>
              </a:tabLst>
              <a:defRPr sz="4800" b="1">
                <a:gradFill>
                  <a:gsLst>
                    <a:gs pos="3000">
                      <a:srgbClr val="001A52"/>
                    </a:gs>
                    <a:gs pos="37000">
                      <a:srgbClr val="9BBDC9"/>
                    </a:gs>
                    <a:gs pos="14000">
                      <a:srgbClr val="008FD3"/>
                    </a:gs>
                    <a:gs pos="55000">
                      <a:schemeClr val="bg1"/>
                    </a:gs>
                  </a:gsLst>
                  <a:lin ang="5400000" scaled="1"/>
                </a:gradFill>
                <a:effectLst>
                  <a:outerShdw blurRad="38100" dist="38100" dir="2700000" algn="tl">
                    <a:srgbClr val="000000">
                      <a:alpha val="43137"/>
                    </a:srgbClr>
                  </a:outerShdw>
                </a:effectLst>
                <a:latin typeface="Tenorite" pitchFamily="2"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r>
              <a:rPr lang="en-GB" dirty="0">
                <a:solidFill>
                  <a:schemeClr val="bg1"/>
                </a:solidFill>
              </a:rPr>
              <a:t>Message</a:t>
            </a:r>
          </a:p>
        </p:txBody>
      </p:sp>
    </p:spTree>
    <p:extLst>
      <p:ext uri="{BB962C8B-B14F-4D97-AF65-F5344CB8AC3E}">
        <p14:creationId xmlns:p14="http://schemas.microsoft.com/office/powerpoint/2010/main" val="986987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B90B1688-CD2F-4ABF-A1F2-A27C7C669BF0}"/>
              </a:ext>
            </a:extLst>
          </p:cNvPr>
          <p:cNvSpPr/>
          <p:nvPr/>
        </p:nvSpPr>
        <p:spPr>
          <a:xfrm>
            <a:off x="2342030" y="2135781"/>
            <a:ext cx="4459938" cy="871936"/>
          </a:xfrm>
          <a:prstGeom prst="roundRect">
            <a:avLst>
              <a:gd name="adj" fmla="val 8229"/>
            </a:avLst>
          </a:prstGeom>
          <a:solidFill>
            <a:srgbClr val="905562">
              <a:alpha val="7098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Content Placeholder 2">
            <a:extLst>
              <a:ext uri="{FF2B5EF4-FFF2-40B4-BE49-F238E27FC236}">
                <a16:creationId xmlns:a16="http://schemas.microsoft.com/office/drawing/2014/main" id="{F1D0C40A-F4C4-760A-1D04-0A03FA7728B9}"/>
              </a:ext>
            </a:extLst>
          </p:cNvPr>
          <p:cNvSpPr txBox="1">
            <a:spLocks/>
          </p:cNvSpPr>
          <p:nvPr/>
        </p:nvSpPr>
        <p:spPr>
          <a:xfrm>
            <a:off x="2106540" y="2156262"/>
            <a:ext cx="4930917" cy="830973"/>
          </a:xfrm>
          <a:prstGeom prst="rect">
            <a:avLst/>
          </a:prstGeom>
          <a:noFill/>
          <a:ln w="28575">
            <a:noFill/>
          </a:ln>
        </p:spPr>
        <p:txBody>
          <a:bodyPr anchor="t">
            <a:noAutofit/>
          </a:bodyPr>
          <a:lstStyle>
            <a:defPPr>
              <a:defRPr lang="en-US"/>
            </a:defPPr>
            <a:lvl1pPr lvl="0" indent="0" algn="ctr" defTabSz="685800">
              <a:lnSpc>
                <a:spcPct val="100000"/>
              </a:lnSpc>
              <a:spcBef>
                <a:spcPts val="0"/>
              </a:spcBef>
              <a:spcAft>
                <a:spcPts val="600"/>
              </a:spcAft>
              <a:buFont typeface="Arial" panose="020B0604020202020204" pitchFamily="34" charset="0"/>
              <a:buNone/>
              <a:tabLst>
                <a:tab pos="1254125" algn="l"/>
                <a:tab pos="1423988" algn="l"/>
              </a:tabLst>
              <a:defRPr sz="4800" b="1">
                <a:gradFill>
                  <a:gsLst>
                    <a:gs pos="3000">
                      <a:srgbClr val="001A52"/>
                    </a:gs>
                    <a:gs pos="37000">
                      <a:srgbClr val="9BBDC9"/>
                    </a:gs>
                    <a:gs pos="14000">
                      <a:srgbClr val="008FD3"/>
                    </a:gs>
                    <a:gs pos="55000">
                      <a:schemeClr val="bg1"/>
                    </a:gs>
                  </a:gsLst>
                  <a:lin ang="5400000" scaled="1"/>
                </a:gradFill>
                <a:effectLst>
                  <a:outerShdw blurRad="38100" dist="38100" dir="2700000" algn="tl">
                    <a:srgbClr val="000000">
                      <a:alpha val="43137"/>
                    </a:srgbClr>
                  </a:outerShdw>
                </a:effectLst>
                <a:latin typeface="Tenorite" pitchFamily="2"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r>
              <a:rPr lang="en-GB" dirty="0">
                <a:solidFill>
                  <a:schemeClr val="bg1"/>
                </a:solidFill>
              </a:rPr>
              <a:t>Prayer</a:t>
            </a:r>
          </a:p>
        </p:txBody>
      </p:sp>
    </p:spTree>
    <p:extLst>
      <p:ext uri="{BB962C8B-B14F-4D97-AF65-F5344CB8AC3E}">
        <p14:creationId xmlns:p14="http://schemas.microsoft.com/office/powerpoint/2010/main" val="3394056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egoe UI" panose="020B0502040204020203" pitchFamily="34" charset="0"/>
                <a:cs typeface="Segoe UI" panose="020B0502040204020203" pitchFamily="34" charset="0"/>
              </a:rPr>
              <a:t>Confession – Song No. 235 v1</a:t>
            </a:r>
          </a:p>
        </p:txBody>
      </p:sp>
      <p:sp>
        <p:nvSpPr>
          <p:cNvPr id="4" name="Slide Number Placeholder 3"/>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19</a:t>
            </a:fld>
            <a:endParaRPr lang="en-US" sz="1400" dirty="0">
              <a:solidFill>
                <a:srgbClr val="FFFF00"/>
              </a:solidFill>
              <a:latin typeface="Segoe UI" panose="020B0502040204020203" pitchFamily="34" charset="0"/>
              <a:cs typeface="Segoe UI" panose="020B0502040204020203" pitchFamily="34" charset="0"/>
            </a:endParaRPr>
          </a:p>
        </p:txBody>
      </p:sp>
      <p:sp>
        <p:nvSpPr>
          <p:cNvPr id="3" name="Rectangle 2">
            <a:extLst>
              <a:ext uri="{FF2B5EF4-FFF2-40B4-BE49-F238E27FC236}">
                <a16:creationId xmlns:a16="http://schemas.microsoft.com/office/drawing/2014/main" id="{72794BF4-C5DF-D0C1-A261-D38A8474F31D}"/>
              </a:ext>
            </a:extLst>
          </p:cNvPr>
          <p:cNvSpPr/>
          <p:nvPr/>
        </p:nvSpPr>
        <p:spPr>
          <a:xfrm>
            <a:off x="1882986" y="863590"/>
            <a:ext cx="5378027" cy="3416320"/>
          </a:xfrm>
          <a:prstGeom prst="rect">
            <a:avLst/>
          </a:prstGeom>
        </p:spPr>
        <p:txBody>
          <a:bodyPr wrap="square">
            <a:spAutoFit/>
          </a:bodyPr>
          <a:lstStyle/>
          <a:p>
            <a:pPr algn="ctr">
              <a:spcAft>
                <a:spcPts val="400"/>
              </a:spcAft>
            </a:pPr>
            <a:r>
              <a:rPr lang="en-US" sz="2800" dirty="0">
                <a:latin typeface="Segoe UI" panose="020B0502040204020203" pitchFamily="34" charset="0"/>
                <a:cs typeface="Segoe UI" panose="020B0502040204020203" pitchFamily="34" charset="0"/>
              </a:rPr>
              <a:t>My faith looks up to Thee,</a:t>
            </a:r>
          </a:p>
          <a:p>
            <a:pPr algn="ctr">
              <a:spcAft>
                <a:spcPts val="400"/>
              </a:spcAft>
            </a:pPr>
            <a:r>
              <a:rPr lang="en-US" sz="2800" dirty="0">
                <a:latin typeface="Segoe UI" panose="020B0502040204020203" pitchFamily="34" charset="0"/>
                <a:cs typeface="Segoe UI" panose="020B0502040204020203" pitchFamily="34" charset="0"/>
              </a:rPr>
              <a:t>Thou Lamb of Calvary,</a:t>
            </a:r>
          </a:p>
          <a:p>
            <a:pPr algn="ctr">
              <a:spcAft>
                <a:spcPts val="400"/>
              </a:spcAft>
            </a:pPr>
            <a:r>
              <a:rPr lang="en-US" sz="2800" dirty="0">
                <a:latin typeface="Segoe UI" panose="020B0502040204020203" pitchFamily="34" charset="0"/>
                <a:cs typeface="Segoe UI" panose="020B0502040204020203" pitchFamily="34" charset="0"/>
              </a:rPr>
              <a:t>Saviour divine;</a:t>
            </a:r>
          </a:p>
          <a:p>
            <a:pPr algn="ctr">
              <a:spcAft>
                <a:spcPts val="400"/>
              </a:spcAft>
            </a:pPr>
            <a:r>
              <a:rPr lang="en-US" sz="2800" dirty="0">
                <a:latin typeface="Segoe UI" panose="020B0502040204020203" pitchFamily="34" charset="0"/>
                <a:cs typeface="Segoe UI" panose="020B0502040204020203" pitchFamily="34" charset="0"/>
              </a:rPr>
              <a:t>Now hear me while I pray;</a:t>
            </a:r>
          </a:p>
          <a:p>
            <a:pPr algn="ctr">
              <a:spcAft>
                <a:spcPts val="400"/>
              </a:spcAft>
            </a:pPr>
            <a:r>
              <a:rPr lang="en-US" sz="2800" dirty="0">
                <a:latin typeface="Segoe UI" panose="020B0502040204020203" pitchFamily="34" charset="0"/>
                <a:cs typeface="Segoe UI" panose="020B0502040204020203" pitchFamily="34" charset="0"/>
              </a:rPr>
              <a:t>Take all my guilt away;</a:t>
            </a:r>
          </a:p>
          <a:p>
            <a:pPr algn="ctr">
              <a:spcAft>
                <a:spcPts val="400"/>
              </a:spcAft>
            </a:pPr>
            <a:r>
              <a:rPr lang="en-US" sz="2800" dirty="0">
                <a:latin typeface="Segoe UI" panose="020B0502040204020203" pitchFamily="34" charset="0"/>
                <a:cs typeface="Segoe UI" panose="020B0502040204020203" pitchFamily="34" charset="0"/>
              </a:rPr>
              <a:t>Oh, let me from this day</a:t>
            </a:r>
          </a:p>
          <a:p>
            <a:pPr algn="ctr">
              <a:spcAft>
                <a:spcPts val="400"/>
              </a:spcAft>
            </a:pPr>
            <a:r>
              <a:rPr lang="en-US" sz="2800" dirty="0">
                <a:latin typeface="Segoe UI" panose="020B0502040204020203" pitchFamily="34" charset="0"/>
                <a:cs typeface="Segoe UI" panose="020B0502040204020203" pitchFamily="34" charset="0"/>
              </a:rPr>
              <a:t>Be wholly Thine.</a:t>
            </a:r>
          </a:p>
        </p:txBody>
      </p:sp>
    </p:spTree>
    <p:extLst>
      <p:ext uri="{BB962C8B-B14F-4D97-AF65-F5344CB8AC3E}">
        <p14:creationId xmlns:p14="http://schemas.microsoft.com/office/powerpoint/2010/main" val="25275527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AED50B-AACD-A118-0703-6CB67F2EF7B8}"/>
              </a:ext>
            </a:extLst>
          </p:cNvPr>
          <p:cNvSpPr txBox="1">
            <a:spLocks/>
          </p:cNvSpPr>
          <p:nvPr/>
        </p:nvSpPr>
        <p:spPr>
          <a:xfrm>
            <a:off x="1009567" y="1654307"/>
            <a:ext cx="7124865" cy="1834885"/>
          </a:xfrm>
          <a:prstGeom prst="rect">
            <a:avLst/>
          </a:prstGeom>
          <a:noFill/>
          <a:ln w="28575">
            <a:noFill/>
          </a:ln>
          <a:effectLst>
            <a:outerShdw blurRad="50800" dist="50800" dir="5400000" algn="ctr" rotWithShape="0">
              <a:schemeClr val="accent5">
                <a:lumMod val="50000"/>
              </a:schemeClr>
            </a:outerShdw>
          </a:effectLst>
        </p:spPr>
        <p:txBody>
          <a:bodyPr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lgn="ctr">
              <a:lnSpc>
                <a:spcPct val="100000"/>
              </a:lnSpc>
              <a:spcBef>
                <a:spcPts val="0"/>
              </a:spcBef>
              <a:spcAft>
                <a:spcPts val="600"/>
              </a:spcAft>
              <a:buNone/>
              <a:tabLst>
                <a:tab pos="1254125" algn="l"/>
                <a:tab pos="1423988" algn="l"/>
              </a:tabLst>
            </a:pPr>
            <a:r>
              <a:rPr lang="en-US" sz="6000" b="1" dirty="0">
                <a:solidFill>
                  <a:schemeClr val="bg1"/>
                </a:solidFill>
                <a:effectLst>
                  <a:outerShdw blurRad="38100" dist="63500" dir="2700000" algn="tl">
                    <a:schemeClr val="tx1">
                      <a:alpha val="43000"/>
                    </a:schemeClr>
                  </a:outerShdw>
                </a:effectLst>
                <a:latin typeface="Footlight MT Light" panose="0204060206030A020304" pitchFamily="18" charset="77"/>
              </a:rPr>
              <a:t>Theme</a:t>
            </a:r>
            <a:endParaRPr lang="en-GB" sz="5400" b="1" kern="1400" dirty="0">
              <a:solidFill>
                <a:schemeClr val="bg1"/>
              </a:solidFill>
              <a:effectLst>
                <a:outerShdw blurRad="38100" dist="63500" dir="2700000" algn="tl">
                  <a:schemeClr val="tx1">
                    <a:alpha val="43000"/>
                  </a:schemeClr>
                </a:outerShdw>
              </a:effectLst>
              <a:latin typeface="Footlight MT Light" panose="0204060206030A020304" pitchFamily="18" charset="77"/>
              <a:cs typeface="IrisUPC" panose="020B0604020202020204" pitchFamily="34" charset="-34"/>
            </a:endParaRPr>
          </a:p>
        </p:txBody>
      </p:sp>
    </p:spTree>
    <p:extLst>
      <p:ext uri="{BB962C8B-B14F-4D97-AF65-F5344CB8AC3E}">
        <p14:creationId xmlns:p14="http://schemas.microsoft.com/office/powerpoint/2010/main" val="35855693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 – Song No. 235</a:t>
            </a:r>
            <a:endParaRPr lang="en-US" dirty="0">
              <a:latin typeface="Segoe UI" panose="020B0502040204020203" pitchFamily="34" charset="0"/>
              <a:cs typeface="Segoe UI" panose="020B0502040204020203" pitchFamily="34" charset="0"/>
            </a:endParaRPr>
          </a:p>
        </p:txBody>
      </p:sp>
      <p:sp>
        <p:nvSpPr>
          <p:cNvPr id="4" name="Slide Number Placeholder 3"/>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21</a:t>
            </a:fld>
            <a:endParaRPr lang="en-US" sz="1400" dirty="0">
              <a:solidFill>
                <a:srgbClr val="FFFF00"/>
              </a:solidFill>
              <a:latin typeface="Segoe UI" panose="020B0502040204020203" pitchFamily="34" charset="0"/>
              <a:cs typeface="Segoe UI" panose="020B0502040204020203" pitchFamily="34" charset="0"/>
            </a:endParaRPr>
          </a:p>
        </p:txBody>
      </p:sp>
      <p:pic>
        <p:nvPicPr>
          <p:cNvPr id="5" name="Picture 4" descr="A picture containing wall, indoor, table, decorated&#10;&#10;Description automatically generated">
            <a:extLst>
              <a:ext uri="{FF2B5EF4-FFF2-40B4-BE49-F238E27FC236}">
                <a16:creationId xmlns:a16="http://schemas.microsoft.com/office/drawing/2014/main" id="{3C396B60-2C0D-1542-BE8F-2D2B65EE9D2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30000" y="705623"/>
            <a:ext cx="6084000" cy="405726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7655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 – Song No. 235</a:t>
            </a:r>
            <a:endParaRPr lang="en-US" dirty="0">
              <a:latin typeface="Segoe UI" panose="020B0502040204020203" pitchFamily="34" charset="0"/>
              <a:cs typeface="Segoe UI" panose="020B0502040204020203" pitchFamily="34" charset="0"/>
            </a:endParaRPr>
          </a:p>
        </p:txBody>
      </p:sp>
      <p:sp>
        <p:nvSpPr>
          <p:cNvPr id="4" name="Slide Number Placeholder 3"/>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22</a:t>
            </a:fld>
            <a:endParaRPr lang="en-US" sz="1400" dirty="0">
              <a:solidFill>
                <a:srgbClr val="FFFF00"/>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15CBCA4-8279-49A0-BDA5-8F1C3F65A437}"/>
              </a:ext>
            </a:extLst>
          </p:cNvPr>
          <p:cNvSpPr txBox="1"/>
          <p:nvPr/>
        </p:nvSpPr>
        <p:spPr>
          <a:xfrm>
            <a:off x="7023370" y="4786008"/>
            <a:ext cx="2120630" cy="307777"/>
          </a:xfrm>
          <a:prstGeom prst="rect">
            <a:avLst/>
          </a:prstGeom>
          <a:noFill/>
        </p:spPr>
        <p:txBody>
          <a:bodyPr wrap="square" rtlCol="0">
            <a:spAutoFit/>
          </a:bodyPr>
          <a:lstStyle/>
          <a:p>
            <a:pPr algn="r"/>
            <a:r>
              <a:rPr lang="en-US" sz="1400" dirty="0"/>
              <a:t>Communion 1 : 1 of 4</a:t>
            </a:r>
          </a:p>
        </p:txBody>
      </p:sp>
      <p:sp>
        <p:nvSpPr>
          <p:cNvPr id="3" name="Rectangle 2">
            <a:extLst>
              <a:ext uri="{FF2B5EF4-FFF2-40B4-BE49-F238E27FC236}">
                <a16:creationId xmlns:a16="http://schemas.microsoft.com/office/drawing/2014/main" id="{72794BF4-C5DF-D0C1-A261-D38A8474F31D}"/>
              </a:ext>
            </a:extLst>
          </p:cNvPr>
          <p:cNvSpPr/>
          <p:nvPr/>
        </p:nvSpPr>
        <p:spPr>
          <a:xfrm>
            <a:off x="1882986" y="863590"/>
            <a:ext cx="5378027" cy="3416320"/>
          </a:xfrm>
          <a:prstGeom prst="rect">
            <a:avLst/>
          </a:prstGeom>
        </p:spPr>
        <p:txBody>
          <a:bodyPr wrap="square">
            <a:spAutoFit/>
          </a:bodyPr>
          <a:lstStyle/>
          <a:p>
            <a:pPr algn="ctr">
              <a:spcAft>
                <a:spcPts val="400"/>
              </a:spcAft>
            </a:pPr>
            <a:r>
              <a:rPr lang="en-US" sz="2800" dirty="0">
                <a:latin typeface="Segoe UI" panose="020B0502040204020203" pitchFamily="34" charset="0"/>
                <a:cs typeface="Segoe UI" panose="020B0502040204020203" pitchFamily="34" charset="0"/>
              </a:rPr>
              <a:t>My faith looks up to Thee,</a:t>
            </a:r>
          </a:p>
          <a:p>
            <a:pPr algn="ctr">
              <a:spcAft>
                <a:spcPts val="400"/>
              </a:spcAft>
            </a:pPr>
            <a:r>
              <a:rPr lang="en-US" sz="2800" dirty="0">
                <a:latin typeface="Segoe UI" panose="020B0502040204020203" pitchFamily="34" charset="0"/>
                <a:cs typeface="Segoe UI" panose="020B0502040204020203" pitchFamily="34" charset="0"/>
              </a:rPr>
              <a:t>Thou Lamb of Calvary,</a:t>
            </a:r>
          </a:p>
          <a:p>
            <a:pPr algn="ctr">
              <a:spcAft>
                <a:spcPts val="400"/>
              </a:spcAft>
            </a:pPr>
            <a:r>
              <a:rPr lang="en-US" sz="2800" dirty="0">
                <a:latin typeface="Segoe UI" panose="020B0502040204020203" pitchFamily="34" charset="0"/>
                <a:cs typeface="Segoe UI" panose="020B0502040204020203" pitchFamily="34" charset="0"/>
              </a:rPr>
              <a:t>Saviour divine;</a:t>
            </a:r>
          </a:p>
          <a:p>
            <a:pPr algn="ctr">
              <a:spcAft>
                <a:spcPts val="400"/>
              </a:spcAft>
            </a:pPr>
            <a:r>
              <a:rPr lang="en-US" sz="2800" dirty="0">
                <a:latin typeface="Segoe UI" panose="020B0502040204020203" pitchFamily="34" charset="0"/>
                <a:cs typeface="Segoe UI" panose="020B0502040204020203" pitchFamily="34" charset="0"/>
              </a:rPr>
              <a:t>Now hear me while I pray;</a:t>
            </a:r>
          </a:p>
          <a:p>
            <a:pPr algn="ctr">
              <a:spcAft>
                <a:spcPts val="400"/>
              </a:spcAft>
            </a:pPr>
            <a:r>
              <a:rPr lang="en-US" sz="2800" dirty="0">
                <a:latin typeface="Segoe UI" panose="020B0502040204020203" pitchFamily="34" charset="0"/>
                <a:cs typeface="Segoe UI" panose="020B0502040204020203" pitchFamily="34" charset="0"/>
              </a:rPr>
              <a:t>Take all my guilt away;</a:t>
            </a:r>
          </a:p>
          <a:p>
            <a:pPr algn="ctr">
              <a:spcAft>
                <a:spcPts val="400"/>
              </a:spcAft>
            </a:pPr>
            <a:r>
              <a:rPr lang="en-US" sz="2800" dirty="0">
                <a:latin typeface="Segoe UI" panose="020B0502040204020203" pitchFamily="34" charset="0"/>
                <a:cs typeface="Segoe UI" panose="020B0502040204020203" pitchFamily="34" charset="0"/>
              </a:rPr>
              <a:t>Oh, let me from this day</a:t>
            </a:r>
          </a:p>
          <a:p>
            <a:pPr algn="ctr">
              <a:spcAft>
                <a:spcPts val="400"/>
              </a:spcAft>
            </a:pPr>
            <a:r>
              <a:rPr lang="en-US" sz="2800" dirty="0">
                <a:latin typeface="Segoe UI" panose="020B0502040204020203" pitchFamily="34" charset="0"/>
                <a:cs typeface="Segoe UI" panose="020B0502040204020203" pitchFamily="34" charset="0"/>
              </a:rPr>
              <a:t>Be wholly Thine.</a:t>
            </a:r>
          </a:p>
        </p:txBody>
      </p:sp>
    </p:spTree>
    <p:extLst>
      <p:ext uri="{BB962C8B-B14F-4D97-AF65-F5344CB8AC3E}">
        <p14:creationId xmlns:p14="http://schemas.microsoft.com/office/powerpoint/2010/main" val="23102865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 – Song No. 235</a:t>
            </a:r>
            <a:endParaRPr lang="en-US" dirty="0">
              <a:latin typeface="Segoe UI" panose="020B0502040204020203" pitchFamily="34" charset="0"/>
              <a:cs typeface="Segoe UI" panose="020B0502040204020203" pitchFamily="34" charset="0"/>
            </a:endParaRPr>
          </a:p>
        </p:txBody>
      </p:sp>
      <p:sp>
        <p:nvSpPr>
          <p:cNvPr id="4" name="Slide Number Placeholder 3"/>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23</a:t>
            </a:fld>
            <a:endParaRPr lang="en-US" sz="1400" dirty="0">
              <a:solidFill>
                <a:srgbClr val="FFFF00"/>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15CBCA4-8279-49A0-BDA5-8F1C3F65A437}"/>
              </a:ext>
            </a:extLst>
          </p:cNvPr>
          <p:cNvSpPr txBox="1"/>
          <p:nvPr/>
        </p:nvSpPr>
        <p:spPr>
          <a:xfrm>
            <a:off x="7023370" y="4786008"/>
            <a:ext cx="2120630" cy="307777"/>
          </a:xfrm>
          <a:prstGeom prst="rect">
            <a:avLst/>
          </a:prstGeom>
          <a:noFill/>
        </p:spPr>
        <p:txBody>
          <a:bodyPr wrap="square" rtlCol="0">
            <a:spAutoFit/>
          </a:bodyPr>
          <a:lstStyle/>
          <a:p>
            <a:pPr algn="r"/>
            <a:r>
              <a:rPr lang="en-US" sz="1400" dirty="0"/>
              <a:t>Communion 1 : 2 of 4</a:t>
            </a:r>
          </a:p>
        </p:txBody>
      </p:sp>
      <p:sp>
        <p:nvSpPr>
          <p:cNvPr id="3" name="Rectangle 2">
            <a:extLst>
              <a:ext uri="{FF2B5EF4-FFF2-40B4-BE49-F238E27FC236}">
                <a16:creationId xmlns:a16="http://schemas.microsoft.com/office/drawing/2014/main" id="{72794BF4-C5DF-D0C1-A261-D38A8474F31D}"/>
              </a:ext>
            </a:extLst>
          </p:cNvPr>
          <p:cNvSpPr/>
          <p:nvPr/>
        </p:nvSpPr>
        <p:spPr>
          <a:xfrm>
            <a:off x="1882986" y="863590"/>
            <a:ext cx="5486401" cy="3416320"/>
          </a:xfrm>
          <a:prstGeom prst="rect">
            <a:avLst/>
          </a:prstGeom>
        </p:spPr>
        <p:txBody>
          <a:bodyPr wrap="square">
            <a:spAutoFit/>
          </a:bodyPr>
          <a:lstStyle/>
          <a:p>
            <a:pPr algn="ctr">
              <a:spcAft>
                <a:spcPts val="400"/>
              </a:spcAft>
            </a:pPr>
            <a:r>
              <a:rPr lang="en-US" sz="2800" dirty="0">
                <a:latin typeface="Segoe UI" panose="020B0502040204020203" pitchFamily="34" charset="0"/>
                <a:cs typeface="Segoe UI" panose="020B0502040204020203" pitchFamily="34" charset="0"/>
              </a:rPr>
              <a:t>May Thy rich grace impart</a:t>
            </a:r>
          </a:p>
          <a:p>
            <a:pPr algn="ctr">
              <a:spcAft>
                <a:spcPts val="400"/>
              </a:spcAft>
            </a:pPr>
            <a:r>
              <a:rPr lang="en-US" sz="2800" dirty="0">
                <a:latin typeface="Segoe UI" panose="020B0502040204020203" pitchFamily="34" charset="0"/>
                <a:cs typeface="Segoe UI" panose="020B0502040204020203" pitchFamily="34" charset="0"/>
              </a:rPr>
              <a:t>Strength to my fainting heart,</a:t>
            </a:r>
          </a:p>
          <a:p>
            <a:pPr algn="ctr">
              <a:spcAft>
                <a:spcPts val="400"/>
              </a:spcAft>
            </a:pPr>
            <a:r>
              <a:rPr lang="en-US" sz="2800" dirty="0">
                <a:latin typeface="Segoe UI" panose="020B0502040204020203" pitchFamily="34" charset="0"/>
                <a:cs typeface="Segoe UI" panose="020B0502040204020203" pitchFamily="34" charset="0"/>
              </a:rPr>
              <a:t>My zeal inspire:</a:t>
            </a:r>
          </a:p>
          <a:p>
            <a:pPr algn="ctr">
              <a:spcAft>
                <a:spcPts val="400"/>
              </a:spcAft>
            </a:pPr>
            <a:r>
              <a:rPr lang="en-US" sz="2800" dirty="0">
                <a:latin typeface="Segoe UI" panose="020B0502040204020203" pitchFamily="34" charset="0"/>
                <a:cs typeface="Segoe UI" panose="020B0502040204020203" pitchFamily="34" charset="0"/>
              </a:rPr>
              <a:t>As Thou hast died for me,</a:t>
            </a:r>
          </a:p>
          <a:p>
            <a:pPr algn="ctr">
              <a:spcAft>
                <a:spcPts val="400"/>
              </a:spcAft>
            </a:pPr>
            <a:r>
              <a:rPr lang="en-US" sz="2800" dirty="0">
                <a:latin typeface="Segoe UI" panose="020B0502040204020203" pitchFamily="34" charset="0"/>
                <a:cs typeface="Segoe UI" panose="020B0502040204020203" pitchFamily="34" charset="0"/>
              </a:rPr>
              <a:t>Oh, may my love to Thee</a:t>
            </a:r>
          </a:p>
          <a:p>
            <a:pPr algn="ctr">
              <a:spcAft>
                <a:spcPts val="400"/>
              </a:spcAft>
            </a:pPr>
            <a:r>
              <a:rPr lang="en-US" sz="2800" dirty="0">
                <a:latin typeface="Segoe UI" panose="020B0502040204020203" pitchFamily="34" charset="0"/>
                <a:cs typeface="Segoe UI" panose="020B0502040204020203" pitchFamily="34" charset="0"/>
              </a:rPr>
              <a:t>Pure, warm, and changeless be —</a:t>
            </a:r>
          </a:p>
          <a:p>
            <a:pPr algn="ctr">
              <a:spcAft>
                <a:spcPts val="400"/>
              </a:spcAft>
            </a:pPr>
            <a:r>
              <a:rPr lang="en-US" sz="2800" dirty="0">
                <a:latin typeface="Segoe UI" panose="020B0502040204020203" pitchFamily="34" charset="0"/>
                <a:cs typeface="Segoe UI" panose="020B0502040204020203" pitchFamily="34" charset="0"/>
              </a:rPr>
              <a:t>A living fire. </a:t>
            </a:r>
          </a:p>
        </p:txBody>
      </p:sp>
    </p:spTree>
    <p:extLst>
      <p:ext uri="{BB962C8B-B14F-4D97-AF65-F5344CB8AC3E}">
        <p14:creationId xmlns:p14="http://schemas.microsoft.com/office/powerpoint/2010/main" val="39397102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 – Song No. 235</a:t>
            </a:r>
            <a:endParaRPr lang="en-US" dirty="0">
              <a:latin typeface="Segoe UI" panose="020B0502040204020203" pitchFamily="34" charset="0"/>
              <a:cs typeface="Segoe UI" panose="020B0502040204020203" pitchFamily="34" charset="0"/>
            </a:endParaRPr>
          </a:p>
        </p:txBody>
      </p:sp>
      <p:sp>
        <p:nvSpPr>
          <p:cNvPr id="4" name="Slide Number Placeholder 3"/>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24</a:t>
            </a:fld>
            <a:endParaRPr lang="en-US" sz="1400" dirty="0">
              <a:solidFill>
                <a:srgbClr val="FFFF00"/>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15CBCA4-8279-49A0-BDA5-8F1C3F65A437}"/>
              </a:ext>
            </a:extLst>
          </p:cNvPr>
          <p:cNvSpPr txBox="1"/>
          <p:nvPr/>
        </p:nvSpPr>
        <p:spPr>
          <a:xfrm>
            <a:off x="7023370" y="4786008"/>
            <a:ext cx="2120630" cy="307777"/>
          </a:xfrm>
          <a:prstGeom prst="rect">
            <a:avLst/>
          </a:prstGeom>
          <a:noFill/>
        </p:spPr>
        <p:txBody>
          <a:bodyPr wrap="square" rtlCol="0">
            <a:spAutoFit/>
          </a:bodyPr>
          <a:lstStyle/>
          <a:p>
            <a:pPr algn="r"/>
            <a:r>
              <a:rPr lang="en-US" sz="1400" dirty="0"/>
              <a:t>Communion 1 : 3 of 4</a:t>
            </a:r>
          </a:p>
        </p:txBody>
      </p:sp>
      <p:sp>
        <p:nvSpPr>
          <p:cNvPr id="3" name="Rectangle 2">
            <a:extLst>
              <a:ext uri="{FF2B5EF4-FFF2-40B4-BE49-F238E27FC236}">
                <a16:creationId xmlns:a16="http://schemas.microsoft.com/office/drawing/2014/main" id="{72794BF4-C5DF-D0C1-A261-D38A8474F31D}"/>
              </a:ext>
            </a:extLst>
          </p:cNvPr>
          <p:cNvSpPr/>
          <p:nvPr/>
        </p:nvSpPr>
        <p:spPr>
          <a:xfrm>
            <a:off x="1882986" y="863590"/>
            <a:ext cx="5486401" cy="3416320"/>
          </a:xfrm>
          <a:prstGeom prst="rect">
            <a:avLst/>
          </a:prstGeom>
        </p:spPr>
        <p:txBody>
          <a:bodyPr wrap="square">
            <a:spAutoFit/>
          </a:bodyPr>
          <a:lstStyle/>
          <a:p>
            <a:pPr algn="ctr">
              <a:spcAft>
                <a:spcPts val="400"/>
              </a:spcAft>
            </a:pPr>
            <a:r>
              <a:rPr lang="en-US" sz="2800" dirty="0">
                <a:latin typeface="Segoe UI" panose="020B0502040204020203" pitchFamily="34" charset="0"/>
                <a:cs typeface="Segoe UI" panose="020B0502040204020203" pitchFamily="34" charset="0"/>
              </a:rPr>
              <a:t>While life's dark maze I tread,</a:t>
            </a:r>
          </a:p>
          <a:p>
            <a:pPr algn="ctr">
              <a:spcAft>
                <a:spcPts val="400"/>
              </a:spcAft>
            </a:pPr>
            <a:r>
              <a:rPr lang="en-US" sz="2800" dirty="0">
                <a:latin typeface="Segoe UI" panose="020B0502040204020203" pitchFamily="34" charset="0"/>
                <a:cs typeface="Segoe UI" panose="020B0502040204020203" pitchFamily="34" charset="0"/>
              </a:rPr>
              <a:t>And griefs around me spread,</a:t>
            </a:r>
          </a:p>
          <a:p>
            <a:pPr algn="ctr">
              <a:spcAft>
                <a:spcPts val="400"/>
              </a:spcAft>
            </a:pPr>
            <a:r>
              <a:rPr lang="en-US" sz="2800" dirty="0">
                <a:latin typeface="Segoe UI" panose="020B0502040204020203" pitchFamily="34" charset="0"/>
                <a:cs typeface="Segoe UI" panose="020B0502040204020203" pitchFamily="34" charset="0"/>
              </a:rPr>
              <a:t>Be Thou my Guide:</a:t>
            </a:r>
          </a:p>
          <a:p>
            <a:pPr algn="ctr">
              <a:spcAft>
                <a:spcPts val="400"/>
              </a:spcAft>
            </a:pPr>
            <a:r>
              <a:rPr lang="en-US" sz="2800" dirty="0">
                <a:latin typeface="Segoe UI" panose="020B0502040204020203" pitchFamily="34" charset="0"/>
                <a:cs typeface="Segoe UI" panose="020B0502040204020203" pitchFamily="34" charset="0"/>
              </a:rPr>
              <a:t>Bid darkness turn to day,</a:t>
            </a:r>
          </a:p>
          <a:p>
            <a:pPr algn="ctr">
              <a:spcAft>
                <a:spcPts val="400"/>
              </a:spcAft>
            </a:pPr>
            <a:r>
              <a:rPr lang="en-US" sz="2800" dirty="0">
                <a:latin typeface="Segoe UI" panose="020B0502040204020203" pitchFamily="34" charset="0"/>
                <a:cs typeface="Segoe UI" panose="020B0502040204020203" pitchFamily="34" charset="0"/>
              </a:rPr>
              <a:t>Wipe sorrow's tears away;</a:t>
            </a:r>
          </a:p>
          <a:p>
            <a:pPr algn="ctr">
              <a:spcAft>
                <a:spcPts val="400"/>
              </a:spcAft>
            </a:pPr>
            <a:r>
              <a:rPr lang="en-US" sz="2800" dirty="0">
                <a:latin typeface="Segoe UI" panose="020B0502040204020203" pitchFamily="34" charset="0"/>
                <a:cs typeface="Segoe UI" panose="020B0502040204020203" pitchFamily="34" charset="0"/>
              </a:rPr>
              <a:t>Nor let me ever stray</a:t>
            </a:r>
          </a:p>
          <a:p>
            <a:pPr algn="ctr">
              <a:spcAft>
                <a:spcPts val="400"/>
              </a:spcAft>
            </a:pPr>
            <a:r>
              <a:rPr lang="en-US" sz="2800" dirty="0">
                <a:latin typeface="Segoe UI" panose="020B0502040204020203" pitchFamily="34" charset="0"/>
                <a:cs typeface="Segoe UI" panose="020B0502040204020203" pitchFamily="34" charset="0"/>
              </a:rPr>
              <a:t>From Thee aside.</a:t>
            </a:r>
          </a:p>
        </p:txBody>
      </p:sp>
    </p:spTree>
    <p:extLst>
      <p:ext uri="{BB962C8B-B14F-4D97-AF65-F5344CB8AC3E}">
        <p14:creationId xmlns:p14="http://schemas.microsoft.com/office/powerpoint/2010/main" val="9365985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 – Song No. 235</a:t>
            </a:r>
            <a:endParaRPr lang="en-US" dirty="0">
              <a:latin typeface="Segoe UI" panose="020B0502040204020203" pitchFamily="34" charset="0"/>
              <a:cs typeface="Segoe UI" panose="020B0502040204020203" pitchFamily="34" charset="0"/>
            </a:endParaRPr>
          </a:p>
        </p:txBody>
      </p:sp>
      <p:sp>
        <p:nvSpPr>
          <p:cNvPr id="4" name="Slide Number Placeholder 3"/>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25</a:t>
            </a:fld>
            <a:endParaRPr lang="en-US" sz="1400" dirty="0">
              <a:solidFill>
                <a:srgbClr val="FFFF00"/>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15CBCA4-8279-49A0-BDA5-8F1C3F65A437}"/>
              </a:ext>
            </a:extLst>
          </p:cNvPr>
          <p:cNvSpPr txBox="1"/>
          <p:nvPr/>
        </p:nvSpPr>
        <p:spPr>
          <a:xfrm>
            <a:off x="7023370" y="4786008"/>
            <a:ext cx="2120630" cy="307777"/>
          </a:xfrm>
          <a:prstGeom prst="rect">
            <a:avLst/>
          </a:prstGeom>
          <a:noFill/>
        </p:spPr>
        <p:txBody>
          <a:bodyPr wrap="square" rtlCol="0">
            <a:spAutoFit/>
          </a:bodyPr>
          <a:lstStyle/>
          <a:p>
            <a:pPr algn="r"/>
            <a:r>
              <a:rPr lang="en-US" sz="1400" dirty="0"/>
              <a:t>Communion 1 : 4 of 4</a:t>
            </a:r>
          </a:p>
        </p:txBody>
      </p:sp>
      <p:sp>
        <p:nvSpPr>
          <p:cNvPr id="3" name="Rectangle 2">
            <a:extLst>
              <a:ext uri="{FF2B5EF4-FFF2-40B4-BE49-F238E27FC236}">
                <a16:creationId xmlns:a16="http://schemas.microsoft.com/office/drawing/2014/main" id="{72794BF4-C5DF-D0C1-A261-D38A8474F31D}"/>
              </a:ext>
            </a:extLst>
          </p:cNvPr>
          <p:cNvSpPr/>
          <p:nvPr/>
        </p:nvSpPr>
        <p:spPr>
          <a:xfrm>
            <a:off x="1571413" y="863590"/>
            <a:ext cx="6001174" cy="3416320"/>
          </a:xfrm>
          <a:prstGeom prst="rect">
            <a:avLst/>
          </a:prstGeom>
        </p:spPr>
        <p:txBody>
          <a:bodyPr wrap="square">
            <a:spAutoFit/>
          </a:bodyPr>
          <a:lstStyle/>
          <a:p>
            <a:pPr algn="ctr">
              <a:spcAft>
                <a:spcPts val="400"/>
              </a:spcAft>
            </a:pPr>
            <a:r>
              <a:rPr lang="en-US" sz="2800" dirty="0">
                <a:latin typeface="Segoe UI" panose="020B0502040204020203" pitchFamily="34" charset="0"/>
                <a:cs typeface="Segoe UI" panose="020B0502040204020203" pitchFamily="34" charset="0"/>
              </a:rPr>
              <a:t>When ends life's transient dream —</a:t>
            </a:r>
          </a:p>
          <a:p>
            <a:pPr algn="ctr">
              <a:spcAft>
                <a:spcPts val="400"/>
              </a:spcAft>
            </a:pPr>
            <a:r>
              <a:rPr lang="en-US" sz="2800" dirty="0">
                <a:latin typeface="Segoe UI" panose="020B0502040204020203" pitchFamily="34" charset="0"/>
                <a:cs typeface="Segoe UI" panose="020B0502040204020203" pitchFamily="34" charset="0"/>
              </a:rPr>
              <a:t>When death's cold, sullen stream</a:t>
            </a:r>
          </a:p>
          <a:p>
            <a:pPr algn="ctr">
              <a:spcAft>
                <a:spcPts val="400"/>
              </a:spcAft>
            </a:pPr>
            <a:r>
              <a:rPr lang="en-US" sz="2800" dirty="0">
                <a:latin typeface="Segoe UI" panose="020B0502040204020203" pitchFamily="34" charset="0"/>
                <a:cs typeface="Segoe UI" panose="020B0502040204020203" pitchFamily="34" charset="0"/>
              </a:rPr>
              <a:t>Shall o'er me roll—</a:t>
            </a:r>
          </a:p>
          <a:p>
            <a:pPr algn="ctr">
              <a:spcAft>
                <a:spcPts val="400"/>
              </a:spcAft>
            </a:pPr>
            <a:r>
              <a:rPr lang="en-US" sz="2800" dirty="0">
                <a:latin typeface="Segoe UI" panose="020B0502040204020203" pitchFamily="34" charset="0"/>
                <a:cs typeface="Segoe UI" panose="020B0502040204020203" pitchFamily="34" charset="0"/>
              </a:rPr>
              <a:t>Blest Saviour, then in love,</a:t>
            </a:r>
          </a:p>
          <a:p>
            <a:pPr algn="ctr">
              <a:spcAft>
                <a:spcPts val="400"/>
              </a:spcAft>
            </a:pPr>
            <a:r>
              <a:rPr lang="en-US" sz="2800" dirty="0">
                <a:latin typeface="Segoe UI" panose="020B0502040204020203" pitchFamily="34" charset="0"/>
                <a:cs typeface="Segoe UI" panose="020B0502040204020203" pitchFamily="34" charset="0"/>
              </a:rPr>
              <a:t>Fear and distress remove;</a:t>
            </a:r>
          </a:p>
          <a:p>
            <a:pPr algn="ctr">
              <a:spcAft>
                <a:spcPts val="400"/>
              </a:spcAft>
            </a:pPr>
            <a:r>
              <a:rPr lang="en-US" sz="2800" dirty="0">
                <a:latin typeface="Segoe UI" panose="020B0502040204020203" pitchFamily="34" charset="0"/>
                <a:cs typeface="Segoe UI" panose="020B0502040204020203" pitchFamily="34" charset="0"/>
              </a:rPr>
              <a:t>Oh, bear me safe above —</a:t>
            </a:r>
          </a:p>
          <a:p>
            <a:pPr algn="ctr">
              <a:spcAft>
                <a:spcPts val="400"/>
              </a:spcAft>
            </a:pPr>
            <a:r>
              <a:rPr lang="en-US" sz="2800" dirty="0">
                <a:latin typeface="Segoe UI" panose="020B0502040204020203" pitchFamily="34" charset="0"/>
                <a:cs typeface="Segoe UI" panose="020B0502040204020203" pitchFamily="34" charset="0"/>
              </a:rPr>
              <a:t>A ransomed soul.</a:t>
            </a:r>
          </a:p>
        </p:txBody>
      </p:sp>
    </p:spTree>
    <p:extLst>
      <p:ext uri="{BB962C8B-B14F-4D97-AF65-F5344CB8AC3E}">
        <p14:creationId xmlns:p14="http://schemas.microsoft.com/office/powerpoint/2010/main" val="1871416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A103D-3674-3628-0A65-6AFD256A55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9B16D5-24D5-D522-6398-CAA5AFBFBB3C}"/>
              </a:ext>
            </a:extLst>
          </p:cNvPr>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 – Song No. 650</a:t>
            </a:r>
            <a:endParaRPr lang="en-US" dirty="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DC9109FE-4B8E-7CC3-32F4-64348B0175C7}"/>
              </a:ext>
            </a:extLst>
          </p:cNvPr>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26</a:t>
            </a:fld>
            <a:endParaRPr lang="en-US" sz="1400" dirty="0">
              <a:solidFill>
                <a:srgbClr val="FFFF00"/>
              </a:solidFill>
              <a:latin typeface="Segoe UI" panose="020B0502040204020203" pitchFamily="34" charset="0"/>
              <a:cs typeface="Segoe UI" panose="020B0502040204020203" pitchFamily="34" charset="0"/>
            </a:endParaRPr>
          </a:p>
        </p:txBody>
      </p:sp>
      <p:pic>
        <p:nvPicPr>
          <p:cNvPr id="5" name="Picture 4" descr="A picture containing wall, indoor, table, decorated&#10;&#10;Description automatically generated">
            <a:extLst>
              <a:ext uri="{FF2B5EF4-FFF2-40B4-BE49-F238E27FC236}">
                <a16:creationId xmlns:a16="http://schemas.microsoft.com/office/drawing/2014/main" id="{95E44D39-E997-9C7D-9350-F1588A9E755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30000" y="705623"/>
            <a:ext cx="6084000" cy="405726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75571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 – Song No. 650</a:t>
            </a:r>
            <a:endParaRPr lang="en-US" dirty="0">
              <a:latin typeface="Segoe UI" panose="020B0502040204020203" pitchFamily="34" charset="0"/>
              <a:cs typeface="Segoe UI" panose="020B0502040204020203" pitchFamily="34" charset="0"/>
            </a:endParaRPr>
          </a:p>
        </p:txBody>
      </p:sp>
      <p:sp>
        <p:nvSpPr>
          <p:cNvPr id="4" name="Slide Number Placeholder 3"/>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27</a:t>
            </a:fld>
            <a:endParaRPr lang="en-US" sz="1400" dirty="0">
              <a:solidFill>
                <a:srgbClr val="FFFF00"/>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15CBCA4-8279-49A0-BDA5-8F1C3F65A437}"/>
              </a:ext>
            </a:extLst>
          </p:cNvPr>
          <p:cNvSpPr txBox="1"/>
          <p:nvPr/>
        </p:nvSpPr>
        <p:spPr>
          <a:xfrm>
            <a:off x="7023370" y="4786008"/>
            <a:ext cx="2120630" cy="307777"/>
          </a:xfrm>
          <a:prstGeom prst="rect">
            <a:avLst/>
          </a:prstGeom>
          <a:noFill/>
        </p:spPr>
        <p:txBody>
          <a:bodyPr wrap="square" rtlCol="0">
            <a:spAutoFit/>
          </a:bodyPr>
          <a:lstStyle/>
          <a:p>
            <a:pPr algn="r"/>
            <a:r>
              <a:rPr lang="en-US" sz="1400" dirty="0"/>
              <a:t>Communion 2 : 1 of 3</a:t>
            </a:r>
          </a:p>
        </p:txBody>
      </p:sp>
      <p:sp>
        <p:nvSpPr>
          <p:cNvPr id="3" name="Rectangle 2">
            <a:extLst>
              <a:ext uri="{FF2B5EF4-FFF2-40B4-BE49-F238E27FC236}">
                <a16:creationId xmlns:a16="http://schemas.microsoft.com/office/drawing/2014/main" id="{4B9F4E44-159E-0C3D-747F-61AC6C816E73}"/>
              </a:ext>
            </a:extLst>
          </p:cNvPr>
          <p:cNvSpPr/>
          <p:nvPr/>
        </p:nvSpPr>
        <p:spPr>
          <a:xfrm>
            <a:off x="216955" y="589667"/>
            <a:ext cx="8710089" cy="3970318"/>
          </a:xfrm>
          <a:prstGeom prst="rect">
            <a:avLst/>
          </a:prstGeom>
        </p:spPr>
        <p:txBody>
          <a:bodyPr wrap="square">
            <a:spAutoFit/>
          </a:bodyPr>
          <a:lstStyle/>
          <a:p>
            <a:r>
              <a:rPr lang="en-US" sz="2800" dirty="0"/>
              <a:t>Ring the bells of heaven ! there is joy to-day,</a:t>
            </a:r>
          </a:p>
          <a:p>
            <a:r>
              <a:rPr lang="en-US" sz="2800" dirty="0"/>
              <a:t>For a soul returning from the wild ! </a:t>
            </a:r>
          </a:p>
          <a:p>
            <a:r>
              <a:rPr lang="en-US" sz="2800" dirty="0"/>
              <a:t>See ! the Father meets him out upon the way, </a:t>
            </a:r>
          </a:p>
          <a:p>
            <a:r>
              <a:rPr lang="en-US" sz="2800" dirty="0"/>
              <a:t>Welcoming His weary, wandering child.</a:t>
            </a:r>
          </a:p>
          <a:p>
            <a:endParaRPr lang="en-US" sz="2800" i="1" dirty="0">
              <a:solidFill>
                <a:srgbClr val="772626"/>
              </a:solidFill>
            </a:endParaRPr>
          </a:p>
          <a:p>
            <a:pPr marL="446088"/>
            <a:r>
              <a:rPr lang="en-US" sz="2800" i="1" dirty="0">
                <a:solidFill>
                  <a:srgbClr val="772626"/>
                </a:solidFill>
              </a:rPr>
              <a:t>Glory ! glory ! how the angels sing ; </a:t>
            </a:r>
          </a:p>
          <a:p>
            <a:pPr marL="446088"/>
            <a:r>
              <a:rPr lang="en-US" sz="2800" i="1" dirty="0">
                <a:solidFill>
                  <a:srgbClr val="772626"/>
                </a:solidFill>
              </a:rPr>
              <a:t>Glory ! glory ! how the loud harps ring ! </a:t>
            </a:r>
          </a:p>
          <a:p>
            <a:pPr marL="446088"/>
            <a:r>
              <a:rPr lang="en-US" sz="2800" i="1" dirty="0">
                <a:solidFill>
                  <a:srgbClr val="772626"/>
                </a:solidFill>
              </a:rPr>
              <a:t>'Tis the ransomed army, like a mighty sea, </a:t>
            </a:r>
          </a:p>
          <a:p>
            <a:pPr marL="446088"/>
            <a:r>
              <a:rPr lang="en-US" sz="2800" i="1" dirty="0">
                <a:solidFill>
                  <a:srgbClr val="772626"/>
                </a:solidFill>
              </a:rPr>
              <a:t>Pealing forth the anthem of the free.</a:t>
            </a:r>
          </a:p>
        </p:txBody>
      </p:sp>
    </p:spTree>
    <p:extLst>
      <p:ext uri="{BB962C8B-B14F-4D97-AF65-F5344CB8AC3E}">
        <p14:creationId xmlns:p14="http://schemas.microsoft.com/office/powerpoint/2010/main" val="2565122131"/>
      </p:ext>
    </p:extLst>
  </p:cSld>
  <p:clrMapOvr>
    <a:masterClrMapping/>
  </p:clrMapOvr>
  <p:extLst>
    <p:ext uri="{6950BFC3-D8DA-4A85-94F7-54DA5524770B}">
      <p188:commentRel xmlns:p188="http://schemas.microsoft.com/office/powerpoint/2018/8/main" r:id="rId2"/>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 – Song No. 650</a:t>
            </a:r>
            <a:endParaRPr lang="en-US" dirty="0">
              <a:latin typeface="Segoe UI" panose="020B0502040204020203" pitchFamily="34" charset="0"/>
              <a:cs typeface="Segoe UI" panose="020B0502040204020203" pitchFamily="34" charset="0"/>
            </a:endParaRPr>
          </a:p>
        </p:txBody>
      </p:sp>
      <p:sp>
        <p:nvSpPr>
          <p:cNvPr id="4" name="Slide Number Placeholder 3"/>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28</a:t>
            </a:fld>
            <a:endParaRPr lang="en-US" sz="1400" dirty="0">
              <a:solidFill>
                <a:srgbClr val="FFFF00"/>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15CBCA4-8279-49A0-BDA5-8F1C3F65A437}"/>
              </a:ext>
            </a:extLst>
          </p:cNvPr>
          <p:cNvSpPr txBox="1"/>
          <p:nvPr/>
        </p:nvSpPr>
        <p:spPr>
          <a:xfrm>
            <a:off x="7023370" y="4786008"/>
            <a:ext cx="2120630" cy="307777"/>
          </a:xfrm>
          <a:prstGeom prst="rect">
            <a:avLst/>
          </a:prstGeom>
          <a:noFill/>
        </p:spPr>
        <p:txBody>
          <a:bodyPr wrap="square" rtlCol="0">
            <a:spAutoFit/>
          </a:bodyPr>
          <a:lstStyle/>
          <a:p>
            <a:pPr algn="r"/>
            <a:r>
              <a:rPr lang="en-US" sz="1400" dirty="0"/>
              <a:t>Communion 2 : 2 of 3</a:t>
            </a:r>
          </a:p>
        </p:txBody>
      </p:sp>
      <p:sp>
        <p:nvSpPr>
          <p:cNvPr id="3" name="Rectangle 2">
            <a:extLst>
              <a:ext uri="{FF2B5EF4-FFF2-40B4-BE49-F238E27FC236}">
                <a16:creationId xmlns:a16="http://schemas.microsoft.com/office/drawing/2014/main" id="{4B9F4E44-159E-0C3D-747F-61AC6C816E73}"/>
              </a:ext>
            </a:extLst>
          </p:cNvPr>
          <p:cNvSpPr/>
          <p:nvPr/>
        </p:nvSpPr>
        <p:spPr>
          <a:xfrm>
            <a:off x="216955" y="589667"/>
            <a:ext cx="8710089" cy="3970318"/>
          </a:xfrm>
          <a:prstGeom prst="rect">
            <a:avLst/>
          </a:prstGeom>
        </p:spPr>
        <p:txBody>
          <a:bodyPr wrap="square">
            <a:spAutoFit/>
          </a:bodyPr>
          <a:lstStyle/>
          <a:p>
            <a:r>
              <a:rPr lang="en-US" sz="2800" dirty="0"/>
              <a:t>Ring the bells of heaven ! there is joy to-day,</a:t>
            </a:r>
          </a:p>
          <a:p>
            <a:r>
              <a:rPr lang="en-US" sz="2800" dirty="0"/>
              <a:t>For the wanderer now is reconciled;</a:t>
            </a:r>
          </a:p>
          <a:p>
            <a:r>
              <a:rPr lang="en-US" sz="2800" dirty="0"/>
              <a:t>Yes, a soul is rescued from his sinful way,</a:t>
            </a:r>
          </a:p>
          <a:p>
            <a:r>
              <a:rPr lang="en-US" sz="2800" dirty="0"/>
              <a:t>And is born anew a ransomed child.</a:t>
            </a:r>
          </a:p>
          <a:p>
            <a:endParaRPr lang="en-US" sz="2800" i="1" dirty="0">
              <a:solidFill>
                <a:srgbClr val="772626"/>
              </a:solidFill>
            </a:endParaRPr>
          </a:p>
          <a:p>
            <a:pPr marL="446088"/>
            <a:r>
              <a:rPr lang="en-US" sz="2800" i="1" dirty="0">
                <a:solidFill>
                  <a:srgbClr val="772626"/>
                </a:solidFill>
              </a:rPr>
              <a:t>Glory ! glory ! how the angels sing ; </a:t>
            </a:r>
          </a:p>
          <a:p>
            <a:pPr marL="446088"/>
            <a:r>
              <a:rPr lang="en-US" sz="2800" i="1" dirty="0">
                <a:solidFill>
                  <a:srgbClr val="772626"/>
                </a:solidFill>
              </a:rPr>
              <a:t>Glory ! glory ! how the loud harps ring ! </a:t>
            </a:r>
          </a:p>
          <a:p>
            <a:pPr marL="446088"/>
            <a:r>
              <a:rPr lang="en-US" sz="2800" i="1" dirty="0">
                <a:solidFill>
                  <a:srgbClr val="772626"/>
                </a:solidFill>
              </a:rPr>
              <a:t>'Tis the ransomed army, like a mighty sea, </a:t>
            </a:r>
          </a:p>
          <a:p>
            <a:pPr marL="446088"/>
            <a:r>
              <a:rPr lang="en-US" sz="2800" i="1" dirty="0">
                <a:solidFill>
                  <a:srgbClr val="772626"/>
                </a:solidFill>
              </a:rPr>
              <a:t>Pealing forth the anthem of the free.</a:t>
            </a:r>
          </a:p>
        </p:txBody>
      </p:sp>
    </p:spTree>
    <p:extLst>
      <p:ext uri="{BB962C8B-B14F-4D97-AF65-F5344CB8AC3E}">
        <p14:creationId xmlns:p14="http://schemas.microsoft.com/office/powerpoint/2010/main" val="40813176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 – Song No. 650</a:t>
            </a:r>
            <a:endParaRPr lang="en-US" dirty="0">
              <a:latin typeface="Segoe UI" panose="020B0502040204020203" pitchFamily="34" charset="0"/>
              <a:cs typeface="Segoe UI" panose="020B0502040204020203" pitchFamily="34" charset="0"/>
            </a:endParaRPr>
          </a:p>
        </p:txBody>
      </p:sp>
      <p:sp>
        <p:nvSpPr>
          <p:cNvPr id="4" name="Slide Number Placeholder 3"/>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29</a:t>
            </a:fld>
            <a:endParaRPr lang="en-US" sz="1400" dirty="0">
              <a:solidFill>
                <a:srgbClr val="FFFF00"/>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15CBCA4-8279-49A0-BDA5-8F1C3F65A437}"/>
              </a:ext>
            </a:extLst>
          </p:cNvPr>
          <p:cNvSpPr txBox="1"/>
          <p:nvPr/>
        </p:nvSpPr>
        <p:spPr>
          <a:xfrm>
            <a:off x="7023370" y="4786008"/>
            <a:ext cx="2120630" cy="307777"/>
          </a:xfrm>
          <a:prstGeom prst="rect">
            <a:avLst/>
          </a:prstGeom>
          <a:noFill/>
        </p:spPr>
        <p:txBody>
          <a:bodyPr wrap="square" rtlCol="0">
            <a:spAutoFit/>
          </a:bodyPr>
          <a:lstStyle/>
          <a:p>
            <a:pPr algn="r"/>
            <a:r>
              <a:rPr lang="en-US" sz="1400" dirty="0"/>
              <a:t>Communion 2 : 3 of 3</a:t>
            </a:r>
          </a:p>
        </p:txBody>
      </p:sp>
      <p:sp>
        <p:nvSpPr>
          <p:cNvPr id="3" name="Rectangle 2">
            <a:extLst>
              <a:ext uri="{FF2B5EF4-FFF2-40B4-BE49-F238E27FC236}">
                <a16:creationId xmlns:a16="http://schemas.microsoft.com/office/drawing/2014/main" id="{4B9F4E44-159E-0C3D-747F-61AC6C816E73}"/>
              </a:ext>
            </a:extLst>
          </p:cNvPr>
          <p:cNvSpPr/>
          <p:nvPr/>
        </p:nvSpPr>
        <p:spPr>
          <a:xfrm>
            <a:off x="216955" y="589667"/>
            <a:ext cx="8710089" cy="3970318"/>
          </a:xfrm>
          <a:prstGeom prst="rect">
            <a:avLst/>
          </a:prstGeom>
        </p:spPr>
        <p:txBody>
          <a:bodyPr wrap="square">
            <a:spAutoFit/>
          </a:bodyPr>
          <a:lstStyle/>
          <a:p>
            <a:r>
              <a:rPr lang="en-US" sz="2800" dirty="0"/>
              <a:t>Ring the bells of heaven ! spread the feast to-day ! </a:t>
            </a:r>
          </a:p>
          <a:p>
            <a:r>
              <a:rPr lang="en-US" sz="2800" dirty="0"/>
              <a:t>Angels, swell the glad, triumphant strain ! </a:t>
            </a:r>
          </a:p>
          <a:p>
            <a:r>
              <a:rPr lang="en-US" sz="2800" dirty="0"/>
              <a:t>Tell the joyful tidings, bear it far away ! </a:t>
            </a:r>
          </a:p>
          <a:p>
            <a:r>
              <a:rPr lang="en-US" sz="2800" dirty="0"/>
              <a:t>For a precious soul is born again.</a:t>
            </a:r>
          </a:p>
          <a:p>
            <a:endParaRPr lang="en-US" sz="2800" i="1" dirty="0">
              <a:solidFill>
                <a:srgbClr val="772626"/>
              </a:solidFill>
            </a:endParaRPr>
          </a:p>
          <a:p>
            <a:pPr marL="446088"/>
            <a:r>
              <a:rPr lang="en-US" sz="2800" i="1" dirty="0">
                <a:solidFill>
                  <a:srgbClr val="772626"/>
                </a:solidFill>
              </a:rPr>
              <a:t>Glory ! glory ! how the angels sing ; </a:t>
            </a:r>
          </a:p>
          <a:p>
            <a:pPr marL="446088"/>
            <a:r>
              <a:rPr lang="en-US" sz="2800" i="1" dirty="0">
                <a:solidFill>
                  <a:srgbClr val="772626"/>
                </a:solidFill>
              </a:rPr>
              <a:t>Glory ! glory ! how the loud harps ring ! </a:t>
            </a:r>
          </a:p>
          <a:p>
            <a:pPr marL="446088"/>
            <a:r>
              <a:rPr lang="en-US" sz="2800" i="1" dirty="0">
                <a:solidFill>
                  <a:srgbClr val="772626"/>
                </a:solidFill>
              </a:rPr>
              <a:t>'Tis the ransomed army, like a mighty sea, </a:t>
            </a:r>
          </a:p>
          <a:p>
            <a:pPr marL="446088"/>
            <a:r>
              <a:rPr lang="en-US" sz="2800" i="1" dirty="0">
                <a:solidFill>
                  <a:srgbClr val="772626"/>
                </a:solidFill>
              </a:rPr>
              <a:t>Pealing forth the anthem of the free.</a:t>
            </a:r>
          </a:p>
        </p:txBody>
      </p:sp>
    </p:spTree>
    <p:extLst>
      <p:ext uri="{BB962C8B-B14F-4D97-AF65-F5344CB8AC3E}">
        <p14:creationId xmlns:p14="http://schemas.microsoft.com/office/powerpoint/2010/main" val="29984341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9BDC7-036A-3EF7-47C2-9FA518E91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0FBEEE-CA07-AE72-4DB3-C8F04EDB52F7}"/>
              </a:ext>
            </a:extLst>
          </p:cNvPr>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 – Song No. 883</a:t>
            </a:r>
            <a:endParaRPr lang="en-US" dirty="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66692AD7-6534-A114-3E92-58E265581590}"/>
              </a:ext>
            </a:extLst>
          </p:cNvPr>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30</a:t>
            </a:fld>
            <a:endParaRPr lang="en-US" sz="1400" dirty="0">
              <a:solidFill>
                <a:srgbClr val="FFFF00"/>
              </a:solidFill>
              <a:latin typeface="Segoe UI" panose="020B0502040204020203" pitchFamily="34" charset="0"/>
              <a:cs typeface="Segoe UI" panose="020B0502040204020203" pitchFamily="34" charset="0"/>
            </a:endParaRPr>
          </a:p>
        </p:txBody>
      </p:sp>
      <p:pic>
        <p:nvPicPr>
          <p:cNvPr id="5" name="Picture 4" descr="A picture containing wall, indoor, table, decorated&#10;&#10;Description automatically generated">
            <a:extLst>
              <a:ext uri="{FF2B5EF4-FFF2-40B4-BE49-F238E27FC236}">
                <a16:creationId xmlns:a16="http://schemas.microsoft.com/office/drawing/2014/main" id="{8837F9E0-8FAC-887F-A5E7-EF67781A39A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30000" y="705623"/>
            <a:ext cx="6084000" cy="405726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401764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 – Song No. 883</a:t>
            </a:r>
            <a:endParaRPr lang="en-US" dirty="0">
              <a:latin typeface="Segoe UI" panose="020B0502040204020203" pitchFamily="34" charset="0"/>
              <a:cs typeface="Segoe UI" panose="020B0502040204020203" pitchFamily="34" charset="0"/>
            </a:endParaRPr>
          </a:p>
        </p:txBody>
      </p:sp>
      <p:sp>
        <p:nvSpPr>
          <p:cNvPr id="4" name="Slide Number Placeholder 3"/>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31</a:t>
            </a:fld>
            <a:endParaRPr lang="en-US" sz="1400" dirty="0">
              <a:solidFill>
                <a:srgbClr val="FFFF00"/>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15CBCA4-8279-49A0-BDA5-8F1C3F65A437}"/>
              </a:ext>
            </a:extLst>
          </p:cNvPr>
          <p:cNvSpPr txBox="1"/>
          <p:nvPr/>
        </p:nvSpPr>
        <p:spPr>
          <a:xfrm>
            <a:off x="7023370" y="4786008"/>
            <a:ext cx="2120630" cy="307777"/>
          </a:xfrm>
          <a:prstGeom prst="rect">
            <a:avLst/>
          </a:prstGeom>
          <a:noFill/>
        </p:spPr>
        <p:txBody>
          <a:bodyPr wrap="square" rtlCol="0">
            <a:spAutoFit/>
          </a:bodyPr>
          <a:lstStyle/>
          <a:p>
            <a:pPr algn="r"/>
            <a:r>
              <a:rPr lang="en-US" sz="1400" dirty="0"/>
              <a:t>Communion 3 : 1 of 4</a:t>
            </a:r>
          </a:p>
        </p:txBody>
      </p:sp>
      <p:sp>
        <p:nvSpPr>
          <p:cNvPr id="6" name="Rectangle 5">
            <a:extLst>
              <a:ext uri="{FF2B5EF4-FFF2-40B4-BE49-F238E27FC236}">
                <a16:creationId xmlns:a16="http://schemas.microsoft.com/office/drawing/2014/main" id="{00B7E6C3-DC3B-BC8E-EE75-86995C7F8ADF}"/>
              </a:ext>
            </a:extLst>
          </p:cNvPr>
          <p:cNvSpPr/>
          <p:nvPr/>
        </p:nvSpPr>
        <p:spPr>
          <a:xfrm>
            <a:off x="378995" y="750600"/>
            <a:ext cx="8386010" cy="3898503"/>
          </a:xfrm>
          <a:prstGeom prst="rect">
            <a:avLst/>
          </a:prstGeom>
        </p:spPr>
        <p:txBody>
          <a:bodyPr wrap="square">
            <a:spAutoFit/>
          </a:bodyPr>
          <a:lstStyle/>
          <a:p>
            <a:pPr algn="ctr">
              <a:spcAft>
                <a:spcPts val="400"/>
              </a:spcAft>
            </a:pPr>
            <a:r>
              <a:rPr lang="en-US" sz="2800" dirty="0">
                <a:latin typeface="Segoe UI" panose="020B0502040204020203" pitchFamily="34" charset="0"/>
                <a:cs typeface="Segoe UI" panose="020B0502040204020203" pitchFamily="34" charset="0"/>
              </a:rPr>
              <a:t>I'm not ashamed to own my Lord,</a:t>
            </a:r>
          </a:p>
          <a:p>
            <a:pPr algn="ctr">
              <a:spcAft>
                <a:spcPts val="400"/>
              </a:spcAft>
            </a:pPr>
            <a:r>
              <a:rPr lang="en-US" sz="2800" dirty="0">
                <a:latin typeface="Segoe UI" panose="020B0502040204020203" pitchFamily="34" charset="0"/>
                <a:cs typeface="Segoe UI" panose="020B0502040204020203" pitchFamily="34" charset="0"/>
              </a:rPr>
              <a:t>Or to defend His cause;</a:t>
            </a:r>
          </a:p>
          <a:p>
            <a:pPr algn="ctr">
              <a:spcAft>
                <a:spcPts val="400"/>
              </a:spcAft>
            </a:pPr>
            <a:r>
              <a:rPr lang="en-US" sz="2800" dirty="0">
                <a:latin typeface="Segoe UI" panose="020B0502040204020203" pitchFamily="34" charset="0"/>
                <a:cs typeface="Segoe UI" panose="020B0502040204020203" pitchFamily="34" charset="0"/>
              </a:rPr>
              <a:t>Maintain the honour of His Word,</a:t>
            </a:r>
          </a:p>
          <a:p>
            <a:pPr algn="ctr">
              <a:spcAft>
                <a:spcPts val="400"/>
              </a:spcAft>
            </a:pPr>
            <a:r>
              <a:rPr lang="en-US" sz="2800" dirty="0">
                <a:latin typeface="Segoe UI" panose="020B0502040204020203" pitchFamily="34" charset="0"/>
                <a:cs typeface="Segoe UI" panose="020B0502040204020203" pitchFamily="34" charset="0"/>
              </a:rPr>
              <a:t>The glory of His cross</a:t>
            </a:r>
          </a:p>
          <a:p>
            <a:pPr algn="ctr">
              <a:spcAft>
                <a:spcPts val="400"/>
              </a:spcAft>
            </a:pPr>
            <a:r>
              <a:rPr lang="en-US" sz="2800" i="1" dirty="0">
                <a:solidFill>
                  <a:srgbClr val="800000"/>
                </a:solidFill>
                <a:latin typeface="Segoe UI" panose="020B0502040204020203" pitchFamily="34" charset="0"/>
                <a:cs typeface="Segoe UI" panose="020B0502040204020203" pitchFamily="34" charset="0"/>
              </a:rPr>
              <a:t>At the cross! at the cross! where I first saw the light,</a:t>
            </a:r>
          </a:p>
          <a:p>
            <a:pPr algn="ctr">
              <a:spcAft>
                <a:spcPts val="400"/>
              </a:spcAft>
            </a:pPr>
            <a:r>
              <a:rPr lang="en-US" sz="2800" i="1" dirty="0">
                <a:solidFill>
                  <a:srgbClr val="800000"/>
                </a:solidFill>
                <a:latin typeface="Segoe UI" panose="020B0502040204020203" pitchFamily="34" charset="0"/>
                <a:cs typeface="Segoe UI" panose="020B0502040204020203" pitchFamily="34" charset="0"/>
              </a:rPr>
              <a:t>And the burden of my heart rolled away ; . . .</a:t>
            </a:r>
          </a:p>
          <a:p>
            <a:pPr algn="ctr">
              <a:spcAft>
                <a:spcPts val="400"/>
              </a:spcAft>
            </a:pPr>
            <a:r>
              <a:rPr lang="en-US" sz="2800" i="1" dirty="0">
                <a:solidFill>
                  <a:srgbClr val="800000"/>
                </a:solidFill>
                <a:latin typeface="Segoe UI" panose="020B0502040204020203" pitchFamily="34" charset="0"/>
                <a:cs typeface="Segoe UI" panose="020B0502040204020203" pitchFamily="34" charset="0"/>
              </a:rPr>
              <a:t>It was there by faith I received my sight,</a:t>
            </a:r>
          </a:p>
          <a:p>
            <a:pPr algn="ctr">
              <a:spcAft>
                <a:spcPts val="400"/>
              </a:spcAft>
            </a:pPr>
            <a:r>
              <a:rPr lang="en-US" sz="2800" i="1" dirty="0">
                <a:solidFill>
                  <a:srgbClr val="800000"/>
                </a:solidFill>
                <a:latin typeface="Segoe UI" panose="020B0502040204020203" pitchFamily="34" charset="0"/>
                <a:cs typeface="Segoe UI" panose="020B0502040204020203" pitchFamily="34" charset="0"/>
              </a:rPr>
              <a:t>And now I am happy all the day ! </a:t>
            </a:r>
          </a:p>
        </p:txBody>
      </p:sp>
    </p:spTree>
    <p:extLst>
      <p:ext uri="{BB962C8B-B14F-4D97-AF65-F5344CB8AC3E}">
        <p14:creationId xmlns:p14="http://schemas.microsoft.com/office/powerpoint/2010/main" val="15395164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 – Song No. 883</a:t>
            </a:r>
            <a:endParaRPr lang="en-US" dirty="0">
              <a:latin typeface="Segoe UI" panose="020B0502040204020203" pitchFamily="34" charset="0"/>
              <a:cs typeface="Segoe UI" panose="020B0502040204020203" pitchFamily="34" charset="0"/>
            </a:endParaRPr>
          </a:p>
        </p:txBody>
      </p:sp>
      <p:sp>
        <p:nvSpPr>
          <p:cNvPr id="4" name="Slide Number Placeholder 3"/>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32</a:t>
            </a:fld>
            <a:endParaRPr lang="en-US" sz="1400" dirty="0">
              <a:solidFill>
                <a:srgbClr val="FFFF00"/>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15CBCA4-8279-49A0-BDA5-8F1C3F65A437}"/>
              </a:ext>
            </a:extLst>
          </p:cNvPr>
          <p:cNvSpPr txBox="1"/>
          <p:nvPr/>
        </p:nvSpPr>
        <p:spPr>
          <a:xfrm>
            <a:off x="7023370" y="4786008"/>
            <a:ext cx="2120630" cy="307777"/>
          </a:xfrm>
          <a:prstGeom prst="rect">
            <a:avLst/>
          </a:prstGeom>
          <a:noFill/>
        </p:spPr>
        <p:txBody>
          <a:bodyPr wrap="square" rtlCol="0">
            <a:spAutoFit/>
          </a:bodyPr>
          <a:lstStyle/>
          <a:p>
            <a:pPr algn="r"/>
            <a:r>
              <a:rPr lang="en-US" sz="1400" dirty="0"/>
              <a:t>Communion 3 : 2 of 4</a:t>
            </a:r>
          </a:p>
        </p:txBody>
      </p:sp>
      <p:sp>
        <p:nvSpPr>
          <p:cNvPr id="6" name="Rectangle 5">
            <a:extLst>
              <a:ext uri="{FF2B5EF4-FFF2-40B4-BE49-F238E27FC236}">
                <a16:creationId xmlns:a16="http://schemas.microsoft.com/office/drawing/2014/main" id="{00B7E6C3-DC3B-BC8E-EE75-86995C7F8ADF}"/>
              </a:ext>
            </a:extLst>
          </p:cNvPr>
          <p:cNvSpPr/>
          <p:nvPr/>
        </p:nvSpPr>
        <p:spPr>
          <a:xfrm>
            <a:off x="378995" y="750600"/>
            <a:ext cx="8386010" cy="3898503"/>
          </a:xfrm>
          <a:prstGeom prst="rect">
            <a:avLst/>
          </a:prstGeom>
        </p:spPr>
        <p:txBody>
          <a:bodyPr wrap="square">
            <a:spAutoFit/>
          </a:bodyPr>
          <a:lstStyle/>
          <a:p>
            <a:pPr algn="ctr">
              <a:spcAft>
                <a:spcPts val="400"/>
              </a:spcAft>
            </a:pPr>
            <a:r>
              <a:rPr lang="en-US" sz="2800" dirty="0">
                <a:latin typeface="Segoe UI" panose="020B0502040204020203" pitchFamily="34" charset="0"/>
                <a:cs typeface="Segoe UI" panose="020B0502040204020203" pitchFamily="34" charset="0"/>
              </a:rPr>
              <a:t>Jesus, my God ! I know His name—</a:t>
            </a:r>
          </a:p>
          <a:p>
            <a:pPr algn="ctr">
              <a:spcAft>
                <a:spcPts val="400"/>
              </a:spcAft>
            </a:pPr>
            <a:r>
              <a:rPr lang="en-US" sz="2800" dirty="0">
                <a:latin typeface="Segoe UI" panose="020B0502040204020203" pitchFamily="34" charset="0"/>
                <a:cs typeface="Segoe UI" panose="020B0502040204020203" pitchFamily="34" charset="0"/>
              </a:rPr>
              <a:t>His name is all my trust:</a:t>
            </a:r>
          </a:p>
          <a:p>
            <a:pPr algn="ctr">
              <a:spcAft>
                <a:spcPts val="400"/>
              </a:spcAft>
            </a:pPr>
            <a:r>
              <a:rPr lang="en-US" sz="2800" dirty="0">
                <a:latin typeface="Segoe UI" panose="020B0502040204020203" pitchFamily="34" charset="0"/>
                <a:cs typeface="Segoe UI" panose="020B0502040204020203" pitchFamily="34" charset="0"/>
              </a:rPr>
              <a:t>Nor will He put my soul to shame,</a:t>
            </a:r>
          </a:p>
          <a:p>
            <a:pPr algn="ctr">
              <a:spcAft>
                <a:spcPts val="400"/>
              </a:spcAft>
            </a:pPr>
            <a:r>
              <a:rPr lang="en-US" sz="2800" dirty="0">
                <a:latin typeface="Segoe UI" panose="020B0502040204020203" pitchFamily="34" charset="0"/>
                <a:cs typeface="Segoe UI" panose="020B0502040204020203" pitchFamily="34" charset="0"/>
              </a:rPr>
              <a:t>Nor let my hope be lost. </a:t>
            </a:r>
          </a:p>
          <a:p>
            <a:pPr algn="ctr">
              <a:spcAft>
                <a:spcPts val="400"/>
              </a:spcAft>
            </a:pPr>
            <a:r>
              <a:rPr lang="en-US" sz="2800" i="1" dirty="0">
                <a:solidFill>
                  <a:srgbClr val="800000"/>
                </a:solidFill>
                <a:latin typeface="Segoe UI" panose="020B0502040204020203" pitchFamily="34" charset="0"/>
                <a:cs typeface="Segoe UI" panose="020B0502040204020203" pitchFamily="34" charset="0"/>
              </a:rPr>
              <a:t>At the cross! at the cross! where I first saw the light,</a:t>
            </a:r>
          </a:p>
          <a:p>
            <a:pPr algn="ctr">
              <a:spcAft>
                <a:spcPts val="400"/>
              </a:spcAft>
            </a:pPr>
            <a:r>
              <a:rPr lang="en-US" sz="2800" i="1" dirty="0">
                <a:solidFill>
                  <a:srgbClr val="800000"/>
                </a:solidFill>
                <a:latin typeface="Segoe UI" panose="020B0502040204020203" pitchFamily="34" charset="0"/>
                <a:cs typeface="Segoe UI" panose="020B0502040204020203" pitchFamily="34" charset="0"/>
              </a:rPr>
              <a:t>And the burden of my heart rolled away ; . . .</a:t>
            </a:r>
          </a:p>
          <a:p>
            <a:pPr algn="ctr">
              <a:spcAft>
                <a:spcPts val="400"/>
              </a:spcAft>
            </a:pPr>
            <a:r>
              <a:rPr lang="en-US" sz="2800" i="1" dirty="0">
                <a:solidFill>
                  <a:srgbClr val="800000"/>
                </a:solidFill>
                <a:latin typeface="Segoe UI" panose="020B0502040204020203" pitchFamily="34" charset="0"/>
                <a:cs typeface="Segoe UI" panose="020B0502040204020203" pitchFamily="34" charset="0"/>
              </a:rPr>
              <a:t>It was there by faith I received my sight,</a:t>
            </a:r>
          </a:p>
          <a:p>
            <a:pPr algn="ctr">
              <a:spcAft>
                <a:spcPts val="400"/>
              </a:spcAft>
            </a:pPr>
            <a:r>
              <a:rPr lang="en-US" sz="2800" i="1" dirty="0">
                <a:solidFill>
                  <a:srgbClr val="800000"/>
                </a:solidFill>
                <a:latin typeface="Segoe UI" panose="020B0502040204020203" pitchFamily="34" charset="0"/>
                <a:cs typeface="Segoe UI" panose="020B0502040204020203" pitchFamily="34" charset="0"/>
              </a:rPr>
              <a:t>And now I am happy all the day ! </a:t>
            </a:r>
          </a:p>
        </p:txBody>
      </p:sp>
    </p:spTree>
    <p:extLst>
      <p:ext uri="{BB962C8B-B14F-4D97-AF65-F5344CB8AC3E}">
        <p14:creationId xmlns:p14="http://schemas.microsoft.com/office/powerpoint/2010/main" val="14044588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 – Song No. 883</a:t>
            </a:r>
            <a:endParaRPr lang="en-US" dirty="0">
              <a:latin typeface="Segoe UI" panose="020B0502040204020203" pitchFamily="34" charset="0"/>
              <a:cs typeface="Segoe UI" panose="020B0502040204020203" pitchFamily="34" charset="0"/>
            </a:endParaRPr>
          </a:p>
        </p:txBody>
      </p:sp>
      <p:sp>
        <p:nvSpPr>
          <p:cNvPr id="4" name="Slide Number Placeholder 3"/>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33</a:t>
            </a:fld>
            <a:endParaRPr lang="en-US" sz="1400" dirty="0">
              <a:solidFill>
                <a:srgbClr val="FFFF00"/>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15CBCA4-8279-49A0-BDA5-8F1C3F65A437}"/>
              </a:ext>
            </a:extLst>
          </p:cNvPr>
          <p:cNvSpPr txBox="1"/>
          <p:nvPr/>
        </p:nvSpPr>
        <p:spPr>
          <a:xfrm>
            <a:off x="7023370" y="4786008"/>
            <a:ext cx="2120630" cy="307777"/>
          </a:xfrm>
          <a:prstGeom prst="rect">
            <a:avLst/>
          </a:prstGeom>
          <a:noFill/>
        </p:spPr>
        <p:txBody>
          <a:bodyPr wrap="square" rtlCol="0">
            <a:spAutoFit/>
          </a:bodyPr>
          <a:lstStyle/>
          <a:p>
            <a:pPr algn="r"/>
            <a:r>
              <a:rPr lang="en-US" sz="1400" dirty="0"/>
              <a:t>Communion 3 : 3 of 4</a:t>
            </a:r>
          </a:p>
        </p:txBody>
      </p:sp>
      <p:sp>
        <p:nvSpPr>
          <p:cNvPr id="6" name="Rectangle 5">
            <a:extLst>
              <a:ext uri="{FF2B5EF4-FFF2-40B4-BE49-F238E27FC236}">
                <a16:creationId xmlns:a16="http://schemas.microsoft.com/office/drawing/2014/main" id="{00B7E6C3-DC3B-BC8E-EE75-86995C7F8ADF}"/>
              </a:ext>
            </a:extLst>
          </p:cNvPr>
          <p:cNvSpPr/>
          <p:nvPr/>
        </p:nvSpPr>
        <p:spPr>
          <a:xfrm>
            <a:off x="378995" y="750600"/>
            <a:ext cx="8386010" cy="3898503"/>
          </a:xfrm>
          <a:prstGeom prst="rect">
            <a:avLst/>
          </a:prstGeom>
        </p:spPr>
        <p:txBody>
          <a:bodyPr wrap="square">
            <a:spAutoFit/>
          </a:bodyPr>
          <a:lstStyle/>
          <a:p>
            <a:pPr algn="ctr">
              <a:spcAft>
                <a:spcPts val="400"/>
              </a:spcAft>
            </a:pPr>
            <a:r>
              <a:rPr lang="en-US" sz="2800" dirty="0">
                <a:latin typeface="Segoe UI" panose="020B0502040204020203" pitchFamily="34" charset="0"/>
                <a:cs typeface="Segoe UI" panose="020B0502040204020203" pitchFamily="34" charset="0"/>
              </a:rPr>
              <a:t>Firm as His throne His promise stands;</a:t>
            </a:r>
          </a:p>
          <a:p>
            <a:pPr algn="ctr">
              <a:spcAft>
                <a:spcPts val="400"/>
              </a:spcAft>
            </a:pPr>
            <a:r>
              <a:rPr lang="en-US" sz="2800" dirty="0">
                <a:latin typeface="Segoe UI" panose="020B0502040204020203" pitchFamily="34" charset="0"/>
                <a:cs typeface="Segoe UI" panose="020B0502040204020203" pitchFamily="34" charset="0"/>
              </a:rPr>
              <a:t>And He can well secure </a:t>
            </a:r>
          </a:p>
          <a:p>
            <a:pPr algn="ctr">
              <a:spcAft>
                <a:spcPts val="400"/>
              </a:spcAft>
            </a:pPr>
            <a:r>
              <a:rPr lang="en-US" sz="2800" dirty="0">
                <a:latin typeface="Segoe UI" panose="020B0502040204020203" pitchFamily="34" charset="0"/>
                <a:cs typeface="Segoe UI" panose="020B0502040204020203" pitchFamily="34" charset="0"/>
              </a:rPr>
              <a:t>What I've committed to His hands,</a:t>
            </a:r>
          </a:p>
          <a:p>
            <a:pPr algn="ctr">
              <a:spcAft>
                <a:spcPts val="400"/>
              </a:spcAft>
            </a:pPr>
            <a:r>
              <a:rPr lang="en-US" sz="2800" dirty="0">
                <a:latin typeface="Segoe UI" panose="020B0502040204020203" pitchFamily="34" charset="0"/>
                <a:cs typeface="Segoe UI" panose="020B0502040204020203" pitchFamily="34" charset="0"/>
              </a:rPr>
              <a:t>Till the decisive hour.</a:t>
            </a:r>
          </a:p>
          <a:p>
            <a:pPr algn="ctr">
              <a:spcAft>
                <a:spcPts val="400"/>
              </a:spcAft>
            </a:pPr>
            <a:r>
              <a:rPr lang="en-US" sz="2800" i="1" dirty="0">
                <a:solidFill>
                  <a:srgbClr val="800000"/>
                </a:solidFill>
                <a:latin typeface="Segoe UI" panose="020B0502040204020203" pitchFamily="34" charset="0"/>
                <a:cs typeface="Segoe UI" panose="020B0502040204020203" pitchFamily="34" charset="0"/>
              </a:rPr>
              <a:t>At the cross! at the cross! where I first saw the light,</a:t>
            </a:r>
          </a:p>
          <a:p>
            <a:pPr algn="ctr">
              <a:spcAft>
                <a:spcPts val="400"/>
              </a:spcAft>
            </a:pPr>
            <a:r>
              <a:rPr lang="en-US" sz="2800" i="1" dirty="0">
                <a:solidFill>
                  <a:srgbClr val="800000"/>
                </a:solidFill>
                <a:latin typeface="Segoe UI" panose="020B0502040204020203" pitchFamily="34" charset="0"/>
                <a:cs typeface="Segoe UI" panose="020B0502040204020203" pitchFamily="34" charset="0"/>
              </a:rPr>
              <a:t>And the burden of my heart rolled away ; . . .</a:t>
            </a:r>
          </a:p>
          <a:p>
            <a:pPr algn="ctr">
              <a:spcAft>
                <a:spcPts val="400"/>
              </a:spcAft>
            </a:pPr>
            <a:r>
              <a:rPr lang="en-US" sz="2800" i="1" dirty="0">
                <a:solidFill>
                  <a:srgbClr val="800000"/>
                </a:solidFill>
                <a:latin typeface="Segoe UI" panose="020B0502040204020203" pitchFamily="34" charset="0"/>
                <a:cs typeface="Segoe UI" panose="020B0502040204020203" pitchFamily="34" charset="0"/>
              </a:rPr>
              <a:t>It was there by faith I received my sight,</a:t>
            </a:r>
          </a:p>
          <a:p>
            <a:pPr algn="ctr">
              <a:spcAft>
                <a:spcPts val="400"/>
              </a:spcAft>
            </a:pPr>
            <a:r>
              <a:rPr lang="en-US" sz="2800" i="1" dirty="0">
                <a:solidFill>
                  <a:srgbClr val="800000"/>
                </a:solidFill>
                <a:latin typeface="Segoe UI" panose="020B0502040204020203" pitchFamily="34" charset="0"/>
                <a:cs typeface="Segoe UI" panose="020B0502040204020203" pitchFamily="34" charset="0"/>
              </a:rPr>
              <a:t>And now I am happy all the day ! </a:t>
            </a:r>
          </a:p>
        </p:txBody>
      </p:sp>
    </p:spTree>
    <p:extLst>
      <p:ext uri="{BB962C8B-B14F-4D97-AF65-F5344CB8AC3E}">
        <p14:creationId xmlns:p14="http://schemas.microsoft.com/office/powerpoint/2010/main" val="17950598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 – Song No. 883</a:t>
            </a:r>
            <a:endParaRPr lang="en-US" dirty="0">
              <a:latin typeface="Segoe UI" panose="020B0502040204020203" pitchFamily="34" charset="0"/>
              <a:cs typeface="Segoe UI" panose="020B0502040204020203" pitchFamily="34" charset="0"/>
            </a:endParaRPr>
          </a:p>
        </p:txBody>
      </p:sp>
      <p:sp>
        <p:nvSpPr>
          <p:cNvPr id="4" name="Slide Number Placeholder 3"/>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34</a:t>
            </a:fld>
            <a:endParaRPr lang="en-US" sz="1400" dirty="0">
              <a:solidFill>
                <a:srgbClr val="FFFF00"/>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15CBCA4-8279-49A0-BDA5-8F1C3F65A437}"/>
              </a:ext>
            </a:extLst>
          </p:cNvPr>
          <p:cNvSpPr txBox="1"/>
          <p:nvPr/>
        </p:nvSpPr>
        <p:spPr>
          <a:xfrm>
            <a:off x="7023370" y="4786008"/>
            <a:ext cx="2120630" cy="307777"/>
          </a:xfrm>
          <a:prstGeom prst="rect">
            <a:avLst/>
          </a:prstGeom>
          <a:noFill/>
        </p:spPr>
        <p:txBody>
          <a:bodyPr wrap="square" rtlCol="0">
            <a:spAutoFit/>
          </a:bodyPr>
          <a:lstStyle/>
          <a:p>
            <a:pPr algn="r"/>
            <a:r>
              <a:rPr lang="en-US" sz="1400" dirty="0"/>
              <a:t>Communion 3 : 4 of 4</a:t>
            </a:r>
          </a:p>
        </p:txBody>
      </p:sp>
      <p:sp>
        <p:nvSpPr>
          <p:cNvPr id="6" name="Rectangle 5">
            <a:extLst>
              <a:ext uri="{FF2B5EF4-FFF2-40B4-BE49-F238E27FC236}">
                <a16:creationId xmlns:a16="http://schemas.microsoft.com/office/drawing/2014/main" id="{00B7E6C3-DC3B-BC8E-EE75-86995C7F8ADF}"/>
              </a:ext>
            </a:extLst>
          </p:cNvPr>
          <p:cNvSpPr/>
          <p:nvPr/>
        </p:nvSpPr>
        <p:spPr>
          <a:xfrm>
            <a:off x="378995" y="750600"/>
            <a:ext cx="8386010" cy="3898503"/>
          </a:xfrm>
          <a:prstGeom prst="rect">
            <a:avLst/>
          </a:prstGeom>
        </p:spPr>
        <p:txBody>
          <a:bodyPr wrap="square">
            <a:spAutoFit/>
          </a:bodyPr>
          <a:lstStyle/>
          <a:p>
            <a:pPr algn="ctr">
              <a:spcAft>
                <a:spcPts val="400"/>
              </a:spcAft>
            </a:pPr>
            <a:r>
              <a:rPr lang="en-US" sz="2800" dirty="0">
                <a:latin typeface="Segoe UI" panose="020B0502040204020203" pitchFamily="34" charset="0"/>
                <a:cs typeface="Segoe UI" panose="020B0502040204020203" pitchFamily="34" charset="0"/>
              </a:rPr>
              <a:t>Then will He own my worthless name</a:t>
            </a:r>
          </a:p>
          <a:p>
            <a:pPr algn="ctr">
              <a:spcAft>
                <a:spcPts val="400"/>
              </a:spcAft>
            </a:pPr>
            <a:r>
              <a:rPr lang="en-US" sz="2800" dirty="0">
                <a:latin typeface="Segoe UI" panose="020B0502040204020203" pitchFamily="34" charset="0"/>
                <a:cs typeface="Segoe UI" panose="020B0502040204020203" pitchFamily="34" charset="0"/>
              </a:rPr>
              <a:t>Before His Father's face;</a:t>
            </a:r>
          </a:p>
          <a:p>
            <a:pPr algn="ctr">
              <a:spcAft>
                <a:spcPts val="400"/>
              </a:spcAft>
            </a:pPr>
            <a:r>
              <a:rPr lang="en-US" sz="2800" dirty="0">
                <a:latin typeface="Segoe UI" panose="020B0502040204020203" pitchFamily="34" charset="0"/>
                <a:cs typeface="Segoe UI" panose="020B0502040204020203" pitchFamily="34" charset="0"/>
              </a:rPr>
              <a:t>And in the new Jerusalem</a:t>
            </a:r>
          </a:p>
          <a:p>
            <a:pPr algn="ctr">
              <a:spcAft>
                <a:spcPts val="400"/>
              </a:spcAft>
            </a:pPr>
            <a:r>
              <a:rPr lang="en-US" sz="2800" dirty="0">
                <a:latin typeface="Segoe UI" panose="020B0502040204020203" pitchFamily="34" charset="0"/>
                <a:cs typeface="Segoe UI" panose="020B0502040204020203" pitchFamily="34" charset="0"/>
              </a:rPr>
              <a:t>Appoint my soul a place.</a:t>
            </a:r>
          </a:p>
          <a:p>
            <a:pPr algn="ctr">
              <a:spcAft>
                <a:spcPts val="400"/>
              </a:spcAft>
            </a:pPr>
            <a:r>
              <a:rPr lang="en-US" sz="2800" i="1" dirty="0">
                <a:solidFill>
                  <a:srgbClr val="800000"/>
                </a:solidFill>
                <a:latin typeface="Segoe UI" panose="020B0502040204020203" pitchFamily="34" charset="0"/>
                <a:cs typeface="Segoe UI" panose="020B0502040204020203" pitchFamily="34" charset="0"/>
              </a:rPr>
              <a:t>At the cross! at the cross! where I first saw the light,</a:t>
            </a:r>
          </a:p>
          <a:p>
            <a:pPr algn="ctr">
              <a:spcAft>
                <a:spcPts val="400"/>
              </a:spcAft>
            </a:pPr>
            <a:r>
              <a:rPr lang="en-US" sz="2800" i="1" dirty="0">
                <a:solidFill>
                  <a:srgbClr val="800000"/>
                </a:solidFill>
                <a:latin typeface="Segoe UI" panose="020B0502040204020203" pitchFamily="34" charset="0"/>
                <a:cs typeface="Segoe UI" panose="020B0502040204020203" pitchFamily="34" charset="0"/>
              </a:rPr>
              <a:t>And the burden of my heart rolled away ; . . .</a:t>
            </a:r>
          </a:p>
          <a:p>
            <a:pPr algn="ctr">
              <a:spcAft>
                <a:spcPts val="400"/>
              </a:spcAft>
            </a:pPr>
            <a:r>
              <a:rPr lang="en-US" sz="2800" i="1" dirty="0">
                <a:solidFill>
                  <a:srgbClr val="800000"/>
                </a:solidFill>
                <a:latin typeface="Segoe UI" panose="020B0502040204020203" pitchFamily="34" charset="0"/>
                <a:cs typeface="Segoe UI" panose="020B0502040204020203" pitchFamily="34" charset="0"/>
              </a:rPr>
              <a:t>It was there by faith I received my sight,</a:t>
            </a:r>
          </a:p>
          <a:p>
            <a:pPr algn="ctr">
              <a:spcAft>
                <a:spcPts val="400"/>
              </a:spcAft>
            </a:pPr>
            <a:r>
              <a:rPr lang="en-US" sz="2800" i="1" dirty="0">
                <a:solidFill>
                  <a:srgbClr val="800000"/>
                </a:solidFill>
                <a:latin typeface="Segoe UI" panose="020B0502040204020203" pitchFamily="34" charset="0"/>
                <a:cs typeface="Segoe UI" panose="020B0502040204020203" pitchFamily="34" charset="0"/>
              </a:rPr>
              <a:t>And now I am happy all the day ! </a:t>
            </a:r>
          </a:p>
        </p:txBody>
      </p:sp>
    </p:spTree>
    <p:extLst>
      <p:ext uri="{BB962C8B-B14F-4D97-AF65-F5344CB8AC3E}">
        <p14:creationId xmlns:p14="http://schemas.microsoft.com/office/powerpoint/2010/main" val="26795713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7F328-C653-2AF5-29A5-BAEC410859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38E9CF-8F15-87B6-441A-C4185181F2BB}"/>
              </a:ext>
            </a:extLst>
          </p:cNvPr>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 – Song No. 616</a:t>
            </a:r>
            <a:endParaRPr lang="en-US" dirty="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7DA67DD7-AB39-71FE-2C66-3EAB806273EE}"/>
              </a:ext>
            </a:extLst>
          </p:cNvPr>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35</a:t>
            </a:fld>
            <a:endParaRPr lang="en-US" sz="1400" dirty="0">
              <a:solidFill>
                <a:srgbClr val="FFFF00"/>
              </a:solidFill>
              <a:latin typeface="Segoe UI" panose="020B0502040204020203" pitchFamily="34" charset="0"/>
              <a:cs typeface="Segoe UI" panose="020B0502040204020203" pitchFamily="34" charset="0"/>
            </a:endParaRPr>
          </a:p>
        </p:txBody>
      </p:sp>
      <p:pic>
        <p:nvPicPr>
          <p:cNvPr id="5" name="Picture 4" descr="A picture containing wall, indoor, table, decorated&#10;&#10;Description automatically generated">
            <a:extLst>
              <a:ext uri="{FF2B5EF4-FFF2-40B4-BE49-F238E27FC236}">
                <a16:creationId xmlns:a16="http://schemas.microsoft.com/office/drawing/2014/main" id="{914581BB-3D94-1048-000D-E7E83AEC012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30000" y="705623"/>
            <a:ext cx="6084000" cy="405726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517073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36906-32AB-C31E-D187-1C73C77B46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ADE188-FCAA-D618-FEBA-3A48D662521C}"/>
              </a:ext>
            </a:extLst>
          </p:cNvPr>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 – Song No. 616</a:t>
            </a:r>
            <a:endParaRPr lang="en-US" dirty="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F6226329-93CB-5E80-096A-7D0D18FCD091}"/>
              </a:ext>
            </a:extLst>
          </p:cNvPr>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36</a:t>
            </a:fld>
            <a:endParaRPr lang="en-US" sz="1400" dirty="0">
              <a:solidFill>
                <a:srgbClr val="FFFF00"/>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1E89E80B-83F6-6343-351B-1AF42F2F5163}"/>
              </a:ext>
            </a:extLst>
          </p:cNvPr>
          <p:cNvSpPr txBox="1"/>
          <p:nvPr/>
        </p:nvSpPr>
        <p:spPr>
          <a:xfrm>
            <a:off x="7023370" y="4786008"/>
            <a:ext cx="2120630" cy="307777"/>
          </a:xfrm>
          <a:prstGeom prst="rect">
            <a:avLst/>
          </a:prstGeom>
          <a:noFill/>
        </p:spPr>
        <p:txBody>
          <a:bodyPr wrap="square" rtlCol="0">
            <a:spAutoFit/>
          </a:bodyPr>
          <a:lstStyle/>
          <a:p>
            <a:pPr algn="r"/>
            <a:r>
              <a:rPr lang="en-US" sz="1400" dirty="0"/>
              <a:t>Communion 4 : 1 of 3</a:t>
            </a:r>
          </a:p>
        </p:txBody>
      </p:sp>
      <p:sp>
        <p:nvSpPr>
          <p:cNvPr id="6" name="Rectangle 5">
            <a:extLst>
              <a:ext uri="{FF2B5EF4-FFF2-40B4-BE49-F238E27FC236}">
                <a16:creationId xmlns:a16="http://schemas.microsoft.com/office/drawing/2014/main" id="{71805B4A-CE63-21B1-53FF-D166775E3D46}"/>
              </a:ext>
            </a:extLst>
          </p:cNvPr>
          <p:cNvSpPr/>
          <p:nvPr/>
        </p:nvSpPr>
        <p:spPr>
          <a:xfrm>
            <a:off x="1167012" y="613695"/>
            <a:ext cx="6809975" cy="4380686"/>
          </a:xfrm>
          <a:prstGeom prst="rect">
            <a:avLst/>
          </a:prstGeom>
        </p:spPr>
        <p:txBody>
          <a:bodyPr wrap="square">
            <a:spAutoFit/>
          </a:bodyPr>
          <a:lstStyle/>
          <a:p>
            <a:pPr algn="ctr">
              <a:spcAft>
                <a:spcPts val="400"/>
              </a:spcAft>
            </a:pPr>
            <a:r>
              <a:rPr lang="en-US" sz="2800" dirty="0"/>
              <a:t>Take my life, and let it be </a:t>
            </a:r>
          </a:p>
          <a:p>
            <a:pPr algn="ctr">
              <a:spcAft>
                <a:spcPts val="400"/>
              </a:spcAft>
            </a:pPr>
            <a:r>
              <a:rPr lang="en-US" sz="2800" dirty="0"/>
              <a:t>Consecrated, Lord, to Thee ; </a:t>
            </a:r>
          </a:p>
          <a:p>
            <a:pPr algn="ctr">
              <a:spcAft>
                <a:spcPts val="400"/>
              </a:spcAft>
            </a:pPr>
            <a:r>
              <a:rPr lang="en-US" sz="2800" dirty="0"/>
              <a:t>Take my moments and my days, </a:t>
            </a:r>
          </a:p>
          <a:p>
            <a:pPr algn="ctr">
              <a:spcAft>
                <a:spcPts val="400"/>
              </a:spcAft>
            </a:pPr>
            <a:r>
              <a:rPr lang="en-US" sz="2800" dirty="0"/>
              <a:t>Let them flow in ceaseless praise.</a:t>
            </a:r>
          </a:p>
          <a:p>
            <a:pPr algn="ctr">
              <a:spcAft>
                <a:spcPts val="400"/>
              </a:spcAft>
            </a:pPr>
            <a:endParaRPr lang="en-US" sz="2800" dirty="0"/>
          </a:p>
          <a:p>
            <a:pPr algn="ctr">
              <a:spcAft>
                <a:spcPts val="400"/>
              </a:spcAft>
            </a:pPr>
            <a:r>
              <a:rPr lang="en-US" sz="2800" dirty="0"/>
              <a:t>Take my hands, and let them move </a:t>
            </a:r>
          </a:p>
          <a:p>
            <a:pPr algn="ctr">
              <a:spcAft>
                <a:spcPts val="400"/>
              </a:spcAft>
            </a:pPr>
            <a:r>
              <a:rPr lang="en-US" sz="2800" dirty="0"/>
              <a:t>At the impulse of Thy love ; </a:t>
            </a:r>
          </a:p>
          <a:p>
            <a:pPr algn="ctr">
              <a:spcAft>
                <a:spcPts val="400"/>
              </a:spcAft>
            </a:pPr>
            <a:r>
              <a:rPr lang="en-US" sz="2800" dirty="0"/>
              <a:t>Take my feet, and let them be </a:t>
            </a:r>
          </a:p>
          <a:p>
            <a:pPr algn="ctr">
              <a:spcAft>
                <a:spcPts val="400"/>
              </a:spcAft>
            </a:pPr>
            <a:r>
              <a:rPr lang="en-US" sz="2800" dirty="0"/>
              <a:t>Swift and beautiful for Thee.</a:t>
            </a:r>
            <a:endParaRPr lang="en-US" sz="2800" i="1" dirty="0">
              <a:solidFill>
                <a:srgbClr val="80000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5582916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BD405-126D-F253-6E27-3D372137DC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E40FE4-27AC-5C9A-3B14-921A9C5BD4AC}"/>
              </a:ext>
            </a:extLst>
          </p:cNvPr>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 – Song No. 616</a:t>
            </a:r>
            <a:endParaRPr lang="en-US" dirty="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7C5874F9-6D71-D9B5-638E-BF4F23149809}"/>
              </a:ext>
            </a:extLst>
          </p:cNvPr>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37</a:t>
            </a:fld>
            <a:endParaRPr lang="en-US" sz="1400" dirty="0">
              <a:solidFill>
                <a:srgbClr val="FFFF00"/>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8D41A951-A704-3AEC-388F-9875AB2C91F1}"/>
              </a:ext>
            </a:extLst>
          </p:cNvPr>
          <p:cNvSpPr txBox="1"/>
          <p:nvPr/>
        </p:nvSpPr>
        <p:spPr>
          <a:xfrm>
            <a:off x="7023370" y="4786008"/>
            <a:ext cx="2120630" cy="307777"/>
          </a:xfrm>
          <a:prstGeom prst="rect">
            <a:avLst/>
          </a:prstGeom>
          <a:noFill/>
        </p:spPr>
        <p:txBody>
          <a:bodyPr wrap="square" rtlCol="0">
            <a:spAutoFit/>
          </a:bodyPr>
          <a:lstStyle/>
          <a:p>
            <a:pPr algn="r"/>
            <a:r>
              <a:rPr lang="en-US" sz="1400" dirty="0"/>
              <a:t>Communion 4 : 2 of 3</a:t>
            </a:r>
          </a:p>
        </p:txBody>
      </p:sp>
      <p:sp>
        <p:nvSpPr>
          <p:cNvPr id="6" name="Rectangle 5">
            <a:extLst>
              <a:ext uri="{FF2B5EF4-FFF2-40B4-BE49-F238E27FC236}">
                <a16:creationId xmlns:a16="http://schemas.microsoft.com/office/drawing/2014/main" id="{4AA56BCA-86E8-B0D5-0E68-AEA479F38411}"/>
              </a:ext>
            </a:extLst>
          </p:cNvPr>
          <p:cNvSpPr/>
          <p:nvPr/>
        </p:nvSpPr>
        <p:spPr>
          <a:xfrm>
            <a:off x="1167012" y="613695"/>
            <a:ext cx="6809975" cy="4380686"/>
          </a:xfrm>
          <a:prstGeom prst="rect">
            <a:avLst/>
          </a:prstGeom>
        </p:spPr>
        <p:txBody>
          <a:bodyPr wrap="square">
            <a:spAutoFit/>
          </a:bodyPr>
          <a:lstStyle/>
          <a:p>
            <a:pPr algn="ctr">
              <a:spcAft>
                <a:spcPts val="400"/>
              </a:spcAft>
            </a:pPr>
            <a:r>
              <a:rPr lang="en-US" sz="2800" dirty="0"/>
              <a:t>Take my voice, and let me sing </a:t>
            </a:r>
          </a:p>
          <a:p>
            <a:pPr algn="ctr">
              <a:spcAft>
                <a:spcPts val="400"/>
              </a:spcAft>
            </a:pPr>
            <a:r>
              <a:rPr lang="en-US" sz="2800" dirty="0"/>
              <a:t>Always, only, for my King ; </a:t>
            </a:r>
          </a:p>
          <a:p>
            <a:pPr algn="ctr">
              <a:spcAft>
                <a:spcPts val="400"/>
              </a:spcAft>
            </a:pPr>
            <a:r>
              <a:rPr lang="en-US" sz="2800" dirty="0"/>
              <a:t>Take my lips, and let them be </a:t>
            </a:r>
          </a:p>
          <a:p>
            <a:pPr algn="ctr">
              <a:spcAft>
                <a:spcPts val="400"/>
              </a:spcAft>
            </a:pPr>
            <a:r>
              <a:rPr lang="en-US" sz="2800" dirty="0"/>
              <a:t>Filled with messages from Thee. </a:t>
            </a:r>
          </a:p>
          <a:p>
            <a:pPr algn="ctr">
              <a:spcAft>
                <a:spcPts val="400"/>
              </a:spcAft>
            </a:pPr>
            <a:endParaRPr lang="en-US" sz="2800" dirty="0"/>
          </a:p>
          <a:p>
            <a:pPr algn="ctr">
              <a:spcAft>
                <a:spcPts val="400"/>
              </a:spcAft>
            </a:pPr>
            <a:r>
              <a:rPr lang="en-US" sz="2800" dirty="0"/>
              <a:t>Take my silver and my gold ; </a:t>
            </a:r>
          </a:p>
          <a:p>
            <a:pPr algn="ctr">
              <a:spcAft>
                <a:spcPts val="400"/>
              </a:spcAft>
            </a:pPr>
            <a:r>
              <a:rPr lang="en-US" sz="2800" dirty="0"/>
              <a:t>Not a mite would I withhold : </a:t>
            </a:r>
          </a:p>
          <a:p>
            <a:pPr algn="ctr">
              <a:spcAft>
                <a:spcPts val="400"/>
              </a:spcAft>
            </a:pPr>
            <a:r>
              <a:rPr lang="en-US" sz="2800" dirty="0"/>
              <a:t>Take my intellect, and use </a:t>
            </a:r>
          </a:p>
          <a:p>
            <a:pPr algn="ctr">
              <a:spcAft>
                <a:spcPts val="400"/>
              </a:spcAft>
            </a:pPr>
            <a:r>
              <a:rPr lang="en-US" sz="2800" dirty="0"/>
              <a:t>Every power as Thou shalt choose.</a:t>
            </a:r>
            <a:endParaRPr lang="en-US" sz="2800" i="1" dirty="0">
              <a:solidFill>
                <a:srgbClr val="80000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9803358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D515D-3132-FDED-ABD4-26FDA0F97C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5FF225-DDD3-264D-F3D2-39AC8067B6F6}"/>
              </a:ext>
            </a:extLst>
          </p:cNvPr>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 – Song No. 616</a:t>
            </a:r>
            <a:endParaRPr lang="en-US" dirty="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D4CA1177-3306-F467-4AB2-850ACB8C6A5F}"/>
              </a:ext>
            </a:extLst>
          </p:cNvPr>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38</a:t>
            </a:fld>
            <a:endParaRPr lang="en-US" sz="1400" dirty="0">
              <a:solidFill>
                <a:srgbClr val="FFFF00"/>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CF506295-F9BB-8AC6-83D0-1A2CCC399C6D}"/>
              </a:ext>
            </a:extLst>
          </p:cNvPr>
          <p:cNvSpPr txBox="1"/>
          <p:nvPr/>
        </p:nvSpPr>
        <p:spPr>
          <a:xfrm>
            <a:off x="7023370" y="4786008"/>
            <a:ext cx="2120630" cy="307777"/>
          </a:xfrm>
          <a:prstGeom prst="rect">
            <a:avLst/>
          </a:prstGeom>
          <a:noFill/>
        </p:spPr>
        <p:txBody>
          <a:bodyPr wrap="square" rtlCol="0">
            <a:spAutoFit/>
          </a:bodyPr>
          <a:lstStyle/>
          <a:p>
            <a:pPr algn="r"/>
            <a:r>
              <a:rPr lang="en-US" sz="1400" dirty="0"/>
              <a:t>Communion 4 : 3 of 3</a:t>
            </a:r>
          </a:p>
        </p:txBody>
      </p:sp>
      <p:sp>
        <p:nvSpPr>
          <p:cNvPr id="6" name="Rectangle 5">
            <a:extLst>
              <a:ext uri="{FF2B5EF4-FFF2-40B4-BE49-F238E27FC236}">
                <a16:creationId xmlns:a16="http://schemas.microsoft.com/office/drawing/2014/main" id="{1E1FA340-A88D-1538-3068-48BE06A3AEF0}"/>
              </a:ext>
            </a:extLst>
          </p:cNvPr>
          <p:cNvSpPr/>
          <p:nvPr/>
        </p:nvSpPr>
        <p:spPr>
          <a:xfrm>
            <a:off x="1167012" y="613695"/>
            <a:ext cx="6809975" cy="4380686"/>
          </a:xfrm>
          <a:prstGeom prst="rect">
            <a:avLst/>
          </a:prstGeom>
        </p:spPr>
        <p:txBody>
          <a:bodyPr wrap="square">
            <a:spAutoFit/>
          </a:bodyPr>
          <a:lstStyle/>
          <a:p>
            <a:pPr algn="ctr">
              <a:spcAft>
                <a:spcPts val="400"/>
              </a:spcAft>
            </a:pPr>
            <a:r>
              <a:rPr lang="en-US" sz="2800" dirty="0"/>
              <a:t>Take my will, and make it Thine ; </a:t>
            </a:r>
          </a:p>
          <a:p>
            <a:pPr algn="ctr">
              <a:spcAft>
                <a:spcPts val="400"/>
              </a:spcAft>
            </a:pPr>
            <a:r>
              <a:rPr lang="en-US" sz="2800" dirty="0"/>
              <a:t>It shall be no longer mine : </a:t>
            </a:r>
          </a:p>
          <a:p>
            <a:pPr algn="ctr">
              <a:spcAft>
                <a:spcPts val="400"/>
              </a:spcAft>
            </a:pPr>
            <a:r>
              <a:rPr lang="en-US" sz="2800" dirty="0"/>
              <a:t>Take my heart—it is Thine own, </a:t>
            </a:r>
          </a:p>
          <a:p>
            <a:pPr algn="ctr">
              <a:spcAft>
                <a:spcPts val="400"/>
              </a:spcAft>
            </a:pPr>
            <a:r>
              <a:rPr lang="en-US" sz="2800" dirty="0"/>
              <a:t>It shall be Thy royal throne. </a:t>
            </a:r>
          </a:p>
          <a:p>
            <a:pPr algn="ctr">
              <a:spcAft>
                <a:spcPts val="400"/>
              </a:spcAft>
            </a:pPr>
            <a:endParaRPr lang="en-US" sz="2800" dirty="0"/>
          </a:p>
          <a:p>
            <a:pPr algn="ctr">
              <a:spcAft>
                <a:spcPts val="400"/>
              </a:spcAft>
            </a:pPr>
            <a:r>
              <a:rPr lang="en-US" sz="2800" dirty="0"/>
              <a:t>Take my love : my Lord, I pour </a:t>
            </a:r>
          </a:p>
          <a:p>
            <a:pPr algn="ctr">
              <a:spcAft>
                <a:spcPts val="400"/>
              </a:spcAft>
            </a:pPr>
            <a:r>
              <a:rPr lang="en-US" sz="2800" dirty="0"/>
              <a:t>At Thy feet its treasure store : </a:t>
            </a:r>
          </a:p>
          <a:p>
            <a:pPr algn="ctr">
              <a:spcAft>
                <a:spcPts val="400"/>
              </a:spcAft>
            </a:pPr>
            <a:r>
              <a:rPr lang="en-US" sz="2800" dirty="0"/>
              <a:t>Take myself; and I will be </a:t>
            </a:r>
          </a:p>
          <a:p>
            <a:pPr algn="ctr">
              <a:spcAft>
                <a:spcPts val="400"/>
              </a:spcAft>
            </a:pPr>
            <a:r>
              <a:rPr lang="en-US" sz="2800" dirty="0"/>
              <a:t>Ever, only, all for Thee.</a:t>
            </a:r>
            <a:endParaRPr lang="en-US" sz="2800" i="1" dirty="0">
              <a:solidFill>
                <a:srgbClr val="80000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1666307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4D020-C7BC-D520-8076-BFBA99BE0C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8F2630-1643-5E7B-A132-CD7E5D2E9D9E}"/>
              </a:ext>
            </a:extLst>
          </p:cNvPr>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 – Song No. 872</a:t>
            </a:r>
            <a:endParaRPr lang="en-US" dirty="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EDAC1B11-DEDC-3040-5C56-69940AD98912}"/>
              </a:ext>
            </a:extLst>
          </p:cNvPr>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39</a:t>
            </a:fld>
            <a:endParaRPr lang="en-US" sz="1400" dirty="0">
              <a:solidFill>
                <a:srgbClr val="FFFF00"/>
              </a:solidFill>
              <a:latin typeface="Segoe UI" panose="020B0502040204020203" pitchFamily="34" charset="0"/>
              <a:cs typeface="Segoe UI" panose="020B0502040204020203" pitchFamily="34" charset="0"/>
            </a:endParaRPr>
          </a:p>
        </p:txBody>
      </p:sp>
      <p:pic>
        <p:nvPicPr>
          <p:cNvPr id="5" name="Picture 4" descr="A picture containing wall, indoor, table, decorated&#10;&#10;Description automatically generated">
            <a:extLst>
              <a:ext uri="{FF2B5EF4-FFF2-40B4-BE49-F238E27FC236}">
                <a16:creationId xmlns:a16="http://schemas.microsoft.com/office/drawing/2014/main" id="{BCB42B85-3B6F-00A5-FF1F-D10ADF9944E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30000" y="705623"/>
            <a:ext cx="6084000" cy="405726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874845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60045" marR="0" indent="-360045">
              <a:lnSpc>
                <a:spcPct val="115000"/>
              </a:lnSpc>
              <a:spcBef>
                <a:spcPts val="0"/>
              </a:spcBef>
              <a:spcAft>
                <a:spcPts val="0"/>
              </a:spcAft>
            </a:pPr>
            <a:r>
              <a:rPr lang="en-US" dirty="0">
                <a:solidFill>
                  <a:prstClr val="white"/>
                </a:solidFill>
                <a:latin typeface="Segoe UI" panose="020B0502040204020203" pitchFamily="34" charset="0"/>
                <a:cs typeface="Segoe UI" panose="020B0502040204020203" pitchFamily="34" charset="0"/>
              </a:rPr>
              <a:t>Holy Communion – Song No. </a:t>
            </a:r>
            <a:r>
              <a:rPr lang="en-SG" dirty="0">
                <a:latin typeface="Segoe UI" panose="020B0502040204020203" pitchFamily="34" charset="0"/>
                <a:ea typeface="Calibri" panose="020F0502020204030204" pitchFamily="34" charset="0"/>
                <a:cs typeface="Segoe UI" panose="020B0502040204020203" pitchFamily="34" charset="0"/>
              </a:rPr>
              <a:t>872 </a:t>
            </a:r>
            <a:endParaRPr lang="en-US" dirty="0">
              <a:effectLst/>
              <a:latin typeface="Segoe UI" panose="020B0502040204020203" pitchFamily="34" charset="0"/>
              <a:ea typeface="Calibri" panose="020F0502020204030204" pitchFamily="34" charset="0"/>
              <a:cs typeface="Segoe UI" panose="020B0502040204020203" pitchFamily="34" charset="0"/>
            </a:endParaRPr>
          </a:p>
        </p:txBody>
      </p:sp>
      <p:sp>
        <p:nvSpPr>
          <p:cNvPr id="4" name="Slide Number Placeholder 3"/>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40</a:t>
            </a:fld>
            <a:endParaRPr lang="en-US" sz="1400" dirty="0">
              <a:solidFill>
                <a:srgbClr val="FFFF00"/>
              </a:solidFill>
              <a:latin typeface="Segoe UI" panose="020B0502040204020203" pitchFamily="34" charset="0"/>
              <a:cs typeface="Segoe UI" panose="020B0502040204020203" pitchFamily="34" charset="0"/>
            </a:endParaRPr>
          </a:p>
        </p:txBody>
      </p:sp>
      <p:sp>
        <p:nvSpPr>
          <p:cNvPr id="3" name="Rectangle 2">
            <a:extLst>
              <a:ext uri="{FF2B5EF4-FFF2-40B4-BE49-F238E27FC236}">
                <a16:creationId xmlns:a16="http://schemas.microsoft.com/office/drawing/2014/main" id="{3DD7E497-16E3-4D0B-D67F-B0783CD0DB3A}"/>
              </a:ext>
            </a:extLst>
          </p:cNvPr>
          <p:cNvSpPr/>
          <p:nvPr/>
        </p:nvSpPr>
        <p:spPr>
          <a:xfrm>
            <a:off x="854991" y="589667"/>
            <a:ext cx="7434018" cy="3970318"/>
          </a:xfrm>
          <a:prstGeom prst="rect">
            <a:avLst/>
          </a:prstGeom>
        </p:spPr>
        <p:txBody>
          <a:bodyPr wrap="square">
            <a:spAutoFit/>
          </a:bodyPr>
          <a:lstStyle/>
          <a:p>
            <a:r>
              <a:rPr lang="en-US" sz="2800" dirty="0"/>
              <a:t>There is sunshine in my soul to-day, </a:t>
            </a:r>
          </a:p>
          <a:p>
            <a:r>
              <a:rPr lang="en-US" sz="2800" dirty="0"/>
              <a:t>More glorious and bright </a:t>
            </a:r>
          </a:p>
          <a:p>
            <a:r>
              <a:rPr lang="en-US" sz="2800" dirty="0"/>
              <a:t>Than glows in any earthly sky ; </a:t>
            </a:r>
          </a:p>
          <a:p>
            <a:r>
              <a:rPr lang="en-US" sz="2800" dirty="0"/>
              <a:t>For Jesus is my light.</a:t>
            </a:r>
          </a:p>
          <a:p>
            <a:pPr marL="446088"/>
            <a:endParaRPr lang="en-US" sz="2800" i="1" dirty="0">
              <a:solidFill>
                <a:srgbClr val="772626"/>
              </a:solidFill>
            </a:endParaRPr>
          </a:p>
          <a:p>
            <a:pPr marL="446088"/>
            <a:r>
              <a:rPr lang="en-US" sz="2800" i="1" dirty="0">
                <a:solidFill>
                  <a:srgbClr val="772626"/>
                </a:solidFill>
              </a:rPr>
              <a:t>Oh, there's sun---shine, blessed sun--- shine, </a:t>
            </a:r>
          </a:p>
          <a:p>
            <a:pPr marL="446088"/>
            <a:r>
              <a:rPr lang="en-US" sz="2800" i="1" dirty="0">
                <a:solidFill>
                  <a:srgbClr val="772626"/>
                </a:solidFill>
              </a:rPr>
              <a:t>When the peaceful, happy moments roll ; </a:t>
            </a:r>
          </a:p>
          <a:p>
            <a:pPr marL="446088"/>
            <a:r>
              <a:rPr lang="en-US" sz="2800" i="1" dirty="0">
                <a:solidFill>
                  <a:srgbClr val="772626"/>
                </a:solidFill>
              </a:rPr>
              <a:t>When Jesus shows His smiling face, </a:t>
            </a:r>
          </a:p>
          <a:p>
            <a:pPr marL="446088"/>
            <a:r>
              <a:rPr lang="en-US" sz="2800" i="1" dirty="0">
                <a:solidFill>
                  <a:srgbClr val="772626"/>
                </a:solidFill>
              </a:rPr>
              <a:t>There is sunshine in my soul. </a:t>
            </a:r>
            <a:endParaRPr lang="en-US" sz="2800" dirty="0"/>
          </a:p>
        </p:txBody>
      </p:sp>
      <p:sp>
        <p:nvSpPr>
          <p:cNvPr id="6" name="TextBox 5">
            <a:extLst>
              <a:ext uri="{FF2B5EF4-FFF2-40B4-BE49-F238E27FC236}">
                <a16:creationId xmlns:a16="http://schemas.microsoft.com/office/drawing/2014/main" id="{784B4DA1-EB50-19BA-821E-409B773C74A3}"/>
              </a:ext>
            </a:extLst>
          </p:cNvPr>
          <p:cNvSpPr txBox="1"/>
          <p:nvPr/>
        </p:nvSpPr>
        <p:spPr>
          <a:xfrm>
            <a:off x="7023370" y="4786008"/>
            <a:ext cx="2120630" cy="307777"/>
          </a:xfrm>
          <a:prstGeom prst="rect">
            <a:avLst/>
          </a:prstGeom>
          <a:noFill/>
        </p:spPr>
        <p:txBody>
          <a:bodyPr wrap="square" rtlCol="0">
            <a:spAutoFit/>
          </a:bodyPr>
          <a:lstStyle/>
          <a:p>
            <a:pPr algn="r"/>
            <a:r>
              <a:rPr lang="en-US" sz="1400" dirty="0"/>
              <a:t>Communion 5 : 1 of 4</a:t>
            </a:r>
          </a:p>
        </p:txBody>
      </p:sp>
    </p:spTree>
    <p:extLst>
      <p:ext uri="{BB962C8B-B14F-4D97-AF65-F5344CB8AC3E}">
        <p14:creationId xmlns:p14="http://schemas.microsoft.com/office/powerpoint/2010/main" val="2894359729"/>
      </p:ext>
    </p:extLst>
  </p:cSld>
  <p:clrMapOvr>
    <a:masterClrMapping/>
  </p:clrMapOvr>
  <p:extLst>
    <p:ext uri="{6950BFC3-D8DA-4A85-94F7-54DA5524770B}">
      <p188:commentRel xmlns:p188="http://schemas.microsoft.com/office/powerpoint/2018/8/main" r:id="rId2"/>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09719-8DBD-9BF0-D2CC-4CEFF4D544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F88BBD-B9D7-553E-9B1D-A4FA8161625B}"/>
              </a:ext>
            </a:extLst>
          </p:cNvPr>
          <p:cNvSpPr>
            <a:spLocks noGrp="1"/>
          </p:cNvSpPr>
          <p:nvPr>
            <p:ph type="title"/>
          </p:nvPr>
        </p:nvSpPr>
        <p:spPr/>
        <p:txBody>
          <a:bodyPr/>
          <a:lstStyle/>
          <a:p>
            <a:pPr marL="360045" marR="0" indent="-360045">
              <a:lnSpc>
                <a:spcPct val="115000"/>
              </a:lnSpc>
              <a:spcBef>
                <a:spcPts val="0"/>
              </a:spcBef>
              <a:spcAft>
                <a:spcPts val="0"/>
              </a:spcAft>
            </a:pPr>
            <a:r>
              <a:rPr lang="en-US" dirty="0">
                <a:solidFill>
                  <a:prstClr val="white"/>
                </a:solidFill>
                <a:latin typeface="Segoe UI" panose="020B0502040204020203" pitchFamily="34" charset="0"/>
                <a:cs typeface="Segoe UI" panose="020B0502040204020203" pitchFamily="34" charset="0"/>
              </a:rPr>
              <a:t>Holy Communion – Song No. </a:t>
            </a:r>
            <a:r>
              <a:rPr lang="en-SG" dirty="0">
                <a:latin typeface="Segoe UI" panose="020B0502040204020203" pitchFamily="34" charset="0"/>
                <a:ea typeface="Calibri" panose="020F0502020204030204" pitchFamily="34" charset="0"/>
                <a:cs typeface="Segoe UI" panose="020B0502040204020203" pitchFamily="34" charset="0"/>
              </a:rPr>
              <a:t>872 </a:t>
            </a:r>
            <a:endParaRPr lang="en-US" dirty="0">
              <a:effectLst/>
              <a:latin typeface="Segoe UI" panose="020B0502040204020203" pitchFamily="34" charset="0"/>
              <a:ea typeface="Calibri" panose="020F0502020204030204"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A18E800D-834F-3003-8FB4-47FB70B60E8A}"/>
              </a:ext>
            </a:extLst>
          </p:cNvPr>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41</a:t>
            </a:fld>
            <a:endParaRPr lang="en-US" sz="1400" dirty="0">
              <a:solidFill>
                <a:srgbClr val="FFFF00"/>
              </a:solidFill>
              <a:latin typeface="Segoe UI" panose="020B0502040204020203" pitchFamily="34" charset="0"/>
              <a:cs typeface="Segoe UI" panose="020B0502040204020203" pitchFamily="34" charset="0"/>
            </a:endParaRPr>
          </a:p>
        </p:txBody>
      </p:sp>
      <p:sp>
        <p:nvSpPr>
          <p:cNvPr id="3" name="Rectangle 2">
            <a:extLst>
              <a:ext uri="{FF2B5EF4-FFF2-40B4-BE49-F238E27FC236}">
                <a16:creationId xmlns:a16="http://schemas.microsoft.com/office/drawing/2014/main" id="{10234651-95DD-C4E1-288C-DEA1C9E07172}"/>
              </a:ext>
            </a:extLst>
          </p:cNvPr>
          <p:cNvSpPr/>
          <p:nvPr/>
        </p:nvSpPr>
        <p:spPr>
          <a:xfrm>
            <a:off x="854991" y="589667"/>
            <a:ext cx="7434018" cy="3970318"/>
          </a:xfrm>
          <a:prstGeom prst="rect">
            <a:avLst/>
          </a:prstGeom>
        </p:spPr>
        <p:txBody>
          <a:bodyPr wrap="square">
            <a:spAutoFit/>
          </a:bodyPr>
          <a:lstStyle/>
          <a:p>
            <a:r>
              <a:rPr lang="en-US" sz="2800" dirty="0"/>
              <a:t>There is music in my soul to-day,</a:t>
            </a:r>
          </a:p>
          <a:p>
            <a:r>
              <a:rPr lang="en-US" sz="2800" dirty="0"/>
              <a:t>A carol to my King;</a:t>
            </a:r>
          </a:p>
          <a:p>
            <a:r>
              <a:rPr lang="en-US" sz="2800" dirty="0"/>
              <a:t>And Jesus, listening, can hear</a:t>
            </a:r>
          </a:p>
          <a:p>
            <a:r>
              <a:rPr lang="en-US" sz="2800" dirty="0"/>
              <a:t>The songs I cannot sing.</a:t>
            </a:r>
          </a:p>
          <a:p>
            <a:endParaRPr lang="en-US" sz="2800" i="1" dirty="0">
              <a:solidFill>
                <a:srgbClr val="772626"/>
              </a:solidFill>
            </a:endParaRPr>
          </a:p>
          <a:p>
            <a:pPr marL="446088"/>
            <a:r>
              <a:rPr lang="en-US" sz="2800" i="1" dirty="0">
                <a:solidFill>
                  <a:srgbClr val="772626"/>
                </a:solidFill>
              </a:rPr>
              <a:t>Oh, there's sun---shine, blessed sun---shine, </a:t>
            </a:r>
          </a:p>
          <a:p>
            <a:pPr marL="446088"/>
            <a:r>
              <a:rPr lang="en-US" sz="2800" i="1" dirty="0">
                <a:solidFill>
                  <a:srgbClr val="772626"/>
                </a:solidFill>
              </a:rPr>
              <a:t>When the peaceful, happy moments roll ; </a:t>
            </a:r>
          </a:p>
          <a:p>
            <a:pPr marL="446088"/>
            <a:r>
              <a:rPr lang="en-US" sz="2800" i="1" dirty="0">
                <a:solidFill>
                  <a:srgbClr val="772626"/>
                </a:solidFill>
              </a:rPr>
              <a:t>When Jesus shows His smiling face, </a:t>
            </a:r>
          </a:p>
          <a:p>
            <a:pPr marL="446088"/>
            <a:r>
              <a:rPr lang="en-US" sz="2800" i="1" dirty="0">
                <a:solidFill>
                  <a:srgbClr val="772626"/>
                </a:solidFill>
              </a:rPr>
              <a:t>There is sunshine in my soul. </a:t>
            </a:r>
            <a:endParaRPr lang="en-US" sz="2800" dirty="0"/>
          </a:p>
        </p:txBody>
      </p:sp>
      <p:sp>
        <p:nvSpPr>
          <p:cNvPr id="6" name="TextBox 5">
            <a:extLst>
              <a:ext uri="{FF2B5EF4-FFF2-40B4-BE49-F238E27FC236}">
                <a16:creationId xmlns:a16="http://schemas.microsoft.com/office/drawing/2014/main" id="{7701D938-9ED3-1EBB-15D5-1C327828C89A}"/>
              </a:ext>
            </a:extLst>
          </p:cNvPr>
          <p:cNvSpPr txBox="1"/>
          <p:nvPr/>
        </p:nvSpPr>
        <p:spPr>
          <a:xfrm>
            <a:off x="7023370" y="4786008"/>
            <a:ext cx="2120630" cy="307777"/>
          </a:xfrm>
          <a:prstGeom prst="rect">
            <a:avLst/>
          </a:prstGeom>
          <a:noFill/>
        </p:spPr>
        <p:txBody>
          <a:bodyPr wrap="square" rtlCol="0">
            <a:spAutoFit/>
          </a:bodyPr>
          <a:lstStyle/>
          <a:p>
            <a:pPr algn="r"/>
            <a:r>
              <a:rPr lang="en-US" sz="1400" dirty="0"/>
              <a:t>Communion 5 : 2 of 4</a:t>
            </a:r>
          </a:p>
        </p:txBody>
      </p:sp>
    </p:spTree>
    <p:extLst>
      <p:ext uri="{BB962C8B-B14F-4D97-AF65-F5344CB8AC3E}">
        <p14:creationId xmlns:p14="http://schemas.microsoft.com/office/powerpoint/2010/main" val="35711514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AF146-57A3-BD1D-41CF-7BD0AB2A58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4B9056-D8E7-5C3D-B807-F4E56479841A}"/>
              </a:ext>
            </a:extLst>
          </p:cNvPr>
          <p:cNvSpPr>
            <a:spLocks noGrp="1"/>
          </p:cNvSpPr>
          <p:nvPr>
            <p:ph type="title"/>
          </p:nvPr>
        </p:nvSpPr>
        <p:spPr/>
        <p:txBody>
          <a:bodyPr/>
          <a:lstStyle/>
          <a:p>
            <a:pPr marL="360045" marR="0" indent="-360045">
              <a:lnSpc>
                <a:spcPct val="115000"/>
              </a:lnSpc>
              <a:spcBef>
                <a:spcPts val="0"/>
              </a:spcBef>
              <a:spcAft>
                <a:spcPts val="0"/>
              </a:spcAft>
            </a:pPr>
            <a:r>
              <a:rPr lang="en-US" dirty="0">
                <a:solidFill>
                  <a:prstClr val="white"/>
                </a:solidFill>
                <a:latin typeface="Segoe UI" panose="020B0502040204020203" pitchFamily="34" charset="0"/>
                <a:cs typeface="Segoe UI" panose="020B0502040204020203" pitchFamily="34" charset="0"/>
              </a:rPr>
              <a:t>Holy Communion – Song No. </a:t>
            </a:r>
            <a:r>
              <a:rPr lang="en-SG" dirty="0">
                <a:latin typeface="Segoe UI" panose="020B0502040204020203" pitchFamily="34" charset="0"/>
                <a:ea typeface="Calibri" panose="020F0502020204030204" pitchFamily="34" charset="0"/>
                <a:cs typeface="Segoe UI" panose="020B0502040204020203" pitchFamily="34" charset="0"/>
              </a:rPr>
              <a:t>872 </a:t>
            </a:r>
            <a:endParaRPr lang="en-US" dirty="0">
              <a:effectLst/>
              <a:latin typeface="Segoe UI" panose="020B0502040204020203" pitchFamily="34" charset="0"/>
              <a:ea typeface="Calibri" panose="020F0502020204030204"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8F75C7D9-80AE-5710-DAA4-F1B4D06809EA}"/>
              </a:ext>
            </a:extLst>
          </p:cNvPr>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42</a:t>
            </a:fld>
            <a:endParaRPr lang="en-US" sz="1400" dirty="0">
              <a:solidFill>
                <a:srgbClr val="FFFF00"/>
              </a:solidFill>
              <a:latin typeface="Segoe UI" panose="020B0502040204020203" pitchFamily="34" charset="0"/>
              <a:cs typeface="Segoe UI" panose="020B0502040204020203" pitchFamily="34" charset="0"/>
            </a:endParaRPr>
          </a:p>
        </p:txBody>
      </p:sp>
      <p:sp>
        <p:nvSpPr>
          <p:cNvPr id="3" name="Rectangle 2">
            <a:extLst>
              <a:ext uri="{FF2B5EF4-FFF2-40B4-BE49-F238E27FC236}">
                <a16:creationId xmlns:a16="http://schemas.microsoft.com/office/drawing/2014/main" id="{04CD30A0-5E6B-6982-C17C-86BDAAC420E3}"/>
              </a:ext>
            </a:extLst>
          </p:cNvPr>
          <p:cNvSpPr/>
          <p:nvPr/>
        </p:nvSpPr>
        <p:spPr>
          <a:xfrm>
            <a:off x="854991" y="589667"/>
            <a:ext cx="7434018" cy="3970318"/>
          </a:xfrm>
          <a:prstGeom prst="rect">
            <a:avLst/>
          </a:prstGeom>
        </p:spPr>
        <p:txBody>
          <a:bodyPr wrap="square">
            <a:spAutoFit/>
          </a:bodyPr>
          <a:lstStyle/>
          <a:p>
            <a:r>
              <a:rPr lang="en-US" sz="2800" dirty="0"/>
              <a:t>There is springtime in my soul to-day;</a:t>
            </a:r>
          </a:p>
          <a:p>
            <a:r>
              <a:rPr lang="en-US" sz="2800" dirty="0"/>
              <a:t>For, when the Lord is near, </a:t>
            </a:r>
          </a:p>
          <a:p>
            <a:r>
              <a:rPr lang="en-US" sz="2800" dirty="0"/>
              <a:t>The dove of peace sings in my heart,</a:t>
            </a:r>
          </a:p>
          <a:p>
            <a:r>
              <a:rPr lang="en-US" sz="2800" dirty="0"/>
              <a:t>The flowers of grace appear.</a:t>
            </a:r>
          </a:p>
          <a:p>
            <a:endParaRPr lang="en-US" sz="2800" i="1" dirty="0">
              <a:solidFill>
                <a:srgbClr val="772626"/>
              </a:solidFill>
            </a:endParaRPr>
          </a:p>
          <a:p>
            <a:pPr marL="446088"/>
            <a:r>
              <a:rPr lang="en-US" sz="2800" i="1" dirty="0">
                <a:solidFill>
                  <a:srgbClr val="772626"/>
                </a:solidFill>
              </a:rPr>
              <a:t>Oh, there's sun---shine, blessed sun---shine, </a:t>
            </a:r>
          </a:p>
          <a:p>
            <a:pPr marL="446088"/>
            <a:r>
              <a:rPr lang="en-US" sz="2800" i="1" dirty="0">
                <a:solidFill>
                  <a:srgbClr val="772626"/>
                </a:solidFill>
              </a:rPr>
              <a:t>When the peaceful, happy moments roll ; </a:t>
            </a:r>
          </a:p>
          <a:p>
            <a:pPr marL="446088"/>
            <a:r>
              <a:rPr lang="en-US" sz="2800" i="1" dirty="0">
                <a:solidFill>
                  <a:srgbClr val="772626"/>
                </a:solidFill>
              </a:rPr>
              <a:t>When Jesus shows His smiling face, </a:t>
            </a:r>
          </a:p>
          <a:p>
            <a:pPr marL="446088"/>
            <a:r>
              <a:rPr lang="en-US" sz="2800" i="1" dirty="0">
                <a:solidFill>
                  <a:srgbClr val="772626"/>
                </a:solidFill>
              </a:rPr>
              <a:t>There is sunshine in my soul. </a:t>
            </a:r>
            <a:endParaRPr lang="en-US" sz="2800" dirty="0"/>
          </a:p>
        </p:txBody>
      </p:sp>
      <p:sp>
        <p:nvSpPr>
          <p:cNvPr id="6" name="TextBox 5">
            <a:extLst>
              <a:ext uri="{FF2B5EF4-FFF2-40B4-BE49-F238E27FC236}">
                <a16:creationId xmlns:a16="http://schemas.microsoft.com/office/drawing/2014/main" id="{04F8B481-7D79-4CA3-8A25-27746BC44E57}"/>
              </a:ext>
            </a:extLst>
          </p:cNvPr>
          <p:cNvSpPr txBox="1"/>
          <p:nvPr/>
        </p:nvSpPr>
        <p:spPr>
          <a:xfrm>
            <a:off x="7023370" y="4786008"/>
            <a:ext cx="2120630" cy="307777"/>
          </a:xfrm>
          <a:prstGeom prst="rect">
            <a:avLst/>
          </a:prstGeom>
          <a:noFill/>
        </p:spPr>
        <p:txBody>
          <a:bodyPr wrap="square" rtlCol="0">
            <a:spAutoFit/>
          </a:bodyPr>
          <a:lstStyle/>
          <a:p>
            <a:pPr algn="r"/>
            <a:r>
              <a:rPr lang="en-US" sz="1400" dirty="0"/>
              <a:t>Communion 5 : 3 of 4</a:t>
            </a:r>
          </a:p>
        </p:txBody>
      </p:sp>
    </p:spTree>
    <p:extLst>
      <p:ext uri="{BB962C8B-B14F-4D97-AF65-F5344CB8AC3E}">
        <p14:creationId xmlns:p14="http://schemas.microsoft.com/office/powerpoint/2010/main" val="22569045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60045" marR="0" indent="-360045">
              <a:lnSpc>
                <a:spcPct val="115000"/>
              </a:lnSpc>
              <a:spcBef>
                <a:spcPts val="0"/>
              </a:spcBef>
              <a:spcAft>
                <a:spcPts val="0"/>
              </a:spcAft>
            </a:pPr>
            <a:r>
              <a:rPr lang="en-US" dirty="0">
                <a:solidFill>
                  <a:prstClr val="white"/>
                </a:solidFill>
                <a:latin typeface="Segoe UI" panose="020B0502040204020203" pitchFamily="34" charset="0"/>
                <a:cs typeface="Segoe UI" panose="020B0502040204020203" pitchFamily="34" charset="0"/>
              </a:rPr>
              <a:t>Holy Communion – Song No. </a:t>
            </a:r>
            <a:r>
              <a:rPr lang="en-SG" dirty="0">
                <a:latin typeface="Segoe UI" panose="020B0502040204020203" pitchFamily="34" charset="0"/>
                <a:ea typeface="Calibri" panose="020F0502020204030204" pitchFamily="34" charset="0"/>
                <a:cs typeface="Segoe UI" panose="020B0502040204020203" pitchFamily="34" charset="0"/>
              </a:rPr>
              <a:t>872</a:t>
            </a:r>
            <a:endParaRPr lang="en-US" dirty="0">
              <a:effectLst/>
              <a:latin typeface="Segoe UI" panose="020B0502040204020203" pitchFamily="34" charset="0"/>
              <a:ea typeface="Calibri" panose="020F0502020204030204" pitchFamily="34" charset="0"/>
              <a:cs typeface="Segoe UI" panose="020B0502040204020203" pitchFamily="34" charset="0"/>
            </a:endParaRPr>
          </a:p>
        </p:txBody>
      </p:sp>
      <p:sp>
        <p:nvSpPr>
          <p:cNvPr id="4" name="Slide Number Placeholder 3"/>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43</a:t>
            </a:fld>
            <a:endParaRPr lang="en-US" sz="1400" dirty="0">
              <a:solidFill>
                <a:srgbClr val="FFFF00"/>
              </a:solidFill>
              <a:latin typeface="Segoe UI" panose="020B0502040204020203" pitchFamily="34" charset="0"/>
              <a:cs typeface="Segoe UI" panose="020B0502040204020203" pitchFamily="34" charset="0"/>
            </a:endParaRPr>
          </a:p>
        </p:txBody>
      </p:sp>
      <p:sp>
        <p:nvSpPr>
          <p:cNvPr id="3" name="Rectangle 2">
            <a:extLst>
              <a:ext uri="{FF2B5EF4-FFF2-40B4-BE49-F238E27FC236}">
                <a16:creationId xmlns:a16="http://schemas.microsoft.com/office/drawing/2014/main" id="{3DD7E497-16E3-4D0B-D67F-B0783CD0DB3A}"/>
              </a:ext>
            </a:extLst>
          </p:cNvPr>
          <p:cNvSpPr/>
          <p:nvPr/>
        </p:nvSpPr>
        <p:spPr>
          <a:xfrm>
            <a:off x="854991" y="589667"/>
            <a:ext cx="7434018" cy="3970318"/>
          </a:xfrm>
          <a:prstGeom prst="rect">
            <a:avLst/>
          </a:prstGeom>
        </p:spPr>
        <p:txBody>
          <a:bodyPr wrap="square">
            <a:spAutoFit/>
          </a:bodyPr>
          <a:lstStyle/>
          <a:p>
            <a:r>
              <a:rPr lang="en-US" sz="2800" dirty="0"/>
              <a:t>There is gladness in my soul to-day,</a:t>
            </a:r>
          </a:p>
          <a:p>
            <a:r>
              <a:rPr lang="en-US" sz="2800" dirty="0"/>
              <a:t>And hope, and praise, and love;</a:t>
            </a:r>
          </a:p>
          <a:p>
            <a:r>
              <a:rPr lang="en-US" sz="2800" dirty="0"/>
              <a:t>For blessings which He gives me now,</a:t>
            </a:r>
          </a:p>
          <a:p>
            <a:r>
              <a:rPr lang="en-US" sz="2800" dirty="0"/>
              <a:t>For joys laid up above.</a:t>
            </a:r>
          </a:p>
          <a:p>
            <a:endParaRPr lang="en-US" sz="2800" i="1" dirty="0">
              <a:solidFill>
                <a:srgbClr val="772626"/>
              </a:solidFill>
            </a:endParaRPr>
          </a:p>
          <a:p>
            <a:pPr marL="446088"/>
            <a:r>
              <a:rPr lang="en-US" sz="2800" i="1" dirty="0">
                <a:solidFill>
                  <a:srgbClr val="772626"/>
                </a:solidFill>
              </a:rPr>
              <a:t>Oh, there's sun---shine, blessed sun---shine, </a:t>
            </a:r>
          </a:p>
          <a:p>
            <a:pPr marL="446088"/>
            <a:r>
              <a:rPr lang="en-US" sz="2800" i="1" dirty="0">
                <a:solidFill>
                  <a:srgbClr val="772626"/>
                </a:solidFill>
              </a:rPr>
              <a:t>When the peaceful, happy moments roll ; </a:t>
            </a:r>
          </a:p>
          <a:p>
            <a:pPr marL="446088"/>
            <a:r>
              <a:rPr lang="en-US" sz="2800" i="1" dirty="0">
                <a:solidFill>
                  <a:srgbClr val="772626"/>
                </a:solidFill>
              </a:rPr>
              <a:t>When Jesus shows His smiling face, </a:t>
            </a:r>
          </a:p>
          <a:p>
            <a:pPr marL="446088"/>
            <a:r>
              <a:rPr lang="en-US" sz="2800" i="1" dirty="0">
                <a:solidFill>
                  <a:srgbClr val="772626"/>
                </a:solidFill>
              </a:rPr>
              <a:t>There is sunshine in my soul. </a:t>
            </a:r>
            <a:endParaRPr lang="en-US" sz="2800" dirty="0"/>
          </a:p>
        </p:txBody>
      </p:sp>
      <p:sp>
        <p:nvSpPr>
          <p:cNvPr id="6" name="TextBox 5">
            <a:extLst>
              <a:ext uri="{FF2B5EF4-FFF2-40B4-BE49-F238E27FC236}">
                <a16:creationId xmlns:a16="http://schemas.microsoft.com/office/drawing/2014/main" id="{A175B624-1304-B11C-D940-56B1E81CA457}"/>
              </a:ext>
            </a:extLst>
          </p:cNvPr>
          <p:cNvSpPr txBox="1"/>
          <p:nvPr/>
        </p:nvSpPr>
        <p:spPr>
          <a:xfrm>
            <a:off x="7023370" y="4786008"/>
            <a:ext cx="2120630" cy="307777"/>
          </a:xfrm>
          <a:prstGeom prst="rect">
            <a:avLst/>
          </a:prstGeom>
          <a:noFill/>
        </p:spPr>
        <p:txBody>
          <a:bodyPr wrap="square" rtlCol="0">
            <a:spAutoFit/>
          </a:bodyPr>
          <a:lstStyle/>
          <a:p>
            <a:pPr algn="r"/>
            <a:r>
              <a:rPr lang="en-US" sz="1400" dirty="0"/>
              <a:t>Communion 5 : 4 of 4</a:t>
            </a:r>
          </a:p>
        </p:txBody>
      </p:sp>
    </p:spTree>
    <p:extLst>
      <p:ext uri="{BB962C8B-B14F-4D97-AF65-F5344CB8AC3E}">
        <p14:creationId xmlns:p14="http://schemas.microsoft.com/office/powerpoint/2010/main" val="14047548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C8E62-2C68-D9C2-E02A-BD0C056077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E8EEB6-6D26-3916-E8BF-1872331873B9}"/>
              </a:ext>
            </a:extLst>
          </p:cNvPr>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 – Song No. 871</a:t>
            </a:r>
            <a:endParaRPr lang="en-US" dirty="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DBAB07B5-40D7-F518-566D-B3A779D6B4B7}"/>
              </a:ext>
            </a:extLst>
          </p:cNvPr>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44</a:t>
            </a:fld>
            <a:endParaRPr lang="en-US" sz="1400" dirty="0">
              <a:solidFill>
                <a:srgbClr val="FFFF00"/>
              </a:solidFill>
              <a:latin typeface="Segoe UI" panose="020B0502040204020203" pitchFamily="34" charset="0"/>
              <a:cs typeface="Segoe UI" panose="020B0502040204020203" pitchFamily="34" charset="0"/>
            </a:endParaRPr>
          </a:p>
        </p:txBody>
      </p:sp>
      <p:pic>
        <p:nvPicPr>
          <p:cNvPr id="5" name="Picture 4" descr="A picture containing wall, indoor, table, decorated&#10;&#10;Description automatically generated">
            <a:extLst>
              <a:ext uri="{FF2B5EF4-FFF2-40B4-BE49-F238E27FC236}">
                <a16:creationId xmlns:a16="http://schemas.microsoft.com/office/drawing/2014/main" id="{3D32AB96-F536-A9EC-AF35-53D4EF65D2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30000" y="705623"/>
            <a:ext cx="6084000" cy="405726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320632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 – Song No. 871</a:t>
            </a:r>
            <a:endParaRPr lang="en-US" dirty="0">
              <a:latin typeface="Segoe UI" panose="020B0502040204020203" pitchFamily="34" charset="0"/>
              <a:cs typeface="Segoe UI" panose="020B0502040204020203" pitchFamily="34" charset="0"/>
            </a:endParaRPr>
          </a:p>
        </p:txBody>
      </p:sp>
      <p:sp>
        <p:nvSpPr>
          <p:cNvPr id="4" name="Slide Number Placeholder 3"/>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61572416-2890-4130-B3A5-BF0B00B97382}" type="slidenum">
              <a:rPr kumimoji="0" lang="en-US" sz="1400" b="0" i="0" u="none" strike="noStrike" kern="1200" cap="none" spc="0" normalizeH="0" baseline="0" noProof="0" smtClean="0">
                <a:ln>
                  <a:noFill/>
                </a:ln>
                <a:solidFill>
                  <a:srgbClr val="FFFF00"/>
                </a:solidFill>
                <a:effectLst/>
                <a:uLnTx/>
                <a:uFillTx/>
                <a:latin typeface="Segoe UI" panose="020B0502040204020203" pitchFamily="34" charset="0"/>
                <a:ea typeface="+mn-ea"/>
                <a:cs typeface="Segoe UI" panose="020B0502040204020203"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0" lang="en-US" sz="1400" b="0" i="0" u="none" strike="noStrike" kern="1200" cap="none" spc="0" normalizeH="0" baseline="0" noProof="0" dirty="0">
              <a:ln>
                <a:noFill/>
              </a:ln>
              <a:solidFill>
                <a:srgbClr val="FFFF00"/>
              </a:solidFill>
              <a:effectLst/>
              <a:uLnTx/>
              <a:uFillTx/>
              <a:latin typeface="Segoe UI" panose="020B0502040204020203" pitchFamily="34" charset="0"/>
              <a:ea typeface="+mn-ea"/>
              <a:cs typeface="Segoe UI" panose="020B0502040204020203" pitchFamily="34" charset="0"/>
            </a:endParaRPr>
          </a:p>
        </p:txBody>
      </p:sp>
      <p:sp>
        <p:nvSpPr>
          <p:cNvPr id="5" name="TextBox 4">
            <a:extLst>
              <a:ext uri="{FF2B5EF4-FFF2-40B4-BE49-F238E27FC236}">
                <a16:creationId xmlns:a16="http://schemas.microsoft.com/office/drawing/2014/main" id="{D15CBCA4-8279-49A0-BDA5-8F1C3F65A437}"/>
              </a:ext>
            </a:extLst>
          </p:cNvPr>
          <p:cNvSpPr txBox="1"/>
          <p:nvPr/>
        </p:nvSpPr>
        <p:spPr>
          <a:xfrm>
            <a:off x="7023370" y="4786008"/>
            <a:ext cx="2120630" cy="307777"/>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a:ea typeface="+mn-ea"/>
                <a:cs typeface="+mn-cs"/>
              </a:rPr>
              <a:t>Communion 6 : 1 of 4</a:t>
            </a:r>
          </a:p>
        </p:txBody>
      </p:sp>
      <p:sp>
        <p:nvSpPr>
          <p:cNvPr id="6" name="Rectangle 5">
            <a:extLst>
              <a:ext uri="{FF2B5EF4-FFF2-40B4-BE49-F238E27FC236}">
                <a16:creationId xmlns:a16="http://schemas.microsoft.com/office/drawing/2014/main" id="{00B7E6C3-DC3B-BC8E-EE75-86995C7F8ADF}"/>
              </a:ext>
            </a:extLst>
          </p:cNvPr>
          <p:cNvSpPr/>
          <p:nvPr/>
        </p:nvSpPr>
        <p:spPr>
          <a:xfrm>
            <a:off x="1181348" y="890303"/>
            <a:ext cx="6239435" cy="3544094"/>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I've found a Friend; oh, such a Friend ! </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He loved me ere I knew Him;</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He drew me with the cords of love,</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And thus He bound me to Him.</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And round my heart still closely twine</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Those ties which naught can sever, </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For I am His and He is mine,</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For ever and for ever ! </a:t>
            </a:r>
          </a:p>
        </p:txBody>
      </p:sp>
    </p:spTree>
    <p:extLst>
      <p:ext uri="{BB962C8B-B14F-4D97-AF65-F5344CB8AC3E}">
        <p14:creationId xmlns:p14="http://schemas.microsoft.com/office/powerpoint/2010/main" val="26296214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 – Song No. 871</a:t>
            </a:r>
            <a:endParaRPr lang="en-US" dirty="0">
              <a:latin typeface="Segoe UI" panose="020B0502040204020203" pitchFamily="34" charset="0"/>
              <a:cs typeface="Segoe UI" panose="020B0502040204020203" pitchFamily="34" charset="0"/>
            </a:endParaRPr>
          </a:p>
        </p:txBody>
      </p:sp>
      <p:sp>
        <p:nvSpPr>
          <p:cNvPr id="4" name="Slide Number Placeholder 3"/>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61572416-2890-4130-B3A5-BF0B00B97382}" type="slidenum">
              <a:rPr kumimoji="0" lang="en-US" sz="1400" b="0" i="0" u="none" strike="noStrike" kern="1200" cap="none" spc="0" normalizeH="0" baseline="0" noProof="0" smtClean="0">
                <a:ln>
                  <a:noFill/>
                </a:ln>
                <a:solidFill>
                  <a:srgbClr val="FFFF00"/>
                </a:solidFill>
                <a:effectLst/>
                <a:uLnTx/>
                <a:uFillTx/>
                <a:latin typeface="Segoe UI" panose="020B0502040204020203" pitchFamily="34" charset="0"/>
                <a:ea typeface="+mn-ea"/>
                <a:cs typeface="Segoe UI" panose="020B0502040204020203"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en-US" sz="1400" b="0" i="0" u="none" strike="noStrike" kern="1200" cap="none" spc="0" normalizeH="0" baseline="0" noProof="0" dirty="0">
              <a:ln>
                <a:noFill/>
              </a:ln>
              <a:solidFill>
                <a:srgbClr val="FFFF00"/>
              </a:solidFill>
              <a:effectLst/>
              <a:uLnTx/>
              <a:uFillTx/>
              <a:latin typeface="Segoe UI" panose="020B0502040204020203" pitchFamily="34" charset="0"/>
              <a:ea typeface="+mn-ea"/>
              <a:cs typeface="Segoe UI" panose="020B0502040204020203" pitchFamily="34" charset="0"/>
            </a:endParaRPr>
          </a:p>
        </p:txBody>
      </p:sp>
      <p:sp>
        <p:nvSpPr>
          <p:cNvPr id="5" name="TextBox 4">
            <a:extLst>
              <a:ext uri="{FF2B5EF4-FFF2-40B4-BE49-F238E27FC236}">
                <a16:creationId xmlns:a16="http://schemas.microsoft.com/office/drawing/2014/main" id="{D15CBCA4-8279-49A0-BDA5-8F1C3F65A437}"/>
              </a:ext>
            </a:extLst>
          </p:cNvPr>
          <p:cNvSpPr txBox="1"/>
          <p:nvPr/>
        </p:nvSpPr>
        <p:spPr>
          <a:xfrm>
            <a:off x="7023370" y="4786008"/>
            <a:ext cx="2120630" cy="307777"/>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a:ea typeface="+mn-ea"/>
                <a:cs typeface="+mn-cs"/>
              </a:rPr>
              <a:t>Communion 6 : 2 of 4</a:t>
            </a:r>
          </a:p>
        </p:txBody>
      </p:sp>
      <p:sp>
        <p:nvSpPr>
          <p:cNvPr id="6" name="Rectangle 5">
            <a:extLst>
              <a:ext uri="{FF2B5EF4-FFF2-40B4-BE49-F238E27FC236}">
                <a16:creationId xmlns:a16="http://schemas.microsoft.com/office/drawing/2014/main" id="{00B7E6C3-DC3B-BC8E-EE75-86995C7F8ADF}"/>
              </a:ext>
            </a:extLst>
          </p:cNvPr>
          <p:cNvSpPr/>
          <p:nvPr/>
        </p:nvSpPr>
        <p:spPr>
          <a:xfrm>
            <a:off x="1181348" y="713099"/>
            <a:ext cx="6239435" cy="3898503"/>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I've found a Friend ; oh, such a Friend ! </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He bled, He died to save me;</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And not alone the gift of life, </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But His own self He gave me;</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Naught that I have my own I call, </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I hold it for the Giver:</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My heart, my strength, my life, my all,</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Are His, and His for ever!</a:t>
            </a:r>
          </a:p>
        </p:txBody>
      </p:sp>
    </p:spTree>
    <p:extLst>
      <p:ext uri="{BB962C8B-B14F-4D97-AF65-F5344CB8AC3E}">
        <p14:creationId xmlns:p14="http://schemas.microsoft.com/office/powerpoint/2010/main" val="27508151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 – Song No. 871</a:t>
            </a:r>
            <a:endParaRPr lang="en-US" dirty="0">
              <a:latin typeface="Segoe UI" panose="020B0502040204020203" pitchFamily="34" charset="0"/>
              <a:cs typeface="Segoe UI" panose="020B0502040204020203" pitchFamily="34" charset="0"/>
            </a:endParaRPr>
          </a:p>
        </p:txBody>
      </p:sp>
      <p:sp>
        <p:nvSpPr>
          <p:cNvPr id="4" name="Slide Number Placeholder 3"/>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61572416-2890-4130-B3A5-BF0B00B97382}" type="slidenum">
              <a:rPr kumimoji="0" lang="en-US" sz="1400" b="0" i="0" u="none" strike="noStrike" kern="1200" cap="none" spc="0" normalizeH="0" baseline="0" noProof="0" smtClean="0">
                <a:ln>
                  <a:noFill/>
                </a:ln>
                <a:solidFill>
                  <a:srgbClr val="FFFF00"/>
                </a:solidFill>
                <a:effectLst/>
                <a:uLnTx/>
                <a:uFillTx/>
                <a:latin typeface="Segoe UI" panose="020B0502040204020203" pitchFamily="34" charset="0"/>
                <a:ea typeface="+mn-ea"/>
                <a:cs typeface="Segoe UI" panose="020B0502040204020203"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en-US" sz="1400" b="0" i="0" u="none" strike="noStrike" kern="1200" cap="none" spc="0" normalizeH="0" baseline="0" noProof="0" dirty="0">
              <a:ln>
                <a:noFill/>
              </a:ln>
              <a:solidFill>
                <a:srgbClr val="FFFF00"/>
              </a:solidFill>
              <a:effectLst/>
              <a:uLnTx/>
              <a:uFillTx/>
              <a:latin typeface="Segoe UI" panose="020B0502040204020203" pitchFamily="34" charset="0"/>
              <a:ea typeface="+mn-ea"/>
              <a:cs typeface="Segoe UI" panose="020B0502040204020203" pitchFamily="34" charset="0"/>
            </a:endParaRPr>
          </a:p>
        </p:txBody>
      </p:sp>
      <p:sp>
        <p:nvSpPr>
          <p:cNvPr id="5" name="TextBox 4">
            <a:extLst>
              <a:ext uri="{FF2B5EF4-FFF2-40B4-BE49-F238E27FC236}">
                <a16:creationId xmlns:a16="http://schemas.microsoft.com/office/drawing/2014/main" id="{D15CBCA4-8279-49A0-BDA5-8F1C3F65A437}"/>
              </a:ext>
            </a:extLst>
          </p:cNvPr>
          <p:cNvSpPr txBox="1"/>
          <p:nvPr/>
        </p:nvSpPr>
        <p:spPr>
          <a:xfrm>
            <a:off x="7023370" y="4786008"/>
            <a:ext cx="2120630" cy="307777"/>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a:ea typeface="+mn-ea"/>
                <a:cs typeface="+mn-cs"/>
              </a:rPr>
              <a:t>Communion 6 : 3 of 4</a:t>
            </a:r>
          </a:p>
        </p:txBody>
      </p:sp>
      <p:sp>
        <p:nvSpPr>
          <p:cNvPr id="6" name="Rectangle 5">
            <a:extLst>
              <a:ext uri="{FF2B5EF4-FFF2-40B4-BE49-F238E27FC236}">
                <a16:creationId xmlns:a16="http://schemas.microsoft.com/office/drawing/2014/main" id="{00B7E6C3-DC3B-BC8E-EE75-86995C7F8ADF}"/>
              </a:ext>
            </a:extLst>
          </p:cNvPr>
          <p:cNvSpPr/>
          <p:nvPr/>
        </p:nvSpPr>
        <p:spPr>
          <a:xfrm>
            <a:off x="1181348" y="713099"/>
            <a:ext cx="6239435" cy="3898503"/>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I've found a Friend; oh, such a Friend ! </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All power to Him is given,</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To guard me on my onward course,</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And bring me safe to heaven.</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Th' eternal glories gleam afar,</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To nerve my faith endeavour:</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So now to watch ! to work ! to war ! </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And then—to rest for ever !</a:t>
            </a:r>
          </a:p>
        </p:txBody>
      </p:sp>
    </p:spTree>
    <p:extLst>
      <p:ext uri="{BB962C8B-B14F-4D97-AF65-F5344CB8AC3E}">
        <p14:creationId xmlns:p14="http://schemas.microsoft.com/office/powerpoint/2010/main" val="573206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 – Song No. 871</a:t>
            </a:r>
            <a:endParaRPr lang="en-US" dirty="0">
              <a:latin typeface="Segoe UI" panose="020B0502040204020203" pitchFamily="34" charset="0"/>
              <a:cs typeface="Segoe UI" panose="020B0502040204020203" pitchFamily="34" charset="0"/>
            </a:endParaRPr>
          </a:p>
        </p:txBody>
      </p:sp>
      <p:sp>
        <p:nvSpPr>
          <p:cNvPr id="4" name="Slide Number Placeholder 3"/>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61572416-2890-4130-B3A5-BF0B00B97382}" type="slidenum">
              <a:rPr kumimoji="0" lang="en-US" sz="1400" b="0" i="0" u="none" strike="noStrike" kern="1200" cap="none" spc="0" normalizeH="0" baseline="0" noProof="0" smtClean="0">
                <a:ln>
                  <a:noFill/>
                </a:ln>
                <a:solidFill>
                  <a:srgbClr val="FFFF00"/>
                </a:solidFill>
                <a:effectLst/>
                <a:uLnTx/>
                <a:uFillTx/>
                <a:latin typeface="Segoe UI" panose="020B0502040204020203" pitchFamily="34" charset="0"/>
                <a:ea typeface="+mn-ea"/>
                <a:cs typeface="Segoe UI" panose="020B0502040204020203"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en-US" sz="1400" b="0" i="0" u="none" strike="noStrike" kern="1200" cap="none" spc="0" normalizeH="0" baseline="0" noProof="0" dirty="0">
              <a:ln>
                <a:noFill/>
              </a:ln>
              <a:solidFill>
                <a:srgbClr val="FFFF00"/>
              </a:solidFill>
              <a:effectLst/>
              <a:uLnTx/>
              <a:uFillTx/>
              <a:latin typeface="Segoe UI" panose="020B0502040204020203" pitchFamily="34" charset="0"/>
              <a:ea typeface="+mn-ea"/>
              <a:cs typeface="Segoe UI" panose="020B0502040204020203" pitchFamily="34" charset="0"/>
            </a:endParaRPr>
          </a:p>
        </p:txBody>
      </p:sp>
      <p:sp>
        <p:nvSpPr>
          <p:cNvPr id="5" name="TextBox 4">
            <a:extLst>
              <a:ext uri="{FF2B5EF4-FFF2-40B4-BE49-F238E27FC236}">
                <a16:creationId xmlns:a16="http://schemas.microsoft.com/office/drawing/2014/main" id="{D15CBCA4-8279-49A0-BDA5-8F1C3F65A437}"/>
              </a:ext>
            </a:extLst>
          </p:cNvPr>
          <p:cNvSpPr txBox="1"/>
          <p:nvPr/>
        </p:nvSpPr>
        <p:spPr>
          <a:xfrm>
            <a:off x="7023370" y="4786008"/>
            <a:ext cx="2120630" cy="307777"/>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a:ea typeface="+mn-ea"/>
                <a:cs typeface="+mn-cs"/>
              </a:rPr>
              <a:t>Communion 6 : 4 of 4</a:t>
            </a:r>
          </a:p>
        </p:txBody>
      </p:sp>
      <p:sp>
        <p:nvSpPr>
          <p:cNvPr id="6" name="Rectangle 5">
            <a:extLst>
              <a:ext uri="{FF2B5EF4-FFF2-40B4-BE49-F238E27FC236}">
                <a16:creationId xmlns:a16="http://schemas.microsoft.com/office/drawing/2014/main" id="{00B7E6C3-DC3B-BC8E-EE75-86995C7F8ADF}"/>
              </a:ext>
            </a:extLst>
          </p:cNvPr>
          <p:cNvSpPr/>
          <p:nvPr/>
        </p:nvSpPr>
        <p:spPr>
          <a:xfrm>
            <a:off x="1181348" y="713099"/>
            <a:ext cx="6425105" cy="3898503"/>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I've found a Friend; oh, such a Friend ! </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So kind, and true, and tender,</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So wise a Counsellor and Guide,</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So mighty a Defender ! </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From Him, who loves me now so well,</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What power my soul can sever ? </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Shall life ? or death ? or earth ? or hell ?</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No ! I am His for ever ! </a:t>
            </a:r>
          </a:p>
        </p:txBody>
      </p:sp>
    </p:spTree>
    <p:extLst>
      <p:ext uri="{BB962C8B-B14F-4D97-AF65-F5344CB8AC3E}">
        <p14:creationId xmlns:p14="http://schemas.microsoft.com/office/powerpoint/2010/main" val="28422942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white"/>
                </a:solidFill>
                <a:latin typeface="Segoe UI" panose="020B0502040204020203" pitchFamily="34" charset="0"/>
                <a:cs typeface="Segoe UI" panose="020B0502040204020203" pitchFamily="34" charset="0"/>
              </a:rPr>
              <a:t>Holy Communion</a:t>
            </a:r>
            <a:endParaRPr lang="en-US" dirty="0">
              <a:latin typeface="Segoe UI" panose="020B0502040204020203" pitchFamily="34" charset="0"/>
              <a:cs typeface="Segoe UI" panose="020B0502040204020203" pitchFamily="34" charset="0"/>
            </a:endParaRPr>
          </a:p>
        </p:txBody>
      </p:sp>
      <p:sp>
        <p:nvSpPr>
          <p:cNvPr id="4" name="Slide Number Placeholder 3"/>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49</a:t>
            </a:fld>
            <a:endParaRPr lang="en-US" sz="1400" dirty="0">
              <a:solidFill>
                <a:srgbClr val="FFFF00"/>
              </a:solidFill>
              <a:latin typeface="Segoe UI" panose="020B0502040204020203" pitchFamily="34" charset="0"/>
              <a:cs typeface="Segoe UI" panose="020B0502040204020203" pitchFamily="34" charset="0"/>
            </a:endParaRPr>
          </a:p>
        </p:txBody>
      </p:sp>
      <p:pic>
        <p:nvPicPr>
          <p:cNvPr id="5" name="Picture 4" descr="A picture containing wall, indoor, table, decorated&#10;&#10;Description automatically generated">
            <a:extLst>
              <a:ext uri="{FF2B5EF4-FFF2-40B4-BE49-F238E27FC236}">
                <a16:creationId xmlns:a16="http://schemas.microsoft.com/office/drawing/2014/main" id="{3C396B60-2C0D-1542-BE8F-2D2B65EE9D2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30000" y="705623"/>
            <a:ext cx="6084000" cy="405726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163294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24BF63-9600-AB32-BCBE-CD0D63783073}"/>
              </a:ext>
            </a:extLst>
          </p:cNvPr>
          <p:cNvSpPr txBox="1">
            <a:spLocks/>
          </p:cNvSpPr>
          <p:nvPr/>
        </p:nvSpPr>
        <p:spPr>
          <a:xfrm>
            <a:off x="1009567" y="1654307"/>
            <a:ext cx="7124865" cy="1834885"/>
          </a:xfrm>
          <a:prstGeom prst="rect">
            <a:avLst/>
          </a:prstGeom>
          <a:noFill/>
          <a:ln w="28575">
            <a:noFill/>
          </a:ln>
          <a:effectLst>
            <a:outerShdw blurRad="50800" dist="50800" dir="5400000" algn="ctr" rotWithShape="0">
              <a:schemeClr val="accent5">
                <a:lumMod val="50000"/>
              </a:schemeClr>
            </a:outerShdw>
          </a:effectLst>
        </p:spPr>
        <p:txBody>
          <a:bodyPr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lgn="ctr">
              <a:lnSpc>
                <a:spcPct val="100000"/>
              </a:lnSpc>
              <a:spcBef>
                <a:spcPts val="0"/>
              </a:spcBef>
              <a:spcAft>
                <a:spcPts val="600"/>
              </a:spcAft>
              <a:buNone/>
              <a:tabLst>
                <a:tab pos="1254125" algn="l"/>
                <a:tab pos="1423988" algn="l"/>
              </a:tabLst>
            </a:pPr>
            <a:r>
              <a:rPr lang="en-US" sz="6000" b="1" dirty="0">
                <a:solidFill>
                  <a:schemeClr val="bg1"/>
                </a:solidFill>
                <a:effectLst>
                  <a:outerShdw blurRad="38100" dist="63500" dir="2700000" algn="tl">
                    <a:schemeClr val="tx1">
                      <a:alpha val="43000"/>
                    </a:schemeClr>
                  </a:outerShdw>
                </a:effectLst>
                <a:latin typeface="Footlight MT Light" panose="0204060206030A020304" pitchFamily="18" charset="77"/>
              </a:rPr>
              <a:t>Theme</a:t>
            </a:r>
            <a:endParaRPr lang="en-GB" sz="5400" b="1" kern="1400" dirty="0">
              <a:solidFill>
                <a:schemeClr val="bg1"/>
              </a:solidFill>
              <a:effectLst>
                <a:outerShdw blurRad="38100" dist="63500" dir="2700000" algn="tl">
                  <a:schemeClr val="tx1">
                    <a:alpha val="43000"/>
                  </a:schemeClr>
                </a:outerShdw>
              </a:effectLst>
              <a:latin typeface="Footlight MT Light" panose="0204060206030A020304" pitchFamily="18" charset="77"/>
              <a:cs typeface="IrisUPC" panose="020B0604020202020204" pitchFamily="34" charset="-34"/>
            </a:endParaRPr>
          </a:p>
        </p:txBody>
      </p:sp>
    </p:spTree>
    <p:extLst>
      <p:ext uri="{BB962C8B-B14F-4D97-AF65-F5344CB8AC3E}">
        <p14:creationId xmlns:p14="http://schemas.microsoft.com/office/powerpoint/2010/main" val="4308813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76BB2930-A4C7-F30F-1B80-CC4D479494FA}"/>
              </a:ext>
            </a:extLst>
          </p:cNvPr>
          <p:cNvSpPr/>
          <p:nvPr/>
        </p:nvSpPr>
        <p:spPr>
          <a:xfrm>
            <a:off x="1940855" y="2135782"/>
            <a:ext cx="5262283" cy="871936"/>
          </a:xfrm>
          <a:prstGeom prst="roundRect">
            <a:avLst>
              <a:gd name="adj" fmla="val 8229"/>
            </a:avLst>
          </a:prstGeom>
          <a:solidFill>
            <a:srgbClr val="905562">
              <a:alpha val="7098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Content Placeholder 2">
            <a:extLst>
              <a:ext uri="{FF2B5EF4-FFF2-40B4-BE49-F238E27FC236}">
                <a16:creationId xmlns:a16="http://schemas.microsoft.com/office/drawing/2014/main" id="{DCF3B4DD-D28E-D949-A750-E7C0BC73DB23}"/>
              </a:ext>
            </a:extLst>
          </p:cNvPr>
          <p:cNvSpPr txBox="1">
            <a:spLocks/>
          </p:cNvSpPr>
          <p:nvPr/>
        </p:nvSpPr>
        <p:spPr>
          <a:xfrm>
            <a:off x="2106541" y="2183412"/>
            <a:ext cx="4930917" cy="776676"/>
          </a:xfrm>
          <a:prstGeom prst="rect">
            <a:avLst/>
          </a:prstGeom>
          <a:noFill/>
          <a:ln w="28575">
            <a:noFill/>
          </a:ln>
        </p:spPr>
        <p:txBody>
          <a:bodyPr anchor="t">
            <a:noAutofit/>
          </a:bodyPr>
          <a:lstStyle>
            <a:defPPr>
              <a:defRPr lang="en-US"/>
            </a:defPPr>
            <a:lvl1pPr lvl="0" indent="0" algn="ctr" defTabSz="685800">
              <a:lnSpc>
                <a:spcPct val="100000"/>
              </a:lnSpc>
              <a:spcBef>
                <a:spcPts val="0"/>
              </a:spcBef>
              <a:spcAft>
                <a:spcPts val="600"/>
              </a:spcAft>
              <a:buFont typeface="Arial" panose="020B0604020202020204" pitchFamily="34" charset="0"/>
              <a:buNone/>
              <a:tabLst>
                <a:tab pos="1254125" algn="l"/>
                <a:tab pos="1423988" algn="l"/>
              </a:tabLst>
              <a:defRPr sz="4800" b="1">
                <a:gradFill>
                  <a:gsLst>
                    <a:gs pos="3000">
                      <a:srgbClr val="001A52"/>
                    </a:gs>
                    <a:gs pos="37000">
                      <a:srgbClr val="9BBDC9"/>
                    </a:gs>
                    <a:gs pos="14000">
                      <a:srgbClr val="008FD3"/>
                    </a:gs>
                    <a:gs pos="55000">
                      <a:schemeClr val="bg1"/>
                    </a:gs>
                  </a:gsLst>
                  <a:lin ang="5400000" scaled="1"/>
                </a:gradFill>
                <a:effectLst>
                  <a:outerShdw blurRad="38100" dist="38100" dir="2700000" algn="tl">
                    <a:srgbClr val="000000">
                      <a:alpha val="43137"/>
                    </a:srgbClr>
                  </a:outerShdw>
                </a:effectLst>
                <a:latin typeface="Tenorite" pitchFamily="2"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r>
              <a:rPr lang="en-GB" dirty="0">
                <a:solidFill>
                  <a:schemeClr val="bg1"/>
                </a:solidFill>
              </a:rPr>
              <a:t>Announcements</a:t>
            </a:r>
          </a:p>
        </p:txBody>
      </p:sp>
    </p:spTree>
    <p:extLst>
      <p:ext uri="{BB962C8B-B14F-4D97-AF65-F5344CB8AC3E}">
        <p14:creationId xmlns:p14="http://schemas.microsoft.com/office/powerpoint/2010/main" val="30713239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0B6C93E1-36CE-F678-40EB-0ED3F01C1EFB}"/>
              </a:ext>
            </a:extLst>
          </p:cNvPr>
          <p:cNvSpPr/>
          <p:nvPr/>
        </p:nvSpPr>
        <p:spPr>
          <a:xfrm>
            <a:off x="1125066" y="1743605"/>
            <a:ext cx="6893857" cy="1656289"/>
          </a:xfrm>
          <a:prstGeom prst="roundRect">
            <a:avLst>
              <a:gd name="adj" fmla="val 8229"/>
            </a:avLst>
          </a:prstGeom>
          <a:solidFill>
            <a:srgbClr val="905562">
              <a:alpha val="7098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Content Placeholder 2">
            <a:extLst>
              <a:ext uri="{FF2B5EF4-FFF2-40B4-BE49-F238E27FC236}">
                <a16:creationId xmlns:a16="http://schemas.microsoft.com/office/drawing/2014/main" id="{BD7AE418-84FE-0E25-B13A-DAD0615A2C9F}"/>
              </a:ext>
            </a:extLst>
          </p:cNvPr>
          <p:cNvSpPr txBox="1">
            <a:spLocks/>
          </p:cNvSpPr>
          <p:nvPr/>
        </p:nvSpPr>
        <p:spPr>
          <a:xfrm>
            <a:off x="1051895" y="1699813"/>
            <a:ext cx="7040197" cy="871936"/>
          </a:xfrm>
          <a:prstGeom prst="rect">
            <a:avLst/>
          </a:prstGeom>
          <a:noFill/>
          <a:ln w="28575">
            <a:noFill/>
          </a:ln>
        </p:spPr>
        <p:txBody>
          <a:bodyPr anchor="t">
            <a:noAutofit/>
          </a:bodyPr>
          <a:lstStyle>
            <a:defPPr>
              <a:defRPr lang="en-US"/>
            </a:defPPr>
            <a:lvl1pPr lvl="0" indent="0" algn="ctr" defTabSz="685800">
              <a:lnSpc>
                <a:spcPct val="100000"/>
              </a:lnSpc>
              <a:spcBef>
                <a:spcPts val="0"/>
              </a:spcBef>
              <a:spcAft>
                <a:spcPts val="600"/>
              </a:spcAft>
              <a:buFont typeface="Arial" panose="020B0604020202020204" pitchFamily="34" charset="0"/>
              <a:buNone/>
              <a:tabLst>
                <a:tab pos="1254125" algn="l"/>
                <a:tab pos="1423988" algn="l"/>
              </a:tabLst>
              <a:defRPr sz="4800" b="1">
                <a:gradFill>
                  <a:gsLst>
                    <a:gs pos="3000">
                      <a:srgbClr val="001A52"/>
                    </a:gs>
                    <a:gs pos="37000">
                      <a:srgbClr val="9BBDC9"/>
                    </a:gs>
                    <a:gs pos="14000">
                      <a:srgbClr val="008FD3"/>
                    </a:gs>
                    <a:gs pos="55000">
                      <a:schemeClr val="bg1"/>
                    </a:gs>
                  </a:gsLst>
                  <a:lin ang="5400000" scaled="1"/>
                </a:gradFill>
                <a:effectLst>
                  <a:outerShdw blurRad="38100" dist="38100" dir="2700000" algn="tl">
                    <a:srgbClr val="000000">
                      <a:alpha val="43137"/>
                    </a:srgbClr>
                  </a:outerShdw>
                </a:effectLst>
                <a:latin typeface="Tenorite" pitchFamily="2" charset="0"/>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r>
              <a:rPr lang="en-US" dirty="0">
                <a:solidFill>
                  <a:schemeClr val="bg1"/>
                </a:solidFill>
              </a:rPr>
              <a:t>Closing Hymn</a:t>
            </a:r>
          </a:p>
          <a:p>
            <a:r>
              <a:rPr lang="en-US" dirty="0">
                <a:solidFill>
                  <a:schemeClr val="bg1"/>
                </a:solidFill>
              </a:rPr>
              <a:t>Song No. – 517 v1</a:t>
            </a:r>
          </a:p>
        </p:txBody>
      </p:sp>
    </p:spTree>
    <p:extLst>
      <p:ext uri="{BB962C8B-B14F-4D97-AF65-F5344CB8AC3E}">
        <p14:creationId xmlns:p14="http://schemas.microsoft.com/office/powerpoint/2010/main" val="11801846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60045" marR="0" indent="-360045">
              <a:lnSpc>
                <a:spcPct val="115000"/>
              </a:lnSpc>
              <a:spcBef>
                <a:spcPts val="0"/>
              </a:spcBef>
              <a:spcAft>
                <a:spcPts val="0"/>
              </a:spcAft>
            </a:pPr>
            <a:r>
              <a:rPr lang="en-SG" dirty="0">
                <a:effectLst/>
                <a:latin typeface="Segoe UI" panose="020B0502040204020203" pitchFamily="34" charset="0"/>
                <a:ea typeface="Calibri" panose="020F0502020204030204" pitchFamily="34" charset="0"/>
                <a:cs typeface="Segoe UI" panose="020B0502040204020203" pitchFamily="34" charset="0"/>
              </a:rPr>
              <a:t>Closing Hymn - 517</a:t>
            </a:r>
            <a:r>
              <a:rPr lang="en-SG" dirty="0">
                <a:latin typeface="Segoe UI" panose="020B0502040204020203" pitchFamily="34" charset="0"/>
                <a:ea typeface="Calibri" panose="020F0502020204030204" pitchFamily="34" charset="0"/>
                <a:cs typeface="Segoe UI" panose="020B0502040204020203" pitchFamily="34" charset="0"/>
              </a:rPr>
              <a:t> v1</a:t>
            </a:r>
            <a:endParaRPr lang="en-US" dirty="0">
              <a:effectLst/>
              <a:latin typeface="Segoe UI" panose="020B0502040204020203" pitchFamily="34" charset="0"/>
              <a:ea typeface="Calibri" panose="020F0502020204030204" pitchFamily="34" charset="0"/>
              <a:cs typeface="Segoe UI" panose="020B0502040204020203" pitchFamily="34" charset="0"/>
            </a:endParaRPr>
          </a:p>
        </p:txBody>
      </p:sp>
      <p:sp>
        <p:nvSpPr>
          <p:cNvPr id="4" name="Slide Number Placeholder 3"/>
          <p:cNvSpPr txBox="1">
            <a:spLocks/>
          </p:cNvSpPr>
          <p:nvPr/>
        </p:nvSpPr>
        <p:spPr>
          <a:xfrm>
            <a:off x="8534400" y="13606"/>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53</a:t>
            </a:fld>
            <a:endParaRPr lang="en-US" sz="1400" dirty="0">
              <a:solidFill>
                <a:srgbClr val="FFFF00"/>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89B1927-DD5B-EE66-1640-FBE3EE92B17A}"/>
              </a:ext>
            </a:extLst>
          </p:cNvPr>
          <p:cNvSpPr txBox="1"/>
          <p:nvPr/>
        </p:nvSpPr>
        <p:spPr>
          <a:xfrm>
            <a:off x="7023370" y="4786008"/>
            <a:ext cx="2120630" cy="307777"/>
          </a:xfrm>
          <a:prstGeom prst="rect">
            <a:avLst/>
          </a:prstGeom>
          <a:noFill/>
        </p:spPr>
        <p:txBody>
          <a:bodyPr wrap="square" rtlCol="0">
            <a:spAutoFit/>
          </a:bodyPr>
          <a:lstStyle/>
          <a:p>
            <a:pPr algn="r"/>
            <a:r>
              <a:rPr lang="en-US" sz="1400" dirty="0"/>
              <a:t>Closing : 1 of 1</a:t>
            </a:r>
          </a:p>
        </p:txBody>
      </p:sp>
      <p:sp>
        <p:nvSpPr>
          <p:cNvPr id="6" name="Rectangle 5">
            <a:extLst>
              <a:ext uri="{FF2B5EF4-FFF2-40B4-BE49-F238E27FC236}">
                <a16:creationId xmlns:a16="http://schemas.microsoft.com/office/drawing/2014/main" id="{CA0575D6-2132-A304-BD4D-E123FFDE7A28}"/>
              </a:ext>
            </a:extLst>
          </p:cNvPr>
          <p:cNvSpPr/>
          <p:nvPr/>
        </p:nvSpPr>
        <p:spPr>
          <a:xfrm>
            <a:off x="389964" y="815690"/>
            <a:ext cx="8364071" cy="3970318"/>
          </a:xfrm>
          <a:prstGeom prst="rect">
            <a:avLst/>
          </a:prstGeom>
        </p:spPr>
        <p:txBody>
          <a:bodyPr wrap="square">
            <a:spAutoFit/>
          </a:bodyPr>
          <a:lstStyle/>
          <a:p>
            <a:r>
              <a:rPr lang="en-US" sz="2800" dirty="0"/>
              <a:t>God will take care of you, be not afraid,</a:t>
            </a:r>
          </a:p>
          <a:p>
            <a:r>
              <a:rPr lang="en-US" sz="2800" dirty="0"/>
              <a:t>He is your safeguard through sunshine and shade;</a:t>
            </a:r>
          </a:p>
          <a:p>
            <a:r>
              <a:rPr lang="en-US" sz="2800" dirty="0"/>
              <a:t>Tenderly watching and keeping His own,</a:t>
            </a:r>
          </a:p>
          <a:p>
            <a:r>
              <a:rPr lang="en-US" sz="2800" dirty="0"/>
              <a:t>He will not leave you to wander alone.</a:t>
            </a:r>
          </a:p>
          <a:p>
            <a:pPr marL="446088"/>
            <a:endParaRPr lang="en-US" sz="2800" i="1" dirty="0">
              <a:solidFill>
                <a:srgbClr val="772626"/>
              </a:solidFill>
            </a:endParaRPr>
          </a:p>
          <a:p>
            <a:pPr marL="446088"/>
            <a:r>
              <a:rPr lang="en-US" sz="2800" i="1" dirty="0">
                <a:solidFill>
                  <a:srgbClr val="772626"/>
                </a:solidFill>
              </a:rPr>
              <a:t>God will take care of you still to the end ; </a:t>
            </a:r>
          </a:p>
          <a:p>
            <a:pPr marL="446088"/>
            <a:r>
              <a:rPr lang="en-US" sz="2800" i="1" dirty="0">
                <a:solidFill>
                  <a:srgbClr val="772626"/>
                </a:solidFill>
              </a:rPr>
              <a:t>Oh, what a Father, Redeemer, and Friend!</a:t>
            </a:r>
          </a:p>
          <a:p>
            <a:pPr marL="446088"/>
            <a:r>
              <a:rPr lang="en-US" sz="2800" i="1" dirty="0">
                <a:solidFill>
                  <a:srgbClr val="772626"/>
                </a:solidFill>
              </a:rPr>
              <a:t>Jesus will answer whenever you call ; </a:t>
            </a:r>
          </a:p>
          <a:p>
            <a:pPr marL="446088"/>
            <a:r>
              <a:rPr lang="en-US" sz="2800" i="1" dirty="0">
                <a:solidFill>
                  <a:srgbClr val="772626"/>
                </a:solidFill>
              </a:rPr>
              <a:t>He will take care of you ; trust Him for all !</a:t>
            </a:r>
          </a:p>
        </p:txBody>
      </p:sp>
    </p:spTree>
    <p:extLst>
      <p:ext uri="{BB962C8B-B14F-4D97-AF65-F5344CB8AC3E}">
        <p14:creationId xmlns:p14="http://schemas.microsoft.com/office/powerpoint/2010/main" val="34414060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BCC5B0-B837-3B6C-3D5A-23065A2F3ABA}"/>
              </a:ext>
            </a:extLst>
          </p:cNvPr>
          <p:cNvSpPr txBox="1">
            <a:spLocks/>
          </p:cNvSpPr>
          <p:nvPr/>
        </p:nvSpPr>
        <p:spPr>
          <a:xfrm>
            <a:off x="1009567" y="1654307"/>
            <a:ext cx="7124865" cy="1834885"/>
          </a:xfrm>
          <a:prstGeom prst="rect">
            <a:avLst/>
          </a:prstGeom>
          <a:noFill/>
          <a:ln w="28575">
            <a:noFill/>
          </a:ln>
          <a:effectLst>
            <a:outerShdw blurRad="50800" dist="50800" dir="5400000" algn="ctr" rotWithShape="0">
              <a:schemeClr val="accent5">
                <a:lumMod val="50000"/>
              </a:schemeClr>
            </a:outerShdw>
          </a:effectLst>
        </p:spPr>
        <p:txBody>
          <a:bodyPr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lgn="ctr">
              <a:lnSpc>
                <a:spcPct val="100000"/>
              </a:lnSpc>
              <a:spcBef>
                <a:spcPts val="0"/>
              </a:spcBef>
              <a:spcAft>
                <a:spcPts val="600"/>
              </a:spcAft>
              <a:buNone/>
              <a:tabLst>
                <a:tab pos="1254125" algn="l"/>
                <a:tab pos="1423988" algn="l"/>
              </a:tabLst>
            </a:pPr>
            <a:r>
              <a:rPr lang="en-US" sz="6000" b="1" dirty="0">
                <a:solidFill>
                  <a:schemeClr val="bg1"/>
                </a:solidFill>
                <a:effectLst>
                  <a:outerShdw blurRad="38100" dist="63500" dir="2700000" algn="tl">
                    <a:schemeClr val="tx1">
                      <a:alpha val="43000"/>
                    </a:schemeClr>
                  </a:outerShdw>
                </a:effectLst>
                <a:latin typeface="Footlight MT Light" panose="0204060206030A020304" pitchFamily="18" charset="77"/>
              </a:rPr>
              <a:t>Theme</a:t>
            </a:r>
            <a:endParaRPr lang="en-GB" sz="5400" b="1" kern="1400" dirty="0">
              <a:solidFill>
                <a:schemeClr val="bg1"/>
              </a:solidFill>
              <a:effectLst>
                <a:outerShdw blurRad="38100" dist="63500" dir="2700000" algn="tl">
                  <a:schemeClr val="tx1">
                    <a:alpha val="43000"/>
                  </a:schemeClr>
                </a:outerShdw>
              </a:effectLst>
              <a:latin typeface="Footlight MT Light" panose="0204060206030A020304" pitchFamily="18" charset="77"/>
              <a:cs typeface="IrisUPC" panose="020B0604020202020204" pitchFamily="34" charset="-34"/>
            </a:endParaRPr>
          </a:p>
        </p:txBody>
      </p:sp>
    </p:spTree>
    <p:extLst>
      <p:ext uri="{BB962C8B-B14F-4D97-AF65-F5344CB8AC3E}">
        <p14:creationId xmlns:p14="http://schemas.microsoft.com/office/powerpoint/2010/main" val="402753571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Segoe UI"/>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Segoe UI"/>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Segoe UI"/>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5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Segoe UI"/>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Segoe UI"/>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16494</TotalTime>
  <Words>2632</Words>
  <Application>Microsoft Office PowerPoint</Application>
  <PresentationFormat>On-screen Show (16:9)</PresentationFormat>
  <Paragraphs>401</Paragraphs>
  <Slides>54</Slides>
  <Notes>0</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54</vt:i4>
      </vt:variant>
    </vt:vector>
  </HeadingPairs>
  <TitlesOfParts>
    <vt:vector size="68" baseType="lpstr">
      <vt:lpstr>Arial</vt:lpstr>
      <vt:lpstr>Bahnschrift</vt:lpstr>
      <vt:lpstr>Calibri</vt:lpstr>
      <vt:lpstr>Calibri Light</vt:lpstr>
      <vt:lpstr>Footlight MT Light</vt:lpstr>
      <vt:lpstr>Gill Sans MT</vt:lpstr>
      <vt:lpstr>Segoe UI</vt:lpstr>
      <vt:lpstr>Tenorite</vt:lpstr>
      <vt:lpstr>Office Theme</vt:lpstr>
      <vt:lpstr>1_Office Theme</vt:lpstr>
      <vt:lpstr>4_Office Theme</vt:lpstr>
      <vt:lpstr>3_Office Theme</vt:lpstr>
      <vt:lpstr>5_Office Theme</vt:lpstr>
      <vt:lpstr>6_Office Theme</vt:lpstr>
      <vt:lpstr>PowerPoint Presentation</vt:lpstr>
      <vt:lpstr>PowerPoint Presentation</vt:lpstr>
      <vt:lpstr>Opening Hymn</vt:lpstr>
      <vt:lpstr>Opening Hymn</vt:lpstr>
      <vt:lpstr>PowerPoint Presentation</vt:lpstr>
      <vt:lpstr>PowerPoint Presentation</vt:lpstr>
      <vt:lpstr>Thanksgiving – Come Thou Fount v1</vt:lpstr>
      <vt:lpstr>PowerPoint Presentation</vt:lpstr>
      <vt:lpstr>PowerPoint Presentation</vt:lpstr>
      <vt:lpstr>Offertory – Song No. 38</vt:lpstr>
      <vt:lpstr>Offertory – Song No. 38</vt:lpstr>
      <vt:lpstr>Offertory – Song No. 38</vt:lpstr>
      <vt:lpstr>Offertory – Song No. 38</vt:lpstr>
      <vt:lpstr>Offertory – Song No. 38</vt:lpstr>
      <vt:lpstr>Offertory – Song No. 38</vt:lpstr>
      <vt:lpstr>PowerPoint Presentation</vt:lpstr>
      <vt:lpstr>PowerPoint Presentation</vt:lpstr>
      <vt:lpstr>PowerPoint Presentation</vt:lpstr>
      <vt:lpstr>Confession – Song No. 235 v1</vt:lpstr>
      <vt:lpstr>PowerPoint Presentation</vt:lpstr>
      <vt:lpstr>Holy Communion – Song No. 235</vt:lpstr>
      <vt:lpstr>Holy Communion – Song No. 235</vt:lpstr>
      <vt:lpstr>Holy Communion – Song No. 235</vt:lpstr>
      <vt:lpstr>Holy Communion – Song No. 235</vt:lpstr>
      <vt:lpstr>Holy Communion – Song No. 235</vt:lpstr>
      <vt:lpstr>Holy Communion – Song No. 650</vt:lpstr>
      <vt:lpstr>Holy Communion – Song No. 650</vt:lpstr>
      <vt:lpstr>Holy Communion – Song No. 650</vt:lpstr>
      <vt:lpstr>Holy Communion – Song No. 650</vt:lpstr>
      <vt:lpstr>Holy Communion – Song No. 883</vt:lpstr>
      <vt:lpstr>Holy Communion – Song No. 883</vt:lpstr>
      <vt:lpstr>Holy Communion – Song No. 883</vt:lpstr>
      <vt:lpstr>Holy Communion – Song No. 883</vt:lpstr>
      <vt:lpstr>Holy Communion – Song No. 883</vt:lpstr>
      <vt:lpstr>Holy Communion – Song No. 616</vt:lpstr>
      <vt:lpstr>Holy Communion – Song No. 616</vt:lpstr>
      <vt:lpstr>Holy Communion – Song No. 616</vt:lpstr>
      <vt:lpstr>Holy Communion – Song No. 616</vt:lpstr>
      <vt:lpstr>Holy Communion – Song No. 872</vt:lpstr>
      <vt:lpstr>Holy Communion – Song No. 872 </vt:lpstr>
      <vt:lpstr>Holy Communion – Song No. 872 </vt:lpstr>
      <vt:lpstr>Holy Communion – Song No. 872 </vt:lpstr>
      <vt:lpstr>Holy Communion – Song No. 872</vt:lpstr>
      <vt:lpstr>Holy Communion – Song No. 871</vt:lpstr>
      <vt:lpstr>Holy Communion – Song No. 871</vt:lpstr>
      <vt:lpstr>Holy Communion – Song No. 871</vt:lpstr>
      <vt:lpstr>Holy Communion – Song No. 871</vt:lpstr>
      <vt:lpstr>Holy Communion – Song No. 871</vt:lpstr>
      <vt:lpstr>Holy Communion</vt:lpstr>
      <vt:lpstr>PowerPoint Presentation</vt:lpstr>
      <vt:lpstr>PowerPoint Presentation</vt:lpstr>
      <vt:lpstr>PowerPoint Presentation</vt:lpstr>
      <vt:lpstr>Closing Hymn - 517 v1</vt:lpstr>
      <vt:lpstr>PowerPoint Presentation</vt:lpstr>
    </vt:vector>
  </TitlesOfParts>
  <Company>ITE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Santhosh JOSEPH (ITE)</dc:creator>
  <cp:lastModifiedBy>Rosmin Elsa Mohan</cp:lastModifiedBy>
  <cp:revision>1627</cp:revision>
  <dcterms:created xsi:type="dcterms:W3CDTF">2020-09-02T02:55:07Z</dcterms:created>
  <dcterms:modified xsi:type="dcterms:W3CDTF">2024-02-09T15:14:25Z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7ce832c-fd95-4339-84d0-00952058857c_Enabled">
    <vt:lpwstr>True</vt:lpwstr>
  </property>
  <property fmtid="{D5CDD505-2E9C-101B-9397-08002B2CF9AE}" pid="3" name="MSIP_Label_47ce832c-fd95-4339-84d0-00952058857c_SiteId">
    <vt:lpwstr>13b42c8c-cbcf-4e3d-9d20-f55b7b5ee3c1</vt:lpwstr>
  </property>
  <property fmtid="{D5CDD505-2E9C-101B-9397-08002B2CF9AE}" pid="4" name="MSIP_Label_47ce832c-fd95-4339-84d0-00952058857c_Owner">
    <vt:lpwstr>Santhosh_Joseph@ite.edu.sg</vt:lpwstr>
  </property>
  <property fmtid="{D5CDD505-2E9C-101B-9397-08002B2CF9AE}" pid="5" name="MSIP_Label_47ce832c-fd95-4339-84d0-00952058857c_SetDate">
    <vt:lpwstr>2020-09-02T02:55:31.4412613Z</vt:lpwstr>
  </property>
  <property fmtid="{D5CDD505-2E9C-101B-9397-08002B2CF9AE}" pid="6" name="MSIP_Label_47ce832c-fd95-4339-84d0-00952058857c_Name">
    <vt:lpwstr>Official (Closed)</vt:lpwstr>
  </property>
  <property fmtid="{D5CDD505-2E9C-101B-9397-08002B2CF9AE}" pid="7" name="MSIP_Label_47ce832c-fd95-4339-84d0-00952058857c_Application">
    <vt:lpwstr>Microsoft Azure Information Protection</vt:lpwstr>
  </property>
  <property fmtid="{D5CDD505-2E9C-101B-9397-08002B2CF9AE}" pid="8" name="MSIP_Label_47ce832c-fd95-4339-84d0-00952058857c_ActionId">
    <vt:lpwstr>8101d916-9275-49eb-bf62-55ac502d45bb</vt:lpwstr>
  </property>
  <property fmtid="{D5CDD505-2E9C-101B-9397-08002B2CF9AE}" pid="9" name="MSIP_Label_47ce832c-fd95-4339-84d0-00952058857c_Extended_MSFT_Method">
    <vt:lpwstr>Automatic</vt:lpwstr>
  </property>
  <property fmtid="{D5CDD505-2E9C-101B-9397-08002B2CF9AE}" pid="10" name="MSIP_Label_0dcf3bf5-ad0e-4c8c-aa2d-c5b4b510dcc6_Enabled">
    <vt:lpwstr>true</vt:lpwstr>
  </property>
  <property fmtid="{D5CDD505-2E9C-101B-9397-08002B2CF9AE}" pid="11" name="MSIP_Label_0dcf3bf5-ad0e-4c8c-aa2d-c5b4b510dcc6_SetDate">
    <vt:lpwstr>2022-03-09T08:58:32Z</vt:lpwstr>
  </property>
  <property fmtid="{D5CDD505-2E9C-101B-9397-08002B2CF9AE}" pid="12" name="MSIP_Label_0dcf3bf5-ad0e-4c8c-aa2d-c5b4b510dcc6_Method">
    <vt:lpwstr>Standard</vt:lpwstr>
  </property>
  <property fmtid="{D5CDD505-2E9C-101B-9397-08002B2CF9AE}" pid="13" name="MSIP_Label_0dcf3bf5-ad0e-4c8c-aa2d-c5b4b510dcc6_Name">
    <vt:lpwstr>0dcf3bf5-ad0e-4c8c-aa2d-c5b4b510dcc6</vt:lpwstr>
  </property>
  <property fmtid="{D5CDD505-2E9C-101B-9397-08002B2CF9AE}" pid="14" name="MSIP_Label_0dcf3bf5-ad0e-4c8c-aa2d-c5b4b510dcc6_SiteId">
    <vt:lpwstr>13b42c8c-cbcf-4e3d-9d20-f55b7b5ee3c1</vt:lpwstr>
  </property>
  <property fmtid="{D5CDD505-2E9C-101B-9397-08002B2CF9AE}" pid="15" name="MSIP_Label_0dcf3bf5-ad0e-4c8c-aa2d-c5b4b510dcc6_ActionId">
    <vt:lpwstr>8101d916-9275-49eb-bf62-55ac502d45bb</vt:lpwstr>
  </property>
  <property fmtid="{D5CDD505-2E9C-101B-9397-08002B2CF9AE}" pid="16" name="MSIP_Label_0dcf3bf5-ad0e-4c8c-aa2d-c5b4b510dcc6_ContentBits">
    <vt:lpwstr>0</vt:lpwstr>
  </property>
</Properties>
</file>