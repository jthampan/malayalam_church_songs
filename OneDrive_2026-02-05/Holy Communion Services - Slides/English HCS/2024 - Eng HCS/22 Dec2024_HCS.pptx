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3"/>
  </p:notesMasterIdLst>
  <p:sldIdLst>
    <p:sldId id="811" r:id="rId7"/>
    <p:sldId id="813" r:id="rId8"/>
    <p:sldId id="859" r:id="rId9"/>
    <p:sldId id="1390" r:id="rId10"/>
    <p:sldId id="1391" r:id="rId11"/>
    <p:sldId id="1298" r:id="rId12"/>
    <p:sldId id="821" r:id="rId13"/>
    <p:sldId id="851" r:id="rId14"/>
    <p:sldId id="1320" r:id="rId15"/>
    <p:sldId id="1318" r:id="rId16"/>
    <p:sldId id="822" r:id="rId17"/>
    <p:sldId id="1392" r:id="rId18"/>
    <p:sldId id="1393" r:id="rId19"/>
    <p:sldId id="1394" r:id="rId20"/>
    <p:sldId id="1642" r:id="rId21"/>
    <p:sldId id="1643" r:id="rId22"/>
    <p:sldId id="1324" r:id="rId23"/>
    <p:sldId id="823" r:id="rId24"/>
    <p:sldId id="824" r:id="rId25"/>
    <p:sldId id="1277" r:id="rId26"/>
    <p:sldId id="825" r:id="rId27"/>
    <p:sldId id="1388" r:id="rId28"/>
    <p:sldId id="1389" r:id="rId29"/>
    <p:sldId id="1396" r:id="rId30"/>
    <p:sldId id="1397" r:id="rId31"/>
    <p:sldId id="1398" r:id="rId32"/>
    <p:sldId id="1399" r:id="rId33"/>
    <p:sldId id="1400" r:id="rId34"/>
    <p:sldId id="1645" r:id="rId35"/>
    <p:sldId id="1644" r:id="rId36"/>
    <p:sldId id="1646" r:id="rId37"/>
    <p:sldId id="1403" r:id="rId38"/>
    <p:sldId id="1395" r:id="rId39"/>
    <p:sldId id="1404" r:id="rId40"/>
    <p:sldId id="1405" r:id="rId41"/>
    <p:sldId id="1647" r:id="rId42"/>
    <p:sldId id="1406" r:id="rId43"/>
    <p:sldId id="1627" r:id="rId44"/>
    <p:sldId id="1648" r:id="rId45"/>
    <p:sldId id="1649" r:id="rId46"/>
    <p:sldId id="1650" r:id="rId47"/>
    <p:sldId id="1651" r:id="rId48"/>
    <p:sldId id="1631" r:id="rId49"/>
    <p:sldId id="1640" r:id="rId50"/>
    <p:sldId id="1641" r:id="rId51"/>
    <p:sldId id="1652" r:id="rId52"/>
    <p:sldId id="1653" r:id="rId53"/>
    <p:sldId id="1654" r:id="rId54"/>
    <p:sldId id="949" r:id="rId55"/>
    <p:sldId id="1259" r:id="rId56"/>
    <p:sldId id="820" r:id="rId57"/>
    <p:sldId id="1201" r:id="rId58"/>
    <p:sldId id="858" r:id="rId59"/>
    <p:sldId id="1655" r:id="rId60"/>
    <p:sldId id="1656" r:id="rId61"/>
    <p:sldId id="829" r:id="rId6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0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4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commentAuthors" Target="commentAuthors.xml"/><Relationship Id="rId69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XX Month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Arrival of the </a:t>
            </a:r>
            <a:r>
              <a:rPr lang="en-US" sz="6000" b="1" kern="1400" dirty="0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Saviour</a:t>
            </a:r>
            <a:r>
              <a:rPr lang="en-US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 of the World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it-IT" dirty="0">
                <a:solidFill>
                  <a:schemeClr val="bg1"/>
                </a:solidFill>
              </a:rPr>
              <a:t>Joy to the World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Joy to the World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Joy to the world; the Lord is come!</a:t>
            </a:r>
            <a:br>
              <a:rPr lang="en-US" sz="2800" dirty="0"/>
            </a:br>
            <a:r>
              <a:rPr lang="en-US" sz="2800" dirty="0"/>
              <a:t>Let earth receive her King;</a:t>
            </a:r>
            <a:br>
              <a:rPr lang="en-US" sz="2800" dirty="0"/>
            </a:br>
            <a:r>
              <a:rPr lang="en-US" sz="2800" dirty="0"/>
              <a:t>Let </a:t>
            </a:r>
            <a:r>
              <a:rPr lang="en-US" sz="2800" dirty="0" err="1"/>
              <a:t>ev'ry</a:t>
            </a:r>
            <a:r>
              <a:rPr lang="en-US" sz="2800" dirty="0"/>
              <a:t> Heart prepare Him room,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heav'n</a:t>
            </a:r>
            <a:r>
              <a:rPr lang="en-US" sz="2800" dirty="0"/>
              <a:t> and nature sing.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heav'n</a:t>
            </a:r>
            <a:r>
              <a:rPr lang="en-US" sz="2800" dirty="0"/>
              <a:t> and nature sing.</a:t>
            </a:r>
          </a:p>
          <a:p>
            <a:pPr algn="l"/>
            <a:r>
              <a:rPr lang="en-US" sz="2800" dirty="0"/>
              <a:t>And </a:t>
            </a:r>
            <a:r>
              <a:rPr lang="en-US" sz="2800" dirty="0" err="1"/>
              <a:t>heav’n</a:t>
            </a:r>
            <a:r>
              <a:rPr lang="en-US" sz="2800" dirty="0"/>
              <a:t>, And </a:t>
            </a:r>
            <a:r>
              <a:rPr lang="en-US" sz="2800" dirty="0" err="1"/>
              <a:t>heav'n</a:t>
            </a:r>
            <a:r>
              <a:rPr lang="en-US" sz="2800" dirty="0"/>
              <a:t> and nature 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570D-D769-E7B9-1A46-188FF824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7923-B590-5E9E-A484-DAF1348F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O come, O come, Emmanuel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F7E1599-D156-ED5C-A46A-A62F52421E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26593-387E-DADA-0978-1DE9E9329AF7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Joy to the Earth, the Savior reigns!</a:t>
            </a:r>
            <a:br>
              <a:rPr lang="en-US" sz="2800" dirty="0"/>
            </a:br>
            <a:r>
              <a:rPr lang="en-US" sz="2800" dirty="0"/>
              <a:t>Let men their songs employ;</a:t>
            </a:r>
            <a:br>
              <a:rPr lang="en-US" sz="2800" dirty="0"/>
            </a:br>
            <a:r>
              <a:rPr lang="en-US" sz="2800" dirty="0"/>
              <a:t>While fields and floods, rocks, hills and plains,</a:t>
            </a:r>
            <a:br>
              <a:rPr lang="en-US" sz="2800" dirty="0"/>
            </a:br>
            <a:r>
              <a:rPr lang="en-US" sz="2800" dirty="0"/>
              <a:t>Repeat the sounding joy.</a:t>
            </a:r>
            <a:br>
              <a:rPr lang="en-US" sz="2800" dirty="0"/>
            </a:br>
            <a:r>
              <a:rPr lang="en-US" sz="2800" dirty="0"/>
              <a:t>Repeat the sounding joy.</a:t>
            </a:r>
          </a:p>
          <a:p>
            <a:pPr algn="l"/>
            <a:r>
              <a:rPr lang="en-US" sz="2800" dirty="0"/>
              <a:t>Repeat, repeat the sounding joy.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F0ED9-0E53-87A9-0688-65E98ED4974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214199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F388-7E69-CDB4-3FE0-6D99CDED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1C22-8F6C-E6C6-E007-9AABD8C0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O come, O come, Emmanuel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59990A7-13C0-C781-0BA4-77765D953F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9A9A-D4D9-EC07-80E8-6F205E39AD2E}"/>
              </a:ext>
            </a:extLst>
          </p:cNvPr>
          <p:cNvSpPr txBox="1"/>
          <p:nvPr/>
        </p:nvSpPr>
        <p:spPr>
          <a:xfrm>
            <a:off x="618565" y="1361023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He rules the world with truth and grace;</a:t>
            </a:r>
            <a:br>
              <a:rPr lang="en-US" sz="2800" dirty="0"/>
            </a:br>
            <a:r>
              <a:rPr lang="en-US" sz="2800" dirty="0"/>
              <a:t>And makes the nations prove</a:t>
            </a:r>
            <a:br>
              <a:rPr lang="en-US" sz="2800" dirty="0"/>
            </a:br>
            <a:r>
              <a:rPr lang="en-US" sz="2800" dirty="0"/>
              <a:t>The glories of His righteousness,</a:t>
            </a:r>
            <a:br>
              <a:rPr lang="en-US" sz="2800" dirty="0"/>
            </a:br>
            <a:r>
              <a:rPr lang="en-US" sz="2800" dirty="0"/>
              <a:t>And wonders of his love.</a:t>
            </a:r>
            <a:br>
              <a:rPr lang="en-US" sz="2800" dirty="0"/>
            </a:br>
            <a:r>
              <a:rPr lang="en-US" sz="2800" dirty="0"/>
              <a:t>And wonders of his love.</a:t>
            </a:r>
          </a:p>
          <a:p>
            <a:pPr algn="l"/>
            <a:r>
              <a:rPr lang="en-US" sz="2800" dirty="0"/>
              <a:t>And wonders, and wonders of his love.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88AEB-41EB-E4AE-9C7C-F9526F4FE7F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3</a:t>
            </a:r>
          </a:p>
        </p:txBody>
      </p:sp>
    </p:spTree>
    <p:extLst>
      <p:ext uri="{BB962C8B-B14F-4D97-AF65-F5344CB8AC3E}">
        <p14:creationId xmlns:p14="http://schemas.microsoft.com/office/powerpoint/2010/main" val="83738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Lavish Love Abundant Beauty v2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– L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avish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Love Abundant Beauty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221223" y="1226204"/>
            <a:ext cx="67929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Who am I that You should love me</a:t>
            </a:r>
          </a:p>
          <a:p>
            <a:pPr algn="ctr"/>
            <a:r>
              <a:rPr lang="en-US" sz="2800" dirty="0"/>
              <a:t>Meet my </a:t>
            </a:r>
            <a:r>
              <a:rPr lang="en-US" sz="2800" dirty="0" err="1"/>
              <a:t>ev’ry</a:t>
            </a:r>
            <a:r>
              <a:rPr lang="en-US" sz="2800" dirty="0"/>
              <a:t> need from birth?</a:t>
            </a:r>
          </a:p>
          <a:p>
            <a:pPr algn="ctr"/>
            <a:r>
              <a:rPr lang="en-US" sz="2800" dirty="0"/>
              <a:t>Why invest Yourself so fully</a:t>
            </a:r>
          </a:p>
          <a:p>
            <a:pPr algn="ctr"/>
            <a:r>
              <a:rPr lang="en-US" sz="2800" dirty="0"/>
              <a:t>In a creature made of earth?</a:t>
            </a:r>
          </a:p>
          <a:p>
            <a:pPr algn="ctr"/>
            <a:r>
              <a:rPr lang="en-US" sz="2800" dirty="0"/>
              <a:t>In Your loving heart You planned me,</a:t>
            </a:r>
          </a:p>
          <a:p>
            <a:pPr algn="ctr"/>
            <a:r>
              <a:rPr lang="en-US" sz="2800" dirty="0"/>
              <a:t>Fashioned me with greatest care;</a:t>
            </a:r>
          </a:p>
          <a:p>
            <a:pPr algn="ctr"/>
            <a:r>
              <a:rPr lang="en-US" sz="2800" dirty="0"/>
              <a:t>Through my soul You breathed Your spirit, </a:t>
            </a:r>
          </a:p>
          <a:p>
            <a:pPr algn="ctr"/>
            <a:r>
              <a:rPr lang="en-US" sz="2800" dirty="0"/>
              <a:t>Planted Your own image there.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</a:rPr>
              <a:t>Once In Royal David’s City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184411" y="1448365"/>
            <a:ext cx="55259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Once in Royal David’s city</a:t>
            </a:r>
            <a:br>
              <a:rPr lang="en-US" sz="2800" dirty="0"/>
            </a:br>
            <a:r>
              <a:rPr lang="en-US" sz="2800" dirty="0"/>
              <a:t>Stood a lowly cattle shed,</a:t>
            </a:r>
            <a:br>
              <a:rPr lang="en-US" sz="2800" dirty="0"/>
            </a:br>
            <a:r>
              <a:rPr lang="en-US" sz="2800" dirty="0"/>
              <a:t>Where a mother laid her Baby</a:t>
            </a:r>
            <a:br>
              <a:rPr lang="en-US" sz="2800" dirty="0"/>
            </a:br>
            <a:r>
              <a:rPr lang="en-US" sz="2800" dirty="0"/>
              <a:t>In a manger for His bed:</a:t>
            </a:r>
            <a:br>
              <a:rPr lang="en-US" sz="2800" dirty="0"/>
            </a:br>
            <a:r>
              <a:rPr lang="en-US" sz="2800" dirty="0"/>
              <a:t>Mary was that mother mild,</a:t>
            </a:r>
            <a:br>
              <a:rPr lang="en-US" sz="2800" dirty="0"/>
            </a:br>
            <a:r>
              <a:rPr lang="en-US" sz="2800" dirty="0"/>
              <a:t>Jesus Christ her little Child.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4B81-09F8-C576-6067-2F9AD2DA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4CB0-995A-0CFF-4773-27844D69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FA6EE-463B-E6BA-5E8B-401C5F278EBF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87BEE-B715-2A78-7038-0FF5261921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E3EF9-67B8-5FA9-1C1B-79311E4D275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3D42A-E59F-EB13-E9EB-FF5E531F9E32}"/>
              </a:ext>
            </a:extLst>
          </p:cNvPr>
          <p:cNvSpPr txBox="1"/>
          <p:nvPr/>
        </p:nvSpPr>
        <p:spPr>
          <a:xfrm>
            <a:off x="92764" y="1461427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He came down to earth from heaven,</a:t>
            </a:r>
            <a:br>
              <a:rPr lang="en-US" sz="2800" dirty="0"/>
            </a:br>
            <a:r>
              <a:rPr lang="en-US" sz="2800" dirty="0"/>
              <a:t>Who is God and Lord of all,</a:t>
            </a:r>
            <a:br>
              <a:rPr lang="en-US" sz="2800" dirty="0"/>
            </a:br>
            <a:r>
              <a:rPr lang="en-US" sz="2800" dirty="0"/>
              <a:t>And His shelter was a stable,</a:t>
            </a:r>
            <a:br>
              <a:rPr lang="en-US" sz="2800" dirty="0"/>
            </a:br>
            <a:r>
              <a:rPr lang="en-US" sz="2800" dirty="0"/>
              <a:t>And His cradle was a stall.</a:t>
            </a:r>
            <a:br>
              <a:rPr lang="en-US" sz="2800" dirty="0"/>
            </a:br>
            <a:r>
              <a:rPr lang="en-US" sz="2800" dirty="0"/>
              <a:t>With the poor, and mean, and lowly,</a:t>
            </a:r>
            <a:br>
              <a:rPr lang="en-US" sz="2800" dirty="0"/>
            </a:br>
            <a:r>
              <a:rPr lang="en-US" sz="2800" dirty="0"/>
              <a:t>Lived on earth our </a:t>
            </a:r>
            <a:r>
              <a:rPr lang="en-US" sz="2800" dirty="0" err="1"/>
              <a:t>Saviour</a:t>
            </a:r>
            <a:r>
              <a:rPr lang="en-US" sz="2800" dirty="0"/>
              <a:t> holy.</a:t>
            </a:r>
          </a:p>
        </p:txBody>
      </p:sp>
    </p:spTree>
    <p:extLst>
      <p:ext uri="{BB962C8B-B14F-4D97-AF65-F5344CB8AC3E}">
        <p14:creationId xmlns:p14="http://schemas.microsoft.com/office/powerpoint/2010/main" val="147975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7FE7-FE69-FCF9-7674-B99B78D0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D5B2-19F0-AAC7-37CA-C019BBF7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804E06-FB32-EDFE-957A-1C72E3C00FFD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587504-F7EE-B7CA-5613-C238FA2803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D9E22-6A97-7853-DA7A-57399D8F08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44382-30B3-4C39-516A-7F85E329F1C6}"/>
              </a:ext>
            </a:extLst>
          </p:cNvPr>
          <p:cNvSpPr txBox="1"/>
          <p:nvPr/>
        </p:nvSpPr>
        <p:spPr>
          <a:xfrm>
            <a:off x="92764" y="1448365"/>
            <a:ext cx="55259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And through all His wondrous childhood</a:t>
            </a:r>
            <a:br>
              <a:rPr lang="en-US" sz="2800" dirty="0"/>
            </a:br>
            <a:r>
              <a:rPr lang="en-US" sz="2800" dirty="0"/>
              <a:t>He would </a:t>
            </a:r>
            <a:r>
              <a:rPr lang="en-US" sz="2800" dirty="0" err="1"/>
              <a:t>honour</a:t>
            </a:r>
            <a:r>
              <a:rPr lang="en-US" sz="2800" dirty="0"/>
              <a:t> and obey,</a:t>
            </a:r>
            <a:br>
              <a:rPr lang="en-US" sz="2800" dirty="0"/>
            </a:br>
            <a:r>
              <a:rPr lang="en-US" sz="2800" dirty="0"/>
              <a:t>Love and watch the lowly mother,</a:t>
            </a:r>
            <a:br>
              <a:rPr lang="en-US" sz="2800" dirty="0"/>
            </a:br>
            <a:r>
              <a:rPr lang="en-US" sz="2800" dirty="0"/>
              <a:t>In whose gentle arms He lay.</a:t>
            </a:r>
            <a:br>
              <a:rPr lang="en-US" sz="2800" dirty="0"/>
            </a:br>
            <a:r>
              <a:rPr lang="en-US" sz="2800" dirty="0"/>
              <a:t>Christian children, all must be</a:t>
            </a:r>
            <a:br>
              <a:rPr lang="en-US" sz="2800" dirty="0"/>
            </a:br>
            <a:r>
              <a:rPr lang="en-US" sz="2800" dirty="0"/>
              <a:t>Mild, obedient, good as He.</a:t>
            </a:r>
          </a:p>
        </p:txBody>
      </p:sp>
    </p:spTree>
    <p:extLst>
      <p:ext uri="{BB962C8B-B14F-4D97-AF65-F5344CB8AC3E}">
        <p14:creationId xmlns:p14="http://schemas.microsoft.com/office/powerpoint/2010/main" val="1311722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3037-9EB6-6979-16ED-1D6B0900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1B7C-F6B5-B584-92E2-9BBA159E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B2FA01-FA6B-369D-5444-BBA4C17E7125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9FECE-A7B1-477A-401C-20139B3290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2012CD-4014-56DF-9526-638D8F9CAD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EA2CD-5F69-C61A-2E9D-DDCDD8053EBD}"/>
              </a:ext>
            </a:extLst>
          </p:cNvPr>
          <p:cNvSpPr txBox="1"/>
          <p:nvPr/>
        </p:nvSpPr>
        <p:spPr>
          <a:xfrm>
            <a:off x="92764" y="1448365"/>
            <a:ext cx="55259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For He is our childhood’s Pattern;</a:t>
            </a:r>
            <a:br>
              <a:rPr lang="en-US" sz="2800" dirty="0"/>
            </a:br>
            <a:r>
              <a:rPr lang="en-US" sz="2800" dirty="0"/>
              <a:t>Day by day, like us He grew;</a:t>
            </a:r>
            <a:br>
              <a:rPr lang="en-US" sz="2800" dirty="0"/>
            </a:br>
            <a:r>
              <a:rPr lang="en-US" sz="2800" dirty="0"/>
              <a:t>He was little, weak and helpless,</a:t>
            </a:r>
            <a:br>
              <a:rPr lang="en-US" sz="2800" dirty="0"/>
            </a:br>
            <a:r>
              <a:rPr lang="en-US" sz="2800" dirty="0"/>
              <a:t>Tears and smiles like us He knew;</a:t>
            </a:r>
            <a:br>
              <a:rPr lang="en-US" sz="2800" dirty="0"/>
            </a:br>
            <a:r>
              <a:rPr lang="en-US" sz="2800" dirty="0"/>
              <a:t>And He </a:t>
            </a:r>
            <a:r>
              <a:rPr lang="en-US" sz="2800" dirty="0" err="1"/>
              <a:t>feeleth</a:t>
            </a:r>
            <a:r>
              <a:rPr lang="en-US" sz="2800" dirty="0"/>
              <a:t> for our sadness,</a:t>
            </a:r>
            <a:br>
              <a:rPr lang="en-US" sz="2800" dirty="0"/>
            </a:br>
            <a:r>
              <a:rPr lang="en-US" sz="2800" dirty="0"/>
              <a:t>And He </a:t>
            </a:r>
            <a:r>
              <a:rPr lang="en-US" sz="2800" dirty="0" err="1"/>
              <a:t>shareth</a:t>
            </a:r>
            <a:r>
              <a:rPr lang="en-US" sz="2800" dirty="0"/>
              <a:t> in our gladness.</a:t>
            </a:r>
          </a:p>
        </p:txBody>
      </p:sp>
    </p:spTree>
    <p:extLst>
      <p:ext uri="{BB962C8B-B14F-4D97-AF65-F5344CB8AC3E}">
        <p14:creationId xmlns:p14="http://schemas.microsoft.com/office/powerpoint/2010/main" val="4206418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B991-7711-C085-9658-F313665F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76D6-7C75-21FC-97F6-95047B46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18AA87-B521-E16F-E34F-64DFD19B702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E1569C-3F4B-CE97-F92B-78E11DA6A0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FBAB0-A18B-A78B-36F4-143C7C5532A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5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DC135-7B83-4C76-D15D-47E48B0C8260}"/>
              </a:ext>
            </a:extLst>
          </p:cNvPr>
          <p:cNvSpPr txBox="1"/>
          <p:nvPr/>
        </p:nvSpPr>
        <p:spPr>
          <a:xfrm>
            <a:off x="92764" y="1448365"/>
            <a:ext cx="55259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And our eyes at last shall see Him,</a:t>
            </a:r>
            <a:br>
              <a:rPr lang="en-US" sz="2800" dirty="0"/>
            </a:br>
            <a:r>
              <a:rPr lang="en-US" sz="2800" dirty="0"/>
              <a:t>Through His own redeeming love;</a:t>
            </a:r>
            <a:br>
              <a:rPr lang="en-US" sz="2800" dirty="0"/>
            </a:br>
            <a:r>
              <a:rPr lang="en-US" sz="2800" dirty="0"/>
              <a:t>For that Child so dear and gentle</a:t>
            </a:r>
            <a:br>
              <a:rPr lang="en-US" sz="2800" dirty="0"/>
            </a:br>
            <a:r>
              <a:rPr lang="en-US" sz="2800" dirty="0"/>
              <a:t>Is our Lord in heaven above;</a:t>
            </a:r>
            <a:br>
              <a:rPr lang="en-US" sz="2800" dirty="0"/>
            </a:br>
            <a:r>
              <a:rPr lang="en-US" sz="2800" dirty="0"/>
              <a:t>And He leads His children on</a:t>
            </a:r>
            <a:br>
              <a:rPr lang="en-US" sz="2800" dirty="0"/>
            </a:br>
            <a:r>
              <a:rPr lang="en-US" sz="2800" dirty="0"/>
              <a:t>To the place where He is gone.</a:t>
            </a:r>
          </a:p>
        </p:txBody>
      </p:sp>
    </p:spTree>
    <p:extLst>
      <p:ext uri="{BB962C8B-B14F-4D97-AF65-F5344CB8AC3E}">
        <p14:creationId xmlns:p14="http://schemas.microsoft.com/office/powerpoint/2010/main" val="100890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48E3-D071-0411-4B24-DA9B283A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1647-F739-890E-8A17-3BBE7F5F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32 Once in Royal David’s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0D2FC-4509-3433-3C47-5202B48BB4AA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11893C-DAC1-CA6B-A668-962EDDD99A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3C2AD3-15CF-6DC5-1A25-7CAD35D6F5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6 of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81AE0-FEE6-FB64-0E70-9471A9991A92}"/>
              </a:ext>
            </a:extLst>
          </p:cNvPr>
          <p:cNvSpPr txBox="1"/>
          <p:nvPr/>
        </p:nvSpPr>
        <p:spPr>
          <a:xfrm>
            <a:off x="92764" y="1448365"/>
            <a:ext cx="55259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Not in that poor lowly stable,</a:t>
            </a:r>
            <a:br>
              <a:rPr lang="en-US" sz="2800" dirty="0"/>
            </a:br>
            <a:r>
              <a:rPr lang="en-US" sz="2800" dirty="0"/>
              <a:t>With the oxen standing by,</a:t>
            </a:r>
            <a:br>
              <a:rPr lang="en-US" sz="2800" dirty="0"/>
            </a:br>
            <a:r>
              <a:rPr lang="en-US" sz="2800" dirty="0"/>
              <a:t>We shall see Him- but in heaven,</a:t>
            </a:r>
            <a:br>
              <a:rPr lang="en-US" sz="2800" dirty="0"/>
            </a:br>
            <a:r>
              <a:rPr lang="en-US" sz="2800" dirty="0"/>
              <a:t>Set at God’s right hand on high;</a:t>
            </a:r>
            <a:br>
              <a:rPr lang="en-US" sz="2800" dirty="0"/>
            </a:br>
            <a:r>
              <a:rPr lang="en-US" sz="2800" dirty="0"/>
              <a:t>Where like stars His children crowned,</a:t>
            </a:r>
            <a:br>
              <a:rPr lang="en-US" sz="2800" dirty="0"/>
            </a:br>
            <a:r>
              <a:rPr lang="en-US" sz="2800" dirty="0"/>
              <a:t>All in white shall wait around.</a:t>
            </a:r>
          </a:p>
        </p:txBody>
      </p:sp>
    </p:spTree>
    <p:extLst>
      <p:ext uri="{BB962C8B-B14F-4D97-AF65-F5344CB8AC3E}">
        <p14:creationId xmlns:p14="http://schemas.microsoft.com/office/powerpoint/2010/main" val="263687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Song No. 633 O Love that will not let me go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963157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 Love that will not let me go,</a:t>
            </a:r>
          </a:p>
          <a:p>
            <a:pPr algn="ctr"/>
            <a:r>
              <a:rPr lang="en-US" sz="2800" dirty="0"/>
              <a:t>I rest my weary soul in Thee;</a:t>
            </a:r>
          </a:p>
          <a:p>
            <a:pPr algn="ctr"/>
            <a:r>
              <a:rPr lang="en-US" sz="2800" dirty="0"/>
              <a:t>I give Thee back the life I owe,</a:t>
            </a:r>
          </a:p>
          <a:p>
            <a:pPr algn="ctr"/>
            <a:r>
              <a:rPr lang="en-US" sz="2800" dirty="0"/>
              <a:t>That in Thine ocean depths its flow</a:t>
            </a:r>
          </a:p>
          <a:p>
            <a:pPr algn="ctr"/>
            <a:r>
              <a:rPr lang="en-US" sz="2800" dirty="0"/>
              <a:t>May richer, fuller be.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No. 633 O Love that will not let me go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No. 633 O Love that will not let me go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Love, that wilt not let me go,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rest my weary soul in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give Thee back the life I owe,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in Thine ocean depths its flow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May richer, fuller be.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5C7-158A-EC5C-0FAF-08B71822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7B55-A9D6-6D1F-58A1-7BDCF7E8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No. 633 O Love that will not let me 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F233-14D6-551A-4D37-37A7C1977B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A2ABA-A43B-2720-C856-437208C4297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D8A36-5F3F-F0FF-7A59-09246042A17B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Light,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followest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all my way,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yield my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flick’ring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torch to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heart restores its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borrow’d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ray,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in Thy sunshine’s blaze its day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May brighter, fairer be.</a:t>
            </a:r>
          </a:p>
        </p:txBody>
      </p:sp>
    </p:spTree>
    <p:extLst>
      <p:ext uri="{BB962C8B-B14F-4D97-AF65-F5344CB8AC3E}">
        <p14:creationId xmlns:p14="http://schemas.microsoft.com/office/powerpoint/2010/main" val="3261141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414CD-7A78-B7D8-7B49-C8D6BD61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D5E4-CC3C-5374-0938-2D43800A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No. 633 O Love that will not let me 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DD250-7599-AFA6-BDD4-1C0D62A0C1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DBA00-7797-3A95-D27F-07649FFEC82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6D64E-370C-7E3E-676F-483B3AE54AE8}"/>
              </a:ext>
            </a:extLst>
          </p:cNvPr>
          <p:cNvSpPr/>
          <p:nvPr/>
        </p:nvSpPr>
        <p:spPr>
          <a:xfrm>
            <a:off x="1452282" y="1104681"/>
            <a:ext cx="62394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Joy,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seekest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me through pain,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cannot close my heart to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trace the rainbow through the rain,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feel the promise is not vain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morn shall tearless be.</a:t>
            </a:r>
          </a:p>
        </p:txBody>
      </p:sp>
    </p:spTree>
    <p:extLst>
      <p:ext uri="{BB962C8B-B14F-4D97-AF65-F5344CB8AC3E}">
        <p14:creationId xmlns:p14="http://schemas.microsoft.com/office/powerpoint/2010/main" val="1537774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82CE-0C36-C1A0-0ED9-2932065C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93E3-9838-3D91-5A0D-9C6067C6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No. 633 O Love that will not let me 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2E4D6-3022-B78C-583F-8BCA3714859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F17A5-2A0E-38E3-3EB5-802A8F0F6D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80652-AF06-66E6-D092-5456705C0CAE}"/>
              </a:ext>
            </a:extLst>
          </p:cNvPr>
          <p:cNvSpPr/>
          <p:nvPr/>
        </p:nvSpPr>
        <p:spPr>
          <a:xfrm>
            <a:off x="1452282" y="1104681"/>
            <a:ext cx="623943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Cross,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liftest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up my head,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dare not ask to fly from Thee;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lay in dust life’s glory dead,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from the ground there blossoms red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Life that shall endless be.</a:t>
            </a:r>
          </a:p>
        </p:txBody>
      </p:sp>
    </p:spTree>
    <p:extLst>
      <p:ext uri="{BB962C8B-B14F-4D97-AF65-F5344CB8AC3E}">
        <p14:creationId xmlns:p14="http://schemas.microsoft.com/office/powerpoint/2010/main" val="4024717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A8EB-D248-935F-7EBA-6DDA6F3F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BB13-2E79-50B6-54B1-089EAFE2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Angels we have heard on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DEE98-4950-F14E-B68D-5104A6D997B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4261300-DE0A-7D06-371D-FBB2CFA7E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151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62AB0-2044-EF1E-8D1E-551C04DB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2A6B-F129-AD5D-5332-593B2D3B9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Angels we have heard on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4886-2F0A-A3CD-F825-54E0878892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BB4C6-97CF-FDC1-3245-D4A838CC4D2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60606-55D8-89D0-E0D1-3FE87C21404F}"/>
              </a:ext>
            </a:extLst>
          </p:cNvPr>
          <p:cNvSpPr/>
          <p:nvPr/>
        </p:nvSpPr>
        <p:spPr>
          <a:xfrm>
            <a:off x="1452282" y="622498"/>
            <a:ext cx="6239435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Angels we have heard on high,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Singing sweetly through the night,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And the mountains in reply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Echoing their brave delight.</a:t>
            </a:r>
          </a:p>
          <a:p>
            <a:pPr lvl="1">
              <a:spcAft>
                <a:spcPts val="900"/>
              </a:spcAft>
            </a:pP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  <a:b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</a:p>
        </p:txBody>
      </p:sp>
    </p:spTree>
    <p:extLst>
      <p:ext uri="{BB962C8B-B14F-4D97-AF65-F5344CB8AC3E}">
        <p14:creationId xmlns:p14="http://schemas.microsoft.com/office/powerpoint/2010/main" val="3497576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0CB9-6B14-C56E-FDDB-2EF5EC99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31A9-9721-6CA4-F302-81D473F6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Angels we have heard on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5F99-E01B-8FBF-0FA2-1276E60507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0FBD0-987D-3032-53A3-143322B451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ED1C5-A9AF-23AC-52C4-4FBF174A7BBA}"/>
              </a:ext>
            </a:extLst>
          </p:cNvPr>
          <p:cNvSpPr/>
          <p:nvPr/>
        </p:nvSpPr>
        <p:spPr>
          <a:xfrm>
            <a:off x="1452282" y="622498"/>
            <a:ext cx="6239435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Shepherds, why this jubilee?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Why these songs of happy cheer?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What great brightness did you see?</a:t>
            </a:r>
          </a:p>
          <a:p>
            <a:pPr algn="l">
              <a:spcAft>
                <a:spcPts val="900"/>
              </a:spcAft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</a:rPr>
              <a:t>What glad tidings did you hear?</a:t>
            </a:r>
            <a:endParaRPr lang="en-US" sz="2800" b="0" i="0" dirty="0">
              <a:solidFill>
                <a:srgbClr val="1F1F1F"/>
              </a:solidFill>
              <a:effectLst/>
              <a:latin typeface="Arial" panose="020B0604020202020204" pitchFamily="34" charset="0"/>
            </a:endParaRPr>
          </a:p>
          <a:p>
            <a:pPr lvl="1">
              <a:spcAft>
                <a:spcPts val="900"/>
              </a:spcAft>
            </a:pP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  <a:b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</a:p>
        </p:txBody>
      </p:sp>
    </p:spTree>
    <p:extLst>
      <p:ext uri="{BB962C8B-B14F-4D97-AF65-F5344CB8AC3E}">
        <p14:creationId xmlns:p14="http://schemas.microsoft.com/office/powerpoint/2010/main" val="4256008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5FBD-1787-B5B7-418C-458A3C1F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E8F7-6352-640F-8CAF-BCE5D78A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Angels we have heard on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CFE91-1CC5-6256-7255-458C38D9C4B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02280-D5D1-9497-1995-4E1EE3480E7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C9D05-A48B-BD16-BFB9-360277E3F4F3}"/>
              </a:ext>
            </a:extLst>
          </p:cNvPr>
          <p:cNvSpPr/>
          <p:nvPr/>
        </p:nvSpPr>
        <p:spPr>
          <a:xfrm>
            <a:off x="1452282" y="622498"/>
            <a:ext cx="6239435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Come to Bethlehem and see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Him whose birth the angels sing,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Come, adore on bended knee,</a:t>
            </a:r>
            <a:b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Christ, the Lord, the newborn King.</a:t>
            </a:r>
          </a:p>
          <a:p>
            <a:pPr lvl="1">
              <a:spcAft>
                <a:spcPts val="900"/>
              </a:spcAft>
            </a:pP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  <a:b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</a:p>
        </p:txBody>
      </p:sp>
    </p:spTree>
    <p:extLst>
      <p:ext uri="{BB962C8B-B14F-4D97-AF65-F5344CB8AC3E}">
        <p14:creationId xmlns:p14="http://schemas.microsoft.com/office/powerpoint/2010/main" val="2104964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86C9-D9BB-E2A0-7E31-9F07A272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33F9-CDD9-9637-9172-469D7604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Angels we have heard on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8664-90DF-FCEC-0834-04F02734DE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84DFB-D3F4-FFE5-FB55-A079BD88FE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41CAD-8028-A3C6-72D8-3A61F9F1E0E7}"/>
              </a:ext>
            </a:extLst>
          </p:cNvPr>
          <p:cNvSpPr/>
          <p:nvPr/>
        </p:nvSpPr>
        <p:spPr>
          <a:xfrm>
            <a:off x="1452282" y="622498"/>
            <a:ext cx="62394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See Him in a manger laid</a:t>
            </a:r>
            <a:endParaRPr lang="en-US" sz="28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Whom the angels praise above;</a:t>
            </a:r>
          </a:p>
          <a:p>
            <a:pPr algn="l">
              <a:spcAft>
                <a:spcPts val="900"/>
              </a:spcAft>
            </a:pPr>
            <a:r>
              <a:rPr lang="en-US" sz="2800" dirty="0">
                <a:solidFill>
                  <a:srgbClr val="1F1F1F"/>
                </a:solidFill>
                <a:latin typeface="Arial" panose="020B0604020202020204" pitchFamily="34" charset="0"/>
              </a:rPr>
              <a:t>Mary, Joseph, lend your aid,</a:t>
            </a:r>
          </a:p>
          <a:p>
            <a:pPr algn="l">
              <a:spcAft>
                <a:spcPts val="900"/>
              </a:spcAft>
            </a:pP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While we raise our hearts in love.</a:t>
            </a:r>
          </a:p>
          <a:p>
            <a:pPr lvl="1">
              <a:spcAft>
                <a:spcPts val="900"/>
              </a:spcAft>
            </a:pP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  <a:b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Gloria, in excelsis Deo</a:t>
            </a:r>
          </a:p>
        </p:txBody>
      </p:sp>
    </p:spTree>
    <p:extLst>
      <p:ext uri="{BB962C8B-B14F-4D97-AF65-F5344CB8AC3E}">
        <p14:creationId xmlns:p14="http://schemas.microsoft.com/office/powerpoint/2010/main" val="1303734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1812-F21D-E33C-A4D7-7F0D086A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8E73-CB00-736B-FBC0-3A98EC68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D3238-DC42-B646-9194-C009D9E3C83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0F997F2-24D7-B751-F07E-7EB360F62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225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5E583-41BB-0856-2A47-635C190D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D027-60DF-C919-61C0-D1787C1E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7939D-7F9A-44E4-D359-761E31358C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A3A0F-619F-2E75-70C4-751D914F77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E13F5-1605-8B61-20F0-ABF84970D1DD}"/>
              </a:ext>
            </a:extLst>
          </p:cNvPr>
          <p:cNvSpPr/>
          <p:nvPr/>
        </p:nvSpPr>
        <p:spPr>
          <a:xfrm>
            <a:off x="1452282" y="887505"/>
            <a:ext cx="6239435" cy="339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drafty stable with an open door;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Mary cradling the babe she bore -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prince of glory is His name.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551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B0C9-5AB7-35A6-BB1E-987F7604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A169-C8BC-66A2-AFB5-357ADF79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8442-4327-1BEF-58D2-5A59A3EE5D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7A6BA-7712-0FFE-9989-5520A0FCE47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A99EC-4EAE-FD14-5874-07183EC90D03}"/>
              </a:ext>
            </a:extLst>
          </p:cNvPr>
          <p:cNvSpPr/>
          <p:nvPr/>
        </p:nvSpPr>
        <p:spPr>
          <a:xfrm>
            <a:off x="1452282" y="887505"/>
            <a:ext cx="6431152" cy="2915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Star of silver, sweep across the skies,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Show where Jesus in the manger lies;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Shepherds, swiftly from your stupor rise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see the Savior of the world!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44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6880-B508-9FE0-AFE6-E3850F6D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C830-1078-17F5-A827-B0AD2B58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7332-7594-EB8F-E576-D6EC9EF54E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C4195-E17D-B783-3216-DC6A9A1F3CB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675D0-BB8D-D2D3-F490-D5CA8885DBAC}"/>
              </a:ext>
            </a:extLst>
          </p:cNvPr>
          <p:cNvSpPr/>
          <p:nvPr/>
        </p:nvSpPr>
        <p:spPr>
          <a:xfrm>
            <a:off x="1452282" y="887505"/>
            <a:ext cx="6239435" cy="3513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Angels, sing again the song you sang,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Sing the glory of God's gracious plan;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Sing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Bethl'em's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little baby can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 salvation to the soul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69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703A0-BBD4-33CF-E6B2-7EF0506B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FB9D-6E8F-38EA-8FA9-E9955F96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See Him lying on a bed of straw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1ED81-213D-B866-E0FF-46D2975C474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3170D-66FC-DEF9-D718-74B0492F117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65BDA-9375-2AA3-E760-DCCBCF8F412D}"/>
              </a:ext>
            </a:extLst>
          </p:cNvPr>
          <p:cNvSpPr/>
          <p:nvPr/>
        </p:nvSpPr>
        <p:spPr>
          <a:xfrm>
            <a:off x="1452282" y="887505"/>
            <a:ext cx="6365838" cy="3513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Mine are riches, from your poverty,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your innocence, eternity;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Mine forgiveness by your death for me,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Child of sorrow for my joy.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316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29C2-45CA-7FD3-5CC3-95B9F59B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7B54-8A8B-785B-196E-680C6C6E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D30B9-1447-0F5C-FCF8-F887415529B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DF700283-612F-64A7-2D5E-3BD3664210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9279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We three kings of Orient are,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Bearing gifts we traverse afar.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Field and fountain, moor and mountain,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Following yonder star.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C00000"/>
                </a:solidFill>
                <a:latin typeface="Segoe UI"/>
              </a:rPr>
              <a:t>O star of wonder, star of light.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Star with royal beauty bright.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Westward leading, still proceeding,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Guide us to Thy perfect light.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E9A1A-356A-D73D-920D-0ADB44DB154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1 of 5</a:t>
            </a:r>
          </a:p>
        </p:txBody>
      </p:sp>
    </p:spTree>
    <p:extLst>
      <p:ext uri="{BB962C8B-B14F-4D97-AF65-F5344CB8AC3E}">
        <p14:creationId xmlns:p14="http://schemas.microsoft.com/office/powerpoint/2010/main" val="223128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B5F4-9406-7F07-2965-2900E662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29F6-1198-0814-1F5D-1BC0CB4D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A515FA1-BB3C-FD73-D630-4DC82FD1AD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36FA4-C020-1A7F-BCB2-1CE90C853DED}"/>
              </a:ext>
            </a:extLst>
          </p:cNvPr>
          <p:cNvSpPr txBox="1"/>
          <p:nvPr/>
        </p:nvSpPr>
        <p:spPr>
          <a:xfrm>
            <a:off x="614082" y="813994"/>
            <a:ext cx="7915835" cy="3755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Born a King on Bethlehem's plain,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Gold I bring to crown Him again,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King forever, ceasing never,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Over us all to reign.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C00000"/>
                </a:solidFill>
                <a:latin typeface="Segoe UI"/>
              </a:rPr>
              <a:t>O star of wonder, star of light.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Star with royal beauty bright.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Westward leading, still proceeding,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Guide us to Thy perfect light.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1E08C-BE94-882C-DA74-D68C3F24D78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2 of 5</a:t>
            </a:r>
          </a:p>
        </p:txBody>
      </p:sp>
    </p:spTree>
    <p:extLst>
      <p:ext uri="{BB962C8B-B14F-4D97-AF65-F5344CB8AC3E}">
        <p14:creationId xmlns:p14="http://schemas.microsoft.com/office/powerpoint/2010/main" val="449052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3680-85F7-AC45-23F6-408899A8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11EC6-0018-EFDD-520E-DC2CC847B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6C76589-779B-7DAF-738D-1D6976CF377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A5A0D-A710-F20E-ECDF-075193A730ED}"/>
              </a:ext>
            </a:extLst>
          </p:cNvPr>
          <p:cNvSpPr txBox="1"/>
          <p:nvPr/>
        </p:nvSpPr>
        <p:spPr>
          <a:xfrm>
            <a:off x="614082" y="813994"/>
            <a:ext cx="7915835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Frankincense to offer have I,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Incense owns a Deity nigh;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Prayer and praising, all men raising,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Worship Him, God on high.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C00000"/>
                </a:solidFill>
                <a:latin typeface="Segoe UI"/>
              </a:rPr>
              <a:t>O star of wonder, star of light.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Star with royal beauty bright.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Westward leading, still proceeding,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Guide us to Thy perfect light.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48FBB-32AC-A7CB-AFE3-A14B17A168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3 of 5</a:t>
            </a:r>
          </a:p>
        </p:txBody>
      </p:sp>
    </p:spTree>
    <p:extLst>
      <p:ext uri="{BB962C8B-B14F-4D97-AF65-F5344CB8AC3E}">
        <p14:creationId xmlns:p14="http://schemas.microsoft.com/office/powerpoint/2010/main" val="3233203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D7C5-761D-B65E-F9F2-7AFA650D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5D17-1F2F-2335-7823-D4955058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C4AB37B-F1CA-89FC-51C3-E0651226498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F13B3-8FB1-6052-326F-053BE264E57C}"/>
              </a:ext>
            </a:extLst>
          </p:cNvPr>
          <p:cNvSpPr txBox="1"/>
          <p:nvPr/>
        </p:nvSpPr>
        <p:spPr>
          <a:xfrm>
            <a:off x="614082" y="813994"/>
            <a:ext cx="7915835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Myrrh is mine, its bitter perfume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Breathes a life of gathering gloom;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Sorrowing, sighing, bleeding, dying,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Sealed in the stone-cold tomb.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C00000"/>
                </a:solidFill>
                <a:latin typeface="Segoe UI"/>
              </a:rPr>
              <a:t>O star of wonder, star of light.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Star with royal beauty bright.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Westward leading, still proceeding,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Guide us to Thy perfect light.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A4933-D5B3-F24C-5101-5F713BA71B0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4 of 5</a:t>
            </a:r>
          </a:p>
        </p:txBody>
      </p:sp>
    </p:spTree>
    <p:extLst>
      <p:ext uri="{BB962C8B-B14F-4D97-AF65-F5344CB8AC3E}">
        <p14:creationId xmlns:p14="http://schemas.microsoft.com/office/powerpoint/2010/main" val="4166876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0B38-0EFB-E9A4-E3C9-6D59B49A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C19F-5778-92B2-0E5E-901A253F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We Three Kings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48B304-F600-4073-A000-B844B853940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2A712-7F1A-744F-F5E9-6FF245691DB0}"/>
              </a:ext>
            </a:extLst>
          </p:cNvPr>
          <p:cNvSpPr txBox="1"/>
          <p:nvPr/>
        </p:nvSpPr>
        <p:spPr>
          <a:xfrm>
            <a:off x="614082" y="813994"/>
            <a:ext cx="7915835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Glorious now behold him arise,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King and God and sacrifice;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Alleluia! Alleluia!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Sounds thru the earth and skies.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C00000"/>
                </a:solidFill>
                <a:latin typeface="Segoe UI"/>
              </a:rPr>
              <a:t>O star of wonder, star of light.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Star with royal beauty bright.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Westward leading, still proceeding,</a:t>
            </a:r>
            <a:br>
              <a:rPr lang="en-US" sz="2800" dirty="0">
                <a:solidFill>
                  <a:srgbClr val="C00000"/>
                </a:solidFill>
                <a:latin typeface="Segoe UI"/>
              </a:rPr>
            </a:br>
            <a:r>
              <a:rPr lang="en-US" sz="2800" dirty="0">
                <a:solidFill>
                  <a:srgbClr val="C00000"/>
                </a:solidFill>
                <a:latin typeface="Segoe UI"/>
              </a:rPr>
              <a:t>Guide us to Thy perfect light.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79496-00DD-389A-1ADC-4771E4CEBE3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5 of 5</a:t>
            </a:r>
          </a:p>
        </p:txBody>
      </p:sp>
    </p:spTree>
    <p:extLst>
      <p:ext uri="{BB962C8B-B14F-4D97-AF65-F5344CB8AC3E}">
        <p14:creationId xmlns:p14="http://schemas.microsoft.com/office/powerpoint/2010/main" val="830512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435C-6A96-9BB4-AEFB-58399198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0D89-DB13-3F85-ACC1-30593DB7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0F11-4586-A1B4-491E-BA5BBE3FB8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A59A5D-A67A-67AF-C6C3-1856867BA9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7256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93B48-EB1D-9A32-42F3-949DA900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09B-586C-33F1-0973-3FB8C499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EA24E52-67E7-F883-FBEF-0EA402F02C4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F6B0E-2BB7-2645-C4C2-52BF8A37739A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/>
              </a:rPr>
              <a:t>It came upon the midnight clear,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That glorious song of old,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From angels bending near the earth,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To touch their harps of gold;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“Peace on the earth, good will to men,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From Heaven’s all-gracious King.”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The world in solemn stillness lay,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To hear the angels 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D3A77-7EEB-83CD-65FB-3359E68BEA7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5</a:t>
            </a:r>
          </a:p>
        </p:txBody>
      </p:sp>
    </p:spTree>
    <p:extLst>
      <p:ext uri="{BB962C8B-B14F-4D97-AF65-F5344CB8AC3E}">
        <p14:creationId xmlns:p14="http://schemas.microsoft.com/office/powerpoint/2010/main" val="3778921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89AC-393D-7F9F-251F-B32EFB7D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9487-F0F6-1510-F8AC-D0639508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BCD3CE-C43E-81FB-474F-E1F0FA16EE2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97D06-D15C-E9AB-4955-EB0015466EE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Still through the cloven skies they come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With peaceful wings unfurled,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still their heavenly music floats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O’er all the weary world;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Above its sad and lowly plains,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They bend on </a:t>
            </a:r>
            <a:r>
              <a:rPr lang="en-US" sz="2800" dirty="0" err="1">
                <a:solidFill>
                  <a:prstClr val="black"/>
                </a:solidFill>
                <a:latin typeface="Segoe UI"/>
              </a:rPr>
              <a:t>hov’ring</a:t>
            </a:r>
            <a:r>
              <a:rPr lang="en-US" sz="2800" dirty="0">
                <a:solidFill>
                  <a:prstClr val="black"/>
                </a:solidFill>
                <a:latin typeface="Segoe UI"/>
              </a:rPr>
              <a:t> wing.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ever over its Babel sounds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The blessed angels 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16AE0-2B6F-A1CA-2B99-35DFA06385E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5</a:t>
            </a:r>
          </a:p>
        </p:txBody>
      </p:sp>
    </p:spTree>
    <p:extLst>
      <p:ext uri="{BB962C8B-B14F-4D97-AF65-F5344CB8AC3E}">
        <p14:creationId xmlns:p14="http://schemas.microsoft.com/office/powerpoint/2010/main" val="1892556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3461-001C-F458-BF33-D427CDCC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A8B3-3DC8-FA1C-5DB4-42827530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C7339F1-A637-9134-5069-53FFC88D447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183CF-19B9-7A15-DD3E-6A43BCFBA798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Yet with the woes of sin and strife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The world has suffered long;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Beneath the angel strain have rolled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Two thousand years of wrong;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man, at war with man, hears not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The love-song which they bring;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Oh, hush the noise, ye men of strife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hear the angels 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B2F5A-BFBE-F338-35F7-8313EB5C3DF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5</a:t>
            </a:r>
          </a:p>
        </p:txBody>
      </p:sp>
    </p:spTree>
    <p:extLst>
      <p:ext uri="{BB962C8B-B14F-4D97-AF65-F5344CB8AC3E}">
        <p14:creationId xmlns:p14="http://schemas.microsoft.com/office/powerpoint/2010/main" val="1246860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D119-18AA-CD21-F4A5-EF353A0D2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5D56-6F35-AD24-0D05-49C2A42D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D8F86D1-31D5-9E4B-0F22-E34F4573EE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35D90-362E-6095-0FE4-4D15FFF22CDB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And ye, beneath life’s crushing load,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Whose forms are bending low,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Who toil along the climbing way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With painful steps and slow,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Look now! for glad and golden hours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Come swiftly on the wing.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Oh, rest beside the weary road,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hear the angels sing!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8816E-BB12-9443-2B0B-09C13E04FEC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5</a:t>
            </a:r>
          </a:p>
        </p:txBody>
      </p:sp>
    </p:spTree>
    <p:extLst>
      <p:ext uri="{BB962C8B-B14F-4D97-AF65-F5344CB8AC3E}">
        <p14:creationId xmlns:p14="http://schemas.microsoft.com/office/powerpoint/2010/main" val="819934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8C4D-28A7-74E9-7D29-8CDE0F6B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7D54-7907-73EA-4291-AB19838E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 Came Upon A Midnight Clear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96FE09-5211-40D8-E77C-D6102B3336F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72AC9-561A-4D43-49BC-67B1AE6456C3}"/>
              </a:ext>
            </a:extLst>
          </p:cNvPr>
          <p:cNvSpPr txBox="1"/>
          <p:nvPr/>
        </p:nvSpPr>
        <p:spPr>
          <a:xfrm>
            <a:off x="614082" y="813994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For lo! the days are </a:t>
            </a:r>
            <a:r>
              <a:rPr lang="en-US" sz="2800" dirty="0" err="1">
                <a:solidFill>
                  <a:prstClr val="black"/>
                </a:solidFill>
                <a:latin typeface="Segoe UI"/>
              </a:rPr>
              <a:t>hast’ning</a:t>
            </a:r>
            <a:r>
              <a:rPr lang="en-US" sz="2800" dirty="0">
                <a:solidFill>
                  <a:prstClr val="black"/>
                </a:solidFill>
                <a:latin typeface="Segoe UI"/>
              </a:rPr>
              <a:t> on,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By prophet bards foretold,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When with the ever-circling years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Comes round the age of gold;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When peace shall over all the earth</a:t>
            </a:r>
          </a:p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Its ancient splendors fling,</a:t>
            </a:r>
            <a:br>
              <a:rPr lang="en-US" sz="2800" dirty="0">
                <a:solidFill>
                  <a:prstClr val="black"/>
                </a:solidFill>
                <a:latin typeface="Segoe UI"/>
              </a:rPr>
            </a:br>
            <a:r>
              <a:rPr lang="en-US" sz="2800" dirty="0">
                <a:solidFill>
                  <a:prstClr val="black"/>
                </a:solidFill>
                <a:latin typeface="Segoe UI"/>
              </a:rPr>
              <a:t>And the whole world send back the song</a:t>
            </a:r>
          </a:p>
          <a:p>
            <a:pPr algn="l"/>
            <a:r>
              <a:rPr lang="en-US" sz="2800" dirty="0">
                <a:solidFill>
                  <a:prstClr val="black"/>
                </a:solidFill>
                <a:latin typeface="Segoe UI"/>
              </a:rPr>
              <a:t>Which now the angels 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F0691-CB83-8BF0-7509-85DF20468E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5 of 5</a:t>
            </a:r>
          </a:p>
        </p:txBody>
      </p:sp>
    </p:spTree>
    <p:extLst>
      <p:ext uri="{BB962C8B-B14F-4D97-AF65-F5344CB8AC3E}">
        <p14:creationId xmlns:p14="http://schemas.microsoft.com/office/powerpoint/2010/main" val="20630998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Go tell it on the mountain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>
                <a:solidFill>
                  <a:schemeClr val="bg1"/>
                </a:solidFill>
              </a:rPr>
              <a:t>Go tell it on the mountain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87986" y="1324549"/>
            <a:ext cx="769865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Go, tell it on the mountain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Over the hills and everywhere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Go, tell it on the mountain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That Jesus Christ is born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60A1-87F2-ED02-B831-44138047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9388-ED2A-5EC7-60F6-30762E77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>
                <a:solidFill>
                  <a:schemeClr val="bg1"/>
                </a:solidFill>
              </a:rPr>
              <a:t>Go tell it on the mountain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E1114-E003-AF80-6FC6-71D597F9F1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5B1DD-D9F7-801E-D4A1-97E030BC0F1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DB14E1-10D0-A21F-3811-8DF3882C3A54}"/>
              </a:ext>
            </a:extLst>
          </p:cNvPr>
          <p:cNvSpPr/>
          <p:nvPr/>
        </p:nvSpPr>
        <p:spPr>
          <a:xfrm>
            <a:off x="787986" y="1324549"/>
            <a:ext cx="769865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Down in a lowly manger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Our humble Christ was born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And brought us all salvation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That blessed Christmas morn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20340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82CDE-6DBF-821F-D5D4-D2A71C34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D1BE-08E8-4B2E-A56C-81DB376D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>
                <a:solidFill>
                  <a:schemeClr val="bg1"/>
                </a:solidFill>
              </a:rPr>
              <a:t>Go tell it on the mountain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B940C-655A-59B7-E344-BE5E5229213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5CA26-8672-0C07-1E49-9C5382C1C6A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0B376-FAA5-E343-40E3-6E1F26AE7A12}"/>
              </a:ext>
            </a:extLst>
          </p:cNvPr>
          <p:cNvSpPr/>
          <p:nvPr/>
        </p:nvSpPr>
        <p:spPr>
          <a:xfrm>
            <a:off x="787986" y="1324549"/>
            <a:ext cx="769865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Go, tell it on the mountain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Over the hills and everywhere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Go, tell it on the mountain</a:t>
            </a:r>
            <a:br>
              <a:rPr lang="en-US" sz="2800" dirty="0"/>
            </a:b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That Jesus Christ is born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428525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16475</TotalTime>
  <Words>2346</Words>
  <Application>Microsoft Office PowerPoint</Application>
  <PresentationFormat>On-screen Show (16:9)</PresentationFormat>
  <Paragraphs>216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Joy to the World</vt:lpstr>
      <vt:lpstr>Opening Hymn - O come, O come, Emmanuel</vt:lpstr>
      <vt:lpstr>Opening Hymn - O come, O come, Emmanuel</vt:lpstr>
      <vt:lpstr>PowerPoint Presentation</vt:lpstr>
      <vt:lpstr>PowerPoint Presentation</vt:lpstr>
      <vt:lpstr>Thanksgiving – Lavish Love Abundant Beauty </vt:lpstr>
      <vt:lpstr>PowerPoint Presentation</vt:lpstr>
      <vt:lpstr>PowerPoint Presentation</vt:lpstr>
      <vt:lpstr>Offertory – Song No. 32 Once in Royal David’s City</vt:lpstr>
      <vt:lpstr>Offertory – Song No. 32 Once in Royal David’s City</vt:lpstr>
      <vt:lpstr>Offertory – Song No. 32 Once in Royal David’s City</vt:lpstr>
      <vt:lpstr>Offertory – Song No. 32 Once in Royal David’s City</vt:lpstr>
      <vt:lpstr>Offertory – Song No. 32 Once in Royal David’s City</vt:lpstr>
      <vt:lpstr>Offertory – Song No. 32 Once in Royal David’s City</vt:lpstr>
      <vt:lpstr>PowerPoint Presentation</vt:lpstr>
      <vt:lpstr>PowerPoint Presentation</vt:lpstr>
      <vt:lpstr>PowerPoint Presentation</vt:lpstr>
      <vt:lpstr>Confession – Song No. 633 O Love that will not let me go</vt:lpstr>
      <vt:lpstr>PowerPoint Presentation</vt:lpstr>
      <vt:lpstr>Holy Communion – Song No. 633 O Love that will not let me go</vt:lpstr>
      <vt:lpstr>Holy Communion – Song No. 633 O Love that will not let me go</vt:lpstr>
      <vt:lpstr>Holy Communion – Song No. 633 O Love that will not let me go</vt:lpstr>
      <vt:lpstr>Holy Communion – Song No. 633 O Love that will not let me go</vt:lpstr>
      <vt:lpstr>Holy Communion – Song No. 633 O Love that will not let me go</vt:lpstr>
      <vt:lpstr>Holy Communion – Angels we have heard on high</vt:lpstr>
      <vt:lpstr>Holy Communion – Angels we have heard on high</vt:lpstr>
      <vt:lpstr>Holy Communion – Angels we have heard on high</vt:lpstr>
      <vt:lpstr>Holy Communion – Angels we have heard on high</vt:lpstr>
      <vt:lpstr>Holy Communion – Angels we have heard on high</vt:lpstr>
      <vt:lpstr>Holy Communion – See Him lying on a bed of straw</vt:lpstr>
      <vt:lpstr>Holy Communion – See Him lying on a bed of straw</vt:lpstr>
      <vt:lpstr>Holy Communion – See Him lying on a bed of straw</vt:lpstr>
      <vt:lpstr>Holy Communion – See Him lying on a bed of straw</vt:lpstr>
      <vt:lpstr>Holy Communion – See Him lying on a bed of straw</vt:lpstr>
      <vt:lpstr>Holy Communion – We Three Kings</vt:lpstr>
      <vt:lpstr>Holy Communion – We Three Kings</vt:lpstr>
      <vt:lpstr>Holy Communion – We Three Kings</vt:lpstr>
      <vt:lpstr>Holy Communion – We Three Kings</vt:lpstr>
      <vt:lpstr>Holy Communion – We Three Kings</vt:lpstr>
      <vt:lpstr>Holy Communion – We Three Kings</vt:lpstr>
      <vt:lpstr>Holy Communion – It Came Upon A Midnight Clear</vt:lpstr>
      <vt:lpstr>Holy Communion – It Came Upon A Midnight Clear</vt:lpstr>
      <vt:lpstr>Holy Communion – It Came Upon A Midnight Clear</vt:lpstr>
      <vt:lpstr>Holy Communion – It Came Upon A Midnight Clear</vt:lpstr>
      <vt:lpstr>Holy Communion – It Came Upon A Midnight Clear</vt:lpstr>
      <vt:lpstr>Holy Communion – It Came Upon A Midnight Clear</vt:lpstr>
      <vt:lpstr>Holy Communion</vt:lpstr>
      <vt:lpstr>PowerPoint Presentation</vt:lpstr>
      <vt:lpstr>PowerPoint Presentation</vt:lpstr>
      <vt:lpstr>PowerPoint Presentation</vt:lpstr>
      <vt:lpstr>Closing Hymn - Go tell it on the mountain</vt:lpstr>
      <vt:lpstr>Closing Hymn - Go tell it on the mountain</vt:lpstr>
      <vt:lpstr>Closing Hymn - Go tell it on the mountain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Chacko, George</cp:lastModifiedBy>
  <cp:revision>1632</cp:revision>
  <dcterms:created xsi:type="dcterms:W3CDTF">2020-09-02T02:55:07Z</dcterms:created>
  <dcterms:modified xsi:type="dcterms:W3CDTF">2024-12-21T01:01:12Z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