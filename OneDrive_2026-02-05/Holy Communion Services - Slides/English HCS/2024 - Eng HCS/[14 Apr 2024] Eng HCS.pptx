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81"/>
  </p:notesMasterIdLst>
  <p:sldIdLst>
    <p:sldId id="811" r:id="rId7"/>
    <p:sldId id="813" r:id="rId8"/>
    <p:sldId id="859" r:id="rId9"/>
    <p:sldId id="1472" r:id="rId10"/>
    <p:sldId id="1473" r:id="rId11"/>
    <p:sldId id="1474" r:id="rId12"/>
    <p:sldId id="1298" r:id="rId13"/>
    <p:sldId id="821" r:id="rId14"/>
    <p:sldId id="851" r:id="rId15"/>
    <p:sldId id="1320" r:id="rId16"/>
    <p:sldId id="1318" r:id="rId17"/>
    <p:sldId id="822" r:id="rId18"/>
    <p:sldId id="1393" r:id="rId19"/>
    <p:sldId id="1431" r:id="rId20"/>
    <p:sldId id="1432" r:id="rId21"/>
    <p:sldId id="1433" r:id="rId22"/>
    <p:sldId id="1436" r:id="rId23"/>
    <p:sldId id="1437" r:id="rId24"/>
    <p:sldId id="1434" r:id="rId25"/>
    <p:sldId id="1435" r:id="rId26"/>
    <p:sldId id="1324" r:id="rId27"/>
    <p:sldId id="823" r:id="rId28"/>
    <p:sldId id="824" r:id="rId29"/>
    <p:sldId id="1277" r:id="rId30"/>
    <p:sldId id="825" r:id="rId31"/>
    <p:sldId id="1388" r:id="rId32"/>
    <p:sldId id="1438" r:id="rId33"/>
    <p:sldId id="1439" r:id="rId34"/>
    <p:sldId id="1440" r:id="rId35"/>
    <p:sldId id="1441" r:id="rId36"/>
    <p:sldId id="949" r:id="rId37"/>
    <p:sldId id="1401" r:id="rId38"/>
    <p:sldId id="1442" r:id="rId39"/>
    <p:sldId id="1443" r:id="rId40"/>
    <p:sldId id="1444" r:id="rId41"/>
    <p:sldId id="1445" r:id="rId42"/>
    <p:sldId id="1446" r:id="rId43"/>
    <p:sldId id="1405" r:id="rId44"/>
    <p:sldId id="1406" r:id="rId45"/>
    <p:sldId id="1447" r:id="rId46"/>
    <p:sldId id="1448" r:id="rId47"/>
    <p:sldId id="1449" r:id="rId48"/>
    <p:sldId id="1450" r:id="rId49"/>
    <p:sldId id="1451" r:id="rId50"/>
    <p:sldId id="1452" r:id="rId51"/>
    <p:sldId id="1453" r:id="rId52"/>
    <p:sldId id="1454" r:id="rId53"/>
    <p:sldId id="1455" r:id="rId54"/>
    <p:sldId id="1411" r:id="rId55"/>
    <p:sldId id="1412" r:id="rId56"/>
    <p:sldId id="1456" r:id="rId57"/>
    <p:sldId id="1457" r:id="rId58"/>
    <p:sldId id="1458" r:id="rId59"/>
    <p:sldId id="1459" r:id="rId60"/>
    <p:sldId id="1460" r:id="rId61"/>
    <p:sldId id="1461" r:id="rId62"/>
    <p:sldId id="1462" r:id="rId63"/>
    <p:sldId id="1463" r:id="rId64"/>
    <p:sldId id="1464" r:id="rId65"/>
    <p:sldId id="1416" r:id="rId66"/>
    <p:sldId id="1465" r:id="rId67"/>
    <p:sldId id="1466" r:id="rId68"/>
    <p:sldId id="1467" r:id="rId69"/>
    <p:sldId id="1421" r:id="rId70"/>
    <p:sldId id="1422" r:id="rId71"/>
    <p:sldId id="1468" r:id="rId72"/>
    <p:sldId id="1469" r:id="rId73"/>
    <p:sldId id="1470" r:id="rId74"/>
    <p:sldId id="1471" r:id="rId75"/>
    <p:sldId id="1259" r:id="rId76"/>
    <p:sldId id="820" r:id="rId77"/>
    <p:sldId id="1201" r:id="rId78"/>
    <p:sldId id="858" r:id="rId79"/>
    <p:sldId id="829" r:id="rId80"/>
  </p:sldIdLst>
  <p:sldSz cx="9144000" cy="5143500" type="screen16x9"/>
  <p:notesSz cx="6858000" cy="9144000"/>
  <p:custDataLst>
    <p:tags r:id="rId8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7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53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presProps" Target="presProps.xml"/><Relationship Id="rId89" Type="http://schemas.microsoft.com/office/2018/10/relationships/authors" Target="author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commentAuthors" Target="commentAuthors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notesMaster" Target="notesMasters/notesMaster1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tableStyles" Target="tableStyles.xml"/><Relationship Id="rId61" Type="http://schemas.openxmlformats.org/officeDocument/2006/relationships/slide" Target="slides/slide55.xml"/><Relationship Id="rId82" Type="http://schemas.openxmlformats.org/officeDocument/2006/relationships/tags" Target="tags/tag1.xml"/><Relationship Id="rId19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EBC98B86-222F-1A42-BFAF-4ABF0320F120}"/>
    <pc:docChg chg="custSel modSld">
      <pc:chgData name="Rosmin Elsa" userId="8f13a6be4da41318" providerId="LiveId" clId="{EBC98B86-222F-1A42-BFAF-4ABF0320F120}" dt="2024-04-13T07:19:35.218" v="33" actId="20577"/>
      <pc:docMkLst>
        <pc:docMk/>
      </pc:docMkLst>
      <pc:sldChg chg="modSp">
        <pc:chgData name="Rosmin Elsa" userId="8f13a6be4da41318" providerId="LiveId" clId="{EBC98B86-222F-1A42-BFAF-4ABF0320F120}" dt="2024-04-13T07:19:35.218" v="33" actId="20577"/>
        <pc:sldMkLst>
          <pc:docMk/>
          <pc:sldMk cId="3441406009" sldId="858"/>
        </pc:sldMkLst>
        <pc:spChg chg="mod">
          <ac:chgData name="Rosmin Elsa" userId="8f13a6be4da41318" providerId="LiveId" clId="{EBC98B86-222F-1A42-BFAF-4ABF0320F120}" dt="2024-04-13T07:19:35.218" v="33" actId="20577"/>
          <ac:spMkLst>
            <pc:docMk/>
            <pc:sldMk cId="3441406009" sldId="858"/>
            <ac:spMk id="2" creationId="{00000000-0000-0000-0000-000000000000}"/>
          </ac:spMkLst>
        </pc:spChg>
      </pc:sldChg>
    </pc:docChg>
  </pc:docChgLst>
  <pc:docChgLst>
    <pc:chgData name="Rosmin Elsa" userId="8f13a6be4da41318" providerId="LiveId" clId="{A6DA38EE-6861-4F8B-BD1D-C0DF5B40AFFE}"/>
    <pc:docChg chg="undo redo custSel modSld">
      <pc:chgData name="Rosmin Elsa" userId="8f13a6be4da41318" providerId="LiveId" clId="{A6DA38EE-6861-4F8B-BD1D-C0DF5B40AFFE}" dt="2024-04-12T04:12:57.436" v="53"/>
      <pc:docMkLst>
        <pc:docMk/>
      </pc:docMkLst>
      <pc:sldChg chg="modSp mod">
        <pc:chgData name="Rosmin Elsa" userId="8f13a6be4da41318" providerId="LiveId" clId="{A6DA38EE-6861-4F8B-BD1D-C0DF5B40AFFE}" dt="2024-04-12T04:05:02.006" v="3" actId="14100"/>
        <pc:sldMkLst>
          <pc:docMk/>
          <pc:sldMk cId="3717493800" sldId="821"/>
        </pc:sldMkLst>
        <pc:spChg chg="mod">
          <ac:chgData name="Rosmin Elsa" userId="8f13a6be4da41318" providerId="LiveId" clId="{A6DA38EE-6861-4F8B-BD1D-C0DF5B40AFFE}" dt="2024-04-12T04:05:02.006" v="3" actId="14100"/>
          <ac:spMkLst>
            <pc:docMk/>
            <pc:sldMk cId="3717493800" sldId="821"/>
            <ac:spMk id="2" creationId="{BDDA26F8-E366-2B5B-C348-C507B3038F2B}"/>
          </ac:spMkLst>
        </pc:spChg>
        <pc:spChg chg="mod">
          <ac:chgData name="Rosmin Elsa" userId="8f13a6be4da41318" providerId="LiveId" clId="{A6DA38EE-6861-4F8B-BD1D-C0DF5B40AFFE}" dt="2024-04-12T04:04:52.574" v="2" actId="14100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A6DA38EE-6861-4F8B-BD1D-C0DF5B40AFFE}" dt="2024-04-12T04:07:06.704" v="14" actId="20577"/>
        <pc:sldMkLst>
          <pc:docMk/>
          <pc:sldMk cId="140346443" sldId="822"/>
        </pc:sldMkLst>
        <pc:spChg chg="mod">
          <ac:chgData name="Rosmin Elsa" userId="8f13a6be4da41318" providerId="LiveId" clId="{A6DA38EE-6861-4F8B-BD1D-C0DF5B40AFFE}" dt="2024-04-12T04:07:06.704" v="14" actId="20577"/>
          <ac:spMkLst>
            <pc:docMk/>
            <pc:sldMk cId="140346443" sldId="822"/>
            <ac:spMk id="2" creationId="{69072751-0DFD-E04D-8DBC-6192EE4B4B2A}"/>
          </ac:spMkLst>
        </pc:spChg>
      </pc:sldChg>
      <pc:sldChg chg="modSp mod">
        <pc:chgData name="Rosmin Elsa" userId="8f13a6be4da41318" providerId="LiveId" clId="{A6DA38EE-6861-4F8B-BD1D-C0DF5B40AFFE}" dt="2024-04-09T07:33:06.409" v="0" actId="20577"/>
        <pc:sldMkLst>
          <pc:docMk/>
          <pc:sldMk cId="2771250690" sldId="851"/>
        </pc:sldMkLst>
        <pc:spChg chg="mod">
          <ac:chgData name="Rosmin Elsa" userId="8f13a6be4da41318" providerId="LiveId" clId="{A6DA38EE-6861-4F8B-BD1D-C0DF5B40AFFE}" dt="2024-04-09T07:33:06.409" v="0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 modShow">
        <pc:chgData name="Rosmin Elsa" userId="8f13a6be4da41318" providerId="LiveId" clId="{A6DA38EE-6861-4F8B-BD1D-C0DF5B40AFFE}" dt="2024-04-12T04:06:04.521" v="8" actId="729"/>
        <pc:sldMkLst>
          <pc:docMk/>
          <pc:sldMk cId="180396868" sldId="1320"/>
        </pc:sldMkLst>
        <pc:spChg chg="mod">
          <ac:chgData name="Rosmin Elsa" userId="8f13a6be4da41318" providerId="LiveId" clId="{A6DA38EE-6861-4F8B-BD1D-C0DF5B40AFFE}" dt="2024-04-12T04:05:35.823" v="6" actId="2710"/>
          <ac:spMkLst>
            <pc:docMk/>
            <pc:sldMk cId="180396868" sldId="1320"/>
            <ac:spMk id="3" creationId="{B9ACC418-9BFA-F946-DA5B-A680A2EBDFAC}"/>
          </ac:spMkLst>
        </pc:spChg>
      </pc:sldChg>
      <pc:sldChg chg="addSp delSp modSp mod">
        <pc:chgData name="Rosmin Elsa" userId="8f13a6be4da41318" providerId="LiveId" clId="{A6DA38EE-6861-4F8B-BD1D-C0DF5B40AFFE}" dt="2024-04-12T04:12:14.008" v="39"/>
        <pc:sldMkLst>
          <pc:docMk/>
          <pc:sldMk cId="2938291084" sldId="1393"/>
        </pc:sldMkLst>
        <pc:spChg chg="del">
          <ac:chgData name="Rosmin Elsa" userId="8f13a6be4da41318" providerId="LiveId" clId="{A6DA38EE-6861-4F8B-BD1D-C0DF5B40AFFE}" dt="2024-04-12T04:07:12.782" v="15" actId="478"/>
          <ac:spMkLst>
            <pc:docMk/>
            <pc:sldMk cId="2938291084" sldId="1393"/>
            <ac:spMk id="2" creationId="{69072751-0DFD-E04D-8DBC-6192EE4B4B2A}"/>
          </ac:spMkLst>
        </pc:spChg>
        <pc:spChg chg="add del mod">
          <ac:chgData name="Rosmin Elsa" userId="8f13a6be4da41318" providerId="LiveId" clId="{A6DA38EE-6861-4F8B-BD1D-C0DF5B40AFFE}" dt="2024-04-12T04:07:16.206" v="18"/>
          <ac:spMkLst>
            <pc:docMk/>
            <pc:sldMk cId="2938291084" sldId="1393"/>
            <ac:spMk id="5" creationId="{60D8F5A2-9336-A5FB-1F32-06ECB0998C38}"/>
          </ac:spMkLst>
        </pc:spChg>
        <pc:spChg chg="del">
          <ac:chgData name="Rosmin Elsa" userId="8f13a6be4da41318" providerId="LiveId" clId="{A6DA38EE-6861-4F8B-BD1D-C0DF5B40AFFE}" dt="2024-04-12T04:12:13.190" v="38" actId="478"/>
          <ac:spMkLst>
            <pc:docMk/>
            <pc:sldMk cId="2938291084" sldId="1393"/>
            <ac:spMk id="7" creationId="{1E034DBB-D11D-E8BD-DFC3-703615F257C6}"/>
          </ac:spMkLst>
        </pc:spChg>
        <pc:spChg chg="add mod">
          <ac:chgData name="Rosmin Elsa" userId="8f13a6be4da41318" providerId="LiveId" clId="{A6DA38EE-6861-4F8B-BD1D-C0DF5B40AFFE}" dt="2024-04-12T04:07:14.672" v="17"/>
          <ac:spMkLst>
            <pc:docMk/>
            <pc:sldMk cId="2938291084" sldId="1393"/>
            <ac:spMk id="8" creationId="{4726B8EF-1598-AE9F-B2C9-2E97E1BA416E}"/>
          </ac:spMkLst>
        </pc:spChg>
        <pc:spChg chg="add mod">
          <ac:chgData name="Rosmin Elsa" userId="8f13a6be4da41318" providerId="LiveId" clId="{A6DA38EE-6861-4F8B-BD1D-C0DF5B40AFFE}" dt="2024-04-12T04:07:16.206" v="18"/>
          <ac:spMkLst>
            <pc:docMk/>
            <pc:sldMk cId="2938291084" sldId="1393"/>
            <ac:spMk id="10" creationId="{CA7E225F-CA37-6E51-C638-4FB94C64DBE2}"/>
          </ac:spMkLst>
        </pc:spChg>
        <pc:spChg chg="add mod">
          <ac:chgData name="Rosmin Elsa" userId="8f13a6be4da41318" providerId="LiveId" clId="{A6DA38EE-6861-4F8B-BD1D-C0DF5B40AFFE}" dt="2024-04-12T04:12:14.008" v="39"/>
          <ac:spMkLst>
            <pc:docMk/>
            <pc:sldMk cId="2938291084" sldId="1393"/>
            <ac:spMk id="11" creationId="{DCC0AFAC-7E34-E9F8-A48D-10A1928B7051}"/>
          </ac:spMkLst>
        </pc:spChg>
        <pc:picChg chg="del">
          <ac:chgData name="Rosmin Elsa" userId="8f13a6be4da41318" providerId="LiveId" clId="{A6DA38EE-6861-4F8B-BD1D-C0DF5B40AFFE}" dt="2024-04-12T04:12:13.190" v="38" actId="478"/>
          <ac:picMkLst>
            <pc:docMk/>
            <pc:sldMk cId="2938291084" sldId="1393"/>
            <ac:picMk id="9" creationId="{4BC5C584-7550-42C0-5176-232FC90F0FD6}"/>
          </ac:picMkLst>
        </pc:picChg>
        <pc:picChg chg="add mod">
          <ac:chgData name="Rosmin Elsa" userId="8f13a6be4da41318" providerId="LiveId" clId="{A6DA38EE-6861-4F8B-BD1D-C0DF5B40AFFE}" dt="2024-04-12T04:12:14.008" v="39"/>
          <ac:picMkLst>
            <pc:docMk/>
            <pc:sldMk cId="2938291084" sldId="1393"/>
            <ac:picMk id="12" creationId="{77538C8D-3D2E-9AFD-F184-3C4EEA30B407}"/>
          </ac:picMkLst>
        </pc:picChg>
      </pc:sldChg>
      <pc:sldChg chg="addSp delSp modSp mod">
        <pc:chgData name="Rosmin Elsa" userId="8f13a6be4da41318" providerId="LiveId" clId="{A6DA38EE-6861-4F8B-BD1D-C0DF5B40AFFE}" dt="2024-04-12T04:12:24.853" v="41"/>
        <pc:sldMkLst>
          <pc:docMk/>
          <pc:sldMk cId="511152044" sldId="1431"/>
        </pc:sldMkLst>
        <pc:spChg chg="del mod">
          <ac:chgData name="Rosmin Elsa" userId="8f13a6be4da41318" providerId="LiveId" clId="{A6DA38EE-6861-4F8B-BD1D-C0DF5B40AFFE}" dt="2024-04-12T04:07:27.758" v="24"/>
          <ac:spMkLst>
            <pc:docMk/>
            <pc:sldMk cId="511152044" sldId="1431"/>
            <ac:spMk id="2" creationId="{FDBAA513-2B1D-53EE-75BE-0578E83338A3}"/>
          </ac:spMkLst>
        </pc:spChg>
        <pc:spChg chg="add mod">
          <ac:chgData name="Rosmin Elsa" userId="8f13a6be4da41318" providerId="LiveId" clId="{A6DA38EE-6861-4F8B-BD1D-C0DF5B40AFFE}" dt="2024-04-12T04:07:20.951" v="20"/>
          <ac:spMkLst>
            <pc:docMk/>
            <pc:sldMk cId="511152044" sldId="1431"/>
            <ac:spMk id="3" creationId="{A0431182-77F4-DBED-7DD1-D306C5C958CB}"/>
          </ac:spMkLst>
        </pc:spChg>
        <pc:spChg chg="add mod">
          <ac:chgData name="Rosmin Elsa" userId="8f13a6be4da41318" providerId="LiveId" clId="{A6DA38EE-6861-4F8B-BD1D-C0DF5B40AFFE}" dt="2024-04-12T04:07:24.611" v="22"/>
          <ac:spMkLst>
            <pc:docMk/>
            <pc:sldMk cId="511152044" sldId="1431"/>
            <ac:spMk id="5" creationId="{01321B3B-7578-0CB9-2D90-9E86292F1FC3}"/>
          </ac:spMkLst>
        </pc:spChg>
        <pc:spChg chg="del">
          <ac:chgData name="Rosmin Elsa" userId="8f13a6be4da41318" providerId="LiveId" clId="{A6DA38EE-6861-4F8B-BD1D-C0DF5B40AFFE}" dt="2024-04-12T04:12:24.267" v="40" actId="478"/>
          <ac:spMkLst>
            <pc:docMk/>
            <pc:sldMk cId="511152044" sldId="1431"/>
            <ac:spMk id="7" creationId="{1CFDA344-0530-D55F-C522-D0AA6539FD3E}"/>
          </ac:spMkLst>
        </pc:spChg>
        <pc:spChg chg="add mod">
          <ac:chgData name="Rosmin Elsa" userId="8f13a6be4da41318" providerId="LiveId" clId="{A6DA38EE-6861-4F8B-BD1D-C0DF5B40AFFE}" dt="2024-04-12T04:07:27.758" v="24"/>
          <ac:spMkLst>
            <pc:docMk/>
            <pc:sldMk cId="511152044" sldId="1431"/>
            <ac:spMk id="8" creationId="{1D75092A-F368-F745-F498-A473FEF92E7A}"/>
          </ac:spMkLst>
        </pc:spChg>
        <pc:spChg chg="add mod">
          <ac:chgData name="Rosmin Elsa" userId="8f13a6be4da41318" providerId="LiveId" clId="{A6DA38EE-6861-4F8B-BD1D-C0DF5B40AFFE}" dt="2024-04-12T04:12:24.853" v="41"/>
          <ac:spMkLst>
            <pc:docMk/>
            <pc:sldMk cId="511152044" sldId="1431"/>
            <ac:spMk id="10" creationId="{56778DEA-B162-D746-F373-2973C937DD16}"/>
          </ac:spMkLst>
        </pc:spChg>
        <pc:picChg chg="del">
          <ac:chgData name="Rosmin Elsa" userId="8f13a6be4da41318" providerId="LiveId" clId="{A6DA38EE-6861-4F8B-BD1D-C0DF5B40AFFE}" dt="2024-04-12T04:12:24.267" v="40" actId="478"/>
          <ac:picMkLst>
            <pc:docMk/>
            <pc:sldMk cId="511152044" sldId="1431"/>
            <ac:picMk id="9" creationId="{F1C03F57-D043-7B13-FA17-AF7D7DB91169}"/>
          </ac:picMkLst>
        </pc:picChg>
        <pc:picChg chg="add mod">
          <ac:chgData name="Rosmin Elsa" userId="8f13a6be4da41318" providerId="LiveId" clId="{A6DA38EE-6861-4F8B-BD1D-C0DF5B40AFFE}" dt="2024-04-12T04:12:24.853" v="41"/>
          <ac:picMkLst>
            <pc:docMk/>
            <pc:sldMk cId="511152044" sldId="1431"/>
            <ac:picMk id="11" creationId="{B31E4C89-972F-35E7-8277-94710FD7E144}"/>
          </ac:picMkLst>
        </pc:picChg>
      </pc:sldChg>
      <pc:sldChg chg="addSp delSp modSp mod">
        <pc:chgData name="Rosmin Elsa" userId="8f13a6be4da41318" providerId="LiveId" clId="{A6DA38EE-6861-4F8B-BD1D-C0DF5B40AFFE}" dt="2024-04-12T04:12:30.068" v="43"/>
        <pc:sldMkLst>
          <pc:docMk/>
          <pc:sldMk cId="2958737754" sldId="1432"/>
        </pc:sldMkLst>
        <pc:spChg chg="del mod">
          <ac:chgData name="Rosmin Elsa" userId="8f13a6be4da41318" providerId="LiveId" clId="{A6DA38EE-6861-4F8B-BD1D-C0DF5B40AFFE}" dt="2024-04-12T04:07:32.248" v="26"/>
          <ac:spMkLst>
            <pc:docMk/>
            <pc:sldMk cId="2958737754" sldId="1432"/>
            <ac:spMk id="2" creationId="{C3E0B21F-9810-F1CF-643F-65AD235760E8}"/>
          </ac:spMkLst>
        </pc:spChg>
        <pc:spChg chg="add mod">
          <ac:chgData name="Rosmin Elsa" userId="8f13a6be4da41318" providerId="LiveId" clId="{A6DA38EE-6861-4F8B-BD1D-C0DF5B40AFFE}" dt="2024-04-12T04:07:32.248" v="26"/>
          <ac:spMkLst>
            <pc:docMk/>
            <pc:sldMk cId="2958737754" sldId="1432"/>
            <ac:spMk id="4" creationId="{F1EE19E2-3AF4-24DE-2F99-B9263D28FAB4}"/>
          </ac:spMkLst>
        </pc:spChg>
        <pc:spChg chg="add mod">
          <ac:chgData name="Rosmin Elsa" userId="8f13a6be4da41318" providerId="LiveId" clId="{A6DA38EE-6861-4F8B-BD1D-C0DF5B40AFFE}" dt="2024-04-12T04:12:30.068" v="43"/>
          <ac:spMkLst>
            <pc:docMk/>
            <pc:sldMk cId="2958737754" sldId="1432"/>
            <ac:spMk id="5" creationId="{89B6DCF1-FF5D-F3FD-FDAC-192613E04681}"/>
          </ac:spMkLst>
        </pc:spChg>
        <pc:spChg chg="del">
          <ac:chgData name="Rosmin Elsa" userId="8f13a6be4da41318" providerId="LiveId" clId="{A6DA38EE-6861-4F8B-BD1D-C0DF5B40AFFE}" dt="2024-04-12T04:12:29.747" v="42" actId="478"/>
          <ac:spMkLst>
            <pc:docMk/>
            <pc:sldMk cId="2958737754" sldId="1432"/>
            <ac:spMk id="7" creationId="{7FE3933F-7281-14CA-77DB-A8B3C4913FC6}"/>
          </ac:spMkLst>
        </pc:spChg>
        <pc:picChg chg="add mod">
          <ac:chgData name="Rosmin Elsa" userId="8f13a6be4da41318" providerId="LiveId" clId="{A6DA38EE-6861-4F8B-BD1D-C0DF5B40AFFE}" dt="2024-04-12T04:12:30.068" v="43"/>
          <ac:picMkLst>
            <pc:docMk/>
            <pc:sldMk cId="2958737754" sldId="1432"/>
            <ac:picMk id="8" creationId="{F297C4B9-11B6-99EF-DC69-A40DBDA63527}"/>
          </ac:picMkLst>
        </pc:picChg>
        <pc:picChg chg="del">
          <ac:chgData name="Rosmin Elsa" userId="8f13a6be4da41318" providerId="LiveId" clId="{A6DA38EE-6861-4F8B-BD1D-C0DF5B40AFFE}" dt="2024-04-12T04:12:29.747" v="42" actId="478"/>
          <ac:picMkLst>
            <pc:docMk/>
            <pc:sldMk cId="2958737754" sldId="1432"/>
            <ac:picMk id="9" creationId="{260A19C8-DE0B-B80B-83BA-B82D67118DA4}"/>
          </ac:picMkLst>
        </pc:picChg>
      </pc:sldChg>
      <pc:sldChg chg="addSp delSp modSp mod">
        <pc:chgData name="Rosmin Elsa" userId="8f13a6be4da41318" providerId="LiveId" clId="{A6DA38EE-6861-4F8B-BD1D-C0DF5B40AFFE}" dt="2024-04-12T04:12:34.944" v="45"/>
        <pc:sldMkLst>
          <pc:docMk/>
          <pc:sldMk cId="1424203554" sldId="1433"/>
        </pc:sldMkLst>
        <pc:spChg chg="del mod">
          <ac:chgData name="Rosmin Elsa" userId="8f13a6be4da41318" providerId="LiveId" clId="{A6DA38EE-6861-4F8B-BD1D-C0DF5B40AFFE}" dt="2024-04-12T04:07:36.694" v="28"/>
          <ac:spMkLst>
            <pc:docMk/>
            <pc:sldMk cId="1424203554" sldId="1433"/>
            <ac:spMk id="2" creationId="{BB7CA26C-858D-CA83-6316-7A191D166A82}"/>
          </ac:spMkLst>
        </pc:spChg>
        <pc:spChg chg="add mod">
          <ac:chgData name="Rosmin Elsa" userId="8f13a6be4da41318" providerId="LiveId" clId="{A6DA38EE-6861-4F8B-BD1D-C0DF5B40AFFE}" dt="2024-04-12T04:07:36.694" v="28"/>
          <ac:spMkLst>
            <pc:docMk/>
            <pc:sldMk cId="1424203554" sldId="1433"/>
            <ac:spMk id="3" creationId="{FC6C526D-D5B4-8259-4647-C5752A8A21AC}"/>
          </ac:spMkLst>
        </pc:spChg>
        <pc:spChg chg="add mod">
          <ac:chgData name="Rosmin Elsa" userId="8f13a6be4da41318" providerId="LiveId" clId="{A6DA38EE-6861-4F8B-BD1D-C0DF5B40AFFE}" dt="2024-04-12T04:12:34.944" v="45"/>
          <ac:spMkLst>
            <pc:docMk/>
            <pc:sldMk cId="1424203554" sldId="1433"/>
            <ac:spMk id="4" creationId="{CDE151E4-F1B3-9E49-C2FD-A1EEE6F25457}"/>
          </ac:spMkLst>
        </pc:spChg>
        <pc:spChg chg="del">
          <ac:chgData name="Rosmin Elsa" userId="8f13a6be4da41318" providerId="LiveId" clId="{A6DA38EE-6861-4F8B-BD1D-C0DF5B40AFFE}" dt="2024-04-12T04:12:34.641" v="44" actId="478"/>
          <ac:spMkLst>
            <pc:docMk/>
            <pc:sldMk cId="1424203554" sldId="1433"/>
            <ac:spMk id="7" creationId="{09D270CC-D577-DD00-4778-B4F5EB1A4ECA}"/>
          </ac:spMkLst>
        </pc:spChg>
        <pc:picChg chg="add mod">
          <ac:chgData name="Rosmin Elsa" userId="8f13a6be4da41318" providerId="LiveId" clId="{A6DA38EE-6861-4F8B-BD1D-C0DF5B40AFFE}" dt="2024-04-12T04:12:34.944" v="45"/>
          <ac:picMkLst>
            <pc:docMk/>
            <pc:sldMk cId="1424203554" sldId="1433"/>
            <ac:picMk id="8" creationId="{B1F132E0-8C62-1B00-E82D-F35A7C7ABD7F}"/>
          </ac:picMkLst>
        </pc:picChg>
        <pc:picChg chg="del">
          <ac:chgData name="Rosmin Elsa" userId="8f13a6be4da41318" providerId="LiveId" clId="{A6DA38EE-6861-4F8B-BD1D-C0DF5B40AFFE}" dt="2024-04-12T04:12:34.641" v="44" actId="478"/>
          <ac:picMkLst>
            <pc:docMk/>
            <pc:sldMk cId="1424203554" sldId="1433"/>
            <ac:picMk id="9" creationId="{68954C48-73C2-9CB8-9371-F28D7A2BE15A}"/>
          </ac:picMkLst>
        </pc:picChg>
      </pc:sldChg>
      <pc:sldChg chg="addSp delSp modSp mod">
        <pc:chgData name="Rosmin Elsa" userId="8f13a6be4da41318" providerId="LiveId" clId="{A6DA38EE-6861-4F8B-BD1D-C0DF5B40AFFE}" dt="2024-04-12T04:12:51.689" v="51"/>
        <pc:sldMkLst>
          <pc:docMk/>
          <pc:sldMk cId="338017506" sldId="1434"/>
        </pc:sldMkLst>
        <pc:spChg chg="del mod">
          <ac:chgData name="Rosmin Elsa" userId="8f13a6be4da41318" providerId="LiveId" clId="{A6DA38EE-6861-4F8B-BD1D-C0DF5B40AFFE}" dt="2024-04-12T04:07:53.509" v="34"/>
          <ac:spMkLst>
            <pc:docMk/>
            <pc:sldMk cId="338017506" sldId="1434"/>
            <ac:spMk id="2" creationId="{D1F75A4E-16BB-34B4-902A-037DA029C0DF}"/>
          </ac:spMkLst>
        </pc:spChg>
        <pc:spChg chg="add mod">
          <ac:chgData name="Rosmin Elsa" userId="8f13a6be4da41318" providerId="LiveId" clId="{A6DA38EE-6861-4F8B-BD1D-C0DF5B40AFFE}" dt="2024-04-12T04:07:53.509" v="34"/>
          <ac:spMkLst>
            <pc:docMk/>
            <pc:sldMk cId="338017506" sldId="1434"/>
            <ac:spMk id="4" creationId="{070F2CDC-CBA4-DACF-EC57-35177F29A89C}"/>
          </ac:spMkLst>
        </pc:spChg>
        <pc:spChg chg="add mod">
          <ac:chgData name="Rosmin Elsa" userId="8f13a6be4da41318" providerId="LiveId" clId="{A6DA38EE-6861-4F8B-BD1D-C0DF5B40AFFE}" dt="2024-04-12T04:12:51.689" v="51"/>
          <ac:spMkLst>
            <pc:docMk/>
            <pc:sldMk cId="338017506" sldId="1434"/>
            <ac:spMk id="5" creationId="{CC20BC4B-8411-DC72-7AD0-C8E09D60B21E}"/>
          </ac:spMkLst>
        </pc:spChg>
        <pc:spChg chg="del">
          <ac:chgData name="Rosmin Elsa" userId="8f13a6be4da41318" providerId="LiveId" clId="{A6DA38EE-6861-4F8B-BD1D-C0DF5B40AFFE}" dt="2024-04-12T04:12:51.374" v="50" actId="478"/>
          <ac:spMkLst>
            <pc:docMk/>
            <pc:sldMk cId="338017506" sldId="1434"/>
            <ac:spMk id="7" creationId="{D168E059-4C78-C617-DEBB-2FE14845F0BC}"/>
          </ac:spMkLst>
        </pc:spChg>
        <pc:picChg chg="add mod">
          <ac:chgData name="Rosmin Elsa" userId="8f13a6be4da41318" providerId="LiveId" clId="{A6DA38EE-6861-4F8B-BD1D-C0DF5B40AFFE}" dt="2024-04-12T04:12:51.689" v="51"/>
          <ac:picMkLst>
            <pc:docMk/>
            <pc:sldMk cId="338017506" sldId="1434"/>
            <ac:picMk id="8" creationId="{ACC3011A-7239-5458-06FA-28D6860F8C59}"/>
          </ac:picMkLst>
        </pc:picChg>
        <pc:picChg chg="del">
          <ac:chgData name="Rosmin Elsa" userId="8f13a6be4da41318" providerId="LiveId" clId="{A6DA38EE-6861-4F8B-BD1D-C0DF5B40AFFE}" dt="2024-04-12T04:12:51.374" v="50" actId="478"/>
          <ac:picMkLst>
            <pc:docMk/>
            <pc:sldMk cId="338017506" sldId="1434"/>
            <ac:picMk id="9" creationId="{4FC9120E-508C-5B80-DE49-CC180824B2FC}"/>
          </ac:picMkLst>
        </pc:picChg>
      </pc:sldChg>
      <pc:sldChg chg="addSp delSp modSp mod">
        <pc:chgData name="Rosmin Elsa" userId="8f13a6be4da41318" providerId="LiveId" clId="{A6DA38EE-6861-4F8B-BD1D-C0DF5B40AFFE}" dt="2024-04-12T04:12:57.436" v="53"/>
        <pc:sldMkLst>
          <pc:docMk/>
          <pc:sldMk cId="347131704" sldId="1435"/>
        </pc:sldMkLst>
        <pc:spChg chg="del mod">
          <ac:chgData name="Rosmin Elsa" userId="8f13a6be4da41318" providerId="LiveId" clId="{A6DA38EE-6861-4F8B-BD1D-C0DF5B40AFFE}" dt="2024-04-12T04:07:57.463" v="36"/>
          <ac:spMkLst>
            <pc:docMk/>
            <pc:sldMk cId="347131704" sldId="1435"/>
            <ac:spMk id="2" creationId="{0FF54D7A-4C4F-E175-AF67-1860F158252E}"/>
          </ac:spMkLst>
        </pc:spChg>
        <pc:spChg chg="add mod">
          <ac:chgData name="Rosmin Elsa" userId="8f13a6be4da41318" providerId="LiveId" clId="{A6DA38EE-6861-4F8B-BD1D-C0DF5B40AFFE}" dt="2024-04-12T04:07:57.463" v="36"/>
          <ac:spMkLst>
            <pc:docMk/>
            <pc:sldMk cId="347131704" sldId="1435"/>
            <ac:spMk id="4" creationId="{9A3127D3-CCFF-754A-F504-24F86D9AB775}"/>
          </ac:spMkLst>
        </pc:spChg>
        <pc:spChg chg="add mod">
          <ac:chgData name="Rosmin Elsa" userId="8f13a6be4da41318" providerId="LiveId" clId="{A6DA38EE-6861-4F8B-BD1D-C0DF5B40AFFE}" dt="2024-04-12T04:12:57.436" v="53"/>
          <ac:spMkLst>
            <pc:docMk/>
            <pc:sldMk cId="347131704" sldId="1435"/>
            <ac:spMk id="5" creationId="{9DC6F63D-F573-1B13-348B-36320A005BFA}"/>
          </ac:spMkLst>
        </pc:spChg>
        <pc:spChg chg="del">
          <ac:chgData name="Rosmin Elsa" userId="8f13a6be4da41318" providerId="LiveId" clId="{A6DA38EE-6861-4F8B-BD1D-C0DF5B40AFFE}" dt="2024-04-12T04:12:57.202" v="52" actId="478"/>
          <ac:spMkLst>
            <pc:docMk/>
            <pc:sldMk cId="347131704" sldId="1435"/>
            <ac:spMk id="7" creationId="{5B8E8BB4-6021-2A90-01CD-A02C9A2C5B8B}"/>
          </ac:spMkLst>
        </pc:spChg>
        <pc:picChg chg="add mod">
          <ac:chgData name="Rosmin Elsa" userId="8f13a6be4da41318" providerId="LiveId" clId="{A6DA38EE-6861-4F8B-BD1D-C0DF5B40AFFE}" dt="2024-04-12T04:12:57.436" v="53"/>
          <ac:picMkLst>
            <pc:docMk/>
            <pc:sldMk cId="347131704" sldId="1435"/>
            <ac:picMk id="8" creationId="{EA89A098-D3B0-19D8-7ACD-BDD813885160}"/>
          </ac:picMkLst>
        </pc:picChg>
        <pc:picChg chg="del">
          <ac:chgData name="Rosmin Elsa" userId="8f13a6be4da41318" providerId="LiveId" clId="{A6DA38EE-6861-4F8B-BD1D-C0DF5B40AFFE}" dt="2024-04-12T04:12:57.202" v="52" actId="478"/>
          <ac:picMkLst>
            <pc:docMk/>
            <pc:sldMk cId="347131704" sldId="1435"/>
            <ac:picMk id="9" creationId="{4BE57E18-A666-2FC7-C35A-86F0E47A424C}"/>
          </ac:picMkLst>
        </pc:picChg>
      </pc:sldChg>
      <pc:sldChg chg="addSp delSp modSp mod">
        <pc:chgData name="Rosmin Elsa" userId="8f13a6be4da41318" providerId="LiveId" clId="{A6DA38EE-6861-4F8B-BD1D-C0DF5B40AFFE}" dt="2024-04-12T04:12:42.842" v="47"/>
        <pc:sldMkLst>
          <pc:docMk/>
          <pc:sldMk cId="2428896208" sldId="1436"/>
        </pc:sldMkLst>
        <pc:spChg chg="del mod">
          <ac:chgData name="Rosmin Elsa" userId="8f13a6be4da41318" providerId="LiveId" clId="{A6DA38EE-6861-4F8B-BD1D-C0DF5B40AFFE}" dt="2024-04-12T04:07:42.321" v="30"/>
          <ac:spMkLst>
            <pc:docMk/>
            <pc:sldMk cId="2428896208" sldId="1436"/>
            <ac:spMk id="2" creationId="{875E988F-2580-F212-A4BE-9D9DD0876DFE}"/>
          </ac:spMkLst>
        </pc:spChg>
        <pc:spChg chg="add mod">
          <ac:chgData name="Rosmin Elsa" userId="8f13a6be4da41318" providerId="LiveId" clId="{A6DA38EE-6861-4F8B-BD1D-C0DF5B40AFFE}" dt="2024-04-12T04:07:42.321" v="30"/>
          <ac:spMkLst>
            <pc:docMk/>
            <pc:sldMk cId="2428896208" sldId="1436"/>
            <ac:spMk id="4" creationId="{C0F1A360-BDDD-1DAF-59FB-4502847DC247}"/>
          </ac:spMkLst>
        </pc:spChg>
        <pc:spChg chg="add mod">
          <ac:chgData name="Rosmin Elsa" userId="8f13a6be4da41318" providerId="LiveId" clId="{A6DA38EE-6861-4F8B-BD1D-C0DF5B40AFFE}" dt="2024-04-12T04:12:42.842" v="47"/>
          <ac:spMkLst>
            <pc:docMk/>
            <pc:sldMk cId="2428896208" sldId="1436"/>
            <ac:spMk id="5" creationId="{757A1D63-BB9E-3095-07DD-1204C20AE85E}"/>
          </ac:spMkLst>
        </pc:spChg>
        <pc:spChg chg="del">
          <ac:chgData name="Rosmin Elsa" userId="8f13a6be4da41318" providerId="LiveId" clId="{A6DA38EE-6861-4F8B-BD1D-C0DF5B40AFFE}" dt="2024-04-12T04:12:42.541" v="46" actId="478"/>
          <ac:spMkLst>
            <pc:docMk/>
            <pc:sldMk cId="2428896208" sldId="1436"/>
            <ac:spMk id="7" creationId="{3FAF3A7F-EFF0-B464-BEA0-C2984B8D101B}"/>
          </ac:spMkLst>
        </pc:spChg>
        <pc:picChg chg="add mod">
          <ac:chgData name="Rosmin Elsa" userId="8f13a6be4da41318" providerId="LiveId" clId="{A6DA38EE-6861-4F8B-BD1D-C0DF5B40AFFE}" dt="2024-04-12T04:12:42.842" v="47"/>
          <ac:picMkLst>
            <pc:docMk/>
            <pc:sldMk cId="2428896208" sldId="1436"/>
            <ac:picMk id="8" creationId="{40C53875-A2BB-C7AA-6763-B3037B8D0296}"/>
          </ac:picMkLst>
        </pc:picChg>
        <pc:picChg chg="del">
          <ac:chgData name="Rosmin Elsa" userId="8f13a6be4da41318" providerId="LiveId" clId="{A6DA38EE-6861-4F8B-BD1D-C0DF5B40AFFE}" dt="2024-04-12T04:12:42.541" v="46" actId="478"/>
          <ac:picMkLst>
            <pc:docMk/>
            <pc:sldMk cId="2428896208" sldId="1436"/>
            <ac:picMk id="9" creationId="{20271437-2CFF-C580-0B6E-E481C9B7AE59}"/>
          </ac:picMkLst>
        </pc:picChg>
      </pc:sldChg>
      <pc:sldChg chg="addSp delSp modSp mod">
        <pc:chgData name="Rosmin Elsa" userId="8f13a6be4da41318" providerId="LiveId" clId="{A6DA38EE-6861-4F8B-BD1D-C0DF5B40AFFE}" dt="2024-04-12T04:12:46.842" v="49"/>
        <pc:sldMkLst>
          <pc:docMk/>
          <pc:sldMk cId="922083306" sldId="1437"/>
        </pc:sldMkLst>
        <pc:spChg chg="del mod">
          <ac:chgData name="Rosmin Elsa" userId="8f13a6be4da41318" providerId="LiveId" clId="{A6DA38EE-6861-4F8B-BD1D-C0DF5B40AFFE}" dt="2024-04-12T04:07:49.169" v="32"/>
          <ac:spMkLst>
            <pc:docMk/>
            <pc:sldMk cId="922083306" sldId="1437"/>
            <ac:spMk id="2" creationId="{E26BE52D-4160-74B6-CB67-9E66B0DEA658}"/>
          </ac:spMkLst>
        </pc:spChg>
        <pc:spChg chg="add mod">
          <ac:chgData name="Rosmin Elsa" userId="8f13a6be4da41318" providerId="LiveId" clId="{A6DA38EE-6861-4F8B-BD1D-C0DF5B40AFFE}" dt="2024-04-12T04:07:49.169" v="32"/>
          <ac:spMkLst>
            <pc:docMk/>
            <pc:sldMk cId="922083306" sldId="1437"/>
            <ac:spMk id="4" creationId="{00AEB87E-9D89-8D6C-F673-C12D3021068F}"/>
          </ac:spMkLst>
        </pc:spChg>
        <pc:spChg chg="add mod">
          <ac:chgData name="Rosmin Elsa" userId="8f13a6be4da41318" providerId="LiveId" clId="{A6DA38EE-6861-4F8B-BD1D-C0DF5B40AFFE}" dt="2024-04-12T04:12:46.842" v="49"/>
          <ac:spMkLst>
            <pc:docMk/>
            <pc:sldMk cId="922083306" sldId="1437"/>
            <ac:spMk id="5" creationId="{64EC1364-59CF-9D27-DD6C-3AEDCBDE1B18}"/>
          </ac:spMkLst>
        </pc:spChg>
        <pc:spChg chg="del">
          <ac:chgData name="Rosmin Elsa" userId="8f13a6be4da41318" providerId="LiveId" clId="{A6DA38EE-6861-4F8B-BD1D-C0DF5B40AFFE}" dt="2024-04-12T04:12:46.594" v="48" actId="478"/>
          <ac:spMkLst>
            <pc:docMk/>
            <pc:sldMk cId="922083306" sldId="1437"/>
            <ac:spMk id="7" creationId="{BB448F8A-88DB-845C-3D06-107F79C78653}"/>
          </ac:spMkLst>
        </pc:spChg>
        <pc:picChg chg="add mod">
          <ac:chgData name="Rosmin Elsa" userId="8f13a6be4da41318" providerId="LiveId" clId="{A6DA38EE-6861-4F8B-BD1D-C0DF5B40AFFE}" dt="2024-04-12T04:12:46.842" v="49"/>
          <ac:picMkLst>
            <pc:docMk/>
            <pc:sldMk cId="922083306" sldId="1437"/>
            <ac:picMk id="8" creationId="{194DCE8E-686B-2ECA-1E42-FB027AE6C517}"/>
          </ac:picMkLst>
        </pc:picChg>
        <pc:picChg chg="del">
          <ac:chgData name="Rosmin Elsa" userId="8f13a6be4da41318" providerId="LiveId" clId="{A6DA38EE-6861-4F8B-BD1D-C0DF5B40AFFE}" dt="2024-04-12T04:12:46.594" v="48" actId="478"/>
          <ac:picMkLst>
            <pc:docMk/>
            <pc:sldMk cId="922083306" sldId="1437"/>
            <ac:picMk id="9" creationId="{4D296E76-4F83-9F67-3C99-EEE07DAEE5B3}"/>
          </ac:picMkLst>
        </pc:picChg>
      </pc:sldChg>
      <pc:sldChg chg="delSp mod">
        <pc:chgData name="Rosmin Elsa" userId="8f13a6be4da41318" providerId="LiveId" clId="{A6DA38EE-6861-4F8B-BD1D-C0DF5B40AFFE}" dt="2024-04-12T04:09:01.434" v="37" actId="478"/>
        <pc:sldMkLst>
          <pc:docMk/>
          <pc:sldMk cId="2967730246" sldId="1444"/>
        </pc:sldMkLst>
        <pc:spChg chg="del">
          <ac:chgData name="Rosmin Elsa" userId="8f13a6be4da41318" providerId="LiveId" clId="{A6DA38EE-6861-4F8B-BD1D-C0DF5B40AFFE}" dt="2024-04-12T04:09:01.434" v="37" actId="478"/>
          <ac:spMkLst>
            <pc:docMk/>
            <pc:sldMk cId="2967730246" sldId="1444"/>
            <ac:spMk id="7" creationId="{1F0AA735-5694-07DA-3ACA-C777949058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13/04/2024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14 Apr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14 Apr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14 Apr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Mar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Jesus Christ who restores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 dirty="0">
                <a:solidFill>
                  <a:schemeClr val="bg1"/>
                </a:solidFill>
              </a:rPr>
              <a:t>Song : All hail the power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All hail the power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All hail the power of Jesus' name!</a:t>
            </a:r>
          </a:p>
          <a:p>
            <a:pPr algn="ctr"/>
            <a:r>
              <a:rPr lang="en-SG" sz="2800" dirty="0"/>
              <a:t>Let angels prostrate fall.</a:t>
            </a:r>
          </a:p>
          <a:p>
            <a:pPr algn="ctr"/>
            <a:r>
              <a:rPr lang="en-SG" sz="2800" dirty="0"/>
              <a:t>Bring forth the royal diadem,</a:t>
            </a:r>
          </a:p>
          <a:p>
            <a:pPr algn="ctr"/>
            <a:r>
              <a:rPr lang="en-SG" sz="2800" dirty="0"/>
              <a:t>and crown him Lord of all.</a:t>
            </a:r>
          </a:p>
          <a:p>
            <a:pPr algn="ctr"/>
            <a:r>
              <a:rPr lang="en-SG" sz="2800" dirty="0"/>
              <a:t>Bring forth the royal diadem,</a:t>
            </a:r>
          </a:p>
          <a:p>
            <a:pPr algn="ctr"/>
            <a:r>
              <a:rPr lang="en-SG" sz="2800" dirty="0"/>
              <a:t>and crown him Lord of all!</a:t>
            </a:r>
            <a:br>
              <a:rPr lang="en-SG" sz="2800" dirty="0"/>
            </a:b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All hail the power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0751C-3D51-84CA-15D6-D3B27D67B948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 O seed of Israel's chosen race</a:t>
            </a:r>
          </a:p>
          <a:p>
            <a:pPr algn="ctr"/>
            <a:r>
              <a:rPr lang="en-SG" sz="2800" dirty="0"/>
              <a:t>now ransomed from the fall,</a:t>
            </a:r>
          </a:p>
          <a:p>
            <a:pPr algn="ctr"/>
            <a:r>
              <a:rPr lang="en-SG" sz="2800" dirty="0"/>
              <a:t>hail him who saves you by his grace,</a:t>
            </a:r>
          </a:p>
          <a:p>
            <a:pPr algn="ctr"/>
            <a:r>
              <a:rPr lang="en-SG" sz="2800" dirty="0"/>
              <a:t>and crown him Lord of all.</a:t>
            </a:r>
          </a:p>
          <a:p>
            <a:pPr algn="ctr"/>
            <a:r>
              <a:rPr lang="en-SG" sz="2800" dirty="0"/>
              <a:t>Hail him who saves you by his grace,</a:t>
            </a:r>
          </a:p>
          <a:p>
            <a:pPr algn="ctr"/>
            <a:r>
              <a:rPr lang="en-SG" sz="2800" dirty="0"/>
              <a:t>and crown him Lord of all!</a:t>
            </a:r>
            <a:br>
              <a:rPr lang="en-SG" sz="2800" dirty="0"/>
            </a:b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All hail the power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97BE3-6F9B-D32D-1F0D-2E5750AD0ED8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 Let every tongue and every tribe</a:t>
            </a:r>
          </a:p>
          <a:p>
            <a:pPr algn="ctr"/>
            <a:r>
              <a:rPr lang="en-SG" sz="2800" dirty="0"/>
              <a:t>responsive to his call,</a:t>
            </a:r>
          </a:p>
          <a:p>
            <a:pPr algn="ctr"/>
            <a:r>
              <a:rPr lang="en-SG" sz="2800" dirty="0"/>
              <a:t>to him all majesty ascribe,</a:t>
            </a:r>
          </a:p>
          <a:p>
            <a:pPr algn="ctr"/>
            <a:r>
              <a:rPr lang="en-SG" sz="2800" dirty="0"/>
              <a:t>and crown him Lord of all.</a:t>
            </a:r>
          </a:p>
          <a:p>
            <a:pPr algn="ctr"/>
            <a:r>
              <a:rPr lang="en-SG" sz="2800" dirty="0"/>
              <a:t>To him all majesty ascribe,</a:t>
            </a:r>
          </a:p>
          <a:p>
            <a:pPr algn="ctr"/>
            <a:r>
              <a:rPr lang="en-SG" sz="2800" dirty="0"/>
              <a:t>and crown him Lord of all!</a:t>
            </a:r>
            <a:br>
              <a:rPr lang="en-SG" sz="2800" dirty="0"/>
            </a:b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67F8-A284-EE70-6713-899680DB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61F3-D074-8E40-5901-929AFBA3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All hail the power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55863EC-1137-D3CB-ADDA-DAA99C4329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B5F95-8868-097A-BCB3-2D414D940B83}"/>
              </a:ext>
            </a:extLst>
          </p:cNvPr>
          <p:cNvSpPr txBox="1"/>
          <p:nvPr/>
        </p:nvSpPr>
        <p:spPr>
          <a:xfrm>
            <a:off x="614082" y="81399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 Oh, that with all the sacred throng</a:t>
            </a:r>
          </a:p>
          <a:p>
            <a:pPr algn="ctr"/>
            <a:r>
              <a:rPr lang="en-SG" sz="2800" dirty="0"/>
              <a:t>we at his feet may fall!</a:t>
            </a:r>
          </a:p>
          <a:p>
            <a:pPr algn="ctr"/>
            <a:r>
              <a:rPr lang="en-SG" sz="2800" dirty="0"/>
              <a:t>We'll join the everlasting song</a:t>
            </a:r>
          </a:p>
          <a:p>
            <a:pPr algn="ctr"/>
            <a:r>
              <a:rPr lang="en-SG" sz="2800" dirty="0"/>
              <a:t>and crown him Lord of all.</a:t>
            </a:r>
          </a:p>
          <a:p>
            <a:pPr algn="ctr"/>
            <a:r>
              <a:rPr lang="en-SG" sz="2800" dirty="0"/>
              <a:t>We'll join the everlasting song</a:t>
            </a:r>
          </a:p>
          <a:p>
            <a:pPr algn="ctr"/>
            <a:r>
              <a:rPr lang="en-SG" sz="2800" dirty="0"/>
              <a:t>and crown him Lord of all.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AB2B-36E6-1902-0659-3B71C641984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</p:spTree>
    <p:extLst>
      <p:ext uri="{BB962C8B-B14F-4D97-AF65-F5344CB8AC3E}">
        <p14:creationId xmlns:p14="http://schemas.microsoft.com/office/powerpoint/2010/main" val="201731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Jesus Christ who restores</a:t>
            </a: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00113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185889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  <a:p>
            <a:r>
              <a:rPr lang="en-GB" dirty="0">
                <a:solidFill>
                  <a:schemeClr val="bg1"/>
                </a:solidFill>
              </a:rPr>
              <a:t>Song No: 562 v1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Song No. </a:t>
            </a:r>
            <a:r>
              <a:rPr lang="en-GB" dirty="0">
                <a:solidFill>
                  <a:schemeClr val="bg1"/>
                </a:solidFill>
              </a:rPr>
              <a:t>562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v1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4" y="1426742"/>
            <a:ext cx="60723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The Lord's my Shepherd, </a:t>
            </a:r>
            <a:br>
              <a:rPr lang="en-SG" sz="2800" dirty="0"/>
            </a:br>
            <a:r>
              <a:rPr lang="en-SG" sz="2800" dirty="0"/>
              <a:t>I'll not want:</a:t>
            </a:r>
          </a:p>
          <a:p>
            <a:pPr algn="ctr"/>
            <a:r>
              <a:rPr lang="en-SG" sz="2800" dirty="0"/>
              <a:t>He makes me down to lie </a:t>
            </a:r>
            <a:br>
              <a:rPr lang="en-SG" sz="2800" dirty="0"/>
            </a:br>
            <a:r>
              <a:rPr lang="en-SG" sz="2800" dirty="0"/>
              <a:t>In pastures green; </a:t>
            </a:r>
            <a:br>
              <a:rPr lang="en-SG" sz="2800" dirty="0"/>
            </a:br>
            <a:r>
              <a:rPr lang="en-SG" sz="2800" dirty="0"/>
              <a:t>He leadeth me</a:t>
            </a:r>
          </a:p>
          <a:p>
            <a:pPr algn="ctr"/>
            <a:r>
              <a:rPr lang="en-SG" sz="2800" dirty="0"/>
              <a:t>The quiet waters by.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1"/>
                </a:solidFill>
              </a:rPr>
              <a:t>Thanksgiving Prayers</a:t>
            </a:r>
            <a:br>
              <a:rPr lang="en-GB" dirty="0">
                <a:solidFill>
                  <a:schemeClr val="bg1"/>
                </a:solidFill>
              </a:rPr>
            </a:b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sz="4200" dirty="0">
                <a:solidFill>
                  <a:schemeClr val="bg1"/>
                </a:solidFill>
              </a:rPr>
              <a:t>Nothing is impossible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145185" y="613695"/>
            <a:ext cx="59964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700" i="1" dirty="0">
                <a:solidFill>
                  <a:srgbClr val="C00000"/>
                </a:solidFill>
              </a:rPr>
              <a:t>Nothing is impossible when you put your trust in God,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Nothing is impossible when you’re trusting in His word;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Hearken to the voice of God to thee,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“Is there anything too hard for me?”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Then put your trust in God alone </a:t>
            </a:r>
            <a:br>
              <a:rPr lang="en-SG" sz="2700" i="1" dirty="0">
                <a:solidFill>
                  <a:srgbClr val="C00000"/>
                </a:solidFill>
              </a:rPr>
            </a:br>
            <a:r>
              <a:rPr lang="en-SG" sz="2700" i="1" dirty="0">
                <a:solidFill>
                  <a:srgbClr val="C00000"/>
                </a:solidFill>
              </a:rPr>
              <a:t>and rest upon His word,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For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, O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!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Yes,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 is possible with God!</a:t>
            </a:r>
            <a:endParaRPr lang="en-US" sz="27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27294"/>
            <a:ext cx="56175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SG" sz="2800" dirty="0"/>
            </a:br>
            <a:r>
              <a:rPr lang="en-SG" sz="2800" dirty="0"/>
              <a:t>I read in the Bible</a:t>
            </a:r>
            <a:br>
              <a:rPr lang="en-SG" sz="2800" dirty="0"/>
            </a:br>
            <a:r>
              <a:rPr lang="en-SG" sz="2800" dirty="0"/>
              <a:t>the promise of God</a:t>
            </a:r>
          </a:p>
          <a:p>
            <a:r>
              <a:rPr lang="en-SG" sz="2800" dirty="0"/>
              <a:t>That nothing for him is too hard;</a:t>
            </a:r>
          </a:p>
          <a:p>
            <a:r>
              <a:rPr lang="en-SG" sz="2800" dirty="0"/>
              <a:t>Impossible things He has promised to do</a:t>
            </a:r>
          </a:p>
          <a:p>
            <a:r>
              <a:rPr lang="en-SG" sz="2800" dirty="0"/>
              <a:t>If we faithfully trust in His word.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A7E225F-CA37-6E51-C638-4FB94C64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CC0AFAC-7E34-E9F8-A48D-10A1928B7051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538C8D-3D2E-9AFD-F184-3C4EEA30B4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91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3868-48EB-3B12-C76F-1AEA0238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BAF3B4-00AF-A8C5-2B9D-7AF1E7CD04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C9441-58C4-0675-DBDB-7021135F31E8}"/>
              </a:ext>
            </a:extLst>
          </p:cNvPr>
          <p:cNvSpPr txBox="1"/>
          <p:nvPr/>
        </p:nvSpPr>
        <p:spPr>
          <a:xfrm>
            <a:off x="145185" y="613695"/>
            <a:ext cx="59964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700" i="1" dirty="0">
                <a:solidFill>
                  <a:srgbClr val="C00000"/>
                </a:solidFill>
              </a:rPr>
              <a:t>Nothing is impossible when you put your trust in God,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Nothing is impossible when you’re trusting in His word;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Hearken to the voice of God to thee,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“Is there anything too hard for me?”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Then put your trust in God alone </a:t>
            </a:r>
            <a:br>
              <a:rPr lang="en-SG" sz="2700" i="1" dirty="0">
                <a:solidFill>
                  <a:srgbClr val="C00000"/>
                </a:solidFill>
              </a:rPr>
            </a:br>
            <a:r>
              <a:rPr lang="en-SG" sz="2700" i="1" dirty="0">
                <a:solidFill>
                  <a:srgbClr val="C00000"/>
                </a:solidFill>
              </a:rPr>
              <a:t>and rest upon His word,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For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, O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!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Yes,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 is possible with God!</a:t>
            </a:r>
            <a:endParaRPr lang="en-US" sz="2700" i="1" dirty="0">
              <a:solidFill>
                <a:srgbClr val="C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75092A-F368-F745-F498-A473FEF9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778DEA-B162-D746-F373-2973C937DD1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E4C89-972F-35E7-8277-94710FD7E1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5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9147-93FA-7366-E525-00D86ACF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9A587E-4C9D-427D-6C53-ECDB644126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AB59A-FD91-226E-DFC4-E7CBB2BCC4B1}"/>
              </a:ext>
            </a:extLst>
          </p:cNvPr>
          <p:cNvSpPr txBox="1"/>
          <p:nvPr/>
        </p:nvSpPr>
        <p:spPr>
          <a:xfrm>
            <a:off x="92763" y="727294"/>
            <a:ext cx="56175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SG" sz="2800" dirty="0"/>
            </a:br>
            <a:r>
              <a:rPr lang="en-SG" sz="2800" dirty="0"/>
              <a:t>The word of the Lord </a:t>
            </a:r>
            <a:br>
              <a:rPr lang="en-SG" sz="2800" dirty="0"/>
            </a:br>
            <a:r>
              <a:rPr lang="en-SG" sz="2800" dirty="0"/>
              <a:t>is an anchor secure</a:t>
            </a:r>
          </a:p>
          <a:p>
            <a:r>
              <a:rPr lang="en-SG" sz="2800" dirty="0"/>
              <a:t>When winds of uncertainty blow;</a:t>
            </a:r>
          </a:p>
          <a:p>
            <a:r>
              <a:rPr lang="en-SG" sz="2800" dirty="0"/>
              <a:t>Tho man in his weakness may falter and fail,</a:t>
            </a:r>
          </a:p>
          <a:p>
            <a:r>
              <a:rPr lang="en-SG" sz="2800" dirty="0"/>
              <a:t>His word will not fail us we know.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EE19E2-3AF4-24DE-2F99-B9263D28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B6DCF1-FF5D-F3FD-FDAC-192613E04681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97C4B9-11B6-99EF-DC69-A40DBDA635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37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3C39-B9AF-AB2A-48DF-85C05DEE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54E20C-F703-16D2-203E-46C6F864A0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5 of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A273C-78F2-AFD8-BEC5-B006ED3ABBF0}"/>
              </a:ext>
            </a:extLst>
          </p:cNvPr>
          <p:cNvSpPr txBox="1"/>
          <p:nvPr/>
        </p:nvSpPr>
        <p:spPr>
          <a:xfrm>
            <a:off x="145185" y="613695"/>
            <a:ext cx="59964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700" i="1" dirty="0">
                <a:solidFill>
                  <a:srgbClr val="C00000"/>
                </a:solidFill>
              </a:rPr>
              <a:t>Nothing is impossible when you put your trust in God,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Nothing is impossible when you’re trusting in His word;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Hearken to the voice of God to thee,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“Is there anything too hard for me?”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Then put your trust in God alone </a:t>
            </a:r>
            <a:br>
              <a:rPr lang="en-SG" sz="2700" i="1" dirty="0">
                <a:solidFill>
                  <a:srgbClr val="C00000"/>
                </a:solidFill>
              </a:rPr>
            </a:br>
            <a:r>
              <a:rPr lang="en-SG" sz="2700" i="1" dirty="0">
                <a:solidFill>
                  <a:srgbClr val="C00000"/>
                </a:solidFill>
              </a:rPr>
              <a:t>and rest upon His word,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For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, O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!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Yes,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 is possible with God!</a:t>
            </a:r>
            <a:endParaRPr lang="en-US" sz="2700" i="1" dirty="0">
              <a:solidFill>
                <a:srgbClr val="C00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6C526D-D5B4-8259-4647-C5752A8A2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E151E4-F1B3-9E49-C2FD-A1EEE6F25457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F132E0-8C62-1B00-E82D-F35A7C7ABD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03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C55C-3A6D-CF9A-EE06-E4976FF3C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0FE2C1-B53F-E3D9-5299-045F60CABAF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6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4B021-8B75-25F3-E8B6-912EEA2F46F3}"/>
              </a:ext>
            </a:extLst>
          </p:cNvPr>
          <p:cNvSpPr txBox="1"/>
          <p:nvPr/>
        </p:nvSpPr>
        <p:spPr>
          <a:xfrm>
            <a:off x="92763" y="727294"/>
            <a:ext cx="56175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SG" sz="2800" dirty="0"/>
            </a:br>
            <a:r>
              <a:rPr lang="en-SG" sz="2800" dirty="0"/>
              <a:t>‘All things are possible,’ </a:t>
            </a:r>
            <a:br>
              <a:rPr lang="en-SG" sz="2800" dirty="0"/>
            </a:br>
            <a:r>
              <a:rPr lang="en-SG" sz="2800" dirty="0"/>
              <a:t>this is His word.</a:t>
            </a:r>
          </a:p>
          <a:p>
            <a:r>
              <a:rPr lang="en-SG" sz="2800" dirty="0"/>
              <a:t>Receive it, ’tis written for you:</a:t>
            </a:r>
          </a:p>
          <a:p>
            <a:r>
              <a:rPr lang="en-SG" sz="2800" dirty="0"/>
              <a:t>Believe in His promises, God cannot fail,</a:t>
            </a:r>
          </a:p>
          <a:p>
            <a:r>
              <a:rPr lang="en-SG" sz="2800" dirty="0"/>
              <a:t>For what He has said, He will do.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F1A360-BDDD-1DAF-59FB-4502847D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7A1D63-BB9E-3095-07DD-1204C20AE85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C53875-A2BB-C7AA-6763-B3037B8D02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9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9120-41D9-5F49-2B1D-9C9B9779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298D80-AB12-F3BE-AC1B-B10C2C3E4C2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7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A733B-D9FF-CCB8-2F26-2BE8C1EFCA1B}"/>
              </a:ext>
            </a:extLst>
          </p:cNvPr>
          <p:cNvSpPr txBox="1"/>
          <p:nvPr/>
        </p:nvSpPr>
        <p:spPr>
          <a:xfrm>
            <a:off x="145185" y="613695"/>
            <a:ext cx="59964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700" i="1" dirty="0">
                <a:solidFill>
                  <a:srgbClr val="C00000"/>
                </a:solidFill>
              </a:rPr>
              <a:t>Nothing is impossible when you put your trust in God,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Nothing is impossible when you’re trusting in His word;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Hearken to the voice of God to thee,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“Is there anything too hard for me?”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Then put your trust in God alone </a:t>
            </a:r>
            <a:br>
              <a:rPr lang="en-SG" sz="2700" i="1" dirty="0">
                <a:solidFill>
                  <a:srgbClr val="C00000"/>
                </a:solidFill>
              </a:rPr>
            </a:br>
            <a:r>
              <a:rPr lang="en-SG" sz="2700" i="1" dirty="0">
                <a:solidFill>
                  <a:srgbClr val="C00000"/>
                </a:solidFill>
              </a:rPr>
              <a:t>and rest upon His word,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For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, O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!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Yes,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 is possible with God!</a:t>
            </a:r>
            <a:endParaRPr lang="en-US" sz="2700" i="1" dirty="0">
              <a:solidFill>
                <a:srgbClr val="C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AEB87E-9D89-8D6C-F673-C12D3021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EC1364-59CF-9D27-DD6C-3AEDCBDE1B1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DCE8E-686B-2ECA-1E42-FB027AE6C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83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240B-3131-7B72-CC48-38AE9F1F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B68CCD-2A6F-F73E-048C-B70544B458C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8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CC7B1-40FA-F754-E5EA-6AF7ABD015C7}"/>
              </a:ext>
            </a:extLst>
          </p:cNvPr>
          <p:cNvSpPr txBox="1"/>
          <p:nvPr/>
        </p:nvSpPr>
        <p:spPr>
          <a:xfrm>
            <a:off x="92763" y="727294"/>
            <a:ext cx="56175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SG" sz="2800" dirty="0"/>
            </a:br>
            <a:r>
              <a:rPr lang="en-SG" sz="2800" dirty="0"/>
              <a:t>Creator of all things, </a:t>
            </a:r>
            <a:br>
              <a:rPr lang="en-SG" sz="2800" dirty="0"/>
            </a:br>
            <a:r>
              <a:rPr lang="en-SG" sz="2800" dirty="0"/>
              <a:t>with infinite pow’r.</a:t>
            </a:r>
          </a:p>
          <a:p>
            <a:r>
              <a:rPr lang="en-SG" sz="2800" dirty="0"/>
              <a:t>He spoke! They appeared </a:t>
            </a:r>
            <a:br>
              <a:rPr lang="en-SG" sz="2800" dirty="0"/>
            </a:br>
            <a:r>
              <a:rPr lang="en-SG" sz="2800" dirty="0"/>
              <a:t>by His mouth;</a:t>
            </a:r>
          </a:p>
          <a:p>
            <a:r>
              <a:rPr lang="en-SG" sz="2800" dirty="0"/>
              <a:t>Impossible things are not known unto Him,</a:t>
            </a:r>
          </a:p>
          <a:p>
            <a:r>
              <a:rPr lang="en-SG" sz="2800" dirty="0"/>
              <a:t>He made us, He </a:t>
            </a:r>
            <a:r>
              <a:rPr lang="en-SG" sz="2800" dirty="0" err="1"/>
              <a:t>ruleth</a:t>
            </a:r>
            <a:r>
              <a:rPr lang="en-SG" sz="2800" dirty="0"/>
              <a:t> the earth.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0F2CDC-CBA4-DACF-EC57-35177F29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20BC4B-8411-DC72-7AD0-C8E09D60B21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C3011A-7239-5458-06FA-28D6860F8C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7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0CF6-F91C-45A7-0CBD-CA33B30B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77B2CB-CB7A-746E-D893-DBF7EE5164C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9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DEBFE-3266-15B5-E14F-23A0CD8E0515}"/>
              </a:ext>
            </a:extLst>
          </p:cNvPr>
          <p:cNvSpPr txBox="1"/>
          <p:nvPr/>
        </p:nvSpPr>
        <p:spPr>
          <a:xfrm>
            <a:off x="145185" y="613695"/>
            <a:ext cx="59964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700" i="1" dirty="0">
                <a:solidFill>
                  <a:srgbClr val="C00000"/>
                </a:solidFill>
              </a:rPr>
              <a:t>Nothing is impossible when you put your trust in God,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Nothing is impossible when you’re trusting in His word;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Hearken to the voice of God to thee,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“Is there anything too hard for me?”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Then put your trust in God alone </a:t>
            </a:r>
            <a:br>
              <a:rPr lang="en-SG" sz="2700" i="1" dirty="0">
                <a:solidFill>
                  <a:srgbClr val="C00000"/>
                </a:solidFill>
              </a:rPr>
            </a:br>
            <a:r>
              <a:rPr lang="en-SG" sz="2700" i="1" dirty="0">
                <a:solidFill>
                  <a:srgbClr val="C00000"/>
                </a:solidFill>
              </a:rPr>
              <a:t>and rest upon His word,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For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, O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!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Yes, </a:t>
            </a:r>
            <a:r>
              <a:rPr lang="en-SG" sz="2700" i="1" dirty="0" err="1">
                <a:solidFill>
                  <a:srgbClr val="C00000"/>
                </a:solidFill>
              </a:rPr>
              <a:t>ev’rything</a:t>
            </a:r>
            <a:r>
              <a:rPr lang="en-SG" sz="2700" i="1" dirty="0">
                <a:solidFill>
                  <a:srgbClr val="C00000"/>
                </a:solidFill>
              </a:rPr>
              <a:t> is possible with God!</a:t>
            </a:r>
            <a:endParaRPr lang="en-US" sz="2700" i="1" dirty="0">
              <a:solidFill>
                <a:srgbClr val="C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3127D3-CCFF-754A-F504-24F86D9A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Offertory – Nothing is impossible</a:t>
            </a:r>
            <a:br>
              <a:rPr lang="en-GB" dirty="0"/>
            </a:b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C6F63D-F573-1B13-348B-36320A005BFA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89A098-D3B0-19D8-7ACD-BDD813885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1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Lord Jesus think on me v1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purge away my sin;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From earthborn passions set me free,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make me pure within.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Jesus Christ who restores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Lord Jesus think on me </a:t>
            </a:r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52282" y="887505"/>
            <a:ext cx="62394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purge away my sin;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from earth-born passions set me free,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make me pure within.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Lord Jesus think on me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DBF89-58BA-EE9F-AD42-B4C6EE879FD8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amid the battle’s strife.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all my pain and misery,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 Thou my health and life.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Lord Jesus think on me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6773-228B-0DC4-FAD1-E1D30D2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6088-45F5-CEE8-C6B2-F394D9E570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B54C-990B-EAF8-9FB4-0FD8328117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E78ED-D212-D715-8745-F23550920BF2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nor let me go astray;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through darkness and perplexity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point Thou the heav'nly way.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9D0223-DDE2-A728-CEDA-54881601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Lord Jesus think on me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89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14B4-9AFD-21A1-55A9-7508E93A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3903-3FC6-EB9C-01ED-354DD191F2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76782-D4A7-0A5A-7032-7447694DB20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109A3-6683-1D70-4355-307F6E396EE6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that, when this life is past,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may the eternal brightness see,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share Thy joy at last.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480F0-5C85-E17D-1A8A-F1B13888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Lord Jesus think on me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044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873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46574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Blessed assurance—Jesus is mine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what a foretaste of glory divine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Heir of salvation, purchase of God;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Born of His Spirit, washed in His blood.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873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5D098-6B90-D9CD-4980-73D67EEE7741}"/>
              </a:ext>
            </a:extLst>
          </p:cNvPr>
          <p:cNvSpPr/>
          <p:nvPr/>
        </p:nvSpPr>
        <p:spPr>
          <a:xfrm>
            <a:off x="1452282" y="887505"/>
            <a:ext cx="6239435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my story, this is my song, Praising my Saviour all the day long;</a:t>
            </a: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my story, this is my song,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Praising my Saviour all the day long.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873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46574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Perfect submission, perfect delight,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Visions of rapture burst on my sight;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Angels descending, bring from above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Echoes of mercy, whispers of love.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873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F916-AD49-A221-D7F7-5F92C3E0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936EC-326B-D8F5-240D-6A056D7825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65175-97D1-9C95-CB24-5560FEE77F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4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20C08D-13B1-4F34-A99E-AF3AC5E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873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E94333-E6F9-8798-4EBB-6409B2715656}"/>
              </a:ext>
            </a:extLst>
          </p:cNvPr>
          <p:cNvSpPr/>
          <p:nvPr/>
        </p:nvSpPr>
        <p:spPr>
          <a:xfrm>
            <a:off x="1452282" y="887505"/>
            <a:ext cx="6239435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my story, this is my song, Praising my Saviour all the day long;</a:t>
            </a: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my story, this is my song,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Praising my Saviour all the day long.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730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6E297-1ADC-5926-D07E-F5F3B6CBE8EA}"/>
              </a:ext>
            </a:extLst>
          </p:cNvPr>
          <p:cNvSpPr/>
          <p:nvPr/>
        </p:nvSpPr>
        <p:spPr>
          <a:xfrm>
            <a:off x="1452282" y="887505"/>
            <a:ext cx="729886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Perfect submission, all is at rest,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in my Saviour am happy and blest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Watching and waiting, looking above,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Filled with His goodness, lost in His love.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873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38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64D4-EDC5-7B1E-9670-AA1B880E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4D3F5-FA9A-9E2F-C2EE-CA9B3E5694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ACB1-BCB9-0D04-EA60-BB453AE98E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6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E0E519-EF6F-C114-0D3F-F15BAC2C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873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7B15A4-1E5E-9CBC-802E-39C81FA1A8A1}"/>
              </a:ext>
            </a:extLst>
          </p:cNvPr>
          <p:cNvSpPr/>
          <p:nvPr/>
        </p:nvSpPr>
        <p:spPr>
          <a:xfrm>
            <a:off x="1452282" y="887505"/>
            <a:ext cx="6239435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my story, this is my song, Praising my Saviour all the day long;</a:t>
            </a: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my story, this is my song,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Praising my Saviour all the day long.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74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There's not a friend like the lowly Jesus,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None else could heal all our soul’s diseases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4147-BC16-1D9E-EADC-83B3C608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4F033-1FDA-7488-2683-C23AB0566E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E2640-012B-C474-2DF3-489B41ACA35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8663A-BCB0-38DA-7E9E-2F29455B3444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knows all about our struggles,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will guide till the day is done;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There's not a friend like the lowly Jesus,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No, not one ! no, not one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D2FB7A-D371-B188-0F99-A7C39EE3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70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 friend like Him is so high and holy,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yet no friend is so meek and lowly,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691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34A3-C1FD-E453-7873-D4B8624E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7B80E-BA8B-D6D8-F14F-A007255719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15793-058C-77D8-4C25-4611300EEA4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C9A87-EF6D-8164-EFD4-461C51994179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knows all about our struggles,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will guide till the day is done;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There's not a friend like the lowly Jesus,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No, not one ! no, not one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142B188-AD6D-EEB9-C8DA-15D5F9A6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4720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096E-959C-5645-20DC-DFB96341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71A0-46D7-277D-817B-090936097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93030-CC76-61CF-F7F5-DC6A9C28DB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5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B8FA0-9883-25CB-4F0E-617DCF91BB8C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There's not an hour that He is not near 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 night so dark but His love can cheer 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938F6E-BF3A-A165-D6A8-EB61166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61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3686-F7EE-6EFD-DD44-A153E6A0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F118-F587-161D-6E59-0887EDCBF5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634CA-0A7C-6AF5-4F2A-6456158EC9E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6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6D11C-16CF-0C96-DE99-7EB83B804DA3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knows all about our struggles,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will guide till the day is done;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There's not a friend like the lowly Jesus,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No, not one ! no, not one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1EE61CF-5FAA-6597-D8B9-D5CC5DDD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513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7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Did ever saint find this Friend forsake him?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Or sinner find that He would not take him 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7629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C9AB-06F1-20AC-1242-5E579DF8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AB7A6-446E-971B-3DE2-A5D22CDF65D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41E28-1D01-5841-28D6-7AB832F3626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8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21F84B-6901-275A-DCA4-2767D86EC559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knows all about our struggles,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will guide till the day is done;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There's not a friend like the lowly Jesus,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No, not one ! no, not one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B00232-2F49-1787-99A4-7CD99994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021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C535-74F3-35D9-AF6E-E4313488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8C761-D129-3C10-421D-BE7D3D6E360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8C82E-A705-7075-3603-6C358B3FA3C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9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37FA2-E346-C557-E881-84137E60DADD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Was e'er a gift like the Saviour given 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Will He refuse us a home in heaven 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No, not one ! no, not one 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2202D9-372C-BCED-7B72-E6BEBAED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789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5464-8923-D3F2-1EE4-25CF2FAD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D44A2-F743-F838-0996-72168D53726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FBB92-3F86-E153-8F73-CECF6D0CF1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10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E9949-D4D7-6D9B-8473-DB5FA4BAE83B}"/>
              </a:ext>
            </a:extLst>
          </p:cNvPr>
          <p:cNvSpPr/>
          <p:nvPr/>
        </p:nvSpPr>
        <p:spPr>
          <a:xfrm>
            <a:off x="1452282" y="887505"/>
            <a:ext cx="7082118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knows all about our struggles,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will guide till the day is done;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There's not a friend like the lowly Jesus,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No, not one ! no, not one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E7E3F9-C446-C7D6-05C0-0CB91E763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6758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we walk with the Lord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light of His Word,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a glory He sheds on our way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we do His good will.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abides with us still,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with all who will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02316-E05D-227B-5A51-3DD2486C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11B9B-009B-0837-F92D-7CDF9DD22D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1ECC5-BD3C-B57A-DACD-1745E3DDFE8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FABB9-DDC8-08D9-7FF4-F2EB85DD6562}"/>
              </a:ext>
            </a:extLst>
          </p:cNvPr>
          <p:cNvSpPr/>
          <p:nvPr/>
        </p:nvSpPr>
        <p:spPr>
          <a:xfrm>
            <a:off x="1168648" y="887505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948AAAB-A44F-872E-F738-455ECC0E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3482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4F14-9D16-4702-9980-46B7E40D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CA51-4C71-35AE-5D62-0FA715297A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AF5C5-7412-A8FE-2588-51A30201C2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DD572-F7CE-4B35-777E-441CADC15C96}"/>
              </a:ext>
            </a:extLst>
          </p:cNvPr>
          <p:cNvSpPr/>
          <p:nvPr/>
        </p:nvSpPr>
        <p:spPr>
          <a:xfrm>
            <a:off x="1168648" y="88750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shadow can rise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cloud in the skies,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His smile quickly drives it away;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doubt nor a fear,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sigh nor a tear,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Can abide while we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7CFB89-94A1-F843-D725-40E9739B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0363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941B-F38C-DD2C-9DB6-AE94E2F7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DBE70-E939-7BAA-8DA5-FF56CD609FF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0E534-1966-B6C8-A77B-B1631F8C8C6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638FE-1BA6-3AE6-5469-6BB91DD0C717}"/>
              </a:ext>
            </a:extLst>
          </p:cNvPr>
          <p:cNvSpPr/>
          <p:nvPr/>
        </p:nvSpPr>
        <p:spPr>
          <a:xfrm>
            <a:off x="1168648" y="887505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5E456B9-1384-806E-AB64-5849E93F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701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9744-C999-A2D6-3D4B-5C78692F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70AE6-0302-526D-588A-92D5549D58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10DDB-327F-A48E-27F6-2C3763F072D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5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F715C-DF26-6B27-D305-BB29B592DE10}"/>
              </a:ext>
            </a:extLst>
          </p:cNvPr>
          <p:cNvSpPr/>
          <p:nvPr/>
        </p:nvSpPr>
        <p:spPr>
          <a:xfrm>
            <a:off x="1168648" y="88750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burden we bear,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sorrow we share,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our toil He doth richly repay;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grief nor a loss,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frown nor a cross,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is blest if we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B44459-0EBC-46CD-8EB0-10F3C850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673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43FC-0A8A-DFC3-FD53-92A2FAED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47137-0FE3-9D8C-653F-2A939BD3812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836E2-C7B9-B122-13AE-6A42BE8C316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6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0F1982-F298-30A1-841F-2605DC98EFBA}"/>
              </a:ext>
            </a:extLst>
          </p:cNvPr>
          <p:cNvSpPr/>
          <p:nvPr/>
        </p:nvSpPr>
        <p:spPr>
          <a:xfrm>
            <a:off x="1168648" y="887505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E82536-28D7-5BD9-E2C4-B03AB736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8783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5820-49B5-38EB-61FF-8047E67F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0AD5C-B39A-56F0-ECCC-5311F0A9D6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8E3A1-017F-36C6-97FC-A4BE6274AA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7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1AC47-20E5-F039-D68F-2FAC1542057F}"/>
              </a:ext>
            </a:extLst>
          </p:cNvPr>
          <p:cNvSpPr/>
          <p:nvPr/>
        </p:nvSpPr>
        <p:spPr>
          <a:xfrm>
            <a:off x="1168648" y="88750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we never can prove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delights of His love,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Until all on the altar we lay;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the favour He shows,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the joy He bestows,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Are for them who will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825359-473D-7669-D501-728A711B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205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651F-2B82-BC56-8495-A833D9B3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CD589-8B9E-C7BC-ECA3-AF288CF10D6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16817-8D17-B05C-E937-1EA161D2A92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8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DB925-0005-EAE7-40FE-765B37AB0DA8}"/>
              </a:ext>
            </a:extLst>
          </p:cNvPr>
          <p:cNvSpPr/>
          <p:nvPr/>
        </p:nvSpPr>
        <p:spPr>
          <a:xfrm>
            <a:off x="1168648" y="887505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31306E-400F-EE83-ED7A-DEF679B2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6200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0D623-5077-FD8F-B01C-9185B588A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6CEAD-23B1-49AD-6F1D-09E3B091121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7B3AD-E071-7523-0C54-8C30D0E4F6C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9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E28A4D-5453-C7AC-08E4-A2C61CA1E07F}"/>
              </a:ext>
            </a:extLst>
          </p:cNvPr>
          <p:cNvSpPr/>
          <p:nvPr/>
        </p:nvSpPr>
        <p:spPr>
          <a:xfrm>
            <a:off x="1168648" y="88750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Then in fellowship sweet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will sit at His feet,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Or we'll walk by His side in the way;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He says we will do,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He sends we will go,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Never fear, only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B587519-B222-B92C-8CEB-AF1C26AFF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2550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08BD-715B-7E79-8653-F748A890A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31420-4D45-A7A3-24E9-C291C02D5CE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16648-9ECB-823C-7C8D-BAA8E71E3CF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10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74809-4A7E-C349-99D6-8159F0FE9699}"/>
              </a:ext>
            </a:extLst>
          </p:cNvPr>
          <p:cNvSpPr/>
          <p:nvPr/>
        </p:nvSpPr>
        <p:spPr>
          <a:xfrm>
            <a:off x="1168648" y="887505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229975-CE91-961A-7994-CF8CEE0B6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8909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194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1168648" y="887505"/>
            <a:ext cx="750700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Holy Spirit, faithful Guide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Ever near the Christian's side,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Gently lead us by the hand,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Pilgrims in a desert land;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Weary souls for aye rejoice,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they hear that sweetest voice,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Whisp'ring softly, "Wanderer, come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Follow me, I'll guide thee home !"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194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Ever present, truest Friend,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Ever near, Thine aid to lend,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Leave us not to doubt and fear,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Groping on in darkness drear: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the storms are raging sore,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Hearts grow faint, and hopes give o'er,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Whisper softly, " Wanderer, come!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Follow Me, I'll guide thee home !"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194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our days of toil shall cease,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Waiting still for sweet release.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Nothing left but heaven and prayer,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Trusting that our names are there,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Wading deep the dismal flood,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Pleading naught but Jesus' blood;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Whisper softly, "Wanderer, come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Follow Me, I'll guide thee home !"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194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019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562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2780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Lord's my Shepherd,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I'll not want 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makes me down to lie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pastures green ; He leadeth me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quiet waters by</a:t>
            </a: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562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soul He doth restore again;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me to walk doth make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Within the paths of righteousness,</a:t>
            </a:r>
          </a:p>
          <a:p>
            <a:pPr algn="ctr">
              <a:spcAft>
                <a:spcPts val="400"/>
              </a:spcAft>
            </a:pP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Ev'n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for His own name's sake.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562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FE196-852C-EF4A-5C89-8F84C628F6D8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Yea, though I walk in death's dark vale,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Yet will I fear none ill;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Thou art with me ; and Thy rod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staff me comfort still.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562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602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table Thou hast furnished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presence of my foes;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head Thou dost with oil anoint,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my cup overflows.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562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0530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74317-1A2E-51B8-5F40-2F5B431D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55DD6-620A-5F7D-B536-4028DB653D8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5A8F2-C9C5-DA27-04E6-BA8F4138FBC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7296E-5EF5-E079-F5A9-FE800A3919F5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Goodness and mercy all my life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Shall surely follow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in God's house for evermore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dwelling-place shall be.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D84A13-CC2F-C326-487C-46B54402B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562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4155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Jesus Christ who restores</a:t>
            </a: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Lord dismiss us v1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Lord dismiss us v1 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SG" sz="2800" dirty="0"/>
            </a:br>
            <a:r>
              <a:rPr lang="en-SG" sz="2800" dirty="0"/>
              <a:t>Lord, dismiss us with your blessing;</a:t>
            </a:r>
          </a:p>
          <a:p>
            <a:pPr algn="ctr"/>
            <a:r>
              <a:rPr lang="en-SG" sz="2800" dirty="0"/>
              <a:t>fill our hearts with joy and peace.</a:t>
            </a:r>
          </a:p>
          <a:p>
            <a:pPr algn="ctr"/>
            <a:r>
              <a:rPr lang="en-SG" sz="2800" dirty="0"/>
              <a:t>Let us each, your love possessing,</a:t>
            </a:r>
          </a:p>
          <a:p>
            <a:pPr algn="ctr"/>
            <a:r>
              <a:rPr lang="en-SG" sz="2800" dirty="0"/>
              <a:t>triumph in redeeming grace.</a:t>
            </a:r>
          </a:p>
          <a:p>
            <a:pPr algn="ctr"/>
            <a:r>
              <a:rPr lang="en-SG" sz="2800" dirty="0"/>
              <a:t>O refresh us, O refresh us,</a:t>
            </a:r>
          </a:p>
          <a:p>
            <a:pPr algn="ctr"/>
            <a:r>
              <a:rPr lang="en-SG" sz="2800" dirty="0"/>
              <a:t>trav'ling through this wilderness.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Jesus Christ who restores</a:t>
            </a: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</TotalTime>
  <Words>2889</Words>
  <Application>Microsoft Office PowerPoint</Application>
  <PresentationFormat>On-screen Show (16:9)</PresentationFormat>
  <Paragraphs>465</Paragraphs>
  <Slides>74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All hail the power</vt:lpstr>
      <vt:lpstr>Opening Hymn – All hail the power</vt:lpstr>
      <vt:lpstr>Opening Hymn – All hail the power</vt:lpstr>
      <vt:lpstr>Opening Hymn – All hail the power</vt:lpstr>
      <vt:lpstr>PowerPoint Presentation</vt:lpstr>
      <vt:lpstr>PowerPoint Presentation</vt:lpstr>
      <vt:lpstr>Birthday Thanksgiving – Song No. 562 v1</vt:lpstr>
      <vt:lpstr>PowerPoint Presentation</vt:lpstr>
      <vt:lpstr>PowerPoint Presentation</vt:lpstr>
      <vt:lpstr> Offertory – Nothing is impossible </vt:lpstr>
      <vt:lpstr> Offertory – Nothing is impossible </vt:lpstr>
      <vt:lpstr> Offertory – Nothing is impossible </vt:lpstr>
      <vt:lpstr> Offertory – Nothing is impossible </vt:lpstr>
      <vt:lpstr> Offertory – Nothing is impossible </vt:lpstr>
      <vt:lpstr> Offertory – Nothing is impossible </vt:lpstr>
      <vt:lpstr> Offertory – Nothing is impossible </vt:lpstr>
      <vt:lpstr> Offertory – Nothing is impossible </vt:lpstr>
      <vt:lpstr> Offertory – Nothing is impossible </vt:lpstr>
      <vt:lpstr>PowerPoint Presentation</vt:lpstr>
      <vt:lpstr>PowerPoint Presentation</vt:lpstr>
      <vt:lpstr>PowerPoint Presentation</vt:lpstr>
      <vt:lpstr>Confession – Lord Jesus think on me v1</vt:lpstr>
      <vt:lpstr>PowerPoint Presentation</vt:lpstr>
      <vt:lpstr> Holy Communion – Lord Jesus think on me  </vt:lpstr>
      <vt:lpstr>Holy Communion- Lord Jesus think on me</vt:lpstr>
      <vt:lpstr>Holy Communion- Lord Jesus think on me</vt:lpstr>
      <vt:lpstr>Holy Communion- Lord Jesus think on me</vt:lpstr>
      <vt:lpstr>Holy Communion- Lord Jesus think on me</vt:lpstr>
      <vt:lpstr>Holy Communion- Song no: 873 </vt:lpstr>
      <vt:lpstr>Holy Communion- Song no: 873 </vt:lpstr>
      <vt:lpstr>Holy Communion- Song no: 873 </vt:lpstr>
      <vt:lpstr>Holy Communion- Song no: 873 </vt:lpstr>
      <vt:lpstr>Holy Communion- Song no: 873 </vt:lpstr>
      <vt:lpstr>Holy Communion- Song no: 873 </vt:lpstr>
      <vt:lpstr>Holy Communion- Song no: 873 </vt:lpstr>
      <vt:lpstr>Holy Communion- Song no: 904</vt:lpstr>
      <vt:lpstr>Holy Communion- Song no: 904</vt:lpstr>
      <vt:lpstr>Holy Communion- Song no: 904</vt:lpstr>
      <vt:lpstr>Holy Communion- Song no: 904</vt:lpstr>
      <vt:lpstr>Holy Communion- Song no: 904</vt:lpstr>
      <vt:lpstr>Holy Communion- Song no: 904</vt:lpstr>
      <vt:lpstr>Holy Communion- Song no: 904</vt:lpstr>
      <vt:lpstr>Holy Communion- Song no: 904</vt:lpstr>
      <vt:lpstr>Holy Communion- Song no: 904</vt:lpstr>
      <vt:lpstr>Holy Communion- Song no: 904</vt:lpstr>
      <vt:lpstr>Holy Communion- Song no: 904</vt:lpstr>
      <vt:lpstr>Holy Communion- Song no: 642</vt:lpstr>
      <vt:lpstr>Holy Communion- Song no: 642</vt:lpstr>
      <vt:lpstr>Holy Communion- Song no: 642</vt:lpstr>
      <vt:lpstr>Holy Communion- Song no: 642</vt:lpstr>
      <vt:lpstr>Holy Communion- Song no: 642</vt:lpstr>
      <vt:lpstr>Holy Communion- Song no: 642</vt:lpstr>
      <vt:lpstr>Holy Communion- Song no: 642</vt:lpstr>
      <vt:lpstr>Holy Communion- Song no: 642</vt:lpstr>
      <vt:lpstr>Holy Communion- Song no: 642</vt:lpstr>
      <vt:lpstr>Holy Communion- Song no: 642</vt:lpstr>
      <vt:lpstr>Holy Communion- Song no: 642</vt:lpstr>
      <vt:lpstr>Holy Communion- Song no: 194 </vt:lpstr>
      <vt:lpstr>Holy Communion- Song no: 194 </vt:lpstr>
      <vt:lpstr>Holy Communion- Song no: 194 </vt:lpstr>
      <vt:lpstr>Holy Communion- Song no: 194 </vt:lpstr>
      <vt:lpstr>Holy Communion- Song no: 562 </vt:lpstr>
      <vt:lpstr>Holy Communion- Song no: 562 </vt:lpstr>
      <vt:lpstr>Holy Communion- Song no: 562 </vt:lpstr>
      <vt:lpstr>Holy Communion- Song no: 562 </vt:lpstr>
      <vt:lpstr>Holy Communion- Song no: 562 </vt:lpstr>
      <vt:lpstr>Holy Communion- Song no: 562 </vt:lpstr>
      <vt:lpstr>PowerPoint Presentation</vt:lpstr>
      <vt:lpstr>PowerPoint Presentation</vt:lpstr>
      <vt:lpstr>PowerPoint Presentation</vt:lpstr>
      <vt:lpstr>Closing Hymn – Lord dismiss us v1 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1638</cp:revision>
  <dcterms:created xsi:type="dcterms:W3CDTF">2020-09-02T02:55:07Z</dcterms:created>
  <dcterms:modified xsi:type="dcterms:W3CDTF">2024-04-13T07:19:44Z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