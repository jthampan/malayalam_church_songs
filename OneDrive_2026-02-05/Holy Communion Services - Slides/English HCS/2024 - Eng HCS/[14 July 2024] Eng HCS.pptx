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95"/>
  </p:notesMasterIdLst>
  <p:sldIdLst>
    <p:sldId id="811" r:id="rId7"/>
    <p:sldId id="1492" r:id="rId8"/>
    <p:sldId id="1493" r:id="rId9"/>
    <p:sldId id="1495" r:id="rId10"/>
    <p:sldId id="1533" r:id="rId11"/>
    <p:sldId id="813" r:id="rId12"/>
    <p:sldId id="859" r:id="rId13"/>
    <p:sldId id="1472" r:id="rId14"/>
    <p:sldId id="1473" r:id="rId15"/>
    <p:sldId id="1474" r:id="rId16"/>
    <p:sldId id="1298" r:id="rId17"/>
    <p:sldId id="821" r:id="rId18"/>
    <p:sldId id="851" r:id="rId19"/>
    <p:sldId id="1320" r:id="rId20"/>
    <p:sldId id="1318" r:id="rId21"/>
    <p:sldId id="822" r:id="rId22"/>
    <p:sldId id="1393" r:id="rId23"/>
    <p:sldId id="1431" r:id="rId24"/>
    <p:sldId id="1432" r:id="rId25"/>
    <p:sldId id="1324" r:id="rId26"/>
    <p:sldId id="823" r:id="rId27"/>
    <p:sldId id="824" r:id="rId28"/>
    <p:sldId id="1277" r:id="rId29"/>
    <p:sldId id="825" r:id="rId30"/>
    <p:sldId id="1388" r:id="rId31"/>
    <p:sldId id="1438" r:id="rId32"/>
    <p:sldId id="1439" r:id="rId33"/>
    <p:sldId id="1440" r:id="rId34"/>
    <p:sldId id="1441" r:id="rId35"/>
    <p:sldId id="949" r:id="rId36"/>
    <p:sldId id="1401" r:id="rId37"/>
    <p:sldId id="1442" r:id="rId38"/>
    <p:sldId id="1443" r:id="rId39"/>
    <p:sldId id="1444" r:id="rId40"/>
    <p:sldId id="1445" r:id="rId41"/>
    <p:sldId id="1446" r:id="rId42"/>
    <p:sldId id="1405" r:id="rId43"/>
    <p:sldId id="1406" r:id="rId44"/>
    <p:sldId id="1447" r:id="rId45"/>
    <p:sldId id="1448" r:id="rId46"/>
    <p:sldId id="1449" r:id="rId47"/>
    <p:sldId id="1411" r:id="rId48"/>
    <p:sldId id="1412" r:id="rId49"/>
    <p:sldId id="1456" r:id="rId50"/>
    <p:sldId id="1457" r:id="rId51"/>
    <p:sldId id="1458" r:id="rId52"/>
    <p:sldId id="1459" r:id="rId53"/>
    <p:sldId id="1416" r:id="rId54"/>
    <p:sldId id="1465" r:id="rId55"/>
    <p:sldId id="1466" r:id="rId56"/>
    <p:sldId id="1467" r:id="rId57"/>
    <p:sldId id="1480" r:id="rId58"/>
    <p:sldId id="1481" r:id="rId59"/>
    <p:sldId id="1421" r:id="rId60"/>
    <p:sldId id="1422" r:id="rId61"/>
    <p:sldId id="1468" r:id="rId62"/>
    <p:sldId id="1469" r:id="rId63"/>
    <p:sldId id="1482" r:id="rId64"/>
    <p:sldId id="1483" r:id="rId65"/>
    <p:sldId id="1484" r:id="rId66"/>
    <p:sldId id="1486" r:id="rId67"/>
    <p:sldId id="1485" r:id="rId68"/>
    <p:sldId id="1487" r:id="rId69"/>
    <p:sldId id="1488" r:id="rId70"/>
    <p:sldId id="1489" r:id="rId71"/>
    <p:sldId id="1490" r:id="rId72"/>
    <p:sldId id="1259" r:id="rId73"/>
    <p:sldId id="820" r:id="rId74"/>
    <p:sldId id="1201" r:id="rId75"/>
    <p:sldId id="858" r:id="rId76"/>
    <p:sldId id="829" r:id="rId77"/>
    <p:sldId id="1491" r:id="rId78"/>
    <p:sldId id="1475" r:id="rId79"/>
    <p:sldId id="1476" r:id="rId80"/>
    <p:sldId id="1496" r:id="rId81"/>
    <p:sldId id="1499" r:id="rId82"/>
    <p:sldId id="1532" r:id="rId83"/>
    <p:sldId id="1501" r:id="rId84"/>
    <p:sldId id="1506" r:id="rId85"/>
    <p:sldId id="1507" r:id="rId86"/>
    <p:sldId id="1508" r:id="rId87"/>
    <p:sldId id="1509" r:id="rId88"/>
    <p:sldId id="1530" r:id="rId89"/>
    <p:sldId id="1531" r:id="rId90"/>
    <p:sldId id="1477" r:id="rId91"/>
    <p:sldId id="1527" r:id="rId92"/>
    <p:sldId id="1528" r:id="rId93"/>
    <p:sldId id="1479" r:id="rId94"/>
  </p:sldIdLst>
  <p:sldSz cx="9144000" cy="5143500" type="screen16x9"/>
  <p:notesSz cx="6858000" cy="9144000"/>
  <p:custDataLst>
    <p:tags r:id="rId9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LY QURBANA" id="{5BABF9FD-0A8C-4B97-B4E0-2DA576C72611}">
          <p14:sldIdLst>
            <p14:sldId id="811"/>
            <p14:sldId id="1492"/>
            <p14:sldId id="1493"/>
            <p14:sldId id="1495"/>
            <p14:sldId id="1533"/>
            <p14:sldId id="813"/>
            <p14:sldId id="859"/>
            <p14:sldId id="1472"/>
            <p14:sldId id="1473"/>
            <p14:sldId id="1474"/>
            <p14:sldId id="1298"/>
            <p14:sldId id="821"/>
            <p14:sldId id="851"/>
            <p14:sldId id="1320"/>
            <p14:sldId id="1318"/>
            <p14:sldId id="822"/>
            <p14:sldId id="1393"/>
            <p14:sldId id="1431"/>
            <p14:sldId id="1432"/>
            <p14:sldId id="1324"/>
            <p14:sldId id="823"/>
            <p14:sldId id="824"/>
            <p14:sldId id="1277"/>
            <p14:sldId id="825"/>
            <p14:sldId id="1388"/>
            <p14:sldId id="1438"/>
            <p14:sldId id="1439"/>
            <p14:sldId id="1440"/>
            <p14:sldId id="1441"/>
            <p14:sldId id="949"/>
            <p14:sldId id="1401"/>
            <p14:sldId id="1442"/>
            <p14:sldId id="1443"/>
            <p14:sldId id="1444"/>
            <p14:sldId id="1445"/>
            <p14:sldId id="1446"/>
            <p14:sldId id="1405"/>
            <p14:sldId id="1406"/>
            <p14:sldId id="1447"/>
            <p14:sldId id="1448"/>
            <p14:sldId id="1449"/>
            <p14:sldId id="1411"/>
            <p14:sldId id="1412"/>
            <p14:sldId id="1456"/>
            <p14:sldId id="1457"/>
            <p14:sldId id="1458"/>
            <p14:sldId id="1459"/>
            <p14:sldId id="1416"/>
            <p14:sldId id="1465"/>
            <p14:sldId id="1466"/>
            <p14:sldId id="1467"/>
            <p14:sldId id="1480"/>
            <p14:sldId id="1481"/>
            <p14:sldId id="1421"/>
            <p14:sldId id="1422"/>
            <p14:sldId id="1468"/>
            <p14:sldId id="1469"/>
            <p14:sldId id="1482"/>
            <p14:sldId id="1483"/>
            <p14:sldId id="1484"/>
            <p14:sldId id="1486"/>
            <p14:sldId id="1485"/>
            <p14:sldId id="1487"/>
            <p14:sldId id="1488"/>
            <p14:sldId id="1489"/>
            <p14:sldId id="1490"/>
            <p14:sldId id="1259"/>
            <p14:sldId id="820"/>
            <p14:sldId id="1201"/>
            <p14:sldId id="858"/>
            <p14:sldId id="829"/>
          </p14:sldIdLst>
        </p14:section>
        <p14:section name="PARISH DAY MEETING" id="{6D220213-91AE-408B-9767-0A59DAF27FAF}">
          <p14:sldIdLst>
            <p14:sldId id="1491"/>
            <p14:sldId id="1475"/>
            <p14:sldId id="1476"/>
            <p14:sldId id="1496"/>
            <p14:sldId id="1499"/>
            <p14:sldId id="1532"/>
            <p14:sldId id="1501"/>
            <p14:sldId id="1506"/>
            <p14:sldId id="1507"/>
            <p14:sldId id="1508"/>
            <p14:sldId id="1509"/>
            <p14:sldId id="1530"/>
            <p14:sldId id="1531"/>
            <p14:sldId id="1477"/>
            <p14:sldId id="1527"/>
            <p14:sldId id="1528"/>
            <p14:sldId id="14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5562"/>
    <a:srgbClr val="B6807C"/>
    <a:srgbClr val="AE7C76"/>
    <a:srgbClr val="A1889D"/>
    <a:srgbClr val="731A02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4B6091-0FE2-4A82-82A8-DBB861E37827}" v="79" dt="2024-07-12T04:59:03.289"/>
    <p1510:client id="{1854C442-6617-443D-A333-04D729ED8D3B}" v="168" dt="2024-07-13T00:44:17.648"/>
    <p1510:client id="{F68B55A1-085D-4FE8-88BA-9CBD5209A84B}" v="224" dt="2024-07-13T00:32:52.3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18" autoAdjust="0"/>
    <p:restoredTop sz="94660"/>
  </p:normalViewPr>
  <p:slideViewPr>
    <p:cSldViewPr snapToGrid="0">
      <p:cViewPr varScale="1">
        <p:scale>
          <a:sx n="198" d="100"/>
          <a:sy n="198" d="100"/>
        </p:scale>
        <p:origin x="618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102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4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103" Type="http://schemas.microsoft.com/office/2015/10/relationships/revisionInfo" Target="revisionInfo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91" Type="http://schemas.openxmlformats.org/officeDocument/2006/relationships/slide" Target="slides/slide85.xml"/><Relationship Id="rId96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commentAuthors" Target="commentAuthors.xml"/><Relationship Id="rId104" Type="http://schemas.microsoft.com/office/2018/10/relationships/authors" Target="author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theme" Target="theme/theme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slide" Target="slides/slide87.xml"/><Relationship Id="rId98" Type="http://schemas.openxmlformats.org/officeDocument/2006/relationships/presProps" Target="presProps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 Mohan" userId="7f6a9fc7-46b4-4eac-90cd-058eb48f67de" providerId="ADAL" clId="{5005AFAF-1EC3-4C50-B3C8-4822698C752D}"/>
    <pc:docChg chg="undo redo custSel modSld">
      <pc:chgData name="Rosmin Elsa Mohan" userId="7f6a9fc7-46b4-4eac-90cd-058eb48f67de" providerId="ADAL" clId="{5005AFAF-1EC3-4C50-B3C8-4822698C752D}" dt="2024-05-07T03:24:59.464" v="96" actId="1076"/>
      <pc:docMkLst>
        <pc:docMk/>
      </pc:docMkLst>
      <pc:sldChg chg="modSp mod">
        <pc:chgData name="Rosmin Elsa Mohan" userId="7f6a9fc7-46b4-4eac-90cd-058eb48f67de" providerId="ADAL" clId="{5005AFAF-1EC3-4C50-B3C8-4822698C752D}" dt="2024-05-07T03:17:38.378" v="6" actId="20577"/>
        <pc:sldMkLst>
          <pc:docMk/>
          <pc:sldMk cId="4206118844" sldId="811"/>
        </pc:sldMkLst>
        <pc:spChg chg="mod">
          <ac:chgData name="Rosmin Elsa Mohan" userId="7f6a9fc7-46b4-4eac-90cd-058eb48f67de" providerId="ADAL" clId="{5005AFAF-1EC3-4C50-B3C8-4822698C752D}" dt="2024-05-07T03:17:38.378" v="6" actId="20577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 Mohan" userId="7f6a9fc7-46b4-4eac-90cd-058eb48f67de" providerId="ADAL" clId="{5005AFAF-1EC3-4C50-B3C8-4822698C752D}" dt="2024-05-07T03:17:56.032" v="19" actId="20577"/>
        <pc:sldMkLst>
          <pc:docMk/>
          <pc:sldMk cId="717388547" sldId="813"/>
        </pc:sldMkLst>
        <pc:spChg chg="mod">
          <ac:chgData name="Rosmin Elsa Mohan" userId="7f6a9fc7-46b4-4eac-90cd-058eb48f67de" providerId="ADAL" clId="{5005AFAF-1EC3-4C50-B3C8-4822698C752D}" dt="2024-05-07T03:17:56.032" v="19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Rosmin Elsa Mohan" userId="7f6a9fc7-46b4-4eac-90cd-058eb48f67de" providerId="ADAL" clId="{5005AFAF-1EC3-4C50-B3C8-4822698C752D}" dt="2024-05-07T03:20:39.135" v="46" actId="20577"/>
        <pc:sldMkLst>
          <pc:docMk/>
          <pc:sldMk cId="3717493800" sldId="821"/>
        </pc:sldMkLst>
        <pc:spChg chg="mod">
          <ac:chgData name="Rosmin Elsa Mohan" userId="7f6a9fc7-46b4-4eac-90cd-058eb48f67de" providerId="ADAL" clId="{5005AFAF-1EC3-4C50-B3C8-4822698C752D}" dt="2024-05-07T03:20:39.135" v="46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5005AFAF-1EC3-4C50-B3C8-4822698C752D}" dt="2024-05-07T03:24:59.464" v="96" actId="1076"/>
        <pc:sldMkLst>
          <pc:docMk/>
          <pc:sldMk cId="2771250690" sldId="851"/>
        </pc:sldMkLst>
        <pc:spChg chg="mod">
          <ac:chgData name="Rosmin Elsa Mohan" userId="7f6a9fc7-46b4-4eac-90cd-058eb48f67de" providerId="ADAL" clId="{5005AFAF-1EC3-4C50-B3C8-4822698C752D}" dt="2024-05-07T03:24:00.629" v="89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Rosmin Elsa Mohan" userId="7f6a9fc7-46b4-4eac-90cd-058eb48f67de" providerId="ADAL" clId="{5005AFAF-1EC3-4C50-B3C8-4822698C752D}" dt="2024-05-07T03:24:59.464" v="96" actId="1076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">
        <pc:chgData name="Rosmin Elsa Mohan" userId="7f6a9fc7-46b4-4eac-90cd-058eb48f67de" providerId="ADAL" clId="{5005AFAF-1EC3-4C50-B3C8-4822698C752D}" dt="2024-05-07T03:18:54.333" v="23" actId="6549"/>
        <pc:sldMkLst>
          <pc:docMk/>
          <pc:sldMk cId="2137578366" sldId="859"/>
        </pc:sldMkLst>
        <pc:spChg chg="mod">
          <ac:chgData name="Rosmin Elsa Mohan" userId="7f6a9fc7-46b4-4eac-90cd-058eb48f67de" providerId="ADAL" clId="{5005AFAF-1EC3-4C50-B3C8-4822698C752D}" dt="2024-05-07T03:18:54.333" v="23" actId="6549"/>
          <ac:spMkLst>
            <pc:docMk/>
            <pc:sldMk cId="2137578366" sldId="859"/>
            <ac:spMk id="7" creationId="{094E9A69-B612-35E4-DEEF-5092DA0A0A97}"/>
          </ac:spMkLst>
        </pc:spChg>
      </pc:sldChg>
      <pc:sldChg chg="modSp mod">
        <pc:chgData name="Rosmin Elsa Mohan" userId="7f6a9fc7-46b4-4eac-90cd-058eb48f67de" providerId="ADAL" clId="{5005AFAF-1EC3-4C50-B3C8-4822698C752D}" dt="2024-05-07T03:20:17.613" v="39"/>
        <pc:sldMkLst>
          <pc:docMk/>
          <pc:sldMk cId="1672910874" sldId="1298"/>
        </pc:sldMkLst>
        <pc:spChg chg="mod">
          <ac:chgData name="Rosmin Elsa Mohan" userId="7f6a9fc7-46b4-4eac-90cd-058eb48f67de" providerId="ADAL" clId="{5005AFAF-1EC3-4C50-B3C8-4822698C752D}" dt="2024-05-07T03:20:17.613" v="39"/>
          <ac:spMkLst>
            <pc:docMk/>
            <pc:sldMk cId="1672910874" sldId="1298"/>
            <ac:spMk id="3" creationId="{869DF675-68B2-E157-D40A-40EF3DECB71A}"/>
          </ac:spMkLst>
        </pc:spChg>
      </pc:sldChg>
      <pc:sldChg chg="modSp mod">
        <pc:chgData name="Rosmin Elsa Mohan" userId="7f6a9fc7-46b4-4eac-90cd-058eb48f67de" providerId="ADAL" clId="{5005AFAF-1EC3-4C50-B3C8-4822698C752D}" dt="2024-05-07T03:19:14.885" v="29" actId="6549"/>
        <pc:sldMkLst>
          <pc:docMk/>
          <pc:sldMk cId="3068996028" sldId="1472"/>
        </pc:sldMkLst>
        <pc:spChg chg="mod">
          <ac:chgData name="Rosmin Elsa Mohan" userId="7f6a9fc7-46b4-4eac-90cd-058eb48f67de" providerId="ADAL" clId="{5005AFAF-1EC3-4C50-B3C8-4822698C752D}" dt="2024-05-07T03:19:14.885" v="29" actId="6549"/>
          <ac:spMkLst>
            <pc:docMk/>
            <pc:sldMk cId="3068996028" sldId="1472"/>
            <ac:spMk id="7" creationId="{F460751C-3D51-84CA-15D6-D3B27D67B948}"/>
          </ac:spMkLst>
        </pc:spChg>
      </pc:sldChg>
      <pc:sldChg chg="modSp mod">
        <pc:chgData name="Rosmin Elsa Mohan" userId="7f6a9fc7-46b4-4eac-90cd-058eb48f67de" providerId="ADAL" clId="{5005AFAF-1EC3-4C50-B3C8-4822698C752D}" dt="2024-05-07T03:19:29.962" v="35" actId="6549"/>
        <pc:sldMkLst>
          <pc:docMk/>
          <pc:sldMk cId="2264041875" sldId="1473"/>
        </pc:sldMkLst>
        <pc:spChg chg="mod">
          <ac:chgData name="Rosmin Elsa Mohan" userId="7f6a9fc7-46b4-4eac-90cd-058eb48f67de" providerId="ADAL" clId="{5005AFAF-1EC3-4C50-B3C8-4822698C752D}" dt="2024-05-07T03:19:29.962" v="35" actId="6549"/>
          <ac:spMkLst>
            <pc:docMk/>
            <pc:sldMk cId="2264041875" sldId="1473"/>
            <ac:spMk id="7" creationId="{BE797BE3-6F9B-D32D-1F0D-2E5750AD0ED8}"/>
          </ac:spMkLst>
        </pc:spChg>
      </pc:sldChg>
      <pc:sldChg chg="modSp mod">
        <pc:chgData name="Rosmin Elsa Mohan" userId="7f6a9fc7-46b4-4eac-90cd-058eb48f67de" providerId="ADAL" clId="{5005AFAF-1EC3-4C50-B3C8-4822698C752D}" dt="2024-05-07T03:19:49.133" v="38"/>
        <pc:sldMkLst>
          <pc:docMk/>
          <pc:sldMk cId="2017312258" sldId="1474"/>
        </pc:sldMkLst>
        <pc:spChg chg="mod">
          <ac:chgData name="Rosmin Elsa Mohan" userId="7f6a9fc7-46b4-4eac-90cd-058eb48f67de" providerId="ADAL" clId="{5005AFAF-1EC3-4C50-B3C8-4822698C752D}" dt="2024-05-07T03:19:49.133" v="38"/>
          <ac:spMkLst>
            <pc:docMk/>
            <pc:sldMk cId="2017312258" sldId="1474"/>
            <ac:spMk id="7" creationId="{64CB5F95-8868-097A-BCB3-2D414D940B83}"/>
          </ac:spMkLst>
        </pc:spChg>
      </pc:sldChg>
    </pc:docChg>
  </pc:docChgLst>
  <pc:docChgLst>
    <pc:chgData name="Cynthia George" userId="8e4ca16d49ed6304" providerId="Windows Live" clId="Web-{68D0AA3A-3442-4AF6-8BFA-2E3659E79ECC}"/>
    <pc:docChg chg="addSld modSld sldOrd modSection">
      <pc:chgData name="Cynthia George" userId="8e4ca16d49ed6304" providerId="Windows Live" clId="Web-{68D0AA3A-3442-4AF6-8BFA-2E3659E79ECC}" dt="2024-07-11T04:01:09.684" v="99"/>
      <pc:docMkLst>
        <pc:docMk/>
      </pc:docMkLst>
      <pc:sldChg chg="modSp">
        <pc:chgData name="Cynthia George" userId="8e4ca16d49ed6304" providerId="Windows Live" clId="Web-{68D0AA3A-3442-4AF6-8BFA-2E3659E79ECC}" dt="2024-07-11T03:47:07.250" v="1" actId="20577"/>
        <pc:sldMkLst>
          <pc:docMk/>
          <pc:sldMk cId="4269347578" sldId="1476"/>
        </pc:sldMkLst>
        <pc:spChg chg="mod">
          <ac:chgData name="Cynthia George" userId="8e4ca16d49ed6304" providerId="Windows Live" clId="Web-{68D0AA3A-3442-4AF6-8BFA-2E3659E79ECC}" dt="2024-07-11T03:47:07.250" v="1" actId="20577"/>
          <ac:spMkLst>
            <pc:docMk/>
            <pc:sldMk cId="4269347578" sldId="1476"/>
            <ac:spMk id="5" creationId="{F23B1A82-CA2E-08BD-1D0D-5AA03047C3D2}"/>
          </ac:spMkLst>
        </pc:spChg>
      </pc:sldChg>
      <pc:sldChg chg="addSp delSp modSp ord">
        <pc:chgData name="Cynthia George" userId="8e4ca16d49ed6304" providerId="Windows Live" clId="Web-{68D0AA3A-3442-4AF6-8BFA-2E3659E79ECC}" dt="2024-07-11T04:01:09.684" v="99"/>
        <pc:sldMkLst>
          <pc:docMk/>
          <pc:sldMk cId="138552119" sldId="1478"/>
        </pc:sldMkLst>
        <pc:spChg chg="mod">
          <ac:chgData name="Cynthia George" userId="8e4ca16d49ed6304" providerId="Windows Live" clId="Web-{68D0AA3A-3442-4AF6-8BFA-2E3659E79ECC}" dt="2024-07-11T03:57:51.912" v="73" actId="20577"/>
          <ac:spMkLst>
            <pc:docMk/>
            <pc:sldMk cId="138552119" sldId="1478"/>
            <ac:spMk id="2" creationId="{00000000-0000-0000-0000-000000000000}"/>
          </ac:spMkLst>
        </pc:spChg>
        <pc:graphicFrameChg chg="add del">
          <ac:chgData name="Cynthia George" userId="8e4ca16d49ed6304" providerId="Windows Live" clId="Web-{68D0AA3A-3442-4AF6-8BFA-2E3659E79ECC}" dt="2024-07-11T03:59:09.164" v="77"/>
          <ac:graphicFrameMkLst>
            <pc:docMk/>
            <pc:sldMk cId="138552119" sldId="1478"/>
            <ac:graphicFrameMk id="3" creationId="{A04C3C63-A5CE-2B3E-7878-1115161B6AA8}"/>
          </ac:graphicFrameMkLst>
        </pc:graphicFrameChg>
        <pc:graphicFrameChg chg="add del mod">
          <ac:chgData name="Cynthia George" userId="8e4ca16d49ed6304" providerId="Windows Live" clId="Web-{68D0AA3A-3442-4AF6-8BFA-2E3659E79ECC}" dt="2024-07-11T03:58:55.273" v="76"/>
          <ac:graphicFrameMkLst>
            <pc:docMk/>
            <pc:sldMk cId="138552119" sldId="1478"/>
            <ac:graphicFrameMk id="7" creationId="{7F75FA4B-1170-28EB-B02E-D5B0B96692FC}"/>
          </ac:graphicFrameMkLst>
        </pc:graphicFrameChg>
        <pc:graphicFrameChg chg="add mod modGraphic">
          <ac:chgData name="Cynthia George" userId="8e4ca16d49ed6304" providerId="Windows Live" clId="Web-{68D0AA3A-3442-4AF6-8BFA-2E3659E79ECC}" dt="2024-07-11T04:01:09.684" v="99"/>
          <ac:graphicFrameMkLst>
            <pc:docMk/>
            <pc:sldMk cId="138552119" sldId="1478"/>
            <ac:graphicFrameMk id="9" creationId="{B53FE1C9-216C-CBE9-CA83-789D312A7AE7}"/>
          </ac:graphicFrameMkLst>
        </pc:graphicFrameChg>
      </pc:sldChg>
      <pc:sldChg chg="modSp add replId">
        <pc:chgData name="Cynthia George" userId="8e4ca16d49ed6304" providerId="Windows Live" clId="Web-{68D0AA3A-3442-4AF6-8BFA-2E3659E79ECC}" dt="2024-07-11T03:48:37.300" v="27" actId="20577"/>
        <pc:sldMkLst>
          <pc:docMk/>
          <pc:sldMk cId="179006673" sldId="1496"/>
        </pc:sldMkLst>
        <pc:spChg chg="mod">
          <ac:chgData name="Cynthia George" userId="8e4ca16d49ed6304" providerId="Windows Live" clId="Web-{68D0AA3A-3442-4AF6-8BFA-2E3659E79ECC}" dt="2024-07-11T03:48:37.300" v="27" actId="20577"/>
          <ac:spMkLst>
            <pc:docMk/>
            <pc:sldMk cId="179006673" sldId="1496"/>
            <ac:spMk id="5" creationId="{F23B1A82-CA2E-08BD-1D0D-5AA03047C3D2}"/>
          </ac:spMkLst>
        </pc:spChg>
        <pc:spChg chg="mod">
          <ac:chgData name="Cynthia George" userId="8e4ca16d49ed6304" providerId="Windows Live" clId="Web-{68D0AA3A-3442-4AF6-8BFA-2E3659E79ECC}" dt="2024-07-11T03:48:35.378" v="25" actId="20577"/>
          <ac:spMkLst>
            <pc:docMk/>
            <pc:sldMk cId="179006673" sldId="1496"/>
            <ac:spMk id="7" creationId="{094E9A69-B612-35E4-DEEF-5092DA0A0A97}"/>
          </ac:spMkLst>
        </pc:spChg>
      </pc:sldChg>
      <pc:sldChg chg="modSp add replId">
        <pc:chgData name="Cynthia George" userId="8e4ca16d49ed6304" providerId="Windows Live" clId="Web-{68D0AA3A-3442-4AF6-8BFA-2E3659E79ECC}" dt="2024-07-11T03:52:33.386" v="48" actId="20577"/>
        <pc:sldMkLst>
          <pc:docMk/>
          <pc:sldMk cId="808883760" sldId="1497"/>
        </pc:sldMkLst>
        <pc:spChg chg="mod">
          <ac:chgData name="Cynthia George" userId="8e4ca16d49ed6304" providerId="Windows Live" clId="Web-{68D0AA3A-3442-4AF6-8BFA-2E3659E79ECC}" dt="2024-07-11T03:52:33.386" v="48" actId="20577"/>
          <ac:spMkLst>
            <pc:docMk/>
            <pc:sldMk cId="808883760" sldId="1497"/>
            <ac:spMk id="5" creationId="{F23B1A82-CA2E-08BD-1D0D-5AA03047C3D2}"/>
          </ac:spMkLst>
        </pc:spChg>
        <pc:spChg chg="mod">
          <ac:chgData name="Cynthia George" userId="8e4ca16d49ed6304" providerId="Windows Live" clId="Web-{68D0AA3A-3442-4AF6-8BFA-2E3659E79ECC}" dt="2024-07-11T03:52:27.729" v="46" actId="20577"/>
          <ac:spMkLst>
            <pc:docMk/>
            <pc:sldMk cId="808883760" sldId="1497"/>
            <ac:spMk id="7" creationId="{094E9A69-B612-35E4-DEEF-5092DA0A0A97}"/>
          </ac:spMkLst>
        </pc:spChg>
      </pc:sldChg>
      <pc:sldChg chg="modSp add replId">
        <pc:chgData name="Cynthia George" userId="8e4ca16d49ed6304" providerId="Windows Live" clId="Web-{68D0AA3A-3442-4AF6-8BFA-2E3659E79ECC}" dt="2024-07-11T03:53:32.169" v="56" actId="20577"/>
        <pc:sldMkLst>
          <pc:docMk/>
          <pc:sldMk cId="1941857689" sldId="1498"/>
        </pc:sldMkLst>
        <pc:spChg chg="mod">
          <ac:chgData name="Cynthia George" userId="8e4ca16d49ed6304" providerId="Windows Live" clId="Web-{68D0AA3A-3442-4AF6-8BFA-2E3659E79ECC}" dt="2024-07-11T03:53:32.169" v="56" actId="20577"/>
          <ac:spMkLst>
            <pc:docMk/>
            <pc:sldMk cId="1941857689" sldId="1498"/>
            <ac:spMk id="5" creationId="{F23B1A82-CA2E-08BD-1D0D-5AA03047C3D2}"/>
          </ac:spMkLst>
        </pc:spChg>
        <pc:spChg chg="mod">
          <ac:chgData name="Cynthia George" userId="8e4ca16d49ed6304" providerId="Windows Live" clId="Web-{68D0AA3A-3442-4AF6-8BFA-2E3659E79ECC}" dt="2024-07-11T03:53:13.293" v="54" actId="20577"/>
          <ac:spMkLst>
            <pc:docMk/>
            <pc:sldMk cId="1941857689" sldId="1498"/>
            <ac:spMk id="7" creationId="{094E9A69-B612-35E4-DEEF-5092DA0A0A97}"/>
          </ac:spMkLst>
        </pc:spChg>
      </pc:sldChg>
      <pc:sldChg chg="modSp add replId">
        <pc:chgData name="Cynthia George" userId="8e4ca16d49ed6304" providerId="Windows Live" clId="Web-{68D0AA3A-3442-4AF6-8BFA-2E3659E79ECC}" dt="2024-07-11T03:54:04.920" v="63" actId="20577"/>
        <pc:sldMkLst>
          <pc:docMk/>
          <pc:sldMk cId="705768439" sldId="1499"/>
        </pc:sldMkLst>
        <pc:spChg chg="mod">
          <ac:chgData name="Cynthia George" userId="8e4ca16d49ed6304" providerId="Windows Live" clId="Web-{68D0AA3A-3442-4AF6-8BFA-2E3659E79ECC}" dt="2024-07-11T03:54:04.920" v="63" actId="20577"/>
          <ac:spMkLst>
            <pc:docMk/>
            <pc:sldMk cId="705768439" sldId="1499"/>
            <ac:spMk id="5" creationId="{F23B1A82-CA2E-08BD-1D0D-5AA03047C3D2}"/>
          </ac:spMkLst>
        </pc:spChg>
        <pc:spChg chg="mod">
          <ac:chgData name="Cynthia George" userId="8e4ca16d49ed6304" providerId="Windows Live" clId="Web-{68D0AA3A-3442-4AF6-8BFA-2E3659E79ECC}" dt="2024-07-11T03:54:01.295" v="62" actId="20577"/>
          <ac:spMkLst>
            <pc:docMk/>
            <pc:sldMk cId="705768439" sldId="1499"/>
            <ac:spMk id="7" creationId="{094E9A69-B612-35E4-DEEF-5092DA0A0A97}"/>
          </ac:spMkLst>
        </pc:spChg>
      </pc:sldChg>
      <pc:sldChg chg="add replId">
        <pc:chgData name="Cynthia George" userId="8e4ca16d49ed6304" providerId="Windows Live" clId="Web-{68D0AA3A-3442-4AF6-8BFA-2E3659E79ECC}" dt="2024-07-11T03:54:28.311" v="64"/>
        <pc:sldMkLst>
          <pc:docMk/>
          <pc:sldMk cId="3709960097" sldId="1500"/>
        </pc:sldMkLst>
      </pc:sldChg>
    </pc:docChg>
  </pc:docChgLst>
  <pc:docChgLst>
    <pc:chgData name="Cynthia George" userId="8e4ca16d49ed6304" providerId="Windows Live" clId="Web-{C75C9310-D77A-459F-BD17-E22D3DA4B430}"/>
    <pc:docChg chg="delSld modSection">
      <pc:chgData name="Cynthia George" userId="8e4ca16d49ed6304" providerId="Windows Live" clId="Web-{C75C9310-D77A-459F-BD17-E22D3DA4B430}" dt="2024-07-11T11:04:11.833" v="3"/>
      <pc:docMkLst>
        <pc:docMk/>
      </pc:docMkLst>
      <pc:sldChg chg="del">
        <pc:chgData name="Cynthia George" userId="8e4ca16d49ed6304" providerId="Windows Live" clId="Web-{C75C9310-D77A-459F-BD17-E22D3DA4B430}" dt="2024-07-11T11:04:05.380" v="0"/>
        <pc:sldMkLst>
          <pc:docMk/>
          <pc:sldMk cId="2865799525" sldId="1502"/>
        </pc:sldMkLst>
      </pc:sldChg>
      <pc:sldChg chg="del">
        <pc:chgData name="Cynthia George" userId="8e4ca16d49ed6304" providerId="Windows Live" clId="Web-{C75C9310-D77A-459F-BD17-E22D3DA4B430}" dt="2024-07-11T11:04:08.723" v="1"/>
        <pc:sldMkLst>
          <pc:docMk/>
          <pc:sldMk cId="3863917465" sldId="1503"/>
        </pc:sldMkLst>
      </pc:sldChg>
      <pc:sldChg chg="del">
        <pc:chgData name="Cynthia George" userId="8e4ca16d49ed6304" providerId="Windows Live" clId="Web-{C75C9310-D77A-459F-BD17-E22D3DA4B430}" dt="2024-07-11T11:04:10.208" v="2"/>
        <pc:sldMkLst>
          <pc:docMk/>
          <pc:sldMk cId="1530903275" sldId="1504"/>
        </pc:sldMkLst>
      </pc:sldChg>
      <pc:sldChg chg="del">
        <pc:chgData name="Cynthia George" userId="8e4ca16d49ed6304" providerId="Windows Live" clId="Web-{C75C9310-D77A-459F-BD17-E22D3DA4B430}" dt="2024-07-11T11:04:11.833" v="3"/>
        <pc:sldMkLst>
          <pc:docMk/>
          <pc:sldMk cId="3588893547" sldId="1505"/>
        </pc:sldMkLst>
      </pc:sldChg>
    </pc:docChg>
  </pc:docChgLst>
  <pc:docChgLst>
    <pc:chgData name="Rosmin Elsa" userId="8f13a6be4da41318" providerId="LiveId" clId="{CB45D84A-F423-EA4B-AE76-BC9870ED02A8}"/>
    <pc:docChg chg="undo custSel addSld delSld modSld modSection">
      <pc:chgData name="Rosmin Elsa" userId="8f13a6be4da41318" providerId="LiveId" clId="{CB45D84A-F423-EA4B-AE76-BC9870ED02A8}" dt="2024-07-13T04:43:05.404" v="309" actId="20577"/>
      <pc:docMkLst>
        <pc:docMk/>
      </pc:docMkLst>
      <pc:sldChg chg="modSp">
        <pc:chgData name="Rosmin Elsa" userId="8f13a6be4da41318" providerId="LiveId" clId="{CB45D84A-F423-EA4B-AE76-BC9870ED02A8}" dt="2024-07-11T15:40:00.009" v="2" actId="20577"/>
        <pc:sldMkLst>
          <pc:docMk/>
          <pc:sldMk cId="140346443" sldId="822"/>
        </pc:sldMkLst>
        <pc:spChg chg="mod">
          <ac:chgData name="Rosmin Elsa" userId="8f13a6be4da41318" providerId="LiveId" clId="{CB45D84A-F423-EA4B-AE76-BC9870ED02A8}" dt="2024-07-11T15:40:00.009" v="2" actId="20577"/>
          <ac:spMkLst>
            <pc:docMk/>
            <pc:sldMk cId="140346443" sldId="822"/>
            <ac:spMk id="6" creationId="{B48AEF40-D79D-77F3-773C-095D81075E36}"/>
          </ac:spMkLst>
        </pc:spChg>
        <pc:picChg chg="mod">
          <ac:chgData name="Rosmin Elsa" userId="8f13a6be4da41318" providerId="LiveId" clId="{CB45D84A-F423-EA4B-AE76-BC9870ED02A8}" dt="2024-07-11T15:39:46" v="1" actId="1076"/>
          <ac:picMkLst>
            <pc:docMk/>
            <pc:sldMk cId="140346443" sldId="822"/>
            <ac:picMk id="9" creationId="{4BC5C584-7550-42C0-5176-232FC90F0FD6}"/>
          </ac:picMkLst>
        </pc:picChg>
      </pc:sldChg>
      <pc:sldChg chg="modSp">
        <pc:chgData name="Rosmin Elsa" userId="8f13a6be4da41318" providerId="LiveId" clId="{CB45D84A-F423-EA4B-AE76-BC9870ED02A8}" dt="2024-07-13T03:25:56.889" v="280" actId="20577"/>
        <pc:sldMkLst>
          <pc:docMk/>
          <pc:sldMk cId="3441406009" sldId="858"/>
        </pc:sldMkLst>
        <pc:spChg chg="mod">
          <ac:chgData name="Rosmin Elsa" userId="8f13a6be4da41318" providerId="LiveId" clId="{CB45D84A-F423-EA4B-AE76-BC9870ED02A8}" dt="2024-07-13T03:25:56.889" v="280" actId="20577"/>
          <ac:spMkLst>
            <pc:docMk/>
            <pc:sldMk cId="3441406009" sldId="858"/>
            <ac:spMk id="6" creationId="{CA0575D6-2132-A304-BD4D-E123FFDE7A28}"/>
          </ac:spMkLst>
        </pc:spChg>
      </pc:sldChg>
      <pc:sldChg chg="modSp">
        <pc:chgData name="Rosmin Elsa" userId="8f13a6be4da41318" providerId="LiveId" clId="{CB45D84A-F423-EA4B-AE76-BC9870ED02A8}" dt="2024-07-11T15:40:20.315" v="5" actId="20577"/>
        <pc:sldMkLst>
          <pc:docMk/>
          <pc:sldMk cId="2938291084" sldId="1393"/>
        </pc:sldMkLst>
        <pc:spChg chg="mod">
          <ac:chgData name="Rosmin Elsa" userId="8f13a6be4da41318" providerId="LiveId" clId="{CB45D84A-F423-EA4B-AE76-BC9870ED02A8}" dt="2024-07-11T15:40:20.315" v="5" actId="20577"/>
          <ac:spMkLst>
            <pc:docMk/>
            <pc:sldMk cId="2938291084" sldId="1393"/>
            <ac:spMk id="6" creationId="{B48AEF40-D79D-77F3-773C-095D81075E36}"/>
          </ac:spMkLst>
        </pc:spChg>
      </pc:sldChg>
      <pc:sldChg chg="modSp">
        <pc:chgData name="Rosmin Elsa" userId="8f13a6be4da41318" providerId="LiveId" clId="{CB45D84A-F423-EA4B-AE76-BC9870ED02A8}" dt="2024-07-11T15:42:23.066" v="16" actId="20577"/>
        <pc:sldMkLst>
          <pc:docMk/>
          <pc:sldMk cId="2653113592" sldId="1406"/>
        </pc:sldMkLst>
        <pc:spChg chg="mod">
          <ac:chgData name="Rosmin Elsa" userId="8f13a6be4da41318" providerId="LiveId" clId="{CB45D84A-F423-EA4B-AE76-BC9870ED02A8}" dt="2024-07-11T15:42:23.066" v="16" actId="20577"/>
          <ac:spMkLst>
            <pc:docMk/>
            <pc:sldMk cId="2653113592" sldId="1406"/>
            <ac:spMk id="5" creationId="{D15CBCA4-8279-49A0-BDA5-8F1C3F65A437}"/>
          </ac:spMkLst>
        </pc:spChg>
      </pc:sldChg>
      <pc:sldChg chg="modSp">
        <pc:chgData name="Rosmin Elsa" userId="8f13a6be4da41318" providerId="LiveId" clId="{CB45D84A-F423-EA4B-AE76-BC9870ED02A8}" dt="2024-07-11T15:43:47.493" v="38" actId="20577"/>
        <pc:sldMkLst>
          <pc:docMk/>
          <pc:sldMk cId="2332149466" sldId="1412"/>
        </pc:sldMkLst>
        <pc:spChg chg="mod">
          <ac:chgData name="Rosmin Elsa" userId="8f13a6be4da41318" providerId="LiveId" clId="{CB45D84A-F423-EA4B-AE76-BC9870ED02A8}" dt="2024-07-11T15:43:47.493" v="38" actId="20577"/>
          <ac:spMkLst>
            <pc:docMk/>
            <pc:sldMk cId="2332149466" sldId="1412"/>
            <ac:spMk id="5" creationId="{D15CBCA4-8279-49A0-BDA5-8F1C3F65A437}"/>
          </ac:spMkLst>
        </pc:spChg>
      </pc:sldChg>
      <pc:sldChg chg="modSp">
        <pc:chgData name="Rosmin Elsa" userId="8f13a6be4da41318" providerId="LiveId" clId="{CB45D84A-F423-EA4B-AE76-BC9870ED02A8}" dt="2024-07-11T15:41:12.931" v="13" actId="20577"/>
        <pc:sldMkLst>
          <pc:docMk/>
          <pc:sldMk cId="511152044" sldId="1431"/>
        </pc:sldMkLst>
        <pc:spChg chg="mod">
          <ac:chgData name="Rosmin Elsa" userId="8f13a6be4da41318" providerId="LiveId" clId="{CB45D84A-F423-EA4B-AE76-BC9870ED02A8}" dt="2024-07-11T15:41:12.931" v="13" actId="20577"/>
          <ac:spMkLst>
            <pc:docMk/>
            <pc:sldMk cId="511152044" sldId="1431"/>
            <ac:spMk id="6" creationId="{53BAF3B4-00AF-A8C5-2B9D-7AF1E7CD042C}"/>
          </ac:spMkLst>
        </pc:spChg>
      </pc:sldChg>
      <pc:sldChg chg="modSp">
        <pc:chgData name="Rosmin Elsa" userId="8f13a6be4da41318" providerId="LiveId" clId="{CB45D84A-F423-EA4B-AE76-BC9870ED02A8}" dt="2024-07-11T15:41:26.272" v="15" actId="20577"/>
        <pc:sldMkLst>
          <pc:docMk/>
          <pc:sldMk cId="2958737754" sldId="1432"/>
        </pc:sldMkLst>
        <pc:spChg chg="mod">
          <ac:chgData name="Rosmin Elsa" userId="8f13a6be4da41318" providerId="LiveId" clId="{CB45D84A-F423-EA4B-AE76-BC9870ED02A8}" dt="2024-07-11T15:41:26.272" v="15" actId="20577"/>
          <ac:spMkLst>
            <pc:docMk/>
            <pc:sldMk cId="2958737754" sldId="1432"/>
            <ac:spMk id="6" creationId="{609A587E-4C9D-427D-6C53-ECDB6441261D}"/>
          </ac:spMkLst>
        </pc:spChg>
      </pc:sldChg>
      <pc:sldChg chg="modSp">
        <pc:chgData name="Rosmin Elsa" userId="8f13a6be4da41318" providerId="LiveId" clId="{CB45D84A-F423-EA4B-AE76-BC9870ED02A8}" dt="2024-07-11T15:42:34.425" v="19" actId="20577"/>
        <pc:sldMkLst>
          <pc:docMk/>
          <pc:sldMk cId="964970154" sldId="1447"/>
        </pc:sldMkLst>
        <pc:spChg chg="mod">
          <ac:chgData name="Rosmin Elsa" userId="8f13a6be4da41318" providerId="LiveId" clId="{CB45D84A-F423-EA4B-AE76-BC9870ED02A8}" dt="2024-07-11T15:42:34.425" v="19" actId="20577"/>
          <ac:spMkLst>
            <pc:docMk/>
            <pc:sldMk cId="964970154" sldId="1447"/>
            <ac:spMk id="5" creationId="{617E2640-012B-C474-2DF3-489B41ACA35D}"/>
          </ac:spMkLst>
        </pc:spChg>
      </pc:sldChg>
      <pc:sldChg chg="modSp">
        <pc:chgData name="Rosmin Elsa" userId="8f13a6be4da41318" providerId="LiveId" clId="{CB45D84A-F423-EA4B-AE76-BC9870ED02A8}" dt="2024-07-11T15:42:44.642" v="22" actId="20577"/>
        <pc:sldMkLst>
          <pc:docMk/>
          <pc:sldMk cId="1494969129" sldId="1448"/>
        </pc:sldMkLst>
        <pc:spChg chg="mod">
          <ac:chgData name="Rosmin Elsa" userId="8f13a6be4da41318" providerId="LiveId" clId="{CB45D84A-F423-EA4B-AE76-BC9870ED02A8}" dt="2024-07-11T15:42:44.642" v="22" actId="20577"/>
          <ac:spMkLst>
            <pc:docMk/>
            <pc:sldMk cId="1494969129" sldId="1448"/>
            <ac:spMk id="5" creationId="{10C556C3-ECE9-D7DD-B726-33552398D44D}"/>
          </ac:spMkLst>
        </pc:spChg>
      </pc:sldChg>
      <pc:sldChg chg="modSp">
        <pc:chgData name="Rosmin Elsa" userId="8f13a6be4da41318" providerId="LiveId" clId="{CB45D84A-F423-EA4B-AE76-BC9870ED02A8}" dt="2024-07-11T15:42:53.860" v="25" actId="20577"/>
        <pc:sldMkLst>
          <pc:docMk/>
          <pc:sldMk cId="4049472068" sldId="1449"/>
        </pc:sldMkLst>
        <pc:spChg chg="mod">
          <ac:chgData name="Rosmin Elsa" userId="8f13a6be4da41318" providerId="LiveId" clId="{CB45D84A-F423-EA4B-AE76-BC9870ED02A8}" dt="2024-07-11T15:42:53.860" v="25" actId="20577"/>
          <ac:spMkLst>
            <pc:docMk/>
            <pc:sldMk cId="4049472068" sldId="1449"/>
            <ac:spMk id="5" creationId="{2C815793-058C-77D8-4C25-4611300EEA4E}"/>
          </ac:spMkLst>
        </pc:spChg>
      </pc:sldChg>
      <pc:sldChg chg="modSp">
        <pc:chgData name="Rosmin Elsa" userId="8f13a6be4da41318" providerId="LiveId" clId="{CB45D84A-F423-EA4B-AE76-BC9870ED02A8}" dt="2024-07-11T15:44:08.979" v="41" actId="20577"/>
        <pc:sldMkLst>
          <pc:docMk/>
          <pc:sldMk cId="4007348260" sldId="1456"/>
        </pc:sldMkLst>
        <pc:spChg chg="mod">
          <ac:chgData name="Rosmin Elsa" userId="8f13a6be4da41318" providerId="LiveId" clId="{CB45D84A-F423-EA4B-AE76-BC9870ED02A8}" dt="2024-07-11T15:44:08.979" v="41" actId="20577"/>
          <ac:spMkLst>
            <pc:docMk/>
            <pc:sldMk cId="4007348260" sldId="1456"/>
            <ac:spMk id="5" creationId="{B111ECC5-BD3C-B57A-DACD-1745E3DDFE84}"/>
          </ac:spMkLst>
        </pc:spChg>
      </pc:sldChg>
      <pc:sldChg chg="modSp">
        <pc:chgData name="Rosmin Elsa" userId="8f13a6be4da41318" providerId="LiveId" clId="{CB45D84A-F423-EA4B-AE76-BC9870ED02A8}" dt="2024-07-11T15:44:18.317" v="42" actId="20577"/>
        <pc:sldMkLst>
          <pc:docMk/>
          <pc:sldMk cId="1584036310" sldId="1457"/>
        </pc:sldMkLst>
        <pc:spChg chg="mod">
          <ac:chgData name="Rosmin Elsa" userId="8f13a6be4da41318" providerId="LiveId" clId="{CB45D84A-F423-EA4B-AE76-BC9870ED02A8}" dt="2024-07-11T15:44:18.317" v="42" actId="20577"/>
          <ac:spMkLst>
            <pc:docMk/>
            <pc:sldMk cId="1584036310" sldId="1457"/>
            <ac:spMk id="5" creationId="{FA3AF5C5-7412-A8FE-2588-51A30201C2A3}"/>
          </ac:spMkLst>
        </pc:spChg>
      </pc:sldChg>
      <pc:sldChg chg="modSp">
        <pc:chgData name="Rosmin Elsa" userId="8f13a6be4da41318" providerId="LiveId" clId="{CB45D84A-F423-EA4B-AE76-BC9870ED02A8}" dt="2024-07-11T15:44:30.085" v="45" actId="20577"/>
        <pc:sldMkLst>
          <pc:docMk/>
          <pc:sldMk cId="2272770198" sldId="1458"/>
        </pc:sldMkLst>
        <pc:spChg chg="mod">
          <ac:chgData name="Rosmin Elsa" userId="8f13a6be4da41318" providerId="LiveId" clId="{CB45D84A-F423-EA4B-AE76-BC9870ED02A8}" dt="2024-07-11T15:44:30.085" v="45" actId="20577"/>
          <ac:spMkLst>
            <pc:docMk/>
            <pc:sldMk cId="2272770198" sldId="1458"/>
            <ac:spMk id="5" creationId="{9BF0E534-1966-B6C8-A77B-B1631F8C8C6E}"/>
          </ac:spMkLst>
        </pc:spChg>
      </pc:sldChg>
      <pc:sldChg chg="modSp">
        <pc:chgData name="Rosmin Elsa" userId="8f13a6be4da41318" providerId="LiveId" clId="{CB45D84A-F423-EA4B-AE76-BC9870ED02A8}" dt="2024-07-11T15:44:58.928" v="46" actId="20577"/>
        <pc:sldMkLst>
          <pc:docMk/>
          <pc:sldMk cId="2991767391" sldId="1459"/>
        </pc:sldMkLst>
        <pc:spChg chg="mod">
          <ac:chgData name="Rosmin Elsa" userId="8f13a6be4da41318" providerId="LiveId" clId="{CB45D84A-F423-EA4B-AE76-BC9870ED02A8}" dt="2024-07-11T15:44:58.928" v="46" actId="20577"/>
          <ac:spMkLst>
            <pc:docMk/>
            <pc:sldMk cId="2991767391" sldId="1459"/>
            <ac:spMk id="5" creationId="{29810DDB-327F-A48E-27F6-2C3763F072DB}"/>
          </ac:spMkLst>
        </pc:spChg>
      </pc:sldChg>
      <pc:sldChg chg="modSp">
        <pc:chgData name="Rosmin Elsa" userId="8f13a6be4da41318" providerId="LiveId" clId="{CB45D84A-F423-EA4B-AE76-BC9870ED02A8}" dt="2024-07-11T15:45:22.250" v="48" actId="20577"/>
        <pc:sldMkLst>
          <pc:docMk/>
          <pc:sldMk cId="4039580999" sldId="1465"/>
        </pc:sldMkLst>
        <pc:spChg chg="mod">
          <ac:chgData name="Rosmin Elsa" userId="8f13a6be4da41318" providerId="LiveId" clId="{CB45D84A-F423-EA4B-AE76-BC9870ED02A8}" dt="2024-07-11T15:45:22.250" v="48" actId="20577"/>
          <ac:spMkLst>
            <pc:docMk/>
            <pc:sldMk cId="4039580999" sldId="1465"/>
            <ac:spMk id="5" creationId="{645EDA14-D069-6AE5-2BBC-B637B5B21F1A}"/>
          </ac:spMkLst>
        </pc:spChg>
      </pc:sldChg>
      <pc:sldChg chg="modSp">
        <pc:chgData name="Rosmin Elsa" userId="8f13a6be4da41318" providerId="LiveId" clId="{CB45D84A-F423-EA4B-AE76-BC9870ED02A8}" dt="2024-07-11T15:45:34.609" v="49" actId="20577"/>
        <pc:sldMkLst>
          <pc:docMk/>
          <pc:sldMk cId="576487781" sldId="1466"/>
        </pc:sldMkLst>
        <pc:spChg chg="mod">
          <ac:chgData name="Rosmin Elsa" userId="8f13a6be4da41318" providerId="LiveId" clId="{CB45D84A-F423-EA4B-AE76-BC9870ED02A8}" dt="2024-07-11T15:45:34.609" v="49" actId="20577"/>
          <ac:spMkLst>
            <pc:docMk/>
            <pc:sldMk cId="576487781" sldId="1466"/>
            <ac:spMk id="5" creationId="{0DEEEF68-FCC0-B8B8-9619-FEBE28500934}"/>
          </ac:spMkLst>
        </pc:spChg>
      </pc:sldChg>
      <pc:sldChg chg="modSp">
        <pc:chgData name="Rosmin Elsa" userId="8f13a6be4da41318" providerId="LiveId" clId="{CB45D84A-F423-EA4B-AE76-BC9870ED02A8}" dt="2024-07-11T15:45:46.150" v="51" actId="20577"/>
        <pc:sldMkLst>
          <pc:docMk/>
          <pc:sldMk cId="2882701942" sldId="1467"/>
        </pc:sldMkLst>
        <pc:spChg chg="mod">
          <ac:chgData name="Rosmin Elsa" userId="8f13a6be4da41318" providerId="LiveId" clId="{CB45D84A-F423-EA4B-AE76-BC9870ED02A8}" dt="2024-07-11T15:45:46.150" v="51" actId="20577"/>
          <ac:spMkLst>
            <pc:docMk/>
            <pc:sldMk cId="2882701942" sldId="1467"/>
            <ac:spMk id="5" creationId="{9F2C4562-7C0E-B6DC-6C8C-80942713DC82}"/>
          </ac:spMkLst>
        </pc:spChg>
      </pc:sldChg>
      <pc:sldChg chg="addSp delSp modSp">
        <pc:chgData name="Rosmin Elsa" userId="8f13a6be4da41318" providerId="LiveId" clId="{CB45D84A-F423-EA4B-AE76-BC9870ED02A8}" dt="2024-07-11T15:47:17.613" v="64" actId="1076"/>
        <pc:sldMkLst>
          <pc:docMk/>
          <pc:sldMk cId="2878129448" sldId="1480"/>
        </pc:sldMkLst>
        <pc:spChg chg="mod">
          <ac:chgData name="Rosmin Elsa" userId="8f13a6be4da41318" providerId="LiveId" clId="{CB45D84A-F423-EA4B-AE76-BC9870ED02A8}" dt="2024-07-11T15:46:34.315" v="57" actId="1076"/>
          <ac:spMkLst>
            <pc:docMk/>
            <pc:sldMk cId="2878129448" sldId="1480"/>
            <ac:spMk id="3" creationId="{023FA482-E3FC-81F8-7E87-5EAE3742C757}"/>
          </ac:spMkLst>
        </pc:spChg>
        <pc:spChg chg="add del">
          <ac:chgData name="Rosmin Elsa" userId="8f13a6be4da41318" providerId="LiveId" clId="{CB45D84A-F423-EA4B-AE76-BC9870ED02A8}" dt="2024-07-11T15:46:20.199" v="53" actId="22"/>
          <ac:spMkLst>
            <pc:docMk/>
            <pc:sldMk cId="2878129448" sldId="1480"/>
            <ac:spMk id="6" creationId="{3AEB7924-59D9-6755-AA12-0B02EC54A9DE}"/>
          </ac:spMkLst>
        </pc:spChg>
        <pc:spChg chg="add mod">
          <ac:chgData name="Rosmin Elsa" userId="8f13a6be4da41318" providerId="LiveId" clId="{CB45D84A-F423-EA4B-AE76-BC9870ED02A8}" dt="2024-07-11T15:47:17.613" v="64" actId="1076"/>
          <ac:spMkLst>
            <pc:docMk/>
            <pc:sldMk cId="2878129448" sldId="1480"/>
            <ac:spMk id="9" creationId="{78A4C5FE-F971-A47D-4F66-E6A5469D3745}"/>
          </ac:spMkLst>
        </pc:spChg>
      </pc:sldChg>
      <pc:sldChg chg="modSp">
        <pc:chgData name="Rosmin Elsa" userId="8f13a6be4da41318" providerId="LiveId" clId="{CB45D84A-F423-EA4B-AE76-BC9870ED02A8}" dt="2024-07-13T04:42:41.679" v="308" actId="14100"/>
        <pc:sldMkLst>
          <pc:docMk/>
          <pc:sldMk cId="4065385365" sldId="1492"/>
        </pc:sldMkLst>
        <pc:spChg chg="mod">
          <ac:chgData name="Rosmin Elsa" userId="8f13a6be4da41318" providerId="LiveId" clId="{CB45D84A-F423-EA4B-AE76-BC9870ED02A8}" dt="2024-07-13T01:27:24.301" v="96" actId="20577"/>
          <ac:spMkLst>
            <pc:docMk/>
            <pc:sldMk cId="4065385365" sldId="1492"/>
            <ac:spMk id="5" creationId="{F23B1A82-CA2E-08BD-1D0D-5AA03047C3D2}"/>
          </ac:spMkLst>
        </pc:spChg>
        <pc:spChg chg="mod">
          <ac:chgData name="Rosmin Elsa" userId="8f13a6be4da41318" providerId="LiveId" clId="{CB45D84A-F423-EA4B-AE76-BC9870ED02A8}" dt="2024-07-13T04:42:41.679" v="308" actId="14100"/>
          <ac:spMkLst>
            <pc:docMk/>
            <pc:sldMk cId="4065385365" sldId="1492"/>
            <ac:spMk id="7" creationId="{094E9A69-B612-35E4-DEEF-5092DA0A0A97}"/>
          </ac:spMkLst>
        </pc:spChg>
      </pc:sldChg>
      <pc:sldChg chg="modSp">
        <pc:chgData name="Rosmin Elsa" userId="8f13a6be4da41318" providerId="LiveId" clId="{CB45D84A-F423-EA4B-AE76-BC9870ED02A8}" dt="2024-07-13T04:43:05.404" v="309" actId="20577"/>
        <pc:sldMkLst>
          <pc:docMk/>
          <pc:sldMk cId="1463617779" sldId="1493"/>
        </pc:sldMkLst>
        <pc:spChg chg="mod">
          <ac:chgData name="Rosmin Elsa" userId="8f13a6be4da41318" providerId="LiveId" clId="{CB45D84A-F423-EA4B-AE76-BC9870ED02A8}" dt="2024-07-13T01:40:02.176" v="119" actId="20577"/>
          <ac:spMkLst>
            <pc:docMk/>
            <pc:sldMk cId="1463617779" sldId="1493"/>
            <ac:spMk id="5" creationId="{F23B1A82-CA2E-08BD-1D0D-5AA03047C3D2}"/>
          </ac:spMkLst>
        </pc:spChg>
        <pc:spChg chg="mod">
          <ac:chgData name="Rosmin Elsa" userId="8f13a6be4da41318" providerId="LiveId" clId="{CB45D84A-F423-EA4B-AE76-BC9870ED02A8}" dt="2024-07-13T04:43:05.404" v="309" actId="20577"/>
          <ac:spMkLst>
            <pc:docMk/>
            <pc:sldMk cId="1463617779" sldId="1493"/>
            <ac:spMk id="7" creationId="{094E9A69-B612-35E4-DEEF-5092DA0A0A97}"/>
          </ac:spMkLst>
        </pc:spChg>
      </pc:sldChg>
      <pc:sldChg chg="modSp">
        <pc:chgData name="Rosmin Elsa" userId="8f13a6be4da41318" providerId="LiveId" clId="{CB45D84A-F423-EA4B-AE76-BC9870ED02A8}" dt="2024-07-13T03:33:47.696" v="286" actId="20577"/>
        <pc:sldMkLst>
          <pc:docMk/>
          <pc:sldMk cId="3569592528" sldId="1495"/>
        </pc:sldMkLst>
        <pc:spChg chg="mod">
          <ac:chgData name="Rosmin Elsa" userId="8f13a6be4da41318" providerId="LiveId" clId="{CB45D84A-F423-EA4B-AE76-BC9870ED02A8}" dt="2024-07-13T01:40:15.994" v="137" actId="20577"/>
          <ac:spMkLst>
            <pc:docMk/>
            <pc:sldMk cId="3569592528" sldId="1495"/>
            <ac:spMk id="5" creationId="{F23B1A82-CA2E-08BD-1D0D-5AA03047C3D2}"/>
          </ac:spMkLst>
        </pc:spChg>
        <pc:spChg chg="mod">
          <ac:chgData name="Rosmin Elsa" userId="8f13a6be4da41318" providerId="LiveId" clId="{CB45D84A-F423-EA4B-AE76-BC9870ED02A8}" dt="2024-07-13T03:33:47.696" v="286" actId="20577"/>
          <ac:spMkLst>
            <pc:docMk/>
            <pc:sldMk cId="3569592528" sldId="1495"/>
            <ac:spMk id="7" creationId="{094E9A69-B612-35E4-DEEF-5092DA0A0A97}"/>
          </ac:spMkLst>
        </pc:spChg>
      </pc:sldChg>
      <pc:sldChg chg="addSp modSp">
        <pc:chgData name="Rosmin Elsa" userId="8f13a6be4da41318" providerId="LiveId" clId="{CB45D84A-F423-EA4B-AE76-BC9870ED02A8}" dt="2024-07-13T02:49:03.126" v="210" actId="1076"/>
        <pc:sldMkLst>
          <pc:docMk/>
          <pc:sldMk cId="2757642753" sldId="1501"/>
        </pc:sldMkLst>
        <pc:spChg chg="add mod">
          <ac:chgData name="Rosmin Elsa" userId="8f13a6be4da41318" providerId="LiveId" clId="{CB45D84A-F423-EA4B-AE76-BC9870ED02A8}" dt="2024-07-13T02:47:14.549" v="206" actId="20577"/>
          <ac:spMkLst>
            <pc:docMk/>
            <pc:sldMk cId="2757642753" sldId="1501"/>
            <ac:spMk id="5" creationId="{A212133A-4DE9-B8F6-591B-6C4E6DB03460}"/>
          </ac:spMkLst>
        </pc:spChg>
        <pc:graphicFrameChg chg="mod">
          <ac:chgData name="Rosmin Elsa" userId="8f13a6be4da41318" providerId="LiveId" clId="{CB45D84A-F423-EA4B-AE76-BC9870ED02A8}" dt="2024-07-13T02:49:03.126" v="210" actId="1076"/>
          <ac:graphicFrameMkLst>
            <pc:docMk/>
            <pc:sldMk cId="2757642753" sldId="1501"/>
            <ac:graphicFrameMk id="3" creationId="{B4797BD5-EFDE-AC36-52B6-8F535DBD9C47}"/>
          </ac:graphicFrameMkLst>
        </pc:graphicFrameChg>
      </pc:sldChg>
      <pc:sldChg chg="addSp modSp">
        <pc:chgData name="Rosmin Elsa" userId="8f13a6be4da41318" providerId="LiveId" clId="{CB45D84A-F423-EA4B-AE76-BC9870ED02A8}" dt="2024-07-13T02:49:09.212" v="212" actId="20577"/>
        <pc:sldMkLst>
          <pc:docMk/>
          <pc:sldMk cId="1373112679" sldId="1506"/>
        </pc:sldMkLst>
        <pc:spChg chg="add mod">
          <ac:chgData name="Rosmin Elsa" userId="8f13a6be4da41318" providerId="LiveId" clId="{CB45D84A-F423-EA4B-AE76-BC9870ED02A8}" dt="2024-07-13T02:49:09.212" v="212" actId="20577"/>
          <ac:spMkLst>
            <pc:docMk/>
            <pc:sldMk cId="1373112679" sldId="1506"/>
            <ac:spMk id="5" creationId="{51B2D115-5FE4-09DF-50FC-D8E34CFC6F72}"/>
          </ac:spMkLst>
        </pc:spChg>
      </pc:sldChg>
      <pc:sldChg chg="addSp modSp">
        <pc:chgData name="Rosmin Elsa" userId="8f13a6be4da41318" providerId="LiveId" clId="{CB45D84A-F423-EA4B-AE76-BC9870ED02A8}" dt="2024-07-13T02:49:19.871" v="217" actId="20577"/>
        <pc:sldMkLst>
          <pc:docMk/>
          <pc:sldMk cId="3699316129" sldId="1507"/>
        </pc:sldMkLst>
        <pc:spChg chg="add mod">
          <ac:chgData name="Rosmin Elsa" userId="8f13a6be4da41318" providerId="LiveId" clId="{CB45D84A-F423-EA4B-AE76-BC9870ED02A8}" dt="2024-07-13T02:49:19.871" v="217" actId="20577"/>
          <ac:spMkLst>
            <pc:docMk/>
            <pc:sldMk cId="3699316129" sldId="1507"/>
            <ac:spMk id="5" creationId="{924F5D3E-FDFD-D7FF-5C5E-1BB3B0B1DFCE}"/>
          </ac:spMkLst>
        </pc:spChg>
      </pc:sldChg>
      <pc:sldChg chg="addSp modSp">
        <pc:chgData name="Rosmin Elsa" userId="8f13a6be4da41318" providerId="LiveId" clId="{CB45D84A-F423-EA4B-AE76-BC9870ED02A8}" dt="2024-07-13T02:49:42.209" v="220" actId="20577"/>
        <pc:sldMkLst>
          <pc:docMk/>
          <pc:sldMk cId="2800050414" sldId="1508"/>
        </pc:sldMkLst>
        <pc:spChg chg="add mod">
          <ac:chgData name="Rosmin Elsa" userId="8f13a6be4da41318" providerId="LiveId" clId="{CB45D84A-F423-EA4B-AE76-BC9870ED02A8}" dt="2024-07-13T02:49:42.209" v="220" actId="20577"/>
          <ac:spMkLst>
            <pc:docMk/>
            <pc:sldMk cId="2800050414" sldId="1508"/>
            <ac:spMk id="5" creationId="{09AB55FE-622D-BCB7-7235-CD17267DB047}"/>
          </ac:spMkLst>
        </pc:spChg>
      </pc:sldChg>
      <pc:sldChg chg="addSp modSp">
        <pc:chgData name="Rosmin Elsa" userId="8f13a6be4da41318" providerId="LiveId" clId="{CB45D84A-F423-EA4B-AE76-BC9870ED02A8}" dt="2024-07-13T02:49:52.813" v="222" actId="20577"/>
        <pc:sldMkLst>
          <pc:docMk/>
          <pc:sldMk cId="3932239100" sldId="1509"/>
        </pc:sldMkLst>
        <pc:spChg chg="add mod">
          <ac:chgData name="Rosmin Elsa" userId="8f13a6be4da41318" providerId="LiveId" clId="{CB45D84A-F423-EA4B-AE76-BC9870ED02A8}" dt="2024-07-13T02:49:52.813" v="222" actId="20577"/>
          <ac:spMkLst>
            <pc:docMk/>
            <pc:sldMk cId="3932239100" sldId="1509"/>
            <ac:spMk id="5" creationId="{56F2C855-BC5B-F09D-3202-090FA0BF205F}"/>
          </ac:spMkLst>
        </pc:spChg>
      </pc:sldChg>
      <pc:sldChg chg="modSp">
        <pc:chgData name="Rosmin Elsa" userId="8f13a6be4da41318" providerId="LiveId" clId="{CB45D84A-F423-EA4B-AE76-BC9870ED02A8}" dt="2024-07-13T02:00:16.658" v="170" actId="20577"/>
        <pc:sldMkLst>
          <pc:docMk/>
          <pc:sldMk cId="2758570678" sldId="1533"/>
        </pc:sldMkLst>
        <pc:spChg chg="mod">
          <ac:chgData name="Rosmin Elsa" userId="8f13a6be4da41318" providerId="LiveId" clId="{CB45D84A-F423-EA4B-AE76-BC9870ED02A8}" dt="2024-07-13T01:40:32.077" v="160" actId="20577"/>
          <ac:spMkLst>
            <pc:docMk/>
            <pc:sldMk cId="2758570678" sldId="1533"/>
            <ac:spMk id="5" creationId="{F23B1A82-CA2E-08BD-1D0D-5AA03047C3D2}"/>
          </ac:spMkLst>
        </pc:spChg>
        <pc:spChg chg="mod">
          <ac:chgData name="Rosmin Elsa" userId="8f13a6be4da41318" providerId="LiveId" clId="{CB45D84A-F423-EA4B-AE76-BC9870ED02A8}" dt="2024-07-13T02:00:16.658" v="170" actId="20577"/>
          <ac:spMkLst>
            <pc:docMk/>
            <pc:sldMk cId="2758570678" sldId="1533"/>
            <ac:spMk id="7" creationId="{094E9A69-B612-35E4-DEEF-5092DA0A0A97}"/>
          </ac:spMkLst>
        </pc:spChg>
      </pc:sldChg>
      <pc:sldChg chg="add del">
        <pc:chgData name="Rosmin Elsa" userId="8f13a6be4da41318" providerId="LiveId" clId="{CB45D84A-F423-EA4B-AE76-BC9870ED02A8}" dt="2024-07-13T02:45:57.333" v="172" actId="22"/>
        <pc:sldMkLst>
          <pc:docMk/>
          <pc:sldMk cId="3382034257" sldId="1534"/>
        </pc:sldMkLst>
      </pc:sldChg>
    </pc:docChg>
  </pc:docChgLst>
  <pc:docChgLst>
    <pc:chgData name="Rosmin Elsa Mohan" userId="7f6a9fc7-46b4-4eac-90cd-058eb48f67de" providerId="ADAL" clId="{D7890E2C-5534-4B0F-8D9C-E925522C3856}"/>
    <pc:docChg chg="undo redo custSel delSld modSld modMainMaster">
      <pc:chgData name="Rosmin Elsa Mohan" userId="7f6a9fc7-46b4-4eac-90cd-058eb48f67de" providerId="ADAL" clId="{D7890E2C-5534-4B0F-8D9C-E925522C3856}" dt="2024-07-08T09:27:56.667" v="350" actId="20577"/>
      <pc:docMkLst>
        <pc:docMk/>
      </pc:docMkLst>
      <pc:sldChg chg="modSp mod">
        <pc:chgData name="Rosmin Elsa Mohan" userId="7f6a9fc7-46b4-4eac-90cd-058eb48f67de" providerId="ADAL" clId="{D7890E2C-5534-4B0F-8D9C-E925522C3856}" dt="2024-07-08T08:54:06.649" v="64" actId="6549"/>
        <pc:sldMkLst>
          <pc:docMk/>
          <pc:sldMk cId="4206118844" sldId="811"/>
        </pc:sldMkLst>
        <pc:spChg chg="mod">
          <ac:chgData name="Rosmin Elsa Mohan" userId="7f6a9fc7-46b4-4eac-90cd-058eb48f67de" providerId="ADAL" clId="{D7890E2C-5534-4B0F-8D9C-E925522C3856}" dt="2024-07-08T08:54:06.649" v="64" actId="6549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 Mohan" userId="7f6a9fc7-46b4-4eac-90cd-058eb48f67de" providerId="ADAL" clId="{D7890E2C-5534-4B0F-8D9C-E925522C3856}" dt="2024-07-08T08:54:17.557" v="83" actId="20577"/>
        <pc:sldMkLst>
          <pc:docMk/>
          <pc:sldMk cId="717388547" sldId="813"/>
        </pc:sldMkLst>
        <pc:spChg chg="mod">
          <ac:chgData name="Rosmin Elsa Mohan" userId="7f6a9fc7-46b4-4eac-90cd-058eb48f67de" providerId="ADAL" clId="{D7890E2C-5534-4B0F-8D9C-E925522C3856}" dt="2024-07-08T08:54:17.557" v="83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Rosmin Elsa Mohan" userId="7f6a9fc7-46b4-4eac-90cd-058eb48f67de" providerId="ADAL" clId="{D7890E2C-5534-4B0F-8D9C-E925522C3856}" dt="2024-07-08T09:00:17.585" v="123"/>
        <pc:sldMkLst>
          <pc:docMk/>
          <pc:sldMk cId="3717493800" sldId="821"/>
        </pc:sldMkLst>
        <pc:spChg chg="mod">
          <ac:chgData name="Rosmin Elsa Mohan" userId="7f6a9fc7-46b4-4eac-90cd-058eb48f67de" providerId="ADAL" clId="{D7890E2C-5534-4B0F-8D9C-E925522C3856}" dt="2024-07-08T09:00:17.585" v="123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D7890E2C-5534-4B0F-8D9C-E925522C3856}" dt="2024-07-08T09:14:00.069" v="225" actId="6549"/>
        <pc:sldMkLst>
          <pc:docMk/>
          <pc:sldMk cId="140346443" sldId="822"/>
        </pc:sldMkLst>
        <pc:spChg chg="mod">
          <ac:chgData name="Rosmin Elsa Mohan" userId="7f6a9fc7-46b4-4eac-90cd-058eb48f67de" providerId="ADAL" clId="{D7890E2C-5534-4B0F-8D9C-E925522C3856}" dt="2024-07-08T09:07:53.089" v="178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osmin Elsa Mohan" userId="7f6a9fc7-46b4-4eac-90cd-058eb48f67de" providerId="ADAL" clId="{D7890E2C-5534-4B0F-8D9C-E925522C3856}" dt="2024-07-08T09:14:00.069" v="225" actId="6549"/>
          <ac:spMkLst>
            <pc:docMk/>
            <pc:sldMk cId="140346443" sldId="822"/>
            <ac:spMk id="3" creationId="{DFD3087A-542A-9E8A-2F04-286C1B72B61A}"/>
          </ac:spMkLst>
        </pc:spChg>
      </pc:sldChg>
      <pc:sldChg chg="modSp mod">
        <pc:chgData name="Rosmin Elsa Mohan" userId="7f6a9fc7-46b4-4eac-90cd-058eb48f67de" providerId="ADAL" clId="{D7890E2C-5534-4B0F-8D9C-E925522C3856}" dt="2024-07-08T09:16:37.719" v="281" actId="20577"/>
        <pc:sldMkLst>
          <pc:docMk/>
          <pc:sldMk cId="3585569336" sldId="825"/>
        </pc:sldMkLst>
        <pc:spChg chg="mod">
          <ac:chgData name="Rosmin Elsa Mohan" userId="7f6a9fc7-46b4-4eac-90cd-058eb48f67de" providerId="ADAL" clId="{D7890E2C-5534-4B0F-8D9C-E925522C3856}" dt="2024-07-08T09:16:37.719" v="281" actId="20577"/>
          <ac:spMkLst>
            <pc:docMk/>
            <pc:sldMk cId="3585569336" sldId="825"/>
            <ac:spMk id="2" creationId="{1B06CDC2-E50A-3116-E465-B97E39BC940D}"/>
          </ac:spMkLst>
        </pc:spChg>
      </pc:sldChg>
      <pc:sldChg chg="modSp mod">
        <pc:chgData name="Rosmin Elsa Mohan" userId="7f6a9fc7-46b4-4eac-90cd-058eb48f67de" providerId="ADAL" clId="{D7890E2C-5534-4B0F-8D9C-E925522C3856}" dt="2024-07-08T09:05:57.295" v="131" actId="6549"/>
        <pc:sldMkLst>
          <pc:docMk/>
          <pc:sldMk cId="2771250690" sldId="851"/>
        </pc:sldMkLst>
        <pc:spChg chg="mod">
          <ac:chgData name="Rosmin Elsa Mohan" userId="7f6a9fc7-46b4-4eac-90cd-058eb48f67de" providerId="ADAL" clId="{D7890E2C-5534-4B0F-8D9C-E925522C3856}" dt="2024-07-08T09:05:57.295" v="131" actId="6549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Rosmin Elsa Mohan" userId="7f6a9fc7-46b4-4eac-90cd-058eb48f67de" providerId="ADAL" clId="{D7890E2C-5534-4B0F-8D9C-E925522C3856}" dt="2024-07-08T09:04:17.572" v="127" actId="20577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">
        <pc:chgData name="Rosmin Elsa Mohan" userId="7f6a9fc7-46b4-4eac-90cd-058eb48f67de" providerId="ADAL" clId="{D7890E2C-5534-4B0F-8D9C-E925522C3856}" dt="2024-07-08T08:58:14.382" v="102" actId="20577"/>
        <pc:sldMkLst>
          <pc:docMk/>
          <pc:sldMk cId="2137578366" sldId="859"/>
        </pc:sldMkLst>
        <pc:spChg chg="mod">
          <ac:chgData name="Rosmin Elsa Mohan" userId="7f6a9fc7-46b4-4eac-90cd-058eb48f67de" providerId="ADAL" clId="{D7890E2C-5534-4B0F-8D9C-E925522C3856}" dt="2024-07-08T08:54:43.142" v="95" actId="6549"/>
          <ac:spMkLst>
            <pc:docMk/>
            <pc:sldMk cId="2137578366" sldId="859"/>
            <ac:spMk id="2" creationId="{00000000-0000-0000-0000-000000000000}"/>
          </ac:spMkLst>
        </pc:spChg>
        <pc:spChg chg="mod">
          <ac:chgData name="Rosmin Elsa Mohan" userId="7f6a9fc7-46b4-4eac-90cd-058eb48f67de" providerId="ADAL" clId="{D7890E2C-5534-4B0F-8D9C-E925522C3856}" dt="2024-07-08T08:58:14.382" v="102" actId="20577"/>
          <ac:spMkLst>
            <pc:docMk/>
            <pc:sldMk cId="2137578366" sldId="859"/>
            <ac:spMk id="7" creationId="{094E9A69-B612-35E4-DEEF-5092DA0A0A97}"/>
          </ac:spMkLst>
        </pc:spChg>
      </pc:sldChg>
      <pc:sldChg chg="modSp mod">
        <pc:chgData name="Rosmin Elsa Mohan" userId="7f6a9fc7-46b4-4eac-90cd-058eb48f67de" providerId="ADAL" clId="{D7890E2C-5534-4B0F-8D9C-E925522C3856}" dt="2024-07-08T09:27:40.393" v="338" actId="20577"/>
        <pc:sldMkLst>
          <pc:docMk/>
          <pc:sldMk cId="1416329417" sldId="949"/>
        </pc:sldMkLst>
        <pc:spChg chg="mod">
          <ac:chgData name="Rosmin Elsa Mohan" userId="7f6a9fc7-46b4-4eac-90cd-058eb48f67de" providerId="ADAL" clId="{D7890E2C-5534-4B0F-8D9C-E925522C3856}" dt="2024-07-08T09:27:40.393" v="338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D7890E2C-5534-4B0F-8D9C-E925522C3856}" dt="2024-07-08T09:15:59.777" v="249" actId="20577"/>
        <pc:sldMkLst>
          <pc:docMk/>
          <pc:sldMk cId="858007124" sldId="1277"/>
        </pc:sldMkLst>
        <pc:spChg chg="mod">
          <ac:chgData name="Rosmin Elsa Mohan" userId="7f6a9fc7-46b4-4eac-90cd-058eb48f67de" providerId="ADAL" clId="{D7890E2C-5534-4B0F-8D9C-E925522C3856}" dt="2024-07-08T09:14:57.167" v="240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 Mohan" userId="7f6a9fc7-46b4-4eac-90cd-058eb48f67de" providerId="ADAL" clId="{D7890E2C-5534-4B0F-8D9C-E925522C3856}" dt="2024-07-08T09:15:59.777" v="249" actId="20577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Rosmin Elsa Mohan" userId="7f6a9fc7-46b4-4eac-90cd-058eb48f67de" providerId="ADAL" clId="{D7890E2C-5534-4B0F-8D9C-E925522C3856}" dt="2024-07-08T08:59:55.502" v="122"/>
        <pc:sldMkLst>
          <pc:docMk/>
          <pc:sldMk cId="1672910874" sldId="1298"/>
        </pc:sldMkLst>
        <pc:spChg chg="mod">
          <ac:chgData name="Rosmin Elsa Mohan" userId="7f6a9fc7-46b4-4eac-90cd-058eb48f67de" providerId="ADAL" clId="{D7890E2C-5534-4B0F-8D9C-E925522C3856}" dt="2024-07-08T08:59:55.502" v="122"/>
          <ac:spMkLst>
            <pc:docMk/>
            <pc:sldMk cId="1672910874" sldId="1298"/>
            <ac:spMk id="3" creationId="{869DF675-68B2-E157-D40A-40EF3DECB71A}"/>
          </ac:spMkLst>
        </pc:spChg>
      </pc:sldChg>
      <pc:sldChg chg="modSp mod">
        <pc:chgData name="Rosmin Elsa Mohan" userId="7f6a9fc7-46b4-4eac-90cd-058eb48f67de" providerId="ADAL" clId="{D7890E2C-5534-4B0F-8D9C-E925522C3856}" dt="2024-07-08T09:07:32.575" v="145" actId="20577"/>
        <pc:sldMkLst>
          <pc:docMk/>
          <pc:sldMk cId="1217883548" sldId="1318"/>
        </pc:sldMkLst>
        <pc:spChg chg="mod">
          <ac:chgData name="Rosmin Elsa Mohan" userId="7f6a9fc7-46b4-4eac-90cd-058eb48f67de" providerId="ADAL" clId="{D7890E2C-5534-4B0F-8D9C-E925522C3856}" dt="2024-07-08T09:07:32.575" v="145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D7890E2C-5534-4B0F-8D9C-E925522C3856}" dt="2024-07-08T09:06:38.901" v="139" actId="14100"/>
        <pc:sldMkLst>
          <pc:docMk/>
          <pc:sldMk cId="180396868" sldId="1320"/>
        </pc:sldMkLst>
        <pc:spChg chg="mod">
          <ac:chgData name="Rosmin Elsa Mohan" userId="7f6a9fc7-46b4-4eac-90cd-058eb48f67de" providerId="ADAL" clId="{D7890E2C-5534-4B0F-8D9C-E925522C3856}" dt="2024-07-08T09:06:38.901" v="139" actId="14100"/>
          <ac:spMkLst>
            <pc:docMk/>
            <pc:sldMk cId="180396868" sldId="1320"/>
            <ac:spMk id="2" creationId="{DB1B1673-989C-680F-2E10-EB145FAF0EA9}"/>
          </ac:spMkLst>
        </pc:spChg>
        <pc:spChg chg="mod">
          <ac:chgData name="Rosmin Elsa Mohan" userId="7f6a9fc7-46b4-4eac-90cd-058eb48f67de" providerId="ADAL" clId="{D7890E2C-5534-4B0F-8D9C-E925522C3856}" dt="2024-07-08T09:06:36.886" v="138" actId="14100"/>
          <ac:spMkLst>
            <pc:docMk/>
            <pc:sldMk cId="180396868" sldId="1320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D7890E2C-5534-4B0F-8D9C-E925522C3856}" dt="2024-07-08T09:17:12.278" v="293" actId="20577"/>
        <pc:sldMkLst>
          <pc:docMk/>
          <pc:sldMk cId="4765592" sldId="1388"/>
        </pc:sldMkLst>
        <pc:spChg chg="mod">
          <ac:chgData name="Rosmin Elsa Mohan" userId="7f6a9fc7-46b4-4eac-90cd-058eb48f67de" providerId="ADAL" clId="{D7890E2C-5534-4B0F-8D9C-E925522C3856}" dt="2024-07-08T09:17:12.278" v="293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addSp delSp modSp mod">
        <pc:chgData name="Rosmin Elsa Mohan" userId="7f6a9fc7-46b4-4eac-90cd-058eb48f67de" providerId="ADAL" clId="{D7890E2C-5534-4B0F-8D9C-E925522C3856}" dt="2024-07-08T09:13:44.352" v="223" actId="14100"/>
        <pc:sldMkLst>
          <pc:docMk/>
          <pc:sldMk cId="2938291084" sldId="1393"/>
        </pc:sldMkLst>
        <pc:spChg chg="mod">
          <ac:chgData name="Rosmin Elsa Mohan" userId="7f6a9fc7-46b4-4eac-90cd-058eb48f67de" providerId="ADAL" clId="{D7890E2C-5534-4B0F-8D9C-E925522C3856}" dt="2024-07-08T09:08:00.265" v="179"/>
          <ac:spMkLst>
            <pc:docMk/>
            <pc:sldMk cId="2938291084" sldId="1393"/>
            <ac:spMk id="2" creationId="{69072751-0DFD-E04D-8DBC-6192EE4B4B2A}"/>
          </ac:spMkLst>
        </pc:spChg>
        <pc:spChg chg="del">
          <ac:chgData name="Rosmin Elsa Mohan" userId="7f6a9fc7-46b4-4eac-90cd-058eb48f67de" providerId="ADAL" clId="{D7890E2C-5534-4B0F-8D9C-E925522C3856}" dt="2024-07-08T09:11:23.284" v="197" actId="478"/>
          <ac:spMkLst>
            <pc:docMk/>
            <pc:sldMk cId="2938291084" sldId="1393"/>
            <ac:spMk id="3" creationId="{DFD3087A-542A-9E8A-2F04-286C1B72B61A}"/>
          </ac:spMkLst>
        </pc:spChg>
        <pc:spChg chg="add mod">
          <ac:chgData name="Rosmin Elsa Mohan" userId="7f6a9fc7-46b4-4eac-90cd-058eb48f67de" providerId="ADAL" clId="{D7890E2C-5534-4B0F-8D9C-E925522C3856}" dt="2024-07-08T09:13:44.352" v="223" actId="14100"/>
          <ac:spMkLst>
            <pc:docMk/>
            <pc:sldMk cId="2938291084" sldId="1393"/>
            <ac:spMk id="4" creationId="{5D8A1D50-48CB-9C5D-EE3F-E04C5F4941E7}"/>
          </ac:spMkLst>
        </pc:spChg>
      </pc:sldChg>
      <pc:sldChg chg="modSp mod">
        <pc:chgData name="Rosmin Elsa Mohan" userId="7f6a9fc7-46b4-4eac-90cd-058eb48f67de" providerId="ADAL" clId="{D7890E2C-5534-4B0F-8D9C-E925522C3856}" dt="2024-07-08T09:27:44.539" v="341" actId="20577"/>
        <pc:sldMkLst>
          <pc:docMk/>
          <pc:sldMk cId="1106683896" sldId="1401"/>
        </pc:sldMkLst>
        <pc:spChg chg="mod">
          <ac:chgData name="Rosmin Elsa Mohan" userId="7f6a9fc7-46b4-4eac-90cd-058eb48f67de" providerId="ADAL" clId="{D7890E2C-5534-4B0F-8D9C-E925522C3856}" dt="2024-07-08T09:27:44.539" v="341" actId="20577"/>
          <ac:spMkLst>
            <pc:docMk/>
            <pc:sldMk cId="1106683896" sldId="1401"/>
            <ac:spMk id="8" creationId="{A25EBDEB-28A0-A895-EE99-148520068F26}"/>
          </ac:spMkLst>
        </pc:spChg>
      </pc:sldChg>
      <pc:sldChg chg="addSp delSp modSp mod">
        <pc:chgData name="Rosmin Elsa Mohan" userId="7f6a9fc7-46b4-4eac-90cd-058eb48f67de" providerId="ADAL" clId="{D7890E2C-5534-4B0F-8D9C-E925522C3856}" dt="2024-07-08T09:13:56.024" v="224" actId="6549"/>
        <pc:sldMkLst>
          <pc:docMk/>
          <pc:sldMk cId="511152044" sldId="1431"/>
        </pc:sldMkLst>
        <pc:spChg chg="mod">
          <ac:chgData name="Rosmin Elsa Mohan" userId="7f6a9fc7-46b4-4eac-90cd-058eb48f67de" providerId="ADAL" clId="{D7890E2C-5534-4B0F-8D9C-E925522C3856}" dt="2024-07-08T09:08:05.790" v="180"/>
          <ac:spMkLst>
            <pc:docMk/>
            <pc:sldMk cId="511152044" sldId="1431"/>
            <ac:spMk id="2" creationId="{FDBAA513-2B1D-53EE-75BE-0578E83338A3}"/>
          </ac:spMkLst>
        </pc:spChg>
        <pc:spChg chg="add mod">
          <ac:chgData name="Rosmin Elsa Mohan" userId="7f6a9fc7-46b4-4eac-90cd-058eb48f67de" providerId="ADAL" clId="{D7890E2C-5534-4B0F-8D9C-E925522C3856}" dt="2024-07-08T09:13:56.024" v="224" actId="6549"/>
          <ac:spMkLst>
            <pc:docMk/>
            <pc:sldMk cId="511152044" sldId="1431"/>
            <ac:spMk id="3" creationId="{A8B7ACB4-FB47-8483-40B3-7BBFC9061BD3}"/>
          </ac:spMkLst>
        </pc:spChg>
        <pc:spChg chg="del">
          <ac:chgData name="Rosmin Elsa Mohan" userId="7f6a9fc7-46b4-4eac-90cd-058eb48f67de" providerId="ADAL" clId="{D7890E2C-5534-4B0F-8D9C-E925522C3856}" dt="2024-07-08T09:12:04.328" v="204" actId="478"/>
          <ac:spMkLst>
            <pc:docMk/>
            <pc:sldMk cId="511152044" sldId="1431"/>
            <ac:spMk id="4" creationId="{4AAC9441-58C4-0675-DBDB-7021135F31E8}"/>
          </ac:spMkLst>
        </pc:spChg>
      </pc:sldChg>
      <pc:sldChg chg="addSp delSp modSp mod">
        <pc:chgData name="Rosmin Elsa Mohan" userId="7f6a9fc7-46b4-4eac-90cd-058eb48f67de" providerId="ADAL" clId="{D7890E2C-5534-4B0F-8D9C-E925522C3856}" dt="2024-07-08T09:14:05.409" v="226" actId="6549"/>
        <pc:sldMkLst>
          <pc:docMk/>
          <pc:sldMk cId="2958737754" sldId="1432"/>
        </pc:sldMkLst>
        <pc:spChg chg="mod">
          <ac:chgData name="Rosmin Elsa Mohan" userId="7f6a9fc7-46b4-4eac-90cd-058eb48f67de" providerId="ADAL" clId="{D7890E2C-5534-4B0F-8D9C-E925522C3856}" dt="2024-07-08T09:08:10.215" v="181"/>
          <ac:spMkLst>
            <pc:docMk/>
            <pc:sldMk cId="2958737754" sldId="1432"/>
            <ac:spMk id="2" creationId="{C3E0B21F-9810-F1CF-643F-65AD235760E8}"/>
          </ac:spMkLst>
        </pc:spChg>
        <pc:spChg chg="del">
          <ac:chgData name="Rosmin Elsa Mohan" userId="7f6a9fc7-46b4-4eac-90cd-058eb48f67de" providerId="ADAL" clId="{D7890E2C-5534-4B0F-8D9C-E925522C3856}" dt="2024-07-08T09:12:26.356" v="209" actId="478"/>
          <ac:spMkLst>
            <pc:docMk/>
            <pc:sldMk cId="2958737754" sldId="1432"/>
            <ac:spMk id="3" creationId="{68AAB59A-FD91-226E-DFC4-E7CBB2BCC4B1}"/>
          </ac:spMkLst>
        </pc:spChg>
        <pc:spChg chg="add mod">
          <ac:chgData name="Rosmin Elsa Mohan" userId="7f6a9fc7-46b4-4eac-90cd-058eb48f67de" providerId="ADAL" clId="{D7890E2C-5534-4B0F-8D9C-E925522C3856}" dt="2024-07-08T09:14:05.409" v="226" actId="6549"/>
          <ac:spMkLst>
            <pc:docMk/>
            <pc:sldMk cId="2958737754" sldId="1432"/>
            <ac:spMk id="4" creationId="{70D865DC-66C0-205D-0A3E-7B594B9BA3DF}"/>
          </ac:spMkLst>
        </pc:spChg>
      </pc:sldChg>
      <pc:sldChg chg="modSp del mod">
        <pc:chgData name="Rosmin Elsa Mohan" userId="7f6a9fc7-46b4-4eac-90cd-058eb48f67de" providerId="ADAL" clId="{D7890E2C-5534-4B0F-8D9C-E925522C3856}" dt="2024-07-08T09:12:44.175" v="214" actId="47"/>
        <pc:sldMkLst>
          <pc:docMk/>
          <pc:sldMk cId="1424203554" sldId="1433"/>
        </pc:sldMkLst>
        <pc:spChg chg="mod">
          <ac:chgData name="Rosmin Elsa Mohan" userId="7f6a9fc7-46b4-4eac-90cd-058eb48f67de" providerId="ADAL" clId="{D7890E2C-5534-4B0F-8D9C-E925522C3856}" dt="2024-07-08T09:08:14.438" v="182"/>
          <ac:spMkLst>
            <pc:docMk/>
            <pc:sldMk cId="1424203554" sldId="1433"/>
            <ac:spMk id="2" creationId="{BB7CA26C-858D-CA83-6316-7A191D166A82}"/>
          </ac:spMkLst>
        </pc:spChg>
      </pc:sldChg>
      <pc:sldChg chg="modSp del mod">
        <pc:chgData name="Rosmin Elsa Mohan" userId="7f6a9fc7-46b4-4eac-90cd-058eb48f67de" providerId="ADAL" clId="{D7890E2C-5534-4B0F-8D9C-E925522C3856}" dt="2024-07-08T09:12:50.774" v="216" actId="47"/>
        <pc:sldMkLst>
          <pc:docMk/>
          <pc:sldMk cId="338017506" sldId="1434"/>
        </pc:sldMkLst>
        <pc:spChg chg="mod">
          <ac:chgData name="Rosmin Elsa Mohan" userId="7f6a9fc7-46b4-4eac-90cd-058eb48f67de" providerId="ADAL" clId="{D7890E2C-5534-4B0F-8D9C-E925522C3856}" dt="2024-07-08T09:08:27.796" v="185"/>
          <ac:spMkLst>
            <pc:docMk/>
            <pc:sldMk cId="338017506" sldId="1434"/>
            <ac:spMk id="2" creationId="{D1F75A4E-16BB-34B4-902A-037DA029C0DF}"/>
          </ac:spMkLst>
        </pc:spChg>
      </pc:sldChg>
      <pc:sldChg chg="modSp del mod">
        <pc:chgData name="Rosmin Elsa Mohan" userId="7f6a9fc7-46b4-4eac-90cd-058eb48f67de" providerId="ADAL" clId="{D7890E2C-5534-4B0F-8D9C-E925522C3856}" dt="2024-07-08T09:12:46.618" v="215" actId="47"/>
        <pc:sldMkLst>
          <pc:docMk/>
          <pc:sldMk cId="347131704" sldId="1435"/>
        </pc:sldMkLst>
        <pc:spChg chg="mod">
          <ac:chgData name="Rosmin Elsa Mohan" userId="7f6a9fc7-46b4-4eac-90cd-058eb48f67de" providerId="ADAL" clId="{D7890E2C-5534-4B0F-8D9C-E925522C3856}" dt="2024-07-08T09:08:31.210" v="186"/>
          <ac:spMkLst>
            <pc:docMk/>
            <pc:sldMk cId="347131704" sldId="1435"/>
            <ac:spMk id="2" creationId="{0FF54D7A-4C4F-E175-AF67-1860F158252E}"/>
          </ac:spMkLst>
        </pc:spChg>
      </pc:sldChg>
      <pc:sldChg chg="modSp del mod">
        <pc:chgData name="Rosmin Elsa Mohan" userId="7f6a9fc7-46b4-4eac-90cd-058eb48f67de" providerId="ADAL" clId="{D7890E2C-5534-4B0F-8D9C-E925522C3856}" dt="2024-07-08T09:12:44.175" v="214" actId="47"/>
        <pc:sldMkLst>
          <pc:docMk/>
          <pc:sldMk cId="2428896208" sldId="1436"/>
        </pc:sldMkLst>
        <pc:spChg chg="mod">
          <ac:chgData name="Rosmin Elsa Mohan" userId="7f6a9fc7-46b4-4eac-90cd-058eb48f67de" providerId="ADAL" clId="{D7890E2C-5534-4B0F-8D9C-E925522C3856}" dt="2024-07-08T09:08:19.359" v="183"/>
          <ac:spMkLst>
            <pc:docMk/>
            <pc:sldMk cId="2428896208" sldId="1436"/>
            <ac:spMk id="2" creationId="{875E988F-2580-F212-A4BE-9D9DD0876DFE}"/>
          </ac:spMkLst>
        </pc:spChg>
      </pc:sldChg>
      <pc:sldChg chg="modSp del mod">
        <pc:chgData name="Rosmin Elsa Mohan" userId="7f6a9fc7-46b4-4eac-90cd-058eb48f67de" providerId="ADAL" clId="{D7890E2C-5534-4B0F-8D9C-E925522C3856}" dt="2024-07-08T09:12:44.175" v="214" actId="47"/>
        <pc:sldMkLst>
          <pc:docMk/>
          <pc:sldMk cId="922083306" sldId="1437"/>
        </pc:sldMkLst>
        <pc:spChg chg="mod">
          <ac:chgData name="Rosmin Elsa Mohan" userId="7f6a9fc7-46b4-4eac-90cd-058eb48f67de" providerId="ADAL" clId="{D7890E2C-5534-4B0F-8D9C-E925522C3856}" dt="2024-07-08T09:08:23.393" v="184"/>
          <ac:spMkLst>
            <pc:docMk/>
            <pc:sldMk cId="922083306" sldId="1437"/>
            <ac:spMk id="2" creationId="{E26BE52D-4160-74B6-CB67-9E66B0DEA658}"/>
          </ac:spMkLst>
        </pc:spChg>
      </pc:sldChg>
      <pc:sldChg chg="modSp mod">
        <pc:chgData name="Rosmin Elsa Mohan" userId="7f6a9fc7-46b4-4eac-90cd-058eb48f67de" providerId="ADAL" clId="{D7890E2C-5534-4B0F-8D9C-E925522C3856}" dt="2024-07-08T09:26:23.616" v="327" actId="6549"/>
        <pc:sldMkLst>
          <pc:docMk/>
          <pc:sldMk cId="3552461181" sldId="1438"/>
        </pc:sldMkLst>
        <pc:spChg chg="mod">
          <ac:chgData name="Rosmin Elsa Mohan" userId="7f6a9fc7-46b4-4eac-90cd-058eb48f67de" providerId="ADAL" clId="{D7890E2C-5534-4B0F-8D9C-E925522C3856}" dt="2024-07-08T09:17:37.221" v="304" actId="20577"/>
          <ac:spMkLst>
            <pc:docMk/>
            <pc:sldMk cId="3552461181" sldId="1438"/>
            <ac:spMk id="6" creationId="{2D75DE56-5F0C-5056-AE13-29D86795AD33}"/>
          </ac:spMkLst>
        </pc:spChg>
        <pc:spChg chg="mod">
          <ac:chgData name="Rosmin Elsa Mohan" userId="7f6a9fc7-46b4-4eac-90cd-058eb48f67de" providerId="ADAL" clId="{D7890E2C-5534-4B0F-8D9C-E925522C3856}" dt="2024-07-08T09:26:23.616" v="327" actId="6549"/>
          <ac:spMkLst>
            <pc:docMk/>
            <pc:sldMk cId="3552461181" sldId="1438"/>
            <ac:spMk id="8" creationId="{006B5B6E-8198-6E5C-6E84-9D75287DF58B}"/>
          </ac:spMkLst>
        </pc:spChg>
      </pc:sldChg>
      <pc:sldChg chg="modSp mod">
        <pc:chgData name="Rosmin Elsa Mohan" userId="7f6a9fc7-46b4-4eac-90cd-058eb48f67de" providerId="ADAL" clId="{D7890E2C-5534-4B0F-8D9C-E925522C3856}" dt="2024-07-08T09:26:29.850" v="329" actId="6549"/>
        <pc:sldMkLst>
          <pc:docMk/>
          <pc:sldMk cId="1565668377" sldId="1439"/>
        </pc:sldMkLst>
        <pc:spChg chg="mod">
          <ac:chgData name="Rosmin Elsa Mohan" userId="7f6a9fc7-46b4-4eac-90cd-058eb48f67de" providerId="ADAL" clId="{D7890E2C-5534-4B0F-8D9C-E925522C3856}" dt="2024-07-08T09:17:57.819" v="309" actId="20577"/>
          <ac:spMkLst>
            <pc:docMk/>
            <pc:sldMk cId="1565668377" sldId="1439"/>
            <ac:spMk id="6" creationId="{EADDBF89-58BA-EE9F-AD42-B4C6EE879FD8}"/>
          </ac:spMkLst>
        </pc:spChg>
        <pc:spChg chg="mod">
          <ac:chgData name="Rosmin Elsa Mohan" userId="7f6a9fc7-46b4-4eac-90cd-058eb48f67de" providerId="ADAL" clId="{D7890E2C-5534-4B0F-8D9C-E925522C3856}" dt="2024-07-08T09:26:29.850" v="329" actId="6549"/>
          <ac:spMkLst>
            <pc:docMk/>
            <pc:sldMk cId="1565668377" sldId="1439"/>
            <ac:spMk id="8" creationId="{4BAC8562-D3A9-2F9C-BC47-4C2B3FDE803F}"/>
          </ac:spMkLst>
        </pc:spChg>
      </pc:sldChg>
      <pc:sldChg chg="addSp delSp modSp mod">
        <pc:chgData name="Rosmin Elsa Mohan" userId="7f6a9fc7-46b4-4eac-90cd-058eb48f67de" providerId="ADAL" clId="{D7890E2C-5534-4B0F-8D9C-E925522C3856}" dt="2024-07-08T09:26:40.587" v="333" actId="6549"/>
        <pc:sldMkLst>
          <pc:docMk/>
          <pc:sldMk cId="2616289819" sldId="1440"/>
        </pc:sldMkLst>
        <pc:spChg chg="mod">
          <ac:chgData name="Rosmin Elsa Mohan" userId="7f6a9fc7-46b4-4eac-90cd-058eb48f67de" providerId="ADAL" clId="{D7890E2C-5534-4B0F-8D9C-E925522C3856}" dt="2024-07-08T09:24:19.057" v="317" actId="20577"/>
          <ac:spMkLst>
            <pc:docMk/>
            <pc:sldMk cId="2616289819" sldId="1440"/>
            <ac:spMk id="6" creationId="{463E78ED-D212-D715-8745-F23550920BF2}"/>
          </ac:spMkLst>
        </pc:spChg>
        <pc:spChg chg="mod">
          <ac:chgData name="Rosmin Elsa Mohan" userId="7f6a9fc7-46b4-4eac-90cd-058eb48f67de" providerId="ADAL" clId="{D7890E2C-5534-4B0F-8D9C-E925522C3856}" dt="2024-07-08T09:26:40.587" v="333" actId="6549"/>
          <ac:spMkLst>
            <pc:docMk/>
            <pc:sldMk cId="2616289819" sldId="1440"/>
            <ac:spMk id="8" creationId="{FD9D0223-DDE2-A728-CEDA-5488160104E8}"/>
          </ac:spMkLst>
        </pc:spChg>
        <pc:graphicFrameChg chg="add del modGraphic">
          <ac:chgData name="Rosmin Elsa Mohan" userId="7f6a9fc7-46b4-4eac-90cd-058eb48f67de" providerId="ADAL" clId="{D7890E2C-5534-4B0F-8D9C-E925522C3856}" dt="2024-07-08T09:26:33.595" v="331" actId="27309"/>
          <ac:graphicFrameMkLst>
            <pc:docMk/>
            <pc:sldMk cId="2616289819" sldId="1440"/>
            <ac:graphicFrameMk id="3" creationId="{24F37A08-1D7C-64B6-9AB8-425C0B559386}"/>
          </ac:graphicFrameMkLst>
        </pc:graphicFrameChg>
      </pc:sldChg>
      <pc:sldChg chg="modSp mod">
        <pc:chgData name="Rosmin Elsa Mohan" userId="7f6a9fc7-46b4-4eac-90cd-058eb48f67de" providerId="ADAL" clId="{D7890E2C-5534-4B0F-8D9C-E925522C3856}" dt="2024-07-08T09:26:45.605" v="335" actId="6549"/>
        <pc:sldMkLst>
          <pc:docMk/>
          <pc:sldMk cId="2067044265" sldId="1441"/>
        </pc:sldMkLst>
        <pc:spChg chg="mod">
          <ac:chgData name="Rosmin Elsa Mohan" userId="7f6a9fc7-46b4-4eac-90cd-058eb48f67de" providerId="ADAL" clId="{D7890E2C-5534-4B0F-8D9C-E925522C3856}" dt="2024-07-08T09:25:03.081" v="325" actId="6549"/>
          <ac:spMkLst>
            <pc:docMk/>
            <pc:sldMk cId="2067044265" sldId="1441"/>
            <ac:spMk id="6" creationId="{648109A3-6683-1D70-4355-307F6E396EE6}"/>
          </ac:spMkLst>
        </pc:spChg>
        <pc:spChg chg="mod">
          <ac:chgData name="Rosmin Elsa Mohan" userId="7f6a9fc7-46b4-4eac-90cd-058eb48f67de" providerId="ADAL" clId="{D7890E2C-5534-4B0F-8D9C-E925522C3856}" dt="2024-07-08T09:26:45.605" v="335" actId="6549"/>
          <ac:spMkLst>
            <pc:docMk/>
            <pc:sldMk cId="2067044265" sldId="1441"/>
            <ac:spMk id="8" creationId="{A94480F0-5C85-E17D-1A8A-F1B1388870F9}"/>
          </ac:spMkLst>
        </pc:spChg>
      </pc:sldChg>
      <pc:sldChg chg="modSp mod">
        <pc:chgData name="Rosmin Elsa Mohan" userId="7f6a9fc7-46b4-4eac-90cd-058eb48f67de" providerId="ADAL" clId="{D7890E2C-5534-4B0F-8D9C-E925522C3856}" dt="2024-07-08T09:27:48.834" v="344" actId="20577"/>
        <pc:sldMkLst>
          <pc:docMk/>
          <pc:sldMk cId="2623249776" sldId="1442"/>
        </pc:sldMkLst>
        <pc:spChg chg="mod">
          <ac:chgData name="Rosmin Elsa Mohan" userId="7f6a9fc7-46b4-4eac-90cd-058eb48f67de" providerId="ADAL" clId="{D7890E2C-5534-4B0F-8D9C-E925522C3856}" dt="2024-07-08T09:27:48.834" v="344" actId="20577"/>
          <ac:spMkLst>
            <pc:docMk/>
            <pc:sldMk cId="2623249776" sldId="1442"/>
            <ac:spMk id="8" creationId="{3A2F3080-99F1-F2DE-3299-E174825DB9C6}"/>
          </ac:spMkLst>
        </pc:spChg>
      </pc:sldChg>
      <pc:sldChg chg="modSp mod">
        <pc:chgData name="Rosmin Elsa Mohan" userId="7f6a9fc7-46b4-4eac-90cd-058eb48f67de" providerId="ADAL" clId="{D7890E2C-5534-4B0F-8D9C-E925522C3856}" dt="2024-07-08T09:27:52.758" v="347" actId="20577"/>
        <pc:sldMkLst>
          <pc:docMk/>
          <pc:sldMk cId="637721542" sldId="1443"/>
        </pc:sldMkLst>
        <pc:spChg chg="mod">
          <ac:chgData name="Rosmin Elsa Mohan" userId="7f6a9fc7-46b4-4eac-90cd-058eb48f67de" providerId="ADAL" clId="{D7890E2C-5534-4B0F-8D9C-E925522C3856}" dt="2024-07-08T09:27:52.758" v="347" actId="20577"/>
          <ac:spMkLst>
            <pc:docMk/>
            <pc:sldMk cId="637721542" sldId="1443"/>
            <ac:spMk id="8" creationId="{65BA4930-30DF-D4B4-ADD6-B777DB74DBCD}"/>
          </ac:spMkLst>
        </pc:spChg>
      </pc:sldChg>
      <pc:sldChg chg="modSp mod">
        <pc:chgData name="Rosmin Elsa Mohan" userId="7f6a9fc7-46b4-4eac-90cd-058eb48f67de" providerId="ADAL" clId="{D7890E2C-5534-4B0F-8D9C-E925522C3856}" dt="2024-07-08T09:27:56.667" v="350" actId="20577"/>
        <pc:sldMkLst>
          <pc:docMk/>
          <pc:sldMk cId="2967730246" sldId="1444"/>
        </pc:sldMkLst>
        <pc:spChg chg="mod">
          <ac:chgData name="Rosmin Elsa Mohan" userId="7f6a9fc7-46b4-4eac-90cd-058eb48f67de" providerId="ADAL" clId="{D7890E2C-5534-4B0F-8D9C-E925522C3856}" dt="2024-07-08T09:27:56.667" v="350" actId="20577"/>
          <ac:spMkLst>
            <pc:docMk/>
            <pc:sldMk cId="2967730246" sldId="1444"/>
            <ac:spMk id="8" creationId="{4B20C08D-13B1-4F34-A99E-AF3AC5E49CB3}"/>
          </ac:spMkLst>
        </pc:spChg>
      </pc:sldChg>
      <pc:sldChg chg="addSp delSp modSp mod">
        <pc:chgData name="Rosmin Elsa Mohan" userId="7f6a9fc7-46b4-4eac-90cd-058eb48f67de" providerId="ADAL" clId="{D7890E2C-5534-4B0F-8D9C-E925522C3856}" dt="2024-07-08T08:58:37.011" v="107"/>
        <pc:sldMkLst>
          <pc:docMk/>
          <pc:sldMk cId="3068996028" sldId="1472"/>
        </pc:sldMkLst>
        <pc:spChg chg="mod">
          <ac:chgData name="Rosmin Elsa Mohan" userId="7f6a9fc7-46b4-4eac-90cd-058eb48f67de" providerId="ADAL" clId="{D7890E2C-5534-4B0F-8D9C-E925522C3856}" dt="2024-07-08T08:54:50.432" v="96"/>
          <ac:spMkLst>
            <pc:docMk/>
            <pc:sldMk cId="3068996028" sldId="1472"/>
            <ac:spMk id="2" creationId="{7650D44C-1859-E285-8215-02854B445147}"/>
          </ac:spMkLst>
        </pc:spChg>
        <pc:spChg chg="add mod">
          <ac:chgData name="Rosmin Elsa Mohan" userId="7f6a9fc7-46b4-4eac-90cd-058eb48f67de" providerId="ADAL" clId="{D7890E2C-5534-4B0F-8D9C-E925522C3856}" dt="2024-07-08T08:58:37.011" v="107"/>
          <ac:spMkLst>
            <pc:docMk/>
            <pc:sldMk cId="3068996028" sldId="1472"/>
            <ac:spMk id="3" creationId="{4A8690D3-6D5D-BBB1-5673-E0C9C96D6ACA}"/>
          </ac:spMkLst>
        </pc:spChg>
        <pc:spChg chg="del">
          <ac:chgData name="Rosmin Elsa Mohan" userId="7f6a9fc7-46b4-4eac-90cd-058eb48f67de" providerId="ADAL" clId="{D7890E2C-5534-4B0F-8D9C-E925522C3856}" dt="2024-07-08T08:58:24.371" v="103" actId="478"/>
          <ac:spMkLst>
            <pc:docMk/>
            <pc:sldMk cId="3068996028" sldId="1472"/>
            <ac:spMk id="7" creationId="{F460751C-3D51-84CA-15D6-D3B27D67B948}"/>
          </ac:spMkLst>
        </pc:spChg>
      </pc:sldChg>
      <pc:sldChg chg="addSp delSp modSp mod">
        <pc:chgData name="Rosmin Elsa Mohan" userId="7f6a9fc7-46b4-4eac-90cd-058eb48f67de" providerId="ADAL" clId="{D7890E2C-5534-4B0F-8D9C-E925522C3856}" dt="2024-07-08T08:59:16.535" v="115" actId="27107"/>
        <pc:sldMkLst>
          <pc:docMk/>
          <pc:sldMk cId="2264041875" sldId="1473"/>
        </pc:sldMkLst>
        <pc:spChg chg="mod">
          <ac:chgData name="Rosmin Elsa Mohan" userId="7f6a9fc7-46b4-4eac-90cd-058eb48f67de" providerId="ADAL" clId="{D7890E2C-5534-4B0F-8D9C-E925522C3856}" dt="2024-07-08T08:54:56.298" v="97"/>
          <ac:spMkLst>
            <pc:docMk/>
            <pc:sldMk cId="2264041875" sldId="1473"/>
            <ac:spMk id="2" creationId="{DF6C818C-9627-247B-B917-187D597D3668}"/>
          </ac:spMkLst>
        </pc:spChg>
        <pc:spChg chg="add del">
          <ac:chgData name="Rosmin Elsa Mohan" userId="7f6a9fc7-46b4-4eac-90cd-058eb48f67de" providerId="ADAL" clId="{D7890E2C-5534-4B0F-8D9C-E925522C3856}" dt="2024-07-08T08:58:43.121" v="110" actId="22"/>
          <ac:spMkLst>
            <pc:docMk/>
            <pc:sldMk cId="2264041875" sldId="1473"/>
            <ac:spMk id="4" creationId="{274A75E6-140A-5927-B04E-9DA0595FDAE5}"/>
          </ac:spMkLst>
        </pc:spChg>
        <pc:spChg chg="del">
          <ac:chgData name="Rosmin Elsa Mohan" userId="7f6a9fc7-46b4-4eac-90cd-058eb48f67de" providerId="ADAL" clId="{D7890E2C-5534-4B0F-8D9C-E925522C3856}" dt="2024-07-08T08:58:40.781" v="108" actId="478"/>
          <ac:spMkLst>
            <pc:docMk/>
            <pc:sldMk cId="2264041875" sldId="1473"/>
            <ac:spMk id="7" creationId="{BE797BE3-6F9B-D32D-1F0D-2E5750AD0ED8}"/>
          </ac:spMkLst>
        </pc:spChg>
        <pc:spChg chg="add mod">
          <ac:chgData name="Rosmin Elsa Mohan" userId="7f6a9fc7-46b4-4eac-90cd-058eb48f67de" providerId="ADAL" clId="{D7890E2C-5534-4B0F-8D9C-E925522C3856}" dt="2024-07-08T08:59:16.535" v="115" actId="27107"/>
          <ac:spMkLst>
            <pc:docMk/>
            <pc:sldMk cId="2264041875" sldId="1473"/>
            <ac:spMk id="8" creationId="{FDC59045-2C7C-F576-C00C-AAA6D40E13D2}"/>
          </ac:spMkLst>
        </pc:spChg>
      </pc:sldChg>
      <pc:sldChg chg="addSp delSp modSp mod">
        <pc:chgData name="Rosmin Elsa Mohan" userId="7f6a9fc7-46b4-4eac-90cd-058eb48f67de" providerId="ADAL" clId="{D7890E2C-5534-4B0F-8D9C-E925522C3856}" dt="2024-07-08T08:59:33.264" v="121"/>
        <pc:sldMkLst>
          <pc:docMk/>
          <pc:sldMk cId="2017312258" sldId="1474"/>
        </pc:sldMkLst>
        <pc:spChg chg="mod">
          <ac:chgData name="Rosmin Elsa Mohan" userId="7f6a9fc7-46b4-4eac-90cd-058eb48f67de" providerId="ADAL" clId="{D7890E2C-5534-4B0F-8D9C-E925522C3856}" dt="2024-07-08T08:54:59.601" v="98"/>
          <ac:spMkLst>
            <pc:docMk/>
            <pc:sldMk cId="2017312258" sldId="1474"/>
            <ac:spMk id="2" creationId="{F8B061F3-D074-8E40-5901-929AFBA39D36}"/>
          </ac:spMkLst>
        </pc:spChg>
        <pc:spChg chg="add mod">
          <ac:chgData name="Rosmin Elsa Mohan" userId="7f6a9fc7-46b4-4eac-90cd-058eb48f67de" providerId="ADAL" clId="{D7890E2C-5534-4B0F-8D9C-E925522C3856}" dt="2024-07-08T08:59:33.264" v="121"/>
          <ac:spMkLst>
            <pc:docMk/>
            <pc:sldMk cId="2017312258" sldId="1474"/>
            <ac:spMk id="3" creationId="{E1F6D6C1-942B-FDE1-65ED-8884FD5ECA9A}"/>
          </ac:spMkLst>
        </pc:spChg>
        <pc:spChg chg="del mod">
          <ac:chgData name="Rosmin Elsa Mohan" userId="7f6a9fc7-46b4-4eac-90cd-058eb48f67de" providerId="ADAL" clId="{D7890E2C-5534-4B0F-8D9C-E925522C3856}" dt="2024-07-08T08:59:21.786" v="117" actId="478"/>
          <ac:spMkLst>
            <pc:docMk/>
            <pc:sldMk cId="2017312258" sldId="1474"/>
            <ac:spMk id="7" creationId="{64CB5F95-8868-097A-BCB3-2D414D940B83}"/>
          </ac:spMkLst>
        </pc:spChg>
      </pc:sldChg>
      <pc:sldMasterChg chg="modSldLayout">
        <pc:chgData name="Rosmin Elsa Mohan" userId="7f6a9fc7-46b4-4eac-90cd-058eb48f67de" providerId="ADAL" clId="{D7890E2C-5534-4B0F-8D9C-E925522C3856}" dt="2024-07-08T08:53:28.336" v="59" actId="1076"/>
        <pc:sldMasterMkLst>
          <pc:docMk/>
          <pc:sldMasterMk cId="2021402228" sldId="2147483673"/>
        </pc:sldMasterMkLst>
        <pc:sldLayoutChg chg="modSp mod">
          <pc:chgData name="Rosmin Elsa Mohan" userId="7f6a9fc7-46b4-4eac-90cd-058eb48f67de" providerId="ADAL" clId="{D7890E2C-5534-4B0F-8D9C-E925522C3856}" dt="2024-07-08T08:53:01.312" v="24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 Mohan" userId="7f6a9fc7-46b4-4eac-90cd-058eb48f67de" providerId="ADAL" clId="{D7890E2C-5534-4B0F-8D9C-E925522C3856}" dt="2024-07-08T08:53:01.312" v="24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  <pc:sldLayoutChg chg="modSp mod">
          <pc:chgData name="Rosmin Elsa Mohan" userId="7f6a9fc7-46b4-4eac-90cd-058eb48f67de" providerId="ADAL" clId="{D7890E2C-5534-4B0F-8D9C-E925522C3856}" dt="2024-07-08T08:53:11.896" v="43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 Mohan" userId="7f6a9fc7-46b4-4eac-90cd-058eb48f67de" providerId="ADAL" clId="{D7890E2C-5534-4B0F-8D9C-E925522C3856}" dt="2024-07-08T08:53:11.896" v="43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Rosmin Elsa Mohan" userId="7f6a9fc7-46b4-4eac-90cd-058eb48f67de" providerId="ADAL" clId="{D7890E2C-5534-4B0F-8D9C-E925522C3856}" dt="2024-07-08T08:53:28.336" v="59" actId="1076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 Mohan" userId="7f6a9fc7-46b4-4eac-90cd-058eb48f67de" providerId="ADAL" clId="{D7890E2C-5534-4B0F-8D9C-E925522C3856}" dt="2024-07-08T08:53:27.634" v="58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  <pc:picChg chg="mod">
            <ac:chgData name="Rosmin Elsa Mohan" userId="7f6a9fc7-46b4-4eac-90cd-058eb48f67de" providerId="ADAL" clId="{D7890E2C-5534-4B0F-8D9C-E925522C3856}" dt="2024-07-08T08:53:28.336" v="59" actId="1076"/>
            <ac:picMkLst>
              <pc:docMk/>
              <pc:sldMasterMk cId="2021402228" sldId="2147483673"/>
              <pc:sldLayoutMk cId="559836863" sldId="2147483688"/>
              <ac:picMk id="2" creationId="{48FE7525-701C-1966-DABB-11C36E082449}"/>
            </ac:picMkLst>
          </pc:picChg>
        </pc:sldLayoutChg>
        <pc:sldLayoutChg chg="modSp mod">
          <pc:chgData name="Rosmin Elsa Mohan" userId="7f6a9fc7-46b4-4eac-90cd-058eb48f67de" providerId="ADAL" clId="{D7890E2C-5534-4B0F-8D9C-E925522C3856}" dt="2024-07-08T08:53:18.033" v="51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 Mohan" userId="7f6a9fc7-46b4-4eac-90cd-058eb48f67de" providerId="ADAL" clId="{D7890E2C-5534-4B0F-8D9C-E925522C3856}" dt="2024-07-08T08:53:18.033" v="51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  <pc:docChgLst>
    <pc:chgData name="Rosmin Elsa" userId="8f13a6be4da41318" providerId="Windows Live" clId="Web-{E500C4AC-B9EA-42F9-B04F-C30D23DE990A}"/>
    <pc:docChg chg="modSld modSection">
      <pc:chgData name="Rosmin Elsa" userId="8f13a6be4da41318" providerId="Windows Live" clId="Web-{E500C4AC-B9EA-42F9-B04F-C30D23DE990A}" dt="2024-07-09T08:14:46.259" v="84" actId="20577"/>
      <pc:docMkLst>
        <pc:docMk/>
      </pc:docMkLst>
      <pc:sldChg chg="modSp">
        <pc:chgData name="Rosmin Elsa" userId="8f13a6be4da41318" providerId="Windows Live" clId="Web-{E500C4AC-B9EA-42F9-B04F-C30D23DE990A}" dt="2024-07-08T09:34:50.478" v="17" actId="20577"/>
        <pc:sldMkLst>
          <pc:docMk/>
          <pc:sldMk cId="4206118844" sldId="811"/>
        </pc:sldMkLst>
        <pc:spChg chg="mod">
          <ac:chgData name="Rosmin Elsa" userId="8f13a6be4da41318" providerId="Windows Live" clId="Web-{E500C4AC-B9EA-42F9-B04F-C30D23DE990A}" dt="2024-07-08T09:34:50.478" v="17" actId="20577"/>
          <ac:spMkLst>
            <pc:docMk/>
            <pc:sldMk cId="4206118844" sldId="811"/>
            <ac:spMk id="2" creationId="{5DE3A813-6DBA-F993-8DA0-D81B4057E015}"/>
          </ac:spMkLst>
        </pc:spChg>
      </pc:sldChg>
      <pc:sldChg chg="addSp delSp">
        <pc:chgData name="Rosmin Elsa" userId="8f13a6be4da41318" providerId="Windows Live" clId="Web-{E500C4AC-B9EA-42F9-B04F-C30D23DE990A}" dt="2024-07-08T09:35:08.495" v="21"/>
        <pc:sldMkLst>
          <pc:docMk/>
          <pc:sldMk cId="3585569336" sldId="825"/>
        </pc:sldMkLst>
        <pc:spChg chg="del">
          <ac:chgData name="Rosmin Elsa" userId="8f13a6be4da41318" providerId="Windows Live" clId="Web-{E500C4AC-B9EA-42F9-B04F-C30D23DE990A}" dt="2024-07-08T09:35:08.057" v="20"/>
          <ac:spMkLst>
            <pc:docMk/>
            <pc:sldMk cId="3585569336" sldId="825"/>
            <ac:spMk id="2" creationId="{1B06CDC2-E50A-3116-E465-B97E39BC940D}"/>
          </ac:spMkLst>
        </pc:spChg>
        <pc:spChg chg="add">
          <ac:chgData name="Rosmin Elsa" userId="8f13a6be4da41318" providerId="Windows Live" clId="Web-{E500C4AC-B9EA-42F9-B04F-C30D23DE990A}" dt="2024-07-08T09:35:08.495" v="21"/>
          <ac:spMkLst>
            <pc:docMk/>
            <pc:sldMk cId="3585569336" sldId="825"/>
            <ac:spMk id="4" creationId="{C08E3B6D-A01E-90ED-6A35-9380187EE519}"/>
          </ac:spMkLst>
        </pc:spChg>
      </pc:sldChg>
      <pc:sldChg chg="addSp delSp">
        <pc:chgData name="Rosmin Elsa" userId="8f13a6be4da41318" providerId="Windows Live" clId="Web-{E500C4AC-B9EA-42F9-B04F-C30D23DE990A}" dt="2024-07-08T09:36:10.997" v="31"/>
        <pc:sldMkLst>
          <pc:docMk/>
          <pc:sldMk cId="4027535716" sldId="829"/>
        </pc:sldMkLst>
        <pc:spChg chg="del">
          <ac:chgData name="Rosmin Elsa" userId="8f13a6be4da41318" providerId="Windows Live" clId="Web-{E500C4AC-B9EA-42F9-B04F-C30D23DE990A}" dt="2024-07-08T09:36:10.309" v="30"/>
          <ac:spMkLst>
            <pc:docMk/>
            <pc:sldMk cId="4027535716" sldId="829"/>
            <ac:spMk id="2" creationId="{E3ED4C2D-8F3A-93FB-E552-441EF1174C57}"/>
          </ac:spMkLst>
        </pc:spChg>
        <pc:spChg chg="add del">
          <ac:chgData name="Rosmin Elsa" userId="8f13a6be4da41318" providerId="Windows Live" clId="Web-{E500C4AC-B9EA-42F9-B04F-C30D23DE990A}" dt="2024-07-08T09:35:35.667" v="25"/>
          <ac:spMkLst>
            <pc:docMk/>
            <pc:sldMk cId="4027535716" sldId="829"/>
            <ac:spMk id="4" creationId="{A4517438-1CE4-8E03-EC47-0A8386FF9A9B}"/>
          </ac:spMkLst>
        </pc:spChg>
        <pc:spChg chg="add">
          <ac:chgData name="Rosmin Elsa" userId="8f13a6be4da41318" providerId="Windows Live" clId="Web-{E500C4AC-B9EA-42F9-B04F-C30D23DE990A}" dt="2024-07-08T09:36:10.997" v="31"/>
          <ac:spMkLst>
            <pc:docMk/>
            <pc:sldMk cId="4027535716" sldId="829"/>
            <ac:spMk id="6" creationId="{F4ADE8D2-46FE-53B0-BD58-AD5ED324541E}"/>
          </ac:spMkLst>
        </pc:spChg>
      </pc:sldChg>
      <pc:sldChg chg="addSp delSp">
        <pc:chgData name="Rosmin Elsa" userId="8f13a6be4da41318" providerId="Windows Live" clId="Web-{E500C4AC-B9EA-42F9-B04F-C30D23DE990A}" dt="2024-07-08T09:35:59.668" v="29"/>
        <pc:sldMkLst>
          <pc:docMk/>
          <pc:sldMk cId="430881365" sldId="1259"/>
        </pc:sldMkLst>
        <pc:spChg chg="add del">
          <ac:chgData name="Rosmin Elsa" userId="8f13a6be4da41318" providerId="Windows Live" clId="Web-{E500C4AC-B9EA-42F9-B04F-C30D23DE990A}" dt="2024-07-08T09:35:55.543" v="28"/>
          <ac:spMkLst>
            <pc:docMk/>
            <pc:sldMk cId="430881365" sldId="1259"/>
            <ac:spMk id="2" creationId="{ED5B6446-DF9C-BA6E-B41E-1CD580FE87A5}"/>
          </ac:spMkLst>
        </pc:spChg>
        <pc:spChg chg="add del">
          <ac:chgData name="Rosmin Elsa" userId="8f13a6be4da41318" providerId="Windows Live" clId="Web-{E500C4AC-B9EA-42F9-B04F-C30D23DE990A}" dt="2024-07-08T09:35:59.668" v="29"/>
          <ac:spMkLst>
            <pc:docMk/>
            <pc:sldMk cId="430881365" sldId="1259"/>
            <ac:spMk id="4" creationId="{3F08F97D-3CDF-CA79-E33A-88483FB4AE0E}"/>
          </ac:spMkLst>
        </pc:spChg>
      </pc:sldChg>
      <pc:sldChg chg="addSp delSp">
        <pc:chgData name="Rosmin Elsa" userId="8f13a6be4da41318" providerId="Windows Live" clId="Web-{E500C4AC-B9EA-42F9-B04F-C30D23DE990A}" dt="2024-07-08T09:34:59.369" v="19"/>
        <pc:sldMkLst>
          <pc:docMk/>
          <pc:sldMk cId="1672910874" sldId="1298"/>
        </pc:sldMkLst>
        <pc:spChg chg="del">
          <ac:chgData name="Rosmin Elsa" userId="8f13a6be4da41318" providerId="Windows Live" clId="Web-{E500C4AC-B9EA-42F9-B04F-C30D23DE990A}" dt="2024-07-08T09:34:59.104" v="18"/>
          <ac:spMkLst>
            <pc:docMk/>
            <pc:sldMk cId="1672910874" sldId="1298"/>
            <ac:spMk id="3" creationId="{869DF675-68B2-E157-D40A-40EF3DECB71A}"/>
          </ac:spMkLst>
        </pc:spChg>
        <pc:spChg chg="add">
          <ac:chgData name="Rosmin Elsa" userId="8f13a6be4da41318" providerId="Windows Live" clId="Web-{E500C4AC-B9EA-42F9-B04F-C30D23DE990A}" dt="2024-07-08T09:34:59.369" v="19"/>
          <ac:spMkLst>
            <pc:docMk/>
            <pc:sldMk cId="1672910874" sldId="1298"/>
            <ac:spMk id="4" creationId="{39818C74-0661-6816-C886-B2DDF42ED709}"/>
          </ac:spMkLst>
        </pc:spChg>
      </pc:sldChg>
      <pc:sldChg chg="modSp">
        <pc:chgData name="Rosmin Elsa" userId="8f13a6be4da41318" providerId="Windows Live" clId="Web-{E500C4AC-B9EA-42F9-B04F-C30D23DE990A}" dt="2024-07-09T08:13:26.179" v="57" actId="20577"/>
        <pc:sldMkLst>
          <pc:docMk/>
          <pc:sldMk cId="4269347578" sldId="1476"/>
        </pc:sldMkLst>
        <pc:spChg chg="mod">
          <ac:chgData name="Rosmin Elsa" userId="8f13a6be4da41318" providerId="Windows Live" clId="Web-{E500C4AC-B9EA-42F9-B04F-C30D23DE990A}" dt="2024-07-09T08:13:26.179" v="57" actId="20577"/>
          <ac:spMkLst>
            <pc:docMk/>
            <pc:sldMk cId="4269347578" sldId="1476"/>
            <ac:spMk id="2" creationId="{00000000-0000-0000-0000-000000000000}"/>
          </ac:spMkLst>
        </pc:spChg>
      </pc:sldChg>
      <pc:sldChg chg="modSp">
        <pc:chgData name="Rosmin Elsa" userId="8f13a6be4da41318" providerId="Windows Live" clId="Web-{E500C4AC-B9EA-42F9-B04F-C30D23DE990A}" dt="2024-07-09T08:13:48.007" v="76" actId="20577"/>
        <pc:sldMkLst>
          <pc:docMk/>
          <pc:sldMk cId="3158716179" sldId="1477"/>
        </pc:sldMkLst>
        <pc:spChg chg="mod">
          <ac:chgData name="Rosmin Elsa" userId="8f13a6be4da41318" providerId="Windows Live" clId="Web-{E500C4AC-B9EA-42F9-B04F-C30D23DE990A}" dt="2024-07-09T08:13:48.007" v="76" actId="20577"/>
          <ac:spMkLst>
            <pc:docMk/>
            <pc:sldMk cId="3158716179" sldId="1477"/>
            <ac:spMk id="3" creationId="{BD7AE418-84FE-0E25-B13A-DAD0615A2C9F}"/>
          </ac:spMkLst>
        </pc:spChg>
      </pc:sldChg>
      <pc:sldChg chg="modSp">
        <pc:chgData name="Rosmin Elsa" userId="8f13a6be4da41318" providerId="Windows Live" clId="Web-{E500C4AC-B9EA-42F9-B04F-C30D23DE990A}" dt="2024-07-09T08:14:46.259" v="84" actId="20577"/>
        <pc:sldMkLst>
          <pc:docMk/>
          <pc:sldMk cId="138552119" sldId="1478"/>
        </pc:sldMkLst>
        <pc:spChg chg="mod">
          <ac:chgData name="Rosmin Elsa" userId="8f13a6be4da41318" providerId="Windows Live" clId="Web-{E500C4AC-B9EA-42F9-B04F-C30D23DE990A}" dt="2024-07-09T08:13:37.913" v="68" actId="20577"/>
          <ac:spMkLst>
            <pc:docMk/>
            <pc:sldMk cId="138552119" sldId="1478"/>
            <ac:spMk id="2" creationId="{00000000-0000-0000-0000-000000000000}"/>
          </ac:spMkLst>
        </pc:spChg>
        <pc:spChg chg="mod">
          <ac:chgData name="Rosmin Elsa" userId="8f13a6be4da41318" providerId="Windows Live" clId="Web-{E500C4AC-B9EA-42F9-B04F-C30D23DE990A}" dt="2024-07-09T08:14:46.259" v="84" actId="20577"/>
          <ac:spMkLst>
            <pc:docMk/>
            <pc:sldMk cId="138552119" sldId="1478"/>
            <ac:spMk id="6" creationId="{CA0575D6-2132-A304-BD4D-E123FFDE7A28}"/>
          </ac:spMkLst>
        </pc:spChg>
      </pc:sldChg>
    </pc:docChg>
  </pc:docChgLst>
  <pc:docChgLst>
    <pc:chgData name="Cynthia George" userId="8e4ca16d49ed6304" providerId="Windows Live" clId="Web-{F68B55A1-085D-4FE8-88BA-9CBD5209A84B}"/>
    <pc:docChg chg="modSld">
      <pc:chgData name="Cynthia George" userId="8e4ca16d49ed6304" providerId="Windows Live" clId="Web-{F68B55A1-085D-4FE8-88BA-9CBD5209A84B}" dt="2024-07-13T00:32:52.376" v="130" actId="20577"/>
      <pc:docMkLst>
        <pc:docMk/>
      </pc:docMkLst>
      <pc:sldChg chg="modSp">
        <pc:chgData name="Cynthia George" userId="8e4ca16d49ed6304" providerId="Windows Live" clId="Web-{F68B55A1-085D-4FE8-88BA-9CBD5209A84B}" dt="2024-07-13T00:30:27.356" v="71" actId="1076"/>
        <pc:sldMkLst>
          <pc:docMk/>
          <pc:sldMk cId="4065385365" sldId="1492"/>
        </pc:sldMkLst>
        <pc:spChg chg="mod">
          <ac:chgData name="Cynthia George" userId="8e4ca16d49ed6304" providerId="Windows Live" clId="Web-{F68B55A1-085D-4FE8-88BA-9CBD5209A84B}" dt="2024-07-13T00:30:27.356" v="71" actId="1076"/>
          <ac:spMkLst>
            <pc:docMk/>
            <pc:sldMk cId="4065385365" sldId="1492"/>
            <ac:spMk id="7" creationId="{094E9A69-B612-35E4-DEEF-5092DA0A0A97}"/>
          </ac:spMkLst>
        </pc:spChg>
      </pc:sldChg>
      <pc:sldChg chg="modSp">
        <pc:chgData name="Cynthia George" userId="8e4ca16d49ed6304" providerId="Windows Live" clId="Web-{F68B55A1-085D-4FE8-88BA-9CBD5209A84B}" dt="2024-07-13T00:31:51.218" v="102" actId="20577"/>
        <pc:sldMkLst>
          <pc:docMk/>
          <pc:sldMk cId="1463617779" sldId="1493"/>
        </pc:sldMkLst>
        <pc:spChg chg="mod">
          <ac:chgData name="Cynthia George" userId="8e4ca16d49ed6304" providerId="Windows Live" clId="Web-{F68B55A1-085D-4FE8-88BA-9CBD5209A84B}" dt="2024-07-13T00:31:51.218" v="102" actId="20577"/>
          <ac:spMkLst>
            <pc:docMk/>
            <pc:sldMk cId="1463617779" sldId="1493"/>
            <ac:spMk id="7" creationId="{094E9A69-B612-35E4-DEEF-5092DA0A0A97}"/>
          </ac:spMkLst>
        </pc:spChg>
      </pc:sldChg>
      <pc:sldChg chg="modSp">
        <pc:chgData name="Cynthia George" userId="8e4ca16d49ed6304" providerId="Windows Live" clId="Web-{F68B55A1-085D-4FE8-88BA-9CBD5209A84B}" dt="2024-07-13T00:32:52.376" v="130" actId="20577"/>
        <pc:sldMkLst>
          <pc:docMk/>
          <pc:sldMk cId="1171678120" sldId="1494"/>
        </pc:sldMkLst>
        <pc:spChg chg="mod">
          <ac:chgData name="Cynthia George" userId="8e4ca16d49ed6304" providerId="Windows Live" clId="Web-{F68B55A1-085D-4FE8-88BA-9CBD5209A84B}" dt="2024-07-13T00:32:52.376" v="130" actId="20577"/>
          <ac:spMkLst>
            <pc:docMk/>
            <pc:sldMk cId="1171678120" sldId="1494"/>
            <ac:spMk id="7" creationId="{094E9A69-B612-35E4-DEEF-5092DA0A0A97}"/>
          </ac:spMkLst>
        </pc:spChg>
      </pc:sldChg>
    </pc:docChg>
  </pc:docChgLst>
  <pc:docChgLst>
    <pc:chgData name="Rosmin Elsa" userId="8f13a6be4da41318" providerId="LiveId" clId="{184B6091-0FE2-4A82-82A8-DBB861E37827}"/>
    <pc:docChg chg="undo redo custSel addSld delSld modSld sldOrd addSection modSection">
      <pc:chgData name="Rosmin Elsa" userId="8f13a6be4da41318" providerId="LiveId" clId="{184B6091-0FE2-4A82-82A8-DBB861E37827}" dt="2024-07-12T05:47:08.204" v="1038" actId="6549"/>
      <pc:docMkLst>
        <pc:docMk/>
      </pc:docMkLst>
      <pc:sldChg chg="addSp delSp modSp mod">
        <pc:chgData name="Rosmin Elsa" userId="8f13a6be4da41318" providerId="LiveId" clId="{184B6091-0FE2-4A82-82A8-DBB861E37827}" dt="2024-07-12T03:50:43.291" v="984"/>
        <pc:sldMkLst>
          <pc:docMk/>
          <pc:sldMk cId="140346443" sldId="822"/>
        </pc:sldMkLst>
        <pc:spChg chg="mod">
          <ac:chgData name="Rosmin Elsa" userId="8f13a6be4da41318" providerId="LiveId" clId="{184B6091-0FE2-4A82-82A8-DBB861E37827}" dt="2024-07-09T08:18:33.023" v="91" actId="114"/>
          <ac:spMkLst>
            <pc:docMk/>
            <pc:sldMk cId="140346443" sldId="822"/>
            <ac:spMk id="3" creationId="{DFD3087A-542A-9E8A-2F04-286C1B72B61A}"/>
          </ac:spMkLst>
        </pc:spChg>
        <pc:picChg chg="add mod">
          <ac:chgData name="Rosmin Elsa" userId="8f13a6be4da41318" providerId="LiveId" clId="{184B6091-0FE2-4A82-82A8-DBB861E37827}" dt="2024-07-12T03:50:43.291" v="984"/>
          <ac:picMkLst>
            <pc:docMk/>
            <pc:sldMk cId="140346443" sldId="822"/>
            <ac:picMk id="4" creationId="{E841DB66-63BB-698C-8AE9-93D82189FB4E}"/>
          </ac:picMkLst>
        </pc:picChg>
        <pc:picChg chg="del">
          <ac:chgData name="Rosmin Elsa" userId="8f13a6be4da41318" providerId="LiveId" clId="{184B6091-0FE2-4A82-82A8-DBB861E37827}" dt="2024-07-12T03:50:42.945" v="983" actId="478"/>
          <ac:picMkLst>
            <pc:docMk/>
            <pc:sldMk cId="140346443" sldId="822"/>
            <ac:picMk id="9" creationId="{4BC5C584-7550-42C0-5176-232FC90F0FD6}"/>
          </ac:picMkLst>
        </pc:picChg>
      </pc:sldChg>
      <pc:sldChg chg="modSp mod">
        <pc:chgData name="Rosmin Elsa" userId="8f13a6be4da41318" providerId="LiveId" clId="{184B6091-0FE2-4A82-82A8-DBB861E37827}" dt="2024-07-09T10:05:52.200" v="942" actId="20577"/>
        <pc:sldMkLst>
          <pc:docMk/>
          <pc:sldMk cId="3441406009" sldId="858"/>
        </pc:sldMkLst>
        <pc:spChg chg="mod">
          <ac:chgData name="Rosmin Elsa" userId="8f13a6be4da41318" providerId="LiveId" clId="{184B6091-0FE2-4A82-82A8-DBB861E37827}" dt="2024-07-09T09:35:06.760" v="816" actId="20577"/>
          <ac:spMkLst>
            <pc:docMk/>
            <pc:sldMk cId="3441406009" sldId="858"/>
            <ac:spMk id="2" creationId="{00000000-0000-0000-0000-000000000000}"/>
          </ac:spMkLst>
        </pc:spChg>
        <pc:spChg chg="mod">
          <ac:chgData name="Rosmin Elsa" userId="8f13a6be4da41318" providerId="LiveId" clId="{184B6091-0FE2-4A82-82A8-DBB861E37827}" dt="2024-07-09T10:05:52.200" v="942" actId="20577"/>
          <ac:spMkLst>
            <pc:docMk/>
            <pc:sldMk cId="3441406009" sldId="858"/>
            <ac:spMk id="6" creationId="{CA0575D6-2132-A304-BD4D-E123FFDE7A28}"/>
          </ac:spMkLst>
        </pc:spChg>
      </pc:sldChg>
      <pc:sldChg chg="modSp mod">
        <pc:chgData name="Rosmin Elsa" userId="8f13a6be4da41318" providerId="LiveId" clId="{184B6091-0FE2-4A82-82A8-DBB861E37827}" dt="2024-07-09T09:34:57.195" v="800" actId="20577"/>
        <pc:sldMkLst>
          <pc:docMk/>
          <pc:sldMk cId="1180184608" sldId="1201"/>
        </pc:sldMkLst>
        <pc:spChg chg="mod">
          <ac:chgData name="Rosmin Elsa" userId="8f13a6be4da41318" providerId="LiveId" clId="{184B6091-0FE2-4A82-82A8-DBB861E37827}" dt="2024-07-09T09:34:57.195" v="800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Rosmin Elsa" userId="8f13a6be4da41318" providerId="LiveId" clId="{184B6091-0FE2-4A82-82A8-DBB861E37827}" dt="2024-07-12T05:47:08.204" v="1038" actId="6549"/>
        <pc:sldMkLst>
          <pc:docMk/>
          <pc:sldMk cId="1217883548" sldId="1318"/>
        </pc:sldMkLst>
        <pc:spChg chg="mod">
          <ac:chgData name="Rosmin Elsa" userId="8f13a6be4da41318" providerId="LiveId" clId="{184B6091-0FE2-4A82-82A8-DBB861E37827}" dt="2024-07-12T05:47:08.204" v="1038" actId="6549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Rosmin Elsa" userId="8f13a6be4da41318" providerId="LiveId" clId="{184B6091-0FE2-4A82-82A8-DBB861E37827}" dt="2024-07-09T08:18:36.800" v="92" actId="114"/>
        <pc:sldMkLst>
          <pc:docMk/>
          <pc:sldMk cId="2938291084" sldId="1393"/>
        </pc:sldMkLst>
        <pc:spChg chg="mod">
          <ac:chgData name="Rosmin Elsa" userId="8f13a6be4da41318" providerId="LiveId" clId="{184B6091-0FE2-4A82-82A8-DBB861E37827}" dt="2024-07-09T08:18:36.800" v="92" actId="114"/>
          <ac:spMkLst>
            <pc:docMk/>
            <pc:sldMk cId="2938291084" sldId="1393"/>
            <ac:spMk id="4" creationId="{5D8A1D50-48CB-9C5D-EE3F-E04C5F4941E7}"/>
          </ac:spMkLst>
        </pc:spChg>
      </pc:sldChg>
      <pc:sldChg chg="modSp mod">
        <pc:chgData name="Rosmin Elsa" userId="8f13a6be4da41318" providerId="LiveId" clId="{184B6091-0FE2-4A82-82A8-DBB861E37827}" dt="2024-07-09T08:22:38.504" v="132" actId="14100"/>
        <pc:sldMkLst>
          <pc:docMk/>
          <pc:sldMk cId="1106683896" sldId="1401"/>
        </pc:sldMkLst>
        <pc:spChg chg="mod">
          <ac:chgData name="Rosmin Elsa" userId="8f13a6be4da41318" providerId="LiveId" clId="{184B6091-0FE2-4A82-82A8-DBB861E37827}" dt="2024-07-09T08:22:38.504" v="132" actId="14100"/>
          <ac:spMkLst>
            <pc:docMk/>
            <pc:sldMk cId="1106683896" sldId="1401"/>
            <ac:spMk id="6" creationId="{00B7E6C3-DC3B-BC8E-EE75-86995C7F8ADF}"/>
          </ac:spMkLst>
        </pc:spChg>
      </pc:sldChg>
      <pc:sldChg chg="modSp mod">
        <pc:chgData name="Rosmin Elsa" userId="8f13a6be4da41318" providerId="LiveId" clId="{184B6091-0FE2-4A82-82A8-DBB861E37827}" dt="2024-07-09T08:23:58.541" v="141"/>
        <pc:sldMkLst>
          <pc:docMk/>
          <pc:sldMk cId="902618935" sldId="1405"/>
        </pc:sldMkLst>
        <pc:spChg chg="mod">
          <ac:chgData name="Rosmin Elsa" userId="8f13a6be4da41318" providerId="LiveId" clId="{184B6091-0FE2-4A82-82A8-DBB861E37827}" dt="2024-07-09T08:23:58.541" v="141"/>
          <ac:spMkLst>
            <pc:docMk/>
            <pc:sldMk cId="902618935" sldId="1405"/>
            <ac:spMk id="2" creationId="{00000000-0000-0000-0000-000000000000}"/>
          </ac:spMkLst>
        </pc:spChg>
      </pc:sldChg>
      <pc:sldChg chg="modSp mod">
        <pc:chgData name="Rosmin Elsa" userId="8f13a6be4da41318" providerId="LiveId" clId="{184B6091-0FE2-4A82-82A8-DBB861E37827}" dt="2024-07-12T04:24:08.012" v="990"/>
        <pc:sldMkLst>
          <pc:docMk/>
          <pc:sldMk cId="2653113592" sldId="1406"/>
        </pc:sldMkLst>
        <pc:spChg chg="mod">
          <ac:chgData name="Rosmin Elsa" userId="8f13a6be4da41318" providerId="LiveId" clId="{184B6091-0FE2-4A82-82A8-DBB861E37827}" dt="2024-07-09T08:46:43.126" v="145" actId="6549"/>
          <ac:spMkLst>
            <pc:docMk/>
            <pc:sldMk cId="2653113592" sldId="1406"/>
            <ac:spMk id="6" creationId="{00B7E6C3-DC3B-BC8E-EE75-86995C7F8ADF}"/>
          </ac:spMkLst>
        </pc:spChg>
        <pc:spChg chg="mod">
          <ac:chgData name="Rosmin Elsa" userId="8f13a6be4da41318" providerId="LiveId" clId="{184B6091-0FE2-4A82-82A8-DBB861E37827}" dt="2024-07-12T04:24:08.012" v="990"/>
          <ac:spMkLst>
            <pc:docMk/>
            <pc:sldMk cId="2653113592" sldId="1406"/>
            <ac:spMk id="13" creationId="{9BB545B6-E81A-AAD9-C97D-D3B592102C96}"/>
          </ac:spMkLst>
        </pc:spChg>
      </pc:sldChg>
      <pc:sldChg chg="modSp mod">
        <pc:chgData name="Rosmin Elsa" userId="8f13a6be4da41318" providerId="LiveId" clId="{184B6091-0FE2-4A82-82A8-DBB861E37827}" dt="2024-07-09T08:48:48.084" v="168" actId="20577"/>
        <pc:sldMkLst>
          <pc:docMk/>
          <pc:sldMk cId="3838587995" sldId="1411"/>
        </pc:sldMkLst>
        <pc:spChg chg="mod">
          <ac:chgData name="Rosmin Elsa" userId="8f13a6be4da41318" providerId="LiveId" clId="{184B6091-0FE2-4A82-82A8-DBB861E37827}" dt="2024-07-09T08:48:48.084" v="168" actId="20577"/>
          <ac:spMkLst>
            <pc:docMk/>
            <pc:sldMk cId="3838587995" sldId="1411"/>
            <ac:spMk id="2" creationId="{00000000-0000-0000-0000-000000000000}"/>
          </ac:spMkLst>
        </pc:spChg>
      </pc:sldChg>
      <pc:sldChg chg="addSp delSp modSp mod">
        <pc:chgData name="Rosmin Elsa" userId="8f13a6be4da41318" providerId="LiveId" clId="{184B6091-0FE2-4A82-82A8-DBB861E37827}" dt="2024-07-09T09:02:17.680" v="368" actId="15"/>
        <pc:sldMkLst>
          <pc:docMk/>
          <pc:sldMk cId="2332149466" sldId="1412"/>
        </pc:sldMkLst>
        <pc:spChg chg="add mod">
          <ac:chgData name="Rosmin Elsa" userId="8f13a6be4da41318" providerId="LiveId" clId="{184B6091-0FE2-4A82-82A8-DBB861E37827}" dt="2024-07-09T09:02:17.680" v="368" actId="15"/>
          <ac:spMkLst>
            <pc:docMk/>
            <pc:sldMk cId="2332149466" sldId="1412"/>
            <ac:spMk id="2" creationId="{CCC83C96-FCFA-5A40-3286-55AF6CBAE77A}"/>
          </ac:spMkLst>
        </pc:spChg>
        <pc:spChg chg="del mod">
          <ac:chgData name="Rosmin Elsa" userId="8f13a6be4da41318" providerId="LiveId" clId="{184B6091-0FE2-4A82-82A8-DBB861E37827}" dt="2024-07-09T09:01:22.290" v="342" actId="478"/>
          <ac:spMkLst>
            <pc:docMk/>
            <pc:sldMk cId="2332149466" sldId="1412"/>
            <ac:spMk id="6" creationId="{00B7E6C3-DC3B-BC8E-EE75-86995C7F8ADF}"/>
          </ac:spMkLst>
        </pc:spChg>
        <pc:spChg chg="mod">
          <ac:chgData name="Rosmin Elsa" userId="8f13a6be4da41318" providerId="LiveId" clId="{184B6091-0FE2-4A82-82A8-DBB861E37827}" dt="2024-07-09T08:48:52.666" v="171" actId="20577"/>
          <ac:spMkLst>
            <pc:docMk/>
            <pc:sldMk cId="2332149466" sldId="1412"/>
            <ac:spMk id="9" creationId="{DC17D8D8-E9C5-D2A8-A52F-7AE59A61C67B}"/>
          </ac:spMkLst>
        </pc:spChg>
      </pc:sldChg>
      <pc:sldChg chg="modSp mod">
        <pc:chgData name="Rosmin Elsa" userId="8f13a6be4da41318" providerId="LiveId" clId="{184B6091-0FE2-4A82-82A8-DBB861E37827}" dt="2024-07-09T09:03:25.513" v="389" actId="20577"/>
        <pc:sldMkLst>
          <pc:docMk/>
          <pc:sldMk cId="3790543259" sldId="1416"/>
        </pc:sldMkLst>
        <pc:spChg chg="mod">
          <ac:chgData name="Rosmin Elsa" userId="8f13a6be4da41318" providerId="LiveId" clId="{184B6091-0FE2-4A82-82A8-DBB861E37827}" dt="2024-07-09T09:03:25.513" v="389" actId="20577"/>
          <ac:spMkLst>
            <pc:docMk/>
            <pc:sldMk cId="3790543259" sldId="1416"/>
            <ac:spMk id="2" creationId="{00000000-0000-0000-0000-000000000000}"/>
          </ac:spMkLst>
        </pc:spChg>
      </pc:sldChg>
      <pc:sldChg chg="modSp mod">
        <pc:chgData name="Rosmin Elsa" userId="8f13a6be4da41318" providerId="LiveId" clId="{184B6091-0FE2-4A82-82A8-DBB861E37827}" dt="2024-07-09T09:11:04.827" v="538" actId="20577"/>
        <pc:sldMkLst>
          <pc:docMk/>
          <pc:sldMk cId="2647958562" sldId="1421"/>
        </pc:sldMkLst>
        <pc:spChg chg="mod">
          <ac:chgData name="Rosmin Elsa" userId="8f13a6be4da41318" providerId="LiveId" clId="{184B6091-0FE2-4A82-82A8-DBB861E37827}" dt="2024-07-09T09:11:04.827" v="538" actId="20577"/>
          <ac:spMkLst>
            <pc:docMk/>
            <pc:sldMk cId="2647958562" sldId="1421"/>
            <ac:spMk id="2" creationId="{00000000-0000-0000-0000-000000000000}"/>
          </ac:spMkLst>
        </pc:spChg>
      </pc:sldChg>
      <pc:sldChg chg="modSp mod">
        <pc:chgData name="Rosmin Elsa" userId="8f13a6be4da41318" providerId="LiveId" clId="{184B6091-0FE2-4A82-82A8-DBB861E37827}" dt="2024-07-09T09:13:56.146" v="563" actId="20577"/>
        <pc:sldMkLst>
          <pc:docMk/>
          <pc:sldMk cId="2370185204" sldId="1422"/>
        </pc:sldMkLst>
        <pc:spChg chg="mod">
          <ac:chgData name="Rosmin Elsa" userId="8f13a6be4da41318" providerId="LiveId" clId="{184B6091-0FE2-4A82-82A8-DBB861E37827}" dt="2024-07-09T09:13:56.146" v="563" actId="20577"/>
          <ac:spMkLst>
            <pc:docMk/>
            <pc:sldMk cId="2370185204" sldId="1422"/>
            <ac:spMk id="6" creationId="{00B7E6C3-DC3B-BC8E-EE75-86995C7F8ADF}"/>
          </ac:spMkLst>
        </pc:spChg>
        <pc:spChg chg="mod">
          <ac:chgData name="Rosmin Elsa" userId="8f13a6be4da41318" providerId="LiveId" clId="{184B6091-0FE2-4A82-82A8-DBB861E37827}" dt="2024-07-09T09:11:11.485" v="539"/>
          <ac:spMkLst>
            <pc:docMk/>
            <pc:sldMk cId="2370185204" sldId="1422"/>
            <ac:spMk id="9" creationId="{DC17D8D8-E9C5-D2A8-A52F-7AE59A61C67B}"/>
          </ac:spMkLst>
        </pc:spChg>
      </pc:sldChg>
      <pc:sldChg chg="addSp delSp modSp mod">
        <pc:chgData name="Rosmin Elsa" userId="8f13a6be4da41318" providerId="LiveId" clId="{184B6091-0FE2-4A82-82A8-DBB861E37827}" dt="2024-07-12T03:50:36.396" v="982" actId="1076"/>
        <pc:sldMkLst>
          <pc:docMk/>
          <pc:sldMk cId="511152044" sldId="1431"/>
        </pc:sldMkLst>
        <pc:spChg chg="mod">
          <ac:chgData name="Rosmin Elsa" userId="8f13a6be4da41318" providerId="LiveId" clId="{184B6091-0FE2-4A82-82A8-DBB861E37827}" dt="2024-07-12T03:50:36.396" v="982" actId="1076"/>
          <ac:spMkLst>
            <pc:docMk/>
            <pc:sldMk cId="511152044" sldId="1431"/>
            <ac:spMk id="3" creationId="{A8B7ACB4-FB47-8483-40B3-7BBFC9061BD3}"/>
          </ac:spMkLst>
        </pc:spChg>
        <pc:picChg chg="add mod">
          <ac:chgData name="Rosmin Elsa" userId="8f13a6be4da41318" providerId="LiveId" clId="{184B6091-0FE2-4A82-82A8-DBB861E37827}" dt="2024-07-12T03:50:16.496" v="979"/>
          <ac:picMkLst>
            <pc:docMk/>
            <pc:sldMk cId="511152044" sldId="1431"/>
            <ac:picMk id="4" creationId="{D99BA030-EB06-03C3-ED0C-44DB916A3A3E}"/>
          </ac:picMkLst>
        </pc:picChg>
        <pc:picChg chg="del">
          <ac:chgData name="Rosmin Elsa" userId="8f13a6be4da41318" providerId="LiveId" clId="{184B6091-0FE2-4A82-82A8-DBB861E37827}" dt="2024-07-12T03:50:16.095" v="978" actId="478"/>
          <ac:picMkLst>
            <pc:docMk/>
            <pc:sldMk cId="511152044" sldId="1431"/>
            <ac:picMk id="9" creationId="{F1C03F57-D043-7B13-FA17-AF7D7DB91169}"/>
          </ac:picMkLst>
        </pc:picChg>
      </pc:sldChg>
      <pc:sldChg chg="modSp mod">
        <pc:chgData name="Rosmin Elsa" userId="8f13a6be4da41318" providerId="LiveId" clId="{184B6091-0FE2-4A82-82A8-DBB861E37827}" dt="2024-07-09T08:18:42.646" v="94" actId="114"/>
        <pc:sldMkLst>
          <pc:docMk/>
          <pc:sldMk cId="2958737754" sldId="1432"/>
        </pc:sldMkLst>
        <pc:spChg chg="mod">
          <ac:chgData name="Rosmin Elsa" userId="8f13a6be4da41318" providerId="LiveId" clId="{184B6091-0FE2-4A82-82A8-DBB861E37827}" dt="2024-07-09T08:18:42.646" v="94" actId="114"/>
          <ac:spMkLst>
            <pc:docMk/>
            <pc:sldMk cId="2958737754" sldId="1432"/>
            <ac:spMk id="4" creationId="{70D865DC-66C0-205D-0A3E-7B594B9BA3DF}"/>
          </ac:spMkLst>
        </pc:spChg>
      </pc:sldChg>
      <pc:sldChg chg="addSp delSp modSp mod">
        <pc:chgData name="Rosmin Elsa" userId="8f13a6be4da41318" providerId="LiveId" clId="{184B6091-0FE2-4A82-82A8-DBB861E37827}" dt="2024-07-09T08:22:34.429" v="131" actId="14100"/>
        <pc:sldMkLst>
          <pc:docMk/>
          <pc:sldMk cId="2623249776" sldId="1442"/>
        </pc:sldMkLst>
        <pc:spChg chg="add del">
          <ac:chgData name="Rosmin Elsa" userId="8f13a6be4da41318" providerId="LiveId" clId="{184B6091-0FE2-4A82-82A8-DBB861E37827}" dt="2024-07-09T08:20:40.907" v="102" actId="22"/>
          <ac:spMkLst>
            <pc:docMk/>
            <pc:sldMk cId="2623249776" sldId="1442"/>
            <ac:spMk id="3" creationId="{BEC89E20-B7F5-A846-6EEB-8CBBC5DA10C1}"/>
          </ac:spMkLst>
        </pc:spChg>
        <pc:spChg chg="del">
          <ac:chgData name="Rosmin Elsa" userId="8f13a6be4da41318" providerId="LiveId" clId="{184B6091-0FE2-4A82-82A8-DBB861E37827}" dt="2024-07-09T08:20:38.820" v="100" actId="478"/>
          <ac:spMkLst>
            <pc:docMk/>
            <pc:sldMk cId="2623249776" sldId="1442"/>
            <ac:spMk id="6" creationId="{F395D098-6B90-D9CD-4980-73D67EEE7741}"/>
          </ac:spMkLst>
        </pc:spChg>
        <pc:spChg chg="add mod">
          <ac:chgData name="Rosmin Elsa" userId="8f13a6be4da41318" providerId="LiveId" clId="{184B6091-0FE2-4A82-82A8-DBB861E37827}" dt="2024-07-09T08:22:34.429" v="131" actId="14100"/>
          <ac:spMkLst>
            <pc:docMk/>
            <pc:sldMk cId="2623249776" sldId="1442"/>
            <ac:spMk id="7" creationId="{DBB0F9BF-806A-5902-471D-088458EFAE76}"/>
          </ac:spMkLst>
        </pc:spChg>
      </pc:sldChg>
      <pc:sldChg chg="modSp mod">
        <pc:chgData name="Rosmin Elsa" userId="8f13a6be4da41318" providerId="LiveId" clId="{184B6091-0FE2-4A82-82A8-DBB861E37827}" dt="2024-07-09T08:22:30.838" v="130" actId="14100"/>
        <pc:sldMkLst>
          <pc:docMk/>
          <pc:sldMk cId="637721542" sldId="1443"/>
        </pc:sldMkLst>
        <pc:spChg chg="mod">
          <ac:chgData name="Rosmin Elsa" userId="8f13a6be4da41318" providerId="LiveId" clId="{184B6091-0FE2-4A82-82A8-DBB861E37827}" dt="2024-07-09T08:22:30.838" v="130" actId="14100"/>
          <ac:spMkLst>
            <pc:docMk/>
            <pc:sldMk cId="637721542" sldId="1443"/>
            <ac:spMk id="6" creationId="{AE6B6D96-39EE-535C-2933-FFB7C72EF6E0}"/>
          </ac:spMkLst>
        </pc:spChg>
      </pc:sldChg>
      <pc:sldChg chg="addSp delSp modSp mod">
        <pc:chgData name="Rosmin Elsa" userId="8f13a6be4da41318" providerId="LiveId" clId="{184B6091-0FE2-4A82-82A8-DBB861E37827}" dt="2024-07-09T08:22:27.298" v="129" actId="14100"/>
        <pc:sldMkLst>
          <pc:docMk/>
          <pc:sldMk cId="2967730246" sldId="1444"/>
        </pc:sldMkLst>
        <pc:spChg chg="del">
          <ac:chgData name="Rosmin Elsa" userId="8f13a6be4da41318" providerId="LiveId" clId="{184B6091-0FE2-4A82-82A8-DBB861E37827}" dt="2024-07-09T08:21:27.705" v="113" actId="478"/>
          <ac:spMkLst>
            <pc:docMk/>
            <pc:sldMk cId="2967730246" sldId="1444"/>
            <ac:spMk id="2" creationId="{96E94333-E6F9-8798-4EBB-6409B2715656}"/>
          </ac:spMkLst>
        </pc:spChg>
        <pc:spChg chg="add mod">
          <ac:chgData name="Rosmin Elsa" userId="8f13a6be4da41318" providerId="LiveId" clId="{184B6091-0FE2-4A82-82A8-DBB861E37827}" dt="2024-07-09T08:22:27.298" v="129" actId="14100"/>
          <ac:spMkLst>
            <pc:docMk/>
            <pc:sldMk cId="2967730246" sldId="1444"/>
            <ac:spMk id="3" creationId="{B9618B20-EA8E-CCED-8AB4-46F413FC915D}"/>
          </ac:spMkLst>
        </pc:spChg>
        <pc:spChg chg="del">
          <ac:chgData name="Rosmin Elsa" userId="8f13a6be4da41318" providerId="LiveId" clId="{184B6091-0FE2-4A82-82A8-DBB861E37827}" dt="2024-07-09T08:21:30.364" v="114" actId="478"/>
          <ac:spMkLst>
            <pc:docMk/>
            <pc:sldMk cId="2967730246" sldId="1444"/>
            <ac:spMk id="7" creationId="{1F0AA735-5694-07DA-3ACA-C77794905829}"/>
          </ac:spMkLst>
        </pc:spChg>
      </pc:sldChg>
      <pc:sldChg chg="modSp mod">
        <pc:chgData name="Rosmin Elsa" userId="8f13a6be4da41318" providerId="LiveId" clId="{184B6091-0FE2-4A82-82A8-DBB861E37827}" dt="2024-07-09T08:23:41.210" v="139"/>
        <pc:sldMkLst>
          <pc:docMk/>
          <pc:sldMk cId="4131438038" sldId="1445"/>
        </pc:sldMkLst>
        <pc:spChg chg="mod">
          <ac:chgData name="Rosmin Elsa" userId="8f13a6be4da41318" providerId="LiveId" clId="{184B6091-0FE2-4A82-82A8-DBB861E37827}" dt="2024-07-09T08:22:23.655" v="128" actId="14100"/>
          <ac:spMkLst>
            <pc:docMk/>
            <pc:sldMk cId="4131438038" sldId="1445"/>
            <ac:spMk id="6" creationId="{0806E297-1ADC-5926-D07E-F5F3B6CBE8EA}"/>
          </ac:spMkLst>
        </pc:spChg>
        <pc:spChg chg="mod">
          <ac:chgData name="Rosmin Elsa" userId="8f13a6be4da41318" providerId="LiveId" clId="{184B6091-0FE2-4A82-82A8-DBB861E37827}" dt="2024-07-09T08:23:41.210" v="139"/>
          <ac:spMkLst>
            <pc:docMk/>
            <pc:sldMk cId="4131438038" sldId="1445"/>
            <ac:spMk id="8" creationId="{9EA20479-821D-F1BF-5BAF-75D0E2472DF1}"/>
          </ac:spMkLst>
        </pc:spChg>
      </pc:sldChg>
      <pc:sldChg chg="addSp delSp modSp mod">
        <pc:chgData name="Rosmin Elsa" userId="8f13a6be4da41318" providerId="LiveId" clId="{184B6091-0FE2-4A82-82A8-DBB861E37827}" dt="2024-07-09T08:23:45.556" v="140"/>
        <pc:sldMkLst>
          <pc:docMk/>
          <pc:sldMk cId="3840774424" sldId="1446"/>
        </pc:sldMkLst>
        <pc:spChg chg="del">
          <ac:chgData name="Rosmin Elsa" userId="8f13a6be4da41318" providerId="LiveId" clId="{184B6091-0FE2-4A82-82A8-DBB861E37827}" dt="2024-07-09T08:22:47.453" v="133" actId="478"/>
          <ac:spMkLst>
            <pc:docMk/>
            <pc:sldMk cId="3840774424" sldId="1446"/>
            <ac:spMk id="2" creationId="{E47B15A4-1E5E-9CBC-802E-39C81FA1A8A1}"/>
          </ac:spMkLst>
        </pc:spChg>
        <pc:spChg chg="add mod">
          <ac:chgData name="Rosmin Elsa" userId="8f13a6be4da41318" providerId="LiveId" clId="{184B6091-0FE2-4A82-82A8-DBB861E37827}" dt="2024-07-09T08:23:04.001" v="138" actId="6549"/>
          <ac:spMkLst>
            <pc:docMk/>
            <pc:sldMk cId="3840774424" sldId="1446"/>
            <ac:spMk id="3" creationId="{1E06AA36-DD38-3CCB-302C-3C984D7F810D}"/>
          </ac:spMkLst>
        </pc:spChg>
        <pc:spChg chg="mod">
          <ac:chgData name="Rosmin Elsa" userId="8f13a6be4da41318" providerId="LiveId" clId="{184B6091-0FE2-4A82-82A8-DBB861E37827}" dt="2024-07-09T08:23:45.556" v="140"/>
          <ac:spMkLst>
            <pc:docMk/>
            <pc:sldMk cId="3840774424" sldId="1446"/>
            <ac:spMk id="8" creationId="{C7E0E519-EF6F-C114-0D3F-F15BAC2C9B54}"/>
          </ac:spMkLst>
        </pc:spChg>
      </pc:sldChg>
      <pc:sldChg chg="addSp delSp modSp mod">
        <pc:chgData name="Rosmin Elsa" userId="8f13a6be4da41318" providerId="LiveId" clId="{184B6091-0FE2-4A82-82A8-DBB861E37827}" dt="2024-07-12T04:24:13.887" v="991"/>
        <pc:sldMkLst>
          <pc:docMk/>
          <pc:sldMk cId="964970154" sldId="1447"/>
        </pc:sldMkLst>
        <pc:spChg chg="add mod">
          <ac:chgData name="Rosmin Elsa" userId="8f13a6be4da41318" providerId="LiveId" clId="{184B6091-0FE2-4A82-82A8-DBB861E37827}" dt="2024-07-12T04:21:16.083" v="985" actId="20577"/>
          <ac:spMkLst>
            <pc:docMk/>
            <pc:sldMk cId="964970154" sldId="1447"/>
            <ac:spMk id="2" creationId="{769CE9C8-FCF7-3A69-C8B8-5B2215175FD6}"/>
          </ac:spMkLst>
        </pc:spChg>
        <pc:spChg chg="del">
          <ac:chgData name="Rosmin Elsa" userId="8f13a6be4da41318" providerId="LiveId" clId="{184B6091-0FE2-4A82-82A8-DBB861E37827}" dt="2024-07-09T08:46:49.987" v="146" actId="478"/>
          <ac:spMkLst>
            <pc:docMk/>
            <pc:sldMk cId="964970154" sldId="1447"/>
            <ac:spMk id="6" creationId="{F258663A-BCB0-38DA-7E9E-2F29455B3444}"/>
          </ac:spMkLst>
        </pc:spChg>
        <pc:spChg chg="mod">
          <ac:chgData name="Rosmin Elsa" userId="8f13a6be4da41318" providerId="LiveId" clId="{184B6091-0FE2-4A82-82A8-DBB861E37827}" dt="2024-07-12T04:24:13.887" v="991"/>
          <ac:spMkLst>
            <pc:docMk/>
            <pc:sldMk cId="964970154" sldId="1447"/>
            <ac:spMk id="13" creationId="{A6D2FB7A-D371-B188-0F99-A7C39EE3059C}"/>
          </ac:spMkLst>
        </pc:spChg>
      </pc:sldChg>
      <pc:sldChg chg="addSp delSp modSp mod">
        <pc:chgData name="Rosmin Elsa" userId="8f13a6be4da41318" providerId="LiveId" clId="{184B6091-0FE2-4A82-82A8-DBB861E37827}" dt="2024-07-12T04:24:17.852" v="992"/>
        <pc:sldMkLst>
          <pc:docMk/>
          <pc:sldMk cId="1494969129" sldId="1448"/>
        </pc:sldMkLst>
        <pc:spChg chg="add mod">
          <ac:chgData name="Rosmin Elsa" userId="8f13a6be4da41318" providerId="LiveId" clId="{184B6091-0FE2-4A82-82A8-DBB861E37827}" dt="2024-07-12T04:22:10.091" v="989" actId="20577"/>
          <ac:spMkLst>
            <pc:docMk/>
            <pc:sldMk cId="1494969129" sldId="1448"/>
            <ac:spMk id="2" creationId="{3F5C5809-964B-31E7-738C-3C11CF57B189}"/>
          </ac:spMkLst>
        </pc:spChg>
        <pc:spChg chg="del">
          <ac:chgData name="Rosmin Elsa" userId="8f13a6be4da41318" providerId="LiveId" clId="{184B6091-0FE2-4A82-82A8-DBB861E37827}" dt="2024-07-09T08:47:08.883" v="151" actId="478"/>
          <ac:spMkLst>
            <pc:docMk/>
            <pc:sldMk cId="1494969129" sldId="1448"/>
            <ac:spMk id="6" creationId="{801F0B22-0AC9-61BE-20AC-30E8E824EE40}"/>
          </ac:spMkLst>
        </pc:spChg>
        <pc:spChg chg="mod">
          <ac:chgData name="Rosmin Elsa" userId="8f13a6be4da41318" providerId="LiveId" clId="{184B6091-0FE2-4A82-82A8-DBB861E37827}" dt="2024-07-12T04:24:17.852" v="992"/>
          <ac:spMkLst>
            <pc:docMk/>
            <pc:sldMk cId="1494969129" sldId="1448"/>
            <ac:spMk id="13" creationId="{3AA28230-F44B-DC32-A51A-DCC1B67837BD}"/>
          </ac:spMkLst>
        </pc:spChg>
      </pc:sldChg>
      <pc:sldChg chg="addSp delSp modSp mod">
        <pc:chgData name="Rosmin Elsa" userId="8f13a6be4da41318" providerId="LiveId" clId="{184B6091-0FE2-4A82-82A8-DBB861E37827}" dt="2024-07-12T04:24:21.776" v="993"/>
        <pc:sldMkLst>
          <pc:docMk/>
          <pc:sldMk cId="4049472068" sldId="1449"/>
        </pc:sldMkLst>
        <pc:spChg chg="add mod">
          <ac:chgData name="Rosmin Elsa" userId="8f13a6be4da41318" providerId="LiveId" clId="{184B6091-0FE2-4A82-82A8-DBB861E37827}" dt="2024-07-09T08:48:06.366" v="165"/>
          <ac:spMkLst>
            <pc:docMk/>
            <pc:sldMk cId="4049472068" sldId="1449"/>
            <ac:spMk id="2" creationId="{0B79A6E8-BDD8-CFCE-EEE8-7F925D2EA93B}"/>
          </ac:spMkLst>
        </pc:spChg>
        <pc:spChg chg="del">
          <ac:chgData name="Rosmin Elsa" userId="8f13a6be4da41318" providerId="LiveId" clId="{184B6091-0FE2-4A82-82A8-DBB861E37827}" dt="2024-07-09T08:47:22.758" v="156" actId="478"/>
          <ac:spMkLst>
            <pc:docMk/>
            <pc:sldMk cId="4049472068" sldId="1449"/>
            <ac:spMk id="6" creationId="{BC9C9A87-EF6D-8164-EFD4-461C51994179}"/>
          </ac:spMkLst>
        </pc:spChg>
        <pc:spChg chg="mod">
          <ac:chgData name="Rosmin Elsa" userId="8f13a6be4da41318" providerId="LiveId" clId="{184B6091-0FE2-4A82-82A8-DBB861E37827}" dt="2024-07-12T04:24:21.776" v="993"/>
          <ac:spMkLst>
            <pc:docMk/>
            <pc:sldMk cId="4049472068" sldId="1449"/>
            <ac:spMk id="13" creationId="{A142B188-AD6D-EEB9-C8DA-15D5F9A67323}"/>
          </ac:spMkLst>
        </pc:spChg>
      </pc:sldChg>
      <pc:sldChg chg="delSp del mod">
        <pc:chgData name="Rosmin Elsa" userId="8f13a6be4da41318" providerId="LiveId" clId="{184B6091-0FE2-4A82-82A8-DBB861E37827}" dt="2024-07-09T08:47:44.567" v="161" actId="47"/>
        <pc:sldMkLst>
          <pc:docMk/>
          <pc:sldMk cId="425986149" sldId="1450"/>
        </pc:sldMkLst>
        <pc:spChg chg="del">
          <ac:chgData name="Rosmin Elsa" userId="8f13a6be4da41318" providerId="LiveId" clId="{184B6091-0FE2-4A82-82A8-DBB861E37827}" dt="2024-07-09T08:47:27.421" v="157" actId="478"/>
          <ac:spMkLst>
            <pc:docMk/>
            <pc:sldMk cId="425986149" sldId="1450"/>
            <ac:spMk id="6" creationId="{396B8FA0-9883-25CB-4F0E-617DCF91BB8C}"/>
          </ac:spMkLst>
        </pc:spChg>
      </pc:sldChg>
      <pc:sldChg chg="delSp del mod">
        <pc:chgData name="Rosmin Elsa" userId="8f13a6be4da41318" providerId="LiveId" clId="{184B6091-0FE2-4A82-82A8-DBB861E37827}" dt="2024-07-09T08:47:44.567" v="161" actId="47"/>
        <pc:sldMkLst>
          <pc:docMk/>
          <pc:sldMk cId="2275551381" sldId="1451"/>
        </pc:sldMkLst>
        <pc:spChg chg="del">
          <ac:chgData name="Rosmin Elsa" userId="8f13a6be4da41318" providerId="LiveId" clId="{184B6091-0FE2-4A82-82A8-DBB861E37827}" dt="2024-07-09T08:47:30.702" v="158" actId="478"/>
          <ac:spMkLst>
            <pc:docMk/>
            <pc:sldMk cId="2275551381" sldId="1451"/>
            <ac:spMk id="6" creationId="{3296D11C-16CF-0C96-DE99-7EB83B804DA3}"/>
          </ac:spMkLst>
        </pc:spChg>
      </pc:sldChg>
      <pc:sldChg chg="del">
        <pc:chgData name="Rosmin Elsa" userId="8f13a6be4da41318" providerId="LiveId" clId="{184B6091-0FE2-4A82-82A8-DBB861E37827}" dt="2024-07-09T08:47:38.676" v="159" actId="47"/>
        <pc:sldMkLst>
          <pc:docMk/>
          <pc:sldMk cId="3753762985" sldId="1452"/>
        </pc:sldMkLst>
      </pc:sldChg>
      <pc:sldChg chg="del">
        <pc:chgData name="Rosmin Elsa" userId="8f13a6be4da41318" providerId="LiveId" clId="{184B6091-0FE2-4A82-82A8-DBB861E37827}" dt="2024-07-09T08:47:38.676" v="159" actId="47"/>
        <pc:sldMkLst>
          <pc:docMk/>
          <pc:sldMk cId="3268302189" sldId="1453"/>
        </pc:sldMkLst>
      </pc:sldChg>
      <pc:sldChg chg="del">
        <pc:chgData name="Rosmin Elsa" userId="8f13a6be4da41318" providerId="LiveId" clId="{184B6091-0FE2-4A82-82A8-DBB861E37827}" dt="2024-07-09T08:47:38.676" v="159" actId="47"/>
        <pc:sldMkLst>
          <pc:docMk/>
          <pc:sldMk cId="1481789011" sldId="1454"/>
        </pc:sldMkLst>
      </pc:sldChg>
      <pc:sldChg chg="del">
        <pc:chgData name="Rosmin Elsa" userId="8f13a6be4da41318" providerId="LiveId" clId="{184B6091-0FE2-4A82-82A8-DBB861E37827}" dt="2024-07-09T08:47:40.557" v="160" actId="47"/>
        <pc:sldMkLst>
          <pc:docMk/>
          <pc:sldMk cId="435675861" sldId="1455"/>
        </pc:sldMkLst>
      </pc:sldChg>
      <pc:sldChg chg="addSp delSp modSp mod">
        <pc:chgData name="Rosmin Elsa" userId="8f13a6be4da41318" providerId="LiveId" clId="{184B6091-0FE2-4A82-82A8-DBB861E37827}" dt="2024-07-09T09:02:23.689" v="372" actId="15"/>
        <pc:sldMkLst>
          <pc:docMk/>
          <pc:sldMk cId="4007348260" sldId="1456"/>
        </pc:sldMkLst>
        <pc:spChg chg="add del mod">
          <ac:chgData name="Rosmin Elsa" userId="8f13a6be4da41318" providerId="LiveId" clId="{184B6091-0FE2-4A82-82A8-DBB861E37827}" dt="2024-07-09T08:52:12.839" v="224" actId="478"/>
          <ac:spMkLst>
            <pc:docMk/>
            <pc:sldMk cId="4007348260" sldId="1456"/>
            <ac:spMk id="2" creationId="{56628E8A-4A02-BA69-0880-37C4F5E3B310}"/>
          </ac:spMkLst>
        </pc:spChg>
        <pc:spChg chg="add mod">
          <ac:chgData name="Rosmin Elsa" userId="8f13a6be4da41318" providerId="LiveId" clId="{184B6091-0FE2-4A82-82A8-DBB861E37827}" dt="2024-07-09T09:02:23.689" v="372" actId="15"/>
          <ac:spMkLst>
            <pc:docMk/>
            <pc:sldMk cId="4007348260" sldId="1456"/>
            <ac:spMk id="3" creationId="{2BFB5104-8D99-00EE-11B5-4760AEDEEBBD}"/>
          </ac:spMkLst>
        </pc:spChg>
        <pc:spChg chg="del">
          <ac:chgData name="Rosmin Elsa" userId="8f13a6be4da41318" providerId="LiveId" clId="{184B6091-0FE2-4A82-82A8-DBB861E37827}" dt="2024-07-09T08:51:01.553" v="205" actId="478"/>
          <ac:spMkLst>
            <pc:docMk/>
            <pc:sldMk cId="4007348260" sldId="1456"/>
            <ac:spMk id="6" creationId="{5D5FABB9-DDC8-08D9-7FF4-F2EB85DD6562}"/>
          </ac:spMkLst>
        </pc:spChg>
        <pc:spChg chg="mod">
          <ac:chgData name="Rosmin Elsa" userId="8f13a6be4da41318" providerId="LiveId" clId="{184B6091-0FE2-4A82-82A8-DBB861E37827}" dt="2024-07-09T08:49:03.586" v="173"/>
          <ac:spMkLst>
            <pc:docMk/>
            <pc:sldMk cId="4007348260" sldId="1456"/>
            <ac:spMk id="9" creationId="{6948AAAB-A44F-872E-F738-455ECC0E8E2D}"/>
          </ac:spMkLst>
        </pc:spChg>
      </pc:sldChg>
      <pc:sldChg chg="addSp delSp modSp mod">
        <pc:chgData name="Rosmin Elsa" userId="8f13a6be4da41318" providerId="LiveId" clId="{184B6091-0FE2-4A82-82A8-DBB861E37827}" dt="2024-07-09T09:02:28.416" v="376" actId="15"/>
        <pc:sldMkLst>
          <pc:docMk/>
          <pc:sldMk cId="1584036310" sldId="1457"/>
        </pc:sldMkLst>
        <pc:spChg chg="add mod">
          <ac:chgData name="Rosmin Elsa" userId="8f13a6be4da41318" providerId="LiveId" clId="{184B6091-0FE2-4A82-82A8-DBB861E37827}" dt="2024-07-09T09:02:28.416" v="376" actId="15"/>
          <ac:spMkLst>
            <pc:docMk/>
            <pc:sldMk cId="1584036310" sldId="1457"/>
            <ac:spMk id="2" creationId="{38CD51FB-1E7D-FB9B-7A67-EF7FA54DEA6E}"/>
          </ac:spMkLst>
        </pc:spChg>
        <pc:spChg chg="del">
          <ac:chgData name="Rosmin Elsa" userId="8f13a6be4da41318" providerId="LiveId" clId="{184B6091-0FE2-4A82-82A8-DBB861E37827}" dt="2024-07-09T08:57:57.070" v="261" actId="478"/>
          <ac:spMkLst>
            <pc:docMk/>
            <pc:sldMk cId="1584036310" sldId="1457"/>
            <ac:spMk id="6" creationId="{AFDDD572-F7CE-4B35-777E-441CADC15C96}"/>
          </ac:spMkLst>
        </pc:spChg>
        <pc:spChg chg="mod">
          <ac:chgData name="Rosmin Elsa" userId="8f13a6be4da41318" providerId="LiveId" clId="{184B6091-0FE2-4A82-82A8-DBB861E37827}" dt="2024-07-09T08:49:06.807" v="174"/>
          <ac:spMkLst>
            <pc:docMk/>
            <pc:sldMk cId="1584036310" sldId="1457"/>
            <ac:spMk id="9" creationId="{8D7CFB89-94A1-F843-D725-40E9739B8F07}"/>
          </ac:spMkLst>
        </pc:spChg>
      </pc:sldChg>
      <pc:sldChg chg="addSp delSp modSp mod">
        <pc:chgData name="Rosmin Elsa" userId="8f13a6be4da41318" providerId="LiveId" clId="{184B6091-0FE2-4A82-82A8-DBB861E37827}" dt="2024-07-12T04:26:07.175" v="994" actId="20577"/>
        <pc:sldMkLst>
          <pc:docMk/>
          <pc:sldMk cId="2272770198" sldId="1458"/>
        </pc:sldMkLst>
        <pc:spChg chg="add mod">
          <ac:chgData name="Rosmin Elsa" userId="8f13a6be4da41318" providerId="LiveId" clId="{184B6091-0FE2-4A82-82A8-DBB861E37827}" dt="2024-07-12T04:26:07.175" v="994" actId="20577"/>
          <ac:spMkLst>
            <pc:docMk/>
            <pc:sldMk cId="2272770198" sldId="1458"/>
            <ac:spMk id="2" creationId="{713F5514-0CAC-A607-CBC3-2F6E2EBCBF7B}"/>
          </ac:spMkLst>
        </pc:spChg>
        <pc:spChg chg="del">
          <ac:chgData name="Rosmin Elsa" userId="8f13a6be4da41318" providerId="LiveId" clId="{184B6091-0FE2-4A82-82A8-DBB861E37827}" dt="2024-07-09T08:58:56.651" v="295" actId="478"/>
          <ac:spMkLst>
            <pc:docMk/>
            <pc:sldMk cId="2272770198" sldId="1458"/>
            <ac:spMk id="6" creationId="{7E3638FE-1BA6-3AE6-5469-6BB91DD0C717}"/>
          </ac:spMkLst>
        </pc:spChg>
        <pc:spChg chg="mod">
          <ac:chgData name="Rosmin Elsa" userId="8f13a6be4da41318" providerId="LiveId" clId="{184B6091-0FE2-4A82-82A8-DBB861E37827}" dt="2024-07-09T08:49:11.194" v="175"/>
          <ac:spMkLst>
            <pc:docMk/>
            <pc:sldMk cId="2272770198" sldId="1458"/>
            <ac:spMk id="9" creationId="{05E456B9-1384-806E-AB64-5849E93FC57F}"/>
          </ac:spMkLst>
        </pc:spChg>
      </pc:sldChg>
      <pc:sldChg chg="addSp delSp modSp mod">
        <pc:chgData name="Rosmin Elsa" userId="8f13a6be4da41318" providerId="LiveId" clId="{184B6091-0FE2-4A82-82A8-DBB861E37827}" dt="2024-07-09T09:02:39.788" v="386" actId="15"/>
        <pc:sldMkLst>
          <pc:docMk/>
          <pc:sldMk cId="2991767391" sldId="1459"/>
        </pc:sldMkLst>
        <pc:spChg chg="add mod">
          <ac:chgData name="Rosmin Elsa" userId="8f13a6be4da41318" providerId="LiveId" clId="{184B6091-0FE2-4A82-82A8-DBB861E37827}" dt="2024-07-09T09:02:39.788" v="386" actId="15"/>
          <ac:spMkLst>
            <pc:docMk/>
            <pc:sldMk cId="2991767391" sldId="1459"/>
            <ac:spMk id="2" creationId="{70E9B35C-32CA-E454-C9B0-8B8C62DF8CE8}"/>
          </ac:spMkLst>
        </pc:spChg>
        <pc:spChg chg="del">
          <ac:chgData name="Rosmin Elsa" userId="8f13a6be4da41318" providerId="LiveId" clId="{184B6091-0FE2-4A82-82A8-DBB861E37827}" dt="2024-07-09T08:59:50.632" v="318" actId="478"/>
          <ac:spMkLst>
            <pc:docMk/>
            <pc:sldMk cId="2991767391" sldId="1459"/>
            <ac:spMk id="6" creationId="{FF4F715C-DF26-6B27-D305-BB29B592DE10}"/>
          </ac:spMkLst>
        </pc:spChg>
        <pc:spChg chg="mod">
          <ac:chgData name="Rosmin Elsa" userId="8f13a6be4da41318" providerId="LiveId" clId="{184B6091-0FE2-4A82-82A8-DBB861E37827}" dt="2024-07-09T08:49:14.433" v="176"/>
          <ac:spMkLst>
            <pc:docMk/>
            <pc:sldMk cId="2991767391" sldId="1459"/>
            <ac:spMk id="9" creationId="{D2B44459-0EBC-46CD-8EB0-10F3C8507D8A}"/>
          </ac:spMkLst>
        </pc:spChg>
      </pc:sldChg>
      <pc:sldChg chg="delSp modSp del mod">
        <pc:chgData name="Rosmin Elsa" userId="8f13a6be4da41318" providerId="LiveId" clId="{184B6091-0FE2-4A82-82A8-DBB861E37827}" dt="2024-07-09T09:00:14.077" v="323" actId="47"/>
        <pc:sldMkLst>
          <pc:docMk/>
          <pc:sldMk cId="1513878346" sldId="1460"/>
        </pc:sldMkLst>
        <pc:spChg chg="del">
          <ac:chgData name="Rosmin Elsa" userId="8f13a6be4da41318" providerId="LiveId" clId="{184B6091-0FE2-4A82-82A8-DBB861E37827}" dt="2024-07-09T08:59:53.723" v="319" actId="478"/>
          <ac:spMkLst>
            <pc:docMk/>
            <pc:sldMk cId="1513878346" sldId="1460"/>
            <ac:spMk id="6" creationId="{330F1982-F298-30A1-841F-2605DC98EFBA}"/>
          </ac:spMkLst>
        </pc:spChg>
        <pc:spChg chg="mod">
          <ac:chgData name="Rosmin Elsa" userId="8f13a6be4da41318" providerId="LiveId" clId="{184B6091-0FE2-4A82-82A8-DBB861E37827}" dt="2024-07-09T08:49:18.531" v="177"/>
          <ac:spMkLst>
            <pc:docMk/>
            <pc:sldMk cId="1513878346" sldId="1460"/>
            <ac:spMk id="9" creationId="{F0E82536-28D7-5BD9-E2C4-B03AB736B6FF}"/>
          </ac:spMkLst>
        </pc:spChg>
      </pc:sldChg>
      <pc:sldChg chg="delSp modSp del mod">
        <pc:chgData name="Rosmin Elsa" userId="8f13a6be4da41318" providerId="LiveId" clId="{184B6091-0FE2-4A82-82A8-DBB861E37827}" dt="2024-07-09T09:00:14.077" v="323" actId="47"/>
        <pc:sldMkLst>
          <pc:docMk/>
          <pc:sldMk cId="2328820536" sldId="1461"/>
        </pc:sldMkLst>
        <pc:spChg chg="del">
          <ac:chgData name="Rosmin Elsa" userId="8f13a6be4da41318" providerId="LiveId" clId="{184B6091-0FE2-4A82-82A8-DBB861E37827}" dt="2024-07-09T08:59:57.493" v="320" actId="478"/>
          <ac:spMkLst>
            <pc:docMk/>
            <pc:sldMk cId="2328820536" sldId="1461"/>
            <ac:spMk id="6" creationId="{2571AC47-20E5-F039-D68F-2FAC1542057F}"/>
          </ac:spMkLst>
        </pc:spChg>
        <pc:spChg chg="mod">
          <ac:chgData name="Rosmin Elsa" userId="8f13a6be4da41318" providerId="LiveId" clId="{184B6091-0FE2-4A82-82A8-DBB861E37827}" dt="2024-07-09T08:49:22.505" v="178"/>
          <ac:spMkLst>
            <pc:docMk/>
            <pc:sldMk cId="2328820536" sldId="1461"/>
            <ac:spMk id="9" creationId="{E4825359-473D-7669-D501-728A711B5E0C}"/>
          </ac:spMkLst>
        </pc:spChg>
      </pc:sldChg>
      <pc:sldChg chg="modSp del mod">
        <pc:chgData name="Rosmin Elsa" userId="8f13a6be4da41318" providerId="LiveId" clId="{184B6091-0FE2-4A82-82A8-DBB861E37827}" dt="2024-07-09T09:00:02.566" v="321" actId="47"/>
        <pc:sldMkLst>
          <pc:docMk/>
          <pc:sldMk cId="2853620092" sldId="1462"/>
        </pc:sldMkLst>
        <pc:spChg chg="mod">
          <ac:chgData name="Rosmin Elsa" userId="8f13a6be4da41318" providerId="LiveId" clId="{184B6091-0FE2-4A82-82A8-DBB861E37827}" dt="2024-07-09T08:49:26.987" v="179"/>
          <ac:spMkLst>
            <pc:docMk/>
            <pc:sldMk cId="2853620092" sldId="1462"/>
            <ac:spMk id="9" creationId="{B631306E-400F-EE83-ED7A-DEF679B2694B}"/>
          </ac:spMkLst>
        </pc:spChg>
      </pc:sldChg>
      <pc:sldChg chg="modSp del mod">
        <pc:chgData name="Rosmin Elsa" userId="8f13a6be4da41318" providerId="LiveId" clId="{184B6091-0FE2-4A82-82A8-DBB861E37827}" dt="2024-07-09T09:00:02.566" v="321" actId="47"/>
        <pc:sldMkLst>
          <pc:docMk/>
          <pc:sldMk cId="3120255067" sldId="1463"/>
        </pc:sldMkLst>
        <pc:spChg chg="mod">
          <ac:chgData name="Rosmin Elsa" userId="8f13a6be4da41318" providerId="LiveId" clId="{184B6091-0FE2-4A82-82A8-DBB861E37827}" dt="2024-07-09T08:49:32.009" v="180"/>
          <ac:spMkLst>
            <pc:docMk/>
            <pc:sldMk cId="3120255067" sldId="1463"/>
            <ac:spMk id="9" creationId="{5B587519-B222-B92C-8CEB-AF1C26AFF662}"/>
          </ac:spMkLst>
        </pc:spChg>
      </pc:sldChg>
      <pc:sldChg chg="modSp del mod">
        <pc:chgData name="Rosmin Elsa" userId="8f13a6be4da41318" providerId="LiveId" clId="{184B6091-0FE2-4A82-82A8-DBB861E37827}" dt="2024-07-09T09:00:02.566" v="321" actId="47"/>
        <pc:sldMkLst>
          <pc:docMk/>
          <pc:sldMk cId="2849890902" sldId="1464"/>
        </pc:sldMkLst>
        <pc:spChg chg="mod">
          <ac:chgData name="Rosmin Elsa" userId="8f13a6be4da41318" providerId="LiveId" clId="{184B6091-0FE2-4A82-82A8-DBB861E37827}" dt="2024-07-09T08:49:35.196" v="181"/>
          <ac:spMkLst>
            <pc:docMk/>
            <pc:sldMk cId="2849890902" sldId="1464"/>
            <ac:spMk id="9" creationId="{FD229975-CE91-961A-7994-CF8CEE0B6C91}"/>
          </ac:spMkLst>
        </pc:spChg>
      </pc:sldChg>
      <pc:sldChg chg="modSp mod">
        <pc:chgData name="Rosmin Elsa" userId="8f13a6be4da41318" providerId="LiveId" clId="{184B6091-0FE2-4A82-82A8-DBB861E37827}" dt="2024-07-09T09:07:17.545" v="469" actId="14100"/>
        <pc:sldMkLst>
          <pc:docMk/>
          <pc:sldMk cId="4039580999" sldId="1465"/>
        </pc:sldMkLst>
        <pc:spChg chg="mod">
          <ac:chgData name="Rosmin Elsa" userId="8f13a6be4da41318" providerId="LiveId" clId="{184B6091-0FE2-4A82-82A8-DBB861E37827}" dt="2024-07-09T09:07:17.545" v="469" actId="14100"/>
          <ac:spMkLst>
            <pc:docMk/>
            <pc:sldMk cId="4039580999" sldId="1465"/>
            <ac:spMk id="6" creationId="{C1232047-F35C-9CE6-AB39-2974E36818C5}"/>
          </ac:spMkLst>
        </pc:spChg>
        <pc:spChg chg="mod">
          <ac:chgData name="Rosmin Elsa" userId="8f13a6be4da41318" providerId="LiveId" clId="{184B6091-0FE2-4A82-82A8-DBB861E37827}" dt="2024-07-09T09:03:29.133" v="392" actId="20577"/>
          <ac:spMkLst>
            <pc:docMk/>
            <pc:sldMk cId="4039580999" sldId="1465"/>
            <ac:spMk id="9" creationId="{0968D38C-2C82-7C11-B05D-513832A91F53}"/>
          </ac:spMkLst>
        </pc:spChg>
      </pc:sldChg>
      <pc:sldChg chg="addSp delSp modSp mod">
        <pc:chgData name="Rosmin Elsa" userId="8f13a6be4da41318" providerId="LiveId" clId="{184B6091-0FE2-4A82-82A8-DBB861E37827}" dt="2024-07-09T09:07:14.270" v="468" actId="14100"/>
        <pc:sldMkLst>
          <pc:docMk/>
          <pc:sldMk cId="576487781" sldId="1466"/>
        </pc:sldMkLst>
        <pc:spChg chg="add del mod">
          <ac:chgData name="Rosmin Elsa" userId="8f13a6be4da41318" providerId="LiveId" clId="{184B6091-0FE2-4A82-82A8-DBB861E37827}" dt="2024-07-09T09:06:10.925" v="448" actId="478"/>
          <ac:spMkLst>
            <pc:docMk/>
            <pc:sldMk cId="576487781" sldId="1466"/>
            <ac:spMk id="2" creationId="{5E6BC5DC-4D3B-DEED-5F1D-F1F860B9625A}"/>
          </ac:spMkLst>
        </pc:spChg>
        <pc:spChg chg="add mod">
          <ac:chgData name="Rosmin Elsa" userId="8f13a6be4da41318" providerId="LiveId" clId="{184B6091-0FE2-4A82-82A8-DBB861E37827}" dt="2024-07-09T09:07:14.270" v="468" actId="14100"/>
          <ac:spMkLst>
            <pc:docMk/>
            <pc:sldMk cId="576487781" sldId="1466"/>
            <ac:spMk id="3" creationId="{AF0003BC-B457-143B-8DFC-E31C163C35B8}"/>
          </ac:spMkLst>
        </pc:spChg>
        <pc:spChg chg="del">
          <ac:chgData name="Rosmin Elsa" userId="8f13a6be4da41318" providerId="LiveId" clId="{184B6091-0FE2-4A82-82A8-DBB861E37827}" dt="2024-07-09T09:05:48.688" v="443" actId="478"/>
          <ac:spMkLst>
            <pc:docMk/>
            <pc:sldMk cId="576487781" sldId="1466"/>
            <ac:spMk id="6" creationId="{D13150C6-8221-D63C-33BE-B34E2F490172}"/>
          </ac:spMkLst>
        </pc:spChg>
        <pc:spChg chg="mod">
          <ac:chgData name="Rosmin Elsa" userId="8f13a6be4da41318" providerId="LiveId" clId="{184B6091-0FE2-4A82-82A8-DBB861E37827}" dt="2024-07-09T09:03:32.956" v="395" actId="20577"/>
          <ac:spMkLst>
            <pc:docMk/>
            <pc:sldMk cId="576487781" sldId="1466"/>
            <ac:spMk id="9" creationId="{2257D2E9-8338-4D70-7848-7EBAAA53BB78}"/>
          </ac:spMkLst>
        </pc:spChg>
      </pc:sldChg>
      <pc:sldChg chg="addSp delSp modSp mod">
        <pc:chgData name="Rosmin Elsa" userId="8f13a6be4da41318" providerId="LiveId" clId="{184B6091-0FE2-4A82-82A8-DBB861E37827}" dt="2024-07-09T09:08:21.950" v="488" actId="6549"/>
        <pc:sldMkLst>
          <pc:docMk/>
          <pc:sldMk cId="2882701942" sldId="1467"/>
        </pc:sldMkLst>
        <pc:spChg chg="add mod">
          <ac:chgData name="Rosmin Elsa" userId="8f13a6be4da41318" providerId="LiveId" clId="{184B6091-0FE2-4A82-82A8-DBB861E37827}" dt="2024-07-09T09:08:21.950" v="488" actId="6549"/>
          <ac:spMkLst>
            <pc:docMk/>
            <pc:sldMk cId="2882701942" sldId="1467"/>
            <ac:spMk id="2" creationId="{13ABFD70-C51B-4502-8715-D0CA9972A839}"/>
          </ac:spMkLst>
        </pc:spChg>
        <pc:spChg chg="del">
          <ac:chgData name="Rosmin Elsa" userId="8f13a6be4da41318" providerId="LiveId" clId="{184B6091-0FE2-4A82-82A8-DBB861E37827}" dt="2024-07-09T09:07:37.797" v="470" actId="478"/>
          <ac:spMkLst>
            <pc:docMk/>
            <pc:sldMk cId="2882701942" sldId="1467"/>
            <ac:spMk id="6" creationId="{9774693D-CD44-5CB7-0C93-3628B747F75C}"/>
          </ac:spMkLst>
        </pc:spChg>
        <pc:spChg chg="mod">
          <ac:chgData name="Rosmin Elsa" userId="8f13a6be4da41318" providerId="LiveId" clId="{184B6091-0FE2-4A82-82A8-DBB861E37827}" dt="2024-07-09T09:03:36.910" v="398" actId="20577"/>
          <ac:spMkLst>
            <pc:docMk/>
            <pc:sldMk cId="2882701942" sldId="1467"/>
            <ac:spMk id="9" creationId="{D56A539C-4C26-5D1C-7D31-2EAE3D32C470}"/>
          </ac:spMkLst>
        </pc:spChg>
      </pc:sldChg>
      <pc:sldChg chg="addSp delSp modSp mod">
        <pc:chgData name="Rosmin Elsa" userId="8f13a6be4da41318" providerId="LiveId" clId="{184B6091-0FE2-4A82-82A8-DBB861E37827}" dt="2024-07-09T09:15:58.421" v="585" actId="20577"/>
        <pc:sldMkLst>
          <pc:docMk/>
          <pc:sldMk cId="625835019" sldId="1468"/>
        </pc:sldMkLst>
        <pc:spChg chg="add mod">
          <ac:chgData name="Rosmin Elsa" userId="8f13a6be4da41318" providerId="LiveId" clId="{184B6091-0FE2-4A82-82A8-DBB861E37827}" dt="2024-07-09T09:15:58.421" v="585" actId="20577"/>
          <ac:spMkLst>
            <pc:docMk/>
            <pc:sldMk cId="625835019" sldId="1468"/>
            <ac:spMk id="2" creationId="{F2288D09-1B9C-0354-3D7D-9924FDA89DDD}"/>
          </ac:spMkLst>
        </pc:spChg>
        <pc:spChg chg="del">
          <ac:chgData name="Rosmin Elsa" userId="8f13a6be4da41318" providerId="LiveId" clId="{184B6091-0FE2-4A82-82A8-DBB861E37827}" dt="2024-07-09T09:14:02.386" v="564" actId="478"/>
          <ac:spMkLst>
            <pc:docMk/>
            <pc:sldMk cId="625835019" sldId="1468"/>
            <ac:spMk id="6" creationId="{E4709EB3-F9C5-7B20-D805-158D5D8DCD6B}"/>
          </ac:spMkLst>
        </pc:spChg>
        <pc:spChg chg="mod">
          <ac:chgData name="Rosmin Elsa" userId="8f13a6be4da41318" providerId="LiveId" clId="{184B6091-0FE2-4A82-82A8-DBB861E37827}" dt="2024-07-09T09:11:15.834" v="540"/>
          <ac:spMkLst>
            <pc:docMk/>
            <pc:sldMk cId="625835019" sldId="1468"/>
            <ac:spMk id="9" creationId="{27E0C573-9B0A-9146-5F05-207C3B6C9139}"/>
          </ac:spMkLst>
        </pc:spChg>
      </pc:sldChg>
      <pc:sldChg chg="addSp delSp modSp add del mod">
        <pc:chgData name="Rosmin Elsa" userId="8f13a6be4da41318" providerId="LiveId" clId="{184B6091-0FE2-4A82-82A8-DBB861E37827}" dt="2024-07-09T09:15:39.202" v="580"/>
        <pc:sldMkLst>
          <pc:docMk/>
          <pc:sldMk cId="3658360246" sldId="1469"/>
        </pc:sldMkLst>
        <pc:spChg chg="add mod">
          <ac:chgData name="Rosmin Elsa" userId="8f13a6be4da41318" providerId="LiveId" clId="{184B6091-0FE2-4A82-82A8-DBB861E37827}" dt="2024-07-09T09:15:07.801" v="579"/>
          <ac:spMkLst>
            <pc:docMk/>
            <pc:sldMk cId="3658360246" sldId="1469"/>
            <ac:spMk id="2" creationId="{290AC8C1-CD70-C3C6-4D04-492D677990E7}"/>
          </ac:spMkLst>
        </pc:spChg>
        <pc:spChg chg="add mod">
          <ac:chgData name="Rosmin Elsa" userId="8f13a6be4da41318" providerId="LiveId" clId="{184B6091-0FE2-4A82-82A8-DBB861E37827}" dt="2024-07-09T09:15:39.202" v="580"/>
          <ac:spMkLst>
            <pc:docMk/>
            <pc:sldMk cId="3658360246" sldId="1469"/>
            <ac:spMk id="3" creationId="{87D4FC75-6C95-920B-9766-BDE5E2417476}"/>
          </ac:spMkLst>
        </pc:spChg>
        <pc:spChg chg="del">
          <ac:chgData name="Rosmin Elsa" userId="8f13a6be4da41318" providerId="LiveId" clId="{184B6091-0FE2-4A82-82A8-DBB861E37827}" dt="2024-07-09T09:14:55.248" v="575" actId="478"/>
          <ac:spMkLst>
            <pc:docMk/>
            <pc:sldMk cId="3658360246" sldId="1469"/>
            <ac:spMk id="6" creationId="{ABCFE196-852C-EF4A-5C89-8F84C628F6D8}"/>
          </ac:spMkLst>
        </pc:spChg>
        <pc:spChg chg="mod">
          <ac:chgData name="Rosmin Elsa" userId="8f13a6be4da41318" providerId="LiveId" clId="{184B6091-0FE2-4A82-82A8-DBB861E37827}" dt="2024-07-09T09:11:19.121" v="541"/>
          <ac:spMkLst>
            <pc:docMk/>
            <pc:sldMk cId="3658360246" sldId="1469"/>
            <ac:spMk id="9" creationId="{AAD21BDD-D3AE-5CDB-B758-E73AB8700D6E}"/>
          </ac:spMkLst>
        </pc:spChg>
      </pc:sldChg>
      <pc:sldChg chg="add del">
        <pc:chgData name="Rosmin Elsa" userId="8f13a6be4da41318" providerId="LiveId" clId="{184B6091-0FE2-4A82-82A8-DBB861E37827}" dt="2024-07-09T09:11:38.882" v="546" actId="47"/>
        <pc:sldMkLst>
          <pc:docMk/>
          <pc:sldMk cId="1292053075" sldId="1470"/>
        </pc:sldMkLst>
      </pc:sldChg>
      <pc:sldChg chg="add del">
        <pc:chgData name="Rosmin Elsa" userId="8f13a6be4da41318" providerId="LiveId" clId="{184B6091-0FE2-4A82-82A8-DBB861E37827}" dt="2024-07-09T09:11:38.882" v="546" actId="47"/>
        <pc:sldMkLst>
          <pc:docMk/>
          <pc:sldMk cId="3868415535" sldId="1471"/>
        </pc:sldMkLst>
      </pc:sldChg>
      <pc:sldChg chg="add del">
        <pc:chgData name="Rosmin Elsa" userId="8f13a6be4da41318" providerId="LiveId" clId="{184B6091-0FE2-4A82-82A8-DBB861E37827}" dt="2024-07-08T09:30:52.100" v="3" actId="47"/>
        <pc:sldMkLst>
          <pc:docMk/>
          <pc:sldMk cId="1681892508" sldId="1475"/>
        </pc:sldMkLst>
      </pc:sldChg>
      <pc:sldChg chg="modSp add mod">
        <pc:chgData name="Rosmin Elsa" userId="8f13a6be4da41318" providerId="LiveId" clId="{184B6091-0FE2-4A82-82A8-DBB861E37827}" dt="2024-07-08T09:32:25.621" v="49" actId="20577"/>
        <pc:sldMkLst>
          <pc:docMk/>
          <pc:sldMk cId="4226793708" sldId="1475"/>
        </pc:sldMkLst>
        <pc:spChg chg="mod">
          <ac:chgData name="Rosmin Elsa" userId="8f13a6be4da41318" providerId="LiveId" clId="{184B6091-0FE2-4A82-82A8-DBB861E37827}" dt="2024-07-08T09:32:25.621" v="49" actId="20577"/>
          <ac:spMkLst>
            <pc:docMk/>
            <pc:sldMk cId="4226793708" sldId="1475"/>
            <ac:spMk id="3" creationId="{452E3445-7428-97CE-263A-521C050900BE}"/>
          </ac:spMkLst>
        </pc:spChg>
      </pc:sldChg>
      <pc:sldChg chg="add del">
        <pc:chgData name="Rosmin Elsa" userId="8f13a6be4da41318" providerId="LiveId" clId="{184B6091-0FE2-4A82-82A8-DBB861E37827}" dt="2024-07-08T09:30:52.100" v="3" actId="47"/>
        <pc:sldMkLst>
          <pc:docMk/>
          <pc:sldMk cId="2457355184" sldId="1476"/>
        </pc:sldMkLst>
      </pc:sldChg>
      <pc:sldChg chg="modSp add mod">
        <pc:chgData name="Rosmin Elsa" userId="8f13a6be4da41318" providerId="LiveId" clId="{184B6091-0FE2-4A82-82A8-DBB861E37827}" dt="2024-07-09T09:58:10.059" v="862" actId="2711"/>
        <pc:sldMkLst>
          <pc:docMk/>
          <pc:sldMk cId="4269347578" sldId="1476"/>
        </pc:sldMkLst>
        <pc:spChg chg="mod">
          <ac:chgData name="Rosmin Elsa" userId="8f13a6be4da41318" providerId="LiveId" clId="{184B6091-0FE2-4A82-82A8-DBB861E37827}" dt="2024-07-09T09:58:10.059" v="862" actId="2711"/>
          <ac:spMkLst>
            <pc:docMk/>
            <pc:sldMk cId="4269347578" sldId="1476"/>
            <ac:spMk id="7" creationId="{094E9A69-B612-35E4-DEEF-5092DA0A0A97}"/>
          </ac:spMkLst>
        </pc:spChg>
      </pc:sldChg>
      <pc:sldChg chg="modSp add mod">
        <pc:chgData name="Rosmin Elsa" userId="8f13a6be4da41318" providerId="LiveId" clId="{184B6091-0FE2-4A82-82A8-DBB861E37827}" dt="2024-07-08T09:32:47.065" v="71" actId="6549"/>
        <pc:sldMkLst>
          <pc:docMk/>
          <pc:sldMk cId="3158716179" sldId="1477"/>
        </pc:sldMkLst>
        <pc:spChg chg="mod">
          <ac:chgData name="Rosmin Elsa" userId="8f13a6be4da41318" providerId="LiveId" clId="{184B6091-0FE2-4A82-82A8-DBB861E37827}" dt="2024-07-08T09:32:47.065" v="71" actId="6549"/>
          <ac:spMkLst>
            <pc:docMk/>
            <pc:sldMk cId="3158716179" sldId="1477"/>
            <ac:spMk id="3" creationId="{BD7AE418-84FE-0E25-B13A-DAD0615A2C9F}"/>
          </ac:spMkLst>
        </pc:spChg>
      </pc:sldChg>
      <pc:sldChg chg="delSp add mod">
        <pc:chgData name="Rosmin Elsa" userId="8f13a6be4da41318" providerId="LiveId" clId="{184B6091-0FE2-4A82-82A8-DBB861E37827}" dt="2024-07-09T09:42:42.519" v="851" actId="478"/>
        <pc:sldMkLst>
          <pc:docMk/>
          <pc:sldMk cId="138552119" sldId="1478"/>
        </pc:sldMkLst>
        <pc:spChg chg="del">
          <ac:chgData name="Rosmin Elsa" userId="8f13a6be4da41318" providerId="LiveId" clId="{184B6091-0FE2-4A82-82A8-DBB861E37827}" dt="2024-07-09T09:42:42.519" v="851" actId="478"/>
          <ac:spMkLst>
            <pc:docMk/>
            <pc:sldMk cId="138552119" sldId="1478"/>
            <ac:spMk id="6" creationId="{CA0575D6-2132-A304-BD4D-E123FFDE7A28}"/>
          </ac:spMkLst>
        </pc:spChg>
      </pc:sldChg>
      <pc:sldChg chg="modSp add mod">
        <pc:chgData name="Rosmin Elsa" userId="8f13a6be4da41318" providerId="LiveId" clId="{184B6091-0FE2-4A82-82A8-DBB861E37827}" dt="2024-07-08T09:31:51.772" v="31" actId="114"/>
        <pc:sldMkLst>
          <pc:docMk/>
          <pc:sldMk cId="2778828531" sldId="1479"/>
        </pc:sldMkLst>
        <pc:spChg chg="mod">
          <ac:chgData name="Rosmin Elsa" userId="8f13a6be4da41318" providerId="LiveId" clId="{184B6091-0FE2-4A82-82A8-DBB861E37827}" dt="2024-07-08T09:31:41.715" v="30" actId="14100"/>
          <ac:spMkLst>
            <pc:docMk/>
            <pc:sldMk cId="2778828531" sldId="1479"/>
            <ac:spMk id="2" creationId="{0B6C93E1-36CE-F678-40EB-0ED3F01C1EFB}"/>
          </ac:spMkLst>
        </pc:spChg>
        <pc:spChg chg="mod">
          <ac:chgData name="Rosmin Elsa" userId="8f13a6be4da41318" providerId="LiveId" clId="{184B6091-0FE2-4A82-82A8-DBB861E37827}" dt="2024-07-08T09:31:51.772" v="31" actId="114"/>
          <ac:spMkLst>
            <pc:docMk/>
            <pc:sldMk cId="2778828531" sldId="1479"/>
            <ac:spMk id="3" creationId="{BD7AE418-84FE-0E25-B13A-DAD0615A2C9F}"/>
          </ac:spMkLst>
        </pc:spChg>
      </pc:sldChg>
      <pc:sldChg chg="addSp delSp modSp new mod">
        <pc:chgData name="Rosmin Elsa" userId="8f13a6be4da41318" providerId="LiveId" clId="{184B6091-0FE2-4A82-82A8-DBB861E37827}" dt="2024-07-12T04:48:59.723" v="1008" actId="20577"/>
        <pc:sldMkLst>
          <pc:docMk/>
          <pc:sldMk cId="2878129448" sldId="1480"/>
        </pc:sldMkLst>
        <pc:spChg chg="mod">
          <ac:chgData name="Rosmin Elsa" userId="8f13a6be4da41318" providerId="LiveId" clId="{184B6091-0FE2-4A82-82A8-DBB861E37827}" dt="2024-07-12T04:27:26.483" v="995"/>
          <ac:spMkLst>
            <pc:docMk/>
            <pc:sldMk cId="2878129448" sldId="1480"/>
            <ac:spMk id="2" creationId="{2BAEBAC2-6F73-9424-179C-58424DD15DCA}"/>
          </ac:spMkLst>
        </pc:spChg>
        <pc:spChg chg="add mod">
          <ac:chgData name="Rosmin Elsa" userId="8f13a6be4da41318" providerId="LiveId" clId="{184B6091-0FE2-4A82-82A8-DBB861E37827}" dt="2024-07-09T09:09:16.301" v="504" actId="313"/>
          <ac:spMkLst>
            <pc:docMk/>
            <pc:sldMk cId="2878129448" sldId="1480"/>
            <ac:spMk id="3" creationId="{023FA482-E3FC-81F8-7E87-5EAE3742C757}"/>
          </ac:spMkLst>
        </pc:spChg>
        <pc:spChg chg="add mod">
          <ac:chgData name="Rosmin Elsa" userId="8f13a6be4da41318" providerId="LiveId" clId="{184B6091-0FE2-4A82-82A8-DBB861E37827}" dt="2024-07-12T04:48:59.723" v="1008" actId="20577"/>
          <ac:spMkLst>
            <pc:docMk/>
            <pc:sldMk cId="2878129448" sldId="1480"/>
            <ac:spMk id="4" creationId="{953D1FA7-F7D2-E5E2-6E70-267C3DB7E3FB}"/>
          </ac:spMkLst>
        </pc:spChg>
        <pc:spChg chg="del">
          <ac:chgData name="Rosmin Elsa" userId="8f13a6be4da41318" providerId="LiveId" clId="{184B6091-0FE2-4A82-82A8-DBB861E37827}" dt="2024-07-12T04:48:56.050" v="1006" actId="478"/>
          <ac:spMkLst>
            <pc:docMk/>
            <pc:sldMk cId="2878129448" sldId="1480"/>
            <ac:spMk id="9" creationId="{78A4C5FE-F971-A47D-4F66-E6A5469D3745}"/>
          </ac:spMkLst>
        </pc:spChg>
      </pc:sldChg>
      <pc:sldChg chg="add del">
        <pc:chgData name="Rosmin Elsa" userId="8f13a6be4da41318" providerId="LiveId" clId="{184B6091-0FE2-4A82-82A8-DBB861E37827}" dt="2024-07-09T08:16:07.700" v="90" actId="2696"/>
        <pc:sldMkLst>
          <pc:docMk/>
          <pc:sldMk cId="4145097398" sldId="1480"/>
        </pc:sldMkLst>
      </pc:sldChg>
      <pc:sldChg chg="addSp modSp add mod">
        <pc:chgData name="Rosmin Elsa" userId="8f13a6be4da41318" providerId="LiveId" clId="{184B6091-0FE2-4A82-82A8-DBB861E37827}" dt="2024-07-12T04:49:06.032" v="1010" actId="20577"/>
        <pc:sldMkLst>
          <pc:docMk/>
          <pc:sldMk cId="3491745090" sldId="1481"/>
        </pc:sldMkLst>
        <pc:spChg chg="mod">
          <ac:chgData name="Rosmin Elsa" userId="8f13a6be4da41318" providerId="LiveId" clId="{184B6091-0FE2-4A82-82A8-DBB861E37827}" dt="2024-07-12T04:27:29.122" v="996"/>
          <ac:spMkLst>
            <pc:docMk/>
            <pc:sldMk cId="3491745090" sldId="1481"/>
            <ac:spMk id="2" creationId="{2BAEBAC2-6F73-9424-179C-58424DD15DCA}"/>
          </ac:spMkLst>
        </pc:spChg>
        <pc:spChg chg="mod">
          <ac:chgData name="Rosmin Elsa" userId="8f13a6be4da41318" providerId="LiveId" clId="{184B6091-0FE2-4A82-82A8-DBB861E37827}" dt="2024-07-09T09:10:00.272" v="521" actId="6549"/>
          <ac:spMkLst>
            <pc:docMk/>
            <pc:sldMk cId="3491745090" sldId="1481"/>
            <ac:spMk id="3" creationId="{023FA482-E3FC-81F8-7E87-5EAE3742C757}"/>
          </ac:spMkLst>
        </pc:spChg>
        <pc:spChg chg="add mod">
          <ac:chgData name="Rosmin Elsa" userId="8f13a6be4da41318" providerId="LiveId" clId="{184B6091-0FE2-4A82-82A8-DBB861E37827}" dt="2024-07-12T04:49:06.032" v="1010" actId="20577"/>
          <ac:spMkLst>
            <pc:docMk/>
            <pc:sldMk cId="3491745090" sldId="1481"/>
            <ac:spMk id="4" creationId="{C1A28E5D-E09D-0523-EAE4-2DC7214F8010}"/>
          </ac:spMkLst>
        </pc:spChg>
      </pc:sldChg>
      <pc:sldChg chg="modSp add mod">
        <pc:chgData name="Rosmin Elsa" userId="8f13a6be4da41318" providerId="LiveId" clId="{184B6091-0FE2-4A82-82A8-DBB861E37827}" dt="2024-07-12T04:36:29.611" v="998" actId="20577"/>
        <pc:sldMkLst>
          <pc:docMk/>
          <pc:sldMk cId="74242470" sldId="1482"/>
        </pc:sldMkLst>
        <pc:spChg chg="mod">
          <ac:chgData name="Rosmin Elsa" userId="8f13a6be4da41318" providerId="LiveId" clId="{184B6091-0FE2-4A82-82A8-DBB861E37827}" dt="2024-07-09T09:16:04.343" v="589" actId="20577"/>
          <ac:spMkLst>
            <pc:docMk/>
            <pc:sldMk cId="74242470" sldId="1482"/>
            <ac:spMk id="2" creationId="{F2288D09-1B9C-0354-3D7D-9924FDA89DDD}"/>
          </ac:spMkLst>
        </pc:spChg>
        <pc:spChg chg="mod">
          <ac:chgData name="Rosmin Elsa" userId="8f13a6be4da41318" providerId="LiveId" clId="{184B6091-0FE2-4A82-82A8-DBB861E37827}" dt="2024-07-12T04:36:29.611" v="998" actId="20577"/>
          <ac:spMkLst>
            <pc:docMk/>
            <pc:sldMk cId="74242470" sldId="1482"/>
            <ac:spMk id="5" creationId="{5302F64F-7B08-E1DF-77C2-DF24B4884A26}"/>
          </ac:spMkLst>
        </pc:spChg>
      </pc:sldChg>
      <pc:sldChg chg="modSp add mod">
        <pc:chgData name="Rosmin Elsa" userId="8f13a6be4da41318" providerId="LiveId" clId="{184B6091-0FE2-4A82-82A8-DBB861E37827}" dt="2024-07-12T04:36:36.058" v="999" actId="20577"/>
        <pc:sldMkLst>
          <pc:docMk/>
          <pc:sldMk cId="1721012601" sldId="1483"/>
        </pc:sldMkLst>
        <pc:spChg chg="mod">
          <ac:chgData name="Rosmin Elsa" userId="8f13a6be4da41318" providerId="LiveId" clId="{184B6091-0FE2-4A82-82A8-DBB861E37827}" dt="2024-07-12T04:36:36.058" v="999" actId="20577"/>
          <ac:spMkLst>
            <pc:docMk/>
            <pc:sldMk cId="1721012601" sldId="1483"/>
            <ac:spMk id="5" creationId="{D15CBCA4-8279-49A0-BDA5-8F1C3F65A437}"/>
          </ac:spMkLst>
        </pc:spChg>
      </pc:sldChg>
      <pc:sldChg chg="add del">
        <pc:chgData name="Rosmin Elsa" userId="8f13a6be4da41318" providerId="LiveId" clId="{184B6091-0FE2-4A82-82A8-DBB861E37827}" dt="2024-07-09T09:16:27.229" v="591"/>
        <pc:sldMkLst>
          <pc:docMk/>
          <pc:sldMk cId="1989015922" sldId="1483"/>
        </pc:sldMkLst>
      </pc:sldChg>
      <pc:sldChg chg="modSp add mod">
        <pc:chgData name="Rosmin Elsa" userId="8f13a6be4da41318" providerId="LiveId" clId="{184B6091-0FE2-4A82-82A8-DBB861E37827}" dt="2024-07-09T09:32:24.214" v="705" actId="20577"/>
        <pc:sldMkLst>
          <pc:docMk/>
          <pc:sldMk cId="3449167135" sldId="1484"/>
        </pc:sldMkLst>
        <pc:spChg chg="mod">
          <ac:chgData name="Rosmin Elsa" userId="8f13a6be4da41318" providerId="LiveId" clId="{184B6091-0FE2-4A82-82A8-DBB861E37827}" dt="2024-07-09T09:32:24.214" v="705" actId="20577"/>
          <ac:spMkLst>
            <pc:docMk/>
            <pc:sldMk cId="3449167135" sldId="1484"/>
            <ac:spMk id="2" creationId="{00000000-0000-0000-0000-000000000000}"/>
          </ac:spMkLst>
        </pc:spChg>
      </pc:sldChg>
      <pc:sldChg chg="modSp add mod">
        <pc:chgData name="Rosmin Elsa" userId="8f13a6be4da41318" providerId="LiveId" clId="{184B6091-0FE2-4A82-82A8-DBB861E37827}" dt="2024-07-12T04:56:27.480" v="1014" actId="20577"/>
        <pc:sldMkLst>
          <pc:docMk/>
          <pc:sldMk cId="2011819439" sldId="1485"/>
        </pc:sldMkLst>
        <pc:spChg chg="mod">
          <ac:chgData name="Rosmin Elsa" userId="8f13a6be4da41318" providerId="LiveId" clId="{184B6091-0FE2-4A82-82A8-DBB861E37827}" dt="2024-07-09T09:30:01.493" v="607" actId="6549"/>
          <ac:spMkLst>
            <pc:docMk/>
            <pc:sldMk cId="2011819439" sldId="1485"/>
            <ac:spMk id="2" creationId="{F2288D09-1B9C-0354-3D7D-9924FDA89DDD}"/>
          </ac:spMkLst>
        </pc:spChg>
        <pc:spChg chg="mod">
          <ac:chgData name="Rosmin Elsa" userId="8f13a6be4da41318" providerId="LiveId" clId="{184B6091-0FE2-4A82-82A8-DBB861E37827}" dt="2024-07-12T04:56:27.480" v="1014" actId="20577"/>
          <ac:spMkLst>
            <pc:docMk/>
            <pc:sldMk cId="2011819439" sldId="1485"/>
            <ac:spMk id="5" creationId="{5302F64F-7B08-E1DF-77C2-DF24B4884A26}"/>
          </ac:spMkLst>
        </pc:spChg>
        <pc:spChg chg="mod">
          <ac:chgData name="Rosmin Elsa" userId="8f13a6be4da41318" providerId="LiveId" clId="{184B6091-0FE2-4A82-82A8-DBB861E37827}" dt="2024-07-09T09:32:32.493" v="706"/>
          <ac:spMkLst>
            <pc:docMk/>
            <pc:sldMk cId="2011819439" sldId="1485"/>
            <ac:spMk id="9" creationId="{27E0C573-9B0A-9146-5F05-207C3B6C9139}"/>
          </ac:spMkLst>
        </pc:spChg>
      </pc:sldChg>
      <pc:sldChg chg="modSp add mod ord">
        <pc:chgData name="Rosmin Elsa" userId="8f13a6be4da41318" providerId="LiveId" clId="{184B6091-0FE2-4A82-82A8-DBB861E37827}" dt="2024-07-12T04:56:22.592" v="1013" actId="20577"/>
        <pc:sldMkLst>
          <pc:docMk/>
          <pc:sldMk cId="1136960757" sldId="1486"/>
        </pc:sldMkLst>
        <pc:spChg chg="mod">
          <ac:chgData name="Rosmin Elsa" userId="8f13a6be4da41318" providerId="LiveId" clId="{184B6091-0FE2-4A82-82A8-DBB861E37827}" dt="2024-07-09T09:30:51.968" v="618" actId="6549"/>
          <ac:spMkLst>
            <pc:docMk/>
            <pc:sldMk cId="1136960757" sldId="1486"/>
            <ac:spMk id="2" creationId="{290AC8C1-CD70-C3C6-4D04-492D677990E7}"/>
          </ac:spMkLst>
        </pc:spChg>
        <pc:spChg chg="mod">
          <ac:chgData name="Rosmin Elsa" userId="8f13a6be4da41318" providerId="LiveId" clId="{184B6091-0FE2-4A82-82A8-DBB861E37827}" dt="2024-07-12T04:56:22.592" v="1013" actId="20577"/>
          <ac:spMkLst>
            <pc:docMk/>
            <pc:sldMk cId="1136960757" sldId="1486"/>
            <ac:spMk id="5" creationId="{6BD3CD50-1DFB-A828-6455-13D1216B4EB3}"/>
          </ac:spMkLst>
        </pc:spChg>
        <pc:spChg chg="mod">
          <ac:chgData name="Rosmin Elsa" userId="8f13a6be4da41318" providerId="LiveId" clId="{184B6091-0FE2-4A82-82A8-DBB861E37827}" dt="2024-07-09T09:32:05.750" v="671" actId="20577"/>
          <ac:spMkLst>
            <pc:docMk/>
            <pc:sldMk cId="1136960757" sldId="1486"/>
            <ac:spMk id="9" creationId="{AAD21BDD-D3AE-5CDB-B758-E73AB8700D6E}"/>
          </ac:spMkLst>
        </pc:spChg>
      </pc:sldChg>
      <pc:sldChg chg="modSp add mod">
        <pc:chgData name="Rosmin Elsa" userId="8f13a6be4da41318" providerId="LiveId" clId="{184B6091-0FE2-4A82-82A8-DBB861E37827}" dt="2024-07-12T04:56:30.490" v="1015" actId="20577"/>
        <pc:sldMkLst>
          <pc:docMk/>
          <pc:sldMk cId="3789332886" sldId="1487"/>
        </pc:sldMkLst>
        <pc:spChg chg="mod">
          <ac:chgData name="Rosmin Elsa" userId="8f13a6be4da41318" providerId="LiveId" clId="{184B6091-0FE2-4A82-82A8-DBB861E37827}" dt="2024-07-09T09:30:54.673" v="619" actId="6549"/>
          <ac:spMkLst>
            <pc:docMk/>
            <pc:sldMk cId="3789332886" sldId="1487"/>
            <ac:spMk id="2" creationId="{290AC8C1-CD70-C3C6-4D04-492D677990E7}"/>
          </ac:spMkLst>
        </pc:spChg>
        <pc:spChg chg="mod">
          <ac:chgData name="Rosmin Elsa" userId="8f13a6be4da41318" providerId="LiveId" clId="{184B6091-0FE2-4A82-82A8-DBB861E37827}" dt="2024-07-12T04:56:30.490" v="1015" actId="20577"/>
          <ac:spMkLst>
            <pc:docMk/>
            <pc:sldMk cId="3789332886" sldId="1487"/>
            <ac:spMk id="5" creationId="{6BD3CD50-1DFB-A828-6455-13D1216B4EB3}"/>
          </ac:spMkLst>
        </pc:spChg>
        <pc:spChg chg="mod">
          <ac:chgData name="Rosmin Elsa" userId="8f13a6be4da41318" providerId="LiveId" clId="{184B6091-0FE2-4A82-82A8-DBB861E37827}" dt="2024-07-09T09:32:35.975" v="707"/>
          <ac:spMkLst>
            <pc:docMk/>
            <pc:sldMk cId="3789332886" sldId="1487"/>
            <ac:spMk id="9" creationId="{AAD21BDD-D3AE-5CDB-B758-E73AB8700D6E}"/>
          </ac:spMkLst>
        </pc:spChg>
      </pc:sldChg>
      <pc:sldChg chg="modSp add mod">
        <pc:chgData name="Rosmin Elsa" userId="8f13a6be4da41318" providerId="LiveId" clId="{184B6091-0FE2-4A82-82A8-DBB861E37827}" dt="2024-07-12T04:56:33.429" v="1016" actId="20577"/>
        <pc:sldMkLst>
          <pc:docMk/>
          <pc:sldMk cId="2880345388" sldId="1488"/>
        </pc:sldMkLst>
        <pc:spChg chg="mod">
          <ac:chgData name="Rosmin Elsa" userId="8f13a6be4da41318" providerId="LiveId" clId="{184B6091-0FE2-4A82-82A8-DBB861E37827}" dt="2024-07-12T04:56:33.429" v="1016" actId="20577"/>
          <ac:spMkLst>
            <pc:docMk/>
            <pc:sldMk cId="2880345388" sldId="1488"/>
            <ac:spMk id="5" creationId="{5302F64F-7B08-E1DF-77C2-DF24B4884A26}"/>
          </ac:spMkLst>
        </pc:spChg>
        <pc:spChg chg="mod">
          <ac:chgData name="Rosmin Elsa" userId="8f13a6be4da41318" providerId="LiveId" clId="{184B6091-0FE2-4A82-82A8-DBB861E37827}" dt="2024-07-09T09:32:39.152" v="708"/>
          <ac:spMkLst>
            <pc:docMk/>
            <pc:sldMk cId="2880345388" sldId="1488"/>
            <ac:spMk id="9" creationId="{27E0C573-9B0A-9146-5F05-207C3B6C9139}"/>
          </ac:spMkLst>
        </pc:spChg>
      </pc:sldChg>
      <pc:sldChg chg="addSp delSp modSp add mod">
        <pc:chgData name="Rosmin Elsa" userId="8f13a6be4da41318" providerId="LiveId" clId="{184B6091-0FE2-4A82-82A8-DBB861E37827}" dt="2024-07-12T04:56:36.798" v="1017" actId="20577"/>
        <pc:sldMkLst>
          <pc:docMk/>
          <pc:sldMk cId="1295083260" sldId="1489"/>
        </pc:sldMkLst>
        <pc:spChg chg="mod">
          <ac:chgData name="Rosmin Elsa" userId="8f13a6be4da41318" providerId="LiveId" clId="{184B6091-0FE2-4A82-82A8-DBB861E37827}" dt="2024-07-09T09:30:57.162" v="620" actId="6549"/>
          <ac:spMkLst>
            <pc:docMk/>
            <pc:sldMk cId="1295083260" sldId="1489"/>
            <ac:spMk id="2" creationId="{290AC8C1-CD70-C3C6-4D04-492D677990E7}"/>
          </ac:spMkLst>
        </pc:spChg>
        <pc:spChg chg="mod">
          <ac:chgData name="Rosmin Elsa" userId="8f13a6be4da41318" providerId="LiveId" clId="{184B6091-0FE2-4A82-82A8-DBB861E37827}" dt="2024-07-12T04:56:36.798" v="1017" actId="20577"/>
          <ac:spMkLst>
            <pc:docMk/>
            <pc:sldMk cId="1295083260" sldId="1489"/>
            <ac:spMk id="5" creationId="{6BD3CD50-1DFB-A828-6455-13D1216B4EB3}"/>
          </ac:spMkLst>
        </pc:spChg>
        <pc:spChg chg="add del">
          <ac:chgData name="Rosmin Elsa" userId="8f13a6be4da41318" providerId="LiveId" clId="{184B6091-0FE2-4A82-82A8-DBB861E37827}" dt="2024-07-09T09:30:36.788" v="614" actId="22"/>
          <ac:spMkLst>
            <pc:docMk/>
            <pc:sldMk cId="1295083260" sldId="1489"/>
            <ac:spMk id="6" creationId="{8EF2F7BF-DC8F-C1C3-B88C-992D646A48E2}"/>
          </ac:spMkLst>
        </pc:spChg>
        <pc:spChg chg="mod">
          <ac:chgData name="Rosmin Elsa" userId="8f13a6be4da41318" providerId="LiveId" clId="{184B6091-0FE2-4A82-82A8-DBB861E37827}" dt="2024-07-09T09:32:42.204" v="709"/>
          <ac:spMkLst>
            <pc:docMk/>
            <pc:sldMk cId="1295083260" sldId="1489"/>
            <ac:spMk id="9" creationId="{AAD21BDD-D3AE-5CDB-B758-E73AB8700D6E}"/>
          </ac:spMkLst>
        </pc:spChg>
      </pc:sldChg>
      <pc:sldChg chg="modSp add mod">
        <pc:chgData name="Rosmin Elsa" userId="8f13a6be4da41318" providerId="LiveId" clId="{184B6091-0FE2-4A82-82A8-DBB861E37827}" dt="2024-07-12T04:56:39.889" v="1018" actId="20577"/>
        <pc:sldMkLst>
          <pc:docMk/>
          <pc:sldMk cId="2055326167" sldId="1490"/>
        </pc:sldMkLst>
        <pc:spChg chg="mod">
          <ac:chgData name="Rosmin Elsa" userId="8f13a6be4da41318" providerId="LiveId" clId="{184B6091-0FE2-4A82-82A8-DBB861E37827}" dt="2024-07-12T04:56:39.889" v="1018" actId="20577"/>
          <ac:spMkLst>
            <pc:docMk/>
            <pc:sldMk cId="2055326167" sldId="1490"/>
            <ac:spMk id="5" creationId="{5302F64F-7B08-E1DF-77C2-DF24B4884A26}"/>
          </ac:spMkLst>
        </pc:spChg>
        <pc:spChg chg="mod">
          <ac:chgData name="Rosmin Elsa" userId="8f13a6be4da41318" providerId="LiveId" clId="{184B6091-0FE2-4A82-82A8-DBB861E37827}" dt="2024-07-09T09:32:45.682" v="710"/>
          <ac:spMkLst>
            <pc:docMk/>
            <pc:sldMk cId="2055326167" sldId="1490"/>
            <ac:spMk id="9" creationId="{27E0C573-9B0A-9146-5F05-207C3B6C9139}"/>
          </ac:spMkLst>
        </pc:spChg>
      </pc:sldChg>
      <pc:sldChg chg="modSp add mod">
        <pc:chgData name="Rosmin Elsa" userId="8f13a6be4da41318" providerId="LiveId" clId="{184B6091-0FE2-4A82-82A8-DBB861E37827}" dt="2024-07-09T09:42:14.729" v="850" actId="20577"/>
        <pc:sldMkLst>
          <pc:docMk/>
          <pc:sldMk cId="1267102372" sldId="1491"/>
        </pc:sldMkLst>
        <pc:spChg chg="mod">
          <ac:chgData name="Rosmin Elsa" userId="8f13a6be4da41318" providerId="LiveId" clId="{184B6091-0FE2-4A82-82A8-DBB861E37827}" dt="2024-07-09T09:42:14.729" v="850" actId="20577"/>
          <ac:spMkLst>
            <pc:docMk/>
            <pc:sldMk cId="1267102372" sldId="1491"/>
            <ac:spMk id="6" creationId="{F4ADE8D2-46FE-53B0-BD58-AD5ED324541E}"/>
          </ac:spMkLst>
        </pc:spChg>
      </pc:sldChg>
      <pc:sldChg chg="new del">
        <pc:chgData name="Rosmin Elsa" userId="8f13a6be4da41318" providerId="LiveId" clId="{184B6091-0FE2-4A82-82A8-DBB861E37827}" dt="2024-07-09T09:56:30.054" v="853" actId="47"/>
        <pc:sldMkLst>
          <pc:docMk/>
          <pc:sldMk cId="604942761" sldId="1492"/>
        </pc:sldMkLst>
      </pc:sldChg>
      <pc:sldChg chg="modSp add del mod">
        <pc:chgData name="Rosmin Elsa" userId="8f13a6be4da41318" providerId="LiveId" clId="{184B6091-0FE2-4A82-82A8-DBB861E37827}" dt="2024-07-12T04:52:19.214" v="1011" actId="2696"/>
        <pc:sldMkLst>
          <pc:docMk/>
          <pc:sldMk cId="3531384400" sldId="1492"/>
        </pc:sldMkLst>
        <pc:spChg chg="mod">
          <ac:chgData name="Rosmin Elsa" userId="8f13a6be4da41318" providerId="LiveId" clId="{184B6091-0FE2-4A82-82A8-DBB861E37827}" dt="2024-07-09T09:57:40.833" v="857"/>
          <ac:spMkLst>
            <pc:docMk/>
            <pc:sldMk cId="3531384400" sldId="1492"/>
            <ac:spMk id="2" creationId="{00000000-0000-0000-0000-000000000000}"/>
          </ac:spMkLst>
        </pc:spChg>
        <pc:spChg chg="mod">
          <ac:chgData name="Rosmin Elsa" userId="8f13a6be4da41318" providerId="LiveId" clId="{184B6091-0FE2-4A82-82A8-DBB861E37827}" dt="2024-07-09T10:00:26.739" v="894" actId="255"/>
          <ac:spMkLst>
            <pc:docMk/>
            <pc:sldMk cId="3531384400" sldId="1492"/>
            <ac:spMk id="7" creationId="{094E9A69-B612-35E4-DEEF-5092DA0A0A97}"/>
          </ac:spMkLst>
        </pc:spChg>
      </pc:sldChg>
      <pc:sldChg chg="add">
        <pc:chgData name="Rosmin Elsa" userId="8f13a6be4da41318" providerId="LiveId" clId="{184B6091-0FE2-4A82-82A8-DBB861E37827}" dt="2024-07-12T04:52:24.492" v="1012"/>
        <pc:sldMkLst>
          <pc:docMk/>
          <pc:sldMk cId="4065385365" sldId="1492"/>
        </pc:sldMkLst>
      </pc:sldChg>
      <pc:sldChg chg="add">
        <pc:chgData name="Rosmin Elsa" userId="8f13a6be4da41318" providerId="LiveId" clId="{184B6091-0FE2-4A82-82A8-DBB861E37827}" dt="2024-07-12T04:52:24.492" v="1012"/>
        <pc:sldMkLst>
          <pc:docMk/>
          <pc:sldMk cId="1463617779" sldId="1493"/>
        </pc:sldMkLst>
      </pc:sldChg>
      <pc:sldChg chg="modSp add del mod">
        <pc:chgData name="Rosmin Elsa" userId="8f13a6be4da41318" providerId="LiveId" clId="{184B6091-0FE2-4A82-82A8-DBB861E37827}" dt="2024-07-12T04:52:19.214" v="1011" actId="2696"/>
        <pc:sldMkLst>
          <pc:docMk/>
          <pc:sldMk cId="2238641508" sldId="1493"/>
        </pc:sldMkLst>
        <pc:spChg chg="mod">
          <ac:chgData name="Rosmin Elsa" userId="8f13a6be4da41318" providerId="LiveId" clId="{184B6091-0FE2-4A82-82A8-DBB861E37827}" dt="2024-07-09T10:02:19.841" v="917" actId="20577"/>
          <ac:spMkLst>
            <pc:docMk/>
            <pc:sldMk cId="2238641508" sldId="1493"/>
            <ac:spMk id="7" creationId="{094E9A69-B612-35E4-DEEF-5092DA0A0A97}"/>
          </ac:spMkLst>
        </pc:spChg>
      </pc:sldChg>
      <pc:sldChg chg="addSp delSp modSp add del mod">
        <pc:chgData name="Rosmin Elsa" userId="8f13a6be4da41318" providerId="LiveId" clId="{184B6091-0FE2-4A82-82A8-DBB861E37827}" dt="2024-07-12T04:52:19.214" v="1011" actId="2696"/>
        <pc:sldMkLst>
          <pc:docMk/>
          <pc:sldMk cId="893852554" sldId="1494"/>
        </pc:sldMkLst>
        <pc:spChg chg="add del">
          <ac:chgData name="Rosmin Elsa" userId="8f13a6be4da41318" providerId="LiveId" clId="{184B6091-0FE2-4A82-82A8-DBB861E37827}" dt="2024-07-09T10:01:48.516" v="910" actId="22"/>
          <ac:spMkLst>
            <pc:docMk/>
            <pc:sldMk cId="893852554" sldId="1494"/>
            <ac:spMk id="4" creationId="{24DF0454-B467-3311-A6E8-AFB370ED3143}"/>
          </ac:spMkLst>
        </pc:spChg>
        <pc:spChg chg="mod">
          <ac:chgData name="Rosmin Elsa" userId="8f13a6be4da41318" providerId="LiveId" clId="{184B6091-0FE2-4A82-82A8-DBB861E37827}" dt="2024-07-09T10:02:57.594" v="922" actId="20577"/>
          <ac:spMkLst>
            <pc:docMk/>
            <pc:sldMk cId="893852554" sldId="1494"/>
            <ac:spMk id="7" creationId="{094E9A69-B612-35E4-DEEF-5092DA0A0A97}"/>
          </ac:spMkLst>
        </pc:spChg>
        <pc:spChg chg="add del">
          <ac:chgData name="Rosmin Elsa" userId="8f13a6be4da41318" providerId="LiveId" clId="{184B6091-0FE2-4A82-82A8-DBB861E37827}" dt="2024-07-09T10:01:52.947" v="912" actId="22"/>
          <ac:spMkLst>
            <pc:docMk/>
            <pc:sldMk cId="893852554" sldId="1494"/>
            <ac:spMk id="9" creationId="{58578170-4D53-B625-F185-B16D4E173E4F}"/>
          </ac:spMkLst>
        </pc:spChg>
      </pc:sldChg>
      <pc:sldChg chg="add">
        <pc:chgData name="Rosmin Elsa" userId="8f13a6be4da41318" providerId="LiveId" clId="{184B6091-0FE2-4A82-82A8-DBB861E37827}" dt="2024-07-12T04:52:24.492" v="1012"/>
        <pc:sldMkLst>
          <pc:docMk/>
          <pc:sldMk cId="1171678120" sldId="1494"/>
        </pc:sldMkLst>
      </pc:sldChg>
      <pc:sldChg chg="modSp add del mod">
        <pc:chgData name="Rosmin Elsa" userId="8f13a6be4da41318" providerId="LiveId" clId="{184B6091-0FE2-4A82-82A8-DBB861E37827}" dt="2024-07-12T04:52:19.214" v="1011" actId="2696"/>
        <pc:sldMkLst>
          <pc:docMk/>
          <pc:sldMk cId="696037826" sldId="1495"/>
        </pc:sldMkLst>
        <pc:spChg chg="mod">
          <ac:chgData name="Rosmin Elsa" userId="8f13a6be4da41318" providerId="LiveId" clId="{184B6091-0FE2-4A82-82A8-DBB861E37827}" dt="2024-07-09T10:03:01.764" v="923" actId="20577"/>
          <ac:spMkLst>
            <pc:docMk/>
            <pc:sldMk cId="696037826" sldId="1495"/>
            <ac:spMk id="7" creationId="{094E9A69-B612-35E4-DEEF-5092DA0A0A97}"/>
          </ac:spMkLst>
        </pc:spChg>
      </pc:sldChg>
      <pc:sldChg chg="add">
        <pc:chgData name="Rosmin Elsa" userId="8f13a6be4da41318" providerId="LiveId" clId="{184B6091-0FE2-4A82-82A8-DBB861E37827}" dt="2024-07-12T04:52:24.492" v="1012"/>
        <pc:sldMkLst>
          <pc:docMk/>
          <pc:sldMk cId="3569592528" sldId="1495"/>
        </pc:sldMkLst>
      </pc:sldChg>
      <pc:sldChg chg="modSp mod">
        <pc:chgData name="Rosmin Elsa" userId="8f13a6be4da41318" providerId="LiveId" clId="{184B6091-0FE2-4A82-82A8-DBB861E37827}" dt="2024-07-12T03:49:12.896" v="977" actId="6549"/>
        <pc:sldMkLst>
          <pc:docMk/>
          <pc:sldMk cId="2757642753" sldId="1501"/>
        </pc:sldMkLst>
        <pc:graphicFrameChg chg="modGraphic">
          <ac:chgData name="Rosmin Elsa" userId="8f13a6be4da41318" providerId="LiveId" clId="{184B6091-0FE2-4A82-82A8-DBB861E37827}" dt="2024-07-12T03:49:12.896" v="977" actId="6549"/>
          <ac:graphicFrameMkLst>
            <pc:docMk/>
            <pc:sldMk cId="2757642753" sldId="1501"/>
            <ac:graphicFrameMk id="3" creationId="{B4797BD5-EFDE-AC36-52B6-8F535DBD9C47}"/>
          </ac:graphicFrameMkLst>
        </pc:graphicFrameChg>
      </pc:sldChg>
      <pc:sldChg chg="modSp mod">
        <pc:chgData name="Rosmin Elsa" userId="8f13a6be4da41318" providerId="LiveId" clId="{184B6091-0FE2-4A82-82A8-DBB861E37827}" dt="2024-07-12T03:49:04.617" v="975" actId="20577"/>
        <pc:sldMkLst>
          <pc:docMk/>
          <pc:sldMk cId="1373112679" sldId="1506"/>
        </pc:sldMkLst>
        <pc:graphicFrameChg chg="modGraphic">
          <ac:chgData name="Rosmin Elsa" userId="8f13a6be4da41318" providerId="LiveId" clId="{184B6091-0FE2-4A82-82A8-DBB861E37827}" dt="2024-07-12T03:49:04.617" v="975" actId="20577"/>
          <ac:graphicFrameMkLst>
            <pc:docMk/>
            <pc:sldMk cId="1373112679" sldId="1506"/>
            <ac:graphicFrameMk id="3" creationId="{B4797BD5-EFDE-AC36-52B6-8F535DBD9C47}"/>
          </ac:graphicFrameMkLst>
        </pc:graphicFrameChg>
      </pc:sldChg>
      <pc:sldChg chg="modSp mod">
        <pc:chgData name="Rosmin Elsa" userId="8f13a6be4da41318" providerId="LiveId" clId="{184B6091-0FE2-4A82-82A8-DBB861E37827}" dt="2024-07-12T03:48:18.491" v="967" actId="20577"/>
        <pc:sldMkLst>
          <pc:docMk/>
          <pc:sldMk cId="3699316129" sldId="1507"/>
        </pc:sldMkLst>
        <pc:graphicFrameChg chg="modGraphic">
          <ac:chgData name="Rosmin Elsa" userId="8f13a6be4da41318" providerId="LiveId" clId="{184B6091-0FE2-4A82-82A8-DBB861E37827}" dt="2024-07-12T03:48:18.491" v="967" actId="20577"/>
          <ac:graphicFrameMkLst>
            <pc:docMk/>
            <pc:sldMk cId="3699316129" sldId="1507"/>
            <ac:graphicFrameMk id="3" creationId="{B4797BD5-EFDE-AC36-52B6-8F535DBD9C47}"/>
          </ac:graphicFrameMkLst>
        </pc:graphicFrameChg>
      </pc:sldChg>
      <pc:sldChg chg="modSp mod">
        <pc:chgData name="Rosmin Elsa" userId="8f13a6be4da41318" providerId="LiveId" clId="{184B6091-0FE2-4A82-82A8-DBB861E37827}" dt="2024-07-12T05:43:02.564" v="1036" actId="122"/>
        <pc:sldMkLst>
          <pc:docMk/>
          <pc:sldMk cId="3896643126" sldId="1527"/>
        </pc:sldMkLst>
        <pc:spChg chg="mod">
          <ac:chgData name="Rosmin Elsa" userId="8f13a6be4da41318" providerId="LiveId" clId="{184B6091-0FE2-4A82-82A8-DBB861E37827}" dt="2024-07-12T05:43:02.564" v="1036" actId="122"/>
          <ac:spMkLst>
            <pc:docMk/>
            <pc:sldMk cId="3896643126" sldId="1527"/>
            <ac:spMk id="6" creationId="{5999A30B-3F73-7F8B-6C95-6A04EF0A68EA}"/>
          </ac:spMkLst>
        </pc:spChg>
      </pc:sldChg>
      <pc:sldChg chg="modSp mod">
        <pc:chgData name="Rosmin Elsa" userId="8f13a6be4da41318" providerId="LiveId" clId="{184B6091-0FE2-4A82-82A8-DBB861E37827}" dt="2024-07-12T05:43:09.351" v="1037" actId="20577"/>
        <pc:sldMkLst>
          <pc:docMk/>
          <pc:sldMk cId="2502799414" sldId="1528"/>
        </pc:sldMkLst>
        <pc:spChg chg="mod">
          <ac:chgData name="Rosmin Elsa" userId="8f13a6be4da41318" providerId="LiveId" clId="{184B6091-0FE2-4A82-82A8-DBB861E37827}" dt="2024-07-12T05:43:09.351" v="1037" actId="20577"/>
          <ac:spMkLst>
            <pc:docMk/>
            <pc:sldMk cId="2502799414" sldId="1528"/>
            <ac:spMk id="6" creationId="{5999A30B-3F73-7F8B-6C95-6A04EF0A68EA}"/>
          </ac:spMkLst>
        </pc:spChg>
      </pc:sldChg>
      <pc:sldMasterChg chg="delSldLayout">
        <pc:chgData name="Rosmin Elsa" userId="8f13a6be4da41318" providerId="LiveId" clId="{184B6091-0FE2-4A82-82A8-DBB861E37827}" dt="2024-07-08T09:30:52.100" v="3" actId="47"/>
        <pc:sldMasterMkLst>
          <pc:docMk/>
          <pc:sldMasterMk cId="2021402228" sldId="2147483673"/>
        </pc:sldMasterMkLst>
        <pc:sldLayoutChg chg="del">
          <pc:chgData name="Rosmin Elsa" userId="8f13a6be4da41318" providerId="LiveId" clId="{184B6091-0FE2-4A82-82A8-DBB861E37827}" dt="2024-07-08T09:30:52.100" v="3" actId="47"/>
          <pc:sldLayoutMkLst>
            <pc:docMk/>
            <pc:sldMasterMk cId="2021402228" sldId="2147483673"/>
            <pc:sldLayoutMk cId="2259423839" sldId="2147483796"/>
          </pc:sldLayoutMkLst>
        </pc:sldLayoutChg>
      </pc:sldMasterChg>
    </pc:docChg>
  </pc:docChgLst>
  <pc:docChgLst>
    <pc:chgData name="Cynthia George" userId="8e4ca16d49ed6304" providerId="Windows Live" clId="Web-{1854C442-6617-443D-A333-04D729ED8D3B}"/>
    <pc:docChg chg="addSld delSld modSld modSection">
      <pc:chgData name="Cynthia George" userId="8e4ca16d49ed6304" providerId="Windows Live" clId="Web-{1854C442-6617-443D-A333-04D729ED8D3B}" dt="2024-07-13T00:44:17.648" v="100" actId="20577"/>
      <pc:docMkLst>
        <pc:docMk/>
      </pc:docMkLst>
      <pc:sldChg chg="modSp">
        <pc:chgData name="Cynthia George" userId="8e4ca16d49ed6304" providerId="Windows Live" clId="Web-{1854C442-6617-443D-A333-04D729ED8D3B}" dt="2024-07-13T00:44:17.648" v="100" actId="20577"/>
        <pc:sldMkLst>
          <pc:docMk/>
          <pc:sldMk cId="1463617779" sldId="1493"/>
        </pc:sldMkLst>
        <pc:spChg chg="mod">
          <ac:chgData name="Cynthia George" userId="8e4ca16d49ed6304" providerId="Windows Live" clId="Web-{1854C442-6617-443D-A333-04D729ED8D3B}" dt="2024-07-13T00:44:17.648" v="100" actId="20577"/>
          <ac:spMkLst>
            <pc:docMk/>
            <pc:sldMk cId="1463617779" sldId="1493"/>
            <ac:spMk id="7" creationId="{094E9A69-B612-35E4-DEEF-5092DA0A0A97}"/>
          </ac:spMkLst>
        </pc:spChg>
      </pc:sldChg>
      <pc:sldChg chg="modSp del">
        <pc:chgData name="Cynthia George" userId="8e4ca16d49ed6304" providerId="Windows Live" clId="Web-{1854C442-6617-443D-A333-04D729ED8D3B}" dt="2024-07-13T00:43:21.085" v="96"/>
        <pc:sldMkLst>
          <pc:docMk/>
          <pc:sldMk cId="1171678120" sldId="1494"/>
        </pc:sldMkLst>
        <pc:spChg chg="mod">
          <ac:chgData name="Cynthia George" userId="8e4ca16d49ed6304" providerId="Windows Live" clId="Web-{1854C442-6617-443D-A333-04D729ED8D3B}" dt="2024-07-13T00:41:44.397" v="82" actId="20577"/>
          <ac:spMkLst>
            <pc:docMk/>
            <pc:sldMk cId="1171678120" sldId="1494"/>
            <ac:spMk id="7" creationId="{094E9A69-B612-35E4-DEEF-5092DA0A0A97}"/>
          </ac:spMkLst>
        </pc:spChg>
      </pc:sldChg>
      <pc:sldChg chg="modSp">
        <pc:chgData name="Cynthia George" userId="8e4ca16d49ed6304" providerId="Windows Live" clId="Web-{1854C442-6617-443D-A333-04D729ED8D3B}" dt="2024-07-13T00:43:25.882" v="97" actId="20577"/>
        <pc:sldMkLst>
          <pc:docMk/>
          <pc:sldMk cId="3569592528" sldId="1495"/>
        </pc:sldMkLst>
        <pc:spChg chg="mod">
          <ac:chgData name="Cynthia George" userId="8e4ca16d49ed6304" providerId="Windows Live" clId="Web-{1854C442-6617-443D-A333-04D729ED8D3B}" dt="2024-07-13T00:43:25.882" v="97" actId="20577"/>
          <ac:spMkLst>
            <pc:docMk/>
            <pc:sldMk cId="3569592528" sldId="1495"/>
            <ac:spMk id="5" creationId="{F23B1A82-CA2E-08BD-1D0D-5AA03047C3D2}"/>
          </ac:spMkLst>
        </pc:spChg>
        <pc:spChg chg="mod">
          <ac:chgData name="Cynthia George" userId="8e4ca16d49ed6304" providerId="Windows Live" clId="Web-{1854C442-6617-443D-A333-04D729ED8D3B}" dt="2024-07-13T00:42:56.444" v="94" actId="20577"/>
          <ac:spMkLst>
            <pc:docMk/>
            <pc:sldMk cId="3569592528" sldId="1495"/>
            <ac:spMk id="7" creationId="{094E9A69-B612-35E4-DEEF-5092DA0A0A97}"/>
          </ac:spMkLst>
        </pc:spChg>
      </pc:sldChg>
      <pc:sldChg chg="modSp add replId">
        <pc:chgData name="Cynthia George" userId="8e4ca16d49ed6304" providerId="Windows Live" clId="Web-{1854C442-6617-443D-A333-04D729ED8D3B}" dt="2024-07-13T00:43:33.367" v="98" actId="20577"/>
        <pc:sldMkLst>
          <pc:docMk/>
          <pc:sldMk cId="2758570678" sldId="1533"/>
        </pc:sldMkLst>
        <pc:spChg chg="mod">
          <ac:chgData name="Cynthia George" userId="8e4ca16d49ed6304" providerId="Windows Live" clId="Web-{1854C442-6617-443D-A333-04D729ED8D3B}" dt="2024-07-13T00:43:33.367" v="98" actId="20577"/>
          <ac:spMkLst>
            <pc:docMk/>
            <pc:sldMk cId="2758570678" sldId="1533"/>
            <ac:spMk id="5" creationId="{F23B1A82-CA2E-08BD-1D0D-5AA03047C3D2}"/>
          </ac:spMkLst>
        </pc:spChg>
      </pc:sldChg>
    </pc:docChg>
  </pc:docChgLst>
  <pc:docChgLst>
    <pc:chgData name="Cynthia George" userId="8e4ca16d49ed6304" providerId="Windows Live" clId="Web-{773D3727-DBA2-449C-8AB2-835A881570B4}"/>
    <pc:docChg chg="addSld delSld modSld sldOrd modSection">
      <pc:chgData name="Cynthia George" userId="8e4ca16d49ed6304" providerId="Windows Live" clId="Web-{773D3727-DBA2-449C-8AB2-835A881570B4}" dt="2024-07-12T04:14:43.167" v="389" actId="20577"/>
      <pc:docMkLst>
        <pc:docMk/>
      </pc:docMkLst>
      <pc:sldChg chg="modSp">
        <pc:chgData name="Cynthia George" userId="8e4ca16d49ed6304" providerId="Windows Live" clId="Web-{773D3727-DBA2-449C-8AB2-835A881570B4}" dt="2024-07-12T04:05:38.959" v="364" actId="20577"/>
        <pc:sldMkLst>
          <pc:docMk/>
          <pc:sldMk cId="4269347578" sldId="1476"/>
        </pc:sldMkLst>
        <pc:spChg chg="mod">
          <ac:chgData name="Cynthia George" userId="8e4ca16d49ed6304" providerId="Windows Live" clId="Web-{773D3727-DBA2-449C-8AB2-835A881570B4}" dt="2024-07-12T04:05:38.959" v="364" actId="20577"/>
          <ac:spMkLst>
            <pc:docMk/>
            <pc:sldMk cId="4269347578" sldId="1476"/>
            <ac:spMk id="5" creationId="{F23B1A82-CA2E-08BD-1D0D-5AA03047C3D2}"/>
          </ac:spMkLst>
        </pc:spChg>
      </pc:sldChg>
      <pc:sldChg chg="modSp">
        <pc:chgData name="Cynthia George" userId="8e4ca16d49ed6304" providerId="Windows Live" clId="Web-{773D3727-DBA2-449C-8AB2-835A881570B4}" dt="2024-07-12T04:14:43.167" v="389" actId="20577"/>
        <pc:sldMkLst>
          <pc:docMk/>
          <pc:sldMk cId="2238641508" sldId="1493"/>
        </pc:sldMkLst>
        <pc:spChg chg="mod">
          <ac:chgData name="Cynthia George" userId="8e4ca16d49ed6304" providerId="Windows Live" clId="Web-{773D3727-DBA2-449C-8AB2-835A881570B4}" dt="2024-07-12T04:14:43.167" v="389" actId="20577"/>
          <ac:spMkLst>
            <pc:docMk/>
            <pc:sldMk cId="2238641508" sldId="1493"/>
            <ac:spMk id="7" creationId="{094E9A69-B612-35E4-DEEF-5092DA0A0A97}"/>
          </ac:spMkLst>
        </pc:spChg>
      </pc:sldChg>
      <pc:sldChg chg="modSp">
        <pc:chgData name="Cynthia George" userId="8e4ca16d49ed6304" providerId="Windows Live" clId="Web-{773D3727-DBA2-449C-8AB2-835A881570B4}" dt="2024-07-12T03:51:38.639" v="304" actId="14100"/>
        <pc:sldMkLst>
          <pc:docMk/>
          <pc:sldMk cId="893852554" sldId="1494"/>
        </pc:sldMkLst>
        <pc:spChg chg="mod">
          <ac:chgData name="Cynthia George" userId="8e4ca16d49ed6304" providerId="Windows Live" clId="Web-{773D3727-DBA2-449C-8AB2-835A881570B4}" dt="2024-07-12T03:51:38.639" v="304" actId="14100"/>
          <ac:spMkLst>
            <pc:docMk/>
            <pc:sldMk cId="893852554" sldId="1494"/>
            <ac:spMk id="7" creationId="{094E9A69-B612-35E4-DEEF-5092DA0A0A97}"/>
          </ac:spMkLst>
        </pc:spChg>
      </pc:sldChg>
      <pc:sldChg chg="modSp">
        <pc:chgData name="Cynthia George" userId="8e4ca16d49ed6304" providerId="Windows Live" clId="Web-{773D3727-DBA2-449C-8AB2-835A881570B4}" dt="2024-07-12T03:52:21.780" v="325" actId="20577"/>
        <pc:sldMkLst>
          <pc:docMk/>
          <pc:sldMk cId="696037826" sldId="1495"/>
        </pc:sldMkLst>
        <pc:spChg chg="mod">
          <ac:chgData name="Cynthia George" userId="8e4ca16d49ed6304" providerId="Windows Live" clId="Web-{773D3727-DBA2-449C-8AB2-835A881570B4}" dt="2024-07-12T03:52:21.780" v="325" actId="20577"/>
          <ac:spMkLst>
            <pc:docMk/>
            <pc:sldMk cId="696037826" sldId="1495"/>
            <ac:spMk id="7" creationId="{094E9A69-B612-35E4-DEEF-5092DA0A0A97}"/>
          </ac:spMkLst>
        </pc:spChg>
      </pc:sldChg>
      <pc:sldChg chg="modSp">
        <pc:chgData name="Cynthia George" userId="8e4ca16d49ed6304" providerId="Windows Live" clId="Web-{773D3727-DBA2-449C-8AB2-835A881570B4}" dt="2024-07-12T04:06:09.459" v="366" actId="20577"/>
        <pc:sldMkLst>
          <pc:docMk/>
          <pc:sldMk cId="179006673" sldId="1496"/>
        </pc:sldMkLst>
        <pc:spChg chg="mod">
          <ac:chgData name="Cynthia George" userId="8e4ca16d49ed6304" providerId="Windows Live" clId="Web-{773D3727-DBA2-449C-8AB2-835A881570B4}" dt="2024-07-12T04:06:09.459" v="366" actId="20577"/>
          <ac:spMkLst>
            <pc:docMk/>
            <pc:sldMk cId="179006673" sldId="1496"/>
            <ac:spMk id="5" creationId="{F23B1A82-CA2E-08BD-1D0D-5AA03047C3D2}"/>
          </ac:spMkLst>
        </pc:spChg>
      </pc:sldChg>
      <pc:sldChg chg="del">
        <pc:chgData name="Cynthia George" userId="8e4ca16d49ed6304" providerId="Windows Live" clId="Web-{773D3727-DBA2-449C-8AB2-835A881570B4}" dt="2024-07-12T04:06:16.085" v="367"/>
        <pc:sldMkLst>
          <pc:docMk/>
          <pc:sldMk cId="808883760" sldId="1497"/>
        </pc:sldMkLst>
      </pc:sldChg>
      <pc:sldChg chg="del">
        <pc:chgData name="Cynthia George" userId="8e4ca16d49ed6304" providerId="Windows Live" clId="Web-{773D3727-DBA2-449C-8AB2-835A881570B4}" dt="2024-07-12T04:06:20.553" v="368"/>
        <pc:sldMkLst>
          <pc:docMk/>
          <pc:sldMk cId="1941857689" sldId="1498"/>
        </pc:sldMkLst>
      </pc:sldChg>
      <pc:sldChg chg="modSp">
        <pc:chgData name="Cynthia George" userId="8e4ca16d49ed6304" providerId="Windows Live" clId="Web-{773D3727-DBA2-449C-8AB2-835A881570B4}" dt="2024-07-12T04:06:54.882" v="372" actId="20577"/>
        <pc:sldMkLst>
          <pc:docMk/>
          <pc:sldMk cId="705768439" sldId="1499"/>
        </pc:sldMkLst>
        <pc:spChg chg="mod">
          <ac:chgData name="Cynthia George" userId="8e4ca16d49ed6304" providerId="Windows Live" clId="Web-{773D3727-DBA2-449C-8AB2-835A881570B4}" dt="2024-07-12T04:06:54.882" v="372" actId="20577"/>
          <ac:spMkLst>
            <pc:docMk/>
            <pc:sldMk cId="705768439" sldId="1499"/>
            <ac:spMk id="5" creationId="{F23B1A82-CA2E-08BD-1D0D-5AA03047C3D2}"/>
          </ac:spMkLst>
        </pc:spChg>
      </pc:sldChg>
      <pc:sldChg chg="addSp modSp del">
        <pc:chgData name="Cynthia George" userId="8e4ca16d49ed6304" providerId="Windows Live" clId="Web-{773D3727-DBA2-449C-8AB2-835A881570B4}" dt="2024-07-12T03:45:11.166" v="280"/>
        <pc:sldMkLst>
          <pc:docMk/>
          <pc:sldMk cId="3709960097" sldId="1500"/>
        </pc:sldMkLst>
        <pc:spChg chg="mod">
          <ac:chgData name="Cynthia George" userId="8e4ca16d49ed6304" providerId="Windows Live" clId="Web-{773D3727-DBA2-449C-8AB2-835A881570B4}" dt="2024-07-12T03:18:15.838" v="88" actId="20577"/>
          <ac:spMkLst>
            <pc:docMk/>
            <pc:sldMk cId="3709960097" sldId="1500"/>
            <ac:spMk id="5" creationId="{089B1927-DD5B-EE66-1640-FBE3EE92B17A}"/>
          </ac:spMkLst>
        </pc:spChg>
        <pc:spChg chg="add mod">
          <ac:chgData name="Cynthia George" userId="8e4ca16d49ed6304" providerId="Windows Live" clId="Web-{773D3727-DBA2-449C-8AB2-835A881570B4}" dt="2024-07-12T03:18:08.979" v="87" actId="20577"/>
          <ac:spMkLst>
            <pc:docMk/>
            <pc:sldMk cId="3709960097" sldId="1500"/>
            <ac:spMk id="6" creationId="{5999A30B-3F73-7F8B-6C95-6A04EF0A68EA}"/>
          </ac:spMkLst>
        </pc:spChg>
      </pc:sldChg>
      <pc:sldChg chg="modSp add del">
        <pc:chgData name="Cynthia George" userId="8e4ca16d49ed6304" providerId="Windows Live" clId="Web-{773D3727-DBA2-449C-8AB2-835A881570B4}" dt="2024-07-12T03:43:22.931" v="279"/>
        <pc:sldMkLst>
          <pc:docMk/>
          <pc:sldMk cId="1111183194" sldId="1524"/>
        </pc:sldMkLst>
        <pc:spChg chg="mod">
          <ac:chgData name="Cynthia George" userId="8e4ca16d49ed6304" providerId="Windows Live" clId="Web-{773D3727-DBA2-449C-8AB2-835A881570B4}" dt="2024-07-12T03:32:42.190" v="175" actId="20577"/>
          <ac:spMkLst>
            <pc:docMk/>
            <pc:sldMk cId="1111183194" sldId="1524"/>
            <ac:spMk id="2" creationId="{00000000-0000-0000-0000-000000000000}"/>
          </ac:spMkLst>
        </pc:spChg>
        <pc:spChg chg="mod">
          <ac:chgData name="Cynthia George" userId="8e4ca16d49ed6304" providerId="Windows Live" clId="Web-{773D3727-DBA2-449C-8AB2-835A881570B4}" dt="2024-07-12T03:39:31.038" v="258" actId="20577"/>
          <ac:spMkLst>
            <pc:docMk/>
            <pc:sldMk cId="1111183194" sldId="1524"/>
            <ac:spMk id="5" creationId="{D15CBCA4-8279-49A0-BDA5-8F1C3F65A437}"/>
          </ac:spMkLst>
        </pc:spChg>
        <pc:spChg chg="mod">
          <ac:chgData name="Cynthia George" userId="8e4ca16d49ed6304" providerId="Windows Live" clId="Web-{773D3727-DBA2-449C-8AB2-835A881570B4}" dt="2024-07-12T03:36:43.708" v="219" actId="20577"/>
          <ac:spMkLst>
            <pc:docMk/>
            <pc:sldMk cId="1111183194" sldId="1524"/>
            <ac:spMk id="6" creationId="{00B7E6C3-DC3B-BC8E-EE75-86995C7F8ADF}"/>
          </ac:spMkLst>
        </pc:spChg>
      </pc:sldChg>
      <pc:sldChg chg="modSp add del">
        <pc:chgData name="Cynthia George" userId="8e4ca16d49ed6304" providerId="Windows Live" clId="Web-{773D3727-DBA2-449C-8AB2-835A881570B4}" dt="2024-07-12T03:43:22.915" v="274"/>
        <pc:sldMkLst>
          <pc:docMk/>
          <pc:sldMk cId="1901116645" sldId="1525"/>
        </pc:sldMkLst>
        <pc:spChg chg="mod">
          <ac:chgData name="Cynthia George" userId="8e4ca16d49ed6304" providerId="Windows Live" clId="Web-{773D3727-DBA2-449C-8AB2-835A881570B4}" dt="2024-07-12T03:03:18.439" v="22" actId="20577"/>
          <ac:spMkLst>
            <pc:docMk/>
            <pc:sldMk cId="1901116645" sldId="1525"/>
            <ac:spMk id="2" creationId="{00000000-0000-0000-0000-000000000000}"/>
          </ac:spMkLst>
        </pc:spChg>
        <pc:spChg chg="mod">
          <ac:chgData name="Cynthia George" userId="8e4ca16d49ed6304" providerId="Windows Live" clId="Web-{773D3727-DBA2-449C-8AB2-835A881570B4}" dt="2024-07-12T03:02:30.094" v="19" actId="20577"/>
          <ac:spMkLst>
            <pc:docMk/>
            <pc:sldMk cId="1901116645" sldId="1525"/>
            <ac:spMk id="5" creationId="{D15CBCA4-8279-49A0-BDA5-8F1C3F65A437}"/>
          </ac:spMkLst>
        </pc:spChg>
      </pc:sldChg>
      <pc:sldChg chg="modSp add del">
        <pc:chgData name="Cynthia George" userId="8e4ca16d49ed6304" providerId="Windows Live" clId="Web-{773D3727-DBA2-449C-8AB2-835A881570B4}" dt="2024-07-12T03:43:22.915" v="273"/>
        <pc:sldMkLst>
          <pc:docMk/>
          <pc:sldMk cId="1055887526" sldId="1526"/>
        </pc:sldMkLst>
        <pc:spChg chg="mod">
          <ac:chgData name="Cynthia George" userId="8e4ca16d49ed6304" providerId="Windows Live" clId="Web-{773D3727-DBA2-449C-8AB2-835A881570B4}" dt="2024-07-12T03:03:42.064" v="24" actId="20577"/>
          <ac:spMkLst>
            <pc:docMk/>
            <pc:sldMk cId="1055887526" sldId="1526"/>
            <ac:spMk id="2" creationId="{00000000-0000-0000-0000-000000000000}"/>
          </ac:spMkLst>
        </pc:spChg>
        <pc:spChg chg="mod">
          <ac:chgData name="Cynthia George" userId="8e4ca16d49ed6304" providerId="Windows Live" clId="Web-{773D3727-DBA2-449C-8AB2-835A881570B4}" dt="2024-07-12T03:03:12.407" v="21" actId="20577"/>
          <ac:spMkLst>
            <pc:docMk/>
            <pc:sldMk cId="1055887526" sldId="1526"/>
            <ac:spMk id="5" creationId="{D15CBCA4-8279-49A0-BDA5-8F1C3F65A437}"/>
          </ac:spMkLst>
        </pc:spChg>
        <pc:spChg chg="mod">
          <ac:chgData name="Cynthia George" userId="8e4ca16d49ed6304" providerId="Windows Live" clId="Web-{773D3727-DBA2-449C-8AB2-835A881570B4}" dt="2024-07-12T03:00:31.140" v="5" actId="20577"/>
          <ac:spMkLst>
            <pc:docMk/>
            <pc:sldMk cId="1055887526" sldId="1526"/>
            <ac:spMk id="6" creationId="{00B7E6C3-DC3B-BC8E-EE75-86995C7F8ADF}"/>
          </ac:spMkLst>
        </pc:spChg>
      </pc:sldChg>
      <pc:sldChg chg="modSp add replId">
        <pc:chgData name="Cynthia George" userId="8e4ca16d49ed6304" providerId="Windows Live" clId="Web-{773D3727-DBA2-449C-8AB2-835A881570B4}" dt="2024-07-12T03:47:36.762" v="292" actId="20577"/>
        <pc:sldMkLst>
          <pc:docMk/>
          <pc:sldMk cId="3896643126" sldId="1527"/>
        </pc:sldMkLst>
        <pc:spChg chg="mod">
          <ac:chgData name="Cynthia George" userId="8e4ca16d49ed6304" providerId="Windows Live" clId="Web-{773D3727-DBA2-449C-8AB2-835A881570B4}" dt="2024-07-12T03:47:05.246" v="284" actId="20577"/>
          <ac:spMkLst>
            <pc:docMk/>
            <pc:sldMk cId="3896643126" sldId="1527"/>
            <ac:spMk id="5" creationId="{089B1927-DD5B-EE66-1640-FBE3EE92B17A}"/>
          </ac:spMkLst>
        </pc:spChg>
        <pc:spChg chg="mod">
          <ac:chgData name="Cynthia George" userId="8e4ca16d49ed6304" providerId="Windows Live" clId="Web-{773D3727-DBA2-449C-8AB2-835A881570B4}" dt="2024-07-12T03:47:36.762" v="292" actId="20577"/>
          <ac:spMkLst>
            <pc:docMk/>
            <pc:sldMk cId="3896643126" sldId="1527"/>
            <ac:spMk id="6" creationId="{5999A30B-3F73-7F8B-6C95-6A04EF0A68EA}"/>
          </ac:spMkLst>
        </pc:spChg>
      </pc:sldChg>
      <pc:sldChg chg="modSp add replId">
        <pc:chgData name="Cynthia George" userId="8e4ca16d49ed6304" providerId="Windows Live" clId="Web-{773D3727-DBA2-449C-8AB2-835A881570B4}" dt="2024-07-12T03:47:15.293" v="288" actId="20577"/>
        <pc:sldMkLst>
          <pc:docMk/>
          <pc:sldMk cId="2502799414" sldId="1528"/>
        </pc:sldMkLst>
        <pc:spChg chg="mod">
          <ac:chgData name="Cynthia George" userId="8e4ca16d49ed6304" providerId="Windows Live" clId="Web-{773D3727-DBA2-449C-8AB2-835A881570B4}" dt="2024-07-12T03:47:15.293" v="288" actId="20577"/>
          <ac:spMkLst>
            <pc:docMk/>
            <pc:sldMk cId="2502799414" sldId="1528"/>
            <ac:spMk id="5" creationId="{089B1927-DD5B-EE66-1640-FBE3EE92B17A}"/>
          </ac:spMkLst>
        </pc:spChg>
        <pc:spChg chg="mod">
          <ac:chgData name="Cynthia George" userId="8e4ca16d49ed6304" providerId="Windows Live" clId="Web-{773D3727-DBA2-449C-8AB2-835A881570B4}" dt="2024-07-12T03:18:39.807" v="95" actId="20577"/>
          <ac:spMkLst>
            <pc:docMk/>
            <pc:sldMk cId="2502799414" sldId="1528"/>
            <ac:spMk id="6" creationId="{5999A30B-3F73-7F8B-6C95-6A04EF0A68EA}"/>
          </ac:spMkLst>
        </pc:spChg>
      </pc:sldChg>
      <pc:sldChg chg="modSp add del replId">
        <pc:chgData name="Cynthia George" userId="8e4ca16d49ed6304" providerId="Windows Live" clId="Web-{773D3727-DBA2-449C-8AB2-835A881570B4}" dt="2024-07-12T03:43:22.915" v="272"/>
        <pc:sldMkLst>
          <pc:docMk/>
          <pc:sldMk cId="552652786" sldId="1529"/>
        </pc:sldMkLst>
        <pc:spChg chg="mod">
          <ac:chgData name="Cynthia George" userId="8e4ca16d49ed6304" providerId="Windows Live" clId="Web-{773D3727-DBA2-449C-8AB2-835A881570B4}" dt="2024-07-12T03:19:55.073" v="112" actId="20577"/>
          <ac:spMkLst>
            <pc:docMk/>
            <pc:sldMk cId="552652786" sldId="1529"/>
            <ac:spMk id="2" creationId="{00000000-0000-0000-0000-000000000000}"/>
          </ac:spMkLst>
        </pc:spChg>
        <pc:spChg chg="mod">
          <ac:chgData name="Cynthia George" userId="8e4ca16d49ed6304" providerId="Windows Live" clId="Web-{773D3727-DBA2-449C-8AB2-835A881570B4}" dt="2024-07-12T03:21:35.371" v="139" actId="20577"/>
          <ac:spMkLst>
            <pc:docMk/>
            <pc:sldMk cId="552652786" sldId="1529"/>
            <ac:spMk id="5" creationId="{D15CBCA4-8279-49A0-BDA5-8F1C3F65A437}"/>
          </ac:spMkLst>
        </pc:spChg>
        <pc:spChg chg="mod">
          <ac:chgData name="Cynthia George" userId="8e4ca16d49ed6304" providerId="Windows Live" clId="Web-{773D3727-DBA2-449C-8AB2-835A881570B4}" dt="2024-07-12T03:20:59.371" v="135" actId="20577"/>
          <ac:spMkLst>
            <pc:docMk/>
            <pc:sldMk cId="552652786" sldId="1529"/>
            <ac:spMk id="6" creationId="{00B7E6C3-DC3B-BC8E-EE75-86995C7F8ADF}"/>
          </ac:spMkLst>
        </pc:spChg>
      </pc:sldChg>
      <pc:sldChg chg="add del">
        <pc:chgData name="Cynthia George" userId="8e4ca16d49ed6304" providerId="Windows Live" clId="Web-{773D3727-DBA2-449C-8AB2-835A881570B4}" dt="2024-07-12T03:57:15.267" v="330"/>
        <pc:sldMkLst>
          <pc:docMk/>
          <pc:sldMk cId="1195491118" sldId="1529"/>
        </pc:sldMkLst>
      </pc:sldChg>
      <pc:sldChg chg="modSp add del replId">
        <pc:chgData name="Cynthia George" userId="8e4ca16d49ed6304" providerId="Windows Live" clId="Web-{773D3727-DBA2-449C-8AB2-835A881570B4}" dt="2024-07-12T03:43:22.915" v="271"/>
        <pc:sldMkLst>
          <pc:docMk/>
          <pc:sldMk cId="30824550" sldId="1530"/>
        </pc:sldMkLst>
        <pc:spChg chg="mod">
          <ac:chgData name="Cynthia George" userId="8e4ca16d49ed6304" providerId="Windows Live" clId="Web-{773D3727-DBA2-449C-8AB2-835A881570B4}" dt="2024-07-12T03:22:18.715" v="149" actId="20577"/>
          <ac:spMkLst>
            <pc:docMk/>
            <pc:sldMk cId="30824550" sldId="1530"/>
            <ac:spMk id="5" creationId="{D15CBCA4-8279-49A0-BDA5-8F1C3F65A437}"/>
          </ac:spMkLst>
        </pc:spChg>
        <pc:spChg chg="mod">
          <ac:chgData name="Cynthia George" userId="8e4ca16d49ed6304" providerId="Windows Live" clId="Web-{773D3727-DBA2-449C-8AB2-835A881570B4}" dt="2024-07-12T03:21:49.481" v="144" actId="20577"/>
          <ac:spMkLst>
            <pc:docMk/>
            <pc:sldMk cId="30824550" sldId="1530"/>
            <ac:spMk id="6" creationId="{00B7E6C3-DC3B-BC8E-EE75-86995C7F8ADF}"/>
          </ac:spMkLst>
        </pc:spChg>
      </pc:sldChg>
      <pc:sldChg chg="modSp add">
        <pc:chgData name="Cynthia George" userId="8e4ca16d49ed6304" providerId="Windows Live" clId="Web-{773D3727-DBA2-449C-8AB2-835A881570B4}" dt="2024-07-12T04:03:05.802" v="362" actId="20577"/>
        <pc:sldMkLst>
          <pc:docMk/>
          <pc:sldMk cId="454476751" sldId="1530"/>
        </pc:sldMkLst>
        <pc:spChg chg="mod">
          <ac:chgData name="Cynthia George" userId="8e4ca16d49ed6304" providerId="Windows Live" clId="Web-{773D3727-DBA2-449C-8AB2-835A881570B4}" dt="2024-07-12T04:01:30.847" v="350" actId="20577"/>
          <ac:spMkLst>
            <pc:docMk/>
            <pc:sldMk cId="454476751" sldId="1530"/>
            <ac:spMk id="2" creationId="{00000000-0000-0000-0000-000000000000}"/>
          </ac:spMkLst>
        </pc:spChg>
        <pc:spChg chg="mod">
          <ac:chgData name="Cynthia George" userId="8e4ca16d49ed6304" providerId="Windows Live" clId="Web-{773D3727-DBA2-449C-8AB2-835A881570B4}" dt="2024-07-12T04:03:05.802" v="362" actId="20577"/>
          <ac:spMkLst>
            <pc:docMk/>
            <pc:sldMk cId="454476751" sldId="1530"/>
            <ac:spMk id="5" creationId="{089B1927-DD5B-EE66-1640-FBE3EE92B17A}"/>
          </ac:spMkLst>
        </pc:spChg>
      </pc:sldChg>
      <pc:sldChg chg="add del">
        <pc:chgData name="Cynthia George" userId="8e4ca16d49ed6304" providerId="Windows Live" clId="Web-{773D3727-DBA2-449C-8AB2-835A881570B4}" dt="2024-07-12T03:57:05.736" v="328"/>
        <pc:sldMkLst>
          <pc:docMk/>
          <pc:sldMk cId="2517789313" sldId="1530"/>
        </pc:sldMkLst>
      </pc:sldChg>
      <pc:sldChg chg="modSp add replId">
        <pc:chgData name="Cynthia George" userId="8e4ca16d49ed6304" providerId="Windows Live" clId="Web-{773D3727-DBA2-449C-8AB2-835A881570B4}" dt="2024-07-12T04:02:35.379" v="359" actId="20577"/>
        <pc:sldMkLst>
          <pc:docMk/>
          <pc:sldMk cId="3529866787" sldId="1531"/>
        </pc:sldMkLst>
        <pc:spChg chg="mod">
          <ac:chgData name="Cynthia George" userId="8e4ca16d49ed6304" providerId="Windows Live" clId="Web-{773D3727-DBA2-449C-8AB2-835A881570B4}" dt="2024-07-12T04:01:46.066" v="352" actId="20577"/>
          <ac:spMkLst>
            <pc:docMk/>
            <pc:sldMk cId="3529866787" sldId="1531"/>
            <ac:spMk id="2" creationId="{00000000-0000-0000-0000-000000000000}"/>
          </ac:spMkLst>
        </pc:spChg>
        <pc:spChg chg="mod">
          <ac:chgData name="Cynthia George" userId="8e4ca16d49ed6304" providerId="Windows Live" clId="Web-{773D3727-DBA2-449C-8AB2-835A881570B4}" dt="2024-07-12T04:02:35.379" v="359" actId="20577"/>
          <ac:spMkLst>
            <pc:docMk/>
            <pc:sldMk cId="3529866787" sldId="1531"/>
            <ac:spMk id="5" creationId="{089B1927-DD5B-EE66-1640-FBE3EE92B17A}"/>
          </ac:spMkLst>
        </pc:spChg>
        <pc:spChg chg="mod">
          <ac:chgData name="Cynthia George" userId="8e4ca16d49ed6304" providerId="Windows Live" clId="Web-{773D3727-DBA2-449C-8AB2-835A881570B4}" dt="2024-07-12T04:01:08.285" v="346" actId="20577"/>
          <ac:spMkLst>
            <pc:docMk/>
            <pc:sldMk cId="3529866787" sldId="1531"/>
            <ac:spMk id="6" creationId="{CA0575D6-2132-A304-BD4D-E123FFDE7A28}"/>
          </ac:spMkLst>
        </pc:spChg>
      </pc:sldChg>
      <pc:sldChg chg="modSp add del ord replId">
        <pc:chgData name="Cynthia George" userId="8e4ca16d49ed6304" providerId="Windows Live" clId="Web-{773D3727-DBA2-449C-8AB2-835A881570B4}" dt="2024-07-12T03:43:22.899" v="268"/>
        <pc:sldMkLst>
          <pc:docMk/>
          <pc:sldMk cId="3835030401" sldId="1531"/>
        </pc:sldMkLst>
        <pc:spChg chg="mod">
          <ac:chgData name="Cynthia George" userId="8e4ca16d49ed6304" providerId="Windows Live" clId="Web-{773D3727-DBA2-449C-8AB2-835A881570B4}" dt="2024-07-12T03:24:26.998" v="169" actId="20577"/>
          <ac:spMkLst>
            <pc:docMk/>
            <pc:sldMk cId="3835030401" sldId="1531"/>
            <ac:spMk id="5" creationId="{D15CBCA4-8279-49A0-BDA5-8F1C3F65A437}"/>
          </ac:spMkLst>
        </pc:spChg>
        <pc:spChg chg="mod">
          <ac:chgData name="Cynthia George" userId="8e4ca16d49ed6304" providerId="Windows Live" clId="Web-{773D3727-DBA2-449C-8AB2-835A881570B4}" dt="2024-07-12T03:24:18.482" v="168" actId="20577"/>
          <ac:spMkLst>
            <pc:docMk/>
            <pc:sldMk cId="3835030401" sldId="1531"/>
            <ac:spMk id="6" creationId="{00B7E6C3-DC3B-BC8E-EE75-86995C7F8ADF}"/>
          </ac:spMkLst>
        </pc:spChg>
      </pc:sldChg>
      <pc:sldChg chg="modSp add del ord replId">
        <pc:chgData name="Cynthia George" userId="8e4ca16d49ed6304" providerId="Windows Live" clId="Web-{773D3727-DBA2-449C-8AB2-835A881570B4}" dt="2024-07-12T03:43:22.915" v="270"/>
        <pc:sldMkLst>
          <pc:docMk/>
          <pc:sldMk cId="757288946" sldId="1532"/>
        </pc:sldMkLst>
        <pc:spChg chg="mod">
          <ac:chgData name="Cynthia George" userId="8e4ca16d49ed6304" providerId="Windows Live" clId="Web-{773D3727-DBA2-449C-8AB2-835A881570B4}" dt="2024-07-12T03:23:01.856" v="160" actId="20577"/>
          <ac:spMkLst>
            <pc:docMk/>
            <pc:sldMk cId="757288946" sldId="1532"/>
            <ac:spMk id="5" creationId="{D15CBCA4-8279-49A0-BDA5-8F1C3F65A437}"/>
          </ac:spMkLst>
        </pc:spChg>
        <pc:spChg chg="mod">
          <ac:chgData name="Cynthia George" userId="8e4ca16d49ed6304" providerId="Windows Live" clId="Web-{773D3727-DBA2-449C-8AB2-835A881570B4}" dt="2024-07-12T03:22:58.450" v="158" actId="20577"/>
          <ac:spMkLst>
            <pc:docMk/>
            <pc:sldMk cId="757288946" sldId="1532"/>
            <ac:spMk id="6" creationId="{00B7E6C3-DC3B-BC8E-EE75-86995C7F8ADF}"/>
          </ac:spMkLst>
        </pc:spChg>
      </pc:sldChg>
      <pc:sldChg chg="modSp add ord replId">
        <pc:chgData name="Cynthia George" userId="8e4ca16d49ed6304" providerId="Windows Live" clId="Web-{773D3727-DBA2-449C-8AB2-835A881570B4}" dt="2024-07-12T04:12:17.213" v="387" actId="20577"/>
        <pc:sldMkLst>
          <pc:docMk/>
          <pc:sldMk cId="3630504511" sldId="1532"/>
        </pc:sldMkLst>
        <pc:spChg chg="mod">
          <ac:chgData name="Cynthia George" userId="8e4ca16d49ed6304" providerId="Windows Live" clId="Web-{773D3727-DBA2-449C-8AB2-835A881570B4}" dt="2024-07-12T04:12:17.213" v="387" actId="20577"/>
          <ac:spMkLst>
            <pc:docMk/>
            <pc:sldMk cId="3630504511" sldId="1532"/>
            <ac:spMk id="3" creationId="{452E3445-7428-97CE-263A-521C050900BE}"/>
          </ac:spMkLst>
        </pc:spChg>
      </pc:sldChg>
      <pc:sldChg chg="modSp add del replId">
        <pc:chgData name="Cynthia George" userId="8e4ca16d49ed6304" providerId="Windows Live" clId="Web-{773D3727-DBA2-449C-8AB2-835A881570B4}" dt="2024-07-12T03:43:22.899" v="269"/>
        <pc:sldMkLst>
          <pc:docMk/>
          <pc:sldMk cId="3447543242" sldId="1533"/>
        </pc:sldMkLst>
        <pc:spChg chg="mod">
          <ac:chgData name="Cynthia George" userId="8e4ca16d49ed6304" providerId="Windows Live" clId="Web-{773D3727-DBA2-449C-8AB2-835A881570B4}" dt="2024-07-12T03:23:52.310" v="165" actId="20577"/>
          <ac:spMkLst>
            <pc:docMk/>
            <pc:sldMk cId="3447543242" sldId="1533"/>
            <ac:spMk id="5" creationId="{D15CBCA4-8279-49A0-BDA5-8F1C3F65A437}"/>
          </ac:spMkLst>
        </pc:spChg>
      </pc:sldChg>
      <pc:sldChg chg="modSp add del replId">
        <pc:chgData name="Cynthia George" userId="8e4ca16d49ed6304" providerId="Windows Live" clId="Web-{773D3727-DBA2-449C-8AB2-835A881570B4}" dt="2024-07-12T03:43:22.899" v="267"/>
        <pc:sldMkLst>
          <pc:docMk/>
          <pc:sldMk cId="2178921716" sldId="1534"/>
        </pc:sldMkLst>
        <pc:spChg chg="mod">
          <ac:chgData name="Cynthia George" userId="8e4ca16d49ed6304" providerId="Windows Live" clId="Web-{773D3727-DBA2-449C-8AB2-835A881570B4}" dt="2024-07-12T03:24:36.467" v="170" actId="20577"/>
          <ac:spMkLst>
            <pc:docMk/>
            <pc:sldMk cId="2178921716" sldId="1534"/>
            <ac:spMk id="5" creationId="{D15CBCA4-8279-49A0-BDA5-8F1C3F65A437}"/>
          </ac:spMkLst>
        </pc:spChg>
      </pc:sldChg>
      <pc:sldChg chg="add del replId">
        <pc:chgData name="Cynthia George" userId="8e4ca16d49ed6304" providerId="Windows Live" clId="Web-{773D3727-DBA2-449C-8AB2-835A881570B4}" dt="2024-07-12T03:43:22.915" v="275"/>
        <pc:sldMkLst>
          <pc:docMk/>
          <pc:sldMk cId="2542045629" sldId="1535"/>
        </pc:sldMkLst>
      </pc:sldChg>
      <pc:sldChg chg="modSp add del replId">
        <pc:chgData name="Cynthia George" userId="8e4ca16d49ed6304" providerId="Windows Live" clId="Web-{773D3727-DBA2-449C-8AB2-835A881570B4}" dt="2024-07-12T03:43:22.915" v="278"/>
        <pc:sldMkLst>
          <pc:docMk/>
          <pc:sldMk cId="2564440738" sldId="1536"/>
        </pc:sldMkLst>
        <pc:spChg chg="mod">
          <ac:chgData name="Cynthia George" userId="8e4ca16d49ed6304" providerId="Windows Live" clId="Web-{773D3727-DBA2-449C-8AB2-835A881570B4}" dt="2024-07-12T03:39:39.538" v="260" actId="20577"/>
          <ac:spMkLst>
            <pc:docMk/>
            <pc:sldMk cId="2564440738" sldId="1536"/>
            <ac:spMk id="5" creationId="{D15CBCA4-8279-49A0-BDA5-8F1C3F65A437}"/>
          </ac:spMkLst>
        </pc:spChg>
        <pc:spChg chg="mod">
          <ac:chgData name="Cynthia George" userId="8e4ca16d49ed6304" providerId="Windows Live" clId="Web-{773D3727-DBA2-449C-8AB2-835A881570B4}" dt="2024-07-12T03:37:26.162" v="234" actId="20577"/>
          <ac:spMkLst>
            <pc:docMk/>
            <pc:sldMk cId="2564440738" sldId="1536"/>
            <ac:spMk id="6" creationId="{00B7E6C3-DC3B-BC8E-EE75-86995C7F8ADF}"/>
          </ac:spMkLst>
        </pc:spChg>
      </pc:sldChg>
      <pc:sldChg chg="modSp add del replId">
        <pc:chgData name="Cynthia George" userId="8e4ca16d49ed6304" providerId="Windows Live" clId="Web-{773D3727-DBA2-449C-8AB2-835A881570B4}" dt="2024-07-12T03:43:22.915" v="277"/>
        <pc:sldMkLst>
          <pc:docMk/>
          <pc:sldMk cId="3590480006" sldId="1537"/>
        </pc:sldMkLst>
        <pc:spChg chg="mod">
          <ac:chgData name="Cynthia George" userId="8e4ca16d49ed6304" providerId="Windows Live" clId="Web-{773D3727-DBA2-449C-8AB2-835A881570B4}" dt="2024-07-12T03:39:49.288" v="263" actId="20577"/>
          <ac:spMkLst>
            <pc:docMk/>
            <pc:sldMk cId="3590480006" sldId="1537"/>
            <ac:spMk id="5" creationId="{D15CBCA4-8279-49A0-BDA5-8F1C3F65A437}"/>
          </ac:spMkLst>
        </pc:spChg>
        <pc:spChg chg="mod">
          <ac:chgData name="Cynthia George" userId="8e4ca16d49ed6304" providerId="Windows Live" clId="Web-{773D3727-DBA2-449C-8AB2-835A881570B4}" dt="2024-07-12T03:38:39.178" v="247" actId="20577"/>
          <ac:spMkLst>
            <pc:docMk/>
            <pc:sldMk cId="3590480006" sldId="1537"/>
            <ac:spMk id="6" creationId="{00B7E6C3-DC3B-BC8E-EE75-86995C7F8ADF}"/>
          </ac:spMkLst>
        </pc:spChg>
      </pc:sldChg>
      <pc:sldChg chg="modSp add del replId">
        <pc:chgData name="Cynthia George" userId="8e4ca16d49ed6304" providerId="Windows Live" clId="Web-{773D3727-DBA2-449C-8AB2-835A881570B4}" dt="2024-07-12T03:43:22.915" v="276"/>
        <pc:sldMkLst>
          <pc:docMk/>
          <pc:sldMk cId="1326202028" sldId="1538"/>
        </pc:sldMkLst>
        <pc:spChg chg="mod">
          <ac:chgData name="Cynthia George" userId="8e4ca16d49ed6304" providerId="Windows Live" clId="Web-{773D3727-DBA2-449C-8AB2-835A881570B4}" dt="2024-07-12T03:40:45.117" v="266" actId="20577"/>
          <ac:spMkLst>
            <pc:docMk/>
            <pc:sldMk cId="1326202028" sldId="1538"/>
            <ac:spMk id="5" creationId="{D15CBCA4-8279-49A0-BDA5-8F1C3F65A437}"/>
          </ac:spMkLst>
        </pc:spChg>
        <pc:spChg chg="mod">
          <ac:chgData name="Cynthia George" userId="8e4ca16d49ed6304" providerId="Windows Live" clId="Web-{773D3727-DBA2-449C-8AB2-835A881570B4}" dt="2024-07-12T03:39:18.960" v="256" actId="20577"/>
          <ac:spMkLst>
            <pc:docMk/>
            <pc:sldMk cId="1326202028" sldId="1538"/>
            <ac:spMk id="6" creationId="{00B7E6C3-DC3B-BC8E-EE75-86995C7F8ADF}"/>
          </ac:spMkLst>
        </pc:spChg>
      </pc:sldChg>
      <pc:sldMasterChg chg="addSldLayout">
        <pc:chgData name="Cynthia George" userId="8e4ca16d49ed6304" providerId="Windows Live" clId="Web-{773D3727-DBA2-449C-8AB2-835A881570B4}" dt="2024-07-12T03:57:05.798" v="329"/>
        <pc:sldMasterMkLst>
          <pc:docMk/>
          <pc:sldMasterMk cId="589043077" sldId="2147483660"/>
        </pc:sldMasterMkLst>
        <pc:sldLayoutChg chg="add">
          <pc:chgData name="Cynthia George" userId="8e4ca16d49ed6304" providerId="Windows Live" clId="Web-{773D3727-DBA2-449C-8AB2-835A881570B4}" dt="2024-07-12T03:57:05.798" v="329"/>
          <pc:sldLayoutMkLst>
            <pc:docMk/>
            <pc:sldMasterMk cId="589043077" sldId="2147483660"/>
            <pc:sldLayoutMk cId="3118882473" sldId="2147483702"/>
          </pc:sldLayoutMkLst>
        </pc:sldLayoutChg>
      </pc:sldMasterChg>
    </pc:docChg>
  </pc:docChgLst>
  <pc:docChgLst>
    <pc:chgData name="Cynthia George" userId="8e4ca16d49ed6304" providerId="Windows Live" clId="Web-{9EF742DE-2A11-4C85-A04D-F00AC23609E0}"/>
    <pc:docChg chg="addSld delSld modSld modSection">
      <pc:chgData name="Cynthia George" userId="8e4ca16d49ed6304" providerId="Windows Live" clId="Web-{9EF742DE-2A11-4C85-A04D-F00AC23609E0}" dt="2024-07-11T11:00:55.323" v="35" actId="20577"/>
      <pc:docMkLst>
        <pc:docMk/>
      </pc:docMkLst>
      <pc:sldChg chg="modSp">
        <pc:chgData name="Cynthia George" userId="8e4ca16d49ed6304" providerId="Windows Live" clId="Web-{9EF742DE-2A11-4C85-A04D-F00AC23609E0}" dt="2024-07-11T10:59:33.962" v="32" actId="20577"/>
        <pc:sldMkLst>
          <pc:docMk/>
          <pc:sldMk cId="4226793708" sldId="1475"/>
        </pc:sldMkLst>
        <pc:spChg chg="mod">
          <ac:chgData name="Cynthia George" userId="8e4ca16d49ed6304" providerId="Windows Live" clId="Web-{9EF742DE-2A11-4C85-A04D-F00AC23609E0}" dt="2024-07-11T10:59:33.962" v="32" actId="20577"/>
          <ac:spMkLst>
            <pc:docMk/>
            <pc:sldMk cId="4226793708" sldId="1475"/>
            <ac:spMk id="3" creationId="{452E3445-7428-97CE-263A-521C050900BE}"/>
          </ac:spMkLst>
        </pc:spChg>
      </pc:sldChg>
      <pc:sldChg chg="modSp">
        <pc:chgData name="Cynthia George" userId="8e4ca16d49ed6304" providerId="Windows Live" clId="Web-{9EF742DE-2A11-4C85-A04D-F00AC23609E0}" dt="2024-07-11T10:59:28.102" v="30" actId="20577"/>
        <pc:sldMkLst>
          <pc:docMk/>
          <pc:sldMk cId="4269347578" sldId="1476"/>
        </pc:sldMkLst>
        <pc:spChg chg="mod">
          <ac:chgData name="Cynthia George" userId="8e4ca16d49ed6304" providerId="Windows Live" clId="Web-{9EF742DE-2A11-4C85-A04D-F00AC23609E0}" dt="2024-07-11T10:59:28.102" v="30" actId="20577"/>
          <ac:spMkLst>
            <pc:docMk/>
            <pc:sldMk cId="4269347578" sldId="1476"/>
            <ac:spMk id="2" creationId="{00000000-0000-0000-0000-000000000000}"/>
          </ac:spMkLst>
        </pc:spChg>
      </pc:sldChg>
      <pc:sldChg chg="del">
        <pc:chgData name="Cynthia George" userId="8e4ca16d49ed6304" providerId="Windows Live" clId="Web-{9EF742DE-2A11-4C85-A04D-F00AC23609E0}" dt="2024-07-11T10:52:02.308" v="5"/>
        <pc:sldMkLst>
          <pc:docMk/>
          <pc:sldMk cId="138552119" sldId="1478"/>
        </pc:sldMkLst>
      </pc:sldChg>
      <pc:sldChg chg="modSp">
        <pc:chgData name="Cynthia George" userId="8e4ca16d49ed6304" providerId="Windows Live" clId="Web-{9EF742DE-2A11-4C85-A04D-F00AC23609E0}" dt="2024-07-11T11:00:43.292" v="33" actId="20577"/>
        <pc:sldMkLst>
          <pc:docMk/>
          <pc:sldMk cId="2238641508" sldId="1493"/>
        </pc:sldMkLst>
        <pc:spChg chg="mod">
          <ac:chgData name="Cynthia George" userId="8e4ca16d49ed6304" providerId="Windows Live" clId="Web-{9EF742DE-2A11-4C85-A04D-F00AC23609E0}" dt="2024-07-11T11:00:43.292" v="33" actId="20577"/>
          <ac:spMkLst>
            <pc:docMk/>
            <pc:sldMk cId="2238641508" sldId="1493"/>
            <ac:spMk id="5" creationId="{F23B1A82-CA2E-08BD-1D0D-5AA03047C3D2}"/>
          </ac:spMkLst>
        </pc:spChg>
      </pc:sldChg>
      <pc:sldChg chg="modSp">
        <pc:chgData name="Cynthia George" userId="8e4ca16d49ed6304" providerId="Windows Live" clId="Web-{9EF742DE-2A11-4C85-A04D-F00AC23609E0}" dt="2024-07-11T11:00:48.979" v="34" actId="20577"/>
        <pc:sldMkLst>
          <pc:docMk/>
          <pc:sldMk cId="893852554" sldId="1494"/>
        </pc:sldMkLst>
        <pc:spChg chg="mod">
          <ac:chgData name="Cynthia George" userId="8e4ca16d49ed6304" providerId="Windows Live" clId="Web-{9EF742DE-2A11-4C85-A04D-F00AC23609E0}" dt="2024-07-11T11:00:48.979" v="34" actId="20577"/>
          <ac:spMkLst>
            <pc:docMk/>
            <pc:sldMk cId="893852554" sldId="1494"/>
            <ac:spMk id="5" creationId="{F23B1A82-CA2E-08BD-1D0D-5AA03047C3D2}"/>
          </ac:spMkLst>
        </pc:spChg>
      </pc:sldChg>
      <pc:sldChg chg="modSp">
        <pc:chgData name="Cynthia George" userId="8e4ca16d49ed6304" providerId="Windows Live" clId="Web-{9EF742DE-2A11-4C85-A04D-F00AC23609E0}" dt="2024-07-11T11:00:55.323" v="35" actId="20577"/>
        <pc:sldMkLst>
          <pc:docMk/>
          <pc:sldMk cId="696037826" sldId="1495"/>
        </pc:sldMkLst>
        <pc:spChg chg="mod">
          <ac:chgData name="Cynthia George" userId="8e4ca16d49ed6304" providerId="Windows Live" clId="Web-{9EF742DE-2A11-4C85-A04D-F00AC23609E0}" dt="2024-07-11T11:00:55.323" v="35" actId="20577"/>
          <ac:spMkLst>
            <pc:docMk/>
            <pc:sldMk cId="696037826" sldId="1495"/>
            <ac:spMk id="5" creationId="{F23B1A82-CA2E-08BD-1D0D-5AA03047C3D2}"/>
          </ac:spMkLst>
        </pc:spChg>
      </pc:sldChg>
      <pc:sldChg chg="modSp">
        <pc:chgData name="Cynthia George" userId="8e4ca16d49ed6304" providerId="Windows Live" clId="Web-{9EF742DE-2A11-4C85-A04D-F00AC23609E0}" dt="2024-07-11T10:59:24.946" v="29" actId="20577"/>
        <pc:sldMkLst>
          <pc:docMk/>
          <pc:sldMk cId="179006673" sldId="1496"/>
        </pc:sldMkLst>
        <pc:spChg chg="mod">
          <ac:chgData name="Cynthia George" userId="8e4ca16d49ed6304" providerId="Windows Live" clId="Web-{9EF742DE-2A11-4C85-A04D-F00AC23609E0}" dt="2024-07-11T10:59:24.946" v="29" actId="20577"/>
          <ac:spMkLst>
            <pc:docMk/>
            <pc:sldMk cId="179006673" sldId="1496"/>
            <ac:spMk id="2" creationId="{00000000-0000-0000-0000-000000000000}"/>
          </ac:spMkLst>
        </pc:spChg>
      </pc:sldChg>
      <pc:sldChg chg="modSp">
        <pc:chgData name="Cynthia George" userId="8e4ca16d49ed6304" providerId="Windows Live" clId="Web-{9EF742DE-2A11-4C85-A04D-F00AC23609E0}" dt="2024-07-11T10:59:24.852" v="28" actId="20577"/>
        <pc:sldMkLst>
          <pc:docMk/>
          <pc:sldMk cId="808883760" sldId="1497"/>
        </pc:sldMkLst>
        <pc:spChg chg="mod">
          <ac:chgData name="Cynthia George" userId="8e4ca16d49ed6304" providerId="Windows Live" clId="Web-{9EF742DE-2A11-4C85-A04D-F00AC23609E0}" dt="2024-07-11T10:59:24.852" v="28" actId="20577"/>
          <ac:spMkLst>
            <pc:docMk/>
            <pc:sldMk cId="808883760" sldId="1497"/>
            <ac:spMk id="2" creationId="{00000000-0000-0000-0000-000000000000}"/>
          </ac:spMkLst>
        </pc:spChg>
      </pc:sldChg>
      <pc:sldChg chg="modSp">
        <pc:chgData name="Cynthia George" userId="8e4ca16d49ed6304" providerId="Windows Live" clId="Web-{9EF742DE-2A11-4C85-A04D-F00AC23609E0}" dt="2024-07-11T10:59:04.351" v="26" actId="20577"/>
        <pc:sldMkLst>
          <pc:docMk/>
          <pc:sldMk cId="1941857689" sldId="1498"/>
        </pc:sldMkLst>
        <pc:spChg chg="mod">
          <ac:chgData name="Cynthia George" userId="8e4ca16d49ed6304" providerId="Windows Live" clId="Web-{9EF742DE-2A11-4C85-A04D-F00AC23609E0}" dt="2024-07-11T10:59:04.351" v="26" actId="20577"/>
          <ac:spMkLst>
            <pc:docMk/>
            <pc:sldMk cId="1941857689" sldId="1498"/>
            <ac:spMk id="2" creationId="{00000000-0000-0000-0000-000000000000}"/>
          </ac:spMkLst>
        </pc:spChg>
      </pc:sldChg>
      <pc:sldChg chg="modSp">
        <pc:chgData name="Cynthia George" userId="8e4ca16d49ed6304" providerId="Windows Live" clId="Web-{9EF742DE-2A11-4C85-A04D-F00AC23609E0}" dt="2024-07-11T10:59:12.070" v="27" actId="20577"/>
        <pc:sldMkLst>
          <pc:docMk/>
          <pc:sldMk cId="705768439" sldId="1499"/>
        </pc:sldMkLst>
        <pc:spChg chg="mod">
          <ac:chgData name="Cynthia George" userId="8e4ca16d49ed6304" providerId="Windows Live" clId="Web-{9EF742DE-2A11-4C85-A04D-F00AC23609E0}" dt="2024-07-11T10:59:12.070" v="27" actId="20577"/>
          <ac:spMkLst>
            <pc:docMk/>
            <pc:sldMk cId="705768439" sldId="1499"/>
            <ac:spMk id="2" creationId="{00000000-0000-0000-0000-000000000000}"/>
          </ac:spMkLst>
        </pc:spChg>
      </pc:sldChg>
      <pc:sldChg chg="addSp delSp modSp add">
        <pc:chgData name="Cynthia George" userId="8e4ca16d49ed6304" providerId="Windows Live" clId="Web-{9EF742DE-2A11-4C85-A04D-F00AC23609E0}" dt="2024-07-11T10:58:33.382" v="25"/>
        <pc:sldMkLst>
          <pc:docMk/>
          <pc:sldMk cId="2757642753" sldId="1501"/>
        </pc:sldMkLst>
        <pc:spChg chg="mod">
          <ac:chgData name="Cynthia George" userId="8e4ca16d49ed6304" providerId="Windows Live" clId="Web-{9EF742DE-2A11-4C85-A04D-F00AC23609E0}" dt="2024-07-11T10:52:11.746" v="6" actId="20577"/>
          <ac:spMkLst>
            <pc:docMk/>
            <pc:sldMk cId="2757642753" sldId="1501"/>
            <ac:spMk id="2" creationId="{613E4E32-63D2-14BD-050D-123A3B78BA70}"/>
          </ac:spMkLst>
        </pc:spChg>
        <pc:spChg chg="add del mod">
          <ac:chgData name="Cynthia George" userId="8e4ca16d49ed6304" providerId="Windows Live" clId="Web-{9EF742DE-2A11-4C85-A04D-F00AC23609E0}" dt="2024-07-11T10:58:33.382" v="25"/>
          <ac:spMkLst>
            <pc:docMk/>
            <pc:sldMk cId="2757642753" sldId="1501"/>
            <ac:spMk id="5" creationId="{200D061A-FD88-8E86-B617-62D1864431E4}"/>
          </ac:spMkLst>
        </pc:spChg>
      </pc:sldChg>
      <pc:sldChg chg="add">
        <pc:chgData name="Cynthia George" userId="8e4ca16d49ed6304" providerId="Windows Live" clId="Web-{9EF742DE-2A11-4C85-A04D-F00AC23609E0}" dt="2024-07-11T10:51:24.650" v="1"/>
        <pc:sldMkLst>
          <pc:docMk/>
          <pc:sldMk cId="2865799525" sldId="1502"/>
        </pc:sldMkLst>
      </pc:sldChg>
      <pc:sldChg chg="add">
        <pc:chgData name="Cynthia George" userId="8e4ca16d49ed6304" providerId="Windows Live" clId="Web-{9EF742DE-2A11-4C85-A04D-F00AC23609E0}" dt="2024-07-11T10:51:24.666" v="2"/>
        <pc:sldMkLst>
          <pc:docMk/>
          <pc:sldMk cId="3863917465" sldId="1503"/>
        </pc:sldMkLst>
      </pc:sldChg>
      <pc:sldChg chg="add">
        <pc:chgData name="Cynthia George" userId="8e4ca16d49ed6304" providerId="Windows Live" clId="Web-{9EF742DE-2A11-4C85-A04D-F00AC23609E0}" dt="2024-07-11T10:51:24.682" v="3"/>
        <pc:sldMkLst>
          <pc:docMk/>
          <pc:sldMk cId="1530903275" sldId="1504"/>
        </pc:sldMkLst>
      </pc:sldChg>
      <pc:sldChg chg="add">
        <pc:chgData name="Cynthia George" userId="8e4ca16d49ed6304" providerId="Windows Live" clId="Web-{9EF742DE-2A11-4C85-A04D-F00AC23609E0}" dt="2024-07-11T10:51:24.697" v="4"/>
        <pc:sldMkLst>
          <pc:docMk/>
          <pc:sldMk cId="3588893547" sldId="1505"/>
        </pc:sldMkLst>
      </pc:sldChg>
      <pc:sldChg chg="modSp add">
        <pc:chgData name="Cynthia George" userId="8e4ca16d49ed6304" providerId="Windows Live" clId="Web-{9EF742DE-2A11-4C85-A04D-F00AC23609E0}" dt="2024-07-11T10:54:59.297" v="9" actId="20577"/>
        <pc:sldMkLst>
          <pc:docMk/>
          <pc:sldMk cId="1373112679" sldId="1506"/>
        </pc:sldMkLst>
        <pc:spChg chg="mod">
          <ac:chgData name="Cynthia George" userId="8e4ca16d49ed6304" providerId="Windows Live" clId="Web-{9EF742DE-2A11-4C85-A04D-F00AC23609E0}" dt="2024-07-11T10:54:59.297" v="9" actId="20577"/>
          <ac:spMkLst>
            <pc:docMk/>
            <pc:sldMk cId="1373112679" sldId="1506"/>
            <ac:spMk id="2" creationId="{613E4E32-63D2-14BD-050D-123A3B78BA70}"/>
          </ac:spMkLst>
        </pc:spChg>
      </pc:sldChg>
      <pc:sldChg chg="modSp add">
        <pc:chgData name="Cynthia George" userId="8e4ca16d49ed6304" providerId="Windows Live" clId="Web-{9EF742DE-2A11-4C85-A04D-F00AC23609E0}" dt="2024-07-11T10:56:04.768" v="12" actId="20577"/>
        <pc:sldMkLst>
          <pc:docMk/>
          <pc:sldMk cId="3699316129" sldId="1507"/>
        </pc:sldMkLst>
        <pc:spChg chg="mod">
          <ac:chgData name="Cynthia George" userId="8e4ca16d49ed6304" providerId="Windows Live" clId="Web-{9EF742DE-2A11-4C85-A04D-F00AC23609E0}" dt="2024-07-11T10:56:04.768" v="12" actId="20577"/>
          <ac:spMkLst>
            <pc:docMk/>
            <pc:sldMk cId="3699316129" sldId="1507"/>
            <ac:spMk id="2" creationId="{613E4E32-63D2-14BD-050D-123A3B78BA70}"/>
          </ac:spMkLst>
        </pc:spChg>
      </pc:sldChg>
      <pc:sldChg chg="modSp add">
        <pc:chgData name="Cynthia George" userId="8e4ca16d49ed6304" providerId="Windows Live" clId="Web-{9EF742DE-2A11-4C85-A04D-F00AC23609E0}" dt="2024-07-11T10:56:35.425" v="16" actId="20577"/>
        <pc:sldMkLst>
          <pc:docMk/>
          <pc:sldMk cId="2800050414" sldId="1508"/>
        </pc:sldMkLst>
        <pc:spChg chg="mod">
          <ac:chgData name="Cynthia George" userId="8e4ca16d49ed6304" providerId="Windows Live" clId="Web-{9EF742DE-2A11-4C85-A04D-F00AC23609E0}" dt="2024-07-11T10:56:35.425" v="16" actId="20577"/>
          <ac:spMkLst>
            <pc:docMk/>
            <pc:sldMk cId="2800050414" sldId="1508"/>
            <ac:spMk id="2" creationId="{613E4E32-63D2-14BD-050D-123A3B78BA70}"/>
          </ac:spMkLst>
        </pc:spChg>
      </pc:sldChg>
      <pc:sldChg chg="modSp add">
        <pc:chgData name="Cynthia George" userId="8e4ca16d49ed6304" providerId="Windows Live" clId="Web-{9EF742DE-2A11-4C85-A04D-F00AC23609E0}" dt="2024-07-11T10:56:42.191" v="18" actId="20577"/>
        <pc:sldMkLst>
          <pc:docMk/>
          <pc:sldMk cId="3932239100" sldId="1509"/>
        </pc:sldMkLst>
        <pc:spChg chg="mod">
          <ac:chgData name="Cynthia George" userId="8e4ca16d49ed6304" providerId="Windows Live" clId="Web-{9EF742DE-2A11-4C85-A04D-F00AC23609E0}" dt="2024-07-11T10:56:42.191" v="18" actId="20577"/>
          <ac:spMkLst>
            <pc:docMk/>
            <pc:sldMk cId="3932239100" sldId="1509"/>
            <ac:spMk id="2" creationId="{613E4E32-63D2-14BD-050D-123A3B78BA7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13/07/2024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882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14 July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14 July 2024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14 July 2024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495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14 July 2024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4530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80C10-E480-D0A1-8690-B28A28F18A6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02" r:id="rId12"/>
    <p:sldLayoutId id="2147483672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51047-C620-3DCA-7DCD-BC7B6AF95C5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  <p:sldLayoutId id="2147483796" r:id="rId1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101EC-CEE3-4ED1-FE12-DA216C3795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93509-BC76-0A2B-CB69-0C365EE1585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616800-622E-215F-CAE8-15609D1185C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725A5-7ACC-389C-B7D1-A45DD3CB47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398403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i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Parish Day</a:t>
            </a: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 </a:t>
            </a:r>
            <a:b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prstClr val="black">
                      <a:alpha val="43000"/>
                    </a:prstClr>
                  </a:outerShdw>
                </a:effectLst>
                <a:latin typeface="Footlight MT Light"/>
                <a:cs typeface="IrisUPC"/>
              </a:rPr>
              <a:t>Holy Qurbana Service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THOOBASHALOM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320609" y="783102"/>
            <a:ext cx="8823391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തോബ്ശലോം ആബൂൻ സഹ്'യോ   </a:t>
            </a:r>
            <a:endParaRPr lang="ml-IN" sz="26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SG" sz="2600" dirty="0">
                <a:solidFill>
                  <a:srgbClr val="C00000"/>
                </a:solidFill>
                <a:latin typeface="Segoe UI"/>
                <a:cs typeface="Segoe UI"/>
              </a:rPr>
              <a:t>Mar </a:t>
            </a:r>
            <a:r>
              <a:rPr lang="en-SG" sz="2600" dirty="0" err="1">
                <a:solidFill>
                  <a:srgbClr val="C00000"/>
                </a:solidFill>
                <a:latin typeface="Segoe UI"/>
                <a:cs typeface="Segoe UI"/>
              </a:rPr>
              <a:t>Ivanios</a:t>
            </a:r>
            <a:r>
              <a:rPr lang="en-SG" sz="2600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/>
              </a:rPr>
              <a:t>റോയോ ഗബ്'യോ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                                   </a:t>
            </a:r>
            <a:endParaRPr lang="ml-IN" sz="26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ഓനൊക്ക് ലാഹസോ സൊക്ക്സൊഹയോ         </a:t>
            </a:r>
            <a:endParaRPr lang="ml-IN" sz="26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വൽബുറ്കോസോക്ക് ഹിമ്സക്'യോ </a:t>
            </a:r>
            <a:endParaRPr lang="en-SG" sz="28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3"/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Bashlom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aboon za..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hayoo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3"/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Mar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Ivanios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..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gabayo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3"/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O..noklaa.h.so..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sok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zahayo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....</a:t>
            </a:r>
          </a:p>
          <a:p>
            <a:pPr lvl="3"/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Walburko…sok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..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himzakayo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....</a:t>
            </a:r>
          </a:p>
          <a:p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Welcome O, Noble Father Mar </a:t>
            </a:r>
            <a:r>
              <a:rPr lang="en-US" sz="2400" i="1" dirty="0" err="1">
                <a:solidFill>
                  <a:srgbClr val="800000"/>
                </a:solidFill>
                <a:latin typeface="Segoe UI"/>
                <a:cs typeface="Segoe UI"/>
              </a:rPr>
              <a:t>Ivanios</a:t>
            </a:r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, Chosen Shepherd </a:t>
            </a:r>
            <a:endParaRPr lang="en-SG" sz="2400" i="1" dirty="0">
              <a:solidFill>
                <a:srgbClr val="800000"/>
              </a:solidFill>
              <a:latin typeface="Segoe UI"/>
              <a:cs typeface="Segoe UI"/>
            </a:endParaRPr>
          </a:p>
          <a:p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Your flock awaits </a:t>
            </a:r>
            <a:r>
              <a:rPr lang="en-SG" sz="2400" i="1" dirty="0">
                <a:solidFill>
                  <a:srgbClr val="800000"/>
                </a:solidFill>
                <a:latin typeface="Segoe UI"/>
                <a:cs typeface="Segoe UI"/>
              </a:rPr>
              <a:t>your</a:t>
            </a:r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 greeting and longs for </a:t>
            </a:r>
            <a:r>
              <a:rPr lang="en-US" sz="2400" i="1">
                <a:solidFill>
                  <a:srgbClr val="800000"/>
                </a:solidFill>
                <a:latin typeface="Segoe UI"/>
                <a:cs typeface="Segoe UI"/>
              </a:rPr>
              <a:t>Your great</a:t>
            </a:r>
            <a:r>
              <a:rPr lang="en-SG" sz="2400" i="1">
                <a:solidFill>
                  <a:srgbClr val="800000"/>
                </a:solidFill>
                <a:latin typeface="Segoe UI"/>
                <a:cs typeface="Segoe UI"/>
              </a:rPr>
              <a:t> </a:t>
            </a:r>
            <a:r>
              <a:rPr lang="en-US" sz="2400" i="1">
                <a:solidFill>
                  <a:srgbClr val="800000"/>
                </a:solidFill>
                <a:latin typeface="Segoe UI"/>
                <a:cs typeface="Segoe UI"/>
              </a:rPr>
              <a:t>blessings</a:t>
            </a:r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.</a:t>
            </a:r>
            <a:endParaRPr lang="en-US" sz="24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sz="1400" dirty="0"/>
              <a:t>Procession </a:t>
            </a:r>
            <a:r>
              <a:rPr lang="en-US" sz="1400" dirty="0"/>
              <a:t>: 1 of 4</a:t>
            </a:r>
          </a:p>
        </p:txBody>
      </p:sp>
    </p:spTree>
    <p:extLst>
      <p:ext uri="{BB962C8B-B14F-4D97-AF65-F5344CB8AC3E}">
        <p14:creationId xmlns:p14="http://schemas.microsoft.com/office/powerpoint/2010/main" val="4065385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THOOBASHALOM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459623" y="829440"/>
            <a:ext cx="7915835" cy="37548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ലാലോ ഹോമൌദ്'യോ </a:t>
            </a:r>
            <a:endParaRPr lang="ml-IN" sz="26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ദഗ്ബൊക്ക് ലോറോയോ        </a:t>
            </a:r>
            <a:endParaRPr lang="ml-IN" sz="26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ബശ്മൊക്ക്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 </a:t>
            </a:r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ഹൗഫായോ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 </a:t>
            </a:r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ഫ്സ്സീ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 </a:t>
            </a:r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ഹൊവുഹൊദയോ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 </a:t>
            </a:r>
            <a:endParaRPr lang="ml-IN" sz="26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3"/>
            <a:r>
              <a:rPr lang="en-SG" sz="2800" dirty="0" err="1">
                <a:latin typeface="Segoe UI"/>
                <a:cs typeface="Segoe UI"/>
              </a:rPr>
              <a:t>La..Lo</a:t>
            </a:r>
            <a:r>
              <a:rPr lang="en-SG" sz="2800" dirty="0">
                <a:latin typeface="Segoe UI"/>
                <a:cs typeface="Segoe UI"/>
              </a:rPr>
              <a:t>....Ho..</a:t>
            </a:r>
            <a:r>
              <a:rPr lang="en-SG" sz="2800" dirty="0" err="1">
                <a:latin typeface="Segoe UI"/>
                <a:cs typeface="Segoe UI"/>
              </a:rPr>
              <a:t>Maudayo</a:t>
            </a:r>
            <a:r>
              <a:rPr lang="en-SG" sz="2800" dirty="0">
                <a:latin typeface="Segoe UI"/>
                <a:cs typeface="Segoe UI"/>
              </a:rPr>
              <a:t>..</a:t>
            </a:r>
          </a:p>
          <a:p>
            <a:pPr lvl="3"/>
            <a:r>
              <a:rPr lang="en-SG" sz="2800" dirty="0" err="1">
                <a:latin typeface="Segoe UI"/>
                <a:cs typeface="Segoe UI"/>
              </a:rPr>
              <a:t>dhagbokalo</a:t>
            </a:r>
            <a:r>
              <a:rPr lang="en-SG" sz="2800" dirty="0">
                <a:latin typeface="Segoe UI"/>
                <a:cs typeface="Segoe UI"/>
              </a:rPr>
              <a:t>..</a:t>
            </a:r>
            <a:r>
              <a:rPr lang="en-SG" sz="2800" dirty="0" err="1">
                <a:latin typeface="Segoe UI"/>
                <a:cs typeface="Segoe UI"/>
              </a:rPr>
              <a:t>royo</a:t>
            </a:r>
            <a:r>
              <a:rPr lang="en-SG" sz="2800" dirty="0">
                <a:latin typeface="Segoe UI"/>
                <a:cs typeface="Segoe UI"/>
              </a:rPr>
              <a:t>..</a:t>
            </a:r>
          </a:p>
          <a:p>
            <a:pPr lvl="3"/>
            <a:r>
              <a:rPr lang="en-SG" sz="2800" dirty="0" err="1">
                <a:latin typeface="Segoe UI"/>
                <a:cs typeface="Segoe UI"/>
              </a:rPr>
              <a:t>Bashmoka</a:t>
            </a:r>
            <a:r>
              <a:rPr lang="en-SG" sz="2800" dirty="0">
                <a:latin typeface="Segoe UI"/>
                <a:cs typeface="Segoe UI"/>
              </a:rPr>
              <a:t>..</a:t>
            </a:r>
            <a:r>
              <a:rPr lang="en-SG" sz="2800" dirty="0" err="1">
                <a:latin typeface="Segoe UI"/>
                <a:cs typeface="Segoe UI"/>
              </a:rPr>
              <a:t>havfayoo</a:t>
            </a:r>
            <a:r>
              <a:rPr lang="en-SG" sz="2800" dirty="0">
                <a:latin typeface="Segoe UI"/>
                <a:cs typeface="Segoe UI"/>
              </a:rPr>
              <a:t>..</a:t>
            </a:r>
          </a:p>
          <a:p>
            <a:pPr lvl="3"/>
            <a:r>
              <a:rPr lang="en-SG" sz="2800">
                <a:latin typeface="Segoe UI"/>
                <a:cs typeface="Segoe UI"/>
              </a:rPr>
              <a:t>f’.see…hovu </a:t>
            </a:r>
            <a:r>
              <a:rPr lang="en-SG" sz="2800" dirty="0" err="1">
                <a:latin typeface="Segoe UI"/>
                <a:cs typeface="Segoe UI"/>
              </a:rPr>
              <a:t>hodhyoo</a:t>
            </a:r>
            <a:r>
              <a:rPr lang="en-SG" sz="2800" dirty="0">
                <a:latin typeface="Segoe UI"/>
                <a:cs typeface="Segoe UI"/>
              </a:rPr>
              <a:t>..</a:t>
            </a:r>
            <a:endParaRPr lang="en-SG" sz="2400" dirty="0">
              <a:cs typeface="Calibri"/>
            </a:endParaRPr>
          </a:p>
          <a:p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We thank our God- Who appointed you</a:t>
            </a:r>
            <a:r>
              <a:rPr lang="en-US" sz="2400" i="1">
                <a:solidFill>
                  <a:srgbClr val="800000"/>
                </a:solidFill>
                <a:latin typeface="Segoe UI"/>
                <a:cs typeface="Segoe UI"/>
              </a:rPr>
              <a:t>, </a:t>
            </a:r>
            <a:endParaRPr lang="en-SG" sz="2400" i="1">
              <a:solidFill>
                <a:srgbClr val="800000"/>
              </a:solidFill>
              <a:latin typeface="Segoe UI"/>
              <a:cs typeface="Segoe UI"/>
            </a:endParaRPr>
          </a:p>
          <a:p>
            <a:r>
              <a:rPr lang="en-US" sz="2400" i="1">
                <a:solidFill>
                  <a:srgbClr val="800000"/>
                </a:solidFill>
                <a:latin typeface="Segoe UI"/>
                <a:cs typeface="Segoe UI"/>
              </a:rPr>
              <a:t>We </a:t>
            </a:r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rejoice in you- and are gladdened.</a:t>
            </a:r>
            <a:endParaRPr lang="en-US" sz="24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SG" sz="1400" dirty="0"/>
              <a:t>Procession: </a:t>
            </a:r>
            <a:r>
              <a:rPr lang="en-US" sz="1400" dirty="0"/>
              <a:t>2 of 4</a:t>
            </a:r>
          </a:p>
        </p:txBody>
      </p:sp>
    </p:spTree>
    <p:extLst>
      <p:ext uri="{BB962C8B-B14F-4D97-AF65-F5344CB8AC3E}">
        <p14:creationId xmlns:p14="http://schemas.microsoft.com/office/powerpoint/2010/main" val="1463617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THOOBASHALOM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8549118" cy="37240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മേക്കി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ൽ </a:t>
            </a:r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നെഖ്'യെബ്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 </a:t>
            </a:r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കൂലേ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 </a:t>
            </a:r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ഹൈലാ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ൻ                   </a:t>
            </a:r>
            <a:endParaRPr lang="ml-IN" sz="26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നീഹേ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 </a:t>
            </a:r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ആബൂ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ൻ </a:t>
            </a:r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മാ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ർ </a:t>
            </a:r>
            <a:r>
              <a:rPr lang="en-SG" sz="2600" dirty="0" err="1">
                <a:solidFill>
                  <a:srgbClr val="C00000"/>
                </a:solidFill>
                <a:latin typeface="Segoe UI"/>
                <a:cs typeface="Segoe UI"/>
              </a:rPr>
              <a:t>Ivanios</a:t>
            </a:r>
            <a:r>
              <a:rPr lang="en-SG" sz="2600" dirty="0">
                <a:solidFill>
                  <a:srgbClr val="C00000"/>
                </a:solidFill>
                <a:latin typeface="Segoe UI"/>
                <a:cs typeface="Segoe UI"/>
              </a:rPr>
              <a:t>                      </a:t>
            </a:r>
            <a:endParaRPr lang="en-SG" sz="26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നെസ്മാ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 </a:t>
            </a:r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ലേബേ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 </a:t>
            </a:r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സൂക്കോയാ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ൻ</a:t>
            </a:r>
            <a:r>
              <a:rPr lang="ml-IN" sz="28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 </a:t>
            </a:r>
            <a:endParaRPr lang="en-US" sz="2800" dirty="0">
              <a:solidFill>
                <a:srgbClr val="C00000"/>
              </a:solidFill>
              <a:latin typeface="Segoe UI" panose="020B0502040204020203" pitchFamily="34" charset="0"/>
              <a:cs typeface="Segoe UI"/>
            </a:endParaRPr>
          </a:p>
          <a:p>
            <a:pPr lvl="3"/>
            <a:r>
              <a:rPr lang="en-SG" sz="2800" dirty="0" err="1">
                <a:latin typeface="Segoe UI"/>
                <a:cs typeface="Segoe UI"/>
              </a:rPr>
              <a:t>Mekhil</a:t>
            </a:r>
            <a:r>
              <a:rPr lang="en-SG" sz="2800" dirty="0">
                <a:latin typeface="Segoe UI"/>
                <a:cs typeface="Segoe UI"/>
              </a:rPr>
              <a:t> nekh.</a:t>
            </a:r>
            <a:r>
              <a:rPr lang="en-SG" sz="2800" dirty="0" err="1">
                <a:latin typeface="Segoe UI"/>
                <a:cs typeface="Segoe UI"/>
              </a:rPr>
              <a:t>yab</a:t>
            </a:r>
            <a:r>
              <a:rPr lang="en-SG" sz="2800" dirty="0">
                <a:latin typeface="Segoe UI"/>
                <a:cs typeface="Segoe UI"/>
              </a:rPr>
              <a:t>..</a:t>
            </a:r>
            <a:r>
              <a:rPr lang="en-SG" sz="2800" dirty="0" err="1">
                <a:latin typeface="Segoe UI"/>
                <a:cs typeface="Segoe UI"/>
              </a:rPr>
              <a:t>kuulae</a:t>
            </a:r>
            <a:r>
              <a:rPr lang="en-SG" sz="2800" dirty="0">
                <a:latin typeface="Segoe UI"/>
                <a:cs typeface="Segoe UI"/>
              </a:rPr>
              <a:t>..</a:t>
            </a:r>
            <a:r>
              <a:rPr lang="en-SG" sz="2800" dirty="0" err="1">
                <a:latin typeface="Segoe UI"/>
                <a:cs typeface="Segoe UI"/>
              </a:rPr>
              <a:t>hailan</a:t>
            </a:r>
            <a:r>
              <a:rPr lang="en-SG" sz="2800" dirty="0">
                <a:latin typeface="Segoe UI"/>
                <a:cs typeface="Segoe UI"/>
              </a:rPr>
              <a:t>..</a:t>
            </a:r>
          </a:p>
          <a:p>
            <a:pPr lvl="3"/>
            <a:r>
              <a:rPr lang="en-SG" sz="2800" dirty="0" err="1">
                <a:latin typeface="Segoe UI"/>
                <a:cs typeface="Segoe UI"/>
              </a:rPr>
              <a:t>Neehae..aboon</a:t>
            </a:r>
            <a:r>
              <a:rPr lang="en-SG" sz="2800" dirty="0">
                <a:latin typeface="Segoe UI"/>
                <a:cs typeface="Segoe UI"/>
              </a:rPr>
              <a:t> Mar </a:t>
            </a:r>
            <a:r>
              <a:rPr lang="en-SG" sz="2800" dirty="0" err="1">
                <a:latin typeface="Segoe UI"/>
                <a:cs typeface="Segoe UI"/>
              </a:rPr>
              <a:t>Ivanios</a:t>
            </a:r>
            <a:endParaRPr lang="en-SG" sz="2800" dirty="0">
              <a:latin typeface="Segoe UI"/>
              <a:cs typeface="Segoe UI"/>
            </a:endParaRPr>
          </a:p>
          <a:p>
            <a:pPr lvl="3"/>
            <a:r>
              <a:rPr lang="en-SG" sz="2800" dirty="0" err="1">
                <a:latin typeface="Segoe UI"/>
                <a:cs typeface="Segoe UI"/>
              </a:rPr>
              <a:t>Neesmaa</a:t>
            </a:r>
            <a:r>
              <a:rPr lang="en-SG" sz="2800" dirty="0">
                <a:latin typeface="Segoe UI"/>
                <a:cs typeface="Segoe UI"/>
              </a:rPr>
              <a:t>..</a:t>
            </a:r>
            <a:r>
              <a:rPr lang="en-SG" sz="2800" dirty="0" err="1">
                <a:latin typeface="Segoe UI"/>
                <a:cs typeface="Segoe UI"/>
              </a:rPr>
              <a:t>laae</a:t>
            </a:r>
            <a:r>
              <a:rPr lang="en-SG" sz="2800" dirty="0">
                <a:latin typeface="Segoe UI"/>
                <a:cs typeface="Segoe UI"/>
              </a:rPr>
              <a:t>..baae..</a:t>
            </a:r>
            <a:r>
              <a:rPr lang="en-SG" sz="2800" dirty="0" err="1">
                <a:latin typeface="Segoe UI"/>
                <a:cs typeface="Segoe UI"/>
              </a:rPr>
              <a:t>sukhoyan</a:t>
            </a:r>
            <a:r>
              <a:rPr lang="en-SG" sz="2800" dirty="0">
                <a:latin typeface="Segoe UI"/>
                <a:cs typeface="Segoe UI"/>
              </a:rPr>
              <a:t>...</a:t>
            </a:r>
            <a:endParaRPr lang="en-US" sz="2800" dirty="0">
              <a:latin typeface="Segoe UI"/>
              <a:cs typeface="Segoe UI"/>
            </a:endParaRPr>
          </a:p>
          <a:p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With strength, let us all cry aloud: </a:t>
            </a:r>
            <a:endParaRPr lang="en-US" sz="2400" dirty="0">
              <a:latin typeface="Segoe UI"/>
              <a:cs typeface="Segoe UI"/>
            </a:endParaRPr>
          </a:p>
          <a:p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"Long l</a:t>
            </a:r>
            <a:r>
              <a:rPr lang="en-SG" sz="2400" i="1" dirty="0" err="1">
                <a:solidFill>
                  <a:srgbClr val="800000"/>
                </a:solidFill>
                <a:latin typeface="Segoe UI"/>
                <a:cs typeface="Segoe UI"/>
              </a:rPr>
              <a:t>ive</a:t>
            </a:r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 </a:t>
            </a:r>
            <a:r>
              <a:rPr lang="en-US" sz="2400" i="1" dirty="0" err="1">
                <a:solidFill>
                  <a:srgbClr val="800000"/>
                </a:solidFill>
                <a:latin typeface="Segoe UI"/>
                <a:cs typeface="Segoe UI"/>
              </a:rPr>
              <a:t>Aboon</a:t>
            </a:r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 Mar </a:t>
            </a:r>
            <a:r>
              <a:rPr lang="en-US" sz="2400" i="1" dirty="0" err="1">
                <a:solidFill>
                  <a:srgbClr val="800000"/>
                </a:solidFill>
                <a:latin typeface="Segoe UI"/>
                <a:cs typeface="Segoe UI"/>
              </a:rPr>
              <a:t>Ivanios</a:t>
            </a:r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," </a:t>
            </a:r>
            <a:endParaRPr lang="en-US" sz="2400" dirty="0">
              <a:latin typeface="Segoe UI"/>
              <a:cs typeface="Segoe UI"/>
            </a:endParaRPr>
          </a:p>
          <a:p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with joy we sing – and proclaim.</a:t>
            </a:r>
            <a:endParaRPr lang="en-US" sz="2400" dirty="0"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SG" sz="1400" dirty="0"/>
              <a:t>Procession </a:t>
            </a:r>
            <a:r>
              <a:rPr lang="en-US" sz="1400" dirty="0"/>
              <a:t>: </a:t>
            </a:r>
            <a:r>
              <a:rPr lang="en-SG" sz="1400" dirty="0"/>
              <a:t>3</a:t>
            </a:r>
            <a:r>
              <a:rPr lang="en-US" sz="1400" dirty="0"/>
              <a:t> of 4</a:t>
            </a:r>
          </a:p>
        </p:txBody>
      </p:sp>
    </p:spTree>
    <p:extLst>
      <p:ext uri="{BB962C8B-B14F-4D97-AF65-F5344CB8AC3E}">
        <p14:creationId xmlns:p14="http://schemas.microsoft.com/office/powerpoint/2010/main" val="3569592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THOOBASHALOM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8549118" cy="37240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മേക്കി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ൽ </a:t>
            </a:r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നെഖ്'യെബ്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 </a:t>
            </a:r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കൂലേ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 </a:t>
            </a:r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ഹൈലാ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ൻ                   </a:t>
            </a:r>
            <a:endParaRPr lang="ml-IN" sz="26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നീഹേ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 </a:t>
            </a:r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ആബൂ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ൻ </a:t>
            </a:r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മാ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ർ </a:t>
            </a:r>
            <a:r>
              <a:rPr lang="en-SG" sz="2600" dirty="0" err="1">
                <a:solidFill>
                  <a:srgbClr val="C00000"/>
                </a:solidFill>
                <a:latin typeface="Segoe UI"/>
                <a:cs typeface="Segoe UI"/>
              </a:rPr>
              <a:t>Ivanios</a:t>
            </a:r>
            <a:r>
              <a:rPr lang="en-SG" sz="2600" dirty="0">
                <a:solidFill>
                  <a:srgbClr val="C00000"/>
                </a:solidFill>
                <a:latin typeface="Segoe UI"/>
                <a:cs typeface="Segoe UI"/>
              </a:rPr>
              <a:t>                      </a:t>
            </a:r>
            <a:endParaRPr lang="en-SG" sz="26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നെസ്മാ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 </a:t>
            </a:r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ലേബേ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 </a:t>
            </a:r>
            <a:r>
              <a:rPr lang="ml-IN" sz="2600" dirty="0" err="1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സൂക്കോയാ</a:t>
            </a:r>
            <a:r>
              <a:rPr lang="ml-IN" sz="26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ൻ</a:t>
            </a:r>
            <a:r>
              <a:rPr lang="ml-IN" sz="2800" dirty="0">
                <a:solidFill>
                  <a:srgbClr val="C00000"/>
                </a:solidFill>
                <a:latin typeface="Segoe UI"/>
                <a:cs typeface="Segoe UI" panose="020B0502040204020203" pitchFamily="34" charset="0"/>
              </a:rPr>
              <a:t> </a:t>
            </a:r>
            <a:endParaRPr lang="en-US" sz="2800" dirty="0">
              <a:solidFill>
                <a:srgbClr val="C00000"/>
              </a:solidFill>
              <a:latin typeface="Segoe UI" panose="020B0502040204020203" pitchFamily="34" charset="0"/>
              <a:cs typeface="Segoe UI"/>
            </a:endParaRPr>
          </a:p>
          <a:p>
            <a:pPr lvl="3"/>
            <a:r>
              <a:rPr lang="en-SG" sz="2800" dirty="0" err="1">
                <a:latin typeface="Segoe UI"/>
                <a:cs typeface="Segoe UI"/>
              </a:rPr>
              <a:t>Mekhil</a:t>
            </a:r>
            <a:r>
              <a:rPr lang="en-SG" sz="2800" dirty="0">
                <a:latin typeface="Segoe UI"/>
                <a:cs typeface="Segoe UI"/>
              </a:rPr>
              <a:t> nekh.</a:t>
            </a:r>
            <a:r>
              <a:rPr lang="en-SG" sz="2800" dirty="0" err="1">
                <a:latin typeface="Segoe UI"/>
                <a:cs typeface="Segoe UI"/>
              </a:rPr>
              <a:t>yab</a:t>
            </a:r>
            <a:r>
              <a:rPr lang="en-SG" sz="2800" dirty="0">
                <a:latin typeface="Segoe UI"/>
                <a:cs typeface="Segoe UI"/>
              </a:rPr>
              <a:t>..</a:t>
            </a:r>
            <a:r>
              <a:rPr lang="en-SG" sz="2800" dirty="0" err="1">
                <a:latin typeface="Segoe UI"/>
                <a:cs typeface="Segoe UI"/>
              </a:rPr>
              <a:t>kuulae</a:t>
            </a:r>
            <a:r>
              <a:rPr lang="en-SG" sz="2800" dirty="0">
                <a:latin typeface="Segoe UI"/>
                <a:cs typeface="Segoe UI"/>
              </a:rPr>
              <a:t>..</a:t>
            </a:r>
            <a:r>
              <a:rPr lang="en-SG" sz="2800" dirty="0" err="1">
                <a:latin typeface="Segoe UI"/>
                <a:cs typeface="Segoe UI"/>
              </a:rPr>
              <a:t>hailan</a:t>
            </a:r>
            <a:r>
              <a:rPr lang="en-SG" sz="2800" dirty="0">
                <a:latin typeface="Segoe UI"/>
                <a:cs typeface="Segoe UI"/>
              </a:rPr>
              <a:t>..</a:t>
            </a:r>
          </a:p>
          <a:p>
            <a:pPr lvl="3"/>
            <a:r>
              <a:rPr lang="en-SG" sz="2800" dirty="0" err="1">
                <a:latin typeface="Segoe UI"/>
                <a:cs typeface="Segoe UI"/>
              </a:rPr>
              <a:t>Neehae..aboon</a:t>
            </a:r>
            <a:r>
              <a:rPr lang="en-SG" sz="2800" dirty="0">
                <a:latin typeface="Segoe UI"/>
                <a:cs typeface="Segoe UI"/>
              </a:rPr>
              <a:t> Mar </a:t>
            </a:r>
            <a:r>
              <a:rPr lang="en-SG" sz="2800" dirty="0" err="1">
                <a:latin typeface="Segoe UI"/>
                <a:cs typeface="Segoe UI"/>
              </a:rPr>
              <a:t>Ivanios</a:t>
            </a:r>
            <a:endParaRPr lang="en-SG" sz="2800" dirty="0">
              <a:latin typeface="Segoe UI"/>
              <a:cs typeface="Segoe UI"/>
            </a:endParaRPr>
          </a:p>
          <a:p>
            <a:pPr lvl="3"/>
            <a:r>
              <a:rPr lang="en-SG" sz="2800" dirty="0" err="1">
                <a:latin typeface="Segoe UI"/>
                <a:cs typeface="Segoe UI"/>
              </a:rPr>
              <a:t>Neesmaa</a:t>
            </a:r>
            <a:r>
              <a:rPr lang="en-SG" sz="2800" dirty="0">
                <a:latin typeface="Segoe UI"/>
                <a:cs typeface="Segoe UI"/>
              </a:rPr>
              <a:t>..</a:t>
            </a:r>
            <a:r>
              <a:rPr lang="en-SG" sz="2800" dirty="0" err="1">
                <a:latin typeface="Segoe UI"/>
                <a:cs typeface="Segoe UI"/>
              </a:rPr>
              <a:t>laae</a:t>
            </a:r>
            <a:r>
              <a:rPr lang="en-SG" sz="2800" dirty="0">
                <a:latin typeface="Segoe UI"/>
                <a:cs typeface="Segoe UI"/>
              </a:rPr>
              <a:t>..baae..</a:t>
            </a:r>
            <a:r>
              <a:rPr lang="en-SG" sz="2800" dirty="0" err="1">
                <a:latin typeface="Segoe UI"/>
                <a:cs typeface="Segoe UI"/>
              </a:rPr>
              <a:t>sukhoyan</a:t>
            </a:r>
            <a:r>
              <a:rPr lang="en-SG" sz="2800" dirty="0">
                <a:latin typeface="Segoe UI"/>
                <a:cs typeface="Segoe UI"/>
              </a:rPr>
              <a:t>..</a:t>
            </a:r>
            <a:endParaRPr lang="en-US" sz="2800" dirty="0">
              <a:latin typeface="Segoe UI"/>
              <a:cs typeface="Segoe UI"/>
            </a:endParaRPr>
          </a:p>
          <a:p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With strength, let us all cry aloud: </a:t>
            </a:r>
            <a:endParaRPr lang="en-US" sz="2400" dirty="0">
              <a:latin typeface="Segoe UI"/>
              <a:cs typeface="Segoe UI"/>
            </a:endParaRPr>
          </a:p>
          <a:p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"Long l</a:t>
            </a:r>
            <a:r>
              <a:rPr lang="en-SG" sz="2400" i="1" dirty="0" err="1">
                <a:solidFill>
                  <a:srgbClr val="800000"/>
                </a:solidFill>
                <a:latin typeface="Segoe UI"/>
                <a:cs typeface="Segoe UI"/>
              </a:rPr>
              <a:t>ive</a:t>
            </a:r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 </a:t>
            </a:r>
            <a:r>
              <a:rPr lang="en-US" sz="2400" i="1" dirty="0" err="1">
                <a:solidFill>
                  <a:srgbClr val="800000"/>
                </a:solidFill>
                <a:latin typeface="Segoe UI"/>
                <a:cs typeface="Segoe UI"/>
              </a:rPr>
              <a:t>Aboon</a:t>
            </a:r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 Mar </a:t>
            </a:r>
            <a:r>
              <a:rPr lang="en-US" sz="2400" i="1" dirty="0" err="1">
                <a:solidFill>
                  <a:srgbClr val="800000"/>
                </a:solidFill>
                <a:latin typeface="Segoe UI"/>
                <a:cs typeface="Segoe UI"/>
              </a:rPr>
              <a:t>Ivanios</a:t>
            </a:r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," </a:t>
            </a:r>
            <a:endParaRPr lang="en-US" sz="2400" dirty="0">
              <a:latin typeface="Segoe UI"/>
              <a:cs typeface="Segoe UI"/>
            </a:endParaRPr>
          </a:p>
          <a:p>
            <a:r>
              <a:rPr lang="en-US" sz="2400" i="1" dirty="0">
                <a:solidFill>
                  <a:srgbClr val="800000"/>
                </a:solidFill>
                <a:latin typeface="Segoe UI"/>
                <a:cs typeface="Segoe UI"/>
              </a:rPr>
              <a:t>with joy we sing – and proclaim.</a:t>
            </a:r>
            <a:endParaRPr lang="en-US" sz="2400" dirty="0"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SG" sz="1400" dirty="0"/>
              <a:t>Procession:</a:t>
            </a:r>
            <a:r>
              <a:rPr lang="en-US" sz="1400" dirty="0"/>
              <a:t> </a:t>
            </a:r>
            <a:r>
              <a:rPr lang="en-SG" sz="1400" dirty="0"/>
              <a:t>4 </a:t>
            </a:r>
            <a:r>
              <a:rPr lang="en-US" sz="1400" dirty="0"/>
              <a:t>of 4</a:t>
            </a:r>
          </a:p>
        </p:txBody>
      </p:sp>
    </p:spTree>
    <p:extLst>
      <p:ext uri="{BB962C8B-B14F-4D97-AF65-F5344CB8AC3E}">
        <p14:creationId xmlns:p14="http://schemas.microsoft.com/office/powerpoint/2010/main" val="2758570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Opening Hymn</a:t>
            </a:r>
          </a:p>
          <a:p>
            <a:r>
              <a:rPr lang="en-US" sz="4000">
                <a:solidFill>
                  <a:schemeClr val="bg1"/>
                </a:solidFill>
              </a:rPr>
              <a:t>God of our Fathers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– God of our Fathers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endParaRPr lang="en-SG" sz="2800"/>
          </a:p>
          <a:p>
            <a:pPr algn="ctr"/>
            <a:r>
              <a:rPr lang="en-SG" sz="2800"/>
              <a:t>God of our fathers, whose almighty hand</a:t>
            </a:r>
          </a:p>
          <a:p>
            <a:pPr algn="ctr"/>
            <a:r>
              <a:rPr lang="en-SG" sz="2800"/>
              <a:t>Leads forth in beauty all the starry band</a:t>
            </a:r>
          </a:p>
          <a:p>
            <a:pPr algn="ctr"/>
            <a:r>
              <a:rPr lang="en-SG" sz="2800"/>
              <a:t>Of shining worlds in </a:t>
            </a:r>
            <a:r>
              <a:rPr lang="en-SG" sz="2800" err="1"/>
              <a:t>splendor</a:t>
            </a:r>
            <a:r>
              <a:rPr lang="en-SG" sz="2800"/>
              <a:t> thru the skies,</a:t>
            </a:r>
          </a:p>
          <a:p>
            <a:pPr algn="ctr"/>
            <a:r>
              <a:rPr lang="en-SG" sz="2800"/>
              <a:t>Our grateful songs before Thy throne arise.</a:t>
            </a:r>
            <a:endParaRPr lang="en-US" sz="2800" i="1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1 of 4</a:t>
            </a:r>
          </a:p>
        </p:txBody>
      </p:sp>
    </p:spTree>
    <p:extLst>
      <p:ext uri="{BB962C8B-B14F-4D97-AF65-F5344CB8AC3E}">
        <p14:creationId xmlns:p14="http://schemas.microsoft.com/office/powerpoint/2010/main" val="2137578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2C480-416B-0D92-AE41-A2F64F54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D44C-1859-E285-8215-02854B445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– God of our Fathers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6229D4E-5EDB-6515-3E8F-2E7CCF6E276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E8A97-A04A-A5A0-1CE7-9CAA6D4FBF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2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690D3-6D5D-BBB1-5673-E0C9C96D6ACA}"/>
              </a:ext>
            </a:extLst>
          </p:cNvPr>
          <p:cNvSpPr txBox="1"/>
          <p:nvPr/>
        </p:nvSpPr>
        <p:spPr>
          <a:xfrm>
            <a:off x="614082" y="813994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endParaRPr lang="en-SG" sz="2800"/>
          </a:p>
          <a:p>
            <a:pPr algn="ctr"/>
            <a:r>
              <a:rPr lang="en-SG" sz="2800"/>
              <a:t>Thy love divine hath led us in the past,</a:t>
            </a:r>
          </a:p>
          <a:p>
            <a:pPr algn="ctr"/>
            <a:r>
              <a:rPr lang="en-SG" sz="2800"/>
              <a:t>In this free land by Thee our lot is cast;</a:t>
            </a:r>
          </a:p>
          <a:p>
            <a:pPr algn="ctr"/>
            <a:r>
              <a:rPr lang="en-SG" sz="2800"/>
              <a:t>Be Thou our ruler, guardian, guide and stay,</a:t>
            </a:r>
          </a:p>
          <a:p>
            <a:pPr algn="ctr"/>
            <a:r>
              <a:rPr lang="en-SG" sz="2800"/>
              <a:t>Thy Word our law, Thy paths our chosen way.</a:t>
            </a:r>
            <a:endParaRPr lang="en-US" sz="28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996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31019-C43F-FF71-11CE-388377019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818C-9627-247B-B917-187D597D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– God of our Fathers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B1FD657-1852-592D-25AA-136009E32B5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6CFBD-E0AF-57EE-01B9-A67C4B76D0B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3 of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C59045-2C7C-F576-C00C-AAA6D40E13D2}"/>
              </a:ext>
            </a:extLst>
          </p:cNvPr>
          <p:cNvSpPr txBox="1"/>
          <p:nvPr/>
        </p:nvSpPr>
        <p:spPr>
          <a:xfrm>
            <a:off x="614082" y="813994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endParaRPr lang="en-SG" sz="2800"/>
          </a:p>
          <a:p>
            <a:pPr algn="ctr"/>
            <a:r>
              <a:rPr lang="en-SG" sz="2800"/>
              <a:t>From war's alarms, from deadly pestilence,</a:t>
            </a:r>
          </a:p>
          <a:p>
            <a:pPr algn="ctr"/>
            <a:r>
              <a:rPr lang="en-SG" sz="2800"/>
              <a:t>Be Thy strong arm our ever sure defense;</a:t>
            </a:r>
          </a:p>
          <a:p>
            <a:pPr algn="ctr"/>
            <a:r>
              <a:rPr lang="en-SG" sz="2800"/>
              <a:t>Thy true religion in our hearts increase,</a:t>
            </a:r>
          </a:p>
          <a:p>
            <a:pPr algn="ctr"/>
            <a:r>
              <a:rPr lang="en-SG" sz="2800"/>
              <a:t>Thy bounteous goodness nourish us in peace.</a:t>
            </a:r>
            <a:endParaRPr lang="en-US" sz="28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041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67F8-A284-EE70-6713-899680DB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061F3-D074-8E40-5901-929AFBA3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– God of our Fathers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55863EC-1137-D3CB-ADDA-DAA99C43299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9AB2B-36E6-1902-0659-3B71C641984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4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F6D6C1-942B-FDE1-65ED-8884FD5ECA9A}"/>
              </a:ext>
            </a:extLst>
          </p:cNvPr>
          <p:cNvSpPr txBox="1"/>
          <p:nvPr/>
        </p:nvSpPr>
        <p:spPr>
          <a:xfrm>
            <a:off x="614082" y="813994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endParaRPr lang="en-SG" sz="2800"/>
          </a:p>
          <a:p>
            <a:pPr algn="ctr"/>
            <a:r>
              <a:rPr lang="en-SG" sz="2800"/>
              <a:t>Refresh Thy people on their toilsome way.</a:t>
            </a:r>
          </a:p>
          <a:p>
            <a:pPr algn="ctr"/>
            <a:r>
              <a:rPr lang="en-SG" sz="2800"/>
              <a:t>Lead us from night to never ending day;</a:t>
            </a:r>
          </a:p>
          <a:p>
            <a:pPr algn="ctr"/>
            <a:r>
              <a:rPr lang="en-SG" sz="2800"/>
              <a:t>Fill all our lives with love and grace divine,</a:t>
            </a:r>
          </a:p>
          <a:p>
            <a:pPr algn="ctr"/>
            <a:r>
              <a:rPr lang="en-SG" sz="2800"/>
              <a:t>And glory, laud, and praise be ever Thine!</a:t>
            </a:r>
            <a:endParaRPr lang="en-US" sz="28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312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818C74-0661-6816-C886-B2DDF42ED709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398403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i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Parish Day</a:t>
            </a: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 </a:t>
            </a:r>
            <a:b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prstClr val="black">
                      <a:alpha val="43000"/>
                    </a:prstClr>
                  </a:outerShdw>
                </a:effectLst>
                <a:latin typeface="Footlight MT Light"/>
                <a:cs typeface="IrisUPC"/>
              </a:rPr>
              <a:t>Holy Qurbana Service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6"/>
            <a:ext cx="6117328" cy="238598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6"/>
            <a:ext cx="6117328" cy="2385987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Thanksgiving Prayers</a:t>
            </a:r>
          </a:p>
          <a:p>
            <a:r>
              <a:rPr lang="en-SG">
                <a:solidFill>
                  <a:schemeClr val="bg1"/>
                </a:solidFill>
              </a:rPr>
              <a:t>What shall I render to the Lord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Birthday Thanksgiving – What shall I render to the Lord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535844" y="1266164"/>
            <a:ext cx="60723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r>
              <a:rPr lang="en-SG" sz="2800"/>
              <a:t>What shall I render to the Lord</a:t>
            </a:r>
          </a:p>
          <a:p>
            <a:pPr algn="ctr"/>
            <a:r>
              <a:rPr lang="en-SG" sz="2800"/>
              <a:t>For all His benefits to me?</a:t>
            </a:r>
          </a:p>
          <a:p>
            <a:pPr algn="ctr"/>
            <a:r>
              <a:rPr lang="en-SG" sz="2800"/>
              <a:t>How shall my soul, by grace restored,</a:t>
            </a:r>
          </a:p>
          <a:p>
            <a:pPr algn="ctr"/>
            <a:r>
              <a:rPr lang="en-SG" sz="2800"/>
              <a:t>Give worthy thanks, O Lord, to Thee?</a:t>
            </a:r>
            <a:endParaRPr lang="en-US" sz="28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1B1673-989C-680F-2E10-EB145FAF0EA9}"/>
              </a:ext>
            </a:extLst>
          </p:cNvPr>
          <p:cNvSpPr/>
          <p:nvPr/>
        </p:nvSpPr>
        <p:spPr>
          <a:xfrm>
            <a:off x="1513336" y="1809496"/>
            <a:ext cx="6117328" cy="99700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754364"/>
            <a:ext cx="6117328" cy="126315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180396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5152970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529198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  <a:p>
            <a:r>
              <a:rPr lang="en-SG" sz="4200" dirty="0">
                <a:solidFill>
                  <a:schemeClr val="bg1"/>
                </a:solidFill>
              </a:rPr>
              <a:t>God of grace</a:t>
            </a:r>
            <a:endParaRPr lang="en-GB" sz="4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God of grace and God of glory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1 of </a:t>
            </a:r>
            <a:r>
              <a:rPr lang="en-SG" sz="1400" dirty="0"/>
              <a:t>4</a:t>
            </a:r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145185" y="613695"/>
            <a:ext cx="599646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800">
              <a:solidFill>
                <a:srgbClr val="C00000"/>
              </a:solidFill>
            </a:endParaRPr>
          </a:p>
          <a:p>
            <a:r>
              <a:rPr lang="en-SG" sz="2800"/>
              <a:t>God of grace and God of glory,</a:t>
            </a:r>
          </a:p>
          <a:p>
            <a:r>
              <a:rPr lang="en-SG" sz="2800"/>
              <a:t>on thy people pour thy power;</a:t>
            </a:r>
          </a:p>
          <a:p>
            <a:r>
              <a:rPr lang="en-SG" sz="2800"/>
              <a:t>now fulfil thy church's story;</a:t>
            </a:r>
          </a:p>
          <a:p>
            <a:r>
              <a:rPr lang="en-SG" sz="2800"/>
              <a:t>bring her bud to glorious flower.</a:t>
            </a:r>
          </a:p>
          <a:p>
            <a:r>
              <a:rPr lang="en-SG" sz="2800"/>
              <a:t>Grant us wisdom, grant us courage,</a:t>
            </a:r>
          </a:p>
          <a:p>
            <a:r>
              <a:rPr lang="en-SG" sz="2800"/>
              <a:t>for the facing of this hour.</a:t>
            </a:r>
            <a:endParaRPr lang="en-US" sz="2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41DB66-63BB-698C-8AE9-93D82189FB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God of grace and God of glory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2 of </a:t>
            </a:r>
            <a:r>
              <a:rPr lang="en-SG" sz="1400" dirty="0"/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8A1D50-48CB-9C5D-EE3F-E04C5F4941E7}"/>
              </a:ext>
            </a:extLst>
          </p:cNvPr>
          <p:cNvSpPr txBox="1"/>
          <p:nvPr/>
        </p:nvSpPr>
        <p:spPr>
          <a:xfrm>
            <a:off x="145185" y="613695"/>
            <a:ext cx="56175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800">
              <a:solidFill>
                <a:srgbClr val="C00000"/>
              </a:solidFill>
            </a:endParaRPr>
          </a:p>
          <a:p>
            <a:r>
              <a:rPr lang="en-SG" sz="2800"/>
              <a:t>Lo, the hosts of evil round us</a:t>
            </a:r>
          </a:p>
          <a:p>
            <a:r>
              <a:rPr lang="en-SG" sz="2800"/>
              <a:t>scorn thy Christ, assail his ways;</a:t>
            </a:r>
          </a:p>
          <a:p>
            <a:r>
              <a:rPr lang="en-SG" sz="2800"/>
              <a:t>from the fears that long have </a:t>
            </a:r>
            <a:br>
              <a:rPr lang="en-SG" sz="2800"/>
            </a:br>
            <a:r>
              <a:rPr lang="en-SG" sz="2800"/>
              <a:t>bound us</a:t>
            </a:r>
          </a:p>
          <a:p>
            <a:r>
              <a:rPr lang="en-SG" sz="2800"/>
              <a:t>free our hearts to faith and praise.</a:t>
            </a:r>
          </a:p>
          <a:p>
            <a:r>
              <a:rPr lang="en-SG" sz="2800"/>
              <a:t>Grant us wisdom, grant us courage,</a:t>
            </a:r>
          </a:p>
          <a:p>
            <a:r>
              <a:rPr lang="en-SG" sz="2800"/>
              <a:t>for the living of these days.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938291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63868-48EB-3B12-C76F-1AEA02383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AA513-2B1D-53EE-75BE-0578E8333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God of grace and God of glory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CFDA344-0530-D55F-C522-D0AA6539FD3E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AF3B4-00AF-A8C5-2B9D-7AF1E7CD04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</a:t>
            </a:r>
            <a:r>
              <a:rPr lang="en-SG" sz="1400" dirty="0"/>
              <a:t>3</a:t>
            </a:r>
            <a:r>
              <a:rPr lang="en-US" sz="1400"/>
              <a:t> of </a:t>
            </a:r>
            <a:r>
              <a:rPr lang="en-SG" sz="1400" dirty="0"/>
              <a:t>4</a:t>
            </a:r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7ACB4-FB47-8483-40B3-7BBFC9061BD3}"/>
              </a:ext>
            </a:extLst>
          </p:cNvPr>
          <p:cNvSpPr txBox="1"/>
          <p:nvPr/>
        </p:nvSpPr>
        <p:spPr>
          <a:xfrm>
            <a:off x="92764" y="616397"/>
            <a:ext cx="577983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800" dirty="0">
              <a:solidFill>
                <a:srgbClr val="C00000"/>
              </a:solidFill>
            </a:endParaRPr>
          </a:p>
          <a:p>
            <a:r>
              <a:rPr lang="en-SG" sz="2800" dirty="0"/>
              <a:t>Cure thy children's warring madness,</a:t>
            </a:r>
          </a:p>
          <a:p>
            <a:r>
              <a:rPr lang="en-SG" sz="2800" dirty="0"/>
              <a:t>bend our pride to thy control;</a:t>
            </a:r>
          </a:p>
          <a:p>
            <a:r>
              <a:rPr lang="en-SG" sz="2800" dirty="0"/>
              <a:t>shame our wanton selfish gladness,</a:t>
            </a:r>
          </a:p>
          <a:p>
            <a:r>
              <a:rPr lang="en-SG" sz="2800" dirty="0"/>
              <a:t>rich in goods and poor in soul.</a:t>
            </a:r>
          </a:p>
          <a:p>
            <a:r>
              <a:rPr lang="en-SG" sz="2800" dirty="0"/>
              <a:t>Grant us wisdom, grant us courage,</a:t>
            </a:r>
          </a:p>
          <a:p>
            <a:r>
              <a:rPr lang="en-SG" sz="2800" dirty="0"/>
              <a:t>lest we miss thy kingdom's goal.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9BA030-EB06-03C3-ED0C-44DB916A3A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152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C9147-93FA-7366-E525-00D86ACFB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0B21F-9810-F1CF-643F-65AD2357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God of grace and God of glory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FE3933F-7281-14CA-77DB-A8B3C4913F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0A19C8-DE0B-B80B-83BA-B82D67118D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9A587E-4C9D-427D-6C53-ECDB6441261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4 of </a:t>
            </a:r>
            <a:r>
              <a:rPr lang="en-SG" sz="1400" dirty="0"/>
              <a:t>4</a:t>
            </a: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D865DC-66C0-205D-0A3E-7B594B9BA3DF}"/>
              </a:ext>
            </a:extLst>
          </p:cNvPr>
          <p:cNvSpPr txBox="1"/>
          <p:nvPr/>
        </p:nvSpPr>
        <p:spPr>
          <a:xfrm>
            <a:off x="145185" y="613695"/>
            <a:ext cx="599646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800">
              <a:solidFill>
                <a:srgbClr val="C00000"/>
              </a:solidFill>
            </a:endParaRPr>
          </a:p>
          <a:p>
            <a:r>
              <a:rPr lang="en-SG" sz="2800"/>
              <a:t>Set our feet on lofty places,</a:t>
            </a:r>
          </a:p>
          <a:p>
            <a:r>
              <a:rPr lang="en-SG" sz="2800"/>
              <a:t>gird our lives that they may be</a:t>
            </a:r>
          </a:p>
          <a:p>
            <a:r>
              <a:rPr lang="en-SG" sz="2800"/>
              <a:t>armoured with all Christlike graces</a:t>
            </a:r>
          </a:p>
          <a:p>
            <a:r>
              <a:rPr lang="en-SG" sz="2800"/>
              <a:t>in the fight till all be free.</a:t>
            </a:r>
          </a:p>
          <a:p>
            <a:r>
              <a:rPr lang="en-SG" sz="2800"/>
              <a:t>Grant us wisdom, grant us courage,</a:t>
            </a:r>
          </a:p>
          <a:p>
            <a:r>
              <a:rPr lang="en-SG" sz="2800"/>
              <a:t>that we fail not earth nor thee.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958737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Confession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no. 473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81231" y="1038986"/>
            <a:ext cx="737921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Just as I am—without one plea,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But that Thy blood was shed for 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that Thou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bidd'st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me come to Thee,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Lamb of God, I come ! 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8E3B6D-A01E-90ED-6A35-9380187EE519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398403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i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Parish Day</a:t>
            </a: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 </a:t>
            </a:r>
            <a:b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prstClr val="black">
                      <a:alpha val="43000"/>
                    </a:prstClr>
                  </a:outerShdw>
                </a:effectLst>
                <a:latin typeface="Footlight MT Light"/>
                <a:cs typeface="IrisUPC"/>
              </a:rPr>
              <a:t>Holy Qurbana Service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no. 473</a:t>
            </a:r>
            <a:b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A2DE-FB90-6CB0-7A3A-DA847164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2CBC7-3594-F81A-BA42-8BDF60D42F6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2312A7-33C9-D63C-33EF-E395463CEF7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75DE56-5F0C-5056-AE13-29D86795AD33}"/>
              </a:ext>
            </a:extLst>
          </p:cNvPr>
          <p:cNvSpPr/>
          <p:nvPr/>
        </p:nvSpPr>
        <p:spPr>
          <a:xfrm>
            <a:off x="1452282" y="887505"/>
            <a:ext cx="6798420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Just as I am—without one plea,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But that Thy blood was shed for 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that Thou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bidd'st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me come to Thee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Lamb of God, I come !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06B5B6E-8198-6E5C-6E84-9D75287DF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no. 473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461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8753-194C-4569-CBD4-569478ECE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BE1A8-259F-FA31-D471-A122F2ACF3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6563C-ACF3-6396-FBBC-277D5688DA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DDBF89-58BA-EE9F-AD42-B4C6EE879FD8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Just as I am—poor, wretched, blind,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Sight, riches, healing of the mind;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Yea, all I need, in Thee to find,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Lamb of God, I come !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AC8562-D3A9-2F9C-BC47-4C2B3FDE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no. 473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668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F6773-228B-0DC4-FAD1-E1D30D28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D6088-45F5-CEE8-C6B2-F394D9E570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EB54C-990B-EAF8-9FB4-0FD83281179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3E78ED-D212-D715-8745-F23550920BF2}"/>
              </a:ext>
            </a:extLst>
          </p:cNvPr>
          <p:cNvSpPr/>
          <p:nvPr/>
        </p:nvSpPr>
        <p:spPr>
          <a:xfrm>
            <a:off x="1452282" y="887505"/>
            <a:ext cx="6657743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Just as I am—Thou wilt receive,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Wilt welcome, pardon, cleanse, relieve Because thy promise I believe,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Lamb of God, I come !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9D0223-DDE2-A728-CEDA-54881601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no. 473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289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14B4-9AFD-21A1-55A9-7508E93A2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C3903-3FC6-EB9C-01ED-354DD191F20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876782-D4A7-0A5A-7032-7447694DB20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8109A3-6683-1D70-4355-307F6E396EE6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Just as I am—Thy love unknown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Has broken every barrier down: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Now to be Thine, yea, Thine alone,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Lamb of God, I come !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480F0-5C85-E17D-1A8A-F1B138887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no. 473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0442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1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6200543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Take my life, and let it be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Consecrated, Lord, to Thee;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Take my moments and my days,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Let them flow in ceaseless praise.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25EBDEB-28A0-A895-EE99-14852006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6838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9C799-54F8-9F54-9CDA-E86AA4D6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5B98C-C680-9EC4-C416-2579415ADDB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1A9F0-F0F9-37AD-31A6-86E97ABD9D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2 of 6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2F3080-99F1-F2DE-3299-E174825D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0F9BF-806A-5902-471D-088458EFAE76}"/>
              </a:ext>
            </a:extLst>
          </p:cNvPr>
          <p:cNvSpPr/>
          <p:nvPr/>
        </p:nvSpPr>
        <p:spPr>
          <a:xfrm>
            <a:off x="1452283" y="887505"/>
            <a:ext cx="6144272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Take my hands, and let them move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At the impulse of Thy love;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Take my feet, and let them be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Swift and beautiful for Thee.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2497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CC16-8237-7A4A-8132-EB7B36674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4BCE5-D0DB-F50C-ACE2-10B55A31A8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62AD4-7852-AF68-5FEF-46892C0A0BE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3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6B6D96-39EE-535C-2933-FFB7C72EF6E0}"/>
              </a:ext>
            </a:extLst>
          </p:cNvPr>
          <p:cNvSpPr/>
          <p:nvPr/>
        </p:nvSpPr>
        <p:spPr>
          <a:xfrm>
            <a:off x="1452282" y="887505"/>
            <a:ext cx="6088001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Take my voice, and let me sing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Always, only, for my King;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Take my lips, and let them be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Filled with messages from Thee.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A4930-30DF-D4B4-ADD6-B777DB74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721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DF916-AD49-A221-D7F7-5F92C3E08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936EC-326B-D8F5-240D-6A056D78251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65175-97D1-9C95-CB24-5560FEE77FD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4 of 6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20C08D-13B1-4F34-A99E-AF3AC5E4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618B20-EA8E-CCED-8AB4-46F413FC915D}"/>
              </a:ext>
            </a:extLst>
          </p:cNvPr>
          <p:cNvSpPr/>
          <p:nvPr/>
        </p:nvSpPr>
        <p:spPr>
          <a:xfrm>
            <a:off x="1452283" y="887505"/>
            <a:ext cx="5750376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Take my silver and my gold;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Not a mite would I withhold: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Take my intellect, and use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Every power as Thou shalt choose.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7302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1385-2395-4E6B-21F6-B0BD0B1C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0DC69-02FF-6CAC-4071-A81BDB9CCCF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BCAB3-BD3F-1B0E-CC2C-6CA0F2917E7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5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06E297-1ADC-5926-D07E-F5F3B6CBE8EA}"/>
              </a:ext>
            </a:extLst>
          </p:cNvPr>
          <p:cNvSpPr/>
          <p:nvPr/>
        </p:nvSpPr>
        <p:spPr>
          <a:xfrm>
            <a:off x="1452282" y="887505"/>
            <a:ext cx="6383423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Take my will, and make it Thine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It shall be no longer mine: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Take my heart—it is Thine own,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It shall be Thy royal throne.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A20479-821D-F1BF-5BAF-75D0E2472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4380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364D4-EDC5-7B1E-9670-AA1B880E2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4D3F5-FA9A-9E2F-C2EE-CA9B3E5694B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ACB1-BCB9-0D04-EA60-BB453AE98E5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6 of 6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E0E519-EF6F-C114-0D3F-F15BAC2C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06AA36-DD38-3CCB-302C-3C984D7F810D}"/>
              </a:ext>
            </a:extLst>
          </p:cNvPr>
          <p:cNvSpPr/>
          <p:nvPr/>
        </p:nvSpPr>
        <p:spPr>
          <a:xfrm>
            <a:off x="1452282" y="887505"/>
            <a:ext cx="6383423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Take my love : my Lord, I pour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At Thy feet its treasure store: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Take myself; and I will be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Ever, only, all for Thee.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7744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Christ is made the sure foundation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26189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1 of </a:t>
            </a:r>
            <a:r>
              <a:rPr lang="en-SG" sz="1400" dirty="0"/>
              <a:t>4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708211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Christ is made the sure foundation: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Christ the head and cornerstone,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chosen of the Lord and precious,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binding all the church in one;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Holy Zion's help for ever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her confidence alone.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BB545B6-E81A-AAD9-C97D-D3B59210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Christ is made the sure foundation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1135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4147-BC16-1D9E-EADC-83B3C6087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4F033-1FDA-7488-2683-C23AB0566E7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E2640-012B-C474-2DF3-489B41ACA35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2 of </a:t>
            </a:r>
            <a:r>
              <a:rPr lang="en-SG" sz="1400" dirty="0"/>
              <a:t>4</a:t>
            </a:r>
            <a:endParaRPr lang="en-US" sz="140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6D2FB7A-D371-B188-0F99-A7C39EE30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Christ is made the sure foundation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9CE9C8-FCF7-3A69-C8B8-5B2215175FD6}"/>
              </a:ext>
            </a:extLst>
          </p:cNvPr>
          <p:cNvSpPr/>
          <p:nvPr/>
        </p:nvSpPr>
        <p:spPr>
          <a:xfrm>
            <a:off x="1452282" y="887505"/>
            <a:ext cx="708211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To this temple where we call thee,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come, O Lord of hosts, today: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with thy wonted lovingkindness,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hear thy people as they pray,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thy fullest benediction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shed within its walls for aye.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9701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511BD-4CF8-C1EE-FA4D-ECE6DB13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1A085-CC7D-6120-4B9E-492A4D20CB4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556C3-ECE9-D7DD-B726-33552398D44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3 of </a:t>
            </a:r>
            <a:r>
              <a:rPr lang="en-SG" sz="1400" dirty="0"/>
              <a:t>4</a:t>
            </a:r>
            <a:endParaRPr lang="en-US" sz="140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AA28230-F44B-DC32-A51A-DCC1B678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Christ is made the sure foundation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5C5809-964B-31E7-738C-3C11CF57B189}"/>
              </a:ext>
            </a:extLst>
          </p:cNvPr>
          <p:cNvSpPr/>
          <p:nvPr/>
        </p:nvSpPr>
        <p:spPr>
          <a:xfrm>
            <a:off x="1452282" y="887505"/>
            <a:ext cx="708211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Here vouchsafe to all thy servants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what they ask of thee to gain,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what they gain from thee for ever,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with the blessed to retain,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hereafter in thy glory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evermore with thee to reign.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9691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634A3-C1FD-E453-7873-D4B8624E4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7B80E-BA8B-D6D8-F14F-A0072557196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15793-058C-77D8-4C25-4611300EEA4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4 of </a:t>
            </a:r>
            <a:r>
              <a:rPr lang="en-SG" sz="1400" dirty="0"/>
              <a:t>4</a:t>
            </a:r>
            <a:endParaRPr lang="en-US" sz="140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142B188-AD6D-EEB9-C8DA-15D5F9A6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Christ is made the sure foundation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79A6E8-BDD8-CFCE-EEE8-7F925D2EA93B}"/>
              </a:ext>
            </a:extLst>
          </p:cNvPr>
          <p:cNvSpPr/>
          <p:nvPr/>
        </p:nvSpPr>
        <p:spPr>
          <a:xfrm>
            <a:off x="1452282" y="887505"/>
            <a:ext cx="708211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Laud and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honor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to the Father,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laud and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honor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to the Son,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laud and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honor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to the Spirit,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ever three and ever One,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one in might and one in glory,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while unending ages run.</a:t>
            </a:r>
          </a:p>
        </p:txBody>
      </p:sp>
    </p:spTree>
    <p:extLst>
      <p:ext uri="{BB962C8B-B14F-4D97-AF65-F5344CB8AC3E}">
        <p14:creationId xmlns:p14="http://schemas.microsoft.com/office/powerpoint/2010/main" val="40494720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85879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1 of </a:t>
            </a:r>
            <a:r>
              <a:rPr lang="en-SG" sz="1400" dirty="0"/>
              <a:t>5</a:t>
            </a:r>
            <a:endParaRPr lang="en-US" sz="14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C83C96-FCFA-5A40-3286-55AF6CBAE77A}"/>
              </a:ext>
            </a:extLst>
          </p:cNvPr>
          <p:cNvSpPr/>
          <p:nvPr/>
        </p:nvSpPr>
        <p:spPr>
          <a:xfrm>
            <a:off x="239152" y="889238"/>
            <a:ext cx="903849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peace, like a river, attendeth my way, 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sorrows, like sea-billows roll;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Whatever my lot, Thou hast taught me to know,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 It is well, it is well with my soul.“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 . . . with my soul, . . .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well, it is well with my soul.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1494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02316-E05D-227B-5A51-3DD2486C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11B9B-009B-0837-F92D-7CDF9DD22D2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11ECC5-BD3C-B57A-DACD-1745E3DDFE8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2 of </a:t>
            </a:r>
            <a:r>
              <a:rPr lang="en-SG" sz="1400" dirty="0"/>
              <a:t>5</a:t>
            </a:r>
            <a:endParaRPr lang="en-US" sz="14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948AAAB-A44F-872E-F738-455ECC0E8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901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FB5104-8D99-00EE-11B5-4760AEDEEBBD}"/>
              </a:ext>
            </a:extLst>
          </p:cNvPr>
          <p:cNvSpPr/>
          <p:nvPr/>
        </p:nvSpPr>
        <p:spPr>
          <a:xfrm>
            <a:off x="239152" y="889238"/>
            <a:ext cx="903849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Though Satan should buffet, though trials should come,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Let this blest assurance control,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That Christ hath regarded my helpless estate, 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hath shed His own blood for my soul.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 . . . with my soul, . . .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well, it is well with my soul.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3482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94F14-9D16-4702-9980-46B7E40D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6CA51-4C71-35AE-5D62-0FA715297A9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AF5C5-7412-A8FE-2588-51A30201C2A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3 of </a:t>
            </a:r>
            <a:r>
              <a:rPr lang="en-SG" sz="1400" dirty="0"/>
              <a:t>5</a:t>
            </a:r>
            <a:endParaRPr lang="en-US" sz="14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D7CFB89-94A1-F843-D725-40E9739B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CD51FB-1E7D-FB9B-7A67-EF7FA54DEA6E}"/>
              </a:ext>
            </a:extLst>
          </p:cNvPr>
          <p:cNvSpPr/>
          <p:nvPr/>
        </p:nvSpPr>
        <p:spPr>
          <a:xfrm>
            <a:off x="239152" y="889238"/>
            <a:ext cx="903849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sin—oh, the bliss of this glorious thought 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sin—not in part, but the whole,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Is nailed to His cross; and I bear it no more: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Praise the Lord, praise the Lord,</a:t>
            </a: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my soul !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 . . . with my soul, . . .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well, it is well with my soul.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0363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D941B-F38C-DD2C-9DB6-AE94E2F78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DBE70-E939-7BAA-8DA5-FF56CD609FF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0E534-1966-B6C8-A77B-B1631F8C8C6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4 of </a:t>
            </a:r>
            <a:r>
              <a:rPr lang="en-SG" sz="1400" dirty="0"/>
              <a:t>5</a:t>
            </a:r>
            <a:endParaRPr lang="en-US" sz="14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5E456B9-1384-806E-AB64-5849E93FC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3F5514-0CAC-A607-CBC3-2F6E2EBCBF7B}"/>
              </a:ext>
            </a:extLst>
          </p:cNvPr>
          <p:cNvSpPr/>
          <p:nvPr/>
        </p:nvSpPr>
        <p:spPr>
          <a:xfrm>
            <a:off x="239152" y="889238"/>
            <a:ext cx="9038491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For me, be it Christ, be it Christ hence to live !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If Jordan above me shall roll,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 pang shall be mine, for in death as in life 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Thou wilt whisper Thy peace to my soul.</a:t>
            </a:r>
          </a:p>
          <a:p>
            <a:pPr lvl="4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 . . . with my soul, . . .</a:t>
            </a:r>
          </a:p>
          <a:p>
            <a:pPr lvl="4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well, it is well with my soul.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701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79744-C999-A2D6-3D4B-5C78692F7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70AE6-0302-526D-588A-92D5549D584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10DDB-327F-A48E-27F6-2C3763F072D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5 of </a:t>
            </a:r>
            <a:r>
              <a:rPr lang="en-SG" sz="1400" dirty="0"/>
              <a:t>5</a:t>
            </a:r>
            <a:endParaRPr lang="en-US" sz="14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2B44459-0EBC-46CD-8EB0-10F3C8507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E9B35C-32CA-E454-C9B0-8B8C62DF8CE8}"/>
              </a:ext>
            </a:extLst>
          </p:cNvPr>
          <p:cNvSpPr/>
          <p:nvPr/>
        </p:nvSpPr>
        <p:spPr>
          <a:xfrm>
            <a:off x="239152" y="889238"/>
            <a:ext cx="903849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But, Lord, 'tis for Thee, for Thy coming, we wait;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sky, not the grave, is our goal: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trump of the Angel ! oh, voice of the Lord ! 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Blessed hope ! blessed rest of my soul !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 . . . with my soul, . . .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well, it is well with my soul.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7673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05432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6529B-0428-A9B9-0E36-E0F70992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BFD3E-E0DD-94B5-AFD2-F7BB04AF47D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EDA14-D069-6AE5-2BBC-B637B5B21F1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 : 1 of </a:t>
            </a:r>
            <a:r>
              <a:rPr lang="en-SG" sz="1400" dirty="0"/>
              <a:t>5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32047-F35C-9CE6-AB39-2974E36818C5}"/>
              </a:ext>
            </a:extLst>
          </p:cNvPr>
          <p:cNvSpPr/>
          <p:nvPr/>
        </p:nvSpPr>
        <p:spPr>
          <a:xfrm>
            <a:off x="597877" y="887505"/>
            <a:ext cx="8077773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Standing on the promises of Christ my King, Through eternal ages let His praises ring;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Glory in the highest, I will shout and sing,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Standing on the promises of God.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Standing, standing,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Standing on the promises of God my Saviour ;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Standing, standing,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I'm standing on the promises of God.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968D38C-2C82-7C11-B05D-513832A9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877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5809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68E4-657B-6009-127F-0282571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6FAAE-DB61-AE90-122B-3397290158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EEF68-FCC0-B8B8-9619-FEBE2850093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 : 2 of </a:t>
            </a:r>
            <a:r>
              <a:rPr lang="en-SG" sz="1400" dirty="0"/>
              <a:t>5</a:t>
            </a:r>
            <a:endParaRPr lang="en-US" sz="14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57D2E9-8338-4D70-7848-7EBAAA53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0003BC-B457-143B-8DFC-E31C163C35B8}"/>
              </a:ext>
            </a:extLst>
          </p:cNvPr>
          <p:cNvSpPr/>
          <p:nvPr/>
        </p:nvSpPr>
        <p:spPr>
          <a:xfrm>
            <a:off x="576775" y="887505"/>
            <a:ext cx="8391379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Standing on the promises that cannot fail, 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the howling storms of doubt and fear assail,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By the living word of God I shall prevail,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Standing on the promises of God.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Standing, standing,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Standing on the promises of God my Saviour ;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Standing, standing,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I'm standing on the promises of God.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4877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B6E7-326C-644C-FBC7-01E0BC68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EE5E4-8EA9-E9EF-E17A-F087EBF1E6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C4562-7C0E-B6DC-6C8C-80942713DC8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3 of </a:t>
            </a:r>
            <a:r>
              <a:rPr lang="en-SG" sz="1400" dirty="0"/>
              <a:t>5</a:t>
            </a:r>
            <a:endParaRPr lang="en-US" sz="1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6A539C-4C26-5D1C-7D31-2EAE3D32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ABFD70-C51B-4502-8715-D0CA9972A839}"/>
              </a:ext>
            </a:extLst>
          </p:cNvPr>
          <p:cNvSpPr/>
          <p:nvPr/>
        </p:nvSpPr>
        <p:spPr>
          <a:xfrm>
            <a:off x="576775" y="887505"/>
            <a:ext cx="839137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Standing on the promises I now can see;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Perfect, present cleansing in the blood for me;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Standing in the liberty where Christ makes free,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Standing on the promises of God.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Standing, standing,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Standing on the promises of God my Saviour ;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Standing, standing,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I'm standing on the promises of God.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7019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EBAC2-6F73-9424-179C-58424DD15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877</a:t>
            </a:r>
            <a:endParaRPr lang="en-S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3FA482-E3FC-81F8-7E87-5EAE3742C757}"/>
              </a:ext>
            </a:extLst>
          </p:cNvPr>
          <p:cNvSpPr/>
          <p:nvPr/>
        </p:nvSpPr>
        <p:spPr>
          <a:xfrm>
            <a:off x="576775" y="887505"/>
            <a:ext cx="839137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Standing on the promises of Christ the Lord,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Bound to Him eternally by love’s strong cord,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Overcoming daily with the Spirit’s sword,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Standing on the promises of God.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Standing, standing,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Standing on the promises of God my Saviour ;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Standing, standing,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I'm standing on the promises of God.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3D1FA7-F7D2-E5E2-6E70-267C3DB7E3F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4 of </a:t>
            </a:r>
            <a:r>
              <a:rPr lang="en-SG" sz="1400" dirty="0"/>
              <a:t>5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781294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EBAC2-6F73-9424-179C-58424DD15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877</a:t>
            </a:r>
            <a:endParaRPr lang="en-S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3FA482-E3FC-81F8-7E87-5EAE3742C757}"/>
              </a:ext>
            </a:extLst>
          </p:cNvPr>
          <p:cNvSpPr/>
          <p:nvPr/>
        </p:nvSpPr>
        <p:spPr>
          <a:xfrm>
            <a:off x="576775" y="887505"/>
            <a:ext cx="839137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Standing on the promises I cannot fall,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Listening every moment to the Spirit's call,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Resting in my Saviour as my All in all,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Standing on the promises of God.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Standing, standing,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Standing on the promises of God my Saviour ;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Standing, standing,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I'm standing on the promises of God.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28E5D-E09D-0523-EAE4-2DC7214F801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5 of </a:t>
            </a:r>
            <a:r>
              <a:rPr lang="en-SG" sz="1400" dirty="0"/>
              <a:t>5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917450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Make me a channel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79585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1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Make me a channel of your peace: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Where there is hatred, let me bring your love;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where there is injury, your pardon Lord,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where there’s doubt, true faith in you.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Make me a channel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1852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2 of 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Make me a channel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288D09-1B9C-0354-3D7D-9924FDA89DDD}"/>
              </a:ext>
            </a:extLst>
          </p:cNvPr>
          <p:cNvSpPr/>
          <p:nvPr/>
        </p:nvSpPr>
        <p:spPr>
          <a:xfrm>
            <a:off x="1168648" y="88750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Master, grant that I may never seek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 much to be consoled as to console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understood as to understand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loved, as to love, with all my soul.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8350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A04C-5D2C-BE08-0772-5A84E6EA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20B00-9461-D24A-94AD-E6C8F3F016E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3CD50-1DFB-A828-6455-13D1216B4EB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3 of 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D21BDD-D3AE-5CDB-B758-E73AB8700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Make me a channel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0AC8C1-CD70-C3C6-4D04-492D677990E7}"/>
              </a:ext>
            </a:extLst>
          </p:cNvPr>
          <p:cNvSpPr/>
          <p:nvPr/>
        </p:nvSpPr>
        <p:spPr>
          <a:xfrm>
            <a:off x="1168648" y="88750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Make me a channel of your peace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Where there's despair in life, let me bring hope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Where there is darkness, only light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where there's sadness, ever joy.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3602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4 of 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Make me a channel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288D09-1B9C-0354-3D7D-9924FDA89DDD}"/>
              </a:ext>
            </a:extLst>
          </p:cNvPr>
          <p:cNvSpPr/>
          <p:nvPr/>
        </p:nvSpPr>
        <p:spPr>
          <a:xfrm>
            <a:off x="1168648" y="88750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Master, grant that I may never seek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 much to be consoled as to console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understood as to understand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loved, as to love, with all my soul.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424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5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Make me a channel of your peace: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Where there is hatred, let me bring your love;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where there is injury, your pardon Lord,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where there’s doubt, true faith in you.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Make me a channel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0126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Great is thy faithfulness [12]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91671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A04C-5D2C-BE08-0772-5A84E6EA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20B00-9461-D24A-94AD-E6C8F3F016E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3CD50-1DFB-A828-6455-13D1216B4EB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1 of 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D21BDD-D3AE-5CDB-B758-E73AB8700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Great is thy faithfulness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0AC8C1-CD70-C3C6-4D04-492D677990E7}"/>
              </a:ext>
            </a:extLst>
          </p:cNvPr>
          <p:cNvSpPr/>
          <p:nvPr/>
        </p:nvSpPr>
        <p:spPr>
          <a:xfrm>
            <a:off x="675249" y="887505"/>
            <a:ext cx="8152227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Great is Thy faithfulness, O God my Father;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 is no shadow of turning with Thee;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Thou changest not, Thy compassions, they fail not;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as Thou hast been, Thou forever wilt be.</a:t>
            </a:r>
          </a:p>
        </p:txBody>
      </p:sp>
    </p:spTree>
    <p:extLst>
      <p:ext uri="{BB962C8B-B14F-4D97-AF65-F5344CB8AC3E}">
        <p14:creationId xmlns:p14="http://schemas.microsoft.com/office/powerpoint/2010/main" val="11369607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2 of 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Great is thy faithfulness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288D09-1B9C-0354-3D7D-9924FDA89DDD}"/>
              </a:ext>
            </a:extLst>
          </p:cNvPr>
          <p:cNvSpPr/>
          <p:nvPr/>
        </p:nvSpPr>
        <p:spPr>
          <a:xfrm>
            <a:off x="1168648" y="887505"/>
            <a:ext cx="7507001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 is Thy faithfulness!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 is Thy faithfulness!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Morning by morning new mercies I see;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I have needed Thy hand hath provided: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 is Thy faithfulness, Lord, unto me!</a:t>
            </a: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8194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A04C-5D2C-BE08-0772-5A84E6EA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20B00-9461-D24A-94AD-E6C8F3F016E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3CD50-1DFB-A828-6455-13D1216B4EB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3 of 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D21BDD-D3AE-5CDB-B758-E73AB8700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Great is thy faithfulness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0AC8C1-CD70-C3C6-4D04-492D677990E7}"/>
              </a:ext>
            </a:extLst>
          </p:cNvPr>
          <p:cNvSpPr/>
          <p:nvPr/>
        </p:nvSpPr>
        <p:spPr>
          <a:xfrm>
            <a:off x="675249" y="887505"/>
            <a:ext cx="8152227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Pardon for sin and a peace that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endureth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Thine own dear presence to cheer and to guide;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strength for today and bright hope for tomorrow: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blessings all mine, with ten thousand beside! </a:t>
            </a:r>
          </a:p>
        </p:txBody>
      </p:sp>
    </p:spTree>
    <p:extLst>
      <p:ext uri="{BB962C8B-B14F-4D97-AF65-F5344CB8AC3E}">
        <p14:creationId xmlns:p14="http://schemas.microsoft.com/office/powerpoint/2010/main" val="37893328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4 of 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Great is thy faithfulness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288D09-1B9C-0354-3D7D-9924FDA89DDD}"/>
              </a:ext>
            </a:extLst>
          </p:cNvPr>
          <p:cNvSpPr/>
          <p:nvPr/>
        </p:nvSpPr>
        <p:spPr>
          <a:xfrm>
            <a:off x="1168648" y="887505"/>
            <a:ext cx="7507001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 is Thy faithfulness!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 is Thy faithfulness!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Morning by morning new mercies I see;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I have needed Thy hand hath provided: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 is Thy faithfulness, Lord, unto me!</a:t>
            </a: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3453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A04C-5D2C-BE08-0772-5A84E6EA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20B00-9461-D24A-94AD-E6C8F3F016E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3CD50-1DFB-A828-6455-13D1216B4EB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5 of 6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D21BDD-D3AE-5CDB-B758-E73AB8700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Great is thy faithfulness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0AC8C1-CD70-C3C6-4D04-492D677990E7}"/>
              </a:ext>
            </a:extLst>
          </p:cNvPr>
          <p:cNvSpPr/>
          <p:nvPr/>
        </p:nvSpPr>
        <p:spPr>
          <a:xfrm>
            <a:off x="675249" y="887505"/>
            <a:ext cx="8152227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Summer and winter, and springtime and harvest;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sun, moon, and stars in their courses above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join with all nature in manifold witness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to Thy great faithfulness, mercy, and love.</a:t>
            </a:r>
          </a:p>
        </p:txBody>
      </p:sp>
    </p:spTree>
    <p:extLst>
      <p:ext uri="{BB962C8B-B14F-4D97-AF65-F5344CB8AC3E}">
        <p14:creationId xmlns:p14="http://schemas.microsoft.com/office/powerpoint/2010/main" val="12950832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6 of 6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Great is thy faithfulness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288D09-1B9C-0354-3D7D-9924FDA89DDD}"/>
              </a:ext>
            </a:extLst>
          </p:cNvPr>
          <p:cNvSpPr/>
          <p:nvPr/>
        </p:nvSpPr>
        <p:spPr>
          <a:xfrm>
            <a:off x="1168648" y="887505"/>
            <a:ext cx="7507001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 is Thy faithfulness!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 is Thy faithfulness!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Morning by morning new mercies I see;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I have needed Thy hand hath provided: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 is Thy faithfulness, Lord, unto me!</a:t>
            </a: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3261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08F97D-3CDF-CA79-E33A-88483FB4AE0E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398403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i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Parish Day</a:t>
            </a: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 </a:t>
            </a:r>
            <a:b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prstClr val="black">
                      <a:alpha val="43000"/>
                    </a:prstClr>
                  </a:outerShdw>
                </a:effectLst>
                <a:latin typeface="Footlight MT Light"/>
                <a:cs typeface="IrisUPC"/>
              </a:rPr>
              <a:t>Holy Qurbana Service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Closing Hymn</a:t>
            </a:r>
          </a:p>
          <a:p>
            <a:r>
              <a:rPr lang="en-US">
                <a:solidFill>
                  <a:schemeClr val="bg1"/>
                </a:solidFill>
              </a:rPr>
              <a:t>Song. No: 524</a:t>
            </a: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Song no: 524 v1</a:t>
            </a:r>
            <a:endParaRPr lang="en-US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Closing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802035"/>
            <a:ext cx="769865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br>
              <a:rPr lang="en-SG" sz="2800" dirty="0"/>
            </a:br>
            <a:r>
              <a:rPr lang="en-SG" sz="2800" dirty="0"/>
              <a:t>Guide me, O Thou great Jehovah,</a:t>
            </a:r>
          </a:p>
          <a:p>
            <a:pPr algn="ctr"/>
            <a:r>
              <a:rPr lang="en-SG" sz="2800" dirty="0"/>
              <a:t>Pilgrim through this barren land;</a:t>
            </a:r>
          </a:p>
          <a:p>
            <a:pPr algn="ctr"/>
            <a:r>
              <a:rPr lang="en-SG" sz="2800" dirty="0"/>
              <a:t>I am weak, but Thou art mighty;</a:t>
            </a:r>
          </a:p>
          <a:p>
            <a:pPr algn="ctr"/>
            <a:r>
              <a:rPr lang="en-SG" sz="2800" dirty="0"/>
              <a:t>Hold me with Thy powerful hand</a:t>
            </a:r>
          </a:p>
          <a:p>
            <a:pPr algn="ctr"/>
            <a:r>
              <a:rPr lang="en-SG" sz="2800" dirty="0"/>
              <a:t>Bread of heaven,                     [2]</a:t>
            </a:r>
          </a:p>
          <a:p>
            <a:pPr algn="ctr"/>
            <a:r>
              <a:rPr lang="en-SG" sz="2800" dirty="0"/>
              <a:t>Feed me till I want no more.   [2]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4ADE8D2-46FE-53B0-BD58-AD5ED324541E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398403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i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Parish Day</a:t>
            </a: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 </a:t>
            </a:r>
            <a:b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prstClr val="black">
                      <a:alpha val="43000"/>
                    </a:prstClr>
                  </a:outerShdw>
                </a:effectLst>
                <a:latin typeface="Footlight MT Light"/>
                <a:cs typeface="IrisUPC"/>
              </a:rPr>
              <a:t>Holy Qurbana Service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4ADE8D2-46FE-53B0-BD58-AD5ED324541E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398403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br>
              <a:rPr lang="en-SG" sz="6000" b="1" i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SG" sz="6000" b="1" i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Parish Day </a:t>
            </a: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prstClr val="black">
                      <a:alpha val="43000"/>
                    </a:prstClr>
                  </a:outerShdw>
                </a:effectLst>
                <a:latin typeface="Footlight MT Light"/>
                <a:cs typeface="IrisUPC"/>
              </a:rPr>
              <a:t>Meeting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6710237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Opening Hymn</a:t>
            </a:r>
          </a:p>
          <a:p>
            <a:r>
              <a:rPr lang="en-US" sz="4000">
                <a:solidFill>
                  <a:schemeClr val="bg1"/>
                </a:solidFill>
                <a:latin typeface="Tenorite"/>
              </a:rPr>
              <a:t>Song No: 228</a:t>
            </a:r>
          </a:p>
        </p:txBody>
      </p:sp>
    </p:spTree>
    <p:extLst>
      <p:ext uri="{BB962C8B-B14F-4D97-AF65-F5344CB8AC3E}">
        <p14:creationId xmlns:p14="http://schemas.microsoft.com/office/powerpoint/2010/main" val="42267937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Hymn – Song no.228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church's one foundation</a:t>
            </a:r>
          </a:p>
          <a:p>
            <a:pPr algn="ctr"/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Is Jesus Christ her Lord;</a:t>
            </a:r>
          </a:p>
          <a:p>
            <a:pPr algn="ctr"/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She is His new creation</a:t>
            </a:r>
          </a:p>
          <a:p>
            <a:pPr algn="ctr"/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By water and the Word:</a:t>
            </a:r>
          </a:p>
          <a:p>
            <a:pPr algn="ctr"/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From Heaven He came and sought her</a:t>
            </a:r>
          </a:p>
          <a:p>
            <a:pPr algn="ctr"/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To be His holy bride;</a:t>
            </a:r>
          </a:p>
          <a:p>
            <a:pPr algn="ctr"/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With His own blood He bought her,</a:t>
            </a:r>
          </a:p>
          <a:p>
            <a:pPr algn="ctr"/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for her life He died.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 3</a:t>
            </a:r>
          </a:p>
        </p:txBody>
      </p:sp>
    </p:spTree>
    <p:extLst>
      <p:ext uri="{BB962C8B-B14F-4D97-AF65-F5344CB8AC3E}">
        <p14:creationId xmlns:p14="http://schemas.microsoft.com/office/powerpoint/2010/main" val="42693475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Hymn – Song no.228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Segoe UI"/>
                <a:cs typeface="Segoe UI"/>
              </a:rPr>
              <a:t>Elect from </a:t>
            </a:r>
            <a:r>
              <a:rPr lang="en-SG" sz="2800" err="1">
                <a:latin typeface="Segoe UI"/>
                <a:cs typeface="Segoe UI"/>
              </a:rPr>
              <a:t>ev'ry</a:t>
            </a:r>
            <a:r>
              <a:rPr lang="en-SG" sz="2800">
                <a:latin typeface="Segoe UI"/>
                <a:cs typeface="Segoe UI"/>
              </a:rPr>
              <a:t> nation,</a:t>
            </a:r>
            <a:endParaRPr lang="en-US"/>
          </a:p>
          <a:p>
            <a:pPr algn="ctr"/>
            <a:r>
              <a:rPr lang="en-SG" sz="2800">
                <a:latin typeface="Segoe UI"/>
                <a:cs typeface="Segoe UI"/>
              </a:rPr>
              <a:t>Yet one o'er all the earth,</a:t>
            </a:r>
            <a:endParaRPr lang="en-US"/>
          </a:p>
          <a:p>
            <a:pPr algn="ctr"/>
            <a:r>
              <a:rPr lang="en-SG" sz="2800">
                <a:latin typeface="Segoe UI"/>
                <a:cs typeface="Segoe UI"/>
              </a:rPr>
              <a:t>Her charter of salvation,</a:t>
            </a:r>
            <a:endParaRPr lang="en-SG"/>
          </a:p>
          <a:p>
            <a:pPr algn="ctr"/>
            <a:r>
              <a:rPr lang="en-SG" sz="2800">
                <a:latin typeface="Segoe UI"/>
                <a:cs typeface="Segoe UI"/>
              </a:rPr>
              <a:t>One Lord, one faith, one birth;</a:t>
            </a:r>
            <a:endParaRPr lang="en-SG"/>
          </a:p>
          <a:p>
            <a:pPr algn="ctr"/>
            <a:r>
              <a:rPr lang="en-SG" sz="2800">
                <a:latin typeface="Segoe UI"/>
                <a:cs typeface="Segoe UI"/>
              </a:rPr>
              <a:t>One holy Name she blesses,</a:t>
            </a:r>
            <a:endParaRPr lang="en-SG"/>
          </a:p>
          <a:p>
            <a:pPr algn="ctr"/>
            <a:r>
              <a:rPr lang="en-SG" sz="2800">
                <a:latin typeface="Segoe UI"/>
                <a:cs typeface="Segoe UI"/>
              </a:rPr>
              <a:t>Partakes one holy food,</a:t>
            </a:r>
            <a:endParaRPr lang="en-SG"/>
          </a:p>
          <a:p>
            <a:pPr algn="ctr"/>
            <a:r>
              <a:rPr lang="en-SG" sz="2800">
                <a:latin typeface="Segoe UI"/>
                <a:cs typeface="Segoe UI"/>
              </a:rPr>
              <a:t>And to one hope she presses,</a:t>
            </a:r>
            <a:endParaRPr lang="en-SG"/>
          </a:p>
          <a:p>
            <a:pPr algn="ctr"/>
            <a:r>
              <a:rPr lang="en-SG" sz="2800">
                <a:latin typeface="Segoe UI"/>
                <a:cs typeface="Segoe UI"/>
              </a:rPr>
              <a:t>With </a:t>
            </a:r>
            <a:r>
              <a:rPr lang="en-SG" sz="2800" err="1">
                <a:latin typeface="Segoe UI"/>
                <a:cs typeface="Segoe UI"/>
              </a:rPr>
              <a:t>ev'ry</a:t>
            </a:r>
            <a:r>
              <a:rPr lang="en-SG" sz="2800">
                <a:latin typeface="Segoe UI"/>
                <a:cs typeface="Segoe UI"/>
              </a:rPr>
              <a:t> grace endued.</a:t>
            </a:r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2 of 3</a:t>
            </a:r>
          </a:p>
        </p:txBody>
      </p:sp>
    </p:spTree>
    <p:extLst>
      <p:ext uri="{BB962C8B-B14F-4D97-AF65-F5344CB8AC3E}">
        <p14:creationId xmlns:p14="http://schemas.microsoft.com/office/powerpoint/2010/main" val="17900667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Hymn – Song no.228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Segoe UI"/>
                <a:ea typeface="+mn-lt"/>
                <a:cs typeface="Segoe UI"/>
              </a:rPr>
              <a:t>Yet she on earth hath union</a:t>
            </a:r>
            <a:endParaRPr lang="en-US">
              <a:cs typeface="Calibri"/>
            </a:endParaRPr>
          </a:p>
          <a:p>
            <a:pPr algn="ctr"/>
            <a:r>
              <a:rPr lang="en-SG" sz="2800">
                <a:latin typeface="Segoe UI"/>
                <a:ea typeface="+mn-lt"/>
                <a:cs typeface="Segoe UI"/>
              </a:rPr>
              <a:t>With God the Three in One,</a:t>
            </a:r>
            <a:endParaRPr lang="en-US">
              <a:cs typeface="Calibri"/>
            </a:endParaRPr>
          </a:p>
          <a:p>
            <a:pPr algn="ctr"/>
            <a:r>
              <a:rPr lang="en-SG" sz="2800" cap="all">
                <a:latin typeface="Segoe UI"/>
                <a:ea typeface="+mn-lt"/>
                <a:cs typeface="Segoe UI"/>
              </a:rPr>
              <a:t>a</a:t>
            </a:r>
            <a:r>
              <a:rPr lang="en-SG" sz="2800">
                <a:latin typeface="Segoe UI"/>
                <a:ea typeface="+mn-lt"/>
                <a:cs typeface="Segoe UI"/>
              </a:rPr>
              <a:t>nd mystic sweet communion</a:t>
            </a:r>
            <a:endParaRPr lang="en-SG">
              <a:cs typeface="Calibri"/>
            </a:endParaRPr>
          </a:p>
          <a:p>
            <a:pPr algn="ctr"/>
            <a:r>
              <a:rPr lang="en-SG" sz="2800" cap="all">
                <a:latin typeface="Segoe UI"/>
                <a:ea typeface="+mn-lt"/>
                <a:cs typeface="Segoe UI"/>
              </a:rPr>
              <a:t>w</a:t>
            </a:r>
            <a:r>
              <a:rPr lang="en-SG" sz="2800">
                <a:latin typeface="Segoe UI"/>
                <a:ea typeface="+mn-lt"/>
                <a:cs typeface="Segoe UI"/>
              </a:rPr>
              <a:t>ith those whose rest is won.</a:t>
            </a:r>
            <a:endParaRPr lang="en-SG">
              <a:cs typeface="Calibri"/>
            </a:endParaRPr>
          </a:p>
          <a:p>
            <a:pPr algn="ctr"/>
            <a:r>
              <a:rPr lang="en-SG" sz="2800">
                <a:latin typeface="Segoe UI"/>
                <a:ea typeface="+mn-lt"/>
                <a:cs typeface="Segoe UI"/>
              </a:rPr>
              <a:t>O happy ones and holy!</a:t>
            </a:r>
            <a:endParaRPr lang="en-SG">
              <a:cs typeface="Calibri"/>
            </a:endParaRPr>
          </a:p>
          <a:p>
            <a:pPr algn="ctr"/>
            <a:r>
              <a:rPr lang="en-SG" sz="2800">
                <a:latin typeface="Segoe UI"/>
                <a:ea typeface="+mn-lt"/>
                <a:cs typeface="Segoe UI"/>
              </a:rPr>
              <a:t>Lord, give us grace that we,</a:t>
            </a:r>
            <a:endParaRPr lang="en-SG">
              <a:cs typeface="Calibri"/>
            </a:endParaRPr>
          </a:p>
          <a:p>
            <a:pPr algn="ctr"/>
            <a:r>
              <a:rPr lang="en-SG" sz="2800" cap="all">
                <a:latin typeface="Segoe UI"/>
                <a:ea typeface="+mn-lt"/>
                <a:cs typeface="Segoe UI"/>
              </a:rPr>
              <a:t>l</a:t>
            </a:r>
            <a:r>
              <a:rPr lang="en-SG" sz="2800">
                <a:latin typeface="Segoe UI"/>
                <a:ea typeface="+mn-lt"/>
                <a:cs typeface="Segoe UI"/>
              </a:rPr>
              <a:t>ike them, the meek and lowly,</a:t>
            </a:r>
            <a:endParaRPr lang="en-SG">
              <a:cs typeface="Calibri"/>
            </a:endParaRPr>
          </a:p>
          <a:p>
            <a:pPr algn="ctr"/>
            <a:r>
              <a:rPr lang="en-SG" sz="2800" cap="all">
                <a:latin typeface="Segoe UI"/>
                <a:ea typeface="+mn-lt"/>
                <a:cs typeface="Segoe UI"/>
              </a:rPr>
              <a:t>o</a:t>
            </a:r>
            <a:r>
              <a:rPr lang="en-SG" sz="2800">
                <a:latin typeface="Segoe UI"/>
                <a:ea typeface="+mn-lt"/>
                <a:cs typeface="Segoe UI"/>
              </a:rPr>
              <a:t>n high may dwell with Thee.</a:t>
            </a:r>
            <a:endParaRPr lang="en-SG"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3 of 3</a:t>
            </a:r>
          </a:p>
        </p:txBody>
      </p:sp>
    </p:spTree>
    <p:extLst>
      <p:ext uri="{BB962C8B-B14F-4D97-AF65-F5344CB8AC3E}">
        <p14:creationId xmlns:p14="http://schemas.microsoft.com/office/powerpoint/2010/main" val="7057684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err="1">
                <a:solidFill>
                  <a:schemeClr val="bg1"/>
                </a:solidFill>
                <a:latin typeface="Tenorite"/>
              </a:rPr>
              <a:t>maruvil</a:t>
            </a:r>
            <a:r>
              <a:rPr lang="en-US">
                <a:solidFill>
                  <a:schemeClr val="bg1"/>
                </a:solidFill>
                <a:latin typeface="Tenorite"/>
              </a:rPr>
              <a:t> </a:t>
            </a:r>
            <a:r>
              <a:rPr lang="en-US" err="1">
                <a:solidFill>
                  <a:schemeClr val="bg1"/>
                </a:solidFill>
                <a:latin typeface="Tenorite"/>
              </a:rPr>
              <a:t>thanalaai</a:t>
            </a:r>
          </a:p>
          <a:p>
            <a:r>
              <a:rPr lang="en-US" sz="4000">
                <a:solidFill>
                  <a:schemeClr val="bg1"/>
                </a:solidFill>
                <a:latin typeface="Tenorite"/>
              </a:rPr>
              <a:t>-</a:t>
            </a:r>
            <a:r>
              <a:rPr lang="en-US" sz="4000" err="1">
                <a:solidFill>
                  <a:schemeClr val="bg1"/>
                </a:solidFill>
                <a:latin typeface="Tenorite"/>
              </a:rPr>
              <a:t>AbuBen</a:t>
            </a:r>
          </a:p>
        </p:txBody>
      </p:sp>
    </p:spTree>
    <p:extLst>
      <p:ext uri="{BB962C8B-B14F-4D97-AF65-F5344CB8AC3E}">
        <p14:creationId xmlns:p14="http://schemas.microsoft.com/office/powerpoint/2010/main" val="363050451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E4E32-63D2-14BD-050D-123A3B78B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2400" dirty="0" err="1">
                <a:latin typeface="ML-TTKarthika"/>
                <a:ea typeface="+mj-lt"/>
                <a:cs typeface="Segoe UI"/>
              </a:rPr>
              <a:t>acphnÂ</a:t>
            </a:r>
            <a:r>
              <a:rPr lang="en-SG" sz="2400" dirty="0">
                <a:latin typeface="ML-TTKarthika"/>
                <a:ea typeface="+mj-lt"/>
                <a:cs typeface="Segoe UI"/>
              </a:rPr>
              <a:t> </a:t>
            </a:r>
            <a:r>
              <a:rPr lang="en-SG" sz="2400" dirty="0" err="1">
                <a:latin typeface="ML-TTKarthika"/>
                <a:ea typeface="+mj-lt"/>
                <a:cs typeface="Segoe UI"/>
              </a:rPr>
              <a:t>XWembv</a:t>
            </a:r>
            <a:r>
              <a:rPr lang="en-SG" sz="2400" dirty="0">
                <a:latin typeface="ML-TTKarthika"/>
                <a:ea typeface="+mj-lt"/>
                <a:cs typeface="Segoe UI"/>
              </a:rPr>
              <a:t>  (</a:t>
            </a:r>
            <a:r>
              <a:rPr lang="en-SG" sz="2400" dirty="0" err="1">
                <a:ea typeface="+mj-lt"/>
                <a:cs typeface="+mj-lt"/>
              </a:rPr>
              <a:t>maruvil</a:t>
            </a:r>
            <a:r>
              <a:rPr lang="en-SG" sz="2400" dirty="0">
                <a:ea typeface="+mj-lt"/>
                <a:cs typeface="+mj-lt"/>
              </a:rPr>
              <a:t> </a:t>
            </a:r>
            <a:r>
              <a:rPr lang="en-SG" sz="2400" dirty="0" err="1">
                <a:ea typeface="+mj-lt"/>
                <a:cs typeface="+mj-lt"/>
              </a:rPr>
              <a:t>thanalaai</a:t>
            </a:r>
            <a:r>
              <a:rPr lang="en-SG" sz="2400" dirty="0">
                <a:ea typeface="+mj-lt"/>
                <a:cs typeface="+mj-lt"/>
              </a:rPr>
              <a:t>)</a:t>
            </a:r>
            <a:endParaRPr lang="en-SG" dirty="0"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797BD5-EFDE-AC36-52B6-8F535DBD9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277095"/>
              </p:ext>
            </p:extLst>
          </p:nvPr>
        </p:nvGraphicFramePr>
        <p:xfrm>
          <a:off x="-1" y="715618"/>
          <a:ext cx="9144000" cy="33297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405277049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680901937"/>
                    </a:ext>
                  </a:extLst>
                </a:gridCol>
              </a:tblGrid>
              <a:tr h="66517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9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9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paazhmanal</a:t>
                      </a:r>
                      <a:r>
                        <a:rPr lang="en-SG" sz="19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9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aane</a:t>
                      </a:r>
                      <a:r>
                        <a:rPr lang="en-SG" sz="19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9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peruveyil</a:t>
                      </a:r>
                      <a:r>
                        <a:rPr lang="en-SG" sz="19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9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aane</a:t>
                      </a:r>
                      <a:endParaRPr lang="en-SG" sz="19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9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oru</a:t>
                      </a:r>
                      <a:r>
                        <a:rPr lang="en-SG" sz="19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9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thanalolum</a:t>
                      </a:r>
                      <a:r>
                        <a:rPr lang="en-SG" sz="19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9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kaanaanille</a:t>
                      </a:r>
                      <a:endParaRPr lang="en-SG" sz="19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51435" marR="51435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900" i="1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9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In this barren desert, it is scorching hot;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9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there is no shade to be seen.</a:t>
                      </a:r>
                    </a:p>
                  </a:txBody>
                  <a:tcPr marL="51435" marR="51435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284159"/>
                  </a:ext>
                </a:extLst>
              </a:tr>
              <a:tr h="18110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9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9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thalarum</a:t>
                      </a:r>
                      <a:r>
                        <a:rPr lang="en-SG" sz="19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9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en</a:t>
                      </a:r>
                      <a:r>
                        <a:rPr lang="en-SG" sz="19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9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thanuvum</a:t>
                      </a:r>
                      <a:endParaRPr lang="en-SG" sz="19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9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varalum</a:t>
                      </a:r>
                      <a:r>
                        <a:rPr lang="en-SG" sz="19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9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en</a:t>
                      </a:r>
                      <a:r>
                        <a:rPr lang="en-SG" sz="19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9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aathmaavum</a:t>
                      </a:r>
                      <a:endParaRPr lang="en-SG" sz="19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9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eeveyilil</a:t>
                      </a:r>
                      <a:r>
                        <a:rPr lang="en-SG" sz="19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9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kariyunne</a:t>
                      </a:r>
                      <a:endParaRPr lang="en-SG" sz="19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9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kanalu</a:t>
                      </a:r>
                      <a:r>
                        <a:rPr lang="en-SG" sz="19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9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polennullam</a:t>
                      </a:r>
                      <a:endParaRPr lang="en-SG" sz="19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51435" marR="51435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900" i="1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9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My body is weak;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9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my soul is drying up;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9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In this heat burns,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9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like embers, my inner being.</a:t>
                      </a:r>
                    </a:p>
                  </a:txBody>
                  <a:tcPr marL="51435" marR="51435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995415"/>
                  </a:ext>
                </a:extLst>
              </a:tr>
              <a:tr h="2832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9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51435" marR="51435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9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51435" marR="51435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8575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212133A-4DE9-B8F6-591B-6C4E6DB0346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SG" sz="1400" dirty="0" err="1"/>
              <a:t>Maruvil</a:t>
            </a:r>
            <a:r>
              <a:rPr lang="en-US" sz="1400" dirty="0"/>
              <a:t>: </a:t>
            </a:r>
            <a:r>
              <a:rPr lang="en-SG" sz="1400" dirty="0"/>
              <a:t>1 of</a:t>
            </a:r>
            <a:r>
              <a:rPr lang="en-US" sz="1400" dirty="0"/>
              <a:t> </a:t>
            </a:r>
            <a:r>
              <a:rPr lang="en-SG" sz="1400" dirty="0"/>
              <a:t>5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5764275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E4E32-63D2-14BD-050D-123A3B78B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2400" err="1">
                <a:latin typeface="ML-TTKarthika"/>
                <a:ea typeface="+mj-lt"/>
                <a:cs typeface="Segoe UI"/>
              </a:rPr>
              <a:t>acphnÂ</a:t>
            </a:r>
            <a:r>
              <a:rPr lang="en-SG" sz="2400" dirty="0">
                <a:latin typeface="ML-TTKarthika"/>
                <a:ea typeface="+mj-lt"/>
                <a:cs typeface="Segoe UI"/>
              </a:rPr>
              <a:t> </a:t>
            </a:r>
            <a:r>
              <a:rPr lang="en-SG" sz="2400" err="1">
                <a:latin typeface="ML-TTKarthika"/>
                <a:ea typeface="+mj-lt"/>
                <a:cs typeface="Segoe UI"/>
              </a:rPr>
              <a:t>XWembv</a:t>
            </a:r>
            <a:r>
              <a:rPr lang="en-SG" sz="2400" dirty="0">
                <a:latin typeface="ML-TTKarthika"/>
                <a:ea typeface="+mj-lt"/>
                <a:cs typeface="Segoe UI"/>
              </a:rPr>
              <a:t>  (</a:t>
            </a:r>
            <a:r>
              <a:rPr lang="en-SG" sz="2400" err="1">
                <a:ea typeface="+mj-lt"/>
                <a:cs typeface="+mj-lt"/>
              </a:rPr>
              <a:t>maruvil</a:t>
            </a:r>
            <a:r>
              <a:rPr lang="en-SG" sz="2400" dirty="0">
                <a:ea typeface="+mj-lt"/>
                <a:cs typeface="+mj-lt"/>
              </a:rPr>
              <a:t> </a:t>
            </a:r>
            <a:r>
              <a:rPr lang="en-SG" sz="2400" err="1">
                <a:ea typeface="+mj-lt"/>
                <a:cs typeface="+mj-lt"/>
              </a:rPr>
              <a:t>thanalaai</a:t>
            </a:r>
            <a:r>
              <a:rPr lang="en-SG" sz="2400" dirty="0">
                <a:ea typeface="+mj-lt"/>
                <a:cs typeface="+mj-lt"/>
              </a:rPr>
              <a:t>)</a:t>
            </a:r>
            <a:endParaRPr lang="en-SG" dirty="0"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797BD5-EFDE-AC36-52B6-8F535DBD9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722754"/>
              </p:ext>
            </p:extLst>
          </p:nvPr>
        </p:nvGraphicFramePr>
        <p:xfrm>
          <a:off x="0" y="606241"/>
          <a:ext cx="9144000" cy="45635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405277049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680901937"/>
                    </a:ext>
                  </a:extLst>
                </a:gridCol>
              </a:tblGrid>
              <a:tr h="10665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maruvil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thanalaai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ente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arikil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neevarumo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maariyin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kuliraal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enne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onnu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thanupikkumo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51435" marR="51435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800" i="1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As a shade in the desert, will you come to me?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As the cold rain, will you cool me down?</a:t>
                      </a:r>
                    </a:p>
                  </a:txBody>
                  <a:tcPr marL="51435" marR="51435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284159"/>
                  </a:ext>
                </a:extLst>
              </a:tr>
              <a:tr h="27957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maruvil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thanalaai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ente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arikil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vanneedumo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vaadumen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meniye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onnu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kaithaangi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nadathoo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maariyin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kuliraal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enne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onnu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thanupikkumo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neerumen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praanane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onnu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nin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maarodanakkoo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51435" marR="51435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800" i="1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As a shade in the desert, will you come to me?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My withering body, will you lend a hand and guide?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As the cold rain, will you cool me down?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My burning soul, will you hold close to your bosom?</a:t>
                      </a:r>
                    </a:p>
                  </a:txBody>
                  <a:tcPr marL="51435" marR="51435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995415"/>
                  </a:ext>
                </a:extLst>
              </a:tr>
              <a:tr h="2719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51435" marR="51435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51435" marR="51435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8575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1B2D115-5FE4-09DF-50FC-D8E34CFC6F7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SG" sz="1400" dirty="0" err="1"/>
              <a:t>Maruvil</a:t>
            </a:r>
            <a:r>
              <a:rPr lang="en-US" sz="1400" dirty="0"/>
              <a:t>: </a:t>
            </a:r>
            <a:r>
              <a:rPr lang="en-SG" sz="1400" dirty="0"/>
              <a:t>2 of</a:t>
            </a:r>
            <a:r>
              <a:rPr lang="en-US" sz="1400" dirty="0"/>
              <a:t> </a:t>
            </a:r>
            <a:r>
              <a:rPr lang="en-SG" sz="1400" dirty="0"/>
              <a:t>5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7311267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E4E32-63D2-14BD-050D-123A3B78B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2400" err="1">
                <a:latin typeface="ML-TTKarthika"/>
                <a:ea typeface="+mj-lt"/>
                <a:cs typeface="Segoe UI"/>
              </a:rPr>
              <a:t>acphnÂ</a:t>
            </a:r>
            <a:r>
              <a:rPr lang="en-SG" sz="2400" dirty="0">
                <a:latin typeface="ML-TTKarthika"/>
                <a:ea typeface="+mj-lt"/>
                <a:cs typeface="Segoe UI"/>
              </a:rPr>
              <a:t> </a:t>
            </a:r>
            <a:r>
              <a:rPr lang="en-SG" sz="2400" err="1">
                <a:latin typeface="ML-TTKarthika"/>
                <a:ea typeface="+mj-lt"/>
                <a:cs typeface="Segoe UI"/>
              </a:rPr>
              <a:t>XWembv</a:t>
            </a:r>
            <a:r>
              <a:rPr lang="en-SG" sz="2400" dirty="0">
                <a:latin typeface="ML-TTKarthika"/>
                <a:ea typeface="+mj-lt"/>
                <a:cs typeface="Segoe UI"/>
              </a:rPr>
              <a:t>  (</a:t>
            </a:r>
            <a:r>
              <a:rPr lang="en-SG" sz="2400" err="1">
                <a:ea typeface="+mj-lt"/>
                <a:cs typeface="+mj-lt"/>
              </a:rPr>
              <a:t>maruvil</a:t>
            </a:r>
            <a:r>
              <a:rPr lang="en-SG" sz="2400" dirty="0">
                <a:ea typeface="+mj-lt"/>
                <a:cs typeface="+mj-lt"/>
              </a:rPr>
              <a:t> </a:t>
            </a:r>
            <a:r>
              <a:rPr lang="en-SG" sz="2400" err="1">
                <a:ea typeface="+mj-lt"/>
                <a:cs typeface="+mj-lt"/>
              </a:rPr>
              <a:t>thanalaai</a:t>
            </a:r>
            <a:r>
              <a:rPr lang="en-SG" sz="2400" dirty="0">
                <a:ea typeface="+mj-lt"/>
                <a:cs typeface="+mj-lt"/>
              </a:rPr>
              <a:t>)</a:t>
            </a:r>
            <a:endParaRPr lang="en-SG" dirty="0"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797BD5-EFDE-AC36-52B6-8F535DBD9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977690"/>
              </p:ext>
            </p:extLst>
          </p:nvPr>
        </p:nvGraphicFramePr>
        <p:xfrm>
          <a:off x="-1" y="715618"/>
          <a:ext cx="9144000" cy="32625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405277049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680901937"/>
                    </a:ext>
                  </a:extLst>
                </a:gridCol>
              </a:tblGrid>
              <a:tr h="6416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endParaRPr lang="fi-FI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fi-FI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koorirul aane kaalidarunne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i-FI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koodananjeedaan enikkaaville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51435" marR="51435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800" i="1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In this pitch darkness, my feet stumble;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 will not be able to reach my home.</a:t>
                      </a:r>
                    </a:p>
                  </a:txBody>
                  <a:tcPr marL="51435" marR="51435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284159"/>
                  </a:ext>
                </a:extLst>
              </a:tr>
              <a:tr h="17507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idarum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paadhangalum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kuzhanju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veeneedunnne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dhishayillaa-thalayunne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kaanaan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ille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en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geham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51435" marR="51435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800" i="1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My feet stumble;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and in my weakness, I fall.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 roam around without direction;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 cannot see my home.</a:t>
                      </a:r>
                      <a:endParaRPr lang="en-SG" sz="1800" i="1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51435" marR="51435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995415"/>
                  </a:ext>
                </a:extLst>
              </a:tr>
              <a:tr h="2719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51435" marR="51435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51435" marR="51435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8575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24F5D3E-FDFD-D7FF-5C5E-1BB3B0B1DFC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SG" sz="1400" dirty="0" err="1"/>
              <a:t>Maruvil</a:t>
            </a:r>
            <a:r>
              <a:rPr lang="en-US" sz="1400" dirty="0"/>
              <a:t>: </a:t>
            </a:r>
            <a:r>
              <a:rPr lang="en-SG" sz="1400" dirty="0"/>
              <a:t>3 of</a:t>
            </a:r>
            <a:r>
              <a:rPr lang="en-US" sz="1400" dirty="0"/>
              <a:t> </a:t>
            </a:r>
            <a:r>
              <a:rPr lang="en-SG" sz="1400" dirty="0"/>
              <a:t>5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993161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E4E32-63D2-14BD-050D-123A3B78B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2400" err="1">
                <a:latin typeface="ML-TTKarthika"/>
                <a:ea typeface="+mj-lt"/>
                <a:cs typeface="Segoe UI"/>
              </a:rPr>
              <a:t>acphnÂ</a:t>
            </a:r>
            <a:r>
              <a:rPr lang="en-SG" sz="2400" dirty="0">
                <a:latin typeface="ML-TTKarthika"/>
                <a:ea typeface="+mj-lt"/>
                <a:cs typeface="Segoe UI"/>
              </a:rPr>
              <a:t> </a:t>
            </a:r>
            <a:r>
              <a:rPr lang="en-SG" sz="2400" err="1">
                <a:latin typeface="ML-TTKarthika"/>
                <a:ea typeface="+mj-lt"/>
                <a:cs typeface="Segoe UI"/>
              </a:rPr>
              <a:t>XWembv</a:t>
            </a:r>
            <a:r>
              <a:rPr lang="en-SG" sz="2400" dirty="0">
                <a:latin typeface="ML-TTKarthika"/>
                <a:ea typeface="+mj-lt"/>
                <a:cs typeface="Segoe UI"/>
              </a:rPr>
              <a:t>  (</a:t>
            </a:r>
            <a:r>
              <a:rPr lang="en-SG" sz="2400" err="1">
                <a:ea typeface="+mj-lt"/>
                <a:cs typeface="+mj-lt"/>
              </a:rPr>
              <a:t>maruvil</a:t>
            </a:r>
            <a:r>
              <a:rPr lang="en-SG" sz="2400" dirty="0">
                <a:ea typeface="+mj-lt"/>
                <a:cs typeface="+mj-lt"/>
              </a:rPr>
              <a:t> </a:t>
            </a:r>
            <a:r>
              <a:rPr lang="en-SG" sz="2400" err="1">
                <a:ea typeface="+mj-lt"/>
                <a:cs typeface="+mj-lt"/>
              </a:rPr>
              <a:t>thanalaai</a:t>
            </a:r>
            <a:r>
              <a:rPr lang="en-SG" sz="2400" dirty="0">
                <a:ea typeface="+mj-lt"/>
                <a:cs typeface="+mj-lt"/>
              </a:rPr>
              <a:t>)</a:t>
            </a:r>
            <a:endParaRPr lang="en-SG" dirty="0"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797BD5-EFDE-AC36-52B6-8F535DBD9C47}"/>
              </a:ext>
            </a:extLst>
          </p:cNvPr>
          <p:cNvGraphicFramePr>
            <a:graphicFrameLocks noGrp="1"/>
          </p:cNvGraphicFramePr>
          <p:nvPr/>
        </p:nvGraphicFramePr>
        <p:xfrm>
          <a:off x="-1" y="715618"/>
          <a:ext cx="9144000" cy="428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405277049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680901937"/>
                    </a:ext>
                  </a:extLst>
                </a:gridCol>
              </a:tblGrid>
              <a:tr h="13048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irulil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oliyaai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oru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paatha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thelicheedumo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paathayil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dheepamaai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nervazhi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kaatti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tharumo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51435" marR="51435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As a light in the darkness, will you light a path?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In the path as a lamp, will show me the right way?</a:t>
                      </a:r>
                    </a:p>
                  </a:txBody>
                  <a:tcPr marL="51435" marR="51435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284159"/>
                  </a:ext>
                </a:extLst>
              </a:tr>
              <a:tr h="29248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irulil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oliyaai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oru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paatha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thelicheedumo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paathayil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dheepamaai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nervazhi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kaatti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tharumo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alayum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enne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nee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ethendidathethicheedumo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ennumen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chaare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nee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nalsakhiyaayi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nilkkumo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51435" marR="51435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800" i="1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As a light in the darkness, will you light a path?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In the path as a lamp, will show me the right way?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My wandering self, will you guide to its destination?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Will you always be my side, as a good friend?</a:t>
                      </a:r>
                    </a:p>
                  </a:txBody>
                  <a:tcPr marL="51435" marR="51435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99541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9AB55FE-622D-BCB7-7235-CD17267DB04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SG" sz="1400" dirty="0" err="1"/>
              <a:t>Maruvil</a:t>
            </a:r>
            <a:r>
              <a:rPr lang="en-US" sz="1400" dirty="0"/>
              <a:t>: </a:t>
            </a:r>
            <a:r>
              <a:rPr lang="en-SG" sz="1400" dirty="0"/>
              <a:t>4 of</a:t>
            </a:r>
            <a:r>
              <a:rPr lang="en-US" sz="1400" dirty="0"/>
              <a:t> </a:t>
            </a:r>
            <a:r>
              <a:rPr lang="en-SG" sz="1400" dirty="0"/>
              <a:t>5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0005041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E4E32-63D2-14BD-050D-123A3B78B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2400" err="1">
                <a:latin typeface="ML-TTKarthika"/>
                <a:ea typeface="+mj-lt"/>
                <a:cs typeface="Segoe UI"/>
              </a:rPr>
              <a:t>acphnÂ</a:t>
            </a:r>
            <a:r>
              <a:rPr lang="en-SG" sz="2400" dirty="0">
                <a:latin typeface="ML-TTKarthika"/>
                <a:ea typeface="+mj-lt"/>
                <a:cs typeface="Segoe UI"/>
              </a:rPr>
              <a:t> </a:t>
            </a:r>
            <a:r>
              <a:rPr lang="en-SG" sz="2400" err="1">
                <a:latin typeface="ML-TTKarthika"/>
                <a:ea typeface="+mj-lt"/>
                <a:cs typeface="Segoe UI"/>
              </a:rPr>
              <a:t>XWembv</a:t>
            </a:r>
            <a:r>
              <a:rPr lang="en-SG" sz="2400" dirty="0">
                <a:latin typeface="ML-TTKarthika"/>
                <a:ea typeface="+mj-lt"/>
                <a:cs typeface="Segoe UI"/>
              </a:rPr>
              <a:t>  (</a:t>
            </a:r>
            <a:r>
              <a:rPr lang="en-SG" sz="2400" err="1">
                <a:ea typeface="+mj-lt"/>
                <a:cs typeface="+mj-lt"/>
              </a:rPr>
              <a:t>maruvil</a:t>
            </a:r>
            <a:r>
              <a:rPr lang="en-SG" sz="2400" dirty="0">
                <a:ea typeface="+mj-lt"/>
                <a:cs typeface="+mj-lt"/>
              </a:rPr>
              <a:t> </a:t>
            </a:r>
            <a:r>
              <a:rPr lang="en-SG" sz="2400" err="1">
                <a:ea typeface="+mj-lt"/>
                <a:cs typeface="+mj-lt"/>
              </a:rPr>
              <a:t>thanalaai</a:t>
            </a:r>
            <a:r>
              <a:rPr lang="en-SG" sz="2400" dirty="0">
                <a:ea typeface="+mj-lt"/>
                <a:cs typeface="+mj-lt"/>
              </a:rPr>
              <a:t>)</a:t>
            </a:r>
            <a:endParaRPr lang="en-SG" dirty="0"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797BD5-EFDE-AC36-52B6-8F535DBD9C47}"/>
              </a:ext>
            </a:extLst>
          </p:cNvPr>
          <p:cNvGraphicFramePr>
            <a:graphicFrameLocks noGrp="1"/>
          </p:cNvGraphicFramePr>
          <p:nvPr/>
        </p:nvGraphicFramePr>
        <p:xfrm>
          <a:off x="-1" y="715618"/>
          <a:ext cx="9144000" cy="37045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405277049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680901937"/>
                    </a:ext>
                  </a:extLst>
                </a:gridCol>
              </a:tblGrid>
              <a:tr h="17507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maruvil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irulil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meveedum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neram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nin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naamam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maathram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onneyulloo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sharanam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ini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orunaal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oduvil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ee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yaathra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theerum</a:t>
                      </a: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annaal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alavil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SG" sz="1800" kern="100" dirty="0" err="1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marukarayanayum</a:t>
                      </a:r>
                      <a:r>
                        <a:rPr lang="en-SG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</a:p>
                  </a:txBody>
                  <a:tcPr marL="51435" marR="51435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In the desert, in the darkness as I wander,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My only refuge is your name.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800" i="1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This journey will end one day,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and on that day I will reach the other shore.</a:t>
                      </a:r>
                    </a:p>
                  </a:txBody>
                  <a:tcPr marL="51435" marR="51435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284159"/>
                  </a:ext>
                </a:extLst>
              </a:tr>
              <a:tr h="17507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8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nl-NL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ee paazhmanalil ee peruveyilil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nl-NL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en chare nee thanalaayunde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nl-NL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ee koorirulil en kanmunnil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nl-NL" sz="1800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en geham njan kaanunnnunde</a:t>
                      </a:r>
                    </a:p>
                  </a:txBody>
                  <a:tcPr marL="51435" marR="51435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SG" sz="1800" i="1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In this barren desert, in this scorching heat,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you are there beside me as a shade;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In this pitch darkness, before my eyes,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i="1" kern="100" dirty="0">
                          <a:effectLst/>
                          <a:latin typeface="Segoe UI" panose="020B0502040204020203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 can see my home</a:t>
                      </a:r>
                    </a:p>
                  </a:txBody>
                  <a:tcPr marL="51435" marR="51435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99541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6F2C855-BC5B-F09D-3202-090FA0BF205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SG" sz="1400" dirty="0" err="1"/>
              <a:t>Maruvil</a:t>
            </a:r>
            <a:r>
              <a:rPr lang="en-US" sz="1400" dirty="0"/>
              <a:t>: </a:t>
            </a:r>
            <a:r>
              <a:rPr lang="en-SG" sz="1400" dirty="0"/>
              <a:t>5 of</a:t>
            </a:r>
            <a:r>
              <a:rPr lang="en-US" sz="1400" dirty="0"/>
              <a:t> </a:t>
            </a:r>
            <a:r>
              <a:rPr lang="en-SG" sz="1400" dirty="0"/>
              <a:t>5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3223910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4999"/>
              </a:lnSpc>
              <a:spcBef>
                <a:spcPts val="0"/>
              </a:spcBef>
            </a:pPr>
            <a:r>
              <a:rPr lang="en-SG">
                <a:latin typeface="Segoe UI"/>
                <a:ea typeface="Calibri" panose="020F0502020204030204" pitchFamily="34" charset="0"/>
                <a:cs typeface="Segoe UI"/>
              </a:rPr>
              <a:t>Song no. 556 v1</a:t>
            </a:r>
            <a:endParaRPr lang="en-US">
              <a:effectLst/>
              <a:latin typeface="Segoe UI"/>
              <a:ea typeface="Calibri" panose="020F0502020204030204" pitchFamily="34" charset="0"/>
              <a:cs typeface="Segoe UI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Slide : 1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1458615" y="1232922"/>
            <a:ext cx="622676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/>
              <a:t>Jesus, </a:t>
            </a:r>
            <a:r>
              <a:rPr lang="en-US" sz="2800" err="1"/>
              <a:t>Saviour</a:t>
            </a:r>
            <a:r>
              <a:rPr lang="en-US" sz="2800"/>
              <a:t>, pilot me,</a:t>
            </a:r>
          </a:p>
          <a:p>
            <a:r>
              <a:rPr lang="en-US" sz="2800"/>
              <a:t>Over life's tempestuous sea;</a:t>
            </a:r>
          </a:p>
          <a:p>
            <a:r>
              <a:rPr lang="en-US" sz="2800"/>
              <a:t>Unknown waves before me roll,</a:t>
            </a:r>
          </a:p>
          <a:p>
            <a:r>
              <a:rPr lang="en-US" sz="2800"/>
              <a:t>Hiding rock and treacherous shoal;</a:t>
            </a:r>
          </a:p>
          <a:p>
            <a:r>
              <a:rPr lang="en-US" sz="2800"/>
              <a:t>Chart and compass come from Thee:</a:t>
            </a:r>
          </a:p>
          <a:p>
            <a:r>
              <a:rPr lang="en-US" sz="2800"/>
              <a:t>Jesus, </a:t>
            </a:r>
            <a:r>
              <a:rPr lang="en-US" sz="2800" err="1"/>
              <a:t>Saviour</a:t>
            </a:r>
            <a:r>
              <a:rPr lang="en-US" sz="2800"/>
              <a:t>, pilot me ! </a:t>
            </a:r>
          </a:p>
        </p:txBody>
      </p:sp>
    </p:spTree>
    <p:extLst>
      <p:ext uri="{BB962C8B-B14F-4D97-AF65-F5344CB8AC3E}">
        <p14:creationId xmlns:p14="http://schemas.microsoft.com/office/powerpoint/2010/main" val="45447675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4999"/>
              </a:lnSpc>
              <a:spcBef>
                <a:spcPts val="0"/>
              </a:spcBef>
            </a:pPr>
            <a:r>
              <a:rPr lang="en-SG">
                <a:latin typeface="Segoe UI"/>
                <a:ea typeface="Calibri" panose="020F0502020204030204" pitchFamily="34" charset="0"/>
                <a:cs typeface="Segoe UI"/>
              </a:rPr>
              <a:t>Song no. 556 v2</a:t>
            </a:r>
            <a:endParaRPr lang="en-US">
              <a:effectLst/>
              <a:latin typeface="Segoe UI"/>
              <a:ea typeface="Calibri" panose="020F0502020204030204" pitchFamily="34" charset="0"/>
              <a:cs typeface="Segoe UI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Slide : 2 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1458615" y="1232922"/>
            <a:ext cx="6226769" cy="267765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As a mother stills her child,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Thou canst hush the ocean wild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Boisterous waves obey Thy will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When Thou </a:t>
            </a:r>
            <a:r>
              <a:rPr lang="en-US" sz="2800" err="1">
                <a:ea typeface="+mn-lt"/>
                <a:cs typeface="+mn-lt"/>
              </a:rPr>
              <a:t>say'st</a:t>
            </a:r>
            <a:r>
              <a:rPr lang="en-US" sz="2800">
                <a:ea typeface="+mn-lt"/>
                <a:cs typeface="+mn-lt"/>
              </a:rPr>
              <a:t> to them "Be still ! "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Wondrous Sovereign of the sea, 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Jesus, Saviour, pilot me</a:t>
            </a:r>
            <a:r>
              <a:rPr lang="en-US" sz="2800"/>
              <a:t> ! </a:t>
            </a:r>
            <a:endParaRPr lang="en-US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2986678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Closing Hymn</a:t>
            </a:r>
            <a:br>
              <a:rPr lang="en-US">
                <a:solidFill>
                  <a:schemeClr val="bg1"/>
                </a:solidFill>
                <a:latin typeface="Tenorite"/>
              </a:rPr>
            </a:br>
            <a:r>
              <a:rPr lang="en-US">
                <a:solidFill>
                  <a:schemeClr val="bg1"/>
                </a:solidFill>
                <a:latin typeface="Tenorite"/>
              </a:rPr>
              <a:t>Thy word is a lamp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71617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>
                <a:effectLst/>
                <a:latin typeface="Segoe UI"/>
                <a:ea typeface="Calibri" panose="020F0502020204030204" pitchFamily="34" charset="0"/>
                <a:cs typeface="Segoe UI"/>
              </a:rPr>
              <a:t>Closing Hymn </a:t>
            </a:r>
            <a:r>
              <a:rPr lang="en-SG">
                <a:latin typeface="Segoe UI"/>
                <a:ea typeface="Calibri" panose="020F0502020204030204" pitchFamily="34" charset="0"/>
                <a:cs typeface="Segoe UI"/>
              </a:rPr>
              <a:t>–</a:t>
            </a:r>
            <a:r>
              <a:rPr lang="en-SG">
                <a:effectLst/>
                <a:latin typeface="Segoe UI"/>
                <a:ea typeface="Calibri" panose="020F0502020204030204" pitchFamily="34" charset="0"/>
                <a:cs typeface="Segoe UI"/>
              </a:rPr>
              <a:t> </a:t>
            </a:r>
            <a:r>
              <a:rPr lang="en-SG">
                <a:latin typeface="Segoe UI"/>
                <a:ea typeface="Calibri" panose="020F0502020204030204" pitchFamily="34" charset="0"/>
                <a:cs typeface="Segoe UI"/>
              </a:rPr>
              <a:t>Thy word is a lamp</a:t>
            </a:r>
            <a:endParaRPr lang="en-US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 : </a:t>
            </a:r>
            <a:r>
              <a:rPr lang="en-US" sz="1400"/>
              <a:t>1</a:t>
            </a:r>
            <a:r>
              <a:rPr lang="en-US" sz="1400" dirty="0"/>
              <a:t> of</a:t>
            </a:r>
            <a:r>
              <a:rPr lang="en-US" sz="1400"/>
              <a:t> 2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99A30B-3F73-7F8B-6C95-6A04EF0A68EA}"/>
              </a:ext>
            </a:extLst>
          </p:cNvPr>
          <p:cNvSpPr/>
          <p:nvPr/>
        </p:nvSpPr>
        <p:spPr>
          <a:xfrm>
            <a:off x="348916" y="802035"/>
            <a:ext cx="8337884" cy="39703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sz="2800" i="1" dirty="0">
                <a:solidFill>
                  <a:srgbClr val="772626"/>
                </a:solidFill>
                <a:latin typeface="Segoe UI"/>
                <a:ea typeface="+mn-lt"/>
                <a:cs typeface="Segoe UI"/>
              </a:rPr>
              <a:t>Thy Word Is A Lamp Unto My Feet</a:t>
            </a:r>
            <a:br>
              <a:rPr lang="en-US" sz="2800" i="1" dirty="0">
                <a:solidFill>
                  <a:srgbClr val="772626"/>
                </a:solidFill>
                <a:latin typeface="Segoe UI"/>
                <a:ea typeface="+mn-lt"/>
                <a:cs typeface="Segoe UI"/>
              </a:rPr>
            </a:br>
            <a:r>
              <a:rPr lang="en-US" sz="2800" i="1" dirty="0">
                <a:solidFill>
                  <a:srgbClr val="772626"/>
                </a:solidFill>
                <a:latin typeface="Segoe UI"/>
                <a:ea typeface="+mn-lt"/>
                <a:cs typeface="Segoe UI"/>
              </a:rPr>
              <a:t>And A Light Unto My Path                [2]</a:t>
            </a:r>
            <a:endParaRPr lang="en-US" sz="2800" dirty="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 algn="ctr">
              <a:defRPr/>
            </a:pPr>
            <a:endParaRPr lang="en-US" sz="2800" dirty="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  <a:p>
            <a:pPr algn="ctr">
              <a:defRPr/>
            </a:pPr>
            <a:r>
              <a:rPr lang="en-US" sz="2800" dirty="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I will not forget</a:t>
            </a:r>
            <a:br>
              <a:rPr lang="en-US" sz="2800" dirty="0">
                <a:latin typeface="Segoe UI"/>
                <a:ea typeface="+mn-lt"/>
                <a:cs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Your love for me and yet</a:t>
            </a:r>
            <a:br>
              <a:rPr lang="en-US" sz="2800" dirty="0">
                <a:latin typeface="Segoe UI"/>
                <a:ea typeface="+mn-lt"/>
                <a:cs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My heart forever is wandering</a:t>
            </a:r>
            <a:br>
              <a:rPr lang="en-US" sz="2800" dirty="0">
                <a:latin typeface="Segoe UI"/>
                <a:ea typeface="+mn-lt"/>
                <a:cs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Jesus be my guide</a:t>
            </a:r>
            <a:br>
              <a:rPr lang="en-US" sz="2800" dirty="0">
                <a:latin typeface="Segoe UI"/>
                <a:ea typeface="+mn-lt"/>
                <a:cs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Hold me to your side</a:t>
            </a:r>
            <a:br>
              <a:rPr lang="en-US" sz="2800" dirty="0">
                <a:latin typeface="Segoe UI"/>
                <a:ea typeface="+mn-lt"/>
                <a:cs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I will love you to the end</a:t>
            </a:r>
            <a:r>
              <a:rPr lang="en-US" sz="2800" dirty="0">
                <a:solidFill>
                  <a:prstClr val="black"/>
                </a:solidFill>
                <a:latin typeface="Segoe UI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!</a:t>
            </a:r>
            <a:r>
              <a:rPr lang="en-US" sz="2800" dirty="0">
                <a:solidFill>
                  <a:prstClr val="black"/>
                </a:solidFill>
                <a:latin typeface="Segoe UI"/>
              </a:rPr>
              <a:t> </a:t>
            </a:r>
            <a:endParaRPr lang="en-US" sz="2800" dirty="0">
              <a:solidFill>
                <a:prstClr val="black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9664312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>
                <a:effectLst/>
                <a:latin typeface="Segoe UI"/>
                <a:ea typeface="Calibri" panose="020F0502020204030204" pitchFamily="34" charset="0"/>
                <a:cs typeface="Segoe UI"/>
              </a:rPr>
              <a:t>Closing Hymn </a:t>
            </a:r>
            <a:r>
              <a:rPr lang="en-SG">
                <a:latin typeface="Segoe UI"/>
                <a:ea typeface="Calibri" panose="020F0502020204030204" pitchFamily="34" charset="0"/>
                <a:cs typeface="Segoe UI"/>
              </a:rPr>
              <a:t>–</a:t>
            </a:r>
            <a:r>
              <a:rPr lang="en-SG">
                <a:effectLst/>
                <a:latin typeface="Segoe UI"/>
                <a:ea typeface="Calibri" panose="020F0502020204030204" pitchFamily="34" charset="0"/>
                <a:cs typeface="Segoe UI"/>
              </a:rPr>
              <a:t> </a:t>
            </a:r>
            <a:r>
              <a:rPr lang="en-SG">
                <a:latin typeface="Segoe UI"/>
                <a:ea typeface="Calibri" panose="020F0502020204030204" pitchFamily="34" charset="0"/>
                <a:cs typeface="Segoe UI"/>
              </a:rPr>
              <a:t>Thy word is a lamp</a:t>
            </a:r>
            <a:endParaRPr lang="en-US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 : </a:t>
            </a:r>
            <a:r>
              <a:rPr lang="en-US" sz="1400"/>
              <a:t>2</a:t>
            </a:r>
            <a:r>
              <a:rPr lang="en-US" sz="1400" dirty="0"/>
              <a:t> of </a:t>
            </a:r>
            <a:r>
              <a:rPr lang="en-US" sz="1400"/>
              <a:t>2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99A30B-3F73-7F8B-6C95-6A04EF0A68EA}"/>
              </a:ext>
            </a:extLst>
          </p:cNvPr>
          <p:cNvSpPr/>
          <p:nvPr/>
        </p:nvSpPr>
        <p:spPr>
          <a:xfrm>
            <a:off x="348916" y="802035"/>
            <a:ext cx="8337884" cy="22467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endParaRPr lang="en-US" sz="2800" i="1" dirty="0">
              <a:solidFill>
                <a:srgbClr val="772626"/>
              </a:solidFill>
              <a:latin typeface="Segoe UI"/>
              <a:ea typeface="+mn-lt"/>
              <a:cs typeface="Segoe UI"/>
            </a:endParaRPr>
          </a:p>
          <a:p>
            <a:pPr algn="ctr">
              <a:defRPr/>
            </a:pPr>
            <a:endParaRPr lang="en-US" sz="2800" i="1" dirty="0">
              <a:solidFill>
                <a:srgbClr val="772626"/>
              </a:solidFill>
              <a:latin typeface="Segoe UI"/>
              <a:ea typeface="+mn-lt"/>
              <a:cs typeface="Segoe UI"/>
            </a:endParaRPr>
          </a:p>
          <a:p>
            <a:pPr algn="ctr">
              <a:defRPr/>
            </a:pPr>
            <a:endParaRPr lang="en-US" sz="2800" i="1" dirty="0">
              <a:solidFill>
                <a:srgbClr val="772626"/>
              </a:solidFill>
              <a:latin typeface="Segoe UI"/>
              <a:ea typeface="+mn-lt"/>
              <a:cs typeface="Segoe UI"/>
            </a:endParaRPr>
          </a:p>
          <a:p>
            <a:pPr algn="ctr">
              <a:defRPr/>
            </a:pPr>
            <a:r>
              <a:rPr lang="en-US" sz="2800" i="1" dirty="0">
                <a:solidFill>
                  <a:srgbClr val="772626"/>
                </a:solidFill>
                <a:latin typeface="Segoe UI"/>
                <a:ea typeface="+mn-lt"/>
                <a:cs typeface="Segoe UI"/>
              </a:rPr>
              <a:t>Thy Word Is A Lamp Unto My Feet</a:t>
            </a:r>
            <a:br>
              <a:rPr lang="en-US" sz="2800" i="1" dirty="0">
                <a:solidFill>
                  <a:srgbClr val="772626"/>
                </a:solidFill>
                <a:latin typeface="Segoe UI"/>
                <a:ea typeface="+mn-lt"/>
                <a:cs typeface="Segoe UI"/>
              </a:rPr>
            </a:br>
            <a:r>
              <a:rPr lang="en-US" sz="2800" i="1" dirty="0">
                <a:solidFill>
                  <a:srgbClr val="772626"/>
                </a:solidFill>
                <a:latin typeface="Segoe UI"/>
                <a:ea typeface="+mn-lt"/>
                <a:cs typeface="Segoe UI"/>
              </a:rPr>
              <a:t>				And A Light Unto My Path          [2]</a:t>
            </a:r>
            <a:endParaRPr lang="en-US" sz="2800" dirty="0">
              <a:solidFill>
                <a:prstClr val="black"/>
              </a:solidFill>
              <a:latin typeface="Segoe UI"/>
              <a:ea typeface="+mn-lt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50279941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6"/>
            <a:ext cx="6893857" cy="8281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i="1">
                <a:solidFill>
                  <a:schemeClr val="bg1"/>
                </a:solidFill>
              </a:rPr>
              <a:t>Kaimuthu</a:t>
            </a:r>
          </a:p>
        </p:txBody>
      </p:sp>
    </p:spTree>
    <p:extLst>
      <p:ext uri="{BB962C8B-B14F-4D97-AF65-F5344CB8AC3E}">
        <p14:creationId xmlns:p14="http://schemas.microsoft.com/office/powerpoint/2010/main" val="27788285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IAAAAAAAAAAwAAAAMAAAAA/////wQASwwAAAAAAAAAAAAAIAD///////////////8AAAD////////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ztgWoR4viRMqI4XIpkyi1AFAAAAAAADAAAAAwADAAAAAQADAAEA////////BAAAAAMAEAALFWgxPmwReUCeHmo7iS86ng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DtgWoR4viRMqI4XIpkyi1ADRGF0YQAbAAAABExpbmtlZFNoYXBlRGF0YQAFAAAAAAACTmFtZQAZAAAATGlua2VkU2hhcGVzRGF0YVByb3BlcnR5ABBWZXJzaW9uAAAAAAAJTGFzdFdyaXRlAHN26HWOAQAAAAEA/////50AnQAAAAVfaWQAEAAAAAQVaDE+bBF5QJ4eajuJLzqeA0RhdGEAKgAAAAhQcmVzZW50YXRpb25TY2FubmVkRm9yTGlua2VkU2hhcGVzAAEAAk5hbWUAJAAAAExpbmtlZFNoYXBlUHJlc2VudGF0aW9uU2V0dGluZ3NEYXRhABBWZXJzaW9uAAAAAAAJTGFzdFdyaXRlAPV26HWO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3718</Words>
  <Application>Microsoft Office PowerPoint</Application>
  <PresentationFormat>On-screen Show (16:9)</PresentationFormat>
  <Paragraphs>649</Paragraphs>
  <Slides>88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88</vt:i4>
      </vt:variant>
    </vt:vector>
  </HeadingPairs>
  <TitlesOfParts>
    <vt:vector size="94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THOOBASHALOM</vt:lpstr>
      <vt:lpstr>THOOBASHALOM</vt:lpstr>
      <vt:lpstr>THOOBASHALOM</vt:lpstr>
      <vt:lpstr>THOOBASHALOM</vt:lpstr>
      <vt:lpstr>PowerPoint Presentation</vt:lpstr>
      <vt:lpstr>Opening Hymn – God of our Fathers</vt:lpstr>
      <vt:lpstr>Opening Hymn – God of our Fathers</vt:lpstr>
      <vt:lpstr>Opening Hymn – God of our Fathers</vt:lpstr>
      <vt:lpstr>Opening Hymn – God of our Fathers</vt:lpstr>
      <vt:lpstr>PowerPoint Presentation</vt:lpstr>
      <vt:lpstr>PowerPoint Presentation</vt:lpstr>
      <vt:lpstr>Birthday Thanksgiving – What shall I render to the Lord</vt:lpstr>
      <vt:lpstr>PowerPoint Presentation</vt:lpstr>
      <vt:lpstr>PowerPoint Presentation</vt:lpstr>
      <vt:lpstr>Offertory – God of grace and God of glory</vt:lpstr>
      <vt:lpstr>Offertory – God of grace and God of glory</vt:lpstr>
      <vt:lpstr>Offertory – God of grace and God of glory</vt:lpstr>
      <vt:lpstr>Offertory – God of grace and God of glory</vt:lpstr>
      <vt:lpstr>PowerPoint Presentation</vt:lpstr>
      <vt:lpstr>PowerPoint Presentation</vt:lpstr>
      <vt:lpstr>PowerPoint Presentation</vt:lpstr>
      <vt:lpstr>Confession – Song no. 473</vt:lpstr>
      <vt:lpstr>PowerPoint Presentation</vt:lpstr>
      <vt:lpstr> Holy Communion – Song no. 473 </vt:lpstr>
      <vt:lpstr>Holy Communion- Song no. 473</vt:lpstr>
      <vt:lpstr>Holy Communion- Song no. 473</vt:lpstr>
      <vt:lpstr>Holy Communion- Song no. 473</vt:lpstr>
      <vt:lpstr>Holy Communion- Song no. 473</vt:lpstr>
      <vt:lpstr>Holy Communion- Song no: 616</vt:lpstr>
      <vt:lpstr>Holy Communion- Song no: 616</vt:lpstr>
      <vt:lpstr>Holy Communion- Song no: 616</vt:lpstr>
      <vt:lpstr>Holy Communion- Song no: 616</vt:lpstr>
      <vt:lpstr>Holy Communion- Song no: 616</vt:lpstr>
      <vt:lpstr>Holy Communion- Song no: 616</vt:lpstr>
      <vt:lpstr>Holy Communion- Song no: 616</vt:lpstr>
      <vt:lpstr>Holy Communion- Christ is made the sure foundation</vt:lpstr>
      <vt:lpstr>Holy Communion- Christ is made the sure foundation</vt:lpstr>
      <vt:lpstr>Holy Communion- Christ is made the sure foundation</vt:lpstr>
      <vt:lpstr>Holy Communion- Christ is made the sure foundation</vt:lpstr>
      <vt:lpstr>Holy Communion- Christ is made the sure foundation</vt:lpstr>
      <vt:lpstr>Holy Communion- Song no: 901</vt:lpstr>
      <vt:lpstr>Holy Communion- Song no: 901</vt:lpstr>
      <vt:lpstr>Holy Communion- Song no: 901</vt:lpstr>
      <vt:lpstr>Holy Communion- Song no: 901</vt:lpstr>
      <vt:lpstr>Holy Communion- Song no: 901</vt:lpstr>
      <vt:lpstr>Holy Communion- Song no: 901</vt:lpstr>
      <vt:lpstr>Holy Communion- Song no: 877</vt:lpstr>
      <vt:lpstr>Holy Communion- Song no: 877 </vt:lpstr>
      <vt:lpstr>Holy Communion- Song no: 877</vt:lpstr>
      <vt:lpstr>Holy Communion- Song no: 877</vt:lpstr>
      <vt:lpstr>Holy Communion- Song no: 877</vt:lpstr>
      <vt:lpstr>Holy Communion- Song no: 877</vt:lpstr>
      <vt:lpstr>Holy Communion- Make me a channel</vt:lpstr>
      <vt:lpstr>Holy Communion- Make me a channel</vt:lpstr>
      <vt:lpstr>Holy Communion- Make me a channel</vt:lpstr>
      <vt:lpstr>Holy Communion- Make me a channel</vt:lpstr>
      <vt:lpstr>Holy Communion- Make me a channel</vt:lpstr>
      <vt:lpstr>Holy Communion- Make me a channel</vt:lpstr>
      <vt:lpstr>Holy Communion- Great is thy faithfulness [12]</vt:lpstr>
      <vt:lpstr>Holy Communion- Great is thy faithfulness</vt:lpstr>
      <vt:lpstr>Holy Communion- Great is thy faithfulness</vt:lpstr>
      <vt:lpstr>Holy Communion- Great is thy faithfulness</vt:lpstr>
      <vt:lpstr>Holy Communion- Great is thy faithfulness</vt:lpstr>
      <vt:lpstr>Holy Communion- Great is thy faithfulness</vt:lpstr>
      <vt:lpstr>Holy Communion- Great is thy faithfulness</vt:lpstr>
      <vt:lpstr>PowerPoint Presentation</vt:lpstr>
      <vt:lpstr>PowerPoint Presentation</vt:lpstr>
      <vt:lpstr>PowerPoint Presentation</vt:lpstr>
      <vt:lpstr>Closing Hymn – Song no: 524 v1</vt:lpstr>
      <vt:lpstr>PowerPoint Presentation</vt:lpstr>
      <vt:lpstr>PowerPoint Presentation</vt:lpstr>
      <vt:lpstr>PowerPoint Presentation</vt:lpstr>
      <vt:lpstr>Opening Hymn – Song no.228</vt:lpstr>
      <vt:lpstr>Opening Hymn – Song no.228</vt:lpstr>
      <vt:lpstr>Opening Hymn – Song no.228</vt:lpstr>
      <vt:lpstr>PowerPoint Presentation</vt:lpstr>
      <vt:lpstr>acphnÂ XWembv  (maruvil thanalaai)</vt:lpstr>
      <vt:lpstr>acphnÂ XWembv  (maruvil thanalaai)</vt:lpstr>
      <vt:lpstr>acphnÂ XWembv  (maruvil thanalaai)</vt:lpstr>
      <vt:lpstr>acphnÂ XWembv  (maruvil thanalaai)</vt:lpstr>
      <vt:lpstr>acphnÂ XWembv  (maruvil thanalaai)</vt:lpstr>
      <vt:lpstr>Song no. 556 v1</vt:lpstr>
      <vt:lpstr>Song no. 556 v2</vt:lpstr>
      <vt:lpstr>PowerPoint Presentation</vt:lpstr>
      <vt:lpstr>Closing Hymn – Thy word is a lamp</vt:lpstr>
      <vt:lpstr>Closing Hymn – Thy word is a lamp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Rosmin Elsa Mohan</cp:lastModifiedBy>
  <cp:revision>87</cp:revision>
  <dcterms:created xsi:type="dcterms:W3CDTF">2020-09-02T02:55:07Z</dcterms:created>
  <dcterms:modified xsi:type="dcterms:W3CDTF">2024-07-13T04:43:16Z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Theme:8\4_Office Theme:8\3_Office Theme:8\5_Office Theme:8\6_Office Theme:8</vt:lpwstr>
  </property>
  <property fmtid="{D5CDD505-2E9C-101B-9397-08002B2CF9AE}" pid="18" name="ClassificationContentMarkingFooterText">
    <vt:lpwstr>Internal</vt:lpwstr>
  </property>
</Properties>
</file>