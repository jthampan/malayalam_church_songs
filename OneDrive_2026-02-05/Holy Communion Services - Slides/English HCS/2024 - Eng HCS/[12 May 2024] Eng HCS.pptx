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3.xml" ContentType="application/vnd.openxmlformats-officedocument.theme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4.xml" ContentType="application/vnd.openxmlformats-officedocument.theme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theme/theme5.xml" ContentType="application/vnd.openxmlformats-officedocument.theme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3" r:id="rId2"/>
    <p:sldMasterId id="2147483744" r:id="rId3"/>
    <p:sldMasterId id="2147483757" r:id="rId4"/>
    <p:sldMasterId id="2147483770" r:id="rId5"/>
    <p:sldMasterId id="2147483783" r:id="rId6"/>
  </p:sldMasterIdLst>
  <p:notesMasterIdLst>
    <p:notesMasterId r:id="rId98"/>
  </p:notesMasterIdLst>
  <p:sldIdLst>
    <p:sldId id="811" r:id="rId7"/>
    <p:sldId id="813" r:id="rId8"/>
    <p:sldId id="859" r:id="rId9"/>
    <p:sldId id="1472" r:id="rId10"/>
    <p:sldId id="1473" r:id="rId11"/>
    <p:sldId id="1474" r:id="rId12"/>
    <p:sldId id="1298" r:id="rId13"/>
    <p:sldId id="821" r:id="rId14"/>
    <p:sldId id="851" r:id="rId15"/>
    <p:sldId id="1320" r:id="rId16"/>
    <p:sldId id="1318" r:id="rId17"/>
    <p:sldId id="822" r:id="rId18"/>
    <p:sldId id="1393" r:id="rId19"/>
    <p:sldId id="1431" r:id="rId20"/>
    <p:sldId id="1432" r:id="rId21"/>
    <p:sldId id="1324" r:id="rId22"/>
    <p:sldId id="823" r:id="rId23"/>
    <p:sldId id="824" r:id="rId24"/>
    <p:sldId id="1277" r:id="rId25"/>
    <p:sldId id="825" r:id="rId26"/>
    <p:sldId id="1388" r:id="rId27"/>
    <p:sldId id="1438" r:id="rId28"/>
    <p:sldId id="1439" r:id="rId29"/>
    <p:sldId id="1440" r:id="rId30"/>
    <p:sldId id="1441" r:id="rId31"/>
    <p:sldId id="949" r:id="rId32"/>
    <p:sldId id="1401" r:id="rId33"/>
    <p:sldId id="1442" r:id="rId34"/>
    <p:sldId id="1443" r:id="rId35"/>
    <p:sldId id="1444" r:id="rId36"/>
    <p:sldId id="1445" r:id="rId37"/>
    <p:sldId id="1446" r:id="rId38"/>
    <p:sldId id="1475" r:id="rId39"/>
    <p:sldId id="1476" r:id="rId40"/>
    <p:sldId id="1405" r:id="rId41"/>
    <p:sldId id="1406" r:id="rId42"/>
    <p:sldId id="1447" r:id="rId43"/>
    <p:sldId id="1448" r:id="rId44"/>
    <p:sldId id="1449" r:id="rId45"/>
    <p:sldId id="1450" r:id="rId46"/>
    <p:sldId id="1451" r:id="rId47"/>
    <p:sldId id="1452" r:id="rId48"/>
    <p:sldId id="1453" r:id="rId49"/>
    <p:sldId id="1411" r:id="rId50"/>
    <p:sldId id="1412" r:id="rId51"/>
    <p:sldId id="1456" r:id="rId52"/>
    <p:sldId id="1457" r:id="rId53"/>
    <p:sldId id="1458" r:id="rId54"/>
    <p:sldId id="1459" r:id="rId55"/>
    <p:sldId id="1460" r:id="rId56"/>
    <p:sldId id="1461" r:id="rId57"/>
    <p:sldId id="1462" r:id="rId58"/>
    <p:sldId id="1416" r:id="rId59"/>
    <p:sldId id="1465" r:id="rId60"/>
    <p:sldId id="1466" r:id="rId61"/>
    <p:sldId id="1467" r:id="rId62"/>
    <p:sldId id="1481" r:id="rId63"/>
    <p:sldId id="1477" r:id="rId64"/>
    <p:sldId id="1482" r:id="rId65"/>
    <p:sldId id="1478" r:id="rId66"/>
    <p:sldId id="1483" r:id="rId67"/>
    <p:sldId id="1421" r:id="rId68"/>
    <p:sldId id="1422" r:id="rId69"/>
    <p:sldId id="1468" r:id="rId70"/>
    <p:sldId id="1469" r:id="rId71"/>
    <p:sldId id="1484" r:id="rId72"/>
    <p:sldId id="1470" r:id="rId73"/>
    <p:sldId id="1485" r:id="rId74"/>
    <p:sldId id="1486" r:id="rId75"/>
    <p:sldId id="1487" r:id="rId76"/>
    <p:sldId id="1488" r:id="rId77"/>
    <p:sldId id="1490" r:id="rId78"/>
    <p:sldId id="1489" r:id="rId79"/>
    <p:sldId id="1491" r:id="rId80"/>
    <p:sldId id="1492" r:id="rId81"/>
    <p:sldId id="1493" r:id="rId82"/>
    <p:sldId id="1494" r:id="rId83"/>
    <p:sldId id="1495" r:id="rId84"/>
    <p:sldId id="1496" r:id="rId85"/>
    <p:sldId id="1497" r:id="rId86"/>
    <p:sldId id="1498" r:id="rId87"/>
    <p:sldId id="1499" r:id="rId88"/>
    <p:sldId id="1500" r:id="rId89"/>
    <p:sldId id="1501" r:id="rId90"/>
    <p:sldId id="1502" r:id="rId91"/>
    <p:sldId id="1503" r:id="rId92"/>
    <p:sldId id="1259" r:id="rId93"/>
    <p:sldId id="820" r:id="rId94"/>
    <p:sldId id="1201" r:id="rId95"/>
    <p:sldId id="858" r:id="rId96"/>
    <p:sldId id="829" r:id="rId97"/>
  </p:sldIdLst>
  <p:sldSz cx="9144000" cy="5143500" type="screen16x9"/>
  <p:notesSz cx="6858000" cy="9144000"/>
  <p:custDataLst>
    <p:tags r:id="rId99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C5DCF09-FC5E-8246-38A5-7BDD29DA3586}" name="Sherin Sarah Varghese" initials="SSV" userId="dc22cf68baf02303" providerId="Windows Liv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iti samuel" initials="as" lastIdx="1" clrIdx="0">
    <p:extLst>
      <p:ext uri="{19B8F6BF-5375-455C-9EA6-DF929625EA0E}">
        <p15:presenceInfo xmlns:p15="http://schemas.microsoft.com/office/powerpoint/2012/main" userId="810fea6f6deeb52a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05562"/>
    <a:srgbClr val="B6807C"/>
    <a:srgbClr val="AE7C76"/>
    <a:srgbClr val="A1889D"/>
    <a:srgbClr val="731A02"/>
    <a:srgbClr val="432545"/>
    <a:srgbClr val="42475E"/>
    <a:srgbClr val="BDBCC4"/>
    <a:srgbClr val="FAC983"/>
    <a:srgbClr val="FF9F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174" autoAdjust="0"/>
    <p:restoredTop sz="94660"/>
  </p:normalViewPr>
  <p:slideViewPr>
    <p:cSldViewPr snapToGrid="0">
      <p:cViewPr varScale="1">
        <p:scale>
          <a:sx n="215" d="100"/>
          <a:sy n="215" d="100"/>
        </p:scale>
        <p:origin x="348" y="17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0.xml"/><Relationship Id="rId21" Type="http://schemas.openxmlformats.org/officeDocument/2006/relationships/slide" Target="slides/slide15.xml"/><Relationship Id="rId42" Type="http://schemas.openxmlformats.org/officeDocument/2006/relationships/slide" Target="slides/slide36.xml"/><Relationship Id="rId47" Type="http://schemas.openxmlformats.org/officeDocument/2006/relationships/slide" Target="slides/slide41.xml"/><Relationship Id="rId63" Type="http://schemas.openxmlformats.org/officeDocument/2006/relationships/slide" Target="slides/slide57.xml"/><Relationship Id="rId68" Type="http://schemas.openxmlformats.org/officeDocument/2006/relationships/slide" Target="slides/slide62.xml"/><Relationship Id="rId84" Type="http://schemas.openxmlformats.org/officeDocument/2006/relationships/slide" Target="slides/slide78.xml"/><Relationship Id="rId89" Type="http://schemas.openxmlformats.org/officeDocument/2006/relationships/slide" Target="slides/slide83.xml"/><Relationship Id="rId16" Type="http://schemas.openxmlformats.org/officeDocument/2006/relationships/slide" Target="slides/slide10.xml"/><Relationship Id="rId11" Type="http://schemas.openxmlformats.org/officeDocument/2006/relationships/slide" Target="slides/slide5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53" Type="http://schemas.openxmlformats.org/officeDocument/2006/relationships/slide" Target="slides/slide47.xml"/><Relationship Id="rId58" Type="http://schemas.openxmlformats.org/officeDocument/2006/relationships/slide" Target="slides/slide52.xml"/><Relationship Id="rId74" Type="http://schemas.openxmlformats.org/officeDocument/2006/relationships/slide" Target="slides/slide68.xml"/><Relationship Id="rId79" Type="http://schemas.openxmlformats.org/officeDocument/2006/relationships/slide" Target="slides/slide73.xml"/><Relationship Id="rId102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90" Type="http://schemas.openxmlformats.org/officeDocument/2006/relationships/slide" Target="slides/slide84.xml"/><Relationship Id="rId95" Type="http://schemas.openxmlformats.org/officeDocument/2006/relationships/slide" Target="slides/slide89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43" Type="http://schemas.openxmlformats.org/officeDocument/2006/relationships/slide" Target="slides/slide37.xml"/><Relationship Id="rId48" Type="http://schemas.openxmlformats.org/officeDocument/2006/relationships/slide" Target="slides/slide42.xml"/><Relationship Id="rId64" Type="http://schemas.openxmlformats.org/officeDocument/2006/relationships/slide" Target="slides/slide58.xml"/><Relationship Id="rId69" Type="http://schemas.openxmlformats.org/officeDocument/2006/relationships/slide" Target="slides/slide63.xml"/><Relationship Id="rId80" Type="http://schemas.openxmlformats.org/officeDocument/2006/relationships/slide" Target="slides/slide74.xml"/><Relationship Id="rId85" Type="http://schemas.openxmlformats.org/officeDocument/2006/relationships/slide" Target="slides/slide79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59" Type="http://schemas.openxmlformats.org/officeDocument/2006/relationships/slide" Target="slides/slide53.xml"/><Relationship Id="rId103" Type="http://schemas.openxmlformats.org/officeDocument/2006/relationships/theme" Target="theme/theme1.xml"/><Relationship Id="rId20" Type="http://schemas.openxmlformats.org/officeDocument/2006/relationships/slide" Target="slides/slide14.xml"/><Relationship Id="rId41" Type="http://schemas.openxmlformats.org/officeDocument/2006/relationships/slide" Target="slides/slide35.xml"/><Relationship Id="rId54" Type="http://schemas.openxmlformats.org/officeDocument/2006/relationships/slide" Target="slides/slide48.xml"/><Relationship Id="rId62" Type="http://schemas.openxmlformats.org/officeDocument/2006/relationships/slide" Target="slides/slide56.xml"/><Relationship Id="rId70" Type="http://schemas.openxmlformats.org/officeDocument/2006/relationships/slide" Target="slides/slide64.xml"/><Relationship Id="rId75" Type="http://schemas.openxmlformats.org/officeDocument/2006/relationships/slide" Target="slides/slide69.xml"/><Relationship Id="rId83" Type="http://schemas.openxmlformats.org/officeDocument/2006/relationships/slide" Target="slides/slide77.xml"/><Relationship Id="rId88" Type="http://schemas.openxmlformats.org/officeDocument/2006/relationships/slide" Target="slides/slide82.xml"/><Relationship Id="rId91" Type="http://schemas.openxmlformats.org/officeDocument/2006/relationships/slide" Target="slides/slide85.xml"/><Relationship Id="rId96" Type="http://schemas.openxmlformats.org/officeDocument/2006/relationships/slide" Target="slides/slide90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49" Type="http://schemas.openxmlformats.org/officeDocument/2006/relationships/slide" Target="slides/slide43.xml"/><Relationship Id="rId57" Type="http://schemas.openxmlformats.org/officeDocument/2006/relationships/slide" Target="slides/slide51.xml"/><Relationship Id="rId106" Type="http://schemas.microsoft.com/office/2018/10/relationships/authors" Target="authors.xml"/><Relationship Id="rId10" Type="http://schemas.openxmlformats.org/officeDocument/2006/relationships/slide" Target="slides/slide4.xml"/><Relationship Id="rId31" Type="http://schemas.openxmlformats.org/officeDocument/2006/relationships/slide" Target="slides/slide25.xml"/><Relationship Id="rId44" Type="http://schemas.openxmlformats.org/officeDocument/2006/relationships/slide" Target="slides/slide38.xml"/><Relationship Id="rId52" Type="http://schemas.openxmlformats.org/officeDocument/2006/relationships/slide" Target="slides/slide46.xml"/><Relationship Id="rId60" Type="http://schemas.openxmlformats.org/officeDocument/2006/relationships/slide" Target="slides/slide54.xml"/><Relationship Id="rId65" Type="http://schemas.openxmlformats.org/officeDocument/2006/relationships/slide" Target="slides/slide59.xml"/><Relationship Id="rId73" Type="http://schemas.openxmlformats.org/officeDocument/2006/relationships/slide" Target="slides/slide67.xml"/><Relationship Id="rId78" Type="http://schemas.openxmlformats.org/officeDocument/2006/relationships/slide" Target="slides/slide72.xml"/><Relationship Id="rId81" Type="http://schemas.openxmlformats.org/officeDocument/2006/relationships/slide" Target="slides/slide75.xml"/><Relationship Id="rId86" Type="http://schemas.openxmlformats.org/officeDocument/2006/relationships/slide" Target="slides/slide80.xml"/><Relationship Id="rId94" Type="http://schemas.openxmlformats.org/officeDocument/2006/relationships/slide" Target="slides/slide88.xml"/><Relationship Id="rId99" Type="http://schemas.openxmlformats.org/officeDocument/2006/relationships/tags" Target="tags/tag1.xml"/><Relationship Id="rId101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39" Type="http://schemas.openxmlformats.org/officeDocument/2006/relationships/slide" Target="slides/slide33.xml"/><Relationship Id="rId34" Type="http://schemas.openxmlformats.org/officeDocument/2006/relationships/slide" Target="slides/slide28.xml"/><Relationship Id="rId50" Type="http://schemas.openxmlformats.org/officeDocument/2006/relationships/slide" Target="slides/slide44.xml"/><Relationship Id="rId55" Type="http://schemas.openxmlformats.org/officeDocument/2006/relationships/slide" Target="slides/slide49.xml"/><Relationship Id="rId76" Type="http://schemas.openxmlformats.org/officeDocument/2006/relationships/slide" Target="slides/slide70.xml"/><Relationship Id="rId97" Type="http://schemas.openxmlformats.org/officeDocument/2006/relationships/slide" Target="slides/slide91.xml"/><Relationship Id="rId104" Type="http://schemas.openxmlformats.org/officeDocument/2006/relationships/tableStyles" Target="tableStyles.xml"/><Relationship Id="rId7" Type="http://schemas.openxmlformats.org/officeDocument/2006/relationships/slide" Target="slides/slide1.xml"/><Relationship Id="rId71" Type="http://schemas.openxmlformats.org/officeDocument/2006/relationships/slide" Target="slides/slide65.xml"/><Relationship Id="rId92" Type="http://schemas.openxmlformats.org/officeDocument/2006/relationships/slide" Target="slides/slide86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3.xml"/><Relationship Id="rId24" Type="http://schemas.openxmlformats.org/officeDocument/2006/relationships/slide" Target="slides/slide18.xml"/><Relationship Id="rId40" Type="http://schemas.openxmlformats.org/officeDocument/2006/relationships/slide" Target="slides/slide34.xml"/><Relationship Id="rId45" Type="http://schemas.openxmlformats.org/officeDocument/2006/relationships/slide" Target="slides/slide39.xml"/><Relationship Id="rId66" Type="http://schemas.openxmlformats.org/officeDocument/2006/relationships/slide" Target="slides/slide60.xml"/><Relationship Id="rId87" Type="http://schemas.openxmlformats.org/officeDocument/2006/relationships/slide" Target="slides/slide81.xml"/><Relationship Id="rId61" Type="http://schemas.openxmlformats.org/officeDocument/2006/relationships/slide" Target="slides/slide55.xml"/><Relationship Id="rId82" Type="http://schemas.openxmlformats.org/officeDocument/2006/relationships/slide" Target="slides/slide76.xml"/><Relationship Id="rId19" Type="http://schemas.openxmlformats.org/officeDocument/2006/relationships/slide" Target="slides/slide13.xml"/><Relationship Id="rId14" Type="http://schemas.openxmlformats.org/officeDocument/2006/relationships/slide" Target="slides/slide8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56" Type="http://schemas.openxmlformats.org/officeDocument/2006/relationships/slide" Target="slides/slide50.xml"/><Relationship Id="rId77" Type="http://schemas.openxmlformats.org/officeDocument/2006/relationships/slide" Target="slides/slide71.xml"/><Relationship Id="rId100" Type="http://schemas.openxmlformats.org/officeDocument/2006/relationships/commentAuthors" Target="commentAuthors.xml"/><Relationship Id="rId105" Type="http://schemas.microsoft.com/office/2016/11/relationships/changesInfo" Target="changesInfos/changesInfo1.xml"/><Relationship Id="rId8" Type="http://schemas.openxmlformats.org/officeDocument/2006/relationships/slide" Target="slides/slide2.xml"/><Relationship Id="rId51" Type="http://schemas.openxmlformats.org/officeDocument/2006/relationships/slide" Target="slides/slide45.xml"/><Relationship Id="rId72" Type="http://schemas.openxmlformats.org/officeDocument/2006/relationships/slide" Target="slides/slide66.xml"/><Relationship Id="rId93" Type="http://schemas.openxmlformats.org/officeDocument/2006/relationships/slide" Target="slides/slide87.xml"/><Relationship Id="rId98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5" Type="http://schemas.openxmlformats.org/officeDocument/2006/relationships/slide" Target="slides/slide19.xml"/><Relationship Id="rId46" Type="http://schemas.openxmlformats.org/officeDocument/2006/relationships/slide" Target="slides/slide40.xml"/><Relationship Id="rId67" Type="http://schemas.openxmlformats.org/officeDocument/2006/relationships/slide" Target="slides/slide6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smin Elsa" userId="8f13a6be4da41318" providerId="Windows Live" clId="Web-{E4B1E4DC-1381-4C84-838E-C3C7B7686EFD}"/>
    <pc:docChg chg="modSld">
      <pc:chgData name="Rosmin Elsa" userId="8f13a6be4da41318" providerId="Windows Live" clId="Web-{E4B1E4DC-1381-4C84-838E-C3C7B7686EFD}" dt="2024-05-09T01:15:49.767" v="14" actId="20577"/>
      <pc:docMkLst>
        <pc:docMk/>
      </pc:docMkLst>
      <pc:sldChg chg="modSp">
        <pc:chgData name="Rosmin Elsa" userId="8f13a6be4da41318" providerId="Windows Live" clId="Web-{E4B1E4DC-1381-4C84-838E-C3C7B7686EFD}" dt="2024-05-09T00:59:30.732" v="1" actId="20577"/>
        <pc:sldMkLst>
          <pc:docMk/>
          <pc:sldMk cId="4206118844" sldId="811"/>
        </pc:sldMkLst>
        <pc:spChg chg="mod">
          <ac:chgData name="Rosmin Elsa" userId="8f13a6be4da41318" providerId="Windows Live" clId="Web-{E4B1E4DC-1381-4C84-838E-C3C7B7686EFD}" dt="2024-05-09T00:59:30.732" v="1" actId="20577"/>
          <ac:spMkLst>
            <pc:docMk/>
            <pc:sldMk cId="4206118844" sldId="811"/>
            <ac:spMk id="2" creationId="{5DE3A813-6DBA-F993-8DA0-D81B4057E015}"/>
          </ac:spMkLst>
        </pc:spChg>
      </pc:sldChg>
      <pc:sldChg chg="modSp">
        <pc:chgData name="Rosmin Elsa" userId="8f13a6be4da41318" providerId="Windows Live" clId="Web-{E4B1E4DC-1381-4C84-838E-C3C7B7686EFD}" dt="2024-05-09T01:01:48.284" v="6" actId="20577"/>
        <pc:sldMkLst>
          <pc:docMk/>
          <pc:sldMk cId="140346443" sldId="822"/>
        </pc:sldMkLst>
        <pc:spChg chg="mod">
          <ac:chgData name="Rosmin Elsa" userId="8f13a6be4da41318" providerId="Windows Live" clId="Web-{E4B1E4DC-1381-4C84-838E-C3C7B7686EFD}" dt="2024-05-09T01:01:48.284" v="6" actId="20577"/>
          <ac:spMkLst>
            <pc:docMk/>
            <pc:sldMk cId="140346443" sldId="822"/>
            <ac:spMk id="6" creationId="{B48AEF40-D79D-77F3-773C-095D81075E36}"/>
          </ac:spMkLst>
        </pc:spChg>
      </pc:sldChg>
      <pc:sldChg chg="modSp">
        <pc:chgData name="Rosmin Elsa" userId="8f13a6be4da41318" providerId="Windows Live" clId="Web-{E4B1E4DC-1381-4C84-838E-C3C7B7686EFD}" dt="2024-05-09T01:02:33.614" v="7" actId="20577"/>
        <pc:sldMkLst>
          <pc:docMk/>
          <pc:sldMk cId="3585569336" sldId="825"/>
        </pc:sldMkLst>
        <pc:spChg chg="mod">
          <ac:chgData name="Rosmin Elsa" userId="8f13a6be4da41318" providerId="Windows Live" clId="Web-{E4B1E4DC-1381-4C84-838E-C3C7B7686EFD}" dt="2024-05-09T01:02:33.614" v="7" actId="20577"/>
          <ac:spMkLst>
            <pc:docMk/>
            <pc:sldMk cId="3585569336" sldId="825"/>
            <ac:spMk id="2" creationId="{1B06CDC2-E50A-3116-E465-B97E39BC940D}"/>
          </ac:spMkLst>
        </pc:spChg>
      </pc:sldChg>
      <pc:sldChg chg="modSp">
        <pc:chgData name="Rosmin Elsa" userId="8f13a6be4da41318" providerId="Windows Live" clId="Web-{E4B1E4DC-1381-4C84-838E-C3C7B7686EFD}" dt="2024-05-09T01:15:49.767" v="14" actId="20577"/>
        <pc:sldMkLst>
          <pc:docMk/>
          <pc:sldMk cId="4027535716" sldId="829"/>
        </pc:sldMkLst>
        <pc:spChg chg="mod">
          <ac:chgData name="Rosmin Elsa" userId="8f13a6be4da41318" providerId="Windows Live" clId="Web-{E4B1E4DC-1381-4C84-838E-C3C7B7686EFD}" dt="2024-05-09T01:15:49.767" v="14" actId="20577"/>
          <ac:spMkLst>
            <pc:docMk/>
            <pc:sldMk cId="4027535716" sldId="829"/>
            <ac:spMk id="2" creationId="{E3ED4C2D-8F3A-93FB-E552-441EF1174C57}"/>
          </ac:spMkLst>
        </pc:spChg>
      </pc:sldChg>
      <pc:sldChg chg="modSp">
        <pc:chgData name="Rosmin Elsa" userId="8f13a6be4da41318" providerId="Windows Live" clId="Web-{E4B1E4DC-1381-4C84-838E-C3C7B7686EFD}" dt="2024-05-09T01:15:17.454" v="12" actId="20577"/>
        <pc:sldMkLst>
          <pc:docMk/>
          <pc:sldMk cId="430881365" sldId="1259"/>
        </pc:sldMkLst>
        <pc:spChg chg="mod">
          <ac:chgData name="Rosmin Elsa" userId="8f13a6be4da41318" providerId="Windows Live" clId="Web-{E4B1E4DC-1381-4C84-838E-C3C7B7686EFD}" dt="2024-05-09T01:15:17.454" v="12" actId="20577"/>
          <ac:spMkLst>
            <pc:docMk/>
            <pc:sldMk cId="430881365" sldId="1259"/>
            <ac:spMk id="2" creationId="{ED5B6446-DF9C-BA6E-B41E-1CD580FE87A5}"/>
          </ac:spMkLst>
        </pc:spChg>
      </pc:sldChg>
      <pc:sldChg chg="modSp">
        <pc:chgData name="Rosmin Elsa" userId="8f13a6be4da41318" providerId="Windows Live" clId="Web-{E4B1E4DC-1381-4C84-838E-C3C7B7686EFD}" dt="2024-05-09T00:59:21.185" v="0" actId="20577"/>
        <pc:sldMkLst>
          <pc:docMk/>
          <pc:sldMk cId="1672910874" sldId="1298"/>
        </pc:sldMkLst>
        <pc:spChg chg="mod">
          <ac:chgData name="Rosmin Elsa" userId="8f13a6be4da41318" providerId="Windows Live" clId="Web-{E4B1E4DC-1381-4C84-838E-C3C7B7686EFD}" dt="2024-05-09T00:59:21.185" v="0" actId="20577"/>
          <ac:spMkLst>
            <pc:docMk/>
            <pc:sldMk cId="1672910874" sldId="1298"/>
            <ac:spMk id="3" creationId="{869DF675-68B2-E157-D40A-40EF3DECB71A}"/>
          </ac:spMkLst>
        </pc:spChg>
      </pc:sldChg>
      <pc:sldChg chg="modSp">
        <pc:chgData name="Rosmin Elsa" userId="8f13a6be4da41318" providerId="Windows Live" clId="Web-{E4B1E4DC-1381-4C84-838E-C3C7B7686EFD}" dt="2024-05-09T01:01:43.424" v="5" actId="20577"/>
        <pc:sldMkLst>
          <pc:docMk/>
          <pc:sldMk cId="2938291084" sldId="1393"/>
        </pc:sldMkLst>
        <pc:spChg chg="mod">
          <ac:chgData name="Rosmin Elsa" userId="8f13a6be4da41318" providerId="Windows Live" clId="Web-{E4B1E4DC-1381-4C84-838E-C3C7B7686EFD}" dt="2024-05-09T01:01:43.424" v="5" actId="20577"/>
          <ac:spMkLst>
            <pc:docMk/>
            <pc:sldMk cId="2938291084" sldId="1393"/>
            <ac:spMk id="6" creationId="{B48AEF40-D79D-77F3-773C-095D81075E36}"/>
          </ac:spMkLst>
        </pc:spChg>
      </pc:sldChg>
      <pc:sldChg chg="modSp">
        <pc:chgData name="Rosmin Elsa" userId="8f13a6be4da41318" providerId="Windows Live" clId="Web-{E4B1E4DC-1381-4C84-838E-C3C7B7686EFD}" dt="2024-05-09T01:12:29.620" v="11" actId="20577"/>
        <pc:sldMkLst>
          <pc:docMk/>
          <pc:sldMk cId="2370185204" sldId="1422"/>
        </pc:sldMkLst>
        <pc:spChg chg="mod">
          <ac:chgData name="Rosmin Elsa" userId="8f13a6be4da41318" providerId="Windows Live" clId="Web-{E4B1E4DC-1381-4C84-838E-C3C7B7686EFD}" dt="2024-05-09T01:12:29.620" v="11" actId="20577"/>
          <ac:spMkLst>
            <pc:docMk/>
            <pc:sldMk cId="2370185204" sldId="1422"/>
            <ac:spMk id="6" creationId="{00B7E6C3-DC3B-BC8E-EE75-86995C7F8ADF}"/>
          </ac:spMkLst>
        </pc:spChg>
      </pc:sldChg>
      <pc:sldChg chg="modSp">
        <pc:chgData name="Rosmin Elsa" userId="8f13a6be4da41318" providerId="Windows Live" clId="Web-{E4B1E4DC-1381-4C84-838E-C3C7B7686EFD}" dt="2024-05-09T01:01:39.158" v="4" actId="20577"/>
        <pc:sldMkLst>
          <pc:docMk/>
          <pc:sldMk cId="511152044" sldId="1431"/>
        </pc:sldMkLst>
        <pc:spChg chg="mod">
          <ac:chgData name="Rosmin Elsa" userId="8f13a6be4da41318" providerId="Windows Live" clId="Web-{E4B1E4DC-1381-4C84-838E-C3C7B7686EFD}" dt="2024-05-09T01:01:39.158" v="4" actId="20577"/>
          <ac:spMkLst>
            <pc:docMk/>
            <pc:sldMk cId="511152044" sldId="1431"/>
            <ac:spMk id="6" creationId="{53BAF3B4-00AF-A8C5-2B9D-7AF1E7CD042C}"/>
          </ac:spMkLst>
        </pc:spChg>
      </pc:sldChg>
      <pc:sldChg chg="modSp">
        <pc:chgData name="Rosmin Elsa" userId="8f13a6be4da41318" providerId="Windows Live" clId="Web-{E4B1E4DC-1381-4C84-838E-C3C7B7686EFD}" dt="2024-05-09T01:01:32.752" v="3" actId="20577"/>
        <pc:sldMkLst>
          <pc:docMk/>
          <pc:sldMk cId="2958737754" sldId="1432"/>
        </pc:sldMkLst>
        <pc:spChg chg="mod">
          <ac:chgData name="Rosmin Elsa" userId="8f13a6be4da41318" providerId="Windows Live" clId="Web-{E4B1E4DC-1381-4C84-838E-C3C7B7686EFD}" dt="2024-05-09T01:01:32.752" v="3" actId="20577"/>
          <ac:spMkLst>
            <pc:docMk/>
            <pc:sldMk cId="2958737754" sldId="1432"/>
            <ac:spMk id="6" creationId="{609A587E-4C9D-427D-6C53-ECDB6441261D}"/>
          </ac:spMkLst>
        </pc:spChg>
      </pc:sldChg>
      <pc:sldChg chg="modSp">
        <pc:chgData name="Rosmin Elsa" userId="8f13a6be4da41318" providerId="Windows Live" clId="Web-{E4B1E4DC-1381-4C84-838E-C3C7B7686EFD}" dt="2024-05-09T01:11:38.680" v="9" actId="20577"/>
        <pc:sldMkLst>
          <pc:docMk/>
          <pc:sldMk cId="625835019" sldId="1468"/>
        </pc:sldMkLst>
        <pc:spChg chg="mod">
          <ac:chgData name="Rosmin Elsa" userId="8f13a6be4da41318" providerId="Windows Live" clId="Web-{E4B1E4DC-1381-4C84-838E-C3C7B7686EFD}" dt="2024-05-09T01:11:38.680" v="9" actId="20577"/>
          <ac:spMkLst>
            <pc:docMk/>
            <pc:sldMk cId="625835019" sldId="1468"/>
            <ac:spMk id="6" creationId="{E4709EB3-F9C5-7B20-D805-158D5D8DCD6B}"/>
          </ac:spMkLst>
        </pc:spChg>
      </pc:sldChg>
    </pc:docChg>
  </pc:docChgLst>
  <pc:docChgLst>
    <pc:chgData name="Rosmin Elsa" userId="8f13a6be4da41318" providerId="LiveId" clId="{2DD4EDF3-2C9D-48FA-A007-E0E3311C9EB2}"/>
    <pc:docChg chg="undo redo custSel addSld delSld modSld modMainMaster">
      <pc:chgData name="Rosmin Elsa" userId="8f13a6be4da41318" providerId="LiveId" clId="{2DD4EDF3-2C9D-48FA-A007-E0E3311C9EB2}" dt="2024-05-07T05:28:54.461" v="879" actId="20577"/>
      <pc:docMkLst>
        <pc:docMk/>
      </pc:docMkLst>
      <pc:sldChg chg="modSp mod">
        <pc:chgData name="Rosmin Elsa" userId="8f13a6be4da41318" providerId="LiveId" clId="{2DD4EDF3-2C9D-48FA-A007-E0E3311C9EB2}" dt="2024-05-07T03:47:38.850" v="133" actId="20577"/>
        <pc:sldMkLst>
          <pc:docMk/>
          <pc:sldMk cId="140346443" sldId="822"/>
        </pc:sldMkLst>
        <pc:spChg chg="mod">
          <ac:chgData name="Rosmin Elsa" userId="8f13a6be4da41318" providerId="LiveId" clId="{2DD4EDF3-2C9D-48FA-A007-E0E3311C9EB2}" dt="2024-05-07T03:29:33.426" v="35" actId="20577"/>
          <ac:spMkLst>
            <pc:docMk/>
            <pc:sldMk cId="140346443" sldId="822"/>
            <ac:spMk id="2" creationId="{69072751-0DFD-E04D-8DBC-6192EE4B4B2A}"/>
          </ac:spMkLst>
        </pc:spChg>
        <pc:spChg chg="mod">
          <ac:chgData name="Rosmin Elsa" userId="8f13a6be4da41318" providerId="LiveId" clId="{2DD4EDF3-2C9D-48FA-A007-E0E3311C9EB2}" dt="2024-05-07T03:47:38.850" v="133" actId="20577"/>
          <ac:spMkLst>
            <pc:docMk/>
            <pc:sldMk cId="140346443" sldId="822"/>
            <ac:spMk id="3" creationId="{DFD3087A-542A-9E8A-2F04-286C1B72B61A}"/>
          </ac:spMkLst>
        </pc:spChg>
      </pc:sldChg>
      <pc:sldChg chg="modSp mod">
        <pc:chgData name="Rosmin Elsa" userId="8f13a6be4da41318" providerId="LiveId" clId="{2DD4EDF3-2C9D-48FA-A007-E0E3311C9EB2}" dt="2024-05-07T05:27:58.065" v="856"/>
        <pc:sldMkLst>
          <pc:docMk/>
          <pc:sldMk cId="3585569336" sldId="825"/>
        </pc:sldMkLst>
        <pc:spChg chg="mod">
          <ac:chgData name="Rosmin Elsa" userId="8f13a6be4da41318" providerId="LiveId" clId="{2DD4EDF3-2C9D-48FA-A007-E0E3311C9EB2}" dt="2024-05-07T05:27:58.065" v="856"/>
          <ac:spMkLst>
            <pc:docMk/>
            <pc:sldMk cId="3585569336" sldId="825"/>
            <ac:spMk id="2" creationId="{1B06CDC2-E50A-3116-E465-B97E39BC940D}"/>
          </ac:spMkLst>
        </pc:spChg>
      </pc:sldChg>
      <pc:sldChg chg="modSp mod">
        <pc:chgData name="Rosmin Elsa" userId="8f13a6be4da41318" providerId="LiveId" clId="{2DD4EDF3-2C9D-48FA-A007-E0E3311C9EB2}" dt="2024-05-07T05:28:17.245" v="860"/>
        <pc:sldMkLst>
          <pc:docMk/>
          <pc:sldMk cId="4027535716" sldId="829"/>
        </pc:sldMkLst>
        <pc:spChg chg="mod">
          <ac:chgData name="Rosmin Elsa" userId="8f13a6be4da41318" providerId="LiveId" clId="{2DD4EDF3-2C9D-48FA-A007-E0E3311C9EB2}" dt="2024-05-07T05:28:17.245" v="860"/>
          <ac:spMkLst>
            <pc:docMk/>
            <pc:sldMk cId="4027535716" sldId="829"/>
            <ac:spMk id="2" creationId="{E3ED4C2D-8F3A-93FB-E552-441EF1174C57}"/>
          </ac:spMkLst>
        </pc:spChg>
      </pc:sldChg>
      <pc:sldChg chg="modSp mod">
        <pc:chgData name="Rosmin Elsa" userId="8f13a6be4da41318" providerId="LiveId" clId="{2DD4EDF3-2C9D-48FA-A007-E0E3311C9EB2}" dt="2024-05-07T05:27:07.789" v="855" actId="20577"/>
        <pc:sldMkLst>
          <pc:docMk/>
          <pc:sldMk cId="3441406009" sldId="858"/>
        </pc:sldMkLst>
        <pc:spChg chg="mod">
          <ac:chgData name="Rosmin Elsa" userId="8f13a6be4da41318" providerId="LiveId" clId="{2DD4EDF3-2C9D-48FA-A007-E0E3311C9EB2}" dt="2024-05-07T05:23:15.419" v="797" actId="20577"/>
          <ac:spMkLst>
            <pc:docMk/>
            <pc:sldMk cId="3441406009" sldId="858"/>
            <ac:spMk id="2" creationId="{00000000-0000-0000-0000-000000000000}"/>
          </ac:spMkLst>
        </pc:spChg>
        <pc:spChg chg="mod">
          <ac:chgData name="Rosmin Elsa" userId="8f13a6be4da41318" providerId="LiveId" clId="{2DD4EDF3-2C9D-48FA-A007-E0E3311C9EB2}" dt="2024-05-07T05:27:07.789" v="855" actId="20577"/>
          <ac:spMkLst>
            <pc:docMk/>
            <pc:sldMk cId="3441406009" sldId="858"/>
            <ac:spMk id="6" creationId="{CA0575D6-2132-A304-BD4D-E123FFDE7A28}"/>
          </ac:spMkLst>
        </pc:spChg>
      </pc:sldChg>
      <pc:sldChg chg="modSp mod">
        <pc:chgData name="Rosmin Elsa" userId="8f13a6be4da41318" providerId="LiveId" clId="{2DD4EDF3-2C9D-48FA-A007-E0E3311C9EB2}" dt="2024-05-07T04:24:35.303" v="182" actId="20577"/>
        <pc:sldMkLst>
          <pc:docMk/>
          <pc:sldMk cId="1416329417" sldId="949"/>
        </pc:sldMkLst>
        <pc:spChg chg="mod">
          <ac:chgData name="Rosmin Elsa" userId="8f13a6be4da41318" providerId="LiveId" clId="{2DD4EDF3-2C9D-48FA-A007-E0E3311C9EB2}" dt="2024-05-07T04:24:35.303" v="182" actId="20577"/>
          <ac:spMkLst>
            <pc:docMk/>
            <pc:sldMk cId="1416329417" sldId="949"/>
            <ac:spMk id="2" creationId="{00000000-0000-0000-0000-000000000000}"/>
          </ac:spMkLst>
        </pc:spChg>
      </pc:sldChg>
      <pc:sldChg chg="modSp mod">
        <pc:chgData name="Rosmin Elsa" userId="8f13a6be4da41318" providerId="LiveId" clId="{2DD4EDF3-2C9D-48FA-A007-E0E3311C9EB2}" dt="2024-05-07T05:22:11.874" v="790" actId="20577"/>
        <pc:sldMkLst>
          <pc:docMk/>
          <pc:sldMk cId="1180184608" sldId="1201"/>
        </pc:sldMkLst>
        <pc:spChg chg="mod">
          <ac:chgData name="Rosmin Elsa" userId="8f13a6be4da41318" providerId="LiveId" clId="{2DD4EDF3-2C9D-48FA-A007-E0E3311C9EB2}" dt="2024-05-07T05:22:11.874" v="790" actId="20577"/>
          <ac:spMkLst>
            <pc:docMk/>
            <pc:sldMk cId="1180184608" sldId="1201"/>
            <ac:spMk id="3" creationId="{BD7AE418-84FE-0E25-B13A-DAD0615A2C9F}"/>
          </ac:spMkLst>
        </pc:spChg>
      </pc:sldChg>
      <pc:sldChg chg="modSp mod">
        <pc:chgData name="Rosmin Elsa" userId="8f13a6be4da41318" providerId="LiveId" clId="{2DD4EDF3-2C9D-48FA-A007-E0E3311C9EB2}" dt="2024-05-07T05:28:12.682" v="859"/>
        <pc:sldMkLst>
          <pc:docMk/>
          <pc:sldMk cId="430881365" sldId="1259"/>
        </pc:sldMkLst>
        <pc:spChg chg="mod">
          <ac:chgData name="Rosmin Elsa" userId="8f13a6be4da41318" providerId="LiveId" clId="{2DD4EDF3-2C9D-48FA-A007-E0E3311C9EB2}" dt="2024-05-07T05:28:12.682" v="859"/>
          <ac:spMkLst>
            <pc:docMk/>
            <pc:sldMk cId="430881365" sldId="1259"/>
            <ac:spMk id="2" creationId="{ED5B6446-DF9C-BA6E-B41E-1CD580FE87A5}"/>
          </ac:spMkLst>
        </pc:spChg>
      </pc:sldChg>
      <pc:sldChg chg="modSp mod">
        <pc:chgData name="Rosmin Elsa" userId="8f13a6be4da41318" providerId="LiveId" clId="{2DD4EDF3-2C9D-48FA-A007-E0E3311C9EB2}" dt="2024-05-07T03:51:36.718" v="160" actId="27107"/>
        <pc:sldMkLst>
          <pc:docMk/>
          <pc:sldMk cId="858007124" sldId="1277"/>
        </pc:sldMkLst>
        <pc:spChg chg="mod">
          <ac:chgData name="Rosmin Elsa" userId="8f13a6be4da41318" providerId="LiveId" clId="{2DD4EDF3-2C9D-48FA-A007-E0E3311C9EB2}" dt="2024-05-07T03:49:14.435" v="146" actId="20577"/>
          <ac:spMkLst>
            <pc:docMk/>
            <pc:sldMk cId="858007124" sldId="1277"/>
            <ac:spMk id="2" creationId="{1DA63A6A-450D-4603-B02C-80F270CA1D46}"/>
          </ac:spMkLst>
        </pc:spChg>
        <pc:spChg chg="mod">
          <ac:chgData name="Rosmin Elsa" userId="8f13a6be4da41318" providerId="LiveId" clId="{2DD4EDF3-2C9D-48FA-A007-E0E3311C9EB2}" dt="2024-05-07T03:51:36.718" v="160" actId="27107"/>
          <ac:spMkLst>
            <pc:docMk/>
            <pc:sldMk cId="858007124" sldId="1277"/>
            <ac:spMk id="3" creationId="{DDD24EDA-CE43-82A2-B3E8-E6C307C397E9}"/>
          </ac:spMkLst>
        </pc:spChg>
      </pc:sldChg>
      <pc:sldChg chg="modSp mod">
        <pc:chgData name="Rosmin Elsa" userId="8f13a6be4da41318" providerId="LiveId" clId="{2DD4EDF3-2C9D-48FA-A007-E0E3311C9EB2}" dt="2024-05-07T03:29:24.478" v="32" actId="20577"/>
        <pc:sldMkLst>
          <pc:docMk/>
          <pc:sldMk cId="1217883548" sldId="1318"/>
        </pc:sldMkLst>
        <pc:spChg chg="mod">
          <ac:chgData name="Rosmin Elsa" userId="8f13a6be4da41318" providerId="LiveId" clId="{2DD4EDF3-2C9D-48FA-A007-E0E3311C9EB2}" dt="2024-05-07T03:29:24.478" v="32" actId="20577"/>
          <ac:spMkLst>
            <pc:docMk/>
            <pc:sldMk cId="1217883548" sldId="1318"/>
            <ac:spMk id="3" creationId="{B9ACC418-9BFA-F946-DA5B-A680A2EBDFAC}"/>
          </ac:spMkLst>
        </pc:spChg>
      </pc:sldChg>
      <pc:sldChg chg="modSp mod">
        <pc:chgData name="Rosmin Elsa" userId="8f13a6be4da41318" providerId="LiveId" clId="{2DD4EDF3-2C9D-48FA-A007-E0E3311C9EB2}" dt="2024-05-07T03:29:03.601" v="20" actId="20577"/>
        <pc:sldMkLst>
          <pc:docMk/>
          <pc:sldMk cId="180396868" sldId="1320"/>
        </pc:sldMkLst>
        <pc:spChg chg="mod">
          <ac:chgData name="Rosmin Elsa" userId="8f13a6be4da41318" providerId="LiveId" clId="{2DD4EDF3-2C9D-48FA-A007-E0E3311C9EB2}" dt="2024-05-07T03:29:03.601" v="20" actId="20577"/>
          <ac:spMkLst>
            <pc:docMk/>
            <pc:sldMk cId="180396868" sldId="1320"/>
            <ac:spMk id="3" creationId="{B9ACC418-9BFA-F946-DA5B-A680A2EBDFAC}"/>
          </ac:spMkLst>
        </pc:spChg>
      </pc:sldChg>
      <pc:sldChg chg="modSp mod">
        <pc:chgData name="Rosmin Elsa" userId="8f13a6be4da41318" providerId="LiveId" clId="{2DD4EDF3-2C9D-48FA-A007-E0E3311C9EB2}" dt="2024-05-07T05:18:37.958" v="765" actId="20577"/>
        <pc:sldMkLst>
          <pc:docMk/>
          <pc:sldMk cId="4765592" sldId="1388"/>
        </pc:sldMkLst>
        <pc:spChg chg="mod">
          <ac:chgData name="Rosmin Elsa" userId="8f13a6be4da41318" providerId="LiveId" clId="{2DD4EDF3-2C9D-48FA-A007-E0E3311C9EB2}" dt="2024-05-07T05:18:37.958" v="765" actId="20577"/>
          <ac:spMkLst>
            <pc:docMk/>
            <pc:sldMk cId="4765592" sldId="1388"/>
            <ac:spMk id="2" creationId="{00000000-0000-0000-0000-000000000000}"/>
          </ac:spMkLst>
        </pc:spChg>
      </pc:sldChg>
      <pc:sldChg chg="addSp delSp modSp mod">
        <pc:chgData name="Rosmin Elsa" userId="8f13a6be4da41318" providerId="LiveId" clId="{2DD4EDF3-2C9D-48FA-A007-E0E3311C9EB2}" dt="2024-05-07T03:47:33.782" v="131" actId="20577"/>
        <pc:sldMkLst>
          <pc:docMk/>
          <pc:sldMk cId="2938291084" sldId="1393"/>
        </pc:sldMkLst>
        <pc:spChg chg="mod">
          <ac:chgData name="Rosmin Elsa" userId="8f13a6be4da41318" providerId="LiveId" clId="{2DD4EDF3-2C9D-48FA-A007-E0E3311C9EB2}" dt="2024-05-07T03:29:44.933" v="38"/>
          <ac:spMkLst>
            <pc:docMk/>
            <pc:sldMk cId="2938291084" sldId="1393"/>
            <ac:spMk id="2" creationId="{69072751-0DFD-E04D-8DBC-6192EE4B4B2A}"/>
          </ac:spMkLst>
        </pc:spChg>
        <pc:spChg chg="del">
          <ac:chgData name="Rosmin Elsa" userId="8f13a6be4da41318" providerId="LiveId" clId="{2DD4EDF3-2C9D-48FA-A007-E0E3311C9EB2}" dt="2024-05-07T03:33:50.780" v="101" actId="478"/>
          <ac:spMkLst>
            <pc:docMk/>
            <pc:sldMk cId="2938291084" sldId="1393"/>
            <ac:spMk id="3" creationId="{DFD3087A-542A-9E8A-2F04-286C1B72B61A}"/>
          </ac:spMkLst>
        </pc:spChg>
        <pc:spChg chg="add mod">
          <ac:chgData name="Rosmin Elsa" userId="8f13a6be4da41318" providerId="LiveId" clId="{2DD4EDF3-2C9D-48FA-A007-E0E3311C9EB2}" dt="2024-05-07T03:47:33.782" v="131" actId="20577"/>
          <ac:spMkLst>
            <pc:docMk/>
            <pc:sldMk cId="2938291084" sldId="1393"/>
            <ac:spMk id="4" creationId="{CF270679-099A-D2C3-1810-EEBBB479F226}"/>
          </ac:spMkLst>
        </pc:spChg>
      </pc:sldChg>
      <pc:sldChg chg="modSp mod">
        <pc:chgData name="Rosmin Elsa" userId="8f13a6be4da41318" providerId="LiveId" clId="{2DD4EDF3-2C9D-48FA-A007-E0E3311C9EB2}" dt="2024-05-07T04:31:46.495" v="259" actId="20577"/>
        <pc:sldMkLst>
          <pc:docMk/>
          <pc:sldMk cId="1106683896" sldId="1401"/>
        </pc:sldMkLst>
        <pc:spChg chg="mod">
          <ac:chgData name="Rosmin Elsa" userId="8f13a6be4da41318" providerId="LiveId" clId="{2DD4EDF3-2C9D-48FA-A007-E0E3311C9EB2}" dt="2024-05-07T04:31:46.495" v="259" actId="20577"/>
          <ac:spMkLst>
            <pc:docMk/>
            <pc:sldMk cId="1106683896" sldId="1401"/>
            <ac:spMk id="5" creationId="{D15CBCA4-8279-49A0-BDA5-8F1C3F65A437}"/>
          </ac:spMkLst>
        </pc:spChg>
        <pc:spChg chg="mod">
          <ac:chgData name="Rosmin Elsa" userId="8f13a6be4da41318" providerId="LiveId" clId="{2DD4EDF3-2C9D-48FA-A007-E0E3311C9EB2}" dt="2024-05-07T04:25:41.832" v="196" actId="20577"/>
          <ac:spMkLst>
            <pc:docMk/>
            <pc:sldMk cId="1106683896" sldId="1401"/>
            <ac:spMk id="6" creationId="{00B7E6C3-DC3B-BC8E-EE75-86995C7F8ADF}"/>
          </ac:spMkLst>
        </pc:spChg>
        <pc:spChg chg="mod">
          <ac:chgData name="Rosmin Elsa" userId="8f13a6be4da41318" providerId="LiveId" clId="{2DD4EDF3-2C9D-48FA-A007-E0E3311C9EB2}" dt="2024-05-07T04:24:54.216" v="183"/>
          <ac:spMkLst>
            <pc:docMk/>
            <pc:sldMk cId="1106683896" sldId="1401"/>
            <ac:spMk id="8" creationId="{A25EBDEB-28A0-A895-EE99-148520068F26}"/>
          </ac:spMkLst>
        </pc:spChg>
      </pc:sldChg>
      <pc:sldChg chg="modSp mod">
        <pc:chgData name="Rosmin Elsa" userId="8f13a6be4da41318" providerId="LiveId" clId="{2DD4EDF3-2C9D-48FA-A007-E0E3311C9EB2}" dt="2024-05-07T04:33:18.541" v="270" actId="20577"/>
        <pc:sldMkLst>
          <pc:docMk/>
          <pc:sldMk cId="902618935" sldId="1405"/>
        </pc:sldMkLst>
        <pc:spChg chg="mod">
          <ac:chgData name="Rosmin Elsa" userId="8f13a6be4da41318" providerId="LiveId" clId="{2DD4EDF3-2C9D-48FA-A007-E0E3311C9EB2}" dt="2024-05-07T04:33:18.541" v="270" actId="20577"/>
          <ac:spMkLst>
            <pc:docMk/>
            <pc:sldMk cId="902618935" sldId="1405"/>
            <ac:spMk id="2" creationId="{00000000-0000-0000-0000-000000000000}"/>
          </ac:spMkLst>
        </pc:spChg>
      </pc:sldChg>
      <pc:sldChg chg="modSp mod">
        <pc:chgData name="Rosmin Elsa" userId="8f13a6be4da41318" providerId="LiveId" clId="{2DD4EDF3-2C9D-48FA-A007-E0E3311C9EB2}" dt="2024-05-07T04:38:20.016" v="326" actId="20577"/>
        <pc:sldMkLst>
          <pc:docMk/>
          <pc:sldMk cId="2653113592" sldId="1406"/>
        </pc:sldMkLst>
        <pc:spChg chg="mod">
          <ac:chgData name="Rosmin Elsa" userId="8f13a6be4da41318" providerId="LiveId" clId="{2DD4EDF3-2C9D-48FA-A007-E0E3311C9EB2}" dt="2024-05-07T04:38:20.016" v="326" actId="20577"/>
          <ac:spMkLst>
            <pc:docMk/>
            <pc:sldMk cId="2653113592" sldId="1406"/>
            <ac:spMk id="5" creationId="{D15CBCA4-8279-49A0-BDA5-8F1C3F65A437}"/>
          </ac:spMkLst>
        </pc:spChg>
        <pc:spChg chg="mod">
          <ac:chgData name="Rosmin Elsa" userId="8f13a6be4da41318" providerId="LiveId" clId="{2DD4EDF3-2C9D-48FA-A007-E0E3311C9EB2}" dt="2024-05-07T04:34:36.242" v="288" actId="6549"/>
          <ac:spMkLst>
            <pc:docMk/>
            <pc:sldMk cId="2653113592" sldId="1406"/>
            <ac:spMk id="6" creationId="{00B7E6C3-DC3B-BC8E-EE75-86995C7F8ADF}"/>
          </ac:spMkLst>
        </pc:spChg>
        <pc:spChg chg="mod">
          <ac:chgData name="Rosmin Elsa" userId="8f13a6be4da41318" providerId="LiveId" clId="{2DD4EDF3-2C9D-48FA-A007-E0E3311C9EB2}" dt="2024-05-07T04:33:28.485" v="272" actId="20577"/>
          <ac:spMkLst>
            <pc:docMk/>
            <pc:sldMk cId="2653113592" sldId="1406"/>
            <ac:spMk id="13" creationId="{9BB545B6-E81A-AAD9-C97D-D3B592102C96}"/>
          </ac:spMkLst>
        </pc:spChg>
      </pc:sldChg>
      <pc:sldChg chg="modSp mod">
        <pc:chgData name="Rosmin Elsa" userId="8f13a6be4da41318" providerId="LiveId" clId="{2DD4EDF3-2C9D-48FA-A007-E0E3311C9EB2}" dt="2024-05-07T04:39:08.961" v="331" actId="20577"/>
        <pc:sldMkLst>
          <pc:docMk/>
          <pc:sldMk cId="3838587995" sldId="1411"/>
        </pc:sldMkLst>
        <pc:spChg chg="mod">
          <ac:chgData name="Rosmin Elsa" userId="8f13a6be4da41318" providerId="LiveId" clId="{2DD4EDF3-2C9D-48FA-A007-E0E3311C9EB2}" dt="2024-05-07T04:39:08.961" v="331" actId="20577"/>
          <ac:spMkLst>
            <pc:docMk/>
            <pc:sldMk cId="3838587995" sldId="1411"/>
            <ac:spMk id="2" creationId="{00000000-0000-0000-0000-000000000000}"/>
          </ac:spMkLst>
        </pc:spChg>
      </pc:sldChg>
      <pc:sldChg chg="modSp mod">
        <pc:chgData name="Rosmin Elsa" userId="8f13a6be4da41318" providerId="LiveId" clId="{2DD4EDF3-2C9D-48FA-A007-E0E3311C9EB2}" dt="2024-05-07T04:47:44.783" v="409" actId="20577"/>
        <pc:sldMkLst>
          <pc:docMk/>
          <pc:sldMk cId="2332149466" sldId="1412"/>
        </pc:sldMkLst>
        <pc:spChg chg="mod">
          <ac:chgData name="Rosmin Elsa" userId="8f13a6be4da41318" providerId="LiveId" clId="{2DD4EDF3-2C9D-48FA-A007-E0E3311C9EB2}" dt="2024-05-07T04:47:44.783" v="409" actId="20577"/>
          <ac:spMkLst>
            <pc:docMk/>
            <pc:sldMk cId="2332149466" sldId="1412"/>
            <ac:spMk id="5" creationId="{D15CBCA4-8279-49A0-BDA5-8F1C3F65A437}"/>
          </ac:spMkLst>
        </pc:spChg>
        <pc:spChg chg="mod">
          <ac:chgData name="Rosmin Elsa" userId="8f13a6be4da41318" providerId="LiveId" clId="{2DD4EDF3-2C9D-48FA-A007-E0E3311C9EB2}" dt="2024-05-07T04:41:21.185" v="346" actId="27107"/>
          <ac:spMkLst>
            <pc:docMk/>
            <pc:sldMk cId="2332149466" sldId="1412"/>
            <ac:spMk id="6" creationId="{00B7E6C3-DC3B-BC8E-EE75-86995C7F8ADF}"/>
          </ac:spMkLst>
        </pc:spChg>
        <pc:spChg chg="mod">
          <ac:chgData name="Rosmin Elsa" userId="8f13a6be4da41318" providerId="LiveId" clId="{2DD4EDF3-2C9D-48FA-A007-E0E3311C9EB2}" dt="2024-05-07T04:39:15.935" v="332"/>
          <ac:spMkLst>
            <pc:docMk/>
            <pc:sldMk cId="2332149466" sldId="1412"/>
            <ac:spMk id="9" creationId="{DC17D8D8-E9C5-D2A8-A52F-7AE59A61C67B}"/>
          </ac:spMkLst>
        </pc:spChg>
      </pc:sldChg>
      <pc:sldChg chg="modSp mod">
        <pc:chgData name="Rosmin Elsa" userId="8f13a6be4da41318" providerId="LiveId" clId="{2DD4EDF3-2C9D-48FA-A007-E0E3311C9EB2}" dt="2024-05-07T04:48:44.961" v="412" actId="20577"/>
        <pc:sldMkLst>
          <pc:docMk/>
          <pc:sldMk cId="3790543259" sldId="1416"/>
        </pc:sldMkLst>
        <pc:spChg chg="mod">
          <ac:chgData name="Rosmin Elsa" userId="8f13a6be4da41318" providerId="LiveId" clId="{2DD4EDF3-2C9D-48FA-A007-E0E3311C9EB2}" dt="2024-05-07T04:48:44.961" v="412" actId="20577"/>
          <ac:spMkLst>
            <pc:docMk/>
            <pc:sldMk cId="3790543259" sldId="1416"/>
            <ac:spMk id="2" creationId="{00000000-0000-0000-0000-000000000000}"/>
          </ac:spMkLst>
        </pc:spChg>
      </pc:sldChg>
      <pc:sldChg chg="modSp mod">
        <pc:chgData name="Rosmin Elsa" userId="8f13a6be4da41318" providerId="LiveId" clId="{2DD4EDF3-2C9D-48FA-A007-E0E3311C9EB2}" dt="2024-05-07T04:54:59.743" v="468" actId="20577"/>
        <pc:sldMkLst>
          <pc:docMk/>
          <pc:sldMk cId="2647958562" sldId="1421"/>
        </pc:sldMkLst>
        <pc:spChg chg="mod">
          <ac:chgData name="Rosmin Elsa" userId="8f13a6be4da41318" providerId="LiveId" clId="{2DD4EDF3-2C9D-48FA-A007-E0E3311C9EB2}" dt="2024-05-07T04:54:59.743" v="468" actId="20577"/>
          <ac:spMkLst>
            <pc:docMk/>
            <pc:sldMk cId="2647958562" sldId="1421"/>
            <ac:spMk id="2" creationId="{00000000-0000-0000-0000-000000000000}"/>
          </ac:spMkLst>
        </pc:spChg>
      </pc:sldChg>
      <pc:sldChg chg="modSp mod">
        <pc:chgData name="Rosmin Elsa" userId="8f13a6be4da41318" providerId="LiveId" clId="{2DD4EDF3-2C9D-48FA-A007-E0E3311C9EB2}" dt="2024-05-07T05:02:51.215" v="557" actId="20577"/>
        <pc:sldMkLst>
          <pc:docMk/>
          <pc:sldMk cId="2370185204" sldId="1422"/>
        </pc:sldMkLst>
        <pc:spChg chg="mod">
          <ac:chgData name="Rosmin Elsa" userId="8f13a6be4da41318" providerId="LiveId" clId="{2DD4EDF3-2C9D-48FA-A007-E0E3311C9EB2}" dt="2024-05-07T05:02:51.215" v="557" actId="20577"/>
          <ac:spMkLst>
            <pc:docMk/>
            <pc:sldMk cId="2370185204" sldId="1422"/>
            <ac:spMk id="5" creationId="{D15CBCA4-8279-49A0-BDA5-8F1C3F65A437}"/>
          </ac:spMkLst>
        </pc:spChg>
        <pc:spChg chg="mod">
          <ac:chgData name="Rosmin Elsa" userId="8f13a6be4da41318" providerId="LiveId" clId="{2DD4EDF3-2C9D-48FA-A007-E0E3311C9EB2}" dt="2024-05-07T04:59:42.674" v="523" actId="1076"/>
          <ac:spMkLst>
            <pc:docMk/>
            <pc:sldMk cId="2370185204" sldId="1422"/>
            <ac:spMk id="6" creationId="{00B7E6C3-DC3B-BC8E-EE75-86995C7F8ADF}"/>
          </ac:spMkLst>
        </pc:spChg>
        <pc:spChg chg="mod">
          <ac:chgData name="Rosmin Elsa" userId="8f13a6be4da41318" providerId="LiveId" clId="{2DD4EDF3-2C9D-48FA-A007-E0E3311C9EB2}" dt="2024-05-07T04:55:03.628" v="470" actId="20577"/>
          <ac:spMkLst>
            <pc:docMk/>
            <pc:sldMk cId="2370185204" sldId="1422"/>
            <ac:spMk id="9" creationId="{DC17D8D8-E9C5-D2A8-A52F-7AE59A61C67B}"/>
          </ac:spMkLst>
        </pc:spChg>
      </pc:sldChg>
      <pc:sldChg chg="addSp delSp modSp mod">
        <pc:chgData name="Rosmin Elsa" userId="8f13a6be4da41318" providerId="LiveId" clId="{2DD4EDF3-2C9D-48FA-A007-E0E3311C9EB2}" dt="2024-05-07T03:47:43.616" v="134" actId="20577"/>
        <pc:sldMkLst>
          <pc:docMk/>
          <pc:sldMk cId="511152044" sldId="1431"/>
        </pc:sldMkLst>
        <pc:spChg chg="mod">
          <ac:chgData name="Rosmin Elsa" userId="8f13a6be4da41318" providerId="LiveId" clId="{2DD4EDF3-2C9D-48FA-A007-E0E3311C9EB2}" dt="2024-05-07T03:42:33.797" v="124"/>
          <ac:spMkLst>
            <pc:docMk/>
            <pc:sldMk cId="511152044" sldId="1431"/>
            <ac:spMk id="2" creationId="{FDBAA513-2B1D-53EE-75BE-0578E83338A3}"/>
          </ac:spMkLst>
        </pc:spChg>
        <pc:spChg chg="add mod">
          <ac:chgData name="Rosmin Elsa" userId="8f13a6be4da41318" providerId="LiveId" clId="{2DD4EDF3-2C9D-48FA-A007-E0E3311C9EB2}" dt="2024-05-07T03:47:43.616" v="134" actId="20577"/>
          <ac:spMkLst>
            <pc:docMk/>
            <pc:sldMk cId="511152044" sldId="1431"/>
            <ac:spMk id="3" creationId="{946FA4D3-2C58-6B70-A36A-1B2D7955E4C6}"/>
          </ac:spMkLst>
        </pc:spChg>
        <pc:spChg chg="del">
          <ac:chgData name="Rosmin Elsa" userId="8f13a6be4da41318" providerId="LiveId" clId="{2DD4EDF3-2C9D-48FA-A007-E0E3311C9EB2}" dt="2024-05-07T03:34:31.341" v="108" actId="478"/>
          <ac:spMkLst>
            <pc:docMk/>
            <pc:sldMk cId="511152044" sldId="1431"/>
            <ac:spMk id="4" creationId="{4AAC9441-58C4-0675-DBDB-7021135F31E8}"/>
          </ac:spMkLst>
        </pc:spChg>
      </pc:sldChg>
      <pc:sldChg chg="addSp delSp modSp mod">
        <pc:chgData name="Rosmin Elsa" userId="8f13a6be4da41318" providerId="LiveId" clId="{2DD4EDF3-2C9D-48FA-A007-E0E3311C9EB2}" dt="2024-05-07T03:47:46.579" v="135" actId="20577"/>
        <pc:sldMkLst>
          <pc:docMk/>
          <pc:sldMk cId="2958737754" sldId="1432"/>
        </pc:sldMkLst>
        <pc:spChg chg="mod">
          <ac:chgData name="Rosmin Elsa" userId="8f13a6be4da41318" providerId="LiveId" clId="{2DD4EDF3-2C9D-48FA-A007-E0E3311C9EB2}" dt="2024-05-07T03:43:07.625" v="127" actId="20577"/>
          <ac:spMkLst>
            <pc:docMk/>
            <pc:sldMk cId="2958737754" sldId="1432"/>
            <ac:spMk id="2" creationId="{C3E0B21F-9810-F1CF-643F-65AD235760E8}"/>
          </ac:spMkLst>
        </pc:spChg>
        <pc:spChg chg="del">
          <ac:chgData name="Rosmin Elsa" userId="8f13a6be4da41318" providerId="LiveId" clId="{2DD4EDF3-2C9D-48FA-A007-E0E3311C9EB2}" dt="2024-05-07T03:35:34.337" v="115" actId="478"/>
          <ac:spMkLst>
            <pc:docMk/>
            <pc:sldMk cId="2958737754" sldId="1432"/>
            <ac:spMk id="3" creationId="{68AAB59A-FD91-226E-DFC4-E7CBB2BCC4B1}"/>
          </ac:spMkLst>
        </pc:spChg>
        <pc:spChg chg="add mod">
          <ac:chgData name="Rosmin Elsa" userId="8f13a6be4da41318" providerId="LiveId" clId="{2DD4EDF3-2C9D-48FA-A007-E0E3311C9EB2}" dt="2024-05-07T03:47:46.579" v="135" actId="20577"/>
          <ac:spMkLst>
            <pc:docMk/>
            <pc:sldMk cId="2958737754" sldId="1432"/>
            <ac:spMk id="4" creationId="{F310A7DB-25EB-9218-F3CD-618852DEFE90}"/>
          </ac:spMkLst>
        </pc:spChg>
      </pc:sldChg>
      <pc:sldChg chg="del">
        <pc:chgData name="Rosmin Elsa" userId="8f13a6be4da41318" providerId="LiveId" clId="{2DD4EDF3-2C9D-48FA-A007-E0E3311C9EB2}" dt="2024-05-07T03:36:25.184" v="123" actId="2696"/>
        <pc:sldMkLst>
          <pc:docMk/>
          <pc:sldMk cId="1424203554" sldId="1433"/>
        </pc:sldMkLst>
      </pc:sldChg>
      <pc:sldChg chg="del">
        <pc:chgData name="Rosmin Elsa" userId="8f13a6be4da41318" providerId="LiveId" clId="{2DD4EDF3-2C9D-48FA-A007-E0E3311C9EB2}" dt="2024-05-07T03:36:25.184" v="123" actId="2696"/>
        <pc:sldMkLst>
          <pc:docMk/>
          <pc:sldMk cId="338017506" sldId="1434"/>
        </pc:sldMkLst>
      </pc:sldChg>
      <pc:sldChg chg="del">
        <pc:chgData name="Rosmin Elsa" userId="8f13a6be4da41318" providerId="LiveId" clId="{2DD4EDF3-2C9D-48FA-A007-E0E3311C9EB2}" dt="2024-05-07T03:36:25.184" v="123" actId="2696"/>
        <pc:sldMkLst>
          <pc:docMk/>
          <pc:sldMk cId="347131704" sldId="1435"/>
        </pc:sldMkLst>
      </pc:sldChg>
      <pc:sldChg chg="del">
        <pc:chgData name="Rosmin Elsa" userId="8f13a6be4da41318" providerId="LiveId" clId="{2DD4EDF3-2C9D-48FA-A007-E0E3311C9EB2}" dt="2024-05-07T03:36:25.184" v="123" actId="2696"/>
        <pc:sldMkLst>
          <pc:docMk/>
          <pc:sldMk cId="2428896208" sldId="1436"/>
        </pc:sldMkLst>
      </pc:sldChg>
      <pc:sldChg chg="del">
        <pc:chgData name="Rosmin Elsa" userId="8f13a6be4da41318" providerId="LiveId" clId="{2DD4EDF3-2C9D-48FA-A007-E0E3311C9EB2}" dt="2024-05-07T03:36:25.184" v="123" actId="2696"/>
        <pc:sldMkLst>
          <pc:docMk/>
          <pc:sldMk cId="922083306" sldId="1437"/>
        </pc:sldMkLst>
      </pc:sldChg>
      <pc:sldChg chg="modSp mod">
        <pc:chgData name="Rosmin Elsa" userId="8f13a6be4da41318" providerId="LiveId" clId="{2DD4EDF3-2C9D-48FA-A007-E0E3311C9EB2}" dt="2024-05-07T05:18:44.100" v="766"/>
        <pc:sldMkLst>
          <pc:docMk/>
          <pc:sldMk cId="3552461181" sldId="1438"/>
        </pc:sldMkLst>
        <pc:spChg chg="mod">
          <ac:chgData name="Rosmin Elsa" userId="8f13a6be4da41318" providerId="LiveId" clId="{2DD4EDF3-2C9D-48FA-A007-E0E3311C9EB2}" dt="2024-05-07T04:23:38.158" v="176" actId="6549"/>
          <ac:spMkLst>
            <pc:docMk/>
            <pc:sldMk cId="3552461181" sldId="1438"/>
            <ac:spMk id="6" creationId="{2D75DE56-5F0C-5056-AE13-29D86795AD33}"/>
          </ac:spMkLst>
        </pc:spChg>
        <pc:spChg chg="mod">
          <ac:chgData name="Rosmin Elsa" userId="8f13a6be4da41318" providerId="LiveId" clId="{2DD4EDF3-2C9D-48FA-A007-E0E3311C9EB2}" dt="2024-05-07T05:18:44.100" v="766"/>
          <ac:spMkLst>
            <pc:docMk/>
            <pc:sldMk cId="3552461181" sldId="1438"/>
            <ac:spMk id="8" creationId="{006B5B6E-8198-6E5C-6E84-9D75287DF58B}"/>
          </ac:spMkLst>
        </pc:spChg>
      </pc:sldChg>
      <pc:sldChg chg="modSp mod">
        <pc:chgData name="Rosmin Elsa" userId="8f13a6be4da41318" providerId="LiveId" clId="{2DD4EDF3-2C9D-48FA-A007-E0E3311C9EB2}" dt="2024-05-07T05:20:12.313" v="770" actId="20577"/>
        <pc:sldMkLst>
          <pc:docMk/>
          <pc:sldMk cId="1565668377" sldId="1439"/>
        </pc:sldMkLst>
        <pc:spChg chg="mod">
          <ac:chgData name="Rosmin Elsa" userId="8f13a6be4da41318" providerId="LiveId" clId="{2DD4EDF3-2C9D-48FA-A007-E0E3311C9EB2}" dt="2024-05-07T05:20:12.313" v="770" actId="20577"/>
          <ac:spMkLst>
            <pc:docMk/>
            <pc:sldMk cId="1565668377" sldId="1439"/>
            <ac:spMk id="6" creationId="{EADDBF89-58BA-EE9F-AD42-B4C6EE879FD8}"/>
          </ac:spMkLst>
        </pc:spChg>
        <pc:spChg chg="mod">
          <ac:chgData name="Rosmin Elsa" userId="8f13a6be4da41318" providerId="LiveId" clId="{2DD4EDF3-2C9D-48FA-A007-E0E3311C9EB2}" dt="2024-05-07T05:18:47.746" v="767"/>
          <ac:spMkLst>
            <pc:docMk/>
            <pc:sldMk cId="1565668377" sldId="1439"/>
            <ac:spMk id="8" creationId="{4BAC8562-D3A9-2F9C-BC47-4C2B3FDE803F}"/>
          </ac:spMkLst>
        </pc:spChg>
      </pc:sldChg>
      <pc:sldChg chg="modSp mod">
        <pc:chgData name="Rosmin Elsa" userId="8f13a6be4da41318" providerId="LiveId" clId="{2DD4EDF3-2C9D-48FA-A007-E0E3311C9EB2}" dt="2024-05-07T05:18:51.375" v="768"/>
        <pc:sldMkLst>
          <pc:docMk/>
          <pc:sldMk cId="2616289819" sldId="1440"/>
        </pc:sldMkLst>
        <pc:spChg chg="mod">
          <ac:chgData name="Rosmin Elsa" userId="8f13a6be4da41318" providerId="LiveId" clId="{2DD4EDF3-2C9D-48FA-A007-E0E3311C9EB2}" dt="2024-05-07T04:23:32.672" v="175"/>
          <ac:spMkLst>
            <pc:docMk/>
            <pc:sldMk cId="2616289819" sldId="1440"/>
            <ac:spMk id="6" creationId="{463E78ED-D212-D715-8745-F23550920BF2}"/>
          </ac:spMkLst>
        </pc:spChg>
        <pc:spChg chg="mod">
          <ac:chgData name="Rosmin Elsa" userId="8f13a6be4da41318" providerId="LiveId" clId="{2DD4EDF3-2C9D-48FA-A007-E0E3311C9EB2}" dt="2024-05-07T05:18:51.375" v="768"/>
          <ac:spMkLst>
            <pc:docMk/>
            <pc:sldMk cId="2616289819" sldId="1440"/>
            <ac:spMk id="8" creationId="{FD9D0223-DDE2-A728-CEDA-5488160104E8}"/>
          </ac:spMkLst>
        </pc:spChg>
      </pc:sldChg>
      <pc:sldChg chg="modSp mod">
        <pc:chgData name="Rosmin Elsa" userId="8f13a6be4da41318" providerId="LiveId" clId="{2DD4EDF3-2C9D-48FA-A007-E0E3311C9EB2}" dt="2024-05-07T05:21:30.403" v="771" actId="20577"/>
        <pc:sldMkLst>
          <pc:docMk/>
          <pc:sldMk cId="2067044265" sldId="1441"/>
        </pc:sldMkLst>
        <pc:spChg chg="mod">
          <ac:chgData name="Rosmin Elsa" userId="8f13a6be4da41318" providerId="LiveId" clId="{2DD4EDF3-2C9D-48FA-A007-E0E3311C9EB2}" dt="2024-05-07T05:21:30.403" v="771" actId="20577"/>
          <ac:spMkLst>
            <pc:docMk/>
            <pc:sldMk cId="2067044265" sldId="1441"/>
            <ac:spMk id="6" creationId="{648109A3-6683-1D70-4355-307F6E396EE6}"/>
          </ac:spMkLst>
        </pc:spChg>
        <pc:spChg chg="mod">
          <ac:chgData name="Rosmin Elsa" userId="8f13a6be4da41318" providerId="LiveId" clId="{2DD4EDF3-2C9D-48FA-A007-E0E3311C9EB2}" dt="2024-05-07T05:18:55.241" v="769"/>
          <ac:spMkLst>
            <pc:docMk/>
            <pc:sldMk cId="2067044265" sldId="1441"/>
            <ac:spMk id="8" creationId="{A94480F0-5C85-E17D-1A8A-F1B1388870F9}"/>
          </ac:spMkLst>
        </pc:spChg>
      </pc:sldChg>
      <pc:sldChg chg="modSp mod">
        <pc:chgData name="Rosmin Elsa" userId="8f13a6be4da41318" providerId="LiveId" clId="{2DD4EDF3-2C9D-48FA-A007-E0E3311C9EB2}" dt="2024-05-07T04:31:50.135" v="260" actId="20577"/>
        <pc:sldMkLst>
          <pc:docMk/>
          <pc:sldMk cId="2623249776" sldId="1442"/>
        </pc:sldMkLst>
        <pc:spChg chg="mod">
          <ac:chgData name="Rosmin Elsa" userId="8f13a6be4da41318" providerId="LiveId" clId="{2DD4EDF3-2C9D-48FA-A007-E0E3311C9EB2}" dt="2024-05-07T04:31:50.135" v="260" actId="20577"/>
          <ac:spMkLst>
            <pc:docMk/>
            <pc:sldMk cId="2623249776" sldId="1442"/>
            <ac:spMk id="5" creationId="{F3A1A9F0-F0F9-37AD-31A6-86E97ABD9DAD}"/>
          </ac:spMkLst>
        </pc:spChg>
        <pc:spChg chg="mod">
          <ac:chgData name="Rosmin Elsa" userId="8f13a6be4da41318" providerId="LiveId" clId="{2DD4EDF3-2C9D-48FA-A007-E0E3311C9EB2}" dt="2024-05-07T04:27:46.745" v="230" actId="20577"/>
          <ac:spMkLst>
            <pc:docMk/>
            <pc:sldMk cId="2623249776" sldId="1442"/>
            <ac:spMk id="6" creationId="{F395D098-6B90-D9CD-4980-73D67EEE7741}"/>
          </ac:spMkLst>
        </pc:spChg>
        <pc:spChg chg="mod">
          <ac:chgData name="Rosmin Elsa" userId="8f13a6be4da41318" providerId="LiveId" clId="{2DD4EDF3-2C9D-48FA-A007-E0E3311C9EB2}" dt="2024-05-07T04:24:57.570" v="184"/>
          <ac:spMkLst>
            <pc:docMk/>
            <pc:sldMk cId="2623249776" sldId="1442"/>
            <ac:spMk id="8" creationId="{3A2F3080-99F1-F2DE-3299-E174825DB9C6}"/>
          </ac:spMkLst>
        </pc:spChg>
      </pc:sldChg>
      <pc:sldChg chg="modSp mod">
        <pc:chgData name="Rosmin Elsa" userId="8f13a6be4da41318" providerId="LiveId" clId="{2DD4EDF3-2C9D-48FA-A007-E0E3311C9EB2}" dt="2024-05-07T04:31:53.475" v="261" actId="20577"/>
        <pc:sldMkLst>
          <pc:docMk/>
          <pc:sldMk cId="637721542" sldId="1443"/>
        </pc:sldMkLst>
        <pc:spChg chg="mod">
          <ac:chgData name="Rosmin Elsa" userId="8f13a6be4da41318" providerId="LiveId" clId="{2DD4EDF3-2C9D-48FA-A007-E0E3311C9EB2}" dt="2024-05-07T04:31:53.475" v="261" actId="20577"/>
          <ac:spMkLst>
            <pc:docMk/>
            <pc:sldMk cId="637721542" sldId="1443"/>
            <ac:spMk id="5" creationId="{E0B62AD4-7852-AF68-5FEF-46892C0A0BE3}"/>
          </ac:spMkLst>
        </pc:spChg>
        <pc:spChg chg="mod">
          <ac:chgData name="Rosmin Elsa" userId="8f13a6be4da41318" providerId="LiveId" clId="{2DD4EDF3-2C9D-48FA-A007-E0E3311C9EB2}" dt="2024-05-07T04:28:14.388" v="233"/>
          <ac:spMkLst>
            <pc:docMk/>
            <pc:sldMk cId="637721542" sldId="1443"/>
            <ac:spMk id="6" creationId="{AE6B6D96-39EE-535C-2933-FFB7C72EF6E0}"/>
          </ac:spMkLst>
        </pc:spChg>
        <pc:spChg chg="mod">
          <ac:chgData name="Rosmin Elsa" userId="8f13a6be4da41318" providerId="LiveId" clId="{2DD4EDF3-2C9D-48FA-A007-E0E3311C9EB2}" dt="2024-05-07T04:25:03.075" v="185"/>
          <ac:spMkLst>
            <pc:docMk/>
            <pc:sldMk cId="637721542" sldId="1443"/>
            <ac:spMk id="8" creationId="{65BA4930-30DF-D4B4-ADD6-B777DB74DBCD}"/>
          </ac:spMkLst>
        </pc:spChg>
      </pc:sldChg>
      <pc:sldChg chg="delSp modSp mod">
        <pc:chgData name="Rosmin Elsa" userId="8f13a6be4da41318" providerId="LiveId" clId="{2DD4EDF3-2C9D-48FA-A007-E0E3311C9EB2}" dt="2024-05-07T04:31:57.493" v="262" actId="20577"/>
        <pc:sldMkLst>
          <pc:docMk/>
          <pc:sldMk cId="2967730246" sldId="1444"/>
        </pc:sldMkLst>
        <pc:spChg chg="mod">
          <ac:chgData name="Rosmin Elsa" userId="8f13a6be4da41318" providerId="LiveId" clId="{2DD4EDF3-2C9D-48FA-A007-E0E3311C9EB2}" dt="2024-05-07T04:28:33.207" v="235"/>
          <ac:spMkLst>
            <pc:docMk/>
            <pc:sldMk cId="2967730246" sldId="1444"/>
            <ac:spMk id="2" creationId="{96E94333-E6F9-8798-4EBB-6409B2715656}"/>
          </ac:spMkLst>
        </pc:spChg>
        <pc:spChg chg="mod">
          <ac:chgData name="Rosmin Elsa" userId="8f13a6be4da41318" providerId="LiveId" clId="{2DD4EDF3-2C9D-48FA-A007-E0E3311C9EB2}" dt="2024-05-07T04:31:57.493" v="262" actId="20577"/>
          <ac:spMkLst>
            <pc:docMk/>
            <pc:sldMk cId="2967730246" sldId="1444"/>
            <ac:spMk id="5" creationId="{BD165175-97D1-9C95-CB24-5560FEE77FD6}"/>
          </ac:spMkLst>
        </pc:spChg>
        <pc:spChg chg="del">
          <ac:chgData name="Rosmin Elsa" userId="8f13a6be4da41318" providerId="LiveId" clId="{2DD4EDF3-2C9D-48FA-A007-E0E3311C9EB2}" dt="2024-05-07T04:28:21.111" v="234" actId="478"/>
          <ac:spMkLst>
            <pc:docMk/>
            <pc:sldMk cId="2967730246" sldId="1444"/>
            <ac:spMk id="7" creationId="{1F0AA735-5694-07DA-3ACA-C77794905829}"/>
          </ac:spMkLst>
        </pc:spChg>
        <pc:spChg chg="mod">
          <ac:chgData name="Rosmin Elsa" userId="8f13a6be4da41318" providerId="LiveId" clId="{2DD4EDF3-2C9D-48FA-A007-E0E3311C9EB2}" dt="2024-05-07T04:25:06.202" v="186"/>
          <ac:spMkLst>
            <pc:docMk/>
            <pc:sldMk cId="2967730246" sldId="1444"/>
            <ac:spMk id="8" creationId="{4B20C08D-13B1-4F34-A99E-AF3AC5E49CB3}"/>
          </ac:spMkLst>
        </pc:spChg>
      </pc:sldChg>
      <pc:sldChg chg="modSp mod">
        <pc:chgData name="Rosmin Elsa" userId="8f13a6be4da41318" providerId="LiveId" clId="{2DD4EDF3-2C9D-48FA-A007-E0E3311C9EB2}" dt="2024-05-07T04:32:02.263" v="263" actId="20577"/>
        <pc:sldMkLst>
          <pc:docMk/>
          <pc:sldMk cId="4131438038" sldId="1445"/>
        </pc:sldMkLst>
        <pc:spChg chg="mod">
          <ac:chgData name="Rosmin Elsa" userId="8f13a6be4da41318" providerId="LiveId" clId="{2DD4EDF3-2C9D-48FA-A007-E0E3311C9EB2}" dt="2024-05-07T04:32:02.263" v="263" actId="20577"/>
          <ac:spMkLst>
            <pc:docMk/>
            <pc:sldMk cId="4131438038" sldId="1445"/>
            <ac:spMk id="5" creationId="{316BCAB3-BD3F-1B0E-CC2C-6CA0F2917E75}"/>
          </ac:spMkLst>
        </pc:spChg>
        <pc:spChg chg="mod">
          <ac:chgData name="Rosmin Elsa" userId="8f13a6be4da41318" providerId="LiveId" clId="{2DD4EDF3-2C9D-48FA-A007-E0E3311C9EB2}" dt="2024-05-07T04:28:46.977" v="239" actId="6549"/>
          <ac:spMkLst>
            <pc:docMk/>
            <pc:sldMk cId="4131438038" sldId="1445"/>
            <ac:spMk id="6" creationId="{0806E297-1ADC-5926-D07E-F5F3B6CBE8EA}"/>
          </ac:spMkLst>
        </pc:spChg>
        <pc:spChg chg="mod">
          <ac:chgData name="Rosmin Elsa" userId="8f13a6be4da41318" providerId="LiveId" clId="{2DD4EDF3-2C9D-48FA-A007-E0E3311C9EB2}" dt="2024-05-07T04:25:13.572" v="187"/>
          <ac:spMkLst>
            <pc:docMk/>
            <pc:sldMk cId="4131438038" sldId="1445"/>
            <ac:spMk id="8" creationId="{9EA20479-821D-F1BF-5BAF-75D0E2472DF1}"/>
          </ac:spMkLst>
        </pc:spChg>
      </pc:sldChg>
      <pc:sldChg chg="modSp mod">
        <pc:chgData name="Rosmin Elsa" userId="8f13a6be4da41318" providerId="LiveId" clId="{2DD4EDF3-2C9D-48FA-A007-E0E3311C9EB2}" dt="2024-05-07T04:32:07.269" v="264" actId="20577"/>
        <pc:sldMkLst>
          <pc:docMk/>
          <pc:sldMk cId="3840774424" sldId="1446"/>
        </pc:sldMkLst>
        <pc:spChg chg="mod">
          <ac:chgData name="Rosmin Elsa" userId="8f13a6be4da41318" providerId="LiveId" clId="{2DD4EDF3-2C9D-48FA-A007-E0E3311C9EB2}" dt="2024-05-07T04:29:00.723" v="240"/>
          <ac:spMkLst>
            <pc:docMk/>
            <pc:sldMk cId="3840774424" sldId="1446"/>
            <ac:spMk id="2" creationId="{E47B15A4-1E5E-9CBC-802E-39C81FA1A8A1}"/>
          </ac:spMkLst>
        </pc:spChg>
        <pc:spChg chg="mod">
          <ac:chgData name="Rosmin Elsa" userId="8f13a6be4da41318" providerId="LiveId" clId="{2DD4EDF3-2C9D-48FA-A007-E0E3311C9EB2}" dt="2024-05-07T04:32:07.269" v="264" actId="20577"/>
          <ac:spMkLst>
            <pc:docMk/>
            <pc:sldMk cId="3840774424" sldId="1446"/>
            <ac:spMk id="5" creationId="{2B8FACB1-BCB9-0D04-EA60-BB453AE98E5B}"/>
          </ac:spMkLst>
        </pc:spChg>
        <pc:spChg chg="mod">
          <ac:chgData name="Rosmin Elsa" userId="8f13a6be4da41318" providerId="LiveId" clId="{2DD4EDF3-2C9D-48FA-A007-E0E3311C9EB2}" dt="2024-05-07T04:25:19.171" v="190"/>
          <ac:spMkLst>
            <pc:docMk/>
            <pc:sldMk cId="3840774424" sldId="1446"/>
            <ac:spMk id="8" creationId="{C7E0E519-EF6F-C114-0D3F-F15BAC2C9B54}"/>
          </ac:spMkLst>
        </pc:spChg>
      </pc:sldChg>
      <pc:sldChg chg="modSp mod">
        <pc:chgData name="Rosmin Elsa" userId="8f13a6be4da41318" providerId="LiveId" clId="{2DD4EDF3-2C9D-48FA-A007-E0E3311C9EB2}" dt="2024-05-07T04:38:16.385" v="325" actId="20577"/>
        <pc:sldMkLst>
          <pc:docMk/>
          <pc:sldMk cId="964970154" sldId="1447"/>
        </pc:sldMkLst>
        <pc:spChg chg="mod">
          <ac:chgData name="Rosmin Elsa" userId="8f13a6be4da41318" providerId="LiveId" clId="{2DD4EDF3-2C9D-48FA-A007-E0E3311C9EB2}" dt="2024-05-07T04:38:16.385" v="325" actId="20577"/>
          <ac:spMkLst>
            <pc:docMk/>
            <pc:sldMk cId="964970154" sldId="1447"/>
            <ac:spMk id="5" creationId="{617E2640-012B-C474-2DF3-489B41ACA35D}"/>
          </ac:spMkLst>
        </pc:spChg>
        <pc:spChg chg="mod">
          <ac:chgData name="Rosmin Elsa" userId="8f13a6be4da41318" providerId="LiveId" clId="{2DD4EDF3-2C9D-48FA-A007-E0E3311C9EB2}" dt="2024-05-07T04:35:32.616" v="302" actId="6549"/>
          <ac:spMkLst>
            <pc:docMk/>
            <pc:sldMk cId="964970154" sldId="1447"/>
            <ac:spMk id="6" creationId="{F258663A-BCB0-38DA-7E9E-2F29455B3444}"/>
          </ac:spMkLst>
        </pc:spChg>
        <pc:spChg chg="mod">
          <ac:chgData name="Rosmin Elsa" userId="8f13a6be4da41318" providerId="LiveId" clId="{2DD4EDF3-2C9D-48FA-A007-E0E3311C9EB2}" dt="2024-05-07T04:33:35.781" v="273"/>
          <ac:spMkLst>
            <pc:docMk/>
            <pc:sldMk cId="964970154" sldId="1447"/>
            <ac:spMk id="13" creationId="{A6D2FB7A-D371-B188-0F99-A7C39EE3059C}"/>
          </ac:spMkLst>
        </pc:spChg>
      </pc:sldChg>
      <pc:sldChg chg="modSp mod">
        <pc:chgData name="Rosmin Elsa" userId="8f13a6be4da41318" providerId="LiveId" clId="{2DD4EDF3-2C9D-48FA-A007-E0E3311C9EB2}" dt="2024-05-07T04:38:13.914" v="324" actId="20577"/>
        <pc:sldMkLst>
          <pc:docMk/>
          <pc:sldMk cId="1494969129" sldId="1448"/>
        </pc:sldMkLst>
        <pc:spChg chg="mod">
          <ac:chgData name="Rosmin Elsa" userId="8f13a6be4da41318" providerId="LiveId" clId="{2DD4EDF3-2C9D-48FA-A007-E0E3311C9EB2}" dt="2024-05-07T04:38:13.914" v="324" actId="20577"/>
          <ac:spMkLst>
            <pc:docMk/>
            <pc:sldMk cId="1494969129" sldId="1448"/>
            <ac:spMk id="5" creationId="{10C556C3-ECE9-D7DD-B726-33552398D44D}"/>
          </ac:spMkLst>
        </pc:spChg>
        <pc:spChg chg="mod">
          <ac:chgData name="Rosmin Elsa" userId="8f13a6be4da41318" providerId="LiveId" clId="{2DD4EDF3-2C9D-48FA-A007-E0E3311C9EB2}" dt="2024-05-07T04:35:27.434" v="301" actId="6549"/>
          <ac:spMkLst>
            <pc:docMk/>
            <pc:sldMk cId="1494969129" sldId="1448"/>
            <ac:spMk id="6" creationId="{801F0B22-0AC9-61BE-20AC-30E8E824EE40}"/>
          </ac:spMkLst>
        </pc:spChg>
        <pc:spChg chg="mod">
          <ac:chgData name="Rosmin Elsa" userId="8f13a6be4da41318" providerId="LiveId" clId="{2DD4EDF3-2C9D-48FA-A007-E0E3311C9EB2}" dt="2024-05-07T04:33:40.516" v="274"/>
          <ac:spMkLst>
            <pc:docMk/>
            <pc:sldMk cId="1494969129" sldId="1448"/>
            <ac:spMk id="13" creationId="{3AA28230-F44B-DC32-A51A-DCC1B67837BD}"/>
          </ac:spMkLst>
        </pc:spChg>
      </pc:sldChg>
      <pc:sldChg chg="modSp mod">
        <pc:chgData name="Rosmin Elsa" userId="8f13a6be4da41318" providerId="LiveId" clId="{2DD4EDF3-2C9D-48FA-A007-E0E3311C9EB2}" dt="2024-05-07T04:38:09.232" v="323" actId="20577"/>
        <pc:sldMkLst>
          <pc:docMk/>
          <pc:sldMk cId="4049472068" sldId="1449"/>
        </pc:sldMkLst>
        <pc:spChg chg="mod">
          <ac:chgData name="Rosmin Elsa" userId="8f13a6be4da41318" providerId="LiveId" clId="{2DD4EDF3-2C9D-48FA-A007-E0E3311C9EB2}" dt="2024-05-07T04:38:09.232" v="323" actId="20577"/>
          <ac:spMkLst>
            <pc:docMk/>
            <pc:sldMk cId="4049472068" sldId="1449"/>
            <ac:spMk id="5" creationId="{2C815793-058C-77D8-4C25-4611300EEA4E}"/>
          </ac:spMkLst>
        </pc:spChg>
        <pc:spChg chg="mod">
          <ac:chgData name="Rosmin Elsa" userId="8f13a6be4da41318" providerId="LiveId" clId="{2DD4EDF3-2C9D-48FA-A007-E0E3311C9EB2}" dt="2024-05-07T04:35:44.229" v="303"/>
          <ac:spMkLst>
            <pc:docMk/>
            <pc:sldMk cId="4049472068" sldId="1449"/>
            <ac:spMk id="6" creationId="{BC9C9A87-EF6D-8164-EFD4-461C51994179}"/>
          </ac:spMkLst>
        </pc:spChg>
        <pc:spChg chg="mod">
          <ac:chgData name="Rosmin Elsa" userId="8f13a6be4da41318" providerId="LiveId" clId="{2DD4EDF3-2C9D-48FA-A007-E0E3311C9EB2}" dt="2024-05-07T04:33:46.444" v="275"/>
          <ac:spMkLst>
            <pc:docMk/>
            <pc:sldMk cId="4049472068" sldId="1449"/>
            <ac:spMk id="13" creationId="{A142B188-AD6D-EEB9-C8DA-15D5F9A67323}"/>
          </ac:spMkLst>
        </pc:spChg>
      </pc:sldChg>
      <pc:sldChg chg="modSp mod">
        <pc:chgData name="Rosmin Elsa" userId="8f13a6be4da41318" providerId="LiveId" clId="{2DD4EDF3-2C9D-48FA-A007-E0E3311C9EB2}" dt="2024-05-07T04:38:06.136" v="322" actId="20577"/>
        <pc:sldMkLst>
          <pc:docMk/>
          <pc:sldMk cId="425986149" sldId="1450"/>
        </pc:sldMkLst>
        <pc:spChg chg="mod">
          <ac:chgData name="Rosmin Elsa" userId="8f13a6be4da41318" providerId="LiveId" clId="{2DD4EDF3-2C9D-48FA-A007-E0E3311C9EB2}" dt="2024-05-07T04:38:06.136" v="322" actId="20577"/>
          <ac:spMkLst>
            <pc:docMk/>
            <pc:sldMk cId="425986149" sldId="1450"/>
            <ac:spMk id="5" creationId="{13593030-CC76-61CF-F7F5-DC6A9C28DBC7}"/>
          </ac:spMkLst>
        </pc:spChg>
        <pc:spChg chg="mod">
          <ac:chgData name="Rosmin Elsa" userId="8f13a6be4da41318" providerId="LiveId" clId="{2DD4EDF3-2C9D-48FA-A007-E0E3311C9EB2}" dt="2024-05-07T04:36:14.943" v="306"/>
          <ac:spMkLst>
            <pc:docMk/>
            <pc:sldMk cId="425986149" sldId="1450"/>
            <ac:spMk id="6" creationId="{396B8FA0-9883-25CB-4F0E-617DCF91BB8C}"/>
          </ac:spMkLst>
        </pc:spChg>
        <pc:spChg chg="mod">
          <ac:chgData name="Rosmin Elsa" userId="8f13a6be4da41318" providerId="LiveId" clId="{2DD4EDF3-2C9D-48FA-A007-E0E3311C9EB2}" dt="2024-05-07T04:33:49.662" v="276"/>
          <ac:spMkLst>
            <pc:docMk/>
            <pc:sldMk cId="425986149" sldId="1450"/>
            <ac:spMk id="13" creationId="{0D938F6E-BF3A-A165-D6A8-EB6116638AC2}"/>
          </ac:spMkLst>
        </pc:spChg>
      </pc:sldChg>
      <pc:sldChg chg="modSp mod">
        <pc:chgData name="Rosmin Elsa" userId="8f13a6be4da41318" providerId="LiveId" clId="{2DD4EDF3-2C9D-48FA-A007-E0E3311C9EB2}" dt="2024-05-07T04:38:03.358" v="321" actId="20577"/>
        <pc:sldMkLst>
          <pc:docMk/>
          <pc:sldMk cId="2275551381" sldId="1451"/>
        </pc:sldMkLst>
        <pc:spChg chg="mod">
          <ac:chgData name="Rosmin Elsa" userId="8f13a6be4da41318" providerId="LiveId" clId="{2DD4EDF3-2C9D-48FA-A007-E0E3311C9EB2}" dt="2024-05-07T04:38:03.358" v="321" actId="20577"/>
          <ac:spMkLst>
            <pc:docMk/>
            <pc:sldMk cId="2275551381" sldId="1451"/>
            <ac:spMk id="5" creationId="{4DD634CA-0A7C-6AF5-4F2A-6456158EC9E2}"/>
          </ac:spMkLst>
        </pc:spChg>
        <pc:spChg chg="mod">
          <ac:chgData name="Rosmin Elsa" userId="8f13a6be4da41318" providerId="LiveId" clId="{2DD4EDF3-2C9D-48FA-A007-E0E3311C9EB2}" dt="2024-05-07T04:36:32.221" v="307"/>
          <ac:spMkLst>
            <pc:docMk/>
            <pc:sldMk cId="2275551381" sldId="1451"/>
            <ac:spMk id="6" creationId="{3296D11C-16CF-0C96-DE99-7EB83B804DA3}"/>
          </ac:spMkLst>
        </pc:spChg>
        <pc:spChg chg="mod">
          <ac:chgData name="Rosmin Elsa" userId="8f13a6be4da41318" providerId="LiveId" clId="{2DD4EDF3-2C9D-48FA-A007-E0E3311C9EB2}" dt="2024-05-07T04:33:54.261" v="277"/>
          <ac:spMkLst>
            <pc:docMk/>
            <pc:sldMk cId="2275551381" sldId="1451"/>
            <ac:spMk id="13" creationId="{81EE61CF-5FAA-6597-D8B9-D5CC5DDD39AF}"/>
          </ac:spMkLst>
        </pc:spChg>
      </pc:sldChg>
      <pc:sldChg chg="modSp mod">
        <pc:chgData name="Rosmin Elsa" userId="8f13a6be4da41318" providerId="LiveId" clId="{2DD4EDF3-2C9D-48FA-A007-E0E3311C9EB2}" dt="2024-05-07T04:38:00.078" v="320" actId="20577"/>
        <pc:sldMkLst>
          <pc:docMk/>
          <pc:sldMk cId="3753762985" sldId="1452"/>
        </pc:sldMkLst>
        <pc:spChg chg="mod">
          <ac:chgData name="Rosmin Elsa" userId="8f13a6be4da41318" providerId="LiveId" clId="{2DD4EDF3-2C9D-48FA-A007-E0E3311C9EB2}" dt="2024-05-07T04:38:00.078" v="320" actId="20577"/>
          <ac:spMkLst>
            <pc:docMk/>
            <pc:sldMk cId="3753762985" sldId="1452"/>
            <ac:spMk id="5" creationId="{A2047971-DA85-C751-DC5A-5C52B51C52BA}"/>
          </ac:spMkLst>
        </pc:spChg>
        <pc:spChg chg="mod">
          <ac:chgData name="Rosmin Elsa" userId="8f13a6be4da41318" providerId="LiveId" clId="{2DD4EDF3-2C9D-48FA-A007-E0E3311C9EB2}" dt="2024-05-07T04:37:07.785" v="315" actId="20577"/>
          <ac:spMkLst>
            <pc:docMk/>
            <pc:sldMk cId="3753762985" sldId="1452"/>
            <ac:spMk id="6" creationId="{BA0B3BE2-D998-167B-8C65-476E697BA331}"/>
          </ac:spMkLst>
        </pc:spChg>
        <pc:spChg chg="mod">
          <ac:chgData name="Rosmin Elsa" userId="8f13a6be4da41318" providerId="LiveId" clId="{2DD4EDF3-2C9D-48FA-A007-E0E3311C9EB2}" dt="2024-05-07T04:33:58.650" v="278"/>
          <ac:spMkLst>
            <pc:docMk/>
            <pc:sldMk cId="3753762985" sldId="1452"/>
            <ac:spMk id="13" creationId="{F90AFB74-83FD-8F85-3412-5B2B465B437B}"/>
          </ac:spMkLst>
        </pc:spChg>
      </pc:sldChg>
      <pc:sldChg chg="modSp mod">
        <pc:chgData name="Rosmin Elsa" userId="8f13a6be4da41318" providerId="LiveId" clId="{2DD4EDF3-2C9D-48FA-A007-E0E3311C9EB2}" dt="2024-05-07T04:37:56.612" v="319" actId="20577"/>
        <pc:sldMkLst>
          <pc:docMk/>
          <pc:sldMk cId="3268302189" sldId="1453"/>
        </pc:sldMkLst>
        <pc:spChg chg="mod">
          <ac:chgData name="Rosmin Elsa" userId="8f13a6be4da41318" providerId="LiveId" clId="{2DD4EDF3-2C9D-48FA-A007-E0E3311C9EB2}" dt="2024-05-07T04:37:56.612" v="319" actId="20577"/>
          <ac:spMkLst>
            <pc:docMk/>
            <pc:sldMk cId="3268302189" sldId="1453"/>
            <ac:spMk id="5" creationId="{EBC41E28-1D01-5841-28D6-7AB832F36267}"/>
          </ac:spMkLst>
        </pc:spChg>
        <pc:spChg chg="mod">
          <ac:chgData name="Rosmin Elsa" userId="8f13a6be4da41318" providerId="LiveId" clId="{2DD4EDF3-2C9D-48FA-A007-E0E3311C9EB2}" dt="2024-05-07T04:37:19.132" v="316"/>
          <ac:spMkLst>
            <pc:docMk/>
            <pc:sldMk cId="3268302189" sldId="1453"/>
            <ac:spMk id="6" creationId="{E321F84B-6901-275A-DCA4-2767D86EC559}"/>
          </ac:spMkLst>
        </pc:spChg>
        <pc:spChg chg="mod">
          <ac:chgData name="Rosmin Elsa" userId="8f13a6be4da41318" providerId="LiveId" clId="{2DD4EDF3-2C9D-48FA-A007-E0E3311C9EB2}" dt="2024-05-07T04:34:01.430" v="279"/>
          <ac:spMkLst>
            <pc:docMk/>
            <pc:sldMk cId="3268302189" sldId="1453"/>
            <ac:spMk id="13" creationId="{5EB00232-2F49-1787-99A4-7CD9999479AF}"/>
          </ac:spMkLst>
        </pc:spChg>
      </pc:sldChg>
      <pc:sldChg chg="modSp del mod">
        <pc:chgData name="Rosmin Elsa" userId="8f13a6be4da41318" providerId="LiveId" clId="{2DD4EDF3-2C9D-48FA-A007-E0E3311C9EB2}" dt="2024-05-07T04:37:48.665" v="317" actId="2696"/>
        <pc:sldMkLst>
          <pc:docMk/>
          <pc:sldMk cId="1481789011" sldId="1454"/>
        </pc:sldMkLst>
        <pc:spChg chg="mod">
          <ac:chgData name="Rosmin Elsa" userId="8f13a6be4da41318" providerId="LiveId" clId="{2DD4EDF3-2C9D-48FA-A007-E0E3311C9EB2}" dt="2024-05-07T04:34:06.604" v="280"/>
          <ac:spMkLst>
            <pc:docMk/>
            <pc:sldMk cId="1481789011" sldId="1454"/>
            <ac:spMk id="13" creationId="{552202D9-372C-BCED-7B72-E6BEBAEDAA93}"/>
          </ac:spMkLst>
        </pc:spChg>
      </pc:sldChg>
      <pc:sldChg chg="del">
        <pc:chgData name="Rosmin Elsa" userId="8f13a6be4da41318" providerId="LiveId" clId="{2DD4EDF3-2C9D-48FA-A007-E0E3311C9EB2}" dt="2024-05-07T04:37:52.789" v="318" actId="2696"/>
        <pc:sldMkLst>
          <pc:docMk/>
          <pc:sldMk cId="435675861" sldId="1455"/>
        </pc:sldMkLst>
      </pc:sldChg>
      <pc:sldChg chg="modSp mod">
        <pc:chgData name="Rosmin Elsa" userId="8f13a6be4da41318" providerId="LiveId" clId="{2DD4EDF3-2C9D-48FA-A007-E0E3311C9EB2}" dt="2024-05-07T04:47:48.224" v="410" actId="20577"/>
        <pc:sldMkLst>
          <pc:docMk/>
          <pc:sldMk cId="4007348260" sldId="1456"/>
        </pc:sldMkLst>
        <pc:spChg chg="mod">
          <ac:chgData name="Rosmin Elsa" userId="8f13a6be4da41318" providerId="LiveId" clId="{2DD4EDF3-2C9D-48FA-A007-E0E3311C9EB2}" dt="2024-05-07T04:47:48.224" v="410" actId="20577"/>
          <ac:spMkLst>
            <pc:docMk/>
            <pc:sldMk cId="4007348260" sldId="1456"/>
            <ac:spMk id="5" creationId="{B111ECC5-BD3C-B57A-DACD-1745E3DDFE84}"/>
          </ac:spMkLst>
        </pc:spChg>
        <pc:spChg chg="mod">
          <ac:chgData name="Rosmin Elsa" userId="8f13a6be4da41318" providerId="LiveId" clId="{2DD4EDF3-2C9D-48FA-A007-E0E3311C9EB2}" dt="2024-05-07T04:42:05.493" v="363" actId="20577"/>
          <ac:spMkLst>
            <pc:docMk/>
            <pc:sldMk cId="4007348260" sldId="1456"/>
            <ac:spMk id="6" creationId="{5D5FABB9-DDC8-08D9-7FF4-F2EB85DD6562}"/>
          </ac:spMkLst>
        </pc:spChg>
        <pc:spChg chg="mod">
          <ac:chgData name="Rosmin Elsa" userId="8f13a6be4da41318" providerId="LiveId" clId="{2DD4EDF3-2C9D-48FA-A007-E0E3311C9EB2}" dt="2024-05-07T04:39:18.947" v="333"/>
          <ac:spMkLst>
            <pc:docMk/>
            <pc:sldMk cId="4007348260" sldId="1456"/>
            <ac:spMk id="9" creationId="{6948AAAB-A44F-872E-F738-455ECC0E8E2D}"/>
          </ac:spMkLst>
        </pc:spChg>
      </pc:sldChg>
      <pc:sldChg chg="modSp mod">
        <pc:chgData name="Rosmin Elsa" userId="8f13a6be4da41318" providerId="LiveId" clId="{2DD4EDF3-2C9D-48FA-A007-E0E3311C9EB2}" dt="2024-05-07T04:47:32.556" v="406" actId="20577"/>
        <pc:sldMkLst>
          <pc:docMk/>
          <pc:sldMk cId="1584036310" sldId="1457"/>
        </pc:sldMkLst>
        <pc:spChg chg="mod">
          <ac:chgData name="Rosmin Elsa" userId="8f13a6be4da41318" providerId="LiveId" clId="{2DD4EDF3-2C9D-48FA-A007-E0E3311C9EB2}" dt="2024-05-07T04:47:32.556" v="406" actId="20577"/>
          <ac:spMkLst>
            <pc:docMk/>
            <pc:sldMk cId="1584036310" sldId="1457"/>
            <ac:spMk id="5" creationId="{FA3AF5C5-7412-A8FE-2588-51A30201C2A3}"/>
          </ac:spMkLst>
        </pc:spChg>
        <pc:spChg chg="mod">
          <ac:chgData name="Rosmin Elsa" userId="8f13a6be4da41318" providerId="LiveId" clId="{2DD4EDF3-2C9D-48FA-A007-E0E3311C9EB2}" dt="2024-05-07T04:42:27.574" v="367" actId="6549"/>
          <ac:spMkLst>
            <pc:docMk/>
            <pc:sldMk cId="1584036310" sldId="1457"/>
            <ac:spMk id="6" creationId="{AFDDD572-F7CE-4B35-777E-441CADC15C96}"/>
          </ac:spMkLst>
        </pc:spChg>
        <pc:spChg chg="mod">
          <ac:chgData name="Rosmin Elsa" userId="8f13a6be4da41318" providerId="LiveId" clId="{2DD4EDF3-2C9D-48FA-A007-E0E3311C9EB2}" dt="2024-05-07T04:39:22.813" v="334"/>
          <ac:spMkLst>
            <pc:docMk/>
            <pc:sldMk cId="1584036310" sldId="1457"/>
            <ac:spMk id="9" creationId="{8D7CFB89-94A1-F843-D725-40E9739B8F07}"/>
          </ac:spMkLst>
        </pc:spChg>
      </pc:sldChg>
      <pc:sldChg chg="modSp mod">
        <pc:chgData name="Rosmin Elsa" userId="8f13a6be4da41318" providerId="LiveId" clId="{2DD4EDF3-2C9D-48FA-A007-E0E3311C9EB2}" dt="2024-05-07T04:47:29.975" v="405" actId="20577"/>
        <pc:sldMkLst>
          <pc:docMk/>
          <pc:sldMk cId="2272770198" sldId="1458"/>
        </pc:sldMkLst>
        <pc:spChg chg="mod">
          <ac:chgData name="Rosmin Elsa" userId="8f13a6be4da41318" providerId="LiveId" clId="{2DD4EDF3-2C9D-48FA-A007-E0E3311C9EB2}" dt="2024-05-07T04:47:29.975" v="405" actId="20577"/>
          <ac:spMkLst>
            <pc:docMk/>
            <pc:sldMk cId="2272770198" sldId="1458"/>
            <ac:spMk id="5" creationId="{9BF0E534-1966-B6C8-A77B-B1631F8C8C6E}"/>
          </ac:spMkLst>
        </pc:spChg>
        <pc:spChg chg="mod">
          <ac:chgData name="Rosmin Elsa" userId="8f13a6be4da41318" providerId="LiveId" clId="{2DD4EDF3-2C9D-48FA-A007-E0E3311C9EB2}" dt="2024-05-07T04:43:31.179" v="383" actId="20577"/>
          <ac:spMkLst>
            <pc:docMk/>
            <pc:sldMk cId="2272770198" sldId="1458"/>
            <ac:spMk id="6" creationId="{7E3638FE-1BA6-3AE6-5469-6BB91DD0C717}"/>
          </ac:spMkLst>
        </pc:spChg>
        <pc:spChg chg="mod">
          <ac:chgData name="Rosmin Elsa" userId="8f13a6be4da41318" providerId="LiveId" clId="{2DD4EDF3-2C9D-48FA-A007-E0E3311C9EB2}" dt="2024-05-07T04:39:25.834" v="335"/>
          <ac:spMkLst>
            <pc:docMk/>
            <pc:sldMk cId="2272770198" sldId="1458"/>
            <ac:spMk id="9" creationId="{05E456B9-1384-806E-AB64-5849E93FC57F}"/>
          </ac:spMkLst>
        </pc:spChg>
      </pc:sldChg>
      <pc:sldChg chg="modSp mod">
        <pc:chgData name="Rosmin Elsa" userId="8f13a6be4da41318" providerId="LiveId" clId="{2DD4EDF3-2C9D-48FA-A007-E0E3311C9EB2}" dt="2024-05-07T04:47:27.435" v="404" actId="20577"/>
        <pc:sldMkLst>
          <pc:docMk/>
          <pc:sldMk cId="2991767391" sldId="1459"/>
        </pc:sldMkLst>
        <pc:spChg chg="mod">
          <ac:chgData name="Rosmin Elsa" userId="8f13a6be4da41318" providerId="LiveId" clId="{2DD4EDF3-2C9D-48FA-A007-E0E3311C9EB2}" dt="2024-05-07T04:47:27.435" v="404" actId="20577"/>
          <ac:spMkLst>
            <pc:docMk/>
            <pc:sldMk cId="2991767391" sldId="1459"/>
            <ac:spMk id="5" creationId="{29810DDB-327F-A48E-27F6-2C3763F072DB}"/>
          </ac:spMkLst>
        </pc:spChg>
        <pc:spChg chg="mod">
          <ac:chgData name="Rosmin Elsa" userId="8f13a6be4da41318" providerId="LiveId" clId="{2DD4EDF3-2C9D-48FA-A007-E0E3311C9EB2}" dt="2024-05-07T04:43:13.189" v="380" actId="20577"/>
          <ac:spMkLst>
            <pc:docMk/>
            <pc:sldMk cId="2991767391" sldId="1459"/>
            <ac:spMk id="6" creationId="{FF4F715C-DF26-6B27-D305-BB29B592DE10}"/>
          </ac:spMkLst>
        </pc:spChg>
        <pc:spChg chg="mod">
          <ac:chgData name="Rosmin Elsa" userId="8f13a6be4da41318" providerId="LiveId" clId="{2DD4EDF3-2C9D-48FA-A007-E0E3311C9EB2}" dt="2024-05-07T04:39:28.688" v="336"/>
          <ac:spMkLst>
            <pc:docMk/>
            <pc:sldMk cId="2991767391" sldId="1459"/>
            <ac:spMk id="9" creationId="{D2B44459-0EBC-46CD-8EB0-10F3C8507D8A}"/>
          </ac:spMkLst>
        </pc:spChg>
      </pc:sldChg>
      <pc:sldChg chg="modSp mod">
        <pc:chgData name="Rosmin Elsa" userId="8f13a6be4da41318" providerId="LiveId" clId="{2DD4EDF3-2C9D-48FA-A007-E0E3311C9EB2}" dt="2024-05-07T04:47:24.899" v="403" actId="20577"/>
        <pc:sldMkLst>
          <pc:docMk/>
          <pc:sldMk cId="1513878346" sldId="1460"/>
        </pc:sldMkLst>
        <pc:spChg chg="mod">
          <ac:chgData name="Rosmin Elsa" userId="8f13a6be4da41318" providerId="LiveId" clId="{2DD4EDF3-2C9D-48FA-A007-E0E3311C9EB2}" dt="2024-05-07T04:47:24.899" v="403" actId="20577"/>
          <ac:spMkLst>
            <pc:docMk/>
            <pc:sldMk cId="1513878346" sldId="1460"/>
            <ac:spMk id="5" creationId="{1E6836E2-C7B9-B122-13AE-6A42BE8C316B}"/>
          </ac:spMkLst>
        </pc:spChg>
        <pc:spChg chg="mod">
          <ac:chgData name="Rosmin Elsa" userId="8f13a6be4da41318" providerId="LiveId" clId="{2DD4EDF3-2C9D-48FA-A007-E0E3311C9EB2}" dt="2024-05-07T04:43:28.301" v="382" actId="20577"/>
          <ac:spMkLst>
            <pc:docMk/>
            <pc:sldMk cId="1513878346" sldId="1460"/>
            <ac:spMk id="6" creationId="{330F1982-F298-30A1-841F-2605DC98EFBA}"/>
          </ac:spMkLst>
        </pc:spChg>
        <pc:spChg chg="mod">
          <ac:chgData name="Rosmin Elsa" userId="8f13a6be4da41318" providerId="LiveId" clId="{2DD4EDF3-2C9D-48FA-A007-E0E3311C9EB2}" dt="2024-05-07T04:39:32.655" v="337"/>
          <ac:spMkLst>
            <pc:docMk/>
            <pc:sldMk cId="1513878346" sldId="1460"/>
            <ac:spMk id="9" creationId="{F0E82536-28D7-5BD9-E2C4-B03AB736B6FF}"/>
          </ac:spMkLst>
        </pc:spChg>
      </pc:sldChg>
      <pc:sldChg chg="modSp mod">
        <pc:chgData name="Rosmin Elsa" userId="8f13a6be4da41318" providerId="LiveId" clId="{2DD4EDF3-2C9D-48FA-A007-E0E3311C9EB2}" dt="2024-05-07T04:47:22.125" v="402" actId="20577"/>
        <pc:sldMkLst>
          <pc:docMk/>
          <pc:sldMk cId="2328820536" sldId="1461"/>
        </pc:sldMkLst>
        <pc:spChg chg="mod">
          <ac:chgData name="Rosmin Elsa" userId="8f13a6be4da41318" providerId="LiveId" clId="{2DD4EDF3-2C9D-48FA-A007-E0E3311C9EB2}" dt="2024-05-07T04:47:22.125" v="402" actId="20577"/>
          <ac:spMkLst>
            <pc:docMk/>
            <pc:sldMk cId="2328820536" sldId="1461"/>
            <ac:spMk id="5" creationId="{BB78E3A1-017F-36C6-97FC-A4BE6274AAF8}"/>
          </ac:spMkLst>
        </pc:spChg>
        <pc:spChg chg="mod">
          <ac:chgData name="Rosmin Elsa" userId="8f13a6be4da41318" providerId="LiveId" clId="{2DD4EDF3-2C9D-48FA-A007-E0E3311C9EB2}" dt="2024-05-07T04:47:01.144" v="400" actId="27107"/>
          <ac:spMkLst>
            <pc:docMk/>
            <pc:sldMk cId="2328820536" sldId="1461"/>
            <ac:spMk id="6" creationId="{2571AC47-20E5-F039-D68F-2FAC1542057F}"/>
          </ac:spMkLst>
        </pc:spChg>
        <pc:spChg chg="mod">
          <ac:chgData name="Rosmin Elsa" userId="8f13a6be4da41318" providerId="LiveId" clId="{2DD4EDF3-2C9D-48FA-A007-E0E3311C9EB2}" dt="2024-05-07T04:39:37.281" v="338"/>
          <ac:spMkLst>
            <pc:docMk/>
            <pc:sldMk cId="2328820536" sldId="1461"/>
            <ac:spMk id="9" creationId="{E4825359-473D-7669-D501-728A711B5E0C}"/>
          </ac:spMkLst>
        </pc:spChg>
      </pc:sldChg>
      <pc:sldChg chg="modSp mod">
        <pc:chgData name="Rosmin Elsa" userId="8f13a6be4da41318" providerId="LiveId" clId="{2DD4EDF3-2C9D-48FA-A007-E0E3311C9EB2}" dt="2024-05-07T04:47:19.377" v="401" actId="20577"/>
        <pc:sldMkLst>
          <pc:docMk/>
          <pc:sldMk cId="2853620092" sldId="1462"/>
        </pc:sldMkLst>
        <pc:spChg chg="mod">
          <ac:chgData name="Rosmin Elsa" userId="8f13a6be4da41318" providerId="LiveId" clId="{2DD4EDF3-2C9D-48FA-A007-E0E3311C9EB2}" dt="2024-05-07T04:47:19.377" v="401" actId="20577"/>
          <ac:spMkLst>
            <pc:docMk/>
            <pc:sldMk cId="2853620092" sldId="1462"/>
            <ac:spMk id="5" creationId="{CCB16817-8D17-B05C-E937-1EA161D2A921}"/>
          </ac:spMkLst>
        </pc:spChg>
        <pc:spChg chg="mod">
          <ac:chgData name="Rosmin Elsa" userId="8f13a6be4da41318" providerId="LiveId" clId="{2DD4EDF3-2C9D-48FA-A007-E0E3311C9EB2}" dt="2024-05-07T04:44:48.315" v="397"/>
          <ac:spMkLst>
            <pc:docMk/>
            <pc:sldMk cId="2853620092" sldId="1462"/>
            <ac:spMk id="6" creationId="{269DB925-0005-EAE7-40FE-765B37AB0DA8}"/>
          </ac:spMkLst>
        </pc:spChg>
        <pc:spChg chg="mod">
          <ac:chgData name="Rosmin Elsa" userId="8f13a6be4da41318" providerId="LiveId" clId="{2DD4EDF3-2C9D-48FA-A007-E0E3311C9EB2}" dt="2024-05-07T04:39:40.597" v="339"/>
          <ac:spMkLst>
            <pc:docMk/>
            <pc:sldMk cId="2853620092" sldId="1462"/>
            <ac:spMk id="9" creationId="{B631306E-400F-EE83-ED7A-DEF679B2694B}"/>
          </ac:spMkLst>
        </pc:spChg>
      </pc:sldChg>
      <pc:sldChg chg="modSp del mod">
        <pc:chgData name="Rosmin Elsa" userId="8f13a6be4da41318" providerId="LiveId" clId="{2DD4EDF3-2C9D-48FA-A007-E0E3311C9EB2}" dt="2024-05-07T04:44:57.198" v="398" actId="2696"/>
        <pc:sldMkLst>
          <pc:docMk/>
          <pc:sldMk cId="3120255067" sldId="1463"/>
        </pc:sldMkLst>
        <pc:spChg chg="mod">
          <ac:chgData name="Rosmin Elsa" userId="8f13a6be4da41318" providerId="LiveId" clId="{2DD4EDF3-2C9D-48FA-A007-E0E3311C9EB2}" dt="2024-05-07T04:39:43.533" v="340"/>
          <ac:spMkLst>
            <pc:docMk/>
            <pc:sldMk cId="3120255067" sldId="1463"/>
            <ac:spMk id="9" creationId="{5B587519-B222-B92C-8CEB-AF1C26AFF662}"/>
          </ac:spMkLst>
        </pc:spChg>
      </pc:sldChg>
      <pc:sldChg chg="modSp del mod">
        <pc:chgData name="Rosmin Elsa" userId="8f13a6be4da41318" providerId="LiveId" clId="{2DD4EDF3-2C9D-48FA-A007-E0E3311C9EB2}" dt="2024-05-07T04:44:57.198" v="398" actId="2696"/>
        <pc:sldMkLst>
          <pc:docMk/>
          <pc:sldMk cId="2849890902" sldId="1464"/>
        </pc:sldMkLst>
        <pc:spChg chg="mod">
          <ac:chgData name="Rosmin Elsa" userId="8f13a6be4da41318" providerId="LiveId" clId="{2DD4EDF3-2C9D-48FA-A007-E0E3311C9EB2}" dt="2024-05-07T04:39:47.462" v="341"/>
          <ac:spMkLst>
            <pc:docMk/>
            <pc:sldMk cId="2849890902" sldId="1464"/>
            <ac:spMk id="9" creationId="{FD229975-CE91-961A-7994-CF8CEE0B6C91}"/>
          </ac:spMkLst>
        </pc:spChg>
      </pc:sldChg>
      <pc:sldChg chg="modSp mod">
        <pc:chgData name="Rosmin Elsa" userId="8f13a6be4da41318" providerId="LiveId" clId="{2DD4EDF3-2C9D-48FA-A007-E0E3311C9EB2}" dt="2024-05-07T04:53:26.728" v="454" actId="20577"/>
        <pc:sldMkLst>
          <pc:docMk/>
          <pc:sldMk cId="4039580999" sldId="1465"/>
        </pc:sldMkLst>
        <pc:spChg chg="mod">
          <ac:chgData name="Rosmin Elsa" userId="8f13a6be4da41318" providerId="LiveId" clId="{2DD4EDF3-2C9D-48FA-A007-E0E3311C9EB2}" dt="2024-05-07T04:53:26.728" v="454" actId="20577"/>
          <ac:spMkLst>
            <pc:docMk/>
            <pc:sldMk cId="4039580999" sldId="1465"/>
            <ac:spMk id="5" creationId="{645EDA14-D069-6AE5-2BBC-B637B5B21F1A}"/>
          </ac:spMkLst>
        </pc:spChg>
        <pc:spChg chg="mod">
          <ac:chgData name="Rosmin Elsa" userId="8f13a6be4da41318" providerId="LiveId" clId="{2DD4EDF3-2C9D-48FA-A007-E0E3311C9EB2}" dt="2024-05-07T04:49:51.365" v="425" actId="20577"/>
          <ac:spMkLst>
            <pc:docMk/>
            <pc:sldMk cId="4039580999" sldId="1465"/>
            <ac:spMk id="6" creationId="{C1232047-F35C-9CE6-AB39-2974E36818C5}"/>
          </ac:spMkLst>
        </pc:spChg>
        <pc:spChg chg="mod">
          <ac:chgData name="Rosmin Elsa" userId="8f13a6be4da41318" providerId="LiveId" clId="{2DD4EDF3-2C9D-48FA-A007-E0E3311C9EB2}" dt="2024-05-07T04:48:50.786" v="413"/>
          <ac:spMkLst>
            <pc:docMk/>
            <pc:sldMk cId="4039580999" sldId="1465"/>
            <ac:spMk id="9" creationId="{0968D38C-2C82-7C11-B05D-513832A91F53}"/>
          </ac:spMkLst>
        </pc:spChg>
      </pc:sldChg>
      <pc:sldChg chg="modSp mod">
        <pc:chgData name="Rosmin Elsa" userId="8f13a6be4da41318" providerId="LiveId" clId="{2DD4EDF3-2C9D-48FA-A007-E0E3311C9EB2}" dt="2024-05-07T04:53:30.700" v="455" actId="20577"/>
        <pc:sldMkLst>
          <pc:docMk/>
          <pc:sldMk cId="576487781" sldId="1466"/>
        </pc:sldMkLst>
        <pc:spChg chg="mod">
          <ac:chgData name="Rosmin Elsa" userId="8f13a6be4da41318" providerId="LiveId" clId="{2DD4EDF3-2C9D-48FA-A007-E0E3311C9EB2}" dt="2024-05-07T04:53:30.700" v="455" actId="20577"/>
          <ac:spMkLst>
            <pc:docMk/>
            <pc:sldMk cId="576487781" sldId="1466"/>
            <ac:spMk id="5" creationId="{0DEEEF68-FCC0-B8B8-9619-FEBE28500934}"/>
          </ac:spMkLst>
        </pc:spChg>
        <pc:spChg chg="mod">
          <ac:chgData name="Rosmin Elsa" userId="8f13a6be4da41318" providerId="LiveId" clId="{2DD4EDF3-2C9D-48FA-A007-E0E3311C9EB2}" dt="2024-05-07T04:50:50.545" v="436" actId="313"/>
          <ac:spMkLst>
            <pc:docMk/>
            <pc:sldMk cId="576487781" sldId="1466"/>
            <ac:spMk id="6" creationId="{D13150C6-8221-D63C-33BE-B34E2F490172}"/>
          </ac:spMkLst>
        </pc:spChg>
        <pc:spChg chg="mod">
          <ac:chgData name="Rosmin Elsa" userId="8f13a6be4da41318" providerId="LiveId" clId="{2DD4EDF3-2C9D-48FA-A007-E0E3311C9EB2}" dt="2024-05-07T04:48:54.121" v="414"/>
          <ac:spMkLst>
            <pc:docMk/>
            <pc:sldMk cId="576487781" sldId="1466"/>
            <ac:spMk id="9" creationId="{2257D2E9-8338-4D70-7848-7EBAAA53BB78}"/>
          </ac:spMkLst>
        </pc:spChg>
      </pc:sldChg>
      <pc:sldChg chg="modSp mod">
        <pc:chgData name="Rosmin Elsa" userId="8f13a6be4da41318" providerId="LiveId" clId="{2DD4EDF3-2C9D-48FA-A007-E0E3311C9EB2}" dt="2024-05-07T04:53:33.862" v="456" actId="20577"/>
        <pc:sldMkLst>
          <pc:docMk/>
          <pc:sldMk cId="2882701942" sldId="1467"/>
        </pc:sldMkLst>
        <pc:spChg chg="mod">
          <ac:chgData name="Rosmin Elsa" userId="8f13a6be4da41318" providerId="LiveId" clId="{2DD4EDF3-2C9D-48FA-A007-E0E3311C9EB2}" dt="2024-05-07T04:53:33.862" v="456" actId="20577"/>
          <ac:spMkLst>
            <pc:docMk/>
            <pc:sldMk cId="2882701942" sldId="1467"/>
            <ac:spMk id="5" creationId="{9F2C4562-7C0E-B6DC-6C8C-80942713DC82}"/>
          </ac:spMkLst>
        </pc:spChg>
        <pc:spChg chg="mod">
          <ac:chgData name="Rosmin Elsa" userId="8f13a6be4da41318" providerId="LiveId" clId="{2DD4EDF3-2C9D-48FA-A007-E0E3311C9EB2}" dt="2024-05-07T04:51:24.438" v="441" actId="27107"/>
          <ac:spMkLst>
            <pc:docMk/>
            <pc:sldMk cId="2882701942" sldId="1467"/>
            <ac:spMk id="6" creationId="{9774693D-CD44-5CB7-0C93-3628B747F75C}"/>
          </ac:spMkLst>
        </pc:spChg>
        <pc:spChg chg="mod">
          <ac:chgData name="Rosmin Elsa" userId="8f13a6be4da41318" providerId="LiveId" clId="{2DD4EDF3-2C9D-48FA-A007-E0E3311C9EB2}" dt="2024-05-07T04:48:56.954" v="415"/>
          <ac:spMkLst>
            <pc:docMk/>
            <pc:sldMk cId="2882701942" sldId="1467"/>
            <ac:spMk id="9" creationId="{D56A539C-4C26-5D1C-7D31-2EAE3D32C470}"/>
          </ac:spMkLst>
        </pc:spChg>
      </pc:sldChg>
      <pc:sldChg chg="modSp mod">
        <pc:chgData name="Rosmin Elsa" userId="8f13a6be4da41318" providerId="LiveId" clId="{2DD4EDF3-2C9D-48FA-A007-E0E3311C9EB2}" dt="2024-05-07T05:02:54.699" v="558" actId="20577"/>
        <pc:sldMkLst>
          <pc:docMk/>
          <pc:sldMk cId="625835019" sldId="1468"/>
        </pc:sldMkLst>
        <pc:spChg chg="mod">
          <ac:chgData name="Rosmin Elsa" userId="8f13a6be4da41318" providerId="LiveId" clId="{2DD4EDF3-2C9D-48FA-A007-E0E3311C9EB2}" dt="2024-05-07T05:02:54.699" v="558" actId="20577"/>
          <ac:spMkLst>
            <pc:docMk/>
            <pc:sldMk cId="625835019" sldId="1468"/>
            <ac:spMk id="5" creationId="{5302F64F-7B08-E1DF-77C2-DF24B4884A26}"/>
          </ac:spMkLst>
        </pc:spChg>
        <pc:spChg chg="mod">
          <ac:chgData name="Rosmin Elsa" userId="8f13a6be4da41318" providerId="LiveId" clId="{2DD4EDF3-2C9D-48FA-A007-E0E3311C9EB2}" dt="2024-05-07T05:00:05.067" v="526" actId="255"/>
          <ac:spMkLst>
            <pc:docMk/>
            <pc:sldMk cId="625835019" sldId="1468"/>
            <ac:spMk id="6" creationId="{E4709EB3-F9C5-7B20-D805-158D5D8DCD6B}"/>
          </ac:spMkLst>
        </pc:spChg>
        <pc:spChg chg="mod">
          <ac:chgData name="Rosmin Elsa" userId="8f13a6be4da41318" providerId="LiveId" clId="{2DD4EDF3-2C9D-48FA-A007-E0E3311C9EB2}" dt="2024-05-07T04:55:07.685" v="472" actId="20577"/>
          <ac:spMkLst>
            <pc:docMk/>
            <pc:sldMk cId="625835019" sldId="1468"/>
            <ac:spMk id="9" creationId="{27E0C573-9B0A-9146-5F05-207C3B6C9139}"/>
          </ac:spMkLst>
        </pc:spChg>
      </pc:sldChg>
      <pc:sldChg chg="modSp mod">
        <pc:chgData name="Rosmin Elsa" userId="8f13a6be4da41318" providerId="LiveId" clId="{2DD4EDF3-2C9D-48FA-A007-E0E3311C9EB2}" dt="2024-05-07T05:02:57.948" v="559" actId="20577"/>
        <pc:sldMkLst>
          <pc:docMk/>
          <pc:sldMk cId="3658360246" sldId="1469"/>
        </pc:sldMkLst>
        <pc:spChg chg="mod">
          <ac:chgData name="Rosmin Elsa" userId="8f13a6be4da41318" providerId="LiveId" clId="{2DD4EDF3-2C9D-48FA-A007-E0E3311C9EB2}" dt="2024-05-07T05:02:57.948" v="559" actId="20577"/>
          <ac:spMkLst>
            <pc:docMk/>
            <pc:sldMk cId="3658360246" sldId="1469"/>
            <ac:spMk id="5" creationId="{6BD3CD50-1DFB-A828-6455-13D1216B4EB3}"/>
          </ac:spMkLst>
        </pc:spChg>
        <pc:spChg chg="mod">
          <ac:chgData name="Rosmin Elsa" userId="8f13a6be4da41318" providerId="LiveId" clId="{2DD4EDF3-2C9D-48FA-A007-E0E3311C9EB2}" dt="2024-05-07T05:02:18.258" v="554" actId="1076"/>
          <ac:spMkLst>
            <pc:docMk/>
            <pc:sldMk cId="3658360246" sldId="1469"/>
            <ac:spMk id="6" creationId="{ABCFE196-852C-EF4A-5C89-8F84C628F6D8}"/>
          </ac:spMkLst>
        </pc:spChg>
        <pc:spChg chg="mod">
          <ac:chgData name="Rosmin Elsa" userId="8f13a6be4da41318" providerId="LiveId" clId="{2DD4EDF3-2C9D-48FA-A007-E0E3311C9EB2}" dt="2024-05-07T04:55:13.059" v="473"/>
          <ac:spMkLst>
            <pc:docMk/>
            <pc:sldMk cId="3658360246" sldId="1469"/>
            <ac:spMk id="9" creationId="{AAD21BDD-D3AE-5CDB-B758-E73AB8700D6E}"/>
          </ac:spMkLst>
        </pc:spChg>
      </pc:sldChg>
      <pc:sldChg chg="modSp mod">
        <pc:chgData name="Rosmin Elsa" userId="8f13a6be4da41318" providerId="LiveId" clId="{2DD4EDF3-2C9D-48FA-A007-E0E3311C9EB2}" dt="2024-05-07T05:03:13.201" v="566" actId="20577"/>
        <pc:sldMkLst>
          <pc:docMk/>
          <pc:sldMk cId="1292053075" sldId="1470"/>
        </pc:sldMkLst>
        <pc:spChg chg="mod">
          <ac:chgData name="Rosmin Elsa" userId="8f13a6be4da41318" providerId="LiveId" clId="{2DD4EDF3-2C9D-48FA-A007-E0E3311C9EB2}" dt="2024-05-07T05:03:13.201" v="566" actId="20577"/>
          <ac:spMkLst>
            <pc:docMk/>
            <pc:sldMk cId="1292053075" sldId="1470"/>
            <ac:spMk id="5" creationId="{203055F6-333A-FAAF-7CFD-1D7E180EB11F}"/>
          </ac:spMkLst>
        </pc:spChg>
        <pc:spChg chg="mod">
          <ac:chgData name="Rosmin Elsa" userId="8f13a6be4da41318" providerId="LiveId" clId="{2DD4EDF3-2C9D-48FA-A007-E0E3311C9EB2}" dt="2024-05-07T05:02:07.786" v="553" actId="6549"/>
          <ac:spMkLst>
            <pc:docMk/>
            <pc:sldMk cId="1292053075" sldId="1470"/>
            <ac:spMk id="6" creationId="{D5D737D0-BD04-7FC6-B03F-BCEC1F57FD2E}"/>
          </ac:spMkLst>
        </pc:spChg>
        <pc:spChg chg="mod">
          <ac:chgData name="Rosmin Elsa" userId="8f13a6be4da41318" providerId="LiveId" clId="{2DD4EDF3-2C9D-48FA-A007-E0E3311C9EB2}" dt="2024-05-07T04:55:17.494" v="474"/>
          <ac:spMkLst>
            <pc:docMk/>
            <pc:sldMk cId="1292053075" sldId="1470"/>
            <ac:spMk id="9" creationId="{21434691-EE47-68D6-AEAA-52AFBA3DCAE4}"/>
          </ac:spMkLst>
        </pc:spChg>
      </pc:sldChg>
      <pc:sldChg chg="modSp del mod">
        <pc:chgData name="Rosmin Elsa" userId="8f13a6be4da41318" providerId="LiveId" clId="{2DD4EDF3-2C9D-48FA-A007-E0E3311C9EB2}" dt="2024-05-07T05:02:32.646" v="556" actId="2696"/>
        <pc:sldMkLst>
          <pc:docMk/>
          <pc:sldMk cId="3868415535" sldId="1471"/>
        </pc:sldMkLst>
        <pc:spChg chg="mod">
          <ac:chgData name="Rosmin Elsa" userId="8f13a6be4da41318" providerId="LiveId" clId="{2DD4EDF3-2C9D-48FA-A007-E0E3311C9EB2}" dt="2024-05-07T04:55:20.773" v="475"/>
          <ac:spMkLst>
            <pc:docMk/>
            <pc:sldMk cId="3868415535" sldId="1471"/>
            <ac:spMk id="9" creationId="{FDD84A13-CC2F-C326-487C-46B54402B523}"/>
          </ac:spMkLst>
        </pc:spChg>
      </pc:sldChg>
      <pc:sldChg chg="add del">
        <pc:chgData name="Rosmin Elsa" userId="8f13a6be4da41318" providerId="LiveId" clId="{2DD4EDF3-2C9D-48FA-A007-E0E3311C9EB2}" dt="2024-05-07T03:29:36.516" v="37"/>
        <pc:sldMkLst>
          <pc:docMk/>
          <pc:sldMk cId="155244669" sldId="1475"/>
        </pc:sldMkLst>
      </pc:sldChg>
      <pc:sldChg chg="addSp delSp modSp new mod">
        <pc:chgData name="Rosmin Elsa" userId="8f13a6be4da41318" providerId="LiveId" clId="{2DD4EDF3-2C9D-48FA-A007-E0E3311C9EB2}" dt="2024-05-07T04:32:17.314" v="266" actId="20577"/>
        <pc:sldMkLst>
          <pc:docMk/>
          <pc:sldMk cId="4289216986" sldId="1475"/>
        </pc:sldMkLst>
        <pc:spChg chg="del">
          <ac:chgData name="Rosmin Elsa" userId="8f13a6be4da41318" providerId="LiveId" clId="{2DD4EDF3-2C9D-48FA-A007-E0E3311C9EB2}" dt="2024-05-07T04:29:21.390" v="243"/>
          <ac:spMkLst>
            <pc:docMk/>
            <pc:sldMk cId="4289216986" sldId="1475"/>
            <ac:spMk id="2" creationId="{24C88EB8-CED0-4D8E-55AC-3DA364D3B276}"/>
          </ac:spMkLst>
        </pc:spChg>
        <pc:spChg chg="add mod">
          <ac:chgData name="Rosmin Elsa" userId="8f13a6be4da41318" providerId="LiveId" clId="{2DD4EDF3-2C9D-48FA-A007-E0E3311C9EB2}" dt="2024-05-07T04:29:43.476" v="251" actId="6549"/>
          <ac:spMkLst>
            <pc:docMk/>
            <pc:sldMk cId="4289216986" sldId="1475"/>
            <ac:spMk id="3" creationId="{AE94C554-8291-DAF3-AF31-A56DE4E0FAF2}"/>
          </ac:spMkLst>
        </pc:spChg>
        <pc:spChg chg="add mod">
          <ac:chgData name="Rosmin Elsa" userId="8f13a6be4da41318" providerId="LiveId" clId="{2DD4EDF3-2C9D-48FA-A007-E0E3311C9EB2}" dt="2024-05-07T04:29:21.390" v="243"/>
          <ac:spMkLst>
            <pc:docMk/>
            <pc:sldMk cId="4289216986" sldId="1475"/>
            <ac:spMk id="4" creationId="{4AAF1325-3302-796F-E14D-00DD37B0D019}"/>
          </ac:spMkLst>
        </pc:spChg>
        <pc:spChg chg="add mod">
          <ac:chgData name="Rosmin Elsa" userId="8f13a6be4da41318" providerId="LiveId" clId="{2DD4EDF3-2C9D-48FA-A007-E0E3311C9EB2}" dt="2024-05-07T04:32:17.314" v="266" actId="20577"/>
          <ac:spMkLst>
            <pc:docMk/>
            <pc:sldMk cId="4289216986" sldId="1475"/>
            <ac:spMk id="5" creationId="{79FFBB1B-9090-8D7E-242A-CC4A6A85FAF3}"/>
          </ac:spMkLst>
        </pc:spChg>
      </pc:sldChg>
      <pc:sldChg chg="addSp delSp modSp new mod">
        <pc:chgData name="Rosmin Elsa" userId="8f13a6be4da41318" providerId="LiveId" clId="{2DD4EDF3-2C9D-48FA-A007-E0E3311C9EB2}" dt="2024-05-07T04:32:22.634" v="268" actId="20577"/>
        <pc:sldMkLst>
          <pc:docMk/>
          <pc:sldMk cId="945659972" sldId="1476"/>
        </pc:sldMkLst>
        <pc:spChg chg="add del mod">
          <ac:chgData name="Rosmin Elsa" userId="8f13a6be4da41318" providerId="LiveId" clId="{2DD4EDF3-2C9D-48FA-A007-E0E3311C9EB2}" dt="2024-05-07T04:30:23.623" v="258"/>
          <ac:spMkLst>
            <pc:docMk/>
            <pc:sldMk cId="945659972" sldId="1476"/>
            <ac:spMk id="2" creationId="{8196C67A-1BC3-1696-E2B3-3884F66D1992}"/>
          </ac:spMkLst>
        </pc:spChg>
        <pc:spChg chg="add del">
          <ac:chgData name="Rosmin Elsa" userId="8f13a6be4da41318" providerId="LiveId" clId="{2DD4EDF3-2C9D-48FA-A007-E0E3311C9EB2}" dt="2024-05-07T04:30:05.016" v="254" actId="22"/>
          <ac:spMkLst>
            <pc:docMk/>
            <pc:sldMk cId="945659972" sldId="1476"/>
            <ac:spMk id="4" creationId="{F16E8CF2-BE0F-A50A-3675-2ECB67E7D39F}"/>
          </ac:spMkLst>
        </pc:spChg>
        <pc:spChg chg="add mod">
          <ac:chgData name="Rosmin Elsa" userId="8f13a6be4da41318" providerId="LiveId" clId="{2DD4EDF3-2C9D-48FA-A007-E0E3311C9EB2}" dt="2024-05-07T04:30:10.210" v="255"/>
          <ac:spMkLst>
            <pc:docMk/>
            <pc:sldMk cId="945659972" sldId="1476"/>
            <ac:spMk id="5" creationId="{267FFC90-CB15-23D3-ACDD-4B6FA0F34C89}"/>
          </ac:spMkLst>
        </pc:spChg>
        <pc:spChg chg="add mod">
          <ac:chgData name="Rosmin Elsa" userId="8f13a6be4da41318" providerId="LiveId" clId="{2DD4EDF3-2C9D-48FA-A007-E0E3311C9EB2}" dt="2024-05-07T04:30:18.143" v="257"/>
          <ac:spMkLst>
            <pc:docMk/>
            <pc:sldMk cId="945659972" sldId="1476"/>
            <ac:spMk id="6" creationId="{0274B816-F656-23B5-445F-2D6A1F3621F2}"/>
          </ac:spMkLst>
        </pc:spChg>
        <pc:spChg chg="add mod">
          <ac:chgData name="Rosmin Elsa" userId="8f13a6be4da41318" providerId="LiveId" clId="{2DD4EDF3-2C9D-48FA-A007-E0E3311C9EB2}" dt="2024-05-07T04:32:22.634" v="268" actId="20577"/>
          <ac:spMkLst>
            <pc:docMk/>
            <pc:sldMk cId="945659972" sldId="1476"/>
            <ac:spMk id="7" creationId="{ADF0E49F-A730-4A2B-7F53-0AB054DAC1E5}"/>
          </ac:spMkLst>
        </pc:spChg>
      </pc:sldChg>
      <pc:sldChg chg="modSp add mod">
        <pc:chgData name="Rosmin Elsa" userId="8f13a6be4da41318" providerId="LiveId" clId="{2DD4EDF3-2C9D-48FA-A007-E0E3311C9EB2}" dt="2024-05-07T04:53:48.985" v="460" actId="20577"/>
        <pc:sldMkLst>
          <pc:docMk/>
          <pc:sldMk cId="2978636881" sldId="1477"/>
        </pc:sldMkLst>
        <pc:spChg chg="mod">
          <ac:chgData name="Rosmin Elsa" userId="8f13a6be4da41318" providerId="LiveId" clId="{2DD4EDF3-2C9D-48FA-A007-E0E3311C9EB2}" dt="2024-05-07T04:53:48.985" v="460" actId="20577"/>
          <ac:spMkLst>
            <pc:docMk/>
            <pc:sldMk cId="2978636881" sldId="1477"/>
            <ac:spMk id="5" creationId="{9F2C4562-7C0E-B6DC-6C8C-80942713DC82}"/>
          </ac:spMkLst>
        </pc:spChg>
        <pc:spChg chg="mod">
          <ac:chgData name="Rosmin Elsa" userId="8f13a6be4da41318" providerId="LiveId" clId="{2DD4EDF3-2C9D-48FA-A007-E0E3311C9EB2}" dt="2024-05-07T04:51:50.088" v="445"/>
          <ac:spMkLst>
            <pc:docMk/>
            <pc:sldMk cId="2978636881" sldId="1477"/>
            <ac:spMk id="6" creationId="{9774693D-CD44-5CB7-0C93-3628B747F75C}"/>
          </ac:spMkLst>
        </pc:spChg>
      </pc:sldChg>
      <pc:sldChg chg="modSp add mod">
        <pc:chgData name="Rosmin Elsa" userId="8f13a6be4da41318" providerId="LiveId" clId="{2DD4EDF3-2C9D-48FA-A007-E0E3311C9EB2}" dt="2024-05-07T04:53:59.932" v="464" actId="20577"/>
        <pc:sldMkLst>
          <pc:docMk/>
          <pc:sldMk cId="3971312708" sldId="1478"/>
        </pc:sldMkLst>
        <pc:spChg chg="mod">
          <ac:chgData name="Rosmin Elsa" userId="8f13a6be4da41318" providerId="LiveId" clId="{2DD4EDF3-2C9D-48FA-A007-E0E3311C9EB2}" dt="2024-05-07T04:53:59.932" v="464" actId="20577"/>
          <ac:spMkLst>
            <pc:docMk/>
            <pc:sldMk cId="3971312708" sldId="1478"/>
            <ac:spMk id="5" creationId="{9F2C4562-7C0E-B6DC-6C8C-80942713DC82}"/>
          </ac:spMkLst>
        </pc:spChg>
        <pc:spChg chg="mod">
          <ac:chgData name="Rosmin Elsa" userId="8f13a6be4da41318" providerId="LiveId" clId="{2DD4EDF3-2C9D-48FA-A007-E0E3311C9EB2}" dt="2024-05-07T04:52:25.768" v="451" actId="20577"/>
          <ac:spMkLst>
            <pc:docMk/>
            <pc:sldMk cId="3971312708" sldId="1478"/>
            <ac:spMk id="6" creationId="{9774693D-CD44-5CB7-0C93-3628B747F75C}"/>
          </ac:spMkLst>
        </pc:spChg>
      </pc:sldChg>
      <pc:sldChg chg="add del">
        <pc:chgData name="Rosmin Elsa" userId="8f13a6be4da41318" providerId="LiveId" clId="{2DD4EDF3-2C9D-48FA-A007-E0E3311C9EB2}" dt="2024-05-07T04:52:44.634" v="453" actId="47"/>
        <pc:sldMkLst>
          <pc:docMk/>
          <pc:sldMk cId="1816271643" sldId="1479"/>
        </pc:sldMkLst>
      </pc:sldChg>
      <pc:sldChg chg="add del">
        <pc:chgData name="Rosmin Elsa" userId="8f13a6be4da41318" providerId="LiveId" clId="{2DD4EDF3-2C9D-48FA-A007-E0E3311C9EB2}" dt="2024-05-07T04:52:44.634" v="453" actId="47"/>
        <pc:sldMkLst>
          <pc:docMk/>
          <pc:sldMk cId="1477464022" sldId="1480"/>
        </pc:sldMkLst>
      </pc:sldChg>
      <pc:sldChg chg="modSp add mod">
        <pc:chgData name="Rosmin Elsa" userId="8f13a6be4da41318" providerId="LiveId" clId="{2DD4EDF3-2C9D-48FA-A007-E0E3311C9EB2}" dt="2024-05-07T04:53:39.516" v="458" actId="20577"/>
        <pc:sldMkLst>
          <pc:docMk/>
          <pc:sldMk cId="2579132583" sldId="1481"/>
        </pc:sldMkLst>
        <pc:spChg chg="mod">
          <ac:chgData name="Rosmin Elsa" userId="8f13a6be4da41318" providerId="LiveId" clId="{2DD4EDF3-2C9D-48FA-A007-E0E3311C9EB2}" dt="2024-05-07T04:53:39.516" v="458" actId="20577"/>
          <ac:spMkLst>
            <pc:docMk/>
            <pc:sldMk cId="2579132583" sldId="1481"/>
            <ac:spMk id="5" creationId="{0DEEEF68-FCC0-B8B8-9619-FEBE28500934}"/>
          </ac:spMkLst>
        </pc:spChg>
      </pc:sldChg>
      <pc:sldChg chg="modSp add mod">
        <pc:chgData name="Rosmin Elsa" userId="8f13a6be4da41318" providerId="LiveId" clId="{2DD4EDF3-2C9D-48FA-A007-E0E3311C9EB2}" dt="2024-05-07T04:53:54.439" v="462" actId="20577"/>
        <pc:sldMkLst>
          <pc:docMk/>
          <pc:sldMk cId="1946592422" sldId="1482"/>
        </pc:sldMkLst>
        <pc:spChg chg="mod">
          <ac:chgData name="Rosmin Elsa" userId="8f13a6be4da41318" providerId="LiveId" clId="{2DD4EDF3-2C9D-48FA-A007-E0E3311C9EB2}" dt="2024-05-07T04:53:54.439" v="462" actId="20577"/>
          <ac:spMkLst>
            <pc:docMk/>
            <pc:sldMk cId="1946592422" sldId="1482"/>
            <ac:spMk id="5" creationId="{0DEEEF68-FCC0-B8B8-9619-FEBE28500934}"/>
          </ac:spMkLst>
        </pc:spChg>
      </pc:sldChg>
      <pc:sldChg chg="modSp add mod">
        <pc:chgData name="Rosmin Elsa" userId="8f13a6be4da41318" providerId="LiveId" clId="{2DD4EDF3-2C9D-48FA-A007-E0E3311C9EB2}" dt="2024-05-07T04:54:04.849" v="466" actId="20577"/>
        <pc:sldMkLst>
          <pc:docMk/>
          <pc:sldMk cId="3142711008" sldId="1483"/>
        </pc:sldMkLst>
        <pc:spChg chg="mod">
          <ac:chgData name="Rosmin Elsa" userId="8f13a6be4da41318" providerId="LiveId" clId="{2DD4EDF3-2C9D-48FA-A007-E0E3311C9EB2}" dt="2024-05-07T04:54:04.849" v="466" actId="20577"/>
          <ac:spMkLst>
            <pc:docMk/>
            <pc:sldMk cId="3142711008" sldId="1483"/>
            <ac:spMk id="5" creationId="{0DEEEF68-FCC0-B8B8-9619-FEBE28500934}"/>
          </ac:spMkLst>
        </pc:spChg>
      </pc:sldChg>
      <pc:sldChg chg="modSp add mod">
        <pc:chgData name="Rosmin Elsa" userId="8f13a6be4da41318" providerId="LiveId" clId="{2DD4EDF3-2C9D-48FA-A007-E0E3311C9EB2}" dt="2024-05-07T05:03:05.017" v="561" actId="20577"/>
        <pc:sldMkLst>
          <pc:docMk/>
          <pc:sldMk cId="1641380438" sldId="1484"/>
        </pc:sldMkLst>
        <pc:spChg chg="mod">
          <ac:chgData name="Rosmin Elsa" userId="8f13a6be4da41318" providerId="LiveId" clId="{2DD4EDF3-2C9D-48FA-A007-E0E3311C9EB2}" dt="2024-05-07T05:03:05.017" v="561" actId="20577"/>
          <ac:spMkLst>
            <pc:docMk/>
            <pc:sldMk cId="1641380438" sldId="1484"/>
            <ac:spMk id="5" creationId="{5302F64F-7B08-E1DF-77C2-DF24B4884A26}"/>
          </ac:spMkLst>
        </pc:spChg>
      </pc:sldChg>
      <pc:sldChg chg="modSp add mod">
        <pc:chgData name="Rosmin Elsa" userId="8f13a6be4da41318" providerId="LiveId" clId="{2DD4EDF3-2C9D-48FA-A007-E0E3311C9EB2}" dt="2024-05-07T05:03:18.872" v="568" actId="20577"/>
        <pc:sldMkLst>
          <pc:docMk/>
          <pc:sldMk cId="4137417350" sldId="1485"/>
        </pc:sldMkLst>
        <pc:spChg chg="mod">
          <ac:chgData name="Rosmin Elsa" userId="8f13a6be4da41318" providerId="LiveId" clId="{2DD4EDF3-2C9D-48FA-A007-E0E3311C9EB2}" dt="2024-05-07T05:03:18.872" v="568" actId="20577"/>
          <ac:spMkLst>
            <pc:docMk/>
            <pc:sldMk cId="4137417350" sldId="1485"/>
            <ac:spMk id="5" creationId="{5302F64F-7B08-E1DF-77C2-DF24B4884A26}"/>
          </ac:spMkLst>
        </pc:spChg>
      </pc:sldChg>
      <pc:sldChg chg="modSp add mod">
        <pc:chgData name="Rosmin Elsa" userId="8f13a6be4da41318" providerId="LiveId" clId="{2DD4EDF3-2C9D-48FA-A007-E0E3311C9EB2}" dt="2024-05-07T05:04:03.440" v="574" actId="20577"/>
        <pc:sldMkLst>
          <pc:docMk/>
          <pc:sldMk cId="4149510764" sldId="1486"/>
        </pc:sldMkLst>
        <pc:spChg chg="mod">
          <ac:chgData name="Rosmin Elsa" userId="8f13a6be4da41318" providerId="LiveId" clId="{2DD4EDF3-2C9D-48FA-A007-E0E3311C9EB2}" dt="2024-05-07T05:04:03.440" v="574" actId="20577"/>
          <ac:spMkLst>
            <pc:docMk/>
            <pc:sldMk cId="4149510764" sldId="1486"/>
            <ac:spMk id="2" creationId="{00000000-0000-0000-0000-000000000000}"/>
          </ac:spMkLst>
        </pc:spChg>
      </pc:sldChg>
      <pc:sldChg chg="addSp delSp modSp add mod">
        <pc:chgData name="Rosmin Elsa" userId="8f13a6be4da41318" providerId="LiveId" clId="{2DD4EDF3-2C9D-48FA-A007-E0E3311C9EB2}" dt="2024-05-07T05:07:28.118" v="621" actId="20577"/>
        <pc:sldMkLst>
          <pc:docMk/>
          <pc:sldMk cId="3032424384" sldId="1487"/>
        </pc:sldMkLst>
        <pc:spChg chg="add del">
          <ac:chgData name="Rosmin Elsa" userId="8f13a6be4da41318" providerId="LiveId" clId="{2DD4EDF3-2C9D-48FA-A007-E0E3311C9EB2}" dt="2024-05-07T05:04:57.422" v="586" actId="22"/>
          <ac:spMkLst>
            <pc:docMk/>
            <pc:sldMk cId="3032424384" sldId="1487"/>
            <ac:spMk id="3" creationId="{F8FD8650-83BF-5779-39F5-11F0BA041218}"/>
          </ac:spMkLst>
        </pc:spChg>
        <pc:spChg chg="mod">
          <ac:chgData name="Rosmin Elsa" userId="8f13a6be4da41318" providerId="LiveId" clId="{2DD4EDF3-2C9D-48FA-A007-E0E3311C9EB2}" dt="2024-05-07T05:07:28.118" v="621" actId="20577"/>
          <ac:spMkLst>
            <pc:docMk/>
            <pc:sldMk cId="3032424384" sldId="1487"/>
            <ac:spMk id="5" creationId="{D15CBCA4-8279-49A0-BDA5-8F1C3F65A437}"/>
          </ac:spMkLst>
        </pc:spChg>
        <pc:spChg chg="mod">
          <ac:chgData name="Rosmin Elsa" userId="8f13a6be4da41318" providerId="LiveId" clId="{2DD4EDF3-2C9D-48FA-A007-E0E3311C9EB2}" dt="2024-05-07T05:04:48.272" v="584" actId="20577"/>
          <ac:spMkLst>
            <pc:docMk/>
            <pc:sldMk cId="3032424384" sldId="1487"/>
            <ac:spMk id="6" creationId="{00B7E6C3-DC3B-BC8E-EE75-86995C7F8ADF}"/>
          </ac:spMkLst>
        </pc:spChg>
        <pc:spChg chg="mod">
          <ac:chgData name="Rosmin Elsa" userId="8f13a6be4da41318" providerId="LiveId" clId="{2DD4EDF3-2C9D-48FA-A007-E0E3311C9EB2}" dt="2024-05-07T05:04:22.169" v="579" actId="20577"/>
          <ac:spMkLst>
            <pc:docMk/>
            <pc:sldMk cId="3032424384" sldId="1487"/>
            <ac:spMk id="9" creationId="{DC17D8D8-E9C5-D2A8-A52F-7AE59A61C67B}"/>
          </ac:spMkLst>
        </pc:spChg>
      </pc:sldChg>
      <pc:sldChg chg="addSp delSp modSp add mod">
        <pc:chgData name="Rosmin Elsa" userId="8f13a6be4da41318" providerId="LiveId" clId="{2DD4EDF3-2C9D-48FA-A007-E0E3311C9EB2}" dt="2024-05-07T05:07:36.684" v="626" actId="20577"/>
        <pc:sldMkLst>
          <pc:docMk/>
          <pc:sldMk cId="3545810794" sldId="1488"/>
        </pc:sldMkLst>
        <pc:spChg chg="add mod">
          <ac:chgData name="Rosmin Elsa" userId="8f13a6be4da41318" providerId="LiveId" clId="{2DD4EDF3-2C9D-48FA-A007-E0E3311C9EB2}" dt="2024-05-07T05:07:36.684" v="626" actId="20577"/>
          <ac:spMkLst>
            <pc:docMk/>
            <pc:sldMk cId="3545810794" sldId="1488"/>
            <ac:spMk id="2" creationId="{8FDAD055-7870-EE1D-AB80-0347EF7C2AF5}"/>
          </ac:spMkLst>
        </pc:spChg>
        <pc:spChg chg="del">
          <ac:chgData name="Rosmin Elsa" userId="8f13a6be4da41318" providerId="LiveId" clId="{2DD4EDF3-2C9D-48FA-A007-E0E3311C9EB2}" dt="2024-05-07T05:07:32.896" v="622" actId="478"/>
          <ac:spMkLst>
            <pc:docMk/>
            <pc:sldMk cId="3545810794" sldId="1488"/>
            <ac:spMk id="5" creationId="{D15CBCA4-8279-49A0-BDA5-8F1C3F65A437}"/>
          </ac:spMkLst>
        </pc:spChg>
        <pc:spChg chg="mod">
          <ac:chgData name="Rosmin Elsa" userId="8f13a6be4da41318" providerId="LiveId" clId="{2DD4EDF3-2C9D-48FA-A007-E0E3311C9EB2}" dt="2024-05-07T05:05:40.372" v="597" actId="114"/>
          <ac:spMkLst>
            <pc:docMk/>
            <pc:sldMk cId="3545810794" sldId="1488"/>
            <ac:spMk id="6" creationId="{00B7E6C3-DC3B-BC8E-EE75-86995C7F8ADF}"/>
          </ac:spMkLst>
        </pc:spChg>
      </pc:sldChg>
      <pc:sldChg chg="addSp delSp modSp add mod">
        <pc:chgData name="Rosmin Elsa" userId="8f13a6be4da41318" providerId="LiveId" clId="{2DD4EDF3-2C9D-48FA-A007-E0E3311C9EB2}" dt="2024-05-07T05:07:54.090" v="634" actId="20577"/>
        <pc:sldMkLst>
          <pc:docMk/>
          <pc:sldMk cId="3623383785" sldId="1489"/>
        </pc:sldMkLst>
        <pc:spChg chg="add mod">
          <ac:chgData name="Rosmin Elsa" userId="8f13a6be4da41318" providerId="LiveId" clId="{2DD4EDF3-2C9D-48FA-A007-E0E3311C9EB2}" dt="2024-05-07T05:07:54.090" v="634" actId="20577"/>
          <ac:spMkLst>
            <pc:docMk/>
            <pc:sldMk cId="3623383785" sldId="1489"/>
            <ac:spMk id="2" creationId="{BD5A0642-FAE1-A935-C62E-969695096FFA}"/>
          </ac:spMkLst>
        </pc:spChg>
        <pc:spChg chg="del">
          <ac:chgData name="Rosmin Elsa" userId="8f13a6be4da41318" providerId="LiveId" clId="{2DD4EDF3-2C9D-48FA-A007-E0E3311C9EB2}" dt="2024-05-07T05:07:51.614" v="632" actId="478"/>
          <ac:spMkLst>
            <pc:docMk/>
            <pc:sldMk cId="3623383785" sldId="1489"/>
            <ac:spMk id="5" creationId="{D15CBCA4-8279-49A0-BDA5-8F1C3F65A437}"/>
          </ac:spMkLst>
        </pc:spChg>
      </pc:sldChg>
      <pc:sldChg chg="addSp delSp modSp add mod">
        <pc:chgData name="Rosmin Elsa" userId="8f13a6be4da41318" providerId="LiveId" clId="{2DD4EDF3-2C9D-48FA-A007-E0E3311C9EB2}" dt="2024-05-07T05:07:45.836" v="631" actId="20577"/>
        <pc:sldMkLst>
          <pc:docMk/>
          <pc:sldMk cId="1980500749" sldId="1490"/>
        </pc:sldMkLst>
        <pc:spChg chg="add mod">
          <ac:chgData name="Rosmin Elsa" userId="8f13a6be4da41318" providerId="LiveId" clId="{2DD4EDF3-2C9D-48FA-A007-E0E3311C9EB2}" dt="2024-05-07T05:07:45.836" v="631" actId="20577"/>
          <ac:spMkLst>
            <pc:docMk/>
            <pc:sldMk cId="1980500749" sldId="1490"/>
            <ac:spMk id="2" creationId="{4D4A1B22-F105-1ACB-A86E-1F2EE8B2F095}"/>
          </ac:spMkLst>
        </pc:spChg>
        <pc:spChg chg="del">
          <ac:chgData name="Rosmin Elsa" userId="8f13a6be4da41318" providerId="LiveId" clId="{2DD4EDF3-2C9D-48FA-A007-E0E3311C9EB2}" dt="2024-05-07T05:07:41.454" v="627" actId="478"/>
          <ac:spMkLst>
            <pc:docMk/>
            <pc:sldMk cId="1980500749" sldId="1490"/>
            <ac:spMk id="5" creationId="{D15CBCA4-8279-49A0-BDA5-8F1C3F65A437}"/>
          </ac:spMkLst>
        </pc:spChg>
        <pc:spChg chg="mod">
          <ac:chgData name="Rosmin Elsa" userId="8f13a6be4da41318" providerId="LiveId" clId="{2DD4EDF3-2C9D-48FA-A007-E0E3311C9EB2}" dt="2024-05-07T05:06:15.869" v="608" actId="20577"/>
          <ac:spMkLst>
            <pc:docMk/>
            <pc:sldMk cId="1980500749" sldId="1490"/>
            <ac:spMk id="6" creationId="{00B7E6C3-DC3B-BC8E-EE75-86995C7F8ADF}"/>
          </ac:spMkLst>
        </pc:spChg>
      </pc:sldChg>
      <pc:sldChg chg="addSp delSp modSp add mod">
        <pc:chgData name="Rosmin Elsa" userId="8f13a6be4da41318" providerId="LiveId" clId="{2DD4EDF3-2C9D-48FA-A007-E0E3311C9EB2}" dt="2024-05-07T05:10:12.302" v="661" actId="20577"/>
        <pc:sldMkLst>
          <pc:docMk/>
          <pc:sldMk cId="3978388834" sldId="1491"/>
        </pc:sldMkLst>
        <pc:spChg chg="add mod">
          <ac:chgData name="Rosmin Elsa" userId="8f13a6be4da41318" providerId="LiveId" clId="{2DD4EDF3-2C9D-48FA-A007-E0E3311C9EB2}" dt="2024-05-07T05:08:00.340" v="637" actId="20577"/>
          <ac:spMkLst>
            <pc:docMk/>
            <pc:sldMk cId="3978388834" sldId="1491"/>
            <ac:spMk id="2" creationId="{41A71DF8-7C0B-0A65-B34F-D9642E3C3801}"/>
          </ac:spMkLst>
        </pc:spChg>
        <pc:spChg chg="del">
          <ac:chgData name="Rosmin Elsa" userId="8f13a6be4da41318" providerId="LiveId" clId="{2DD4EDF3-2C9D-48FA-A007-E0E3311C9EB2}" dt="2024-05-07T05:07:58.218" v="635" actId="478"/>
          <ac:spMkLst>
            <pc:docMk/>
            <pc:sldMk cId="3978388834" sldId="1491"/>
            <ac:spMk id="5" creationId="{D15CBCA4-8279-49A0-BDA5-8F1C3F65A437}"/>
          </ac:spMkLst>
        </pc:spChg>
        <pc:spChg chg="mod">
          <ac:chgData name="Rosmin Elsa" userId="8f13a6be4da41318" providerId="LiveId" clId="{2DD4EDF3-2C9D-48FA-A007-E0E3311C9EB2}" dt="2024-05-07T05:10:12.302" v="661" actId="20577"/>
          <ac:spMkLst>
            <pc:docMk/>
            <pc:sldMk cId="3978388834" sldId="1491"/>
            <ac:spMk id="6" creationId="{00B7E6C3-DC3B-BC8E-EE75-86995C7F8ADF}"/>
          </ac:spMkLst>
        </pc:spChg>
      </pc:sldChg>
      <pc:sldChg chg="addSp delSp modSp add mod">
        <pc:chgData name="Rosmin Elsa" userId="8f13a6be4da41318" providerId="LiveId" clId="{2DD4EDF3-2C9D-48FA-A007-E0E3311C9EB2}" dt="2024-05-07T05:08:09.332" v="641" actId="20577"/>
        <pc:sldMkLst>
          <pc:docMk/>
          <pc:sldMk cId="19975970" sldId="1492"/>
        </pc:sldMkLst>
        <pc:spChg chg="add mod">
          <ac:chgData name="Rosmin Elsa" userId="8f13a6be4da41318" providerId="LiveId" clId="{2DD4EDF3-2C9D-48FA-A007-E0E3311C9EB2}" dt="2024-05-07T05:08:09.332" v="641" actId="20577"/>
          <ac:spMkLst>
            <pc:docMk/>
            <pc:sldMk cId="19975970" sldId="1492"/>
            <ac:spMk id="2" creationId="{8BB5B29A-15B1-753A-6694-5DF8FB720784}"/>
          </ac:spMkLst>
        </pc:spChg>
        <pc:spChg chg="del">
          <ac:chgData name="Rosmin Elsa" userId="8f13a6be4da41318" providerId="LiveId" clId="{2DD4EDF3-2C9D-48FA-A007-E0E3311C9EB2}" dt="2024-05-07T05:08:04.448" v="638" actId="478"/>
          <ac:spMkLst>
            <pc:docMk/>
            <pc:sldMk cId="19975970" sldId="1492"/>
            <ac:spMk id="5" creationId="{D15CBCA4-8279-49A0-BDA5-8F1C3F65A437}"/>
          </ac:spMkLst>
        </pc:spChg>
      </pc:sldChg>
      <pc:sldChg chg="addSp delSp modSp add mod">
        <pc:chgData name="Rosmin Elsa" userId="8f13a6be4da41318" providerId="LiveId" clId="{2DD4EDF3-2C9D-48FA-A007-E0E3311C9EB2}" dt="2024-05-07T05:08:15.723" v="644" actId="20577"/>
        <pc:sldMkLst>
          <pc:docMk/>
          <pc:sldMk cId="1555392845" sldId="1493"/>
        </pc:sldMkLst>
        <pc:spChg chg="add mod">
          <ac:chgData name="Rosmin Elsa" userId="8f13a6be4da41318" providerId="LiveId" clId="{2DD4EDF3-2C9D-48FA-A007-E0E3311C9EB2}" dt="2024-05-07T05:08:15.723" v="644" actId="20577"/>
          <ac:spMkLst>
            <pc:docMk/>
            <pc:sldMk cId="1555392845" sldId="1493"/>
            <ac:spMk id="2" creationId="{071E8B36-1DC0-FCCD-89E3-4F2C5E986846}"/>
          </ac:spMkLst>
        </pc:spChg>
        <pc:spChg chg="del">
          <ac:chgData name="Rosmin Elsa" userId="8f13a6be4da41318" providerId="LiveId" clId="{2DD4EDF3-2C9D-48FA-A007-E0E3311C9EB2}" dt="2024-05-07T05:08:13.225" v="642" actId="478"/>
          <ac:spMkLst>
            <pc:docMk/>
            <pc:sldMk cId="1555392845" sldId="1493"/>
            <ac:spMk id="5" creationId="{D15CBCA4-8279-49A0-BDA5-8F1C3F65A437}"/>
          </ac:spMkLst>
        </pc:spChg>
        <pc:spChg chg="mod">
          <ac:chgData name="Rosmin Elsa" userId="8f13a6be4da41318" providerId="LiveId" clId="{2DD4EDF3-2C9D-48FA-A007-E0E3311C9EB2}" dt="2024-05-07T05:07:05.289" v="619" actId="6549"/>
          <ac:spMkLst>
            <pc:docMk/>
            <pc:sldMk cId="1555392845" sldId="1493"/>
            <ac:spMk id="6" creationId="{00B7E6C3-DC3B-BC8E-EE75-86995C7F8ADF}"/>
          </ac:spMkLst>
        </pc:spChg>
      </pc:sldChg>
      <pc:sldChg chg="addSp delSp modSp add mod">
        <pc:chgData name="Rosmin Elsa" userId="8f13a6be4da41318" providerId="LiveId" clId="{2DD4EDF3-2C9D-48FA-A007-E0E3311C9EB2}" dt="2024-05-07T05:08:22.702" v="647" actId="20577"/>
        <pc:sldMkLst>
          <pc:docMk/>
          <pc:sldMk cId="2357707435" sldId="1494"/>
        </pc:sldMkLst>
        <pc:spChg chg="add mod">
          <ac:chgData name="Rosmin Elsa" userId="8f13a6be4da41318" providerId="LiveId" clId="{2DD4EDF3-2C9D-48FA-A007-E0E3311C9EB2}" dt="2024-05-07T05:08:22.702" v="647" actId="20577"/>
          <ac:spMkLst>
            <pc:docMk/>
            <pc:sldMk cId="2357707435" sldId="1494"/>
            <ac:spMk id="2" creationId="{37A01A73-E0A9-865B-688D-EDBF55F8A937}"/>
          </ac:spMkLst>
        </pc:spChg>
        <pc:spChg chg="del">
          <ac:chgData name="Rosmin Elsa" userId="8f13a6be4da41318" providerId="LiveId" clId="{2DD4EDF3-2C9D-48FA-A007-E0E3311C9EB2}" dt="2024-05-07T05:08:19.888" v="645" actId="478"/>
          <ac:spMkLst>
            <pc:docMk/>
            <pc:sldMk cId="2357707435" sldId="1494"/>
            <ac:spMk id="5" creationId="{D15CBCA4-8279-49A0-BDA5-8F1C3F65A437}"/>
          </ac:spMkLst>
        </pc:spChg>
      </pc:sldChg>
      <pc:sldChg chg="modSp add mod">
        <pc:chgData name="Rosmin Elsa" userId="8f13a6be4da41318" providerId="LiveId" clId="{2DD4EDF3-2C9D-48FA-A007-E0E3311C9EB2}" dt="2024-05-07T05:11:35.890" v="665" actId="20577"/>
        <pc:sldMkLst>
          <pc:docMk/>
          <pc:sldMk cId="461386158" sldId="1495"/>
        </pc:sldMkLst>
        <pc:spChg chg="mod">
          <ac:chgData name="Rosmin Elsa" userId="8f13a6be4da41318" providerId="LiveId" clId="{2DD4EDF3-2C9D-48FA-A007-E0E3311C9EB2}" dt="2024-05-07T05:11:35.890" v="665" actId="20577"/>
          <ac:spMkLst>
            <pc:docMk/>
            <pc:sldMk cId="461386158" sldId="1495"/>
            <ac:spMk id="2" creationId="{00000000-0000-0000-0000-000000000000}"/>
          </ac:spMkLst>
        </pc:spChg>
      </pc:sldChg>
      <pc:sldChg chg="addSp delSp modSp add mod">
        <pc:chgData name="Rosmin Elsa" userId="8f13a6be4da41318" providerId="LiveId" clId="{2DD4EDF3-2C9D-48FA-A007-E0E3311C9EB2}" dt="2024-05-07T05:13:18.232" v="684" actId="22"/>
        <pc:sldMkLst>
          <pc:docMk/>
          <pc:sldMk cId="1937160471" sldId="1496"/>
        </pc:sldMkLst>
        <pc:spChg chg="add del">
          <ac:chgData name="Rosmin Elsa" userId="8f13a6be4da41318" providerId="LiveId" clId="{2DD4EDF3-2C9D-48FA-A007-E0E3311C9EB2}" dt="2024-05-07T05:13:18.232" v="684" actId="22"/>
          <ac:spMkLst>
            <pc:docMk/>
            <pc:sldMk cId="1937160471" sldId="1496"/>
            <ac:spMk id="3" creationId="{DE720651-90F3-9B9E-051C-9B0365050606}"/>
          </ac:spMkLst>
        </pc:spChg>
        <pc:spChg chg="mod">
          <ac:chgData name="Rosmin Elsa" userId="8f13a6be4da41318" providerId="LiveId" clId="{2DD4EDF3-2C9D-48FA-A007-E0E3311C9EB2}" dt="2024-05-07T05:11:50.058" v="667" actId="20577"/>
          <ac:spMkLst>
            <pc:docMk/>
            <pc:sldMk cId="1937160471" sldId="1496"/>
            <ac:spMk id="5" creationId="{D15CBCA4-8279-49A0-BDA5-8F1C3F65A437}"/>
          </ac:spMkLst>
        </pc:spChg>
        <pc:spChg chg="mod">
          <ac:chgData name="Rosmin Elsa" userId="8f13a6be4da41318" providerId="LiveId" clId="{2DD4EDF3-2C9D-48FA-A007-E0E3311C9EB2}" dt="2024-05-07T05:12:59.889" v="682" actId="6549"/>
          <ac:spMkLst>
            <pc:docMk/>
            <pc:sldMk cId="1937160471" sldId="1496"/>
            <ac:spMk id="6" creationId="{00B7E6C3-DC3B-BC8E-EE75-86995C7F8ADF}"/>
          </ac:spMkLst>
        </pc:spChg>
        <pc:spChg chg="mod">
          <ac:chgData name="Rosmin Elsa" userId="8f13a6be4da41318" providerId="LiveId" clId="{2DD4EDF3-2C9D-48FA-A007-E0E3311C9EB2}" dt="2024-05-07T05:11:59.620" v="670" actId="20577"/>
          <ac:spMkLst>
            <pc:docMk/>
            <pc:sldMk cId="1937160471" sldId="1496"/>
            <ac:spMk id="9" creationId="{DC17D8D8-E9C5-D2A8-A52F-7AE59A61C67B}"/>
          </ac:spMkLst>
        </pc:spChg>
      </pc:sldChg>
      <pc:sldChg chg="addSp delSp modSp add mod">
        <pc:chgData name="Rosmin Elsa" userId="8f13a6be4da41318" providerId="LiveId" clId="{2DD4EDF3-2C9D-48FA-A007-E0E3311C9EB2}" dt="2024-05-07T05:16:37.593" v="739" actId="20577"/>
        <pc:sldMkLst>
          <pc:docMk/>
          <pc:sldMk cId="1249038581" sldId="1497"/>
        </pc:sldMkLst>
        <pc:spChg chg="add del">
          <ac:chgData name="Rosmin Elsa" userId="8f13a6be4da41318" providerId="LiveId" clId="{2DD4EDF3-2C9D-48FA-A007-E0E3311C9EB2}" dt="2024-05-07T05:14:12.099" v="697" actId="22"/>
          <ac:spMkLst>
            <pc:docMk/>
            <pc:sldMk cId="1249038581" sldId="1497"/>
            <ac:spMk id="3" creationId="{C44F4940-6282-4C32-6D06-D6BB71ABB481}"/>
          </ac:spMkLst>
        </pc:spChg>
        <pc:spChg chg="mod">
          <ac:chgData name="Rosmin Elsa" userId="8f13a6be4da41318" providerId="LiveId" clId="{2DD4EDF3-2C9D-48FA-A007-E0E3311C9EB2}" dt="2024-05-07T05:16:37.593" v="739" actId="20577"/>
          <ac:spMkLst>
            <pc:docMk/>
            <pc:sldMk cId="1249038581" sldId="1497"/>
            <ac:spMk id="5" creationId="{D15CBCA4-8279-49A0-BDA5-8F1C3F65A437}"/>
          </ac:spMkLst>
        </pc:spChg>
        <pc:spChg chg="mod">
          <ac:chgData name="Rosmin Elsa" userId="8f13a6be4da41318" providerId="LiveId" clId="{2DD4EDF3-2C9D-48FA-A007-E0E3311C9EB2}" dt="2024-05-07T05:14:05.785" v="695" actId="114"/>
          <ac:spMkLst>
            <pc:docMk/>
            <pc:sldMk cId="1249038581" sldId="1497"/>
            <ac:spMk id="6" creationId="{00B7E6C3-DC3B-BC8E-EE75-86995C7F8ADF}"/>
          </ac:spMkLst>
        </pc:spChg>
      </pc:sldChg>
      <pc:sldChg chg="modSp add mod">
        <pc:chgData name="Rosmin Elsa" userId="8f13a6be4da41318" providerId="LiveId" clId="{2DD4EDF3-2C9D-48FA-A007-E0E3311C9EB2}" dt="2024-05-07T05:16:42.583" v="740" actId="20577"/>
        <pc:sldMkLst>
          <pc:docMk/>
          <pc:sldMk cId="2550290253" sldId="1498"/>
        </pc:sldMkLst>
        <pc:spChg chg="mod">
          <ac:chgData name="Rosmin Elsa" userId="8f13a6be4da41318" providerId="LiveId" clId="{2DD4EDF3-2C9D-48FA-A007-E0E3311C9EB2}" dt="2024-05-07T05:16:42.583" v="740" actId="20577"/>
          <ac:spMkLst>
            <pc:docMk/>
            <pc:sldMk cId="2550290253" sldId="1498"/>
            <ac:spMk id="5" creationId="{D15CBCA4-8279-49A0-BDA5-8F1C3F65A437}"/>
          </ac:spMkLst>
        </pc:spChg>
        <pc:spChg chg="mod">
          <ac:chgData name="Rosmin Elsa" userId="8f13a6be4da41318" providerId="LiveId" clId="{2DD4EDF3-2C9D-48FA-A007-E0E3311C9EB2}" dt="2024-05-07T05:15:00.836" v="719" actId="20577"/>
          <ac:spMkLst>
            <pc:docMk/>
            <pc:sldMk cId="2550290253" sldId="1498"/>
            <ac:spMk id="6" creationId="{00B7E6C3-DC3B-BC8E-EE75-86995C7F8ADF}"/>
          </ac:spMkLst>
        </pc:spChg>
      </pc:sldChg>
      <pc:sldChg chg="modSp add mod">
        <pc:chgData name="Rosmin Elsa" userId="8f13a6be4da41318" providerId="LiveId" clId="{2DD4EDF3-2C9D-48FA-A007-E0E3311C9EB2}" dt="2024-05-07T05:16:46.070" v="741" actId="20577"/>
        <pc:sldMkLst>
          <pc:docMk/>
          <pc:sldMk cId="234723676" sldId="1499"/>
        </pc:sldMkLst>
        <pc:spChg chg="mod">
          <ac:chgData name="Rosmin Elsa" userId="8f13a6be4da41318" providerId="LiveId" clId="{2DD4EDF3-2C9D-48FA-A007-E0E3311C9EB2}" dt="2024-05-07T05:16:46.070" v="741" actId="20577"/>
          <ac:spMkLst>
            <pc:docMk/>
            <pc:sldMk cId="234723676" sldId="1499"/>
            <ac:spMk id="5" creationId="{D15CBCA4-8279-49A0-BDA5-8F1C3F65A437}"/>
          </ac:spMkLst>
        </pc:spChg>
      </pc:sldChg>
      <pc:sldChg chg="modSp add mod">
        <pc:chgData name="Rosmin Elsa" userId="8f13a6be4da41318" providerId="LiveId" clId="{2DD4EDF3-2C9D-48FA-A007-E0E3311C9EB2}" dt="2024-05-07T05:16:49.354" v="742" actId="20577"/>
        <pc:sldMkLst>
          <pc:docMk/>
          <pc:sldMk cId="11326183" sldId="1500"/>
        </pc:sldMkLst>
        <pc:spChg chg="mod">
          <ac:chgData name="Rosmin Elsa" userId="8f13a6be4da41318" providerId="LiveId" clId="{2DD4EDF3-2C9D-48FA-A007-E0E3311C9EB2}" dt="2024-05-07T05:16:49.354" v="742" actId="20577"/>
          <ac:spMkLst>
            <pc:docMk/>
            <pc:sldMk cId="11326183" sldId="1500"/>
            <ac:spMk id="5" creationId="{D15CBCA4-8279-49A0-BDA5-8F1C3F65A437}"/>
          </ac:spMkLst>
        </pc:spChg>
        <pc:spChg chg="mod">
          <ac:chgData name="Rosmin Elsa" userId="8f13a6be4da41318" providerId="LiveId" clId="{2DD4EDF3-2C9D-48FA-A007-E0E3311C9EB2}" dt="2024-05-07T05:15:42.432" v="726" actId="6549"/>
          <ac:spMkLst>
            <pc:docMk/>
            <pc:sldMk cId="11326183" sldId="1500"/>
            <ac:spMk id="6" creationId="{00B7E6C3-DC3B-BC8E-EE75-86995C7F8ADF}"/>
          </ac:spMkLst>
        </pc:spChg>
      </pc:sldChg>
      <pc:sldChg chg="modSp add mod">
        <pc:chgData name="Rosmin Elsa" userId="8f13a6be4da41318" providerId="LiveId" clId="{2DD4EDF3-2C9D-48FA-A007-E0E3311C9EB2}" dt="2024-05-07T05:16:52.541" v="743" actId="20577"/>
        <pc:sldMkLst>
          <pc:docMk/>
          <pc:sldMk cId="3630234294" sldId="1501"/>
        </pc:sldMkLst>
        <pc:spChg chg="mod">
          <ac:chgData name="Rosmin Elsa" userId="8f13a6be4da41318" providerId="LiveId" clId="{2DD4EDF3-2C9D-48FA-A007-E0E3311C9EB2}" dt="2024-05-07T05:16:52.541" v="743" actId="20577"/>
          <ac:spMkLst>
            <pc:docMk/>
            <pc:sldMk cId="3630234294" sldId="1501"/>
            <ac:spMk id="5" creationId="{D15CBCA4-8279-49A0-BDA5-8F1C3F65A437}"/>
          </ac:spMkLst>
        </pc:spChg>
      </pc:sldChg>
      <pc:sldChg chg="modSp add mod">
        <pc:chgData name="Rosmin Elsa" userId="8f13a6be4da41318" providerId="LiveId" clId="{2DD4EDF3-2C9D-48FA-A007-E0E3311C9EB2}" dt="2024-05-07T05:16:56.778" v="744" actId="20577"/>
        <pc:sldMkLst>
          <pc:docMk/>
          <pc:sldMk cId="714149119" sldId="1502"/>
        </pc:sldMkLst>
        <pc:spChg chg="mod">
          <ac:chgData name="Rosmin Elsa" userId="8f13a6be4da41318" providerId="LiveId" clId="{2DD4EDF3-2C9D-48FA-A007-E0E3311C9EB2}" dt="2024-05-07T05:16:56.778" v="744" actId="20577"/>
          <ac:spMkLst>
            <pc:docMk/>
            <pc:sldMk cId="714149119" sldId="1502"/>
            <ac:spMk id="5" creationId="{D15CBCA4-8279-49A0-BDA5-8F1C3F65A437}"/>
          </ac:spMkLst>
        </pc:spChg>
        <pc:spChg chg="mod">
          <ac:chgData name="Rosmin Elsa" userId="8f13a6be4da41318" providerId="LiveId" clId="{2DD4EDF3-2C9D-48FA-A007-E0E3311C9EB2}" dt="2024-05-07T05:16:22.175" v="738" actId="20577"/>
          <ac:spMkLst>
            <pc:docMk/>
            <pc:sldMk cId="714149119" sldId="1502"/>
            <ac:spMk id="6" creationId="{00B7E6C3-DC3B-BC8E-EE75-86995C7F8ADF}"/>
          </ac:spMkLst>
        </pc:spChg>
      </pc:sldChg>
      <pc:sldChg chg="modSp add mod">
        <pc:chgData name="Rosmin Elsa" userId="8f13a6be4da41318" providerId="LiveId" clId="{2DD4EDF3-2C9D-48FA-A007-E0E3311C9EB2}" dt="2024-05-07T05:17:21.225" v="746" actId="20577"/>
        <pc:sldMkLst>
          <pc:docMk/>
          <pc:sldMk cId="340671627" sldId="1503"/>
        </pc:sldMkLst>
        <pc:spChg chg="mod">
          <ac:chgData name="Rosmin Elsa" userId="8f13a6be4da41318" providerId="LiveId" clId="{2DD4EDF3-2C9D-48FA-A007-E0E3311C9EB2}" dt="2024-05-07T05:17:00.303" v="745" actId="20577"/>
          <ac:spMkLst>
            <pc:docMk/>
            <pc:sldMk cId="340671627" sldId="1503"/>
            <ac:spMk id="5" creationId="{D15CBCA4-8279-49A0-BDA5-8F1C3F65A437}"/>
          </ac:spMkLst>
        </pc:spChg>
        <pc:spChg chg="mod">
          <ac:chgData name="Rosmin Elsa" userId="8f13a6be4da41318" providerId="LiveId" clId="{2DD4EDF3-2C9D-48FA-A007-E0E3311C9EB2}" dt="2024-05-07T05:17:21.225" v="746" actId="20577"/>
          <ac:spMkLst>
            <pc:docMk/>
            <pc:sldMk cId="340671627" sldId="1503"/>
            <ac:spMk id="9" creationId="{DC17D8D8-E9C5-D2A8-A52F-7AE59A61C67B}"/>
          </ac:spMkLst>
        </pc:spChg>
      </pc:sldChg>
      <pc:sldMasterChg chg="modSldLayout">
        <pc:chgData name="Rosmin Elsa" userId="8f13a6be4da41318" providerId="LiveId" clId="{2DD4EDF3-2C9D-48FA-A007-E0E3311C9EB2}" dt="2024-05-07T05:28:54.461" v="879" actId="20577"/>
        <pc:sldMasterMkLst>
          <pc:docMk/>
          <pc:sldMasterMk cId="2021402228" sldId="2147483673"/>
        </pc:sldMasterMkLst>
        <pc:sldLayoutChg chg="modSp mod">
          <pc:chgData name="Rosmin Elsa" userId="8f13a6be4da41318" providerId="LiveId" clId="{2DD4EDF3-2C9D-48FA-A007-E0E3311C9EB2}" dt="2024-05-07T05:28:32.664" v="864" actId="20577"/>
          <pc:sldLayoutMkLst>
            <pc:docMk/>
            <pc:sldMasterMk cId="2021402228" sldId="2147483673"/>
            <pc:sldLayoutMk cId="972620569" sldId="2147483686"/>
          </pc:sldLayoutMkLst>
          <pc:spChg chg="mod">
            <ac:chgData name="Rosmin Elsa" userId="8f13a6be4da41318" providerId="LiveId" clId="{2DD4EDF3-2C9D-48FA-A007-E0E3311C9EB2}" dt="2024-05-07T05:28:32.664" v="864" actId="20577"/>
            <ac:spMkLst>
              <pc:docMk/>
              <pc:sldMasterMk cId="2021402228" sldId="2147483673"/>
              <pc:sldLayoutMk cId="972620569" sldId="2147483686"/>
              <ac:spMk id="7" creationId="{99B39CA7-ADE3-4147-9B4D-BE10E585E948}"/>
            </ac:spMkLst>
          </pc:spChg>
        </pc:sldLayoutChg>
        <pc:sldLayoutChg chg="modSp mod">
          <pc:chgData name="Rosmin Elsa" userId="8f13a6be4da41318" providerId="LiveId" clId="{2DD4EDF3-2C9D-48FA-A007-E0E3311C9EB2}" dt="2024-05-07T05:28:41.521" v="871" actId="20577"/>
          <pc:sldLayoutMkLst>
            <pc:docMk/>
            <pc:sldMasterMk cId="2021402228" sldId="2147483673"/>
            <pc:sldLayoutMk cId="3929588466" sldId="2147483687"/>
          </pc:sldLayoutMkLst>
          <pc:spChg chg="mod">
            <ac:chgData name="Rosmin Elsa" userId="8f13a6be4da41318" providerId="LiveId" clId="{2DD4EDF3-2C9D-48FA-A007-E0E3311C9EB2}" dt="2024-05-07T05:28:41.521" v="871" actId="20577"/>
            <ac:spMkLst>
              <pc:docMk/>
              <pc:sldMasterMk cId="2021402228" sldId="2147483673"/>
              <pc:sldLayoutMk cId="3929588466" sldId="2147483687"/>
              <ac:spMk id="7" creationId="{99B39CA7-ADE3-4147-9B4D-BE10E585E948}"/>
            </ac:spMkLst>
          </pc:spChg>
        </pc:sldLayoutChg>
        <pc:sldLayoutChg chg="modSp mod">
          <pc:chgData name="Rosmin Elsa" userId="8f13a6be4da41318" providerId="LiveId" clId="{2DD4EDF3-2C9D-48FA-A007-E0E3311C9EB2}" dt="2024-05-07T05:28:54.461" v="879" actId="20577"/>
          <pc:sldLayoutMkLst>
            <pc:docMk/>
            <pc:sldMasterMk cId="2021402228" sldId="2147483673"/>
            <pc:sldLayoutMk cId="559836863" sldId="2147483688"/>
          </pc:sldLayoutMkLst>
          <pc:spChg chg="mod">
            <ac:chgData name="Rosmin Elsa" userId="8f13a6be4da41318" providerId="LiveId" clId="{2DD4EDF3-2C9D-48FA-A007-E0E3311C9EB2}" dt="2024-05-07T05:28:54.461" v="879" actId="20577"/>
            <ac:spMkLst>
              <pc:docMk/>
              <pc:sldMasterMk cId="2021402228" sldId="2147483673"/>
              <pc:sldLayoutMk cId="559836863" sldId="2147483688"/>
              <ac:spMk id="6" creationId="{35F845F3-CC22-433F-9120-253A2A1338E7}"/>
            </ac:spMkLst>
          </pc:spChg>
        </pc:sldLayoutChg>
        <pc:sldLayoutChg chg="modSp mod">
          <pc:chgData name="Rosmin Elsa" userId="8f13a6be4da41318" providerId="LiveId" clId="{2DD4EDF3-2C9D-48FA-A007-E0E3311C9EB2}" dt="2024-05-07T05:28:48.055" v="876" actId="20577"/>
          <pc:sldLayoutMkLst>
            <pc:docMk/>
            <pc:sldMasterMk cId="2021402228" sldId="2147483673"/>
            <pc:sldLayoutMk cId="3490850578" sldId="2147483689"/>
          </pc:sldLayoutMkLst>
          <pc:spChg chg="mod">
            <ac:chgData name="Rosmin Elsa" userId="8f13a6be4da41318" providerId="LiveId" clId="{2DD4EDF3-2C9D-48FA-A007-E0E3311C9EB2}" dt="2024-05-07T05:28:48.055" v="876" actId="20577"/>
            <ac:spMkLst>
              <pc:docMk/>
              <pc:sldMasterMk cId="2021402228" sldId="2147483673"/>
              <pc:sldLayoutMk cId="3490850578" sldId="2147483689"/>
              <ac:spMk id="7" creationId="{99B39CA7-ADE3-4147-9B4D-BE10E585E948}"/>
            </ac:spMkLst>
          </pc:spChg>
        </pc:sldLayoutChg>
      </pc:sldMasterChg>
    </pc:docChg>
  </pc:docChgLst>
  <pc:docChgLst>
    <pc:chgData name="Rosmin Elsa" userId="8f13a6be4da41318" providerId="LiveId" clId="{17CECE39-7CBF-B74C-BD24-C962C26EC0B5}"/>
    <pc:docChg chg="undo custSel modSld">
      <pc:chgData name="Rosmin Elsa" userId="8f13a6be4da41318" providerId="LiveId" clId="{17CECE39-7CBF-B74C-BD24-C962C26EC0B5}" dt="2024-05-11T10:24:52.072" v="155" actId="20577"/>
      <pc:docMkLst>
        <pc:docMk/>
      </pc:docMkLst>
      <pc:sldChg chg="modSp">
        <pc:chgData name="Rosmin Elsa" userId="8f13a6be4da41318" providerId="LiveId" clId="{17CECE39-7CBF-B74C-BD24-C962C26EC0B5}" dt="2024-05-11T07:05:48.844" v="37" actId="20577"/>
        <pc:sldMkLst>
          <pc:docMk/>
          <pc:sldMk cId="2137578366" sldId="859"/>
        </pc:sldMkLst>
        <pc:spChg chg="mod">
          <ac:chgData name="Rosmin Elsa" userId="8f13a6be4da41318" providerId="LiveId" clId="{17CECE39-7CBF-B74C-BD24-C962C26EC0B5}" dt="2024-05-11T07:05:48.844" v="37" actId="20577"/>
          <ac:spMkLst>
            <pc:docMk/>
            <pc:sldMk cId="2137578366" sldId="859"/>
            <ac:spMk id="2" creationId="{00000000-0000-0000-0000-000000000000}"/>
          </ac:spMkLst>
        </pc:spChg>
      </pc:sldChg>
      <pc:sldChg chg="modSp">
        <pc:chgData name="Rosmin Elsa" userId="8f13a6be4da41318" providerId="LiveId" clId="{17CECE39-7CBF-B74C-BD24-C962C26EC0B5}" dt="2024-05-11T10:24:24.245" v="149" actId="14100"/>
        <pc:sldMkLst>
          <pc:docMk/>
          <pc:sldMk cId="858007124" sldId="1277"/>
        </pc:sldMkLst>
        <pc:spChg chg="mod">
          <ac:chgData name="Rosmin Elsa" userId="8f13a6be4da41318" providerId="LiveId" clId="{17CECE39-7CBF-B74C-BD24-C962C26EC0B5}" dt="2024-05-11T10:24:24.245" v="149" actId="14100"/>
          <ac:spMkLst>
            <pc:docMk/>
            <pc:sldMk cId="858007124" sldId="1277"/>
            <ac:spMk id="2" creationId="{1DA63A6A-450D-4603-B02C-80F270CA1D46}"/>
          </ac:spMkLst>
        </pc:spChg>
        <pc:spChg chg="mod">
          <ac:chgData name="Rosmin Elsa" userId="8f13a6be4da41318" providerId="LiveId" clId="{17CECE39-7CBF-B74C-BD24-C962C26EC0B5}" dt="2024-05-11T10:24:23.484" v="148" actId="14100"/>
          <ac:spMkLst>
            <pc:docMk/>
            <pc:sldMk cId="858007124" sldId="1277"/>
            <ac:spMk id="3" creationId="{DDD24EDA-CE43-82A2-B3E8-E6C307C397E9}"/>
          </ac:spMkLst>
        </pc:spChg>
        <pc:spChg chg="mod">
          <ac:chgData name="Rosmin Elsa" userId="8f13a6be4da41318" providerId="LiveId" clId="{17CECE39-7CBF-B74C-BD24-C962C26EC0B5}" dt="2024-05-11T10:24:24.245" v="149" actId="14100"/>
          <ac:spMkLst>
            <pc:docMk/>
            <pc:sldMk cId="858007124" sldId="1277"/>
            <ac:spMk id="5" creationId="{00000000-0000-0000-0000-000000000000}"/>
          </ac:spMkLst>
        </pc:spChg>
      </pc:sldChg>
      <pc:sldChg chg="modSp">
        <pc:chgData name="Rosmin Elsa" userId="8f13a6be4da41318" providerId="LiveId" clId="{17CECE39-7CBF-B74C-BD24-C962C26EC0B5}" dt="2024-05-11T07:06:06.523" v="71" actId="20577"/>
        <pc:sldMkLst>
          <pc:docMk/>
          <pc:sldMk cId="3068996028" sldId="1472"/>
        </pc:sldMkLst>
        <pc:spChg chg="mod">
          <ac:chgData name="Rosmin Elsa" userId="8f13a6be4da41318" providerId="LiveId" clId="{17CECE39-7CBF-B74C-BD24-C962C26EC0B5}" dt="2024-05-11T07:06:06.523" v="71" actId="20577"/>
          <ac:spMkLst>
            <pc:docMk/>
            <pc:sldMk cId="3068996028" sldId="1472"/>
            <ac:spMk id="2" creationId="{7650D44C-1859-E285-8215-02854B445147}"/>
          </ac:spMkLst>
        </pc:spChg>
      </pc:sldChg>
      <pc:sldChg chg="modSp">
        <pc:chgData name="Rosmin Elsa" userId="8f13a6be4da41318" providerId="LiveId" clId="{17CECE39-7CBF-B74C-BD24-C962C26EC0B5}" dt="2024-05-11T07:06:21.613" v="107" actId="20577"/>
        <pc:sldMkLst>
          <pc:docMk/>
          <pc:sldMk cId="2264041875" sldId="1473"/>
        </pc:sldMkLst>
        <pc:spChg chg="mod">
          <ac:chgData name="Rosmin Elsa" userId="8f13a6be4da41318" providerId="LiveId" clId="{17CECE39-7CBF-B74C-BD24-C962C26EC0B5}" dt="2024-05-11T07:06:21.613" v="107" actId="20577"/>
          <ac:spMkLst>
            <pc:docMk/>
            <pc:sldMk cId="2264041875" sldId="1473"/>
            <ac:spMk id="2" creationId="{DF6C818C-9627-247B-B917-187D597D3668}"/>
          </ac:spMkLst>
        </pc:spChg>
      </pc:sldChg>
      <pc:sldChg chg="modSp">
        <pc:chgData name="Rosmin Elsa" userId="8f13a6be4da41318" providerId="LiveId" clId="{17CECE39-7CBF-B74C-BD24-C962C26EC0B5}" dt="2024-05-11T07:06:36.476" v="135" actId="20577"/>
        <pc:sldMkLst>
          <pc:docMk/>
          <pc:sldMk cId="2017312258" sldId="1474"/>
        </pc:sldMkLst>
        <pc:spChg chg="mod">
          <ac:chgData name="Rosmin Elsa" userId="8f13a6be4da41318" providerId="LiveId" clId="{17CECE39-7CBF-B74C-BD24-C962C26EC0B5}" dt="2024-05-11T07:06:36.476" v="135" actId="20577"/>
          <ac:spMkLst>
            <pc:docMk/>
            <pc:sldMk cId="2017312258" sldId="1474"/>
            <ac:spMk id="2" creationId="{F8B061F3-D074-8E40-5901-929AFBA39D36}"/>
          </ac:spMkLst>
        </pc:spChg>
      </pc:sldChg>
      <pc:sldChg chg="modSp">
        <pc:chgData name="Rosmin Elsa" userId="8f13a6be4da41318" providerId="LiveId" clId="{17CECE39-7CBF-B74C-BD24-C962C26EC0B5}" dt="2024-05-11T10:24:52.072" v="155" actId="20577"/>
        <pc:sldMkLst>
          <pc:docMk/>
          <pc:sldMk cId="340671627" sldId="1503"/>
        </pc:sldMkLst>
        <pc:spChg chg="mod">
          <ac:chgData name="Rosmin Elsa" userId="8f13a6be4da41318" providerId="LiveId" clId="{17CECE39-7CBF-B74C-BD24-C962C26EC0B5}" dt="2024-05-11T10:24:52.072" v="155" actId="20577"/>
          <ac:spMkLst>
            <pc:docMk/>
            <pc:sldMk cId="340671627" sldId="1503"/>
            <ac:spMk id="9" creationId="{DC17D8D8-E9C5-D2A8-A52F-7AE59A61C67B}"/>
          </ac:spMkLst>
        </pc:spChg>
      </pc:sldChg>
    </pc:docChg>
  </pc:docChgLst>
  <pc:docChgLst>
    <pc:chgData name="Rosmin Elsa" userId="8f13a6be4da41318" providerId="Windows Live" clId="Web-{6D33AEAA-F047-4465-900A-975086C5EED4}"/>
    <pc:docChg chg="modSld">
      <pc:chgData name="Rosmin Elsa" userId="8f13a6be4da41318" providerId="Windows Live" clId="Web-{6D33AEAA-F047-4465-900A-975086C5EED4}" dt="2024-05-09T01:16:45.624" v="2" actId="20577"/>
      <pc:docMkLst>
        <pc:docMk/>
      </pc:docMkLst>
      <pc:sldChg chg="modSp">
        <pc:chgData name="Rosmin Elsa" userId="8f13a6be4da41318" providerId="Windows Live" clId="Web-{6D33AEAA-F047-4465-900A-975086C5EED4}" dt="2024-05-09T01:16:38.546" v="1" actId="20577"/>
        <pc:sldMkLst>
          <pc:docMk/>
          <pc:sldMk cId="1641380438" sldId="1484"/>
        </pc:sldMkLst>
        <pc:spChg chg="mod">
          <ac:chgData name="Rosmin Elsa" userId="8f13a6be4da41318" providerId="Windows Live" clId="Web-{6D33AEAA-F047-4465-900A-975086C5EED4}" dt="2024-05-09T01:16:38.546" v="1" actId="20577"/>
          <ac:spMkLst>
            <pc:docMk/>
            <pc:sldMk cId="1641380438" sldId="1484"/>
            <ac:spMk id="6" creationId="{E4709EB3-F9C5-7B20-D805-158D5D8DCD6B}"/>
          </ac:spMkLst>
        </pc:spChg>
      </pc:sldChg>
      <pc:sldChg chg="modSp">
        <pc:chgData name="Rosmin Elsa" userId="8f13a6be4da41318" providerId="Windows Live" clId="Web-{6D33AEAA-F047-4465-900A-975086C5EED4}" dt="2024-05-09T01:16:45.624" v="2" actId="20577"/>
        <pc:sldMkLst>
          <pc:docMk/>
          <pc:sldMk cId="4137417350" sldId="1485"/>
        </pc:sldMkLst>
        <pc:spChg chg="mod">
          <ac:chgData name="Rosmin Elsa" userId="8f13a6be4da41318" providerId="Windows Live" clId="Web-{6D33AEAA-F047-4465-900A-975086C5EED4}" dt="2024-05-09T01:16:45.624" v="2" actId="20577"/>
          <ac:spMkLst>
            <pc:docMk/>
            <pc:sldMk cId="4137417350" sldId="1485"/>
            <ac:spMk id="6" creationId="{E4709EB3-F9C5-7B20-D805-158D5D8DCD6B}"/>
          </ac:spMkLst>
        </pc:spChg>
      </pc:sldChg>
    </pc:docChg>
  </pc:docChgLst>
  <pc:docChgLst>
    <pc:chgData name="Rosmin Elsa Mohan" userId="7f6a9fc7-46b4-4eac-90cd-058eb48f67de" providerId="ADAL" clId="{5005AFAF-1EC3-4C50-B3C8-4822698C752D}"/>
    <pc:docChg chg="undo redo custSel modSld">
      <pc:chgData name="Rosmin Elsa Mohan" userId="7f6a9fc7-46b4-4eac-90cd-058eb48f67de" providerId="ADAL" clId="{5005AFAF-1EC3-4C50-B3C8-4822698C752D}" dt="2024-05-07T03:24:59.464" v="96" actId="1076"/>
      <pc:docMkLst>
        <pc:docMk/>
      </pc:docMkLst>
      <pc:sldChg chg="modSp mod">
        <pc:chgData name="Rosmin Elsa Mohan" userId="7f6a9fc7-46b4-4eac-90cd-058eb48f67de" providerId="ADAL" clId="{5005AFAF-1EC3-4C50-B3C8-4822698C752D}" dt="2024-05-07T03:17:38.378" v="6" actId="20577"/>
        <pc:sldMkLst>
          <pc:docMk/>
          <pc:sldMk cId="4206118844" sldId="811"/>
        </pc:sldMkLst>
        <pc:spChg chg="mod">
          <ac:chgData name="Rosmin Elsa Mohan" userId="7f6a9fc7-46b4-4eac-90cd-058eb48f67de" providerId="ADAL" clId="{5005AFAF-1EC3-4C50-B3C8-4822698C752D}" dt="2024-05-07T03:17:38.378" v="6" actId="20577"/>
          <ac:spMkLst>
            <pc:docMk/>
            <pc:sldMk cId="4206118844" sldId="811"/>
            <ac:spMk id="2" creationId="{5DE3A813-6DBA-F993-8DA0-D81B4057E015}"/>
          </ac:spMkLst>
        </pc:spChg>
      </pc:sldChg>
      <pc:sldChg chg="modSp mod">
        <pc:chgData name="Rosmin Elsa Mohan" userId="7f6a9fc7-46b4-4eac-90cd-058eb48f67de" providerId="ADAL" clId="{5005AFAF-1EC3-4C50-B3C8-4822698C752D}" dt="2024-05-07T03:17:56.032" v="19" actId="20577"/>
        <pc:sldMkLst>
          <pc:docMk/>
          <pc:sldMk cId="717388547" sldId="813"/>
        </pc:sldMkLst>
        <pc:spChg chg="mod">
          <ac:chgData name="Rosmin Elsa Mohan" userId="7f6a9fc7-46b4-4eac-90cd-058eb48f67de" providerId="ADAL" clId="{5005AFAF-1EC3-4C50-B3C8-4822698C752D}" dt="2024-05-07T03:17:56.032" v="19" actId="20577"/>
          <ac:spMkLst>
            <pc:docMk/>
            <pc:sldMk cId="717388547" sldId="813"/>
            <ac:spMk id="3" creationId="{452E3445-7428-97CE-263A-521C050900BE}"/>
          </ac:spMkLst>
        </pc:spChg>
      </pc:sldChg>
      <pc:sldChg chg="modSp mod">
        <pc:chgData name="Rosmin Elsa Mohan" userId="7f6a9fc7-46b4-4eac-90cd-058eb48f67de" providerId="ADAL" clId="{5005AFAF-1EC3-4C50-B3C8-4822698C752D}" dt="2024-05-07T03:20:39.135" v="46" actId="20577"/>
        <pc:sldMkLst>
          <pc:docMk/>
          <pc:sldMk cId="3717493800" sldId="821"/>
        </pc:sldMkLst>
        <pc:spChg chg="mod">
          <ac:chgData name="Rosmin Elsa Mohan" userId="7f6a9fc7-46b4-4eac-90cd-058eb48f67de" providerId="ADAL" clId="{5005AFAF-1EC3-4C50-B3C8-4822698C752D}" dt="2024-05-07T03:20:39.135" v="46" actId="20577"/>
          <ac:spMkLst>
            <pc:docMk/>
            <pc:sldMk cId="3717493800" sldId="821"/>
            <ac:spMk id="3" creationId="{B9ACC418-9BFA-F946-DA5B-A680A2EBDFAC}"/>
          </ac:spMkLst>
        </pc:spChg>
      </pc:sldChg>
      <pc:sldChg chg="modSp mod">
        <pc:chgData name="Rosmin Elsa Mohan" userId="7f6a9fc7-46b4-4eac-90cd-058eb48f67de" providerId="ADAL" clId="{5005AFAF-1EC3-4C50-B3C8-4822698C752D}" dt="2024-05-07T03:24:59.464" v="96" actId="1076"/>
        <pc:sldMkLst>
          <pc:docMk/>
          <pc:sldMk cId="2771250690" sldId="851"/>
        </pc:sldMkLst>
        <pc:spChg chg="mod">
          <ac:chgData name="Rosmin Elsa Mohan" userId="7f6a9fc7-46b4-4eac-90cd-058eb48f67de" providerId="ADAL" clId="{5005AFAF-1EC3-4C50-B3C8-4822698C752D}" dt="2024-05-07T03:24:00.629" v="89" actId="20577"/>
          <ac:spMkLst>
            <pc:docMk/>
            <pc:sldMk cId="2771250690" sldId="851"/>
            <ac:spMk id="2" creationId="{00000000-0000-0000-0000-000000000000}"/>
          </ac:spMkLst>
        </pc:spChg>
        <pc:spChg chg="mod">
          <ac:chgData name="Rosmin Elsa Mohan" userId="7f6a9fc7-46b4-4eac-90cd-058eb48f67de" providerId="ADAL" clId="{5005AFAF-1EC3-4C50-B3C8-4822698C752D}" dt="2024-05-07T03:24:59.464" v="96" actId="1076"/>
          <ac:spMkLst>
            <pc:docMk/>
            <pc:sldMk cId="2771250690" sldId="851"/>
            <ac:spMk id="5" creationId="{EF0E83AD-AD85-5E6C-33F5-D8EF739355C5}"/>
          </ac:spMkLst>
        </pc:spChg>
      </pc:sldChg>
      <pc:sldChg chg="modSp mod">
        <pc:chgData name="Rosmin Elsa Mohan" userId="7f6a9fc7-46b4-4eac-90cd-058eb48f67de" providerId="ADAL" clId="{5005AFAF-1EC3-4C50-B3C8-4822698C752D}" dt="2024-05-07T03:18:54.333" v="23" actId="6549"/>
        <pc:sldMkLst>
          <pc:docMk/>
          <pc:sldMk cId="2137578366" sldId="859"/>
        </pc:sldMkLst>
        <pc:spChg chg="mod">
          <ac:chgData name="Rosmin Elsa Mohan" userId="7f6a9fc7-46b4-4eac-90cd-058eb48f67de" providerId="ADAL" clId="{5005AFAF-1EC3-4C50-B3C8-4822698C752D}" dt="2024-05-07T03:18:54.333" v="23" actId="6549"/>
          <ac:spMkLst>
            <pc:docMk/>
            <pc:sldMk cId="2137578366" sldId="859"/>
            <ac:spMk id="7" creationId="{094E9A69-B612-35E4-DEEF-5092DA0A0A97}"/>
          </ac:spMkLst>
        </pc:spChg>
      </pc:sldChg>
      <pc:sldChg chg="modSp mod">
        <pc:chgData name="Rosmin Elsa Mohan" userId="7f6a9fc7-46b4-4eac-90cd-058eb48f67de" providerId="ADAL" clId="{5005AFAF-1EC3-4C50-B3C8-4822698C752D}" dt="2024-05-07T03:20:17.613" v="39"/>
        <pc:sldMkLst>
          <pc:docMk/>
          <pc:sldMk cId="1672910874" sldId="1298"/>
        </pc:sldMkLst>
        <pc:spChg chg="mod">
          <ac:chgData name="Rosmin Elsa Mohan" userId="7f6a9fc7-46b4-4eac-90cd-058eb48f67de" providerId="ADAL" clId="{5005AFAF-1EC3-4C50-B3C8-4822698C752D}" dt="2024-05-07T03:20:17.613" v="39"/>
          <ac:spMkLst>
            <pc:docMk/>
            <pc:sldMk cId="1672910874" sldId="1298"/>
            <ac:spMk id="3" creationId="{869DF675-68B2-E157-D40A-40EF3DECB71A}"/>
          </ac:spMkLst>
        </pc:spChg>
      </pc:sldChg>
      <pc:sldChg chg="modSp mod">
        <pc:chgData name="Rosmin Elsa Mohan" userId="7f6a9fc7-46b4-4eac-90cd-058eb48f67de" providerId="ADAL" clId="{5005AFAF-1EC3-4C50-B3C8-4822698C752D}" dt="2024-05-07T03:19:14.885" v="29" actId="6549"/>
        <pc:sldMkLst>
          <pc:docMk/>
          <pc:sldMk cId="3068996028" sldId="1472"/>
        </pc:sldMkLst>
        <pc:spChg chg="mod">
          <ac:chgData name="Rosmin Elsa Mohan" userId="7f6a9fc7-46b4-4eac-90cd-058eb48f67de" providerId="ADAL" clId="{5005AFAF-1EC3-4C50-B3C8-4822698C752D}" dt="2024-05-07T03:19:14.885" v="29" actId="6549"/>
          <ac:spMkLst>
            <pc:docMk/>
            <pc:sldMk cId="3068996028" sldId="1472"/>
            <ac:spMk id="7" creationId="{F460751C-3D51-84CA-15D6-D3B27D67B948}"/>
          </ac:spMkLst>
        </pc:spChg>
      </pc:sldChg>
      <pc:sldChg chg="modSp mod">
        <pc:chgData name="Rosmin Elsa Mohan" userId="7f6a9fc7-46b4-4eac-90cd-058eb48f67de" providerId="ADAL" clId="{5005AFAF-1EC3-4C50-B3C8-4822698C752D}" dt="2024-05-07T03:19:29.962" v="35" actId="6549"/>
        <pc:sldMkLst>
          <pc:docMk/>
          <pc:sldMk cId="2264041875" sldId="1473"/>
        </pc:sldMkLst>
        <pc:spChg chg="mod">
          <ac:chgData name="Rosmin Elsa Mohan" userId="7f6a9fc7-46b4-4eac-90cd-058eb48f67de" providerId="ADAL" clId="{5005AFAF-1EC3-4C50-B3C8-4822698C752D}" dt="2024-05-07T03:19:29.962" v="35" actId="6549"/>
          <ac:spMkLst>
            <pc:docMk/>
            <pc:sldMk cId="2264041875" sldId="1473"/>
            <ac:spMk id="7" creationId="{BE797BE3-6F9B-D32D-1F0D-2E5750AD0ED8}"/>
          </ac:spMkLst>
        </pc:spChg>
      </pc:sldChg>
      <pc:sldChg chg="modSp mod">
        <pc:chgData name="Rosmin Elsa Mohan" userId="7f6a9fc7-46b4-4eac-90cd-058eb48f67de" providerId="ADAL" clId="{5005AFAF-1EC3-4C50-B3C8-4822698C752D}" dt="2024-05-07T03:19:49.133" v="38"/>
        <pc:sldMkLst>
          <pc:docMk/>
          <pc:sldMk cId="2017312258" sldId="1474"/>
        </pc:sldMkLst>
        <pc:spChg chg="mod">
          <ac:chgData name="Rosmin Elsa Mohan" userId="7f6a9fc7-46b4-4eac-90cd-058eb48f67de" providerId="ADAL" clId="{5005AFAF-1EC3-4C50-B3C8-4822698C752D}" dt="2024-05-07T03:19:49.133" v="38"/>
          <ac:spMkLst>
            <pc:docMk/>
            <pc:sldMk cId="2017312258" sldId="1474"/>
            <ac:spMk id="7" creationId="{64CB5F95-8868-097A-BCB3-2D414D940B83}"/>
          </ac:spMkLst>
        </pc:spChg>
      </pc:sldChg>
    </pc:docChg>
  </pc:docChgLst>
  <pc:docChgLst>
    <pc:chgData name="Rosmin Elsa" userId="8f13a6be4da41318" providerId="LiveId" clId="{ED9017E7-9239-1B4F-9AB3-02D43FB0ABBC}"/>
    <pc:docChg chg="custSel modSld">
      <pc:chgData name="Rosmin Elsa" userId="8f13a6be4da41318" providerId="LiveId" clId="{ED9017E7-9239-1B4F-9AB3-02D43FB0ABBC}" dt="2024-05-11T10:21:41.054" v="137" actId="20577"/>
      <pc:docMkLst>
        <pc:docMk/>
      </pc:docMkLst>
      <pc:sldChg chg="modSp">
        <pc:chgData name="Rosmin Elsa" userId="8f13a6be4da41318" providerId="LiveId" clId="{ED9017E7-9239-1B4F-9AB3-02D43FB0ABBC}" dt="2024-05-11T02:51:47.989" v="18" actId="20577"/>
        <pc:sldMkLst>
          <pc:docMk/>
          <pc:sldMk cId="2137578366" sldId="859"/>
        </pc:sldMkLst>
        <pc:spChg chg="mod">
          <ac:chgData name="Rosmin Elsa" userId="8f13a6be4da41318" providerId="LiveId" clId="{ED9017E7-9239-1B4F-9AB3-02D43FB0ABBC}" dt="2024-05-11T02:51:47.989" v="18" actId="20577"/>
          <ac:spMkLst>
            <pc:docMk/>
            <pc:sldMk cId="2137578366" sldId="859"/>
            <ac:spMk id="7" creationId="{094E9A69-B612-35E4-DEEF-5092DA0A0A97}"/>
          </ac:spMkLst>
        </pc:spChg>
      </pc:sldChg>
      <pc:sldChg chg="modSp">
        <pc:chgData name="Rosmin Elsa" userId="8f13a6be4da41318" providerId="LiveId" clId="{ED9017E7-9239-1B4F-9AB3-02D43FB0ABBC}" dt="2024-05-11T10:21:41.054" v="137" actId="20577"/>
        <pc:sldMkLst>
          <pc:docMk/>
          <pc:sldMk cId="858007124" sldId="1277"/>
        </pc:sldMkLst>
        <pc:spChg chg="mod">
          <ac:chgData name="Rosmin Elsa" userId="8f13a6be4da41318" providerId="LiveId" clId="{ED9017E7-9239-1B4F-9AB3-02D43FB0ABBC}" dt="2024-05-11T10:21:41.054" v="137" actId="20577"/>
          <ac:spMkLst>
            <pc:docMk/>
            <pc:sldMk cId="858007124" sldId="1277"/>
            <ac:spMk id="3" creationId="{DDD24EDA-CE43-82A2-B3E8-E6C307C397E9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563A1F-755C-0546-8932-E860F2147B1A}" type="datetimeFigureOut">
              <a:rPr lang="en-GB" smtClean="0"/>
              <a:t>11/05/2024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4E53EA-ED27-5247-B6F2-F0783405205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95644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5/11/24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4574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5/11/24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495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5/11/24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1056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5/11/24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9919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5/11/24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5991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5/11/24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2305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5/11/24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09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5/11/24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5543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5/11/24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3626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5/11/24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2447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5/11/24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244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-4187" y="-6187"/>
            <a:ext cx="9144000" cy="612000"/>
          </a:xfrm>
          <a:solidFill>
            <a:srgbClr val="905562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600" b="1">
                <a:solidFill>
                  <a:schemeClr val="bg1"/>
                </a:solidFill>
              </a:defRPr>
            </a:lvl1pPr>
          </a:lstStyle>
          <a:p>
            <a:pPr algn="ctr"/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66248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5/11/24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541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5/11/24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2327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5/11/24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1818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5/11/24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242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5/11/24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07087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5/11/24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75571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5/11/24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49336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5/11/24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01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5/11/24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53095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5/11/24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53840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5/11/24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66947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C - DD MMM 2021, 9:00AM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-up of a tree&#10;&#10;Description automatically generated with low confidence">
            <a:extLst>
              <a:ext uri="{FF2B5EF4-FFF2-40B4-BE49-F238E27FC236}">
                <a16:creationId xmlns:a16="http://schemas.microsoft.com/office/drawing/2014/main" id="{55CE7F3C-6377-4BA4-082D-C05844B505A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9B39CA7-ADE3-4147-9B4D-BE10E585E948}"/>
              </a:ext>
            </a:extLst>
          </p:cNvPr>
          <p:cNvSpPr txBox="1"/>
          <p:nvPr userDrawn="1"/>
        </p:nvSpPr>
        <p:spPr>
          <a:xfrm>
            <a:off x="1" y="4774168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English Holy Communion Service – 12 May 2024, 9:00 AM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86A184-FCDF-4B17-8669-07A0A6DFA42E}"/>
              </a:ext>
            </a:extLst>
          </p:cNvPr>
          <p:cNvSpPr txBox="1"/>
          <p:nvPr userDrawn="1"/>
        </p:nvSpPr>
        <p:spPr>
          <a:xfrm>
            <a:off x="0" y="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+mn-cs"/>
              </a:rPr>
              <a:t>Mar Thoma Syrian Church, Singapore</a:t>
            </a:r>
          </a:p>
        </p:txBody>
      </p:sp>
    </p:spTree>
    <p:extLst>
      <p:ext uri="{BB962C8B-B14F-4D97-AF65-F5344CB8AC3E}">
        <p14:creationId xmlns:p14="http://schemas.microsoft.com/office/powerpoint/2010/main" val="9726205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C - DD MMM 202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-up of a tree&#10;&#10;Description automatically generated with low confidence">
            <a:extLst>
              <a:ext uri="{FF2B5EF4-FFF2-40B4-BE49-F238E27FC236}">
                <a16:creationId xmlns:a16="http://schemas.microsoft.com/office/drawing/2014/main" id="{D945F63B-B55E-8E51-D68D-F0517AE979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9B39CA7-ADE3-4147-9B4D-BE10E585E948}"/>
              </a:ext>
            </a:extLst>
          </p:cNvPr>
          <p:cNvSpPr txBox="1"/>
          <p:nvPr userDrawn="1"/>
        </p:nvSpPr>
        <p:spPr>
          <a:xfrm>
            <a:off x="1" y="4774168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defTabSz="6858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cs typeface="Segoe UI Light" panose="020B0502040204020203" pitchFamily="34" charset="0"/>
              </a:defRPr>
            </a:lvl1pPr>
          </a:lstStyle>
          <a:p>
            <a:pPr lvl="0" algn="ctr"/>
            <a:r>
              <a:rPr lang="en-US" noProof="0" dirty="0">
                <a:solidFill>
                  <a:schemeClr val="bg1"/>
                </a:solidFill>
              </a:rPr>
              <a:t>English Holy Communion Service –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12 May 2024</a:t>
            </a:r>
            <a:endParaRPr lang="en-US" noProof="0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86A184-FCDF-4B17-8669-07A0A6DFA42E}"/>
              </a:ext>
            </a:extLst>
          </p:cNvPr>
          <p:cNvSpPr txBox="1"/>
          <p:nvPr userDrawn="1"/>
        </p:nvSpPr>
        <p:spPr>
          <a:xfrm>
            <a:off x="0" y="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+mn-cs"/>
              </a:rPr>
              <a:t>Mar Thoma Syrian Church, Singapore</a:t>
            </a:r>
          </a:p>
        </p:txBody>
      </p:sp>
    </p:spTree>
    <p:extLst>
      <p:ext uri="{BB962C8B-B14F-4D97-AF65-F5344CB8AC3E}">
        <p14:creationId xmlns:p14="http://schemas.microsoft.com/office/powerpoint/2010/main" val="39295884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C - DD MMM 202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-up of a tree&#10;&#10;Description automatically generated with low confidence">
            <a:extLst>
              <a:ext uri="{FF2B5EF4-FFF2-40B4-BE49-F238E27FC236}">
                <a16:creationId xmlns:a16="http://schemas.microsoft.com/office/drawing/2014/main" id="{F291F304-18B5-A049-4BBD-4222E09BBE2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9B39CA7-ADE3-4147-9B4D-BE10E585E948}"/>
              </a:ext>
            </a:extLst>
          </p:cNvPr>
          <p:cNvSpPr txBox="1"/>
          <p:nvPr userDrawn="1"/>
        </p:nvSpPr>
        <p:spPr>
          <a:xfrm>
            <a:off x="1" y="4774168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defTabSz="6858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cs typeface="Segoe UI Light" panose="020B0502040204020203" pitchFamily="34" charset="0"/>
              </a:defRPr>
            </a:lvl1pPr>
          </a:lstStyle>
          <a:p>
            <a:pPr lvl="0" algn="ctr"/>
            <a:r>
              <a:rPr lang="en-US" noProof="0" dirty="0">
                <a:solidFill>
                  <a:schemeClr val="bg1"/>
                </a:solidFill>
              </a:rPr>
              <a:t>English Holy Communion Service –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12 May 2024</a:t>
            </a:r>
            <a:endParaRPr lang="en-US" noProof="0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86A184-FCDF-4B17-8669-07A0A6DFA42E}"/>
              </a:ext>
            </a:extLst>
          </p:cNvPr>
          <p:cNvSpPr txBox="1"/>
          <p:nvPr userDrawn="1"/>
        </p:nvSpPr>
        <p:spPr>
          <a:xfrm>
            <a:off x="0" y="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+mn-cs"/>
              </a:rPr>
              <a:t>Mar Thoma Syrian Church, Singapore</a:t>
            </a:r>
          </a:p>
        </p:txBody>
      </p:sp>
    </p:spTree>
    <p:extLst>
      <p:ext uri="{BB962C8B-B14F-4D97-AF65-F5344CB8AC3E}">
        <p14:creationId xmlns:p14="http://schemas.microsoft.com/office/powerpoint/2010/main" val="34908505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 Header - HC - DD MMM 202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-up of a tree&#10;&#10;Description automatically generated with low confidence">
            <a:extLst>
              <a:ext uri="{FF2B5EF4-FFF2-40B4-BE49-F238E27FC236}">
                <a16:creationId xmlns:a16="http://schemas.microsoft.com/office/drawing/2014/main" id="{48FE7525-701C-1966-DABB-11C36E08244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-7495"/>
            <a:ext cx="9144000" cy="361950"/>
          </a:xfrm>
          <a:noFill/>
        </p:spPr>
        <p:txBody>
          <a:bodyPr>
            <a:noAutofit/>
          </a:bodyPr>
          <a:lstStyle>
            <a:lvl1pPr algn="ctr">
              <a:defRPr sz="2000" b="0" i="0">
                <a:solidFill>
                  <a:schemeClr val="bg1"/>
                </a:solidFill>
                <a:latin typeface="Gill Sans MT" panose="020B0502020104020203" pitchFamily="34" charset="0"/>
                <a:cs typeface="Segoe UI" panose="020B0502040204020203" pitchFamily="34" charset="0"/>
              </a:defRPr>
            </a:lvl1pPr>
          </a:lstStyle>
          <a:p>
            <a:pPr algn="ctr"/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F845F3-CC22-433F-9120-253A2A1338E7}"/>
              </a:ext>
            </a:extLst>
          </p:cNvPr>
          <p:cNvSpPr txBox="1"/>
          <p:nvPr userDrawn="1"/>
        </p:nvSpPr>
        <p:spPr>
          <a:xfrm>
            <a:off x="0" y="4774168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defTabSz="6858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cs typeface="Segoe UI Light" panose="020B0502040204020203" pitchFamily="34" charset="0"/>
              </a:defRPr>
            </a:lvl1pPr>
          </a:lstStyle>
          <a:p>
            <a:pPr lvl="0" algn="ctr"/>
            <a:r>
              <a:rPr lang="en-US" noProof="0" dirty="0">
                <a:solidFill>
                  <a:schemeClr val="bg1"/>
                </a:solidFill>
              </a:rPr>
              <a:t>English Holy Communion Service –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12 May 2024</a:t>
            </a:r>
            <a:endParaRPr lang="en-US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98368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5/11/24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88885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5/11/24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17132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5/11/24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61129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5/11/24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44926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5/11/24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64134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5/11/24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56058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5/11/24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19841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5/11/24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05885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5/11/24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87464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5/11/24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33291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5/11/24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17774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1694"/>
            <a:ext cx="9144000" cy="612000"/>
          </a:xfrm>
          <a:solidFill>
            <a:srgbClr val="905562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600" b="1">
                <a:solidFill>
                  <a:schemeClr val="bg1"/>
                </a:solidFill>
              </a:defRPr>
            </a:lvl1pPr>
          </a:lstStyle>
          <a:p>
            <a:pPr algn="ctr"/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026473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5/11/24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82949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5/11/24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97405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5/11/24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83512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5/11/24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59746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5/11/24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50232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5/11/24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22249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5/11/24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52375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5/11/24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44917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5/11/24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59427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5/11/24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716288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5/11/24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2682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solidFill>
            <a:srgbClr val="905562"/>
          </a:solidFill>
          <a:ln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en-US" sz="2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 algn="ctr"/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9943457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5/11/24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879972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5/11/24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35143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5/11/24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23417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5/11/24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877333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5/11/24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440293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5/11/24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622933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5/11/24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97093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5/11/24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940865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5/11/24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192399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5/11/24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033764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5/11/24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796204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solidFill>
            <a:srgbClr val="905562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600" b="1">
                <a:solidFill>
                  <a:schemeClr val="bg1"/>
                </a:solidFill>
              </a:defRPr>
            </a:lvl1pPr>
          </a:lstStyle>
          <a:p>
            <a:pPr algn="ctr"/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2211806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5/11/24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780776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5/11/24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839444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5/11/24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523706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5/11/24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055408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5/11/24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586005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5/11/24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072567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5/11/24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585069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5/11/24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137927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5/11/24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011741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5/11/24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800881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5/11/24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761451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solidFill>
            <a:srgbClr val="905562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600" b="1">
                <a:solidFill>
                  <a:schemeClr val="bg1"/>
                </a:solidFill>
              </a:defRPr>
            </a:lvl1pPr>
          </a:lstStyle>
          <a:p>
            <a:pPr algn="ctr"/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9229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9.xml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7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42.xml"/><Relationship Id="rId7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51.xml"/><Relationship Id="rId2" Type="http://schemas.openxmlformats.org/officeDocument/2006/relationships/slideLayout" Target="../slideLayouts/slideLayout41.xml"/><Relationship Id="rId1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8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9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54.xml"/><Relationship Id="rId7" Type="http://schemas.openxmlformats.org/officeDocument/2006/relationships/slideLayout" Target="../slideLayouts/slideLayout58.xml"/><Relationship Id="rId12" Type="http://schemas.openxmlformats.org/officeDocument/2006/relationships/slideLayout" Target="../slideLayouts/slideLayout63.xml"/><Relationship Id="rId2" Type="http://schemas.openxmlformats.org/officeDocument/2006/relationships/slideLayout" Target="../slideLayouts/slideLayout53.xml"/><Relationship Id="rId1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62.xml"/><Relationship Id="rId5" Type="http://schemas.openxmlformats.org/officeDocument/2006/relationships/slideLayout" Target="../slideLayouts/slideLayout56.xml"/><Relationship Id="rId10" Type="http://schemas.openxmlformats.org/officeDocument/2006/relationships/slideLayout" Target="../slideLayouts/slideLayout61.xml"/><Relationship Id="rId4" Type="http://schemas.openxmlformats.org/officeDocument/2006/relationships/slideLayout" Target="../slideLayouts/slideLayout55.xml"/><Relationship Id="rId9" Type="http://schemas.openxmlformats.org/officeDocument/2006/relationships/slideLayout" Target="../slideLayouts/slideLayout60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1.xml"/><Relationship Id="rId13" Type="http://schemas.openxmlformats.org/officeDocument/2006/relationships/theme" Target="../theme/theme6.xml"/><Relationship Id="rId3" Type="http://schemas.openxmlformats.org/officeDocument/2006/relationships/slideLayout" Target="../slideLayouts/slideLayout66.xml"/><Relationship Id="rId7" Type="http://schemas.openxmlformats.org/officeDocument/2006/relationships/slideLayout" Target="../slideLayouts/slideLayout70.xml"/><Relationship Id="rId12" Type="http://schemas.openxmlformats.org/officeDocument/2006/relationships/slideLayout" Target="../slideLayouts/slideLayout75.xml"/><Relationship Id="rId2" Type="http://schemas.openxmlformats.org/officeDocument/2006/relationships/slideLayout" Target="../slideLayouts/slideLayout65.xml"/><Relationship Id="rId1" Type="http://schemas.openxmlformats.org/officeDocument/2006/relationships/slideLayout" Target="../slideLayouts/slideLayout64.xml"/><Relationship Id="rId6" Type="http://schemas.openxmlformats.org/officeDocument/2006/relationships/slideLayout" Target="../slideLayouts/slideLayout69.xml"/><Relationship Id="rId11" Type="http://schemas.openxmlformats.org/officeDocument/2006/relationships/slideLayout" Target="../slideLayouts/slideLayout74.xml"/><Relationship Id="rId5" Type="http://schemas.openxmlformats.org/officeDocument/2006/relationships/slideLayout" Target="../slideLayouts/slideLayout68.xml"/><Relationship Id="rId10" Type="http://schemas.openxmlformats.org/officeDocument/2006/relationships/slideLayout" Target="../slideLayouts/slideLayout73.xml"/><Relationship Id="rId4" Type="http://schemas.openxmlformats.org/officeDocument/2006/relationships/slideLayout" Target="../slideLayouts/slideLayout67.xml"/><Relationship Id="rId9" Type="http://schemas.openxmlformats.org/officeDocument/2006/relationships/slideLayout" Target="../slideLayouts/slideLayout7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5/11/24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8080C10-E480-D0A1-8690-B28A28F18A67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401312" y="4958080"/>
            <a:ext cx="369888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5890430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5/11/24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B251047-C620-3DCA-7DCD-BC7B6AF95C53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401312" y="4958080"/>
            <a:ext cx="369888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20214022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6" r:id="rId12"/>
    <p:sldLayoutId id="2147483687" r:id="rId13"/>
    <p:sldLayoutId id="2147483689" r:id="rId14"/>
    <p:sldLayoutId id="2147483688" r:id="rId15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5/11/24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A101EC-CEE3-4ED1-FE12-DA216C379503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401312" y="4958080"/>
            <a:ext cx="369888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10172607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  <p:sldLayoutId id="2147483756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5/11/24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493509-BC76-0A2B-CB69-0C365EE1585E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401312" y="4958080"/>
            <a:ext cx="369888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28403479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59" r:id="rId2"/>
    <p:sldLayoutId id="2147483760" r:id="rId3"/>
    <p:sldLayoutId id="2147483761" r:id="rId4"/>
    <p:sldLayoutId id="2147483762" r:id="rId5"/>
    <p:sldLayoutId id="2147483763" r:id="rId6"/>
    <p:sldLayoutId id="2147483764" r:id="rId7"/>
    <p:sldLayoutId id="2147483765" r:id="rId8"/>
    <p:sldLayoutId id="2147483766" r:id="rId9"/>
    <p:sldLayoutId id="2147483767" r:id="rId10"/>
    <p:sldLayoutId id="2147483768" r:id="rId11"/>
    <p:sldLayoutId id="2147483769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5/11/24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616800-622E-215F-CAE8-15609D1185C7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401312" y="4958080"/>
            <a:ext cx="369888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665680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1" r:id="rId1"/>
    <p:sldLayoutId id="2147483772" r:id="rId2"/>
    <p:sldLayoutId id="2147483773" r:id="rId3"/>
    <p:sldLayoutId id="2147483774" r:id="rId4"/>
    <p:sldLayoutId id="2147483775" r:id="rId5"/>
    <p:sldLayoutId id="2147483776" r:id="rId6"/>
    <p:sldLayoutId id="2147483777" r:id="rId7"/>
    <p:sldLayoutId id="2147483778" r:id="rId8"/>
    <p:sldLayoutId id="2147483779" r:id="rId9"/>
    <p:sldLayoutId id="2147483780" r:id="rId10"/>
    <p:sldLayoutId id="2147483781" r:id="rId11"/>
    <p:sldLayoutId id="2147483782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5/11/24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3725A5-7ACC-389C-B7D1-A45DD3CB47C0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401312" y="4958080"/>
            <a:ext cx="369888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974228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4" r:id="rId1"/>
    <p:sldLayoutId id="2147483785" r:id="rId2"/>
    <p:sldLayoutId id="2147483786" r:id="rId3"/>
    <p:sldLayoutId id="2147483787" r:id="rId4"/>
    <p:sldLayoutId id="2147483788" r:id="rId5"/>
    <p:sldLayoutId id="2147483789" r:id="rId6"/>
    <p:sldLayoutId id="2147483790" r:id="rId7"/>
    <p:sldLayoutId id="2147483791" r:id="rId8"/>
    <p:sldLayoutId id="2147483792" r:id="rId9"/>
    <p:sldLayoutId id="2147483793" r:id="rId10"/>
    <p:sldLayoutId id="2147483794" r:id="rId11"/>
    <p:sldLayoutId id="2147483795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5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5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5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5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5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5DE3A813-6DBA-F993-8DA0-D81B4057E015}"/>
              </a:ext>
            </a:extLst>
          </p:cNvPr>
          <p:cNvSpPr txBox="1">
            <a:spLocks/>
          </p:cNvSpPr>
          <p:nvPr/>
        </p:nvSpPr>
        <p:spPr>
          <a:xfrm>
            <a:off x="1009567" y="1132430"/>
            <a:ext cx="7124865" cy="1834885"/>
          </a:xfrm>
          <a:prstGeom prst="rect">
            <a:avLst/>
          </a:prstGeom>
          <a:noFill/>
          <a:ln w="28575">
            <a:noFill/>
          </a:ln>
          <a:effectLst>
            <a:outerShdw blurRad="50800" dist="50800" dir="5400000" algn="ctr" rotWithShape="0">
              <a:schemeClr val="accent5">
                <a:lumMod val="50000"/>
              </a:schemeClr>
            </a:outerShdw>
          </a:effectLst>
        </p:spPr>
        <p:txBody>
          <a:bodyPr lIns="91440" tIns="45720" rIns="91440" bIns="45720"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r>
              <a:rPr lang="en-SG" sz="6000" b="1" dirty="0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/>
              </a:rPr>
              <a:t>Holy Spirit, One among the Trinity</a:t>
            </a:r>
            <a:endParaRPr lang="en-GB" sz="5400" b="1" kern="1400" dirty="0">
              <a:solidFill>
                <a:schemeClr val="bg1"/>
              </a:solidFill>
              <a:effectLst>
                <a:outerShdw blurRad="38100" dist="63500" dir="2700000" algn="tl">
                  <a:schemeClr val="tx1">
                    <a:alpha val="43000"/>
                  </a:schemeClr>
                </a:outerShdw>
              </a:effectLst>
              <a:latin typeface="Footlight MT Light"/>
              <a:cs typeface="IrisUPC" panose="020B06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42061188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7289E29-7507-3DDD-F7D2-9284AAD62DE9}"/>
              </a:ext>
            </a:extLst>
          </p:cNvPr>
          <p:cNvSpPr/>
          <p:nvPr/>
        </p:nvSpPr>
        <p:spPr>
          <a:xfrm>
            <a:off x="1868291" y="1809497"/>
            <a:ext cx="5407417" cy="1524506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2E3445-7428-97CE-263A-521C050900BE}"/>
              </a:ext>
            </a:extLst>
          </p:cNvPr>
          <p:cNvSpPr txBox="1">
            <a:spLocks/>
          </p:cNvSpPr>
          <p:nvPr/>
        </p:nvSpPr>
        <p:spPr>
          <a:xfrm>
            <a:off x="1670550" y="1755777"/>
            <a:ext cx="5802900" cy="1631946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7000">
                      <a:srgbClr val="001A52"/>
                    </a:gs>
                    <a:gs pos="40000">
                      <a:srgbClr val="9BBDC9"/>
                    </a:gs>
                    <a:gs pos="21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US" dirty="0">
                <a:solidFill>
                  <a:schemeClr val="bg1"/>
                </a:solidFill>
              </a:rPr>
              <a:t>Opening Hymn</a:t>
            </a:r>
          </a:p>
          <a:p>
            <a:r>
              <a:rPr lang="en-US" sz="4000" dirty="0">
                <a:solidFill>
                  <a:schemeClr val="bg1"/>
                </a:solidFill>
              </a:rPr>
              <a:t>Song no: 6</a:t>
            </a:r>
          </a:p>
        </p:txBody>
      </p:sp>
    </p:spTree>
    <p:extLst>
      <p:ext uri="{BB962C8B-B14F-4D97-AF65-F5344CB8AC3E}">
        <p14:creationId xmlns:p14="http://schemas.microsoft.com/office/powerpoint/2010/main" val="7173885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Opening Hymn – Song no: 6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4E9A69-B612-35E4-DEEF-5092DA0A0A97}"/>
              </a:ext>
            </a:extLst>
          </p:cNvPr>
          <p:cNvSpPr txBox="1"/>
          <p:nvPr/>
        </p:nvSpPr>
        <p:spPr>
          <a:xfrm>
            <a:off x="614082" y="813994"/>
            <a:ext cx="7915835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SG" sz="2800" dirty="0"/>
          </a:p>
          <a:p>
            <a:pPr algn="ctr"/>
            <a:r>
              <a:rPr lang="en-SG" sz="2800" dirty="0"/>
              <a:t>Come, Thou almighty King,</a:t>
            </a:r>
          </a:p>
          <a:p>
            <a:pPr algn="ctr"/>
            <a:r>
              <a:rPr lang="en-SG" sz="2800" dirty="0"/>
              <a:t>Help us Thy name to sing,</a:t>
            </a:r>
          </a:p>
          <a:p>
            <a:pPr algn="ctr"/>
            <a:r>
              <a:rPr lang="en-SG" sz="2800" dirty="0"/>
              <a:t>Help us to praise:</a:t>
            </a:r>
          </a:p>
          <a:p>
            <a:pPr algn="ctr"/>
            <a:r>
              <a:rPr lang="en-SG" sz="2800" dirty="0"/>
              <a:t>Father </a:t>
            </a:r>
            <a:r>
              <a:rPr lang="en-SG" sz="2800"/>
              <a:t>all glorious ,</a:t>
            </a:r>
            <a:endParaRPr lang="en-SG" sz="2800" dirty="0"/>
          </a:p>
          <a:p>
            <a:pPr algn="ctr"/>
            <a:r>
              <a:rPr lang="en-SG" sz="2800" dirty="0"/>
              <a:t>O'er all victorious,</a:t>
            </a:r>
          </a:p>
          <a:p>
            <a:pPr algn="ctr"/>
            <a:r>
              <a:rPr lang="en-SG" sz="2800" dirty="0"/>
              <a:t>Come, and reign over us,</a:t>
            </a:r>
          </a:p>
          <a:p>
            <a:pPr algn="ctr"/>
            <a:r>
              <a:rPr lang="en-SG" sz="2800" dirty="0"/>
              <a:t>Ancient of Days !</a:t>
            </a:r>
            <a:endParaRPr lang="en-US" sz="2800" i="1" dirty="0">
              <a:solidFill>
                <a:srgbClr val="80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3B1A82-CA2E-08BD-1D0D-5AA03047C3D2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Opening: 1 of 4</a:t>
            </a:r>
          </a:p>
        </p:txBody>
      </p:sp>
    </p:spTree>
    <p:extLst>
      <p:ext uri="{BB962C8B-B14F-4D97-AF65-F5344CB8AC3E}">
        <p14:creationId xmlns:p14="http://schemas.microsoft.com/office/powerpoint/2010/main" val="21375783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F2C480-416B-0D92-AE41-A2F64F544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50D44C-1859-E285-8215-02854B4451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Opening Hymn – Song no: 6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36229D4E-5EDB-6515-3E8F-2E7CCF6E276F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60751C-3D51-84CA-15D6-D3B27D67B948}"/>
              </a:ext>
            </a:extLst>
          </p:cNvPr>
          <p:cNvSpPr txBox="1"/>
          <p:nvPr/>
        </p:nvSpPr>
        <p:spPr>
          <a:xfrm>
            <a:off x="614082" y="813994"/>
            <a:ext cx="7915835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SG" sz="2800" dirty="0"/>
          </a:p>
          <a:p>
            <a:pPr algn="ctr"/>
            <a:r>
              <a:rPr lang="en-SG" sz="2800" dirty="0"/>
              <a:t> Come, Thou incarnate Word,</a:t>
            </a:r>
          </a:p>
          <a:p>
            <a:pPr algn="ctr"/>
            <a:r>
              <a:rPr lang="en-SG" sz="2800" dirty="0"/>
              <a:t>Gird on Thy mighty sword;</a:t>
            </a:r>
          </a:p>
          <a:p>
            <a:pPr algn="ctr"/>
            <a:r>
              <a:rPr lang="en-SG" sz="2800" dirty="0"/>
              <a:t>Our prayer attend:</a:t>
            </a:r>
          </a:p>
          <a:p>
            <a:pPr algn="ctr"/>
            <a:r>
              <a:rPr lang="en-SG" sz="2800" dirty="0"/>
              <a:t>Come, and Thy people bless,</a:t>
            </a:r>
          </a:p>
          <a:p>
            <a:pPr algn="ctr"/>
            <a:r>
              <a:rPr lang="en-SG" sz="2800" dirty="0"/>
              <a:t>And give Thy Word success:</a:t>
            </a:r>
          </a:p>
          <a:p>
            <a:pPr algn="ctr"/>
            <a:r>
              <a:rPr lang="en-SG" sz="2800" dirty="0"/>
              <a:t>Spirit of holiness,</a:t>
            </a:r>
          </a:p>
          <a:p>
            <a:pPr algn="ctr"/>
            <a:r>
              <a:rPr lang="en-SG" sz="2800" dirty="0"/>
              <a:t>On us descend !</a:t>
            </a:r>
            <a:endParaRPr lang="en-US" sz="2800" i="1" dirty="0">
              <a:solidFill>
                <a:srgbClr val="80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DE8A97-A04A-A5A0-1CE7-9CAA6D4FBF85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Opening: 2 of 4</a:t>
            </a:r>
          </a:p>
        </p:txBody>
      </p:sp>
    </p:spTree>
    <p:extLst>
      <p:ext uri="{BB962C8B-B14F-4D97-AF65-F5344CB8AC3E}">
        <p14:creationId xmlns:p14="http://schemas.microsoft.com/office/powerpoint/2010/main" val="30689960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431019-C43F-FF71-11CE-388377019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C818C-9627-247B-B917-187D597D36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Opening Hymn – Song no: 6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0B1FD657-1852-592D-25AA-136009E32B5D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797BE3-6F9B-D32D-1F0D-2E5750AD0ED8}"/>
              </a:ext>
            </a:extLst>
          </p:cNvPr>
          <p:cNvSpPr txBox="1"/>
          <p:nvPr/>
        </p:nvSpPr>
        <p:spPr>
          <a:xfrm>
            <a:off x="614082" y="813994"/>
            <a:ext cx="7915835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SG" sz="2800" dirty="0"/>
          </a:p>
          <a:p>
            <a:pPr algn="ctr"/>
            <a:r>
              <a:rPr lang="en-SG" sz="2800" dirty="0"/>
              <a:t> Come, Holy Comforter,</a:t>
            </a:r>
          </a:p>
          <a:p>
            <a:pPr algn="ctr"/>
            <a:r>
              <a:rPr lang="en-SG" sz="2800" dirty="0"/>
              <a:t>Thy sacred witness bear,</a:t>
            </a:r>
          </a:p>
          <a:p>
            <a:pPr algn="ctr"/>
            <a:r>
              <a:rPr lang="en-SG" sz="2800" dirty="0"/>
              <a:t>In this glad hour:</a:t>
            </a:r>
          </a:p>
          <a:p>
            <a:pPr algn="ctr"/>
            <a:r>
              <a:rPr lang="en-SG" sz="2800" dirty="0"/>
              <a:t>Thou, who almighty art,</a:t>
            </a:r>
          </a:p>
          <a:p>
            <a:pPr algn="ctr"/>
            <a:r>
              <a:rPr lang="en-SG" sz="2800" dirty="0"/>
              <a:t>Now rule in every heart,</a:t>
            </a:r>
          </a:p>
          <a:p>
            <a:pPr algn="ctr"/>
            <a:r>
              <a:rPr lang="en-SG" sz="2800" dirty="0"/>
              <a:t>And ne'er from us depart,</a:t>
            </a:r>
          </a:p>
          <a:p>
            <a:pPr algn="ctr"/>
            <a:r>
              <a:rPr lang="en-SG" sz="2800" dirty="0"/>
              <a:t>Spirit of power !</a:t>
            </a:r>
            <a:endParaRPr lang="en-US" sz="2800" i="1" dirty="0">
              <a:solidFill>
                <a:srgbClr val="80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16CFBD-E0AF-57EE-01B9-A67C4B76D0B5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Opening: 3 of 4</a:t>
            </a:r>
          </a:p>
        </p:txBody>
      </p:sp>
    </p:spTree>
    <p:extLst>
      <p:ext uri="{BB962C8B-B14F-4D97-AF65-F5344CB8AC3E}">
        <p14:creationId xmlns:p14="http://schemas.microsoft.com/office/powerpoint/2010/main" val="22640418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8A67F8-A284-EE70-6713-899680DB0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061F3-D074-8E40-5901-929AFBA39D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Opening Hymn – Song no: 6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155863EC-1137-D3CB-ADDA-DAA99C432991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6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4CB5F95-8868-097A-BCB3-2D414D940B83}"/>
              </a:ext>
            </a:extLst>
          </p:cNvPr>
          <p:cNvSpPr txBox="1"/>
          <p:nvPr/>
        </p:nvSpPr>
        <p:spPr>
          <a:xfrm>
            <a:off x="614082" y="813994"/>
            <a:ext cx="7915835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SG" sz="2800" dirty="0"/>
          </a:p>
          <a:p>
            <a:pPr algn="ctr"/>
            <a:r>
              <a:rPr lang="en-SG" sz="2800" dirty="0"/>
              <a:t> To the great One in Three</a:t>
            </a:r>
          </a:p>
          <a:p>
            <a:pPr algn="ctr"/>
            <a:r>
              <a:rPr lang="en-SG" sz="2800" dirty="0"/>
              <a:t>The highest praises be,</a:t>
            </a:r>
          </a:p>
          <a:p>
            <a:pPr algn="ctr"/>
            <a:r>
              <a:rPr lang="en-SG" sz="2800" dirty="0"/>
              <a:t>Hence evermore !</a:t>
            </a:r>
          </a:p>
          <a:p>
            <a:pPr algn="ctr"/>
            <a:r>
              <a:rPr lang="en-SG" sz="2800" dirty="0"/>
              <a:t>His sovereign majesty</a:t>
            </a:r>
          </a:p>
          <a:p>
            <a:pPr algn="ctr"/>
            <a:r>
              <a:rPr lang="en-SG" sz="2800" dirty="0"/>
              <a:t>May we in glory see,</a:t>
            </a:r>
          </a:p>
          <a:p>
            <a:pPr algn="ctr"/>
            <a:r>
              <a:rPr lang="en-SG" sz="2800" dirty="0"/>
              <a:t>And to eternity</a:t>
            </a:r>
          </a:p>
          <a:p>
            <a:pPr algn="ctr"/>
            <a:r>
              <a:rPr lang="en-SG" sz="2800" dirty="0"/>
              <a:t>Love and adore.</a:t>
            </a:r>
            <a:endParaRPr lang="en-US" sz="2800" i="1" dirty="0">
              <a:solidFill>
                <a:srgbClr val="80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B9AB2B-36E6-1902-0659-3B71C641984F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Opening: 4 of 4</a:t>
            </a:r>
          </a:p>
        </p:txBody>
      </p:sp>
    </p:spTree>
    <p:extLst>
      <p:ext uri="{BB962C8B-B14F-4D97-AF65-F5344CB8AC3E}">
        <p14:creationId xmlns:p14="http://schemas.microsoft.com/office/powerpoint/2010/main" val="20173122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9DF675-68B2-E157-D40A-40EF3DECB71A}"/>
              </a:ext>
            </a:extLst>
          </p:cNvPr>
          <p:cNvSpPr txBox="1">
            <a:spLocks/>
          </p:cNvSpPr>
          <p:nvPr/>
        </p:nvSpPr>
        <p:spPr>
          <a:xfrm>
            <a:off x="1009567" y="1132430"/>
            <a:ext cx="7124865" cy="1834885"/>
          </a:xfrm>
          <a:prstGeom prst="rect">
            <a:avLst/>
          </a:prstGeom>
          <a:noFill/>
          <a:ln w="28575">
            <a:noFill/>
          </a:ln>
          <a:effectLst>
            <a:outerShdw blurRad="50800" dist="50800" dir="5400000" algn="ctr" rotWithShape="0">
              <a:schemeClr val="accent5">
                <a:lumMod val="50000"/>
              </a:schemeClr>
            </a:outerShdw>
          </a:effectLst>
        </p:spPr>
        <p:txBody>
          <a:bodyPr lIns="91440" tIns="45720" rIns="91440" bIns="45720"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r>
              <a:rPr lang="en-SG" sz="6000" b="1" dirty="0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/>
              </a:rPr>
              <a:t>Holy Spirit, One among the Trinity</a:t>
            </a:r>
            <a:endParaRPr lang="en-GB" sz="5400" b="1" kern="1400" dirty="0">
              <a:solidFill>
                <a:schemeClr val="bg1"/>
              </a:solidFill>
              <a:effectLst>
                <a:outerShdw blurRad="38100" dist="63500" dir="2700000" algn="tl">
                  <a:schemeClr val="tx1">
                    <a:alpha val="43000"/>
                  </a:schemeClr>
                </a:outerShdw>
              </a:effectLst>
              <a:latin typeface="Footlight MT Light"/>
              <a:cs typeface="IrisUPC" panose="020B06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6729108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DDA26F8-E366-2B5B-C348-C507B3038F2B}"/>
              </a:ext>
            </a:extLst>
          </p:cNvPr>
          <p:cNvSpPr/>
          <p:nvPr/>
        </p:nvSpPr>
        <p:spPr>
          <a:xfrm>
            <a:off x="1513336" y="1378756"/>
            <a:ext cx="6117328" cy="2385987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CC418-9BFA-F946-DA5B-A680A2EBDFAC}"/>
              </a:ext>
            </a:extLst>
          </p:cNvPr>
          <p:cNvSpPr txBox="1">
            <a:spLocks/>
          </p:cNvSpPr>
          <p:nvPr/>
        </p:nvSpPr>
        <p:spPr>
          <a:xfrm>
            <a:off x="1513336" y="1378756"/>
            <a:ext cx="6117328" cy="2385987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7000">
                      <a:srgbClr val="001A52"/>
                    </a:gs>
                    <a:gs pos="40000">
                      <a:srgbClr val="9BBDC9"/>
                    </a:gs>
                    <a:gs pos="21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 dirty="0">
                <a:solidFill>
                  <a:schemeClr val="bg1"/>
                </a:solidFill>
              </a:rPr>
              <a:t>Thanksgiving Prayers</a:t>
            </a:r>
          </a:p>
          <a:p>
            <a:r>
              <a:rPr lang="en-GB" dirty="0">
                <a:solidFill>
                  <a:schemeClr val="bg1"/>
                </a:solidFill>
              </a:rPr>
              <a:t>Song: In His time v2</a:t>
            </a:r>
          </a:p>
        </p:txBody>
      </p:sp>
    </p:spTree>
    <p:extLst>
      <p:ext uri="{BB962C8B-B14F-4D97-AF65-F5344CB8AC3E}">
        <p14:creationId xmlns:p14="http://schemas.microsoft.com/office/powerpoint/2010/main" val="37174938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Birthday Thanksgiving –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In His time </a:t>
            </a:r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v2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ED1249-D453-4D4E-BD98-BAC3CEA5DFD7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0E83AD-AD85-5E6C-33F5-D8EF739355C5}"/>
              </a:ext>
            </a:extLst>
          </p:cNvPr>
          <p:cNvSpPr txBox="1"/>
          <p:nvPr/>
        </p:nvSpPr>
        <p:spPr>
          <a:xfrm>
            <a:off x="1535844" y="1266164"/>
            <a:ext cx="6072312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sz="2800" dirty="0"/>
              <a:t>In Your time, in Your time</a:t>
            </a:r>
          </a:p>
          <a:p>
            <a:pPr algn="ctr"/>
            <a:r>
              <a:rPr lang="en-SG" sz="2800" dirty="0"/>
              <a:t>You make all things beautiful</a:t>
            </a:r>
          </a:p>
          <a:p>
            <a:pPr algn="ctr"/>
            <a:r>
              <a:rPr lang="en-SG" sz="2800" dirty="0"/>
              <a:t>In Your time</a:t>
            </a:r>
          </a:p>
          <a:p>
            <a:pPr algn="ctr"/>
            <a:r>
              <a:rPr lang="en-SG" sz="2800" dirty="0"/>
              <a:t>Lord, my life to you I bring</a:t>
            </a:r>
          </a:p>
          <a:p>
            <a:pPr algn="ctr"/>
            <a:r>
              <a:rPr lang="en-SG" sz="2800" dirty="0"/>
              <a:t>May each song I have to sing</a:t>
            </a:r>
          </a:p>
          <a:p>
            <a:pPr algn="ctr"/>
            <a:r>
              <a:rPr lang="en-SG" sz="2800" dirty="0"/>
              <a:t>Be to You a lovely thing</a:t>
            </a:r>
          </a:p>
          <a:p>
            <a:pPr algn="ctr"/>
            <a:r>
              <a:rPr lang="en-SG" sz="2800" dirty="0"/>
              <a:t>In Your time</a:t>
            </a:r>
            <a:endParaRPr lang="en-US" sz="2800" i="1" dirty="0">
              <a:solidFill>
                <a:srgbClr val="8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12506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B1B1673-989C-680F-2E10-EB145FAF0EA9}"/>
              </a:ext>
            </a:extLst>
          </p:cNvPr>
          <p:cNvSpPr/>
          <p:nvPr/>
        </p:nvSpPr>
        <p:spPr>
          <a:xfrm>
            <a:off x="1513336" y="1809496"/>
            <a:ext cx="6117328" cy="1524506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CC418-9BFA-F946-DA5B-A680A2EBDFAC}"/>
              </a:ext>
            </a:extLst>
          </p:cNvPr>
          <p:cNvSpPr txBox="1">
            <a:spLocks/>
          </p:cNvSpPr>
          <p:nvPr/>
        </p:nvSpPr>
        <p:spPr>
          <a:xfrm>
            <a:off x="1513336" y="1754364"/>
            <a:ext cx="6117328" cy="1634771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7000">
                      <a:srgbClr val="001A52"/>
                    </a:gs>
                    <a:gs pos="40000">
                      <a:srgbClr val="9BBDC9"/>
                    </a:gs>
                    <a:gs pos="21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 dirty="0">
                <a:solidFill>
                  <a:schemeClr val="bg1"/>
                </a:solidFill>
              </a:rPr>
              <a:t>Thanksgiving Prayers</a:t>
            </a:r>
            <a:br>
              <a:rPr lang="en-GB" dirty="0">
                <a:solidFill>
                  <a:schemeClr val="bg1"/>
                </a:solidFill>
              </a:rPr>
            </a:br>
            <a:r>
              <a:rPr lang="en-GB" dirty="0">
                <a:solidFill>
                  <a:schemeClr val="bg1"/>
                </a:solidFill>
              </a:rPr>
              <a:t>Song: In His time v2</a:t>
            </a:r>
          </a:p>
          <a:p>
            <a:endParaRPr lang="en-GB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3968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F23B826F-1EDA-129F-EC70-2DC957D4F038}"/>
              </a:ext>
            </a:extLst>
          </p:cNvPr>
          <p:cNvSpPr/>
          <p:nvPr/>
        </p:nvSpPr>
        <p:spPr>
          <a:xfrm>
            <a:off x="2141910" y="1757052"/>
            <a:ext cx="5152970" cy="1629395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CC418-9BFA-F946-DA5B-A680A2EBDFAC}"/>
              </a:ext>
            </a:extLst>
          </p:cNvPr>
          <p:cNvSpPr txBox="1">
            <a:spLocks/>
          </p:cNvSpPr>
          <p:nvPr/>
        </p:nvSpPr>
        <p:spPr>
          <a:xfrm>
            <a:off x="1941789" y="1754363"/>
            <a:ext cx="5529198" cy="817386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7000">
                      <a:srgbClr val="001A52"/>
                    </a:gs>
                    <a:gs pos="40000">
                      <a:srgbClr val="9BBDC9"/>
                    </a:gs>
                    <a:gs pos="21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 dirty="0">
                <a:solidFill>
                  <a:schemeClr val="bg1"/>
                </a:solidFill>
              </a:rPr>
              <a:t>Offertory</a:t>
            </a:r>
          </a:p>
          <a:p>
            <a:r>
              <a:rPr lang="en-GB" sz="4200" dirty="0">
                <a:solidFill>
                  <a:schemeClr val="bg1"/>
                </a:solidFill>
              </a:rPr>
              <a:t>Song No: 307</a:t>
            </a:r>
          </a:p>
        </p:txBody>
      </p:sp>
    </p:spTree>
    <p:extLst>
      <p:ext uri="{BB962C8B-B14F-4D97-AF65-F5344CB8AC3E}">
        <p14:creationId xmlns:p14="http://schemas.microsoft.com/office/powerpoint/2010/main" val="12178835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72751-0DFD-E04D-8DBC-6192EE4B4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Offertory – Song No. 307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E034DBB-D11D-E8BD-DFC3-703615F257C6}"/>
              </a:ext>
            </a:extLst>
          </p:cNvPr>
          <p:cNvSpPr txBox="1">
            <a:spLocks/>
          </p:cNvSpPr>
          <p:nvPr/>
        </p:nvSpPr>
        <p:spPr>
          <a:xfrm>
            <a:off x="5762748" y="4330422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BC5C584-7550-42C0-5176-232FC90F0FD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6256" y="901296"/>
            <a:ext cx="3340907" cy="334090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48AEF40-D79D-77F3-773C-095D81075E36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Offertory : 1 of 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D3087A-542A-9E8A-2F04-286C1B72B61A}"/>
              </a:ext>
            </a:extLst>
          </p:cNvPr>
          <p:cNvSpPr txBox="1"/>
          <p:nvPr/>
        </p:nvSpPr>
        <p:spPr>
          <a:xfrm>
            <a:off x="145185" y="613695"/>
            <a:ext cx="5996464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SG" sz="2700" i="1" dirty="0"/>
          </a:p>
          <a:p>
            <a:r>
              <a:rPr lang="en-SG" sz="2700" i="1" dirty="0"/>
              <a:t>God is here, and that to bless us</a:t>
            </a:r>
          </a:p>
          <a:p>
            <a:r>
              <a:rPr lang="en-SG" sz="2700" i="1" dirty="0"/>
              <a:t>With the Spirit's quickening power;</a:t>
            </a:r>
          </a:p>
          <a:p>
            <a:r>
              <a:rPr lang="en-SG" sz="2700" i="1" dirty="0"/>
              <a:t>See, the cloud already bending</a:t>
            </a:r>
          </a:p>
          <a:p>
            <a:r>
              <a:rPr lang="en-SG" sz="2700" i="1" dirty="0"/>
              <a:t>Waits to drop the grateful shower.</a:t>
            </a:r>
          </a:p>
          <a:p>
            <a:pPr lvl="1"/>
            <a:r>
              <a:rPr lang="en-SG" sz="2700" i="1" dirty="0">
                <a:solidFill>
                  <a:srgbClr val="C00000"/>
                </a:solidFill>
              </a:rPr>
              <a:t>Let it come, O Lord, we pray Thee!</a:t>
            </a:r>
          </a:p>
          <a:p>
            <a:pPr lvl="1"/>
            <a:r>
              <a:rPr lang="en-SG" sz="2700" i="1" dirty="0">
                <a:solidFill>
                  <a:srgbClr val="C00000"/>
                </a:solidFill>
              </a:rPr>
              <a:t>Let the shower of blessing fall !</a:t>
            </a:r>
          </a:p>
          <a:p>
            <a:pPr lvl="1"/>
            <a:r>
              <a:rPr lang="en-SG" sz="2700" i="1" dirty="0">
                <a:solidFill>
                  <a:srgbClr val="C00000"/>
                </a:solidFill>
              </a:rPr>
              <a:t>We are waiting, we are waiting </a:t>
            </a:r>
          </a:p>
          <a:p>
            <a:pPr lvl="1"/>
            <a:r>
              <a:rPr lang="en-SG" sz="2700" i="1" dirty="0">
                <a:solidFill>
                  <a:srgbClr val="C00000"/>
                </a:solidFill>
              </a:rPr>
              <a:t>Oh revive the hearts of all !</a:t>
            </a:r>
          </a:p>
          <a:p>
            <a:endParaRPr lang="en-US" sz="2700" i="1" dirty="0"/>
          </a:p>
        </p:txBody>
      </p:sp>
    </p:spTree>
    <p:extLst>
      <p:ext uri="{BB962C8B-B14F-4D97-AF65-F5344CB8AC3E}">
        <p14:creationId xmlns:p14="http://schemas.microsoft.com/office/powerpoint/2010/main" val="1403464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72751-0DFD-E04D-8DBC-6192EE4B4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Offertory – Song No. 307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E034DBB-D11D-E8BD-DFC3-703615F257C6}"/>
              </a:ext>
            </a:extLst>
          </p:cNvPr>
          <p:cNvSpPr txBox="1">
            <a:spLocks/>
          </p:cNvSpPr>
          <p:nvPr/>
        </p:nvSpPr>
        <p:spPr>
          <a:xfrm>
            <a:off x="5762748" y="4330422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BC5C584-7550-42C0-5176-232FC90F0FD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0329" y="872600"/>
            <a:ext cx="3340907" cy="334090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48AEF40-D79D-77F3-773C-095D81075E36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Offertory : 2 of 4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270679-099A-D2C3-1810-EEBBB479F226}"/>
              </a:ext>
            </a:extLst>
          </p:cNvPr>
          <p:cNvSpPr txBox="1"/>
          <p:nvPr/>
        </p:nvSpPr>
        <p:spPr>
          <a:xfrm>
            <a:off x="145185" y="613695"/>
            <a:ext cx="5996464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SG" sz="2700" i="1" dirty="0"/>
          </a:p>
          <a:p>
            <a:r>
              <a:rPr lang="en-SG" sz="2700" i="1" dirty="0"/>
              <a:t>God is here ! we feel His presence</a:t>
            </a:r>
          </a:p>
          <a:p>
            <a:r>
              <a:rPr lang="en-SG" sz="2700" i="1" dirty="0"/>
              <a:t>In this consecrated place;</a:t>
            </a:r>
          </a:p>
          <a:p>
            <a:r>
              <a:rPr lang="en-SG" sz="2700" i="1" dirty="0"/>
              <a:t>But we need the soul refreshing</a:t>
            </a:r>
          </a:p>
          <a:p>
            <a:r>
              <a:rPr lang="en-SG" sz="2700" i="1" dirty="0"/>
              <a:t>Of His free, unbounded grace.</a:t>
            </a:r>
          </a:p>
          <a:p>
            <a:pPr lvl="1"/>
            <a:r>
              <a:rPr lang="en-SG" sz="2700" i="1" dirty="0">
                <a:solidFill>
                  <a:srgbClr val="C00000"/>
                </a:solidFill>
              </a:rPr>
              <a:t>Let it come, O Lord, we pray Thee!</a:t>
            </a:r>
          </a:p>
          <a:p>
            <a:pPr lvl="1"/>
            <a:r>
              <a:rPr lang="en-SG" sz="2700" i="1" dirty="0">
                <a:solidFill>
                  <a:srgbClr val="C00000"/>
                </a:solidFill>
              </a:rPr>
              <a:t>Let the shower of blessing fall !</a:t>
            </a:r>
          </a:p>
          <a:p>
            <a:pPr lvl="1"/>
            <a:r>
              <a:rPr lang="en-SG" sz="2700" i="1" dirty="0">
                <a:solidFill>
                  <a:srgbClr val="C00000"/>
                </a:solidFill>
              </a:rPr>
              <a:t>We are waiting, we are waiting </a:t>
            </a:r>
          </a:p>
          <a:p>
            <a:pPr lvl="1"/>
            <a:r>
              <a:rPr lang="en-SG" sz="2700" i="1" dirty="0">
                <a:solidFill>
                  <a:srgbClr val="C00000"/>
                </a:solidFill>
              </a:rPr>
              <a:t>Oh revive the hearts of all !</a:t>
            </a:r>
          </a:p>
          <a:p>
            <a:endParaRPr lang="en-US" sz="2700" i="1" dirty="0"/>
          </a:p>
        </p:txBody>
      </p:sp>
    </p:spTree>
    <p:extLst>
      <p:ext uri="{BB962C8B-B14F-4D97-AF65-F5344CB8AC3E}">
        <p14:creationId xmlns:p14="http://schemas.microsoft.com/office/powerpoint/2010/main" val="29382910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63868-48EB-3B12-C76F-1AEA023837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AA513-2B1D-53EE-75BE-0578E8333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Offertory – Song No. 307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CFDA344-0530-D55F-C522-D0AA6539FD3E}"/>
              </a:ext>
            </a:extLst>
          </p:cNvPr>
          <p:cNvSpPr txBox="1">
            <a:spLocks/>
          </p:cNvSpPr>
          <p:nvPr/>
        </p:nvSpPr>
        <p:spPr>
          <a:xfrm>
            <a:off x="5762748" y="4330422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1C03F57-D043-7B13-FA17-AF7D7DB9116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6256" y="901296"/>
            <a:ext cx="3340907" cy="334090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3BAF3B4-00AF-A8C5-2B9D-7AF1E7CD042C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Offertory : 3 of 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6FA4D3-2C58-6B70-A36A-1B2D7955E4C6}"/>
              </a:ext>
            </a:extLst>
          </p:cNvPr>
          <p:cNvSpPr txBox="1"/>
          <p:nvPr/>
        </p:nvSpPr>
        <p:spPr>
          <a:xfrm>
            <a:off x="145185" y="613695"/>
            <a:ext cx="5996464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SG" sz="2700" i="1" dirty="0"/>
          </a:p>
          <a:p>
            <a:r>
              <a:rPr lang="en-SG" sz="2700" i="1" dirty="0"/>
              <a:t>God is here ! oh, then believing,</a:t>
            </a:r>
          </a:p>
          <a:p>
            <a:r>
              <a:rPr lang="en-SG" sz="2700" i="1" dirty="0"/>
              <a:t>Bring to Him our one desire,</a:t>
            </a:r>
          </a:p>
          <a:p>
            <a:r>
              <a:rPr lang="en-SG" sz="2700" i="1" dirty="0"/>
              <a:t>That His love may now be kindled,</a:t>
            </a:r>
          </a:p>
          <a:p>
            <a:r>
              <a:rPr lang="en-SG" sz="2700" i="1" dirty="0"/>
              <a:t>Till its flame each heart inspire.</a:t>
            </a:r>
          </a:p>
          <a:p>
            <a:r>
              <a:rPr lang="en-SG" sz="2700" i="1" dirty="0">
                <a:solidFill>
                  <a:srgbClr val="C00000"/>
                </a:solidFill>
              </a:rPr>
              <a:t>	Let it come, O Lord, we pray Thee!</a:t>
            </a:r>
          </a:p>
          <a:p>
            <a:pPr lvl="1"/>
            <a:r>
              <a:rPr lang="en-SG" sz="2700" i="1" dirty="0">
                <a:solidFill>
                  <a:srgbClr val="C00000"/>
                </a:solidFill>
              </a:rPr>
              <a:t>Let the shower of blessing fall !</a:t>
            </a:r>
          </a:p>
          <a:p>
            <a:pPr lvl="1"/>
            <a:r>
              <a:rPr lang="en-SG" sz="2700" i="1" dirty="0">
                <a:solidFill>
                  <a:srgbClr val="C00000"/>
                </a:solidFill>
              </a:rPr>
              <a:t>We are waiting, we are waiting </a:t>
            </a:r>
          </a:p>
          <a:p>
            <a:pPr lvl="1"/>
            <a:r>
              <a:rPr lang="en-SG" sz="2700" i="1" dirty="0">
                <a:solidFill>
                  <a:srgbClr val="C00000"/>
                </a:solidFill>
              </a:rPr>
              <a:t>Oh revive the hearts of all !</a:t>
            </a:r>
          </a:p>
          <a:p>
            <a:endParaRPr lang="en-US" sz="2700" i="1" dirty="0"/>
          </a:p>
        </p:txBody>
      </p:sp>
    </p:spTree>
    <p:extLst>
      <p:ext uri="{BB962C8B-B14F-4D97-AF65-F5344CB8AC3E}">
        <p14:creationId xmlns:p14="http://schemas.microsoft.com/office/powerpoint/2010/main" val="5111520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6C9147-93FA-7366-E525-00D86ACFB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E0B21F-9810-F1CF-643F-65AD235760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Offertory – Song No. 307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FE3933F-7281-14CA-77DB-A8B3C4913FC6}"/>
              </a:ext>
            </a:extLst>
          </p:cNvPr>
          <p:cNvSpPr txBox="1">
            <a:spLocks/>
          </p:cNvSpPr>
          <p:nvPr/>
        </p:nvSpPr>
        <p:spPr>
          <a:xfrm>
            <a:off x="5762748" y="4330422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60A19C8-DE0B-B80B-83BA-B82D67118D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0329" y="872600"/>
            <a:ext cx="3340907" cy="334090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09A587E-4C9D-427D-6C53-ECDB6441261D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Offertory : 4 of 4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10A7DB-25EB-9218-F3CD-618852DEFE90}"/>
              </a:ext>
            </a:extLst>
          </p:cNvPr>
          <p:cNvSpPr txBox="1"/>
          <p:nvPr/>
        </p:nvSpPr>
        <p:spPr>
          <a:xfrm>
            <a:off x="145185" y="613695"/>
            <a:ext cx="5996464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SG" sz="2700" i="1" dirty="0"/>
          </a:p>
          <a:p>
            <a:r>
              <a:rPr lang="en-SG" sz="2700" i="1" dirty="0"/>
              <a:t>Saviour, grant the prayer we offer</a:t>
            </a:r>
          </a:p>
          <a:p>
            <a:r>
              <a:rPr lang="en-SG" sz="2700" i="1" dirty="0"/>
              <a:t>While in simple faith we bow;</a:t>
            </a:r>
          </a:p>
          <a:p>
            <a:r>
              <a:rPr lang="en-SG" sz="2700" i="1" dirty="0"/>
              <a:t>From the windows of Thy mercy</a:t>
            </a:r>
          </a:p>
          <a:p>
            <a:r>
              <a:rPr lang="en-SG" sz="2700" i="1" dirty="0"/>
              <a:t>Pour us out a blessing now.</a:t>
            </a:r>
          </a:p>
          <a:p>
            <a:r>
              <a:rPr lang="en-SG" sz="2700" i="1" dirty="0">
                <a:solidFill>
                  <a:srgbClr val="C00000"/>
                </a:solidFill>
              </a:rPr>
              <a:t>	Let it come, O Lord, we pray Thee!</a:t>
            </a:r>
          </a:p>
          <a:p>
            <a:pPr lvl="1"/>
            <a:r>
              <a:rPr lang="en-SG" sz="2700" i="1" dirty="0">
                <a:solidFill>
                  <a:srgbClr val="C00000"/>
                </a:solidFill>
              </a:rPr>
              <a:t>Let the shower of blessing fall !</a:t>
            </a:r>
          </a:p>
          <a:p>
            <a:pPr lvl="1"/>
            <a:r>
              <a:rPr lang="en-SG" sz="2700" i="1" dirty="0">
                <a:solidFill>
                  <a:srgbClr val="C00000"/>
                </a:solidFill>
              </a:rPr>
              <a:t>We are waiting, we are waiting </a:t>
            </a:r>
          </a:p>
          <a:p>
            <a:pPr lvl="1"/>
            <a:r>
              <a:rPr lang="en-SG" sz="2700" i="1" dirty="0">
                <a:solidFill>
                  <a:srgbClr val="C00000"/>
                </a:solidFill>
              </a:rPr>
              <a:t>Oh revive the hearts of all !</a:t>
            </a:r>
          </a:p>
          <a:p>
            <a:endParaRPr lang="en-US" sz="2700" i="1" dirty="0"/>
          </a:p>
        </p:txBody>
      </p:sp>
    </p:spTree>
    <p:extLst>
      <p:ext uri="{BB962C8B-B14F-4D97-AF65-F5344CB8AC3E}">
        <p14:creationId xmlns:p14="http://schemas.microsoft.com/office/powerpoint/2010/main" val="29587377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41BD9860-3E26-D69D-B65F-72FA23372C10}"/>
              </a:ext>
            </a:extLst>
          </p:cNvPr>
          <p:cNvSpPr/>
          <p:nvPr/>
        </p:nvSpPr>
        <p:spPr>
          <a:xfrm>
            <a:off x="2342030" y="2135781"/>
            <a:ext cx="4459938" cy="871936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CC418-9BFA-F946-DA5B-A680A2EBDFAC}"/>
              </a:ext>
            </a:extLst>
          </p:cNvPr>
          <p:cNvSpPr txBox="1">
            <a:spLocks/>
          </p:cNvSpPr>
          <p:nvPr/>
        </p:nvSpPr>
        <p:spPr>
          <a:xfrm>
            <a:off x="1941791" y="2163057"/>
            <a:ext cx="5260417" cy="817386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7000">
                      <a:srgbClr val="001A52"/>
                    </a:gs>
                    <a:gs pos="40000">
                      <a:srgbClr val="9BBDC9"/>
                    </a:gs>
                    <a:gs pos="21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 dirty="0">
                <a:solidFill>
                  <a:schemeClr val="bg1"/>
                </a:solidFill>
              </a:rPr>
              <a:t>Offertory</a:t>
            </a:r>
          </a:p>
        </p:txBody>
      </p:sp>
    </p:spTree>
    <p:extLst>
      <p:ext uri="{BB962C8B-B14F-4D97-AF65-F5344CB8AC3E}">
        <p14:creationId xmlns:p14="http://schemas.microsoft.com/office/powerpoint/2010/main" val="8636318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92AD42C-7AA5-5979-5D1A-6EFB0A176B69}"/>
              </a:ext>
            </a:extLst>
          </p:cNvPr>
          <p:cNvSpPr/>
          <p:nvPr/>
        </p:nvSpPr>
        <p:spPr>
          <a:xfrm>
            <a:off x="2342030" y="2135781"/>
            <a:ext cx="4459938" cy="871936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361FC-3ECC-9DD4-0EC8-1573FF25656D}"/>
              </a:ext>
            </a:extLst>
          </p:cNvPr>
          <p:cNvSpPr txBox="1">
            <a:spLocks/>
          </p:cNvSpPr>
          <p:nvPr/>
        </p:nvSpPr>
        <p:spPr>
          <a:xfrm>
            <a:off x="2106541" y="2157617"/>
            <a:ext cx="4930917" cy="828265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3000">
                      <a:srgbClr val="001A52"/>
                    </a:gs>
                    <a:gs pos="37000">
                      <a:srgbClr val="9BBDC9"/>
                    </a:gs>
                    <a:gs pos="14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 dirty="0">
                <a:solidFill>
                  <a:schemeClr val="bg1"/>
                </a:solidFill>
              </a:rPr>
              <a:t>Message</a:t>
            </a:r>
          </a:p>
        </p:txBody>
      </p:sp>
    </p:spTree>
    <p:extLst>
      <p:ext uri="{BB962C8B-B14F-4D97-AF65-F5344CB8AC3E}">
        <p14:creationId xmlns:p14="http://schemas.microsoft.com/office/powerpoint/2010/main" val="9869874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90B1688-CD2F-4ABF-A1F2-A27C7C669BF0}"/>
              </a:ext>
            </a:extLst>
          </p:cNvPr>
          <p:cNvSpPr/>
          <p:nvPr/>
        </p:nvSpPr>
        <p:spPr>
          <a:xfrm>
            <a:off x="2342030" y="2135781"/>
            <a:ext cx="4459938" cy="871936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D0C40A-F4C4-760A-1D04-0A03FA7728B9}"/>
              </a:ext>
            </a:extLst>
          </p:cNvPr>
          <p:cNvSpPr txBox="1">
            <a:spLocks/>
          </p:cNvSpPr>
          <p:nvPr/>
        </p:nvSpPr>
        <p:spPr>
          <a:xfrm>
            <a:off x="2106540" y="2156262"/>
            <a:ext cx="4930917" cy="830973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3000">
                      <a:srgbClr val="001A52"/>
                    </a:gs>
                    <a:gs pos="37000">
                      <a:srgbClr val="9BBDC9"/>
                    </a:gs>
                    <a:gs pos="14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 dirty="0">
                <a:solidFill>
                  <a:schemeClr val="bg1"/>
                </a:solidFill>
              </a:rPr>
              <a:t>Prayer</a:t>
            </a:r>
          </a:p>
        </p:txBody>
      </p:sp>
    </p:spTree>
    <p:extLst>
      <p:ext uri="{BB962C8B-B14F-4D97-AF65-F5344CB8AC3E}">
        <p14:creationId xmlns:p14="http://schemas.microsoft.com/office/powerpoint/2010/main" val="33940566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63A6A-450D-4603-B02C-80F270CA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Confession – </a:t>
            </a:r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Song 325 v2</a:t>
            </a:r>
            <a:endParaRPr lang="en-US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19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DD24EDA-CE43-82A2-B3E8-E6C307C397E9}"/>
              </a:ext>
            </a:extLst>
          </p:cNvPr>
          <p:cNvSpPr/>
          <p:nvPr/>
        </p:nvSpPr>
        <p:spPr>
          <a:xfrm>
            <a:off x="941087" y="842725"/>
            <a:ext cx="7379210" cy="38985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Come, Holy Comforter,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Presence divine.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Now</a:t>
            </a:r>
            <a:r>
              <a:rPr lang="en-SG" sz="2800" i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in our</a:t>
            </a:r>
            <a:r>
              <a:rPr lang="en-SG" sz="2800" i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longing</a:t>
            </a:r>
            <a:r>
              <a:rPr lang="en-SG" sz="2800" i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hearts</a:t>
            </a:r>
            <a:endParaRPr lang="en-SG" sz="2800" i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Graciously</a:t>
            </a:r>
            <a:r>
              <a:rPr lang="en-SG" sz="2800" i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shine</a:t>
            </a:r>
            <a:r>
              <a:rPr lang="en-SG" sz="2800" i="1" dirty="0">
                <a:latin typeface="Segoe UI" panose="020B0502040204020203" pitchFamily="34" charset="0"/>
                <a:cs typeface="Segoe UI" panose="020B0502040204020203" pitchFamily="34" charset="0"/>
              </a:rPr>
              <a:t>;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latin typeface="Segoe UI" panose="020B0502040204020203" pitchFamily="34" charset="0"/>
                <a:cs typeface="Segoe UI" panose="020B0502040204020203" pitchFamily="34" charset="0"/>
              </a:rPr>
              <a:t>Oh for Thy mighty power !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latin typeface="Segoe UI" panose="020B0502040204020203" pitchFamily="34" charset="0"/>
                <a:cs typeface="Segoe UI" panose="020B0502040204020203" pitchFamily="34" charset="0"/>
              </a:rPr>
              <a:t>Oh for a blessed shower,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latin typeface="Segoe UI" panose="020B0502040204020203" pitchFamily="34" charset="0"/>
                <a:cs typeface="Segoe UI" panose="020B0502040204020203" pitchFamily="34" charset="0"/>
              </a:rPr>
              <a:t>Filling this hallowed hour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latin typeface="Segoe UI" panose="020B0502040204020203" pitchFamily="34" charset="0"/>
                <a:cs typeface="Segoe UI" panose="020B0502040204020203" pitchFamily="34" charset="0"/>
              </a:rPr>
              <a:t>With joy divine !</a:t>
            </a:r>
            <a:endParaRPr lang="en-US" sz="2800" i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80071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1B06CDC2-E50A-3116-E465-B97E39BC940D}"/>
              </a:ext>
            </a:extLst>
          </p:cNvPr>
          <p:cNvSpPr txBox="1">
            <a:spLocks/>
          </p:cNvSpPr>
          <p:nvPr/>
        </p:nvSpPr>
        <p:spPr>
          <a:xfrm>
            <a:off x="1009567" y="1132430"/>
            <a:ext cx="7124865" cy="1834885"/>
          </a:xfrm>
          <a:prstGeom prst="rect">
            <a:avLst/>
          </a:prstGeom>
          <a:noFill/>
          <a:ln w="28575">
            <a:noFill/>
          </a:ln>
          <a:effectLst>
            <a:outerShdw blurRad="50800" dist="50800" dir="5400000" algn="ctr" rotWithShape="0">
              <a:schemeClr val="accent5">
                <a:lumMod val="50000"/>
              </a:schemeClr>
            </a:outerShdw>
          </a:effectLst>
        </p:spPr>
        <p:txBody>
          <a:bodyPr lIns="91440" tIns="45720" rIns="91440" bIns="45720"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r>
              <a:rPr lang="en-SG" sz="6000" b="1" dirty="0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/>
              </a:rPr>
              <a:t>Holy Spirit, One among the Trinity</a:t>
            </a:r>
            <a:endParaRPr lang="en-GB" sz="5400" b="1" kern="1400" dirty="0">
              <a:solidFill>
                <a:schemeClr val="bg1"/>
              </a:solidFill>
              <a:effectLst>
                <a:outerShdw blurRad="38100" dist="63500" dir="2700000" algn="tl">
                  <a:schemeClr val="tx1">
                    <a:alpha val="43000"/>
                  </a:schemeClr>
                </a:outerShdw>
              </a:effectLst>
              <a:latin typeface="Footlight MT Light"/>
              <a:cs typeface="IrisUPC" panose="020B06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5855693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</a:t>
            </a:r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Song no: 192</a:t>
            </a:r>
            <a:b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21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C396B60-2C0D-1542-BE8F-2D2B65EE9D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7655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F1A2DE-FB90-6CB0-7A3A-DA847164E4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02CBC7-3594-F81A-BA42-8BDF60D42F60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22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2312A7-33C9-D63C-33EF-E395463CEF78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1 : 1 of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D75DE56-5F0C-5056-AE13-29D86795AD33}"/>
              </a:ext>
            </a:extLst>
          </p:cNvPr>
          <p:cNvSpPr/>
          <p:nvPr/>
        </p:nvSpPr>
        <p:spPr>
          <a:xfrm>
            <a:off x="1452282" y="887505"/>
            <a:ext cx="6239435" cy="29341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Holy Spirit, lead us now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Boldly to the throne of grace;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While our heads in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pray’r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we bow,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Let Thy presence fill this place.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Holy Spirit,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heav’nly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Guide,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Lead us to the Crucified!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006B5B6E-8198-6E5C-6E84-9D75287DF5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</a:t>
            </a:r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Song no: 192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24611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688753-194C-4569-CBD4-569478ECE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BBE1A8-259F-FA31-D471-A122F2ACF342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23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36563C-ACF3-6396-FBBC-277D5688DA36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1 : 2 of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ADDBF89-58BA-EE9F-AD42-B4C6EE879FD8}"/>
              </a:ext>
            </a:extLst>
          </p:cNvPr>
          <p:cNvSpPr/>
          <p:nvPr/>
        </p:nvSpPr>
        <p:spPr>
          <a:xfrm>
            <a:off x="1452282" y="887505"/>
            <a:ext cx="6239435" cy="29341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This is now our time of need,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This is now the day of grace;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Now, our souls with manna feed,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Ere we leave this sacred place.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Holy Spirit,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heav’nly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Dove,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Lead us to the feast of love!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BAC8562-D3A9-2F9C-BC47-4C2B3FDE80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</a:t>
            </a:r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Song no: 192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56683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9F6773-228B-0DC4-FAD1-E1D30D28A8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3D6088-45F5-CEE8-C6B2-F394D9E570C6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24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2EB54C-990B-EAF8-9FB4-0FD83281179F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1 : 3 of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63E78ED-D212-D715-8745-F23550920BF2}"/>
              </a:ext>
            </a:extLst>
          </p:cNvPr>
          <p:cNvSpPr/>
          <p:nvPr/>
        </p:nvSpPr>
        <p:spPr>
          <a:xfrm>
            <a:off x="1452282" y="887505"/>
            <a:ext cx="6239435" cy="29341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At the blessed mercy-seat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Peace and joy are freely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giv’n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;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While we wait at Jesus’ feet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Make this place the gate of Heav’n.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Holy Spirit,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heav’nly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Friend,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Now upon our hearts descend!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D9D0223-DDE2-A728-CEDA-548816010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</a:t>
            </a:r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Song no: 192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628981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2F14B4-9AFD-21A1-55A9-7508E93A22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0C3903-3FC6-EB9C-01ED-354DD191F200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25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876782-D4A7-0A5A-7032-7447694DB206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1 : 4 of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48109A3-6683-1D70-4355-307F6E396EE6}"/>
              </a:ext>
            </a:extLst>
          </p:cNvPr>
          <p:cNvSpPr/>
          <p:nvPr/>
        </p:nvSpPr>
        <p:spPr>
          <a:xfrm>
            <a:off x="1452282" y="887505"/>
            <a:ext cx="6239435" cy="29341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Weak and sinful though we be,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Jesus’ blood can cleanse from sin;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At the fountain full and free,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Wash and make us pure within.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Holy Spirit, Cleansing Fire,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Burn up every base desire!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94480F0-5C85-E17D-1A8A-F1B1388870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</a:t>
            </a:r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Song no: 192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704426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896 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26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C396B60-2C0D-1542-BE8F-2D2B65EE9D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1632941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27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2 : 1 of 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1452282" y="887505"/>
            <a:ext cx="6465745" cy="24519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I will sing of my Redeemer,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And His wondrous love to me;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On the cruel cross He suffered,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From the curse to set me free.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25EBDEB-28A0-A895-EE99-148520068F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896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668389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B9C799-54F8-9F54-9CDA-E86AA4D60B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75B98C-C680-9EC4-C416-2579415ADDB0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28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A1A9F0-F0F9-37AD-31A6-86E97ABD9DAD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2 : 2 of 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395D098-6B90-D9CD-4980-73D67EEE7741}"/>
              </a:ext>
            </a:extLst>
          </p:cNvPr>
          <p:cNvSpPr/>
          <p:nvPr/>
        </p:nvSpPr>
        <p:spPr>
          <a:xfrm>
            <a:off x="1452282" y="887505"/>
            <a:ext cx="6239435" cy="24519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Sing, oh sing of my Redeemer ! 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With His blood He purchased me ! 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On the cross, He sealed my pardon,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Paid the debt and made me free.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A2F3080-99F1-F2DE-3299-E174825DB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896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324977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5FCC16-8237-7A4A-8132-EB7B366748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24BCE5-D0DB-F50C-ACE2-10B55A31A85B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29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B62AD4-7852-AF68-5FEF-46892C0A0BE3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2 : 3 of 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E6B6D96-39EE-535C-2933-FFB7C72EF6E0}"/>
              </a:ext>
            </a:extLst>
          </p:cNvPr>
          <p:cNvSpPr/>
          <p:nvPr/>
        </p:nvSpPr>
        <p:spPr>
          <a:xfrm>
            <a:off x="1452282" y="887505"/>
            <a:ext cx="6465745" cy="24519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I will tell the wondrous story,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How my lost estate to save,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In His boundless love and mercy,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He the ransom freely gave.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5BA4930-30DF-D4B4-ADD6-B777DB74DB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896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772154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8DF916-AD49-A221-D7F7-5F92C3E08E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D936EC-326B-D8F5-240D-6A056D782517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30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165175-97D1-9C95-CB24-5560FEE77FD6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2 : 4 of 8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B20C08D-13B1-4F34-A99E-AF3AC5E49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896 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6E94333-E6F9-8798-4EBB-6409B2715656}"/>
              </a:ext>
            </a:extLst>
          </p:cNvPr>
          <p:cNvSpPr/>
          <p:nvPr/>
        </p:nvSpPr>
        <p:spPr>
          <a:xfrm>
            <a:off x="1452282" y="887505"/>
            <a:ext cx="6239435" cy="24519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Sing, oh sing of my Redeemer ! 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With His blood He purchased me ! 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On the cross, He sealed my pardon,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Paid the debt and made me free.</a:t>
            </a:r>
            <a:endParaRPr lang="en-US" sz="2800" i="1" dirty="0">
              <a:solidFill>
                <a:srgbClr val="C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773024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891385-2395-4E6B-21F6-B0BD0B1CAA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C0DC69-02FF-6CAC-4071-A81BDB9CCCFD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31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6BCAB3-BD3F-1B0E-CC2C-6CA0F2917E75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2 : 5 of 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806E297-1ADC-5926-D07E-F5F3B6CBE8EA}"/>
              </a:ext>
            </a:extLst>
          </p:cNvPr>
          <p:cNvSpPr/>
          <p:nvPr/>
        </p:nvSpPr>
        <p:spPr>
          <a:xfrm>
            <a:off x="1452282" y="887505"/>
            <a:ext cx="7298865" cy="24519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I will praise my dear Redeemer,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His triumphant power I'll tell;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How the victory He giveth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Over sin, and death, and hell.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9EA20479-821D-F1BF-5BAF-75D0E2472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896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143803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8364D4-EDC5-7B1E-9670-AA1B880E2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F4D3F5-FA9A-9E2F-C2EE-CA9B3E5694BC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32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8FACB1-BCB9-0D04-EA60-BB453AE98E5B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2 : 6 of 8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7E0E519-EF6F-C114-0D3F-F15BAC2C9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896 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47B15A4-1E5E-9CBC-802E-39C81FA1A8A1}"/>
              </a:ext>
            </a:extLst>
          </p:cNvPr>
          <p:cNvSpPr/>
          <p:nvPr/>
        </p:nvSpPr>
        <p:spPr>
          <a:xfrm>
            <a:off x="1452282" y="887505"/>
            <a:ext cx="6239435" cy="24519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Sing, oh sing of my Redeemer ! 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With His blood He purchased me ! 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On the cross, He sealed my pardon,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Paid the debt and made me free.</a:t>
            </a:r>
            <a:endParaRPr lang="en-US" sz="2800" i="1" dirty="0">
              <a:solidFill>
                <a:srgbClr val="C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077442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E94C554-8291-DAF3-AF31-A56DE4E0FAF2}"/>
              </a:ext>
            </a:extLst>
          </p:cNvPr>
          <p:cNvSpPr/>
          <p:nvPr/>
        </p:nvSpPr>
        <p:spPr>
          <a:xfrm>
            <a:off x="1452282" y="887505"/>
            <a:ext cx="7298865" cy="24519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I will sing of my Redeemer,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And His heavenly love to me;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He from death to life hath brought me,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Son of God, with Him to be. 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AAF1325-3302-796F-E14D-00DD37B0D0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88"/>
            <a:ext cx="9144000" cy="612775"/>
          </a:xfrm>
        </p:spPr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896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FFBB1B-9090-8D7E-242A-CC4A6A85FAF3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2 : 7 of 8</a:t>
            </a:r>
          </a:p>
        </p:txBody>
      </p:sp>
    </p:spTree>
    <p:extLst>
      <p:ext uri="{BB962C8B-B14F-4D97-AF65-F5344CB8AC3E}">
        <p14:creationId xmlns:p14="http://schemas.microsoft.com/office/powerpoint/2010/main" val="428921698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6C67A-1BC3-1696-E2B3-3884F66D19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896</a:t>
            </a:r>
            <a:endParaRPr lang="en-SG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67FFC90-CB15-23D3-ACDD-4B6FA0F34C89}"/>
              </a:ext>
            </a:extLst>
          </p:cNvPr>
          <p:cNvSpPr/>
          <p:nvPr/>
        </p:nvSpPr>
        <p:spPr>
          <a:xfrm>
            <a:off x="1452282" y="887505"/>
            <a:ext cx="6239435" cy="24519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Sing, oh sing of my Redeemer ! 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With His blood He purchased me ! 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On the cross, He sealed my pardon,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Paid the debt and made me free.</a:t>
            </a:r>
            <a:endParaRPr lang="en-US" sz="2800" i="1" dirty="0">
              <a:solidFill>
                <a:srgbClr val="C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F0E49F-A730-4A2B-7F53-0AB054DAC1E5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2 : 8 of 8</a:t>
            </a:r>
          </a:p>
        </p:txBody>
      </p:sp>
    </p:spTree>
    <p:extLst>
      <p:ext uri="{BB962C8B-B14F-4D97-AF65-F5344CB8AC3E}">
        <p14:creationId xmlns:p14="http://schemas.microsoft.com/office/powerpoint/2010/main" val="94565997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91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35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C396B60-2C0D-1542-BE8F-2D2B65EE9D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90261893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36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3 : 1 of 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1452282" y="887505"/>
            <a:ext cx="7082118" cy="24519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Take the name of Jesus with you,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Child of sorrow and of woe;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It will joy and comfort give you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Take it then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where'er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you go.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9BB545B6-E81A-AAD9-C97D-D3B592102C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91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311359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344147-BC16-1D9E-EADC-83B3C60875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4F033-1FDA-7488-2683-C23AB0566E7B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37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7E2640-012B-C474-2DF3-489B41ACA35D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3 : 2 of 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258663A-BCB0-38DA-7E9E-2F29455B3444}"/>
              </a:ext>
            </a:extLst>
          </p:cNvPr>
          <p:cNvSpPr/>
          <p:nvPr/>
        </p:nvSpPr>
        <p:spPr>
          <a:xfrm>
            <a:off x="1452282" y="887505"/>
            <a:ext cx="7082118" cy="24519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Precious name, oh, how sweet !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Hope of earth and joy of heaven !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Precious name, oh, how sweet ! 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Hope of earth and joy of heaven.</a:t>
            </a:r>
            <a:endParaRPr lang="en-US" sz="2800" i="1" dirty="0">
              <a:solidFill>
                <a:srgbClr val="C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A6D2FB7A-D371-B188-0F99-A7C39EE305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91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497015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9511BD-4CF8-C1EE-FA4D-ECE6DB13F0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31A085-CC7D-6120-4B9E-492A4D20CB43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38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C556C3-ECE9-D7DD-B726-33552398D44D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3 : 3 of 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01F0B22-0AC9-61BE-20AC-30E8E824EE40}"/>
              </a:ext>
            </a:extLst>
          </p:cNvPr>
          <p:cNvSpPr/>
          <p:nvPr/>
        </p:nvSpPr>
        <p:spPr>
          <a:xfrm>
            <a:off x="1452282" y="887505"/>
            <a:ext cx="7082118" cy="24519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Take the name of Jesus ever,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As a shield from every snare;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If temptations round you gather,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Breathe that holy name in prayer.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3AA28230-F44B-DC32-A51A-DCC1B6783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91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496912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7634A3-C1FD-E453-7873-D4B8624E44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7B80E-BA8B-D6D8-F14F-A00725571966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39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815793-058C-77D8-4C25-4611300EEA4E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3 : 4 of 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C9C9A87-EF6D-8164-EFD4-461C51994179}"/>
              </a:ext>
            </a:extLst>
          </p:cNvPr>
          <p:cNvSpPr/>
          <p:nvPr/>
        </p:nvSpPr>
        <p:spPr>
          <a:xfrm>
            <a:off x="1452282" y="887505"/>
            <a:ext cx="7082118" cy="24519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Precious name, oh, how sweet !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Hope of earth and joy of heaven !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Precious name, oh, how sweet ! 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Hope of earth and joy of heaven.</a:t>
            </a:r>
            <a:endParaRPr lang="en-US" sz="2800" i="1" dirty="0">
              <a:solidFill>
                <a:srgbClr val="C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A142B188-AD6D-EEB9-C8DA-15D5F9A67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91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947206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24096E-959C-5645-20DC-DFB96341C7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9471A0-46D7-277D-817B-0909360975DC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40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593030-CC76-61CF-F7F5-DC6A9C28DBC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3 : 5 of 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96B8FA0-9883-25CB-4F0E-617DCF91BB8C}"/>
              </a:ext>
            </a:extLst>
          </p:cNvPr>
          <p:cNvSpPr/>
          <p:nvPr/>
        </p:nvSpPr>
        <p:spPr>
          <a:xfrm>
            <a:off x="1452282" y="887505"/>
            <a:ext cx="7082118" cy="24519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Oh, the precious name of Jesus !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How it thrills our souls with joy,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When His loving arms receive us,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And His songs our tongues employ.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0D938F6E-BF3A-A165-D6A8-EB6116638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91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98614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FE3686-F7EE-6EFD-DD44-A153E6A050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B5F118-F587-161D-6E59-0887EDCBF566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41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D634CA-0A7C-6AF5-4F2A-6456158EC9E2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3 : 6 of 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296D11C-16CF-0C96-DE99-7EB83B804DA3}"/>
              </a:ext>
            </a:extLst>
          </p:cNvPr>
          <p:cNvSpPr/>
          <p:nvPr/>
        </p:nvSpPr>
        <p:spPr>
          <a:xfrm>
            <a:off x="1452282" y="887505"/>
            <a:ext cx="7082118" cy="24519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Precious name, oh, how sweet !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Hope of earth and joy of heaven !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Precious name, oh, how sweet ! 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Hope of earth and joy of heaven.</a:t>
            </a:r>
            <a:endParaRPr lang="en-US" sz="2800" i="1" dirty="0">
              <a:solidFill>
                <a:srgbClr val="C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81EE61CF-5FAA-6597-D8B9-D5CC5DDD39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91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555138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F4535E-5577-DE61-358A-A232B1DFB5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40867B-35C3-98EE-A01C-8D569EF4A867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42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047971-DA85-C751-DC5A-5C52B51C52BA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3 : 7 of 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A0B3BE2-D998-167B-8C65-476E697BA331}"/>
              </a:ext>
            </a:extLst>
          </p:cNvPr>
          <p:cNvSpPr/>
          <p:nvPr/>
        </p:nvSpPr>
        <p:spPr>
          <a:xfrm>
            <a:off x="1452282" y="887505"/>
            <a:ext cx="7082118" cy="24519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At the name of Jesus bowing,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Falling prostrate at His feet,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King of kings in heaven we'll crown Him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When our journey is complete.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F90AFB74-83FD-8F85-3412-5B2B465B43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91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376298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6BC9AB-06F1-20AC-1242-5E579DF803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6AB7A6-446E-971B-3DE2-A5D22CDF65D6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43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C41E28-1D01-5841-28D6-7AB832F3626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3 : 8 of 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321F84B-6901-275A-DCA4-2767D86EC559}"/>
              </a:ext>
            </a:extLst>
          </p:cNvPr>
          <p:cNvSpPr/>
          <p:nvPr/>
        </p:nvSpPr>
        <p:spPr>
          <a:xfrm>
            <a:off x="1452282" y="887505"/>
            <a:ext cx="7082118" cy="24519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Precious name, oh, how sweet !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Hope of earth and joy of heaven !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Precious name, oh, how sweet ! 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Hope of earth and joy of heaven.</a:t>
            </a:r>
            <a:endParaRPr lang="en-US" sz="2800" i="1" dirty="0">
              <a:solidFill>
                <a:srgbClr val="C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5EB00232-2F49-1787-99A4-7CD9999479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91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830218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978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44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C396B60-2C0D-1542-BE8F-2D2B65EE9D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3858799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45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4 : 1 of 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1168648" y="887505"/>
            <a:ext cx="7507001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b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Some day the silver cord will break,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And I no more as now shall sing;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But oh, the joy when I shall wake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Within the palace of the King !</a:t>
            </a:r>
            <a:endParaRPr lang="en-US" sz="2800" i="1" dirty="0">
              <a:solidFill>
                <a:schemeClr val="accent2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C17D8D8-E9C5-D2A8-A52F-7AE59A61C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978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214946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402316-E05D-227B-5A51-3DD2486C0B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D11B9B-009B-0837-F92D-7CDF9DD22D22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46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11ECC5-BD3C-B57A-DACD-1745E3DDFE84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4 : 2 of 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D5FABB9-DDC8-08D9-7FF4-F2EB85DD6562}"/>
              </a:ext>
            </a:extLst>
          </p:cNvPr>
          <p:cNvSpPr/>
          <p:nvPr/>
        </p:nvSpPr>
        <p:spPr>
          <a:xfrm>
            <a:off x="1168648" y="887505"/>
            <a:ext cx="7507001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b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And I shall see Him face to face, 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And tell the story — Saved by grace 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And I shall see Him face to face, 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And tell the story — Saved by grace.</a:t>
            </a:r>
            <a:endParaRPr lang="en-US" sz="2800" i="1" dirty="0">
              <a:solidFill>
                <a:srgbClr val="C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6948AAAB-A44F-872E-F738-455ECC0E8E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978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734826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094F14-9D16-4702-9980-46B7E40D2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76CA51-4C71-35AE-5D62-0FA715297A92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47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3AF5C5-7412-A8FE-2588-51A30201C2A3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4 : 3 of 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FDDD572-F7CE-4B35-777E-441CADC15C96}"/>
              </a:ext>
            </a:extLst>
          </p:cNvPr>
          <p:cNvSpPr/>
          <p:nvPr/>
        </p:nvSpPr>
        <p:spPr>
          <a:xfrm>
            <a:off x="1168648" y="887505"/>
            <a:ext cx="7507001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b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Some day my earthly house will fall,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I cannot tell how soon 'twill be;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But this I know—my All in All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Has now a place in heaven for me.</a:t>
            </a:r>
            <a:endParaRPr lang="en-US" sz="2800" i="1" dirty="0">
              <a:solidFill>
                <a:schemeClr val="accent2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8D7CFB89-94A1-F843-D725-40E9739B8F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978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403631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AD941B-F38C-DD2C-9DB6-AE94E2F78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0DBE70-E939-7BAA-8DA5-FF56CD609FFF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48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F0E534-1966-B6C8-A77B-B1631F8C8C6E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4 : 4 of 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E3638FE-1BA6-3AE6-5469-6BB91DD0C717}"/>
              </a:ext>
            </a:extLst>
          </p:cNvPr>
          <p:cNvSpPr/>
          <p:nvPr/>
        </p:nvSpPr>
        <p:spPr>
          <a:xfrm>
            <a:off x="1168648" y="887505"/>
            <a:ext cx="7507001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b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And I shall see Him face to face, 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And tell the story — Saved by grace 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And I shall see Him face to face, 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And tell the story — Saved by grace.</a:t>
            </a:r>
            <a:endParaRPr lang="en-US" sz="2800" i="1" dirty="0">
              <a:solidFill>
                <a:srgbClr val="C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5E456B9-1384-806E-AB64-5849E93FC5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978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277019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D79744-C999-A2D6-3D4B-5C78692F73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A70AE6-0302-526D-588A-92D5549D584C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49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810DDB-327F-A48E-27F6-2C3763F072DB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4 : 5 of 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F4F715C-DF26-6B27-D305-BB29B592DE10}"/>
              </a:ext>
            </a:extLst>
          </p:cNvPr>
          <p:cNvSpPr/>
          <p:nvPr/>
        </p:nvSpPr>
        <p:spPr>
          <a:xfrm>
            <a:off x="1168648" y="887505"/>
            <a:ext cx="7507001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b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Some day, when fades the golden sun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Beneath the rosy-tinted west,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My blessed Lord shall say, "Well done !"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And I shall enter into rest, </a:t>
            </a:r>
            <a:endParaRPr lang="en-US" sz="2800" i="1" dirty="0">
              <a:solidFill>
                <a:schemeClr val="accent2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2B44459-0EBC-46CD-8EB0-10F3C8507D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978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176739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4143FC-0A8A-DFC3-FD53-92A2FAED7E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C47137-0FE3-9D8C-653F-2A939BD3812C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50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6836E2-C7B9-B122-13AE-6A42BE8C316B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4 : 6 of 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30F1982-F298-30A1-841F-2605DC98EFBA}"/>
              </a:ext>
            </a:extLst>
          </p:cNvPr>
          <p:cNvSpPr/>
          <p:nvPr/>
        </p:nvSpPr>
        <p:spPr>
          <a:xfrm>
            <a:off x="1168648" y="887505"/>
            <a:ext cx="7507001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b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And I shall see Him face to face, 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And tell the story — Saved by grace 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And I shall see Him face to face, 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And tell the story — Saved by grace.</a:t>
            </a:r>
            <a:endParaRPr lang="en-US" sz="2800" i="1" dirty="0">
              <a:solidFill>
                <a:srgbClr val="C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0E82536-28D7-5BD9-E2C4-B03AB736B6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978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387834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2D5820-49B5-38EB-61FF-8047E67F27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90AD5C-B39A-56F0-ECCC-5311F0A9D682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51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78E3A1-017F-36C6-97FC-A4BE6274AAF8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4 : 7 of 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571AC47-20E5-F039-D68F-2FAC1542057F}"/>
              </a:ext>
            </a:extLst>
          </p:cNvPr>
          <p:cNvSpPr/>
          <p:nvPr/>
        </p:nvSpPr>
        <p:spPr>
          <a:xfrm>
            <a:off x="1168648" y="887505"/>
            <a:ext cx="7507001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b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Some day; till then I'll watch and wait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My lamp all trimmed and burning bright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That when my Saviour opes the gate,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My soul to Him may take its flight.</a:t>
            </a:r>
            <a:endParaRPr lang="en-US" sz="2800" i="1" dirty="0">
              <a:solidFill>
                <a:schemeClr val="accent2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E4825359-473D-7669-D501-728A711B5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978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882053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28651F-2B82-BC56-8495-A833D9B3FF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8CD589-8B9E-C7BC-ECA3-AF288CF10D61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52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B16817-8D17-B05C-E937-1EA161D2A921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4 : 8 of 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69DB925-0005-EAE7-40FE-765B37AB0DA8}"/>
              </a:ext>
            </a:extLst>
          </p:cNvPr>
          <p:cNvSpPr/>
          <p:nvPr/>
        </p:nvSpPr>
        <p:spPr>
          <a:xfrm>
            <a:off x="1168648" y="887505"/>
            <a:ext cx="7507001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b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And I shall see Him face to face, 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And tell the story — Saved by grace 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And I shall see Him face to face, 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And tell the story — Saved by grace.</a:t>
            </a:r>
            <a:endParaRPr lang="en-US" sz="2800" i="1" dirty="0">
              <a:solidFill>
                <a:srgbClr val="C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B631306E-400F-EE83-ED7A-DEF679B269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978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362009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46 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53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C396B60-2C0D-1542-BE8F-2D2B65EE9D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9054325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D6529B-0428-A9B9-0E36-E0F709923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CBFD3E-E0DD-94B5-AFD2-F7BB04AF47D2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54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5EDA14-D069-6AE5-2BBC-B637B5B21F1A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5 : 1 of 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1232047-F35C-9CE6-AB39-2974E36818C5}"/>
              </a:ext>
            </a:extLst>
          </p:cNvPr>
          <p:cNvSpPr/>
          <p:nvPr/>
        </p:nvSpPr>
        <p:spPr>
          <a:xfrm>
            <a:off x="1168648" y="887505"/>
            <a:ext cx="7507001" cy="38985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I love to tell the Story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Of unseen things above,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Of Jesus and His glory,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Of Jesus and His love.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I love to tell the Story,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Because I know it's true;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It satisfies my longings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As nothing else can do.</a:t>
            </a:r>
            <a:endParaRPr lang="en-US" sz="2800" i="1" dirty="0">
              <a:solidFill>
                <a:schemeClr val="accent2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968D38C-2C82-7C11-B05D-513832A91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46 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958099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2868E4-657B-6009-127F-02825719BD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96FAAE-DB61-AE90-122B-339729015882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55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EEEF68-FCC0-B8B8-9619-FEBE28500934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5 : 2 of 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13150C6-8221-D63C-33BE-B34E2F490172}"/>
              </a:ext>
            </a:extLst>
          </p:cNvPr>
          <p:cNvSpPr/>
          <p:nvPr/>
        </p:nvSpPr>
        <p:spPr>
          <a:xfrm>
            <a:off x="1168648" y="887505"/>
            <a:ext cx="7507001" cy="24519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S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 love to tell the Story !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'Twill be my theme in glory,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To tell the Old, Old Story,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Of Jesus and His love.</a:t>
            </a:r>
            <a:endParaRPr lang="en-US" sz="2800" i="1" dirty="0">
              <a:solidFill>
                <a:srgbClr val="C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2257D2E9-8338-4D70-7848-7EBAAA53B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46 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648778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97B6E7-326C-644C-FBC7-01E0BC685B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3EE5E4-8EA9-E9EF-E17A-F087EBF1E6B5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56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2C4562-7C0E-B6DC-6C8C-80942713DC82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5 : 3 of 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774693D-CD44-5CB7-0C93-3628B747F75C}"/>
              </a:ext>
            </a:extLst>
          </p:cNvPr>
          <p:cNvSpPr/>
          <p:nvPr/>
        </p:nvSpPr>
        <p:spPr>
          <a:xfrm>
            <a:off x="1168648" y="887505"/>
            <a:ext cx="7507001" cy="38985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I love to tell the Story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More wonderful it seems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Than all the golden fancies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Of all our golden dreams.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I love to tell the Story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It did so much for me;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And that is just the reason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I tell it now to thee.</a:t>
            </a:r>
            <a:endParaRPr lang="en-US" sz="2800" i="1" dirty="0">
              <a:solidFill>
                <a:schemeClr val="accent2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56A539C-4C26-5D1C-7D31-2EAE3D32C4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46 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270194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2868E4-657B-6009-127F-02825719BD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96FAAE-DB61-AE90-122B-339729015882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57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EEEF68-FCC0-B8B8-9619-FEBE28500934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5 : 4 of 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13150C6-8221-D63C-33BE-B34E2F490172}"/>
              </a:ext>
            </a:extLst>
          </p:cNvPr>
          <p:cNvSpPr/>
          <p:nvPr/>
        </p:nvSpPr>
        <p:spPr>
          <a:xfrm>
            <a:off x="1168648" y="887505"/>
            <a:ext cx="7507001" cy="24519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S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 love to tell the Story !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'Twill be my theme in glory,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To tell the Old, Old Story,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Of Jesus and His love.</a:t>
            </a:r>
            <a:endParaRPr lang="en-US" sz="2800" i="1" dirty="0">
              <a:solidFill>
                <a:srgbClr val="C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2257D2E9-8338-4D70-7848-7EBAAA53B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46 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913258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97B6E7-326C-644C-FBC7-01E0BC685B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3EE5E4-8EA9-E9EF-E17A-F087EBF1E6B5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58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2C4562-7C0E-B6DC-6C8C-80942713DC82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5 : 5 of 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774693D-CD44-5CB7-0C93-3628B747F75C}"/>
              </a:ext>
            </a:extLst>
          </p:cNvPr>
          <p:cNvSpPr/>
          <p:nvPr/>
        </p:nvSpPr>
        <p:spPr>
          <a:xfrm>
            <a:off x="1168648" y="887505"/>
            <a:ext cx="7507001" cy="38985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I love to tell the Story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Tis pleasant to repeat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What seems, each time I tell it,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More wonderfully sweet.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I love to tell the Story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For some have never heard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The message of salvation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From God's own Holy Word.</a:t>
            </a:r>
            <a:endParaRPr lang="en-US" sz="2800" i="1" dirty="0">
              <a:solidFill>
                <a:schemeClr val="accent2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56A539C-4C26-5D1C-7D31-2EAE3D32C4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46 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863688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2868E4-657B-6009-127F-02825719BD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96FAAE-DB61-AE90-122B-339729015882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59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EEEF68-FCC0-B8B8-9619-FEBE28500934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5 : 6 of 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13150C6-8221-D63C-33BE-B34E2F490172}"/>
              </a:ext>
            </a:extLst>
          </p:cNvPr>
          <p:cNvSpPr/>
          <p:nvPr/>
        </p:nvSpPr>
        <p:spPr>
          <a:xfrm>
            <a:off x="1168648" y="887505"/>
            <a:ext cx="7507001" cy="24519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S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 love to tell the Story !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'Twill be my theme in glory,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To tell the Old, Old Story,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Of Jesus and His love.</a:t>
            </a:r>
            <a:endParaRPr lang="en-US" sz="2800" i="1" dirty="0">
              <a:solidFill>
                <a:srgbClr val="C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2257D2E9-8338-4D70-7848-7EBAAA53B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46 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659242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97B6E7-326C-644C-FBC7-01E0BC685B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3EE5E4-8EA9-E9EF-E17A-F087EBF1E6B5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60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2C4562-7C0E-B6DC-6C8C-80942713DC82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5 : 7 of 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774693D-CD44-5CB7-0C93-3628B747F75C}"/>
              </a:ext>
            </a:extLst>
          </p:cNvPr>
          <p:cNvSpPr/>
          <p:nvPr/>
        </p:nvSpPr>
        <p:spPr>
          <a:xfrm>
            <a:off x="1168648" y="887505"/>
            <a:ext cx="7507001" cy="38985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I love to tell the Story: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For those who know it best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Seem hungering and thirsting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To hear it like the rest.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And when, in scenes of glory,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I sing the New, New Song,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'Twill be the Old, Old Story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That I have loved so long.</a:t>
            </a:r>
            <a:endParaRPr lang="en-US" sz="2800" i="1" dirty="0">
              <a:solidFill>
                <a:schemeClr val="accent2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56A539C-4C26-5D1C-7D31-2EAE3D32C4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46 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131270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2868E4-657B-6009-127F-02825719BD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96FAAE-DB61-AE90-122B-339729015882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61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EEEF68-FCC0-B8B8-9619-FEBE28500934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5 : 8 of 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13150C6-8221-D63C-33BE-B34E2F490172}"/>
              </a:ext>
            </a:extLst>
          </p:cNvPr>
          <p:cNvSpPr/>
          <p:nvPr/>
        </p:nvSpPr>
        <p:spPr>
          <a:xfrm>
            <a:off x="1168648" y="887505"/>
            <a:ext cx="7507001" cy="24519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S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 love to tell the Story !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'Twill be my theme in glory,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To tell the Old, Old Story,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Of Jesus and His love.</a:t>
            </a:r>
            <a:endParaRPr lang="en-US" sz="2800" i="1" dirty="0">
              <a:solidFill>
                <a:srgbClr val="C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2257D2E9-8338-4D70-7848-7EBAAA53B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46 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271100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61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62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C396B60-2C0D-1542-BE8F-2D2B65EE9D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4795856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63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6 : 1 of 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1159727" y="701535"/>
            <a:ext cx="7507001" cy="3898503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Master, the tempest is raging !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The billows are tossing high !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The sky is o'er-shadowed with blackness,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No shelter or help is nigh : 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" Carest Thou not that we perish ?"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How canst Thou lie asleep,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/>
                <a:cs typeface="Segoe UI"/>
              </a:rPr>
              <a:t>When each moment so madly is </a:t>
            </a:r>
            <a:r>
              <a:rPr lang="en-SG" sz="2800" dirty="0" err="1">
                <a:latin typeface="Segoe UI"/>
                <a:cs typeface="Segoe UI"/>
              </a:rPr>
              <a:t>threat'ning</a:t>
            </a:r>
            <a:endParaRPr lang="en-SG" sz="2800" dirty="0" err="1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A grave in the angry deep ?</a:t>
            </a:r>
            <a:endParaRPr lang="en-US" sz="2800" i="1" dirty="0">
              <a:solidFill>
                <a:schemeClr val="accent2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C17D8D8-E9C5-D2A8-A52F-7AE59A61C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61 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018520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5020D7-9C2D-913D-9D9B-2ED3F5D010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1A0D28-58EC-9B84-6700-F71E0923B544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64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02F64F-7B08-E1DF-77C2-DF24B4884A26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6 : 2 of 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4709EB3-F9C5-7B20-D805-158D5D8DCD6B}"/>
              </a:ext>
            </a:extLst>
          </p:cNvPr>
          <p:cNvSpPr/>
          <p:nvPr/>
        </p:nvSpPr>
        <p:spPr>
          <a:xfrm>
            <a:off x="1155266" y="692579"/>
            <a:ext cx="7507001" cy="4401205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SG" sz="2400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" The winds and the waves shall obey My will !</a:t>
            </a:r>
          </a:p>
          <a:p>
            <a:pPr algn="ctr">
              <a:spcAft>
                <a:spcPts val="400"/>
              </a:spcAft>
            </a:pPr>
            <a:r>
              <a:rPr lang="en-SG" sz="2400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Peace ! be still ! </a:t>
            </a:r>
          </a:p>
          <a:p>
            <a:pPr algn="ctr">
              <a:spcAft>
                <a:spcPts val="400"/>
              </a:spcAft>
            </a:pPr>
            <a:r>
              <a:rPr lang="en-SG" sz="2400" dirty="0">
                <a:solidFill>
                  <a:srgbClr val="C00000"/>
                </a:solidFill>
                <a:latin typeface="Segoe UI"/>
                <a:cs typeface="Segoe UI"/>
              </a:rPr>
              <a:t>Whether the wrath of the storm-tossed sea.</a:t>
            </a:r>
          </a:p>
          <a:p>
            <a:pPr algn="ctr">
              <a:spcAft>
                <a:spcPts val="400"/>
              </a:spcAft>
            </a:pPr>
            <a:r>
              <a:rPr lang="en-SG" sz="2400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Or demons, or men, or whatever it be,</a:t>
            </a:r>
          </a:p>
          <a:p>
            <a:pPr algn="ctr">
              <a:spcAft>
                <a:spcPts val="400"/>
              </a:spcAft>
            </a:pPr>
            <a:r>
              <a:rPr lang="en-SG" sz="2400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No waters can swallow the ship where lies</a:t>
            </a:r>
          </a:p>
          <a:p>
            <a:pPr algn="ctr">
              <a:spcAft>
                <a:spcPts val="400"/>
              </a:spcAft>
            </a:pPr>
            <a:r>
              <a:rPr lang="en-SG" sz="2400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The Master of ocean, and earth, and skies:</a:t>
            </a:r>
          </a:p>
          <a:p>
            <a:pPr algn="ctr">
              <a:spcAft>
                <a:spcPts val="400"/>
              </a:spcAft>
            </a:pPr>
            <a:r>
              <a:rPr lang="en-SG" sz="2400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They all shall sweetly obey My will;</a:t>
            </a:r>
          </a:p>
          <a:p>
            <a:pPr algn="ctr">
              <a:spcAft>
                <a:spcPts val="400"/>
              </a:spcAft>
            </a:pPr>
            <a:r>
              <a:rPr lang="en-SG" sz="2400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Peace ! be still ! Peace ! be still!</a:t>
            </a:r>
          </a:p>
          <a:p>
            <a:pPr algn="ctr">
              <a:spcAft>
                <a:spcPts val="400"/>
              </a:spcAft>
            </a:pPr>
            <a:r>
              <a:rPr lang="en-SG" sz="2400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They all shall sweetly obey My will</a:t>
            </a:r>
          </a:p>
          <a:p>
            <a:pPr algn="ctr">
              <a:spcAft>
                <a:spcPts val="400"/>
              </a:spcAft>
            </a:pPr>
            <a:r>
              <a:rPr lang="en-SG" sz="2400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Peace ! peace ! be still !"</a:t>
            </a:r>
            <a:endParaRPr lang="en-US" sz="2400" i="1" dirty="0">
              <a:solidFill>
                <a:srgbClr val="C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27E0C573-9B0A-9146-5F05-207C3B6C9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61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583501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36A04C-5D2C-BE08-0772-5A84E6EA23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320B00-9461-D24A-94AD-E6C8F3F016ED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65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D3CD50-1DFB-A828-6455-13D1216B4EB3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6 : 3 of 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BCFE196-852C-EF4A-5C89-8F84C628F6D8}"/>
              </a:ext>
            </a:extLst>
          </p:cNvPr>
          <p:cNvSpPr/>
          <p:nvPr/>
        </p:nvSpPr>
        <p:spPr>
          <a:xfrm>
            <a:off x="1159726" y="750600"/>
            <a:ext cx="7507001" cy="38985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Master, with anguish of spirit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I bow in my grief to-day;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The depths of my sad heart are troubled;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Oh, waken and save, I pray !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Torrents of sin and of anguish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Sweep o'er my sinking soul;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And I perish ! I perish ! dear Master: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Oh, hasten, and take control.</a:t>
            </a:r>
            <a:endParaRPr lang="en-US" sz="2800" i="1" dirty="0">
              <a:solidFill>
                <a:schemeClr val="accent2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AAD21BDD-D3AE-5CDB-B758-E73AB8700D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61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836024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5020D7-9C2D-913D-9D9B-2ED3F5D010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1A0D28-58EC-9B84-6700-F71E0923B544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66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02F64F-7B08-E1DF-77C2-DF24B4884A26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6 : 4 of 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4709EB3-F9C5-7B20-D805-158D5D8DCD6B}"/>
              </a:ext>
            </a:extLst>
          </p:cNvPr>
          <p:cNvSpPr/>
          <p:nvPr/>
        </p:nvSpPr>
        <p:spPr>
          <a:xfrm>
            <a:off x="1155266" y="692579"/>
            <a:ext cx="7507001" cy="4401205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SG" sz="2400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" The winds and the waves shall obey My will !</a:t>
            </a:r>
          </a:p>
          <a:p>
            <a:pPr algn="ctr">
              <a:spcAft>
                <a:spcPts val="400"/>
              </a:spcAft>
            </a:pPr>
            <a:r>
              <a:rPr lang="en-SG" sz="2400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Peace ! be still ! </a:t>
            </a:r>
          </a:p>
          <a:p>
            <a:pPr algn="ctr">
              <a:spcAft>
                <a:spcPts val="400"/>
              </a:spcAft>
            </a:pPr>
            <a:r>
              <a:rPr lang="en-SG" sz="2400" dirty="0">
                <a:solidFill>
                  <a:srgbClr val="C00000"/>
                </a:solidFill>
                <a:latin typeface="Segoe UI"/>
                <a:cs typeface="Segoe UI"/>
              </a:rPr>
              <a:t>Whether the wrath of the storm-tossed sea.</a:t>
            </a:r>
          </a:p>
          <a:p>
            <a:pPr algn="ctr">
              <a:spcAft>
                <a:spcPts val="400"/>
              </a:spcAft>
            </a:pPr>
            <a:r>
              <a:rPr lang="en-SG" sz="2400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Or demons, or men, or whatever it be,</a:t>
            </a:r>
          </a:p>
          <a:p>
            <a:pPr algn="ctr">
              <a:spcAft>
                <a:spcPts val="400"/>
              </a:spcAft>
            </a:pPr>
            <a:r>
              <a:rPr lang="en-SG" sz="2400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No waters can swallow the ship where lies</a:t>
            </a:r>
          </a:p>
          <a:p>
            <a:pPr algn="ctr">
              <a:spcAft>
                <a:spcPts val="400"/>
              </a:spcAft>
            </a:pPr>
            <a:r>
              <a:rPr lang="en-SG" sz="2400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The Master of ocean, and earth, and skies:</a:t>
            </a:r>
          </a:p>
          <a:p>
            <a:pPr algn="ctr">
              <a:spcAft>
                <a:spcPts val="400"/>
              </a:spcAft>
            </a:pPr>
            <a:r>
              <a:rPr lang="en-SG" sz="2400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They all shall sweetly obey My will;</a:t>
            </a:r>
          </a:p>
          <a:p>
            <a:pPr algn="ctr">
              <a:spcAft>
                <a:spcPts val="400"/>
              </a:spcAft>
            </a:pPr>
            <a:r>
              <a:rPr lang="en-SG" sz="2400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Peace ! be still ! Peace ! be still!</a:t>
            </a:r>
          </a:p>
          <a:p>
            <a:pPr algn="ctr">
              <a:spcAft>
                <a:spcPts val="400"/>
              </a:spcAft>
            </a:pPr>
            <a:r>
              <a:rPr lang="en-SG" sz="2400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They all shall sweetly obey My will</a:t>
            </a:r>
          </a:p>
          <a:p>
            <a:pPr algn="ctr">
              <a:spcAft>
                <a:spcPts val="400"/>
              </a:spcAft>
            </a:pPr>
            <a:r>
              <a:rPr lang="en-SG" sz="2400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Peace ! peace ! be still !"</a:t>
            </a:r>
            <a:endParaRPr lang="en-US" sz="2400" i="1" dirty="0">
              <a:solidFill>
                <a:srgbClr val="C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27E0C573-9B0A-9146-5F05-207C3B6C9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61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138043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E6AEA3-8187-67DE-FF55-5C3DF6031D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235F33-356D-AEFB-4599-9961FC6C7AA5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67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3055F6-333A-FAAF-7CFD-1D7E180EB11F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6 : 5 of 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5D737D0-BD04-7FC6-B03F-BCEC1F57FD2E}"/>
              </a:ext>
            </a:extLst>
          </p:cNvPr>
          <p:cNvSpPr/>
          <p:nvPr/>
        </p:nvSpPr>
        <p:spPr>
          <a:xfrm>
            <a:off x="1164187" y="740309"/>
            <a:ext cx="7507001" cy="38985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Master, the terror is over,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The elements sweetly rest;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Earth's sun in the calm lake is mirrored,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And heaven's within my breast;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Linger, O blessed Redeemer,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Leave me alone no more : 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And with joy I shall make the blest harbour,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And rest on the blissful shore.</a:t>
            </a:r>
            <a:endParaRPr lang="en-US" sz="2800" i="1" dirty="0">
              <a:solidFill>
                <a:schemeClr val="accent2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21434691-EE47-68D6-AEAA-52AFBA3DCA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61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205307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5020D7-9C2D-913D-9D9B-2ED3F5D010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1A0D28-58EC-9B84-6700-F71E0923B544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68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02F64F-7B08-E1DF-77C2-DF24B4884A26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6 : 6 of 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4709EB3-F9C5-7B20-D805-158D5D8DCD6B}"/>
              </a:ext>
            </a:extLst>
          </p:cNvPr>
          <p:cNvSpPr/>
          <p:nvPr/>
        </p:nvSpPr>
        <p:spPr>
          <a:xfrm>
            <a:off x="1155266" y="692579"/>
            <a:ext cx="7507001" cy="4401205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SG" sz="2400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" The winds and the waves shall obey My will !</a:t>
            </a:r>
          </a:p>
          <a:p>
            <a:pPr algn="ctr">
              <a:spcAft>
                <a:spcPts val="400"/>
              </a:spcAft>
            </a:pPr>
            <a:r>
              <a:rPr lang="en-SG" sz="2400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Peace ! be still ! </a:t>
            </a:r>
          </a:p>
          <a:p>
            <a:pPr algn="ctr">
              <a:spcAft>
                <a:spcPts val="400"/>
              </a:spcAft>
            </a:pPr>
            <a:r>
              <a:rPr lang="en-SG" sz="2400" dirty="0">
                <a:solidFill>
                  <a:srgbClr val="C00000"/>
                </a:solidFill>
                <a:latin typeface="Segoe UI"/>
                <a:cs typeface="Segoe UI"/>
              </a:rPr>
              <a:t>Whether the wrath of the storm-tossed sea.</a:t>
            </a:r>
          </a:p>
          <a:p>
            <a:pPr algn="ctr">
              <a:spcAft>
                <a:spcPts val="400"/>
              </a:spcAft>
            </a:pPr>
            <a:r>
              <a:rPr lang="en-SG" sz="2400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Or demons, or men, or whatever it be,</a:t>
            </a:r>
          </a:p>
          <a:p>
            <a:pPr algn="ctr">
              <a:spcAft>
                <a:spcPts val="400"/>
              </a:spcAft>
            </a:pPr>
            <a:r>
              <a:rPr lang="en-SG" sz="2400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No waters can swallow the ship where lies</a:t>
            </a:r>
          </a:p>
          <a:p>
            <a:pPr algn="ctr">
              <a:spcAft>
                <a:spcPts val="400"/>
              </a:spcAft>
            </a:pPr>
            <a:r>
              <a:rPr lang="en-SG" sz="2400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The Master of ocean, and earth, and skies:</a:t>
            </a:r>
          </a:p>
          <a:p>
            <a:pPr algn="ctr">
              <a:spcAft>
                <a:spcPts val="400"/>
              </a:spcAft>
            </a:pPr>
            <a:r>
              <a:rPr lang="en-SG" sz="2400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They all shall sweetly obey My will;</a:t>
            </a:r>
          </a:p>
          <a:p>
            <a:pPr algn="ctr">
              <a:spcAft>
                <a:spcPts val="400"/>
              </a:spcAft>
            </a:pPr>
            <a:r>
              <a:rPr lang="en-SG" sz="2400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Peace ! be still ! Peace ! be still!</a:t>
            </a:r>
          </a:p>
          <a:p>
            <a:pPr algn="ctr">
              <a:spcAft>
                <a:spcPts val="400"/>
              </a:spcAft>
            </a:pPr>
            <a:r>
              <a:rPr lang="en-SG" sz="2400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They all shall sweetly obey My will</a:t>
            </a:r>
          </a:p>
          <a:p>
            <a:pPr algn="ctr">
              <a:spcAft>
                <a:spcPts val="400"/>
              </a:spcAft>
            </a:pPr>
            <a:r>
              <a:rPr lang="en-SG" sz="2400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Peace ! peace ! be still !"</a:t>
            </a:r>
            <a:endParaRPr lang="en-US" sz="2400" i="1" dirty="0">
              <a:solidFill>
                <a:srgbClr val="C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27E0C573-9B0A-9146-5F05-207C3B6C9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61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7417350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443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69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C396B60-2C0D-1542-BE8F-2D2B65EE9D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4951076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70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7 : 1 of 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1159727" y="701535"/>
            <a:ext cx="7507001" cy="29341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S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endParaRPr lang="en-S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Have you any room for Jesus,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He who bore your load of sin ?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As He knocks and asks admission,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Sinner, will you let Him in ?</a:t>
            </a:r>
            <a:endParaRPr lang="en-US" sz="2800" i="1" dirty="0">
              <a:solidFill>
                <a:schemeClr val="accent2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C17D8D8-E9C5-D2A8-A52F-7AE59A61C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443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242438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71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1159727" y="701535"/>
            <a:ext cx="7507001" cy="29341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S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endParaRPr lang="en-S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Room for Jesus, King of glory !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Hasten now, His word obey !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Swing the heart's door widely open !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Bid Him enter while you may !</a:t>
            </a:r>
            <a:endParaRPr lang="en-US" sz="2800" i="1" dirty="0">
              <a:solidFill>
                <a:srgbClr val="C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C17D8D8-E9C5-D2A8-A52F-7AE59A61C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443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FDAD055-7870-EE1D-AB80-0347EF7C2AF5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7 : 2 of 8</a:t>
            </a:r>
          </a:p>
        </p:txBody>
      </p:sp>
    </p:spTree>
    <p:extLst>
      <p:ext uri="{BB962C8B-B14F-4D97-AF65-F5344CB8AC3E}">
        <p14:creationId xmlns:p14="http://schemas.microsoft.com/office/powerpoint/2010/main" val="354581079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72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1159727" y="701535"/>
            <a:ext cx="7507001" cy="29341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S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endParaRPr lang="en-S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Room for pleasure, room for business;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But for Christ the crucified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Not a place that He can enter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In the heart for which He died ?</a:t>
            </a:r>
            <a:endParaRPr lang="en-US" sz="2800" i="1" dirty="0">
              <a:solidFill>
                <a:schemeClr val="accent2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C17D8D8-E9C5-D2A8-A52F-7AE59A61C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443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D4A1B22-F105-1ACB-A86E-1F2EE8B2F095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7 : 3 of 8</a:t>
            </a:r>
          </a:p>
        </p:txBody>
      </p:sp>
    </p:spTree>
    <p:extLst>
      <p:ext uri="{BB962C8B-B14F-4D97-AF65-F5344CB8AC3E}">
        <p14:creationId xmlns:p14="http://schemas.microsoft.com/office/powerpoint/2010/main" val="1980500749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73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1159727" y="701535"/>
            <a:ext cx="7507001" cy="29341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S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endParaRPr lang="en-S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Room for Jesus, King of glory !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Hasten now, His word obey !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Swing the heart's door widely open !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Bid Him enter while you may !</a:t>
            </a:r>
            <a:endParaRPr lang="en-US" sz="2800" i="1" dirty="0">
              <a:solidFill>
                <a:srgbClr val="C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C17D8D8-E9C5-D2A8-A52F-7AE59A61C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443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D5A0642-FAE1-A935-C62E-969695096FFA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7 : 4 of 8</a:t>
            </a:r>
          </a:p>
        </p:txBody>
      </p:sp>
    </p:spTree>
    <p:extLst>
      <p:ext uri="{BB962C8B-B14F-4D97-AF65-F5344CB8AC3E}">
        <p14:creationId xmlns:p14="http://schemas.microsoft.com/office/powerpoint/2010/main" val="3623383785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74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1159727" y="701535"/>
            <a:ext cx="7507001" cy="29341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S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endParaRPr lang="en-S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Have you any time for Jesus,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As in grace He calls again ?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Oh, "TODAY" is " time accepted,"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To-morrow you may call in vain.</a:t>
            </a:r>
            <a:endParaRPr lang="en-US" sz="2800" i="1" dirty="0">
              <a:solidFill>
                <a:schemeClr val="accent2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C17D8D8-E9C5-D2A8-A52F-7AE59A61C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443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1A71DF8-7C0B-0A65-B34F-D9642E3C3801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7 : 5 of 8</a:t>
            </a:r>
          </a:p>
        </p:txBody>
      </p:sp>
    </p:spTree>
    <p:extLst>
      <p:ext uri="{BB962C8B-B14F-4D97-AF65-F5344CB8AC3E}">
        <p14:creationId xmlns:p14="http://schemas.microsoft.com/office/powerpoint/2010/main" val="3978388834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75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1159727" y="701535"/>
            <a:ext cx="7507001" cy="29341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S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endParaRPr lang="en-S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Room for Jesus, King of glory !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Hasten now, His word obey !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Swing the heart's door widely open !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Bid Him enter while you may !</a:t>
            </a:r>
            <a:endParaRPr lang="en-US" sz="2800" i="1" dirty="0">
              <a:solidFill>
                <a:srgbClr val="C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C17D8D8-E9C5-D2A8-A52F-7AE59A61C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443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BB5B29A-15B1-753A-6694-5DF8FB720784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7 : 6 of 8</a:t>
            </a:r>
          </a:p>
        </p:txBody>
      </p:sp>
    </p:spTree>
    <p:extLst>
      <p:ext uri="{BB962C8B-B14F-4D97-AF65-F5344CB8AC3E}">
        <p14:creationId xmlns:p14="http://schemas.microsoft.com/office/powerpoint/2010/main" val="19975970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76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1159727" y="701535"/>
            <a:ext cx="7507001" cy="29341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S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endParaRPr lang="en-S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Room and time now give to Jesus: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Soon will pass God's day of grace;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Soon thy heart be cold and silent,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And thy Saviour's pleadings cease.</a:t>
            </a:r>
            <a:endParaRPr lang="en-US" sz="2800" i="1" dirty="0">
              <a:solidFill>
                <a:schemeClr val="accent2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C17D8D8-E9C5-D2A8-A52F-7AE59A61C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443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71E8B36-1DC0-FCCD-89E3-4F2C5E986846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7 : 7 of 8</a:t>
            </a:r>
          </a:p>
        </p:txBody>
      </p:sp>
    </p:spTree>
    <p:extLst>
      <p:ext uri="{BB962C8B-B14F-4D97-AF65-F5344CB8AC3E}">
        <p14:creationId xmlns:p14="http://schemas.microsoft.com/office/powerpoint/2010/main" val="1555392845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77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1159727" y="701535"/>
            <a:ext cx="7507001" cy="29341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S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endParaRPr lang="en-S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Room for Jesus, King of glory !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Hasten now, His word obey !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Swing the heart's door widely open !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Bid Him enter while you may !</a:t>
            </a:r>
            <a:endParaRPr lang="en-US" sz="2800" i="1" dirty="0">
              <a:solidFill>
                <a:srgbClr val="C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C17D8D8-E9C5-D2A8-A52F-7AE59A61C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443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A01A73-E0A9-865B-688D-EDBF55F8A9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7 : 8 of 8</a:t>
            </a:r>
          </a:p>
        </p:txBody>
      </p:sp>
    </p:spTree>
    <p:extLst>
      <p:ext uri="{BB962C8B-B14F-4D97-AF65-F5344CB8AC3E}">
        <p14:creationId xmlns:p14="http://schemas.microsoft.com/office/powerpoint/2010/main" val="2357707435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607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78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C396B60-2C0D-1542-BE8F-2D2B65EE9D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61386158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79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8 : 1 of 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1159727" y="701535"/>
            <a:ext cx="7507001" cy="29341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S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I am Thine, O Lord, 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I have heard Thy voice,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And it told Thy love to me ; 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But I long to rise in the arms of faith,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And be closer drawn to Thee.</a:t>
            </a:r>
            <a:endParaRPr lang="en-US" sz="2800" i="1" dirty="0">
              <a:solidFill>
                <a:schemeClr val="accent2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C17D8D8-E9C5-D2A8-A52F-7AE59A61C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607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7160471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80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8 : 2 of 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1159727" y="701535"/>
            <a:ext cx="7507001" cy="29341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SG" sz="2800" i="1" dirty="0">
              <a:solidFill>
                <a:srgbClr val="C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Draw me nearer, nearer, blessed Lord,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To the cross where Thou hast died ; 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Draw me nearer, nearer, 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nearer, blessed Lord,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To Thy precious, bleeding side.</a:t>
            </a:r>
            <a:endParaRPr lang="en-US" sz="2800" i="1" dirty="0">
              <a:solidFill>
                <a:srgbClr val="C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C17D8D8-E9C5-D2A8-A52F-7AE59A61C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607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9038581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81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8 : 3 of 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1159727" y="701535"/>
            <a:ext cx="7507001" cy="28828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S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Consecrate me now </a:t>
            </a:r>
            <a:b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to Thy service, Lord,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By the power of grace divine;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Let my soul look up with a steadfast hope,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And my will be lost in Thine.</a:t>
            </a:r>
            <a:endParaRPr lang="en-US" sz="2800" i="1" dirty="0">
              <a:solidFill>
                <a:schemeClr val="accent2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C17D8D8-E9C5-D2A8-A52F-7AE59A61C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607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0290253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82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8 : 4 of 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1159727" y="701535"/>
            <a:ext cx="7507001" cy="29341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SG" sz="2800" i="1" dirty="0">
              <a:solidFill>
                <a:srgbClr val="C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Draw me nearer, nearer, blessed Lord,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To the cross where Thou hast died ; 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Draw me nearer, nearer, 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nearer, blessed Lord,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To Thy precious, bleeding side.</a:t>
            </a:r>
            <a:endParaRPr lang="en-US" sz="2800" i="1" dirty="0">
              <a:solidFill>
                <a:srgbClr val="C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C17D8D8-E9C5-D2A8-A52F-7AE59A61C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607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723676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83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8 : 5 of 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1159727" y="701535"/>
            <a:ext cx="7507001" cy="29341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S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Oh, the pure delight of a single hour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That before Thy throne I spend,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When I kneel in prayer, 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and with Thee, my God,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I commune as friend with friend.</a:t>
            </a:r>
            <a:endParaRPr lang="en-US" sz="2800" i="1" dirty="0">
              <a:solidFill>
                <a:schemeClr val="accent2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C17D8D8-E9C5-D2A8-A52F-7AE59A61C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607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26183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84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8 : 6 of 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1159727" y="701535"/>
            <a:ext cx="7507001" cy="29341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SG" sz="2800" i="1" dirty="0">
              <a:solidFill>
                <a:srgbClr val="C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Draw me nearer, nearer, blessed Lord,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To the cross where Thou hast died ; 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Draw me nearer, nearer, 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nearer, blessed Lord,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To Thy precious, bleeding side.</a:t>
            </a:r>
            <a:endParaRPr lang="en-US" sz="2800" i="1" dirty="0">
              <a:solidFill>
                <a:srgbClr val="C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C17D8D8-E9C5-D2A8-A52F-7AE59A61C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607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0234294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85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8 : 7 of 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1159727" y="701535"/>
            <a:ext cx="7507001" cy="29341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S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There are depths of love 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that I cannot know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Till I cross the narrow sea ; 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There are heights of joy that I may not reach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Till I rest in peace with Thee.</a:t>
            </a:r>
            <a:endParaRPr lang="en-US" sz="2800" i="1" dirty="0">
              <a:solidFill>
                <a:schemeClr val="accent2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C17D8D8-E9C5-D2A8-A52F-7AE59A61C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607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4149119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86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8 : 8 of 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1159727" y="701535"/>
            <a:ext cx="7507001" cy="29341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SG" sz="2800" i="1" dirty="0">
              <a:solidFill>
                <a:srgbClr val="C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Draw me nearer, nearer, blessed Lord,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To the cross where Thou hast died ; 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Draw me nearer, nearer, 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nearer, blessed Lord,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To Thy precious, bleeding side.</a:t>
            </a:r>
            <a:endParaRPr lang="en-US" sz="2800" i="1" dirty="0">
              <a:solidFill>
                <a:srgbClr val="C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C17D8D8-E9C5-D2A8-A52F-7AE59A61C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6</a:t>
            </a:r>
            <a:r>
              <a:rPr lang="en-SG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07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671627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D5B6446-DF9C-BA6E-B41E-1CD580FE87A5}"/>
              </a:ext>
            </a:extLst>
          </p:cNvPr>
          <p:cNvSpPr txBox="1">
            <a:spLocks/>
          </p:cNvSpPr>
          <p:nvPr/>
        </p:nvSpPr>
        <p:spPr>
          <a:xfrm>
            <a:off x="1009567" y="1132430"/>
            <a:ext cx="7124865" cy="1834885"/>
          </a:xfrm>
          <a:prstGeom prst="rect">
            <a:avLst/>
          </a:prstGeom>
          <a:noFill/>
          <a:ln w="28575">
            <a:noFill/>
          </a:ln>
          <a:effectLst>
            <a:outerShdw blurRad="50800" dist="50800" dir="5400000" algn="ctr" rotWithShape="0">
              <a:schemeClr val="accent5">
                <a:lumMod val="50000"/>
              </a:schemeClr>
            </a:outerShdw>
          </a:effectLst>
        </p:spPr>
        <p:txBody>
          <a:bodyPr lIns="91440" tIns="45720" rIns="91440" bIns="45720"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r>
              <a:rPr lang="en-SG" sz="6000" b="1" dirty="0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/>
              </a:rPr>
              <a:t>Holy Spirit, One among the Trinity</a:t>
            </a:r>
          </a:p>
        </p:txBody>
      </p:sp>
    </p:spTree>
    <p:extLst>
      <p:ext uri="{BB962C8B-B14F-4D97-AF65-F5344CB8AC3E}">
        <p14:creationId xmlns:p14="http://schemas.microsoft.com/office/powerpoint/2010/main" val="430881365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76BB2930-A4C7-F30F-1B80-CC4D479494FA}"/>
              </a:ext>
            </a:extLst>
          </p:cNvPr>
          <p:cNvSpPr/>
          <p:nvPr/>
        </p:nvSpPr>
        <p:spPr>
          <a:xfrm>
            <a:off x="1940855" y="2135782"/>
            <a:ext cx="5262283" cy="871936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CF3B4DD-D28E-D949-A750-E7C0BC73DB23}"/>
              </a:ext>
            </a:extLst>
          </p:cNvPr>
          <p:cNvSpPr txBox="1">
            <a:spLocks/>
          </p:cNvSpPr>
          <p:nvPr/>
        </p:nvSpPr>
        <p:spPr>
          <a:xfrm>
            <a:off x="2106541" y="2183412"/>
            <a:ext cx="4930917" cy="776676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3000">
                      <a:srgbClr val="001A52"/>
                    </a:gs>
                    <a:gs pos="37000">
                      <a:srgbClr val="9BBDC9"/>
                    </a:gs>
                    <a:gs pos="14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 dirty="0">
                <a:solidFill>
                  <a:schemeClr val="bg1"/>
                </a:solidFill>
              </a:rPr>
              <a:t>Announcements</a:t>
            </a:r>
          </a:p>
        </p:txBody>
      </p:sp>
    </p:spTree>
    <p:extLst>
      <p:ext uri="{BB962C8B-B14F-4D97-AF65-F5344CB8AC3E}">
        <p14:creationId xmlns:p14="http://schemas.microsoft.com/office/powerpoint/2010/main" val="3071323988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B6C93E1-36CE-F678-40EB-0ED3F01C1EFB}"/>
              </a:ext>
            </a:extLst>
          </p:cNvPr>
          <p:cNvSpPr/>
          <p:nvPr/>
        </p:nvSpPr>
        <p:spPr>
          <a:xfrm>
            <a:off x="1125066" y="1743605"/>
            <a:ext cx="6893857" cy="1656289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7AE418-84FE-0E25-B13A-DAD0615A2C9F}"/>
              </a:ext>
            </a:extLst>
          </p:cNvPr>
          <p:cNvSpPr txBox="1">
            <a:spLocks/>
          </p:cNvSpPr>
          <p:nvPr/>
        </p:nvSpPr>
        <p:spPr>
          <a:xfrm>
            <a:off x="1051895" y="1699813"/>
            <a:ext cx="7040197" cy="871936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3000">
                      <a:srgbClr val="001A52"/>
                    </a:gs>
                    <a:gs pos="37000">
                      <a:srgbClr val="9BBDC9"/>
                    </a:gs>
                    <a:gs pos="14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US" dirty="0">
                <a:solidFill>
                  <a:schemeClr val="bg1"/>
                </a:solidFill>
              </a:rPr>
              <a:t>Closing Hymn</a:t>
            </a:r>
          </a:p>
          <a:p>
            <a:r>
              <a:rPr lang="en-US" dirty="0">
                <a:solidFill>
                  <a:schemeClr val="bg1"/>
                </a:solidFill>
              </a:rPr>
              <a:t>Song no: 627 v1</a:t>
            </a:r>
          </a:p>
        </p:txBody>
      </p:sp>
    </p:spTree>
    <p:extLst>
      <p:ext uri="{BB962C8B-B14F-4D97-AF65-F5344CB8AC3E}">
        <p14:creationId xmlns:p14="http://schemas.microsoft.com/office/powerpoint/2010/main" val="1180184608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60045" marR="0" indent="-36004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SG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Closing Hymn - </a:t>
            </a:r>
            <a:r>
              <a:rPr lang="en-SG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627 v1</a:t>
            </a:r>
            <a:endParaRPr lang="en-US" dirty="0">
              <a:effectLst/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90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9B1927-DD5B-EE66-1640-FBE3EE92B17A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Closing : 1 of 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A0575D6-2132-A304-BD4D-E123FFDE7A28}"/>
              </a:ext>
            </a:extLst>
          </p:cNvPr>
          <p:cNvSpPr/>
          <p:nvPr/>
        </p:nvSpPr>
        <p:spPr>
          <a:xfrm>
            <a:off x="722671" y="802035"/>
            <a:ext cx="7698657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SG" sz="2800" dirty="0"/>
              <a:t>Anywhere with Jesus I can safely go !</a:t>
            </a:r>
          </a:p>
          <a:p>
            <a:pPr algn="ctr"/>
            <a:r>
              <a:rPr lang="en-SG" sz="2800" dirty="0"/>
              <a:t>Anywhere He leads me in this world below !</a:t>
            </a:r>
          </a:p>
          <a:p>
            <a:pPr algn="ctr"/>
            <a:r>
              <a:rPr lang="en-SG" sz="2800" dirty="0"/>
              <a:t>Anywhere without Him, dearest joys would fade</a:t>
            </a:r>
          </a:p>
          <a:p>
            <a:pPr algn="ctr"/>
            <a:r>
              <a:rPr lang="en-SG" sz="2800" dirty="0"/>
              <a:t>Anywhere with Jesus, I am not afraid !</a:t>
            </a:r>
          </a:p>
          <a:p>
            <a:pPr algn="ctr"/>
            <a:endParaRPr lang="en-SG" sz="2800" i="1" dirty="0">
              <a:solidFill>
                <a:srgbClr val="C00000"/>
              </a:solidFill>
            </a:endParaRPr>
          </a:p>
          <a:p>
            <a:pPr algn="ctr"/>
            <a:r>
              <a:rPr lang="en-SG" sz="2800" i="1" dirty="0">
                <a:solidFill>
                  <a:srgbClr val="C00000"/>
                </a:solidFill>
              </a:rPr>
              <a:t>Anywhere ! anywhere ! Fear I cannot know ; Anywhere with Jesus, I can safely go ! </a:t>
            </a:r>
          </a:p>
          <a:p>
            <a:pPr algn="ctr"/>
            <a:r>
              <a:rPr lang="en-SG" sz="2800" i="1" dirty="0">
                <a:solidFill>
                  <a:srgbClr val="C00000"/>
                </a:solidFill>
              </a:rPr>
              <a:t>Amen. </a:t>
            </a:r>
            <a:endParaRPr lang="en-US" sz="2800" i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1406009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3ED4C2D-8F3A-93FB-E552-441EF1174C57}"/>
              </a:ext>
            </a:extLst>
          </p:cNvPr>
          <p:cNvSpPr txBox="1">
            <a:spLocks/>
          </p:cNvSpPr>
          <p:nvPr/>
        </p:nvSpPr>
        <p:spPr>
          <a:xfrm>
            <a:off x="1009567" y="1132430"/>
            <a:ext cx="7124865" cy="1834885"/>
          </a:xfrm>
          <a:prstGeom prst="rect">
            <a:avLst/>
          </a:prstGeom>
          <a:noFill/>
          <a:ln w="28575">
            <a:noFill/>
          </a:ln>
          <a:effectLst>
            <a:outerShdw blurRad="50800" dist="50800" dir="5400000" algn="ctr" rotWithShape="0">
              <a:schemeClr val="accent5">
                <a:lumMod val="50000"/>
              </a:schemeClr>
            </a:outerShdw>
          </a:effectLst>
        </p:spPr>
        <p:txBody>
          <a:bodyPr lIns="91440" tIns="45720" rIns="91440" bIns="45720"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r>
              <a:rPr lang="en-SG" sz="6000" b="1" dirty="0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/>
              </a:rPr>
              <a:t>Holy Spirit, One among the Trinity</a:t>
            </a:r>
            <a:endParaRPr lang="en-GB" sz="5400" b="1" kern="1400" dirty="0">
              <a:solidFill>
                <a:schemeClr val="bg1"/>
              </a:solidFill>
              <a:effectLst>
                <a:outerShdw blurRad="38100" dist="63500" dir="2700000" algn="tl">
                  <a:schemeClr val="tx1">
                    <a:alpha val="43000"/>
                  </a:schemeClr>
                </a:outerShdw>
              </a:effectLst>
              <a:latin typeface="Footlight MT Light"/>
              <a:cs typeface="IrisUPC" panose="020B06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402753571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E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g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IAAAAAAAAAAwAAAAMAAAAA/////wQASwwAAAAAAAAAAAAAIAD///////////////8AAAD///////////////8DAAAAAw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ztgWoR4viRMqI4XIpkyi1AFAAAAAAADAAAAAwADAAAAAQADAAEA////////BAAAAAMAEAALFWgxPmwReUCeHmo7iS86ngUAAAABAAMAAAAAAAMAAAAC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EACwMAAAAAAAAAAAAACAB////////////////AAAA////////////////BA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aAAZMaW5rZWRTaGFwZXNEYXRhUHJvcGVydHlfMAUAAAAAAAQAAAADAAQAAAABAAMAAQEDAAAAAwD///////8lAAZMaW5rZWRTaGFwZVByZXNlbnRhdGlvblNldHRpbmdzRGF0YV8wBQAAAAEABAAAAAAABA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gC3DgAAAAAAAAAAAAD/////gwCDAAAABV9pZAAQAAAABDtgWoR4viRMqI4XIpkyi1ADRGF0YQAbAAAABExpbmtlZFNoYXBlRGF0YQAFAAAAAAACTmFtZQAZAAAATGlua2VkU2hhcGVzRGF0YVByb3BlcnR5ABBWZXJzaW9uAAAAAAAJTGFzdFdyaXRlAHN26HWOAQAAAAEA/////50AnQAAAAVfaWQAEAAAAAQVaDE+bBF5QJ4eajuJLzqeA0RhdGEAKgAAAAhQcmVzZW50YXRpb25TY2FubmVkRm9yTGlua2VkU2hhcGVzAAEAAk5hbWUAJAAAAExpbmtlZFNoYXBlUHJlc2VudGF0aW9uU2V0dGluZ3NEYXRhABBWZXJzaW9uAAAAAAAJTGFzdFdyaXRlAPV26HWO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B_LENGTH" val="24576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4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5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6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6006a9c5-d130-408c-bc8e-3b5ecdb17aa0}" enabled="1" method="Standard" siteId="{8d4b558f-7b2e-40ba-ad1f-e04d79e6265a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477</TotalTime>
  <Words>3710</Words>
  <Application>Microsoft Office PowerPoint</Application>
  <PresentationFormat>On-screen Show (16:9)</PresentationFormat>
  <Paragraphs>664</Paragraphs>
  <Slides>91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6</vt:i4>
      </vt:variant>
      <vt:variant>
        <vt:lpstr>Slide Titles</vt:lpstr>
      </vt:variant>
      <vt:variant>
        <vt:i4>91</vt:i4>
      </vt:variant>
    </vt:vector>
  </HeadingPairs>
  <TitlesOfParts>
    <vt:vector size="97" baseType="lpstr">
      <vt:lpstr>Office Theme</vt:lpstr>
      <vt:lpstr>1_Office Theme</vt:lpstr>
      <vt:lpstr>4_Office Theme</vt:lpstr>
      <vt:lpstr>3_Office Theme</vt:lpstr>
      <vt:lpstr>5_Office Theme</vt:lpstr>
      <vt:lpstr>6_Office Theme</vt:lpstr>
      <vt:lpstr>PowerPoint Presentation</vt:lpstr>
      <vt:lpstr>PowerPoint Presentation</vt:lpstr>
      <vt:lpstr>Opening Hymn – Song no: 6</vt:lpstr>
      <vt:lpstr>Opening Hymn – Song no: 6</vt:lpstr>
      <vt:lpstr>Opening Hymn – Song no: 6</vt:lpstr>
      <vt:lpstr>Opening Hymn – Song no: 6</vt:lpstr>
      <vt:lpstr>PowerPoint Presentation</vt:lpstr>
      <vt:lpstr>PowerPoint Presentation</vt:lpstr>
      <vt:lpstr>Birthday Thanksgiving – In His time v2</vt:lpstr>
      <vt:lpstr>PowerPoint Presentation</vt:lpstr>
      <vt:lpstr>PowerPoint Presentation</vt:lpstr>
      <vt:lpstr>Offertory – Song No. 307</vt:lpstr>
      <vt:lpstr>Offertory – Song No. 307</vt:lpstr>
      <vt:lpstr>Offertory – Song No. 307</vt:lpstr>
      <vt:lpstr>Offertory – Song No. 307</vt:lpstr>
      <vt:lpstr>PowerPoint Presentation</vt:lpstr>
      <vt:lpstr>PowerPoint Presentation</vt:lpstr>
      <vt:lpstr>PowerPoint Presentation</vt:lpstr>
      <vt:lpstr>Confession – Song 325 v2</vt:lpstr>
      <vt:lpstr>PowerPoint Presentation</vt:lpstr>
      <vt:lpstr> Holy Communion – Song no: 192 </vt:lpstr>
      <vt:lpstr>Holy Communion- Song no: 192</vt:lpstr>
      <vt:lpstr>Holy Communion- Song no: 192</vt:lpstr>
      <vt:lpstr>Holy Communion- Song no: 192</vt:lpstr>
      <vt:lpstr>Holy Communion- Song no: 192</vt:lpstr>
      <vt:lpstr>Holy Communion- Song no: 896 </vt:lpstr>
      <vt:lpstr>Holy Communion- Song no: 896</vt:lpstr>
      <vt:lpstr>Holy Communion- Song no: 896</vt:lpstr>
      <vt:lpstr>Holy Communion- Song no: 896</vt:lpstr>
      <vt:lpstr>Holy Communion- Song no: 896 </vt:lpstr>
      <vt:lpstr>Holy Communion- Song no: 896</vt:lpstr>
      <vt:lpstr>Holy Communion- Song no: 896 </vt:lpstr>
      <vt:lpstr>Holy Communion- Song no: 896</vt:lpstr>
      <vt:lpstr>Holy Communion- Song no: 896</vt:lpstr>
      <vt:lpstr>Holy Communion- Song no: 91</vt:lpstr>
      <vt:lpstr>Holy Communion- Song no: 91</vt:lpstr>
      <vt:lpstr>Holy Communion- Song no: 91</vt:lpstr>
      <vt:lpstr>Holy Communion- Song no: 91</vt:lpstr>
      <vt:lpstr>Holy Communion- Song no: 91</vt:lpstr>
      <vt:lpstr>Holy Communion- Song no: 91</vt:lpstr>
      <vt:lpstr>Holy Communion- Song no: 91</vt:lpstr>
      <vt:lpstr>Holy Communion- Song no: 91</vt:lpstr>
      <vt:lpstr>Holy Communion- Song no: 91</vt:lpstr>
      <vt:lpstr>Holy Communion- Song no: 978</vt:lpstr>
      <vt:lpstr>Holy Communion- Song no: 978</vt:lpstr>
      <vt:lpstr>Holy Communion- Song no: 978</vt:lpstr>
      <vt:lpstr>Holy Communion- Song no: 978</vt:lpstr>
      <vt:lpstr>Holy Communion- Song no: 978</vt:lpstr>
      <vt:lpstr>Holy Communion- Song no: 978</vt:lpstr>
      <vt:lpstr>Holy Communion- Song no: 978</vt:lpstr>
      <vt:lpstr>Holy Communion- Song no: 978</vt:lpstr>
      <vt:lpstr>Holy Communion- Song no: 978</vt:lpstr>
      <vt:lpstr>Holy Communion- Song no: 46 </vt:lpstr>
      <vt:lpstr>Holy Communion- Song no: 46 </vt:lpstr>
      <vt:lpstr>Holy Communion- Song no: 46 </vt:lpstr>
      <vt:lpstr>Holy Communion- Song no: 46 </vt:lpstr>
      <vt:lpstr>Holy Communion- Song no: 46 </vt:lpstr>
      <vt:lpstr>Holy Communion- Song no: 46 </vt:lpstr>
      <vt:lpstr>Holy Communion- Song no: 46 </vt:lpstr>
      <vt:lpstr>Holy Communion- Song no: 46 </vt:lpstr>
      <vt:lpstr>Holy Communion- Song no: 46 </vt:lpstr>
      <vt:lpstr>Holy Communion- Song no: 61</vt:lpstr>
      <vt:lpstr>Holy Communion- Song no: 61 </vt:lpstr>
      <vt:lpstr>Holy Communion- Song no: 61</vt:lpstr>
      <vt:lpstr>Holy Communion- Song no: 61</vt:lpstr>
      <vt:lpstr>Holy Communion- Song no: 61</vt:lpstr>
      <vt:lpstr>Holy Communion- Song no: 61</vt:lpstr>
      <vt:lpstr>Holy Communion- Song no: 61</vt:lpstr>
      <vt:lpstr>Holy Communion- Song no: 443</vt:lpstr>
      <vt:lpstr>Holy Communion- Song no: 443</vt:lpstr>
      <vt:lpstr>Holy Communion- Song no: 443</vt:lpstr>
      <vt:lpstr>Holy Communion- Song no: 443</vt:lpstr>
      <vt:lpstr>Holy Communion- Song no: 443</vt:lpstr>
      <vt:lpstr>Holy Communion- Song no: 443</vt:lpstr>
      <vt:lpstr>Holy Communion- Song no: 443</vt:lpstr>
      <vt:lpstr>Holy Communion- Song no: 443</vt:lpstr>
      <vt:lpstr>Holy Communion- Song no: 443</vt:lpstr>
      <vt:lpstr>Holy Communion- Song no: 607</vt:lpstr>
      <vt:lpstr>Holy Communion- Song no: 607</vt:lpstr>
      <vt:lpstr>Holy Communion- Song no: 607</vt:lpstr>
      <vt:lpstr>Holy Communion- Song no: 607</vt:lpstr>
      <vt:lpstr>Holy Communion- Song no: 607</vt:lpstr>
      <vt:lpstr>Holy Communion- Song no: 607</vt:lpstr>
      <vt:lpstr>Holy Communion- Song no: 607</vt:lpstr>
      <vt:lpstr>Holy Communion- Song no: 607</vt:lpstr>
      <vt:lpstr>Holy Communion- Song no: 607</vt:lpstr>
      <vt:lpstr>PowerPoint Presentation</vt:lpstr>
      <vt:lpstr>PowerPoint Presentation</vt:lpstr>
      <vt:lpstr>PowerPoint Presentation</vt:lpstr>
      <vt:lpstr>Closing Hymn - 627 v1</vt:lpstr>
      <vt:lpstr>PowerPoint Presentation</vt:lpstr>
    </vt:vector>
  </TitlesOfParts>
  <Company>ITE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Santhosh JOSEPH (ITE)</dc:creator>
  <cp:lastModifiedBy>Rosmin Elsa Mohan</cp:lastModifiedBy>
  <cp:revision>1662</cp:revision>
  <dcterms:created xsi:type="dcterms:W3CDTF">2020-09-02T02:55:07Z</dcterms:created>
  <dcterms:modified xsi:type="dcterms:W3CDTF">2024-05-11T10:24:58Z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7ce832c-fd95-4339-84d0-00952058857c_Enabled">
    <vt:lpwstr>True</vt:lpwstr>
  </property>
  <property fmtid="{D5CDD505-2E9C-101B-9397-08002B2CF9AE}" pid="3" name="MSIP_Label_47ce832c-fd95-4339-84d0-00952058857c_SiteId">
    <vt:lpwstr>13b42c8c-cbcf-4e3d-9d20-f55b7b5ee3c1</vt:lpwstr>
  </property>
  <property fmtid="{D5CDD505-2E9C-101B-9397-08002B2CF9AE}" pid="4" name="MSIP_Label_47ce832c-fd95-4339-84d0-00952058857c_Owner">
    <vt:lpwstr>Santhosh_Joseph@ite.edu.sg</vt:lpwstr>
  </property>
  <property fmtid="{D5CDD505-2E9C-101B-9397-08002B2CF9AE}" pid="5" name="MSIP_Label_47ce832c-fd95-4339-84d0-00952058857c_SetDate">
    <vt:lpwstr>2020-09-02T02:55:31.4412613Z</vt:lpwstr>
  </property>
  <property fmtid="{D5CDD505-2E9C-101B-9397-08002B2CF9AE}" pid="6" name="MSIP_Label_47ce832c-fd95-4339-84d0-00952058857c_Name">
    <vt:lpwstr>Official (Closed)</vt:lpwstr>
  </property>
  <property fmtid="{D5CDD505-2E9C-101B-9397-08002B2CF9AE}" pid="7" name="MSIP_Label_47ce832c-fd95-4339-84d0-00952058857c_Application">
    <vt:lpwstr>Microsoft Azure Information Protection</vt:lpwstr>
  </property>
  <property fmtid="{D5CDD505-2E9C-101B-9397-08002B2CF9AE}" pid="8" name="MSIP_Label_47ce832c-fd95-4339-84d0-00952058857c_ActionId">
    <vt:lpwstr>8101d916-9275-49eb-bf62-55ac502d45bb</vt:lpwstr>
  </property>
  <property fmtid="{D5CDD505-2E9C-101B-9397-08002B2CF9AE}" pid="9" name="MSIP_Label_47ce832c-fd95-4339-84d0-00952058857c_Extended_MSFT_Method">
    <vt:lpwstr>Automatic</vt:lpwstr>
  </property>
  <property fmtid="{D5CDD505-2E9C-101B-9397-08002B2CF9AE}" pid="10" name="MSIP_Label_0dcf3bf5-ad0e-4c8c-aa2d-c5b4b510dcc6_Enabled">
    <vt:lpwstr>true</vt:lpwstr>
  </property>
  <property fmtid="{D5CDD505-2E9C-101B-9397-08002B2CF9AE}" pid="11" name="MSIP_Label_0dcf3bf5-ad0e-4c8c-aa2d-c5b4b510dcc6_SetDate">
    <vt:lpwstr>2022-03-09T08:58:32Z</vt:lpwstr>
  </property>
  <property fmtid="{D5CDD505-2E9C-101B-9397-08002B2CF9AE}" pid="12" name="MSIP_Label_0dcf3bf5-ad0e-4c8c-aa2d-c5b4b510dcc6_Method">
    <vt:lpwstr>Standard</vt:lpwstr>
  </property>
  <property fmtid="{D5CDD505-2E9C-101B-9397-08002B2CF9AE}" pid="13" name="MSIP_Label_0dcf3bf5-ad0e-4c8c-aa2d-c5b4b510dcc6_Name">
    <vt:lpwstr>0dcf3bf5-ad0e-4c8c-aa2d-c5b4b510dcc6</vt:lpwstr>
  </property>
  <property fmtid="{D5CDD505-2E9C-101B-9397-08002B2CF9AE}" pid="14" name="MSIP_Label_0dcf3bf5-ad0e-4c8c-aa2d-c5b4b510dcc6_SiteId">
    <vt:lpwstr>13b42c8c-cbcf-4e3d-9d20-f55b7b5ee3c1</vt:lpwstr>
  </property>
  <property fmtid="{D5CDD505-2E9C-101B-9397-08002B2CF9AE}" pid="15" name="MSIP_Label_0dcf3bf5-ad0e-4c8c-aa2d-c5b4b510dcc6_ActionId">
    <vt:lpwstr>8101d916-9275-49eb-bf62-55ac502d45bb</vt:lpwstr>
  </property>
  <property fmtid="{D5CDD505-2E9C-101B-9397-08002B2CF9AE}" pid="16" name="MSIP_Label_0dcf3bf5-ad0e-4c8c-aa2d-c5b4b510dcc6_ContentBits">
    <vt:lpwstr>0</vt:lpwstr>
  </property>
  <property fmtid="{D5CDD505-2E9C-101B-9397-08002B2CF9AE}" pid="17" name="ClassificationContentMarkingFooterLocations">
    <vt:lpwstr>Office Theme:8\1_Office Theme:8\4_Office Theme:8\3_Office Theme:8\5_Office Theme:8\6_Office Theme:8</vt:lpwstr>
  </property>
  <property fmtid="{D5CDD505-2E9C-101B-9397-08002B2CF9AE}" pid="18" name="ClassificationContentMarkingFooterText">
    <vt:lpwstr>Internal</vt:lpwstr>
  </property>
</Properties>
</file>