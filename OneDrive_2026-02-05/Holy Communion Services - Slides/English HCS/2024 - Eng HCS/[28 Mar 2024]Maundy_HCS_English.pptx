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7"/>
  </p:notesMasterIdLst>
  <p:sldIdLst>
    <p:sldId id="811" r:id="rId7"/>
    <p:sldId id="813" r:id="rId8"/>
    <p:sldId id="859" r:id="rId9"/>
    <p:sldId id="1390" r:id="rId10"/>
    <p:sldId id="1391" r:id="rId11"/>
    <p:sldId id="1298" r:id="rId12"/>
    <p:sldId id="821" r:id="rId13"/>
    <p:sldId id="851" r:id="rId14"/>
    <p:sldId id="1320" r:id="rId15"/>
    <p:sldId id="1319" r:id="rId16"/>
    <p:sldId id="1322" r:id="rId17"/>
    <p:sldId id="1321" r:id="rId18"/>
    <p:sldId id="1318" r:id="rId19"/>
    <p:sldId id="822" r:id="rId20"/>
    <p:sldId id="1393" r:id="rId21"/>
    <p:sldId id="1394" r:id="rId22"/>
    <p:sldId id="1324" r:id="rId23"/>
    <p:sldId id="823" r:id="rId24"/>
    <p:sldId id="824" r:id="rId25"/>
    <p:sldId id="1277" r:id="rId26"/>
    <p:sldId id="825" r:id="rId27"/>
    <p:sldId id="1388" r:id="rId28"/>
    <p:sldId id="1389" r:id="rId29"/>
    <p:sldId id="1395" r:id="rId30"/>
    <p:sldId id="1427" r:id="rId31"/>
    <p:sldId id="1428" r:id="rId32"/>
    <p:sldId id="1429" r:id="rId33"/>
    <p:sldId id="949" r:id="rId34"/>
    <p:sldId id="1401" r:id="rId35"/>
    <p:sldId id="1402" r:id="rId36"/>
    <p:sldId id="1403" r:id="rId37"/>
    <p:sldId id="1404" r:id="rId38"/>
    <p:sldId id="1405" r:id="rId39"/>
    <p:sldId id="1406" r:id="rId40"/>
    <p:sldId id="1407" r:id="rId41"/>
    <p:sldId id="1408" r:id="rId42"/>
    <p:sldId id="1409" r:id="rId43"/>
    <p:sldId id="1410" r:id="rId44"/>
    <p:sldId id="1411" r:id="rId45"/>
    <p:sldId id="1412" r:id="rId46"/>
    <p:sldId id="1413" r:id="rId47"/>
    <p:sldId id="1414" r:id="rId48"/>
    <p:sldId id="1415" r:id="rId49"/>
    <p:sldId id="1416" r:id="rId50"/>
    <p:sldId id="1417" r:id="rId51"/>
    <p:sldId id="1418" r:id="rId52"/>
    <p:sldId id="1419" r:id="rId53"/>
    <p:sldId id="1420" r:id="rId54"/>
    <p:sldId id="1421" r:id="rId55"/>
    <p:sldId id="1422" r:id="rId56"/>
    <p:sldId id="1423" r:id="rId57"/>
    <p:sldId id="1424" r:id="rId58"/>
    <p:sldId id="1425" r:id="rId59"/>
    <p:sldId id="1426" r:id="rId60"/>
    <p:sldId id="1259" r:id="rId61"/>
    <p:sldId id="820" r:id="rId62"/>
    <p:sldId id="1201" r:id="rId63"/>
    <p:sldId id="858" r:id="rId64"/>
    <p:sldId id="1430" r:id="rId65"/>
    <p:sldId id="829" r:id="rId66"/>
  </p:sldIdLst>
  <p:sldSz cx="9144000" cy="5143500" type="screen16x9"/>
  <p:notesSz cx="6858000" cy="9144000"/>
  <p:custDataLst>
    <p:tags r:id="rId6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2FE01-04DA-48F9-9172-CD36EE7C7A2A}" v="2" dt="2024-03-27T14:56:31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53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commentAuthors" Target="comment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tephen, Reuben" userId="f36fcdba-2387-45bd-94a7-0c45a8a9ccec" providerId="ADAL" clId="{6B23EDC8-4324-4C9A-AAC5-CBEC87F0DB50}"/>
    <pc:docChg chg="undo custSel addSld delSld modSld sldOrd replTag delTag">
      <pc:chgData name="George Stephen, Reuben" userId="f36fcdba-2387-45bd-94a7-0c45a8a9ccec" providerId="ADAL" clId="{6B23EDC8-4324-4C9A-AAC5-CBEC87F0DB50}" dt="2024-03-25T22:21:40.364" v="149" actId="20577"/>
      <pc:docMkLst>
        <pc:docMk/>
      </pc:docMkLst>
      <pc:sldChg chg="addSp modSp mod">
        <pc:chgData name="George Stephen, Reuben" userId="f36fcdba-2387-45bd-94a7-0c45a8a9ccec" providerId="ADAL" clId="{6B23EDC8-4324-4C9A-AAC5-CBEC87F0DB50}" dt="2024-03-25T22:15:14.202" v="85" actId="20577"/>
        <pc:sldMkLst>
          <pc:docMk/>
          <pc:sldMk cId="397177493" sldId="1389"/>
        </pc:sldMkLst>
        <pc:spChg chg="add mod">
          <ac:chgData name="George Stephen, Reuben" userId="f36fcdba-2387-45bd-94a7-0c45a8a9ccec" providerId="ADAL" clId="{6B23EDC8-4324-4C9A-AAC5-CBEC87F0DB50}" dt="2024-03-25T22:15:09.045" v="84" actId="20577"/>
          <ac:spMkLst>
            <pc:docMk/>
            <pc:sldMk cId="397177493" sldId="1389"/>
            <ac:spMk id="3" creationId="{69B77C19-8E29-0F8B-DCFE-D5192C7F73A5}"/>
          </ac:spMkLst>
        </pc:spChg>
        <pc:spChg chg="mod">
          <ac:chgData name="George Stephen, Reuben" userId="f36fcdba-2387-45bd-94a7-0c45a8a9ccec" providerId="ADAL" clId="{6B23EDC8-4324-4C9A-AAC5-CBEC87F0DB50}" dt="2024-03-25T22:15:14.202" v="85" actId="20577"/>
          <ac:spMkLst>
            <pc:docMk/>
            <pc:sldMk cId="397177493" sldId="1389"/>
            <ac:spMk id="6" creationId="{00B7E6C3-DC3B-BC8E-EE75-86995C7F8ADF}"/>
          </ac:spMkLst>
        </pc:spChg>
      </pc:sldChg>
      <pc:sldChg chg="addSp modSp mod">
        <pc:chgData name="George Stephen, Reuben" userId="f36fcdba-2387-45bd-94a7-0c45a8a9ccec" providerId="ADAL" clId="{6B23EDC8-4324-4C9A-AAC5-CBEC87F0DB50}" dt="2024-03-25T22:16:46.296" v="106" actId="20577"/>
        <pc:sldMkLst>
          <pc:docMk/>
          <pc:sldMk cId="1556880279" sldId="1395"/>
        </pc:sldMkLst>
        <pc:spChg chg="add mod">
          <ac:chgData name="George Stephen, Reuben" userId="f36fcdba-2387-45bd-94a7-0c45a8a9ccec" providerId="ADAL" clId="{6B23EDC8-4324-4C9A-AAC5-CBEC87F0DB50}" dt="2024-03-25T14:23:30.676" v="47" actId="27636"/>
          <ac:spMkLst>
            <pc:docMk/>
            <pc:sldMk cId="1556880279" sldId="1395"/>
            <ac:spMk id="3" creationId="{CF13A6B1-8EDE-1323-479F-CE6DA06D410F}"/>
          </ac:spMkLst>
        </pc:spChg>
        <pc:spChg chg="mod">
          <ac:chgData name="George Stephen, Reuben" userId="f36fcdba-2387-45bd-94a7-0c45a8a9ccec" providerId="ADAL" clId="{6B23EDC8-4324-4C9A-AAC5-CBEC87F0DB50}" dt="2024-03-25T22:16:46.296" v="106" actId="20577"/>
          <ac:spMkLst>
            <pc:docMk/>
            <pc:sldMk cId="1556880279" sldId="1395"/>
            <ac:spMk id="6" creationId="{00B7E6C3-DC3B-BC8E-EE75-86995C7F8ADF}"/>
          </ac:spMkLst>
        </pc:spChg>
      </pc:sldChg>
      <pc:sldChg chg="add del">
        <pc:chgData name="George Stephen, Reuben" userId="f36fcdba-2387-45bd-94a7-0c45a8a9ccec" providerId="ADAL" clId="{6B23EDC8-4324-4C9A-AAC5-CBEC87F0DB50}" dt="2024-03-25T22:21:06.384" v="144" actId="47"/>
        <pc:sldMkLst>
          <pc:docMk/>
          <pc:sldMk cId="283709111" sldId="1397"/>
        </pc:sldMkLst>
      </pc:sldChg>
      <pc:sldChg chg="del">
        <pc:chgData name="George Stephen, Reuben" userId="f36fcdba-2387-45bd-94a7-0c45a8a9ccec" providerId="ADAL" clId="{6B23EDC8-4324-4C9A-AAC5-CBEC87F0DB50}" dt="2024-03-25T22:16:54.047" v="108" actId="47"/>
        <pc:sldMkLst>
          <pc:docMk/>
          <pc:sldMk cId="2624128392" sldId="1399"/>
        </pc:sldMkLst>
      </pc:sldChg>
      <pc:sldChg chg="del">
        <pc:chgData name="George Stephen, Reuben" userId="f36fcdba-2387-45bd-94a7-0c45a8a9ccec" providerId="ADAL" clId="{6B23EDC8-4324-4C9A-AAC5-CBEC87F0DB50}" dt="2024-03-25T22:21:12.171" v="146" actId="47"/>
        <pc:sldMkLst>
          <pc:docMk/>
          <pc:sldMk cId="1089537549" sldId="1400"/>
        </pc:sldMkLst>
      </pc:sldChg>
      <pc:sldChg chg="modSp add mod">
        <pc:chgData name="George Stephen, Reuben" userId="f36fcdba-2387-45bd-94a7-0c45a8a9ccec" providerId="ADAL" clId="{6B23EDC8-4324-4C9A-AAC5-CBEC87F0DB50}" dt="2024-03-25T22:21:32.681" v="147" actId="20577"/>
        <pc:sldMkLst>
          <pc:docMk/>
          <pc:sldMk cId="1804785747" sldId="1427"/>
        </pc:sldMkLst>
        <pc:spChg chg="mod">
          <ac:chgData name="George Stephen, Reuben" userId="f36fcdba-2387-45bd-94a7-0c45a8a9ccec" providerId="ADAL" clId="{6B23EDC8-4324-4C9A-AAC5-CBEC87F0DB50}" dt="2024-03-25T22:21:32.681" v="147" actId="20577"/>
          <ac:spMkLst>
            <pc:docMk/>
            <pc:sldMk cId="1804785747" sldId="1427"/>
            <ac:spMk id="5" creationId="{D15CBCA4-8279-49A0-BDA5-8F1C3F65A437}"/>
          </ac:spMkLst>
        </pc:spChg>
      </pc:sldChg>
      <pc:sldChg chg="modSp add mod ord">
        <pc:chgData name="George Stephen, Reuben" userId="f36fcdba-2387-45bd-94a7-0c45a8a9ccec" providerId="ADAL" clId="{6B23EDC8-4324-4C9A-AAC5-CBEC87F0DB50}" dt="2024-03-25T22:21:36.489" v="148" actId="20577"/>
        <pc:sldMkLst>
          <pc:docMk/>
          <pc:sldMk cId="2651009215" sldId="1428"/>
        </pc:sldMkLst>
        <pc:spChg chg="mod">
          <ac:chgData name="George Stephen, Reuben" userId="f36fcdba-2387-45bd-94a7-0c45a8a9ccec" providerId="ADAL" clId="{6B23EDC8-4324-4C9A-AAC5-CBEC87F0DB50}" dt="2024-03-25T22:20:07.511" v="116" actId="12788"/>
          <ac:spMkLst>
            <pc:docMk/>
            <pc:sldMk cId="2651009215" sldId="1428"/>
            <ac:spMk id="3" creationId="{CF13A6B1-8EDE-1323-479F-CE6DA06D410F}"/>
          </ac:spMkLst>
        </pc:spChg>
        <pc:spChg chg="mod">
          <ac:chgData name="George Stephen, Reuben" userId="f36fcdba-2387-45bd-94a7-0c45a8a9ccec" providerId="ADAL" clId="{6B23EDC8-4324-4C9A-AAC5-CBEC87F0DB50}" dt="2024-03-25T22:21:36.489" v="148" actId="20577"/>
          <ac:spMkLst>
            <pc:docMk/>
            <pc:sldMk cId="2651009215" sldId="1428"/>
            <ac:spMk id="5" creationId="{D15CBCA4-8279-49A0-BDA5-8F1C3F65A437}"/>
          </ac:spMkLst>
        </pc:spChg>
        <pc:spChg chg="mod">
          <ac:chgData name="George Stephen, Reuben" userId="f36fcdba-2387-45bd-94a7-0c45a8a9ccec" providerId="ADAL" clId="{6B23EDC8-4324-4C9A-AAC5-CBEC87F0DB50}" dt="2024-03-25T22:20:55.188" v="143" actId="20577"/>
          <ac:spMkLst>
            <pc:docMk/>
            <pc:sldMk cId="2651009215" sldId="1428"/>
            <ac:spMk id="6" creationId="{00B7E6C3-DC3B-BC8E-EE75-86995C7F8ADF}"/>
          </ac:spMkLst>
        </pc:spChg>
      </pc:sldChg>
      <pc:sldChg chg="modSp add mod">
        <pc:chgData name="George Stephen, Reuben" userId="f36fcdba-2387-45bd-94a7-0c45a8a9ccec" providerId="ADAL" clId="{6B23EDC8-4324-4C9A-AAC5-CBEC87F0DB50}" dt="2024-03-25T22:21:40.364" v="149" actId="20577"/>
        <pc:sldMkLst>
          <pc:docMk/>
          <pc:sldMk cId="2932232080" sldId="1429"/>
        </pc:sldMkLst>
        <pc:spChg chg="mod">
          <ac:chgData name="George Stephen, Reuben" userId="f36fcdba-2387-45bd-94a7-0c45a8a9ccec" providerId="ADAL" clId="{6B23EDC8-4324-4C9A-AAC5-CBEC87F0DB50}" dt="2024-03-25T22:21:40.364" v="149" actId="20577"/>
          <ac:spMkLst>
            <pc:docMk/>
            <pc:sldMk cId="2932232080" sldId="1429"/>
            <ac:spMk id="5" creationId="{D15CBCA4-8279-49A0-BDA5-8F1C3F65A437}"/>
          </ac:spMkLst>
        </pc:spChg>
      </pc:sldChg>
    </pc:docChg>
  </pc:docChgLst>
  <pc:docChgLst>
    <pc:chgData name="Rosmin Elsa Mohan" userId="7f6a9fc7-46b4-4eac-90cd-058eb48f67de" providerId="ADAL" clId="{610C48EB-72D4-40AD-B08A-0B46870AB153}"/>
    <pc:docChg chg="undo redo custSel addSld delSld modSld sldOrd modMainMaster">
      <pc:chgData name="Rosmin Elsa Mohan" userId="7f6a9fc7-46b4-4eac-90cd-058eb48f67de" providerId="ADAL" clId="{610C48EB-72D4-40AD-B08A-0B46870AB153}" dt="2024-03-25T01:18:16.514" v="1253" actId="6549"/>
      <pc:docMkLst>
        <pc:docMk/>
      </pc:docMkLst>
      <pc:sldChg chg="modSp mod">
        <pc:chgData name="Rosmin Elsa Mohan" userId="7f6a9fc7-46b4-4eac-90cd-058eb48f67de" providerId="ADAL" clId="{610C48EB-72D4-40AD-B08A-0B46870AB153}" dt="2024-03-18T09:34:56.662" v="1197" actId="1076"/>
        <pc:sldMkLst>
          <pc:docMk/>
          <pc:sldMk cId="4206118844" sldId="811"/>
        </pc:sldMkLst>
        <pc:spChg chg="mod">
          <ac:chgData name="Rosmin Elsa Mohan" userId="7f6a9fc7-46b4-4eac-90cd-058eb48f67de" providerId="ADAL" clId="{610C48EB-72D4-40AD-B08A-0B46870AB153}" dt="2024-03-18T09:34:56.662" v="1197" actId="1076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610C48EB-72D4-40AD-B08A-0B46870AB153}" dt="2024-03-18T09:34:34.607" v="1195" actId="255"/>
        <pc:sldMkLst>
          <pc:docMk/>
          <pc:sldMk cId="717388547" sldId="813"/>
        </pc:sldMkLst>
        <pc:spChg chg="mod">
          <ac:chgData name="Rosmin Elsa Mohan" userId="7f6a9fc7-46b4-4eac-90cd-058eb48f67de" providerId="ADAL" clId="{610C48EB-72D4-40AD-B08A-0B46870AB153}" dt="2024-03-18T09:34:34.607" v="1195" actId="255"/>
          <ac:spMkLst>
            <pc:docMk/>
            <pc:sldMk cId="717388547" sldId="813"/>
            <ac:spMk id="3" creationId="{452E3445-7428-97CE-263A-521C050900BE}"/>
          </ac:spMkLst>
        </pc:spChg>
      </pc:sldChg>
      <pc:sldChg chg="mod modShow">
        <pc:chgData name="Rosmin Elsa Mohan" userId="7f6a9fc7-46b4-4eac-90cd-058eb48f67de" providerId="ADAL" clId="{610C48EB-72D4-40AD-B08A-0B46870AB153}" dt="2024-03-18T07:23:28.918" v="114" actId="729"/>
        <pc:sldMkLst>
          <pc:docMk/>
          <pc:sldMk cId="3717493800" sldId="821"/>
        </pc:sldMkLst>
      </pc:sldChg>
      <pc:sldChg chg="modSp mod">
        <pc:chgData name="Rosmin Elsa Mohan" userId="7f6a9fc7-46b4-4eac-90cd-058eb48f67de" providerId="ADAL" clId="{610C48EB-72D4-40AD-B08A-0B46870AB153}" dt="2024-03-18T07:34:39.089" v="193" actId="20577"/>
        <pc:sldMkLst>
          <pc:docMk/>
          <pc:sldMk cId="140346443" sldId="822"/>
        </pc:sldMkLst>
        <pc:spChg chg="mod">
          <ac:chgData name="Rosmin Elsa Mohan" userId="7f6a9fc7-46b4-4eac-90cd-058eb48f67de" providerId="ADAL" clId="{610C48EB-72D4-40AD-B08A-0B46870AB153}" dt="2024-03-18T07:24:08.560" v="118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610C48EB-72D4-40AD-B08A-0B46870AB153}" dt="2024-03-18T07:33:00.214" v="177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 Mohan" userId="7f6a9fc7-46b4-4eac-90cd-058eb48f67de" providerId="ADAL" clId="{610C48EB-72D4-40AD-B08A-0B46870AB153}" dt="2024-03-18T07:34:39.089" v="193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addSp delSp modSp mod">
        <pc:chgData name="Rosmin Elsa Mohan" userId="7f6a9fc7-46b4-4eac-90cd-058eb48f67de" providerId="ADAL" clId="{610C48EB-72D4-40AD-B08A-0B46870AB153}" dt="2024-03-18T09:35:28.824" v="1201"/>
        <pc:sldMkLst>
          <pc:docMk/>
          <pc:sldMk cId="3585569336" sldId="825"/>
        </pc:sldMkLst>
        <pc:spChg chg="add mod">
          <ac:chgData name="Rosmin Elsa Mohan" userId="7f6a9fc7-46b4-4eac-90cd-058eb48f67de" providerId="ADAL" clId="{610C48EB-72D4-40AD-B08A-0B46870AB153}" dt="2024-03-18T09:35:28.824" v="1201"/>
          <ac:spMkLst>
            <pc:docMk/>
            <pc:sldMk cId="3585569336" sldId="825"/>
            <ac:spMk id="2" creationId="{1B06CDC2-E50A-3116-E465-B97E39BC940D}"/>
          </ac:spMkLst>
        </pc:spChg>
        <pc:spChg chg="del mod">
          <ac:chgData name="Rosmin Elsa Mohan" userId="7f6a9fc7-46b4-4eac-90cd-058eb48f67de" providerId="ADAL" clId="{610C48EB-72D4-40AD-B08A-0B46870AB153}" dt="2024-03-18T09:35:28.432" v="1200" actId="478"/>
          <ac:spMkLst>
            <pc:docMk/>
            <pc:sldMk cId="3585569336" sldId="825"/>
            <ac:spMk id="3" creationId="{0AAED50B-AACD-A118-0703-6CB67F2EF7B8}"/>
          </ac:spMkLst>
        </pc:spChg>
      </pc:sldChg>
      <pc:sldChg chg="addSp delSp modSp mod">
        <pc:chgData name="Rosmin Elsa Mohan" userId="7f6a9fc7-46b4-4eac-90cd-058eb48f67de" providerId="ADAL" clId="{610C48EB-72D4-40AD-B08A-0B46870AB153}" dt="2024-03-18T09:35:43.383" v="1205"/>
        <pc:sldMkLst>
          <pc:docMk/>
          <pc:sldMk cId="4027535716" sldId="829"/>
        </pc:sldMkLst>
        <pc:spChg chg="add mod">
          <ac:chgData name="Rosmin Elsa Mohan" userId="7f6a9fc7-46b4-4eac-90cd-058eb48f67de" providerId="ADAL" clId="{610C48EB-72D4-40AD-B08A-0B46870AB153}" dt="2024-03-18T09:35:43.383" v="1205"/>
          <ac:spMkLst>
            <pc:docMk/>
            <pc:sldMk cId="4027535716" sldId="829"/>
            <ac:spMk id="2" creationId="{E3ED4C2D-8F3A-93FB-E552-441EF1174C57}"/>
          </ac:spMkLst>
        </pc:spChg>
        <pc:spChg chg="del">
          <ac:chgData name="Rosmin Elsa Mohan" userId="7f6a9fc7-46b4-4eac-90cd-058eb48f67de" providerId="ADAL" clId="{610C48EB-72D4-40AD-B08A-0B46870AB153}" dt="2024-03-18T09:35:42.997" v="1204" actId="478"/>
          <ac:spMkLst>
            <pc:docMk/>
            <pc:sldMk cId="4027535716" sldId="829"/>
            <ac:spMk id="3" creationId="{14BCC5B0-B837-3B6C-3D5A-23065A2F3ABA}"/>
          </ac:spMkLst>
        </pc:spChg>
      </pc:sldChg>
      <pc:sldChg chg="mod modShow">
        <pc:chgData name="Rosmin Elsa Mohan" userId="7f6a9fc7-46b4-4eac-90cd-058eb48f67de" providerId="ADAL" clId="{610C48EB-72D4-40AD-B08A-0B46870AB153}" dt="2024-03-18T07:23:28.918" v="114" actId="729"/>
        <pc:sldMkLst>
          <pc:docMk/>
          <pc:sldMk cId="2771250690" sldId="851"/>
        </pc:sldMkLst>
      </pc:sldChg>
      <pc:sldChg chg="modSp mod">
        <pc:chgData name="Rosmin Elsa Mohan" userId="7f6a9fc7-46b4-4eac-90cd-058eb48f67de" providerId="ADAL" clId="{610C48EB-72D4-40AD-B08A-0B46870AB153}" dt="2024-03-21T01:14:47.235" v="1242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610C48EB-72D4-40AD-B08A-0B46870AB153}" dt="2024-03-18T09:31:24.384" v="1155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21T01:14:47.235" v="1242" actId="20577"/>
          <ac:spMkLst>
            <pc:docMk/>
            <pc:sldMk cId="3441406009" sldId="858"/>
            <ac:spMk id="5" creationId="{089B1927-DD5B-EE66-1640-FBE3EE92B17A}"/>
          </ac:spMkLst>
        </pc:spChg>
        <pc:spChg chg="mod">
          <ac:chgData name="Rosmin Elsa Mohan" userId="7f6a9fc7-46b4-4eac-90cd-058eb48f67de" providerId="ADAL" clId="{610C48EB-72D4-40AD-B08A-0B46870AB153}" dt="2024-03-21T01:14:12.260" v="1241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addSp delSp modSp mod">
        <pc:chgData name="Rosmin Elsa Mohan" userId="7f6a9fc7-46b4-4eac-90cd-058eb48f67de" providerId="ADAL" clId="{610C48EB-72D4-40AD-B08A-0B46870AB153}" dt="2024-03-18T07:18:57.973" v="65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610C48EB-72D4-40AD-B08A-0B46870AB153}" dt="2024-03-18T07:16:09.953" v="46" actId="20577"/>
          <ac:spMkLst>
            <pc:docMk/>
            <pc:sldMk cId="2137578366" sldId="859"/>
            <ac:spMk id="2" creationId="{00000000-0000-0000-0000-000000000000}"/>
          </ac:spMkLst>
        </pc:spChg>
        <pc:spChg chg="add del">
          <ac:chgData name="Rosmin Elsa Mohan" userId="7f6a9fc7-46b4-4eac-90cd-058eb48f67de" providerId="ADAL" clId="{610C48EB-72D4-40AD-B08A-0B46870AB153}" dt="2024-03-18T07:17:55.506" v="54" actId="22"/>
          <ac:spMkLst>
            <pc:docMk/>
            <pc:sldMk cId="2137578366" sldId="859"/>
            <ac:spMk id="4" creationId="{2D64D54D-0FB1-97D1-6A10-E3DA103CEB73}"/>
          </ac:spMkLst>
        </pc:spChg>
        <pc:spChg chg="mod">
          <ac:chgData name="Rosmin Elsa Mohan" userId="7f6a9fc7-46b4-4eac-90cd-058eb48f67de" providerId="ADAL" clId="{610C48EB-72D4-40AD-B08A-0B46870AB153}" dt="2024-03-18T07:18:57.973" v="65" actId="20577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 Mohan" userId="7f6a9fc7-46b4-4eac-90cd-058eb48f67de" providerId="ADAL" clId="{610C48EB-72D4-40AD-B08A-0B46870AB153}" dt="2024-03-18T07:17:48.562" v="52" actId="20577"/>
          <ac:spMkLst>
            <pc:docMk/>
            <pc:sldMk cId="2137578366" sldId="859"/>
            <ac:spMk id="7" creationId="{094E9A69-B612-35E4-DEEF-5092DA0A0A97}"/>
          </ac:spMkLst>
        </pc:spChg>
        <pc:spChg chg="add del">
          <ac:chgData name="Rosmin Elsa Mohan" userId="7f6a9fc7-46b4-4eac-90cd-058eb48f67de" providerId="ADAL" clId="{610C48EB-72D4-40AD-B08A-0B46870AB153}" dt="2024-03-18T07:17:58.162" v="56" actId="22"/>
          <ac:spMkLst>
            <pc:docMk/>
            <pc:sldMk cId="2137578366" sldId="859"/>
            <ac:spMk id="9" creationId="{5C0344A8-96B0-0985-1E92-555868EC077E}"/>
          </ac:spMkLst>
        </pc:spChg>
      </pc:sldChg>
      <pc:sldChg chg="modSp mod">
        <pc:chgData name="Rosmin Elsa Mohan" userId="7f6a9fc7-46b4-4eac-90cd-058eb48f67de" providerId="ADAL" clId="{610C48EB-72D4-40AD-B08A-0B46870AB153}" dt="2024-03-18T08:50:52.600" v="818" actId="20577"/>
        <pc:sldMkLst>
          <pc:docMk/>
          <pc:sldMk cId="1416329417" sldId="949"/>
        </pc:sldMkLst>
        <pc:spChg chg="mod">
          <ac:chgData name="Rosmin Elsa Mohan" userId="7f6a9fc7-46b4-4eac-90cd-058eb48f67de" providerId="ADAL" clId="{610C48EB-72D4-40AD-B08A-0B46870AB153}" dt="2024-03-18T08:50:52.600" v="818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610C48EB-72D4-40AD-B08A-0B46870AB153}" dt="2024-03-18T09:31:15.942" v="1152" actId="20577"/>
        <pc:sldMkLst>
          <pc:docMk/>
          <pc:sldMk cId="1180184608" sldId="1201"/>
        </pc:sldMkLst>
        <pc:spChg chg="mod">
          <ac:chgData name="Rosmin Elsa Mohan" userId="7f6a9fc7-46b4-4eac-90cd-058eb48f67de" providerId="ADAL" clId="{610C48EB-72D4-40AD-B08A-0B46870AB153}" dt="2024-03-18T09:31:15.942" v="115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addSp delSp modSp mod">
        <pc:chgData name="Rosmin Elsa Mohan" userId="7f6a9fc7-46b4-4eac-90cd-058eb48f67de" providerId="ADAL" clId="{610C48EB-72D4-40AD-B08A-0B46870AB153}" dt="2024-03-18T09:35:37.904" v="1203"/>
        <pc:sldMkLst>
          <pc:docMk/>
          <pc:sldMk cId="430881365" sldId="1259"/>
        </pc:sldMkLst>
        <pc:spChg chg="add mod">
          <ac:chgData name="Rosmin Elsa Mohan" userId="7f6a9fc7-46b4-4eac-90cd-058eb48f67de" providerId="ADAL" clId="{610C48EB-72D4-40AD-B08A-0B46870AB153}" dt="2024-03-18T09:35:37.904" v="1203"/>
          <ac:spMkLst>
            <pc:docMk/>
            <pc:sldMk cId="430881365" sldId="1259"/>
            <ac:spMk id="2" creationId="{ED5B6446-DF9C-BA6E-B41E-1CD580FE87A5}"/>
          </ac:spMkLst>
        </pc:spChg>
        <pc:spChg chg="del mod">
          <ac:chgData name="Rosmin Elsa Mohan" userId="7f6a9fc7-46b4-4eac-90cd-058eb48f67de" providerId="ADAL" clId="{610C48EB-72D4-40AD-B08A-0B46870AB153}" dt="2024-03-18T09:35:37.555" v="1202" actId="478"/>
          <ac:spMkLst>
            <pc:docMk/>
            <pc:sldMk cId="430881365" sldId="1259"/>
            <ac:spMk id="3" creationId="{5A24BF63-9600-AB32-BCBE-CD0D63783073}"/>
          </ac:spMkLst>
        </pc:spChg>
      </pc:sldChg>
      <pc:sldChg chg="modSp mod">
        <pc:chgData name="Rosmin Elsa Mohan" userId="7f6a9fc7-46b4-4eac-90cd-058eb48f67de" providerId="ADAL" clId="{610C48EB-72D4-40AD-B08A-0B46870AB153}" dt="2024-03-18T08:48:12.526" v="780" actId="207"/>
        <pc:sldMkLst>
          <pc:docMk/>
          <pc:sldMk cId="858007124" sldId="1277"/>
        </pc:sldMkLst>
        <pc:spChg chg="mod">
          <ac:chgData name="Rosmin Elsa Mohan" userId="7f6a9fc7-46b4-4eac-90cd-058eb48f67de" providerId="ADAL" clId="{610C48EB-72D4-40AD-B08A-0B46870AB153}" dt="2024-03-18T08:01:54.334" v="208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610C48EB-72D4-40AD-B08A-0B46870AB153}" dt="2024-03-18T08:48:12.526" v="780" actId="207"/>
          <ac:spMkLst>
            <pc:docMk/>
            <pc:sldMk cId="858007124" sldId="1277"/>
            <ac:spMk id="3" creationId="{DDD24EDA-CE43-82A2-B3E8-E6C307C397E9}"/>
          </ac:spMkLst>
        </pc:spChg>
      </pc:sldChg>
      <pc:sldChg chg="addSp delSp modSp mod">
        <pc:chgData name="Rosmin Elsa Mohan" userId="7f6a9fc7-46b4-4eac-90cd-058eb48f67de" providerId="ADAL" clId="{610C48EB-72D4-40AD-B08A-0B46870AB153}" dt="2024-03-18T09:35:02.141" v="1199"/>
        <pc:sldMkLst>
          <pc:docMk/>
          <pc:sldMk cId="1672910874" sldId="1298"/>
        </pc:sldMkLst>
        <pc:spChg chg="del mod">
          <ac:chgData name="Rosmin Elsa Mohan" userId="7f6a9fc7-46b4-4eac-90cd-058eb48f67de" providerId="ADAL" clId="{610C48EB-72D4-40AD-B08A-0B46870AB153}" dt="2024-03-18T09:35:01.703" v="1198" actId="478"/>
          <ac:spMkLst>
            <pc:docMk/>
            <pc:sldMk cId="1672910874" sldId="1298"/>
            <ac:spMk id="2" creationId="{89528709-983B-B99F-2E0F-36F5B23AD121}"/>
          </ac:spMkLst>
        </pc:spChg>
        <pc:spChg chg="add mod">
          <ac:chgData name="Rosmin Elsa Mohan" userId="7f6a9fc7-46b4-4eac-90cd-058eb48f67de" providerId="ADAL" clId="{610C48EB-72D4-40AD-B08A-0B46870AB153}" dt="2024-03-18T09:35:02.141" v="1199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610C48EB-72D4-40AD-B08A-0B46870AB153}" dt="2024-03-18T07:38:56.608" v="205" actId="6549"/>
        <pc:sldMkLst>
          <pc:docMk/>
          <pc:sldMk cId="1217883548" sldId="1318"/>
        </pc:sldMkLst>
        <pc:spChg chg="mod">
          <ac:chgData name="Rosmin Elsa Mohan" userId="7f6a9fc7-46b4-4eac-90cd-058eb48f67de" providerId="ADAL" clId="{610C48EB-72D4-40AD-B08A-0B46870AB153}" dt="2024-03-18T07:38:56.608" v="205" actId="6549"/>
          <ac:spMkLst>
            <pc:docMk/>
            <pc:sldMk cId="1217883548" sldId="1318"/>
            <ac:spMk id="3" creationId="{B9ACC418-9BFA-F946-DA5B-A680A2EBDFAC}"/>
          </ac:spMkLst>
        </pc:spChg>
      </pc:sldChg>
      <pc:sldChg chg="mod modShow">
        <pc:chgData name="Rosmin Elsa Mohan" userId="7f6a9fc7-46b4-4eac-90cd-058eb48f67de" providerId="ADAL" clId="{610C48EB-72D4-40AD-B08A-0B46870AB153}" dt="2024-03-18T07:23:43.166" v="115" actId="729"/>
        <pc:sldMkLst>
          <pc:docMk/>
          <pc:sldMk cId="2915042320" sldId="1319"/>
        </pc:sldMkLst>
      </pc:sldChg>
      <pc:sldChg chg="mod modShow">
        <pc:chgData name="Rosmin Elsa Mohan" userId="7f6a9fc7-46b4-4eac-90cd-058eb48f67de" providerId="ADAL" clId="{610C48EB-72D4-40AD-B08A-0B46870AB153}" dt="2024-03-18T07:23:43.166" v="115" actId="729"/>
        <pc:sldMkLst>
          <pc:docMk/>
          <pc:sldMk cId="180396868" sldId="1320"/>
        </pc:sldMkLst>
      </pc:sldChg>
      <pc:sldChg chg="mod modShow">
        <pc:chgData name="Rosmin Elsa Mohan" userId="7f6a9fc7-46b4-4eac-90cd-058eb48f67de" providerId="ADAL" clId="{610C48EB-72D4-40AD-B08A-0B46870AB153}" dt="2024-03-18T09:36:44.251" v="1206" actId="729"/>
        <pc:sldMkLst>
          <pc:docMk/>
          <pc:sldMk cId="3837379293" sldId="1321"/>
        </pc:sldMkLst>
      </pc:sldChg>
      <pc:sldChg chg="mod modShow">
        <pc:chgData name="Rosmin Elsa Mohan" userId="7f6a9fc7-46b4-4eac-90cd-058eb48f67de" providerId="ADAL" clId="{610C48EB-72D4-40AD-B08A-0B46870AB153}" dt="2024-03-18T07:23:49.812" v="116" actId="729"/>
        <pc:sldMkLst>
          <pc:docMk/>
          <pc:sldMk cId="1593739583" sldId="1322"/>
        </pc:sldMkLst>
      </pc:sldChg>
      <pc:sldChg chg="modSp mod">
        <pc:chgData name="Rosmin Elsa Mohan" userId="7f6a9fc7-46b4-4eac-90cd-058eb48f67de" providerId="ADAL" clId="{610C48EB-72D4-40AD-B08A-0B46870AB153}" dt="2024-03-18T08:45:32.702" v="733" actId="20577"/>
        <pc:sldMkLst>
          <pc:docMk/>
          <pc:sldMk cId="4765592" sldId="1388"/>
        </pc:sldMkLst>
        <pc:spChg chg="mod">
          <ac:chgData name="Rosmin Elsa Mohan" userId="7f6a9fc7-46b4-4eac-90cd-058eb48f67de" providerId="ADAL" clId="{610C48EB-72D4-40AD-B08A-0B46870AB153}" dt="2024-03-18T08:45:32.702" v="733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add del mod">
        <pc:chgData name="Rosmin Elsa Mohan" userId="7f6a9fc7-46b4-4eac-90cd-058eb48f67de" providerId="ADAL" clId="{610C48EB-72D4-40AD-B08A-0B46870AB153}" dt="2024-03-18T08:48:30.918" v="782" actId="47"/>
        <pc:sldMkLst>
          <pc:docMk/>
          <pc:sldMk cId="397177493" sldId="1389"/>
        </pc:sldMkLst>
        <pc:spChg chg="mod">
          <ac:chgData name="Rosmin Elsa Mohan" userId="7f6a9fc7-46b4-4eac-90cd-058eb48f67de" providerId="ADAL" clId="{610C48EB-72D4-40AD-B08A-0B46870AB153}" dt="2024-03-18T08:45:41.039" v="737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48:05.833" v="779" actId="114"/>
          <ac:spMkLst>
            <pc:docMk/>
            <pc:sldMk cId="397177493" sldId="1389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610C48EB-72D4-40AD-B08A-0B46870AB153}" dt="2024-03-18T07:19:05.917" v="70" actId="20577"/>
        <pc:sldMkLst>
          <pc:docMk/>
          <pc:sldMk cId="1580904703" sldId="1390"/>
        </pc:sldMkLst>
        <pc:spChg chg="mod">
          <ac:chgData name="Rosmin Elsa Mohan" userId="7f6a9fc7-46b4-4eac-90cd-058eb48f67de" providerId="ADAL" clId="{610C48EB-72D4-40AD-B08A-0B46870AB153}" dt="2024-03-18T07:19:05.917" v="70" actId="20577"/>
          <ac:spMkLst>
            <pc:docMk/>
            <pc:sldMk cId="1580904703" sldId="1390"/>
            <ac:spMk id="5" creationId="{F23B1A82-CA2E-08BD-1D0D-5AA03047C3D2}"/>
          </ac:spMkLst>
        </pc:spChg>
        <pc:spChg chg="mod">
          <ac:chgData name="Rosmin Elsa Mohan" userId="7f6a9fc7-46b4-4eac-90cd-058eb48f67de" providerId="ADAL" clId="{610C48EB-72D4-40AD-B08A-0B46870AB153}" dt="2024-03-18T07:18:17.646" v="61" actId="20577"/>
          <ac:spMkLst>
            <pc:docMk/>
            <pc:sldMk cId="1580904703" sldId="1390"/>
            <ac:spMk id="7" creationId="{094E9A69-B612-35E4-DEEF-5092DA0A0A97}"/>
          </ac:spMkLst>
        </pc:spChg>
      </pc:sldChg>
      <pc:sldChg chg="modSp add mod">
        <pc:chgData name="Rosmin Elsa Mohan" userId="7f6a9fc7-46b4-4eac-90cd-058eb48f67de" providerId="ADAL" clId="{610C48EB-72D4-40AD-B08A-0B46870AB153}" dt="2024-03-18T07:19:11.439" v="72" actId="20577"/>
        <pc:sldMkLst>
          <pc:docMk/>
          <pc:sldMk cId="1587116772" sldId="1391"/>
        </pc:sldMkLst>
        <pc:spChg chg="mod">
          <ac:chgData name="Rosmin Elsa Mohan" userId="7f6a9fc7-46b4-4eac-90cd-058eb48f67de" providerId="ADAL" clId="{610C48EB-72D4-40AD-B08A-0B46870AB153}" dt="2024-03-18T07:19:11.439" v="72" actId="20577"/>
          <ac:spMkLst>
            <pc:docMk/>
            <pc:sldMk cId="1587116772" sldId="1391"/>
            <ac:spMk id="5" creationId="{F23B1A82-CA2E-08BD-1D0D-5AA03047C3D2}"/>
          </ac:spMkLst>
        </pc:spChg>
        <pc:spChg chg="mod">
          <ac:chgData name="Rosmin Elsa Mohan" userId="7f6a9fc7-46b4-4eac-90cd-058eb48f67de" providerId="ADAL" clId="{610C48EB-72D4-40AD-B08A-0B46870AB153}" dt="2024-03-18T07:18:26.415" v="62"/>
          <ac:spMkLst>
            <pc:docMk/>
            <pc:sldMk cId="1587116772" sldId="1391"/>
            <ac:spMk id="7" creationId="{094E9A69-B612-35E4-DEEF-5092DA0A0A97}"/>
          </ac:spMkLst>
        </pc:spChg>
      </pc:sldChg>
      <pc:sldChg chg="modSp add mod">
        <pc:chgData name="Rosmin Elsa Mohan" userId="7f6a9fc7-46b4-4eac-90cd-058eb48f67de" providerId="ADAL" clId="{610C48EB-72D4-40AD-B08A-0B46870AB153}" dt="2024-03-18T07:19:17.370" v="74" actId="20577"/>
        <pc:sldMkLst>
          <pc:docMk/>
          <pc:sldMk cId="3408720256" sldId="1392"/>
        </pc:sldMkLst>
        <pc:spChg chg="mod">
          <ac:chgData name="Rosmin Elsa Mohan" userId="7f6a9fc7-46b4-4eac-90cd-058eb48f67de" providerId="ADAL" clId="{610C48EB-72D4-40AD-B08A-0B46870AB153}" dt="2024-03-18T07:19:17.370" v="74" actId="20577"/>
          <ac:spMkLst>
            <pc:docMk/>
            <pc:sldMk cId="3408720256" sldId="1392"/>
            <ac:spMk id="5" creationId="{F23B1A82-CA2E-08BD-1D0D-5AA03047C3D2}"/>
          </ac:spMkLst>
        </pc:spChg>
        <pc:spChg chg="mod">
          <ac:chgData name="Rosmin Elsa Mohan" userId="7f6a9fc7-46b4-4eac-90cd-058eb48f67de" providerId="ADAL" clId="{610C48EB-72D4-40AD-B08A-0B46870AB153}" dt="2024-03-18T07:18:42.862" v="64" actId="20577"/>
          <ac:spMkLst>
            <pc:docMk/>
            <pc:sldMk cId="3408720256" sldId="1392"/>
            <ac:spMk id="7" creationId="{094E9A69-B612-35E4-DEEF-5092DA0A0A97}"/>
          </ac:spMkLst>
        </pc:spChg>
      </pc:sldChg>
      <pc:sldChg chg="modSp add mod">
        <pc:chgData name="Rosmin Elsa Mohan" userId="7f6a9fc7-46b4-4eac-90cd-058eb48f67de" providerId="ADAL" clId="{610C48EB-72D4-40AD-B08A-0B46870AB153}" dt="2024-03-18T07:34:47.635" v="197" actId="20577"/>
        <pc:sldMkLst>
          <pc:docMk/>
          <pc:sldMk cId="2938291084" sldId="1393"/>
        </pc:sldMkLst>
        <pc:spChg chg="mod">
          <ac:chgData name="Rosmin Elsa Mohan" userId="7f6a9fc7-46b4-4eac-90cd-058eb48f67de" providerId="ADAL" clId="{610C48EB-72D4-40AD-B08A-0B46870AB153}" dt="2024-03-18T07:33:39.615" v="179" actId="14100"/>
          <ac:spMkLst>
            <pc:docMk/>
            <pc:sldMk cId="2938291084" sldId="1393"/>
            <ac:spMk id="3" creationId="{DFD3087A-542A-9E8A-2F04-286C1B72B61A}"/>
          </ac:spMkLst>
        </pc:spChg>
        <pc:spChg chg="mod">
          <ac:chgData name="Rosmin Elsa Mohan" userId="7f6a9fc7-46b4-4eac-90cd-058eb48f67de" providerId="ADAL" clId="{610C48EB-72D4-40AD-B08A-0B46870AB153}" dt="2024-03-18T07:34:47.635" v="197" actId="20577"/>
          <ac:spMkLst>
            <pc:docMk/>
            <pc:sldMk cId="2938291084" sldId="1393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610C48EB-72D4-40AD-B08A-0B46870AB153}" dt="2024-03-18T07:34:53.608" v="199" actId="20577"/>
        <pc:sldMkLst>
          <pc:docMk/>
          <pc:sldMk cId="2456727059" sldId="1394"/>
        </pc:sldMkLst>
        <pc:spChg chg="mod">
          <ac:chgData name="Rosmin Elsa Mohan" userId="7f6a9fc7-46b4-4eac-90cd-058eb48f67de" providerId="ADAL" clId="{610C48EB-72D4-40AD-B08A-0B46870AB153}" dt="2024-03-18T07:34:24.243" v="192" actId="20577"/>
          <ac:spMkLst>
            <pc:docMk/>
            <pc:sldMk cId="2456727059" sldId="1394"/>
            <ac:spMk id="3" creationId="{DFD3087A-542A-9E8A-2F04-286C1B72B61A}"/>
          </ac:spMkLst>
        </pc:spChg>
        <pc:spChg chg="mod">
          <ac:chgData name="Rosmin Elsa Mohan" userId="7f6a9fc7-46b4-4eac-90cd-058eb48f67de" providerId="ADAL" clId="{610C48EB-72D4-40AD-B08A-0B46870AB153}" dt="2024-03-18T07:34:53.608" v="199" actId="20577"/>
          <ac:spMkLst>
            <pc:docMk/>
            <pc:sldMk cId="2456727059" sldId="1394"/>
            <ac:spMk id="6" creationId="{B48AEF40-D79D-77F3-773C-095D81075E36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21T01:23:50.201" v="1250" actId="20577"/>
        <pc:sldMkLst>
          <pc:docMk/>
          <pc:sldMk cId="1556880279" sldId="1395"/>
        </pc:sldMkLst>
        <pc:spChg chg="add del mod">
          <ac:chgData name="Rosmin Elsa Mohan" userId="7f6a9fc7-46b4-4eac-90cd-058eb48f67de" providerId="ADAL" clId="{610C48EB-72D4-40AD-B08A-0B46870AB153}" dt="2024-03-18T08:46:49.425" v="762"/>
          <ac:spMkLst>
            <pc:docMk/>
            <pc:sldMk cId="1556880279" sldId="1395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43:39.891" v="709" actId="20577"/>
          <ac:spMkLst>
            <pc:docMk/>
            <pc:sldMk cId="1556880279" sldId="1395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21T01:23:50.201" v="1250" actId="20577"/>
          <ac:spMkLst>
            <pc:docMk/>
            <pc:sldMk cId="1556880279" sldId="1395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8:46:36.148" v="751" actId="478"/>
          <ac:spMkLst>
            <pc:docMk/>
            <pc:sldMk cId="1556880279" sldId="1395"/>
            <ac:spMk id="7" creationId="{3AA3EA2B-7E0C-6B7A-AFDF-FF4156D80049}"/>
          </ac:spMkLst>
        </pc:spChg>
        <pc:spChg chg="add del">
          <ac:chgData name="Rosmin Elsa Mohan" userId="7f6a9fc7-46b4-4eac-90cd-058eb48f67de" providerId="ADAL" clId="{610C48EB-72D4-40AD-B08A-0B46870AB153}" dt="2024-03-18T08:46:35.834" v="750" actId="22"/>
          <ac:spMkLst>
            <pc:docMk/>
            <pc:sldMk cId="1556880279" sldId="1395"/>
            <ac:spMk id="9" creationId="{1C220E55-4DFF-6596-36FC-39C9DC5FF517}"/>
          </ac:spMkLst>
        </pc:spChg>
      </pc:sldChg>
      <pc:sldChg chg="modSp add del mod">
        <pc:chgData name="Rosmin Elsa Mohan" userId="7f6a9fc7-46b4-4eac-90cd-058eb48f67de" providerId="ADAL" clId="{610C48EB-72D4-40AD-B08A-0B46870AB153}" dt="2024-03-18T08:48:57.541" v="786" actId="47"/>
        <pc:sldMkLst>
          <pc:docMk/>
          <pc:sldMk cId="3399286974" sldId="1396"/>
        </pc:sldMkLst>
        <pc:spChg chg="mod">
          <ac:chgData name="Rosmin Elsa Mohan" userId="7f6a9fc7-46b4-4eac-90cd-058eb48f67de" providerId="ADAL" clId="{610C48EB-72D4-40AD-B08A-0B46870AB153}" dt="2024-03-18T08:46:56.480" v="765"/>
          <ac:spMkLst>
            <pc:docMk/>
            <pc:sldMk cId="3399286974" sldId="1396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43:43.221" v="710" actId="20577"/>
          <ac:spMkLst>
            <pc:docMk/>
            <pc:sldMk cId="3399286974" sldId="1396"/>
            <ac:spMk id="5" creationId="{D15CBCA4-8279-49A0-BDA5-8F1C3F65A437}"/>
          </ac:spMkLst>
        </pc:spChg>
      </pc:sldChg>
      <pc:sldChg chg="modSp add mod">
        <pc:chgData name="Rosmin Elsa Mohan" userId="7f6a9fc7-46b4-4eac-90cd-058eb48f67de" providerId="ADAL" clId="{610C48EB-72D4-40AD-B08A-0B46870AB153}" dt="2024-03-25T01:18:16.514" v="1253" actId="6549"/>
        <pc:sldMkLst>
          <pc:docMk/>
          <pc:sldMk cId="283709111" sldId="1397"/>
        </pc:sldMkLst>
        <pc:spChg chg="mod">
          <ac:chgData name="Rosmin Elsa Mohan" userId="7f6a9fc7-46b4-4eac-90cd-058eb48f67de" providerId="ADAL" clId="{610C48EB-72D4-40AD-B08A-0B46870AB153}" dt="2024-03-18T08:47:04.244" v="770"/>
          <ac:spMkLst>
            <pc:docMk/>
            <pc:sldMk cId="283709111" sldId="1397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43:47.088" v="711" actId="20577"/>
          <ac:spMkLst>
            <pc:docMk/>
            <pc:sldMk cId="283709111" sldId="1397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25T01:18:16.514" v="1253" actId="6549"/>
          <ac:spMkLst>
            <pc:docMk/>
            <pc:sldMk cId="283709111" sldId="1397"/>
            <ac:spMk id="6" creationId="{00B7E6C3-DC3B-BC8E-EE75-86995C7F8ADF}"/>
          </ac:spMkLst>
        </pc:spChg>
      </pc:sldChg>
      <pc:sldChg chg="modSp add del mod">
        <pc:chgData name="Rosmin Elsa Mohan" userId="7f6a9fc7-46b4-4eac-90cd-058eb48f67de" providerId="ADAL" clId="{610C48EB-72D4-40AD-B08A-0B46870AB153}" dt="2024-03-18T08:49:01.020" v="787" actId="47"/>
        <pc:sldMkLst>
          <pc:docMk/>
          <pc:sldMk cId="4012806102" sldId="1398"/>
        </pc:sldMkLst>
        <pc:spChg chg="mod">
          <ac:chgData name="Rosmin Elsa Mohan" userId="7f6a9fc7-46b4-4eac-90cd-058eb48f67de" providerId="ADAL" clId="{610C48EB-72D4-40AD-B08A-0B46870AB153}" dt="2024-03-18T08:47:15.316" v="776"/>
          <ac:spMkLst>
            <pc:docMk/>
            <pc:sldMk cId="4012806102" sldId="1398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43:50.872" v="712" actId="20577"/>
          <ac:spMkLst>
            <pc:docMk/>
            <pc:sldMk cId="4012806102" sldId="1398"/>
            <ac:spMk id="5" creationId="{D15CBCA4-8279-49A0-BDA5-8F1C3F65A437}"/>
          </ac:spMkLst>
        </pc:spChg>
      </pc:sldChg>
      <pc:sldChg chg="modSp add mod">
        <pc:chgData name="Rosmin Elsa Mohan" userId="7f6a9fc7-46b4-4eac-90cd-058eb48f67de" providerId="ADAL" clId="{610C48EB-72D4-40AD-B08A-0B46870AB153}" dt="2024-03-18T08:49:58.197" v="790" actId="20577"/>
        <pc:sldMkLst>
          <pc:docMk/>
          <pc:sldMk cId="2624128392" sldId="1399"/>
        </pc:sldMkLst>
        <pc:spChg chg="mod">
          <ac:chgData name="Rosmin Elsa Mohan" userId="7f6a9fc7-46b4-4eac-90cd-058eb48f67de" providerId="ADAL" clId="{610C48EB-72D4-40AD-B08A-0B46870AB153}" dt="2024-03-18T08:49:58.197" v="790" actId="20577"/>
          <ac:spMkLst>
            <pc:docMk/>
            <pc:sldMk cId="2624128392" sldId="1399"/>
            <ac:spMk id="5" creationId="{D15CBCA4-8279-49A0-BDA5-8F1C3F65A437}"/>
          </ac:spMkLst>
        </pc:spChg>
      </pc:sldChg>
      <pc:sldChg chg="modSp add del mod">
        <pc:chgData name="Rosmin Elsa Mohan" userId="7f6a9fc7-46b4-4eac-90cd-058eb48f67de" providerId="ADAL" clId="{610C48EB-72D4-40AD-B08A-0B46870AB153}" dt="2024-03-18T08:48:34.862" v="783" actId="2696"/>
        <pc:sldMkLst>
          <pc:docMk/>
          <pc:sldMk cId="4181499813" sldId="1399"/>
        </pc:sldMkLst>
        <pc:spChg chg="mod">
          <ac:chgData name="Rosmin Elsa Mohan" userId="7f6a9fc7-46b4-4eac-90cd-058eb48f67de" providerId="ADAL" clId="{610C48EB-72D4-40AD-B08A-0B46870AB153}" dt="2024-03-18T08:45:51.184" v="739" actId="6549"/>
          <ac:spMkLst>
            <pc:docMk/>
            <pc:sldMk cId="4181499813" sldId="1399"/>
            <ac:spMk id="2" creationId="{00000000-0000-0000-0000-000000000000}"/>
          </ac:spMkLst>
        </pc:spChg>
      </pc:sldChg>
      <pc:sldChg chg="modSp add mod">
        <pc:chgData name="Rosmin Elsa Mohan" userId="7f6a9fc7-46b4-4eac-90cd-058eb48f67de" providerId="ADAL" clId="{610C48EB-72D4-40AD-B08A-0B46870AB153}" dt="2024-03-18T08:49:50.934" v="789" actId="20577"/>
        <pc:sldMkLst>
          <pc:docMk/>
          <pc:sldMk cId="1089537549" sldId="1400"/>
        </pc:sldMkLst>
        <pc:spChg chg="mod">
          <ac:chgData name="Rosmin Elsa Mohan" userId="7f6a9fc7-46b4-4eac-90cd-058eb48f67de" providerId="ADAL" clId="{610C48EB-72D4-40AD-B08A-0B46870AB153}" dt="2024-03-18T08:49:50.934" v="789" actId="20577"/>
          <ac:spMkLst>
            <pc:docMk/>
            <pc:sldMk cId="1089537549" sldId="1400"/>
            <ac:spMk id="5" creationId="{D15CBCA4-8279-49A0-BDA5-8F1C3F65A437}"/>
          </ac:spMkLst>
        </pc:spChg>
      </pc:sldChg>
      <pc:sldChg chg="modSp add del mod">
        <pc:chgData name="Rosmin Elsa Mohan" userId="7f6a9fc7-46b4-4eac-90cd-058eb48f67de" providerId="ADAL" clId="{610C48EB-72D4-40AD-B08A-0B46870AB153}" dt="2024-03-18T08:48:46.967" v="784" actId="2696"/>
        <pc:sldMkLst>
          <pc:docMk/>
          <pc:sldMk cId="3849923138" sldId="1400"/>
        </pc:sldMkLst>
        <pc:spChg chg="mod">
          <ac:chgData name="Rosmin Elsa Mohan" userId="7f6a9fc7-46b4-4eac-90cd-058eb48f67de" providerId="ADAL" clId="{610C48EB-72D4-40AD-B08A-0B46870AB153}" dt="2024-03-18T08:46:41.552" v="754"/>
          <ac:spMkLst>
            <pc:docMk/>
            <pc:sldMk cId="3849923138" sldId="1400"/>
            <ac:spMk id="2" creationId="{00000000-0000-0000-0000-000000000000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5:30.631" v="967"/>
        <pc:sldMkLst>
          <pc:docMk/>
          <pc:sldMk cId="1106683896" sldId="1401"/>
        </pc:sldMkLst>
        <pc:spChg chg="del">
          <ac:chgData name="Rosmin Elsa Mohan" userId="7f6a9fc7-46b4-4eac-90cd-058eb48f67de" providerId="ADAL" clId="{610C48EB-72D4-40AD-B08A-0B46870AB153}" dt="2024-03-18T09:15:25.596" v="965" actId="478"/>
          <ac:spMkLst>
            <pc:docMk/>
            <pc:sldMk cId="1106683896" sldId="1401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53:58.003" v="857" actId="20577"/>
          <ac:spMkLst>
            <pc:docMk/>
            <pc:sldMk cId="1106683896" sldId="1401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4:46.816" v="870" actId="313"/>
          <ac:spMkLst>
            <pc:docMk/>
            <pc:sldMk cId="1106683896" sldId="1401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15:29.926" v="966" actId="478"/>
          <ac:spMkLst>
            <pc:docMk/>
            <pc:sldMk cId="1106683896" sldId="1401"/>
            <ac:spMk id="7" creationId="{78860240-9143-1F02-60F8-439427E7C654}"/>
          </ac:spMkLst>
        </pc:spChg>
        <pc:spChg chg="add mod">
          <ac:chgData name="Rosmin Elsa Mohan" userId="7f6a9fc7-46b4-4eac-90cd-058eb48f67de" providerId="ADAL" clId="{610C48EB-72D4-40AD-B08A-0B46870AB153}" dt="2024-03-18T09:15:30.631" v="967"/>
          <ac:spMkLst>
            <pc:docMk/>
            <pc:sldMk cId="1106683896" sldId="1401"/>
            <ac:spMk id="8" creationId="{A25EBDEB-28A0-A895-EE99-148520068F26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5:35.481" v="970"/>
        <pc:sldMkLst>
          <pc:docMk/>
          <pc:sldMk cId="3092771584" sldId="1402"/>
        </pc:sldMkLst>
        <pc:spChg chg="del">
          <ac:chgData name="Rosmin Elsa Mohan" userId="7f6a9fc7-46b4-4eac-90cd-058eb48f67de" providerId="ADAL" clId="{610C48EB-72D4-40AD-B08A-0B46870AB153}" dt="2024-03-18T09:15:33.247" v="968" actId="478"/>
          <ac:spMkLst>
            <pc:docMk/>
            <pc:sldMk cId="3092771584" sldId="1402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54:06.716" v="858" actId="20577"/>
          <ac:spMkLst>
            <pc:docMk/>
            <pc:sldMk cId="3092771584" sldId="1402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4:38.002" v="864" actId="313"/>
          <ac:spMkLst>
            <pc:docMk/>
            <pc:sldMk cId="3092771584" sldId="1402"/>
            <ac:spMk id="6" creationId="{00B7E6C3-DC3B-BC8E-EE75-86995C7F8ADF}"/>
          </ac:spMkLst>
        </pc:spChg>
        <pc:spChg chg="add del">
          <ac:chgData name="Rosmin Elsa Mohan" userId="7f6a9fc7-46b4-4eac-90cd-058eb48f67de" providerId="ADAL" clId="{610C48EB-72D4-40AD-B08A-0B46870AB153}" dt="2024-03-18T08:52:55.164" v="839" actId="22"/>
          <ac:spMkLst>
            <pc:docMk/>
            <pc:sldMk cId="3092771584" sldId="1402"/>
            <ac:spMk id="7" creationId="{DF97D7EA-8477-6385-B685-87796190DEFC}"/>
          </ac:spMkLst>
        </pc:spChg>
        <pc:spChg chg="add del mod">
          <ac:chgData name="Rosmin Elsa Mohan" userId="7f6a9fc7-46b4-4eac-90cd-058eb48f67de" providerId="ADAL" clId="{610C48EB-72D4-40AD-B08A-0B46870AB153}" dt="2024-03-18T09:15:34.663" v="969" actId="478"/>
          <ac:spMkLst>
            <pc:docMk/>
            <pc:sldMk cId="3092771584" sldId="1402"/>
            <ac:spMk id="9" creationId="{617E9154-743F-A0D6-3452-8F901416C9FB}"/>
          </ac:spMkLst>
        </pc:spChg>
        <pc:spChg chg="add mod">
          <ac:chgData name="Rosmin Elsa Mohan" userId="7f6a9fc7-46b4-4eac-90cd-058eb48f67de" providerId="ADAL" clId="{610C48EB-72D4-40AD-B08A-0B46870AB153}" dt="2024-03-18T09:15:35.481" v="970"/>
          <ac:spMkLst>
            <pc:docMk/>
            <pc:sldMk cId="3092771584" sldId="1402"/>
            <ac:spMk id="10" creationId="{B1686483-850C-22E6-0323-BBF570820125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5:43.533" v="973"/>
        <pc:sldMkLst>
          <pc:docMk/>
          <pc:sldMk cId="641751755" sldId="1403"/>
        </pc:sldMkLst>
        <pc:spChg chg="del">
          <ac:chgData name="Rosmin Elsa Mohan" userId="7f6a9fc7-46b4-4eac-90cd-058eb48f67de" providerId="ADAL" clId="{610C48EB-72D4-40AD-B08A-0B46870AB153}" dt="2024-03-18T09:15:39.347" v="971" actId="478"/>
          <ac:spMkLst>
            <pc:docMk/>
            <pc:sldMk cId="641751755" sldId="1403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54:11.636" v="861" actId="20577"/>
          <ac:spMkLst>
            <pc:docMk/>
            <pc:sldMk cId="641751755" sldId="1403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4:39.770" v="866" actId="313"/>
          <ac:spMkLst>
            <pc:docMk/>
            <pc:sldMk cId="641751755" sldId="1403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15:42.853" v="972" actId="478"/>
          <ac:spMkLst>
            <pc:docMk/>
            <pc:sldMk cId="641751755" sldId="1403"/>
            <ac:spMk id="7" creationId="{D966A73A-8F37-DE3A-B864-5612748DFFA3}"/>
          </ac:spMkLst>
        </pc:spChg>
        <pc:spChg chg="add mod">
          <ac:chgData name="Rosmin Elsa Mohan" userId="7f6a9fc7-46b4-4eac-90cd-058eb48f67de" providerId="ADAL" clId="{610C48EB-72D4-40AD-B08A-0B46870AB153}" dt="2024-03-18T09:15:43.533" v="973"/>
          <ac:spMkLst>
            <pc:docMk/>
            <pc:sldMk cId="641751755" sldId="1403"/>
            <ac:spMk id="8" creationId="{3DD2A307-55EA-7ACF-B662-94686A7E1302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5:53.640" v="976"/>
        <pc:sldMkLst>
          <pc:docMk/>
          <pc:sldMk cId="2849339061" sldId="1404"/>
        </pc:sldMkLst>
        <pc:spChg chg="del">
          <ac:chgData name="Rosmin Elsa Mohan" userId="7f6a9fc7-46b4-4eac-90cd-058eb48f67de" providerId="ADAL" clId="{610C48EB-72D4-40AD-B08A-0B46870AB153}" dt="2024-03-18T09:15:48.636" v="974" actId="478"/>
          <ac:spMkLst>
            <pc:docMk/>
            <pc:sldMk cId="2849339061" sldId="1404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8:54:14.694" v="862" actId="20577"/>
          <ac:spMkLst>
            <pc:docMk/>
            <pc:sldMk cId="2849339061" sldId="1404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4:41.466" v="868" actId="313"/>
          <ac:spMkLst>
            <pc:docMk/>
            <pc:sldMk cId="2849339061" sldId="1404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15:52.981" v="975" actId="478"/>
          <ac:spMkLst>
            <pc:docMk/>
            <pc:sldMk cId="2849339061" sldId="1404"/>
            <ac:spMk id="7" creationId="{8C3D52D8-2B06-7D11-A48D-345F795926B5}"/>
          </ac:spMkLst>
        </pc:spChg>
        <pc:spChg chg="add mod">
          <ac:chgData name="Rosmin Elsa Mohan" userId="7f6a9fc7-46b4-4eac-90cd-058eb48f67de" providerId="ADAL" clId="{610C48EB-72D4-40AD-B08A-0B46870AB153}" dt="2024-03-18T09:15:53.640" v="976"/>
          <ac:spMkLst>
            <pc:docMk/>
            <pc:sldMk cId="2849339061" sldId="1404"/>
            <ac:spMk id="8" creationId="{492E4716-0044-631A-BC29-688DA667B2E8}"/>
          </ac:spMkLst>
        </pc:spChg>
      </pc:sldChg>
      <pc:sldChg chg="modSp add mod">
        <pc:chgData name="Rosmin Elsa Mohan" userId="7f6a9fc7-46b4-4eac-90cd-058eb48f67de" providerId="ADAL" clId="{610C48EB-72D4-40AD-B08A-0B46870AB153}" dt="2024-03-18T08:55:25.705" v="875" actId="20577"/>
        <pc:sldMkLst>
          <pc:docMk/>
          <pc:sldMk cId="902618935" sldId="1405"/>
        </pc:sldMkLst>
        <pc:spChg chg="mod">
          <ac:chgData name="Rosmin Elsa Mohan" userId="7f6a9fc7-46b4-4eac-90cd-058eb48f67de" providerId="ADAL" clId="{610C48EB-72D4-40AD-B08A-0B46870AB153}" dt="2024-03-18T08:55:25.705" v="875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4:14.905" v="950"/>
        <pc:sldMkLst>
          <pc:docMk/>
          <pc:sldMk cId="2653113592" sldId="1406"/>
        </pc:sldMkLst>
        <pc:spChg chg="del">
          <ac:chgData name="Rosmin Elsa Mohan" userId="7f6a9fc7-46b4-4eac-90cd-058eb48f67de" providerId="ADAL" clId="{610C48EB-72D4-40AD-B08A-0B46870AB153}" dt="2024-03-18T09:14:08.944" v="946" actId="478"/>
          <ac:spMkLst>
            <pc:docMk/>
            <pc:sldMk cId="2653113592" sldId="1406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01:16.735" v="927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7:44.914" v="884" actId="20577"/>
          <ac:spMkLst>
            <pc:docMk/>
            <pc:sldMk cId="2653113592" sldId="1406"/>
            <ac:spMk id="6" creationId="{00B7E6C3-DC3B-BC8E-EE75-86995C7F8ADF}"/>
          </ac:spMkLst>
        </pc:spChg>
        <pc:spChg chg="add del">
          <ac:chgData name="Rosmin Elsa Mohan" userId="7f6a9fc7-46b4-4eac-90cd-058eb48f67de" providerId="ADAL" clId="{610C48EB-72D4-40AD-B08A-0B46870AB153}" dt="2024-03-18T08:57:53.079" v="886" actId="22"/>
          <ac:spMkLst>
            <pc:docMk/>
            <pc:sldMk cId="2653113592" sldId="1406"/>
            <ac:spMk id="7" creationId="{B58475B4-C89E-2141-99ED-9B3D3EF1C40F}"/>
          </ac:spMkLst>
        </pc:spChg>
        <pc:spChg chg="add del">
          <ac:chgData name="Rosmin Elsa Mohan" userId="7f6a9fc7-46b4-4eac-90cd-058eb48f67de" providerId="ADAL" clId="{610C48EB-72D4-40AD-B08A-0B46870AB153}" dt="2024-03-18T08:57:56.812" v="888" actId="22"/>
          <ac:spMkLst>
            <pc:docMk/>
            <pc:sldMk cId="2653113592" sldId="1406"/>
            <ac:spMk id="9" creationId="{DAC654D6-08B6-FCC5-B2C3-FAB6A6F23BF4}"/>
          </ac:spMkLst>
        </pc:spChg>
        <pc:spChg chg="add del mod">
          <ac:chgData name="Rosmin Elsa Mohan" userId="7f6a9fc7-46b4-4eac-90cd-058eb48f67de" providerId="ADAL" clId="{610C48EB-72D4-40AD-B08A-0B46870AB153}" dt="2024-03-18T09:14:13.525" v="949" actId="478"/>
          <ac:spMkLst>
            <pc:docMk/>
            <pc:sldMk cId="2653113592" sldId="1406"/>
            <ac:spMk id="11" creationId="{D90FC900-6FA5-AB12-EBD4-8EBD9DC7F229}"/>
          </ac:spMkLst>
        </pc:spChg>
        <pc:spChg chg="add mod">
          <ac:chgData name="Rosmin Elsa Mohan" userId="7f6a9fc7-46b4-4eac-90cd-058eb48f67de" providerId="ADAL" clId="{610C48EB-72D4-40AD-B08A-0B46870AB153}" dt="2024-03-18T09:14:10.832" v="948"/>
          <ac:spMkLst>
            <pc:docMk/>
            <pc:sldMk cId="2653113592" sldId="1406"/>
            <ac:spMk id="12" creationId="{81128015-32EC-6341-95A0-0F1B5DF3EFB9}"/>
          </ac:spMkLst>
        </pc:spChg>
        <pc:spChg chg="add mod">
          <ac:chgData name="Rosmin Elsa Mohan" userId="7f6a9fc7-46b4-4eac-90cd-058eb48f67de" providerId="ADAL" clId="{610C48EB-72D4-40AD-B08A-0B46870AB153}" dt="2024-03-18T09:14:14.905" v="950"/>
          <ac:spMkLst>
            <pc:docMk/>
            <pc:sldMk cId="2653113592" sldId="1406"/>
            <ac:spMk id="13" creationId="{9BB545B6-E81A-AAD9-C97D-D3B592102C96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4:24.216" v="955"/>
        <pc:sldMkLst>
          <pc:docMk/>
          <pc:sldMk cId="2591777164" sldId="1407"/>
        </pc:sldMkLst>
        <pc:spChg chg="del">
          <ac:chgData name="Rosmin Elsa Mohan" userId="7f6a9fc7-46b4-4eac-90cd-058eb48f67de" providerId="ADAL" clId="{610C48EB-72D4-40AD-B08A-0B46870AB153}" dt="2024-03-18T09:14:18.073" v="951" actId="478"/>
          <ac:spMkLst>
            <pc:docMk/>
            <pc:sldMk cId="2591777164" sldId="1407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01:26.081" v="930" actId="20577"/>
          <ac:spMkLst>
            <pc:docMk/>
            <pc:sldMk cId="2591777164" sldId="1407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8:25.927" v="894" actId="6549"/>
          <ac:spMkLst>
            <pc:docMk/>
            <pc:sldMk cId="2591777164" sldId="1407"/>
            <ac:spMk id="6" creationId="{00B7E6C3-DC3B-BC8E-EE75-86995C7F8ADF}"/>
          </ac:spMkLst>
        </pc:spChg>
        <pc:spChg chg="add del">
          <ac:chgData name="Rosmin Elsa Mohan" userId="7f6a9fc7-46b4-4eac-90cd-058eb48f67de" providerId="ADAL" clId="{610C48EB-72D4-40AD-B08A-0B46870AB153}" dt="2024-03-18T08:58:33.955" v="896" actId="22"/>
          <ac:spMkLst>
            <pc:docMk/>
            <pc:sldMk cId="2591777164" sldId="1407"/>
            <ac:spMk id="7" creationId="{D855600D-9117-8FB4-B838-71659D4721F4}"/>
          </ac:spMkLst>
        </pc:spChg>
        <pc:spChg chg="add del mod">
          <ac:chgData name="Rosmin Elsa Mohan" userId="7f6a9fc7-46b4-4eac-90cd-058eb48f67de" providerId="ADAL" clId="{610C48EB-72D4-40AD-B08A-0B46870AB153}" dt="2024-03-18T09:14:23.815" v="954" actId="478"/>
          <ac:spMkLst>
            <pc:docMk/>
            <pc:sldMk cId="2591777164" sldId="1407"/>
            <ac:spMk id="9" creationId="{C1A77BA4-4AED-5191-5B50-4C28F79CA2F6}"/>
          </ac:spMkLst>
        </pc:spChg>
        <pc:spChg chg="add mod">
          <ac:chgData name="Rosmin Elsa Mohan" userId="7f6a9fc7-46b4-4eac-90cd-058eb48f67de" providerId="ADAL" clId="{610C48EB-72D4-40AD-B08A-0B46870AB153}" dt="2024-03-18T09:14:21.836" v="953"/>
          <ac:spMkLst>
            <pc:docMk/>
            <pc:sldMk cId="2591777164" sldId="1407"/>
            <ac:spMk id="10" creationId="{837ADA0B-0C6F-D3F0-C3F3-4B08B80DCFA6}"/>
          </ac:spMkLst>
        </pc:spChg>
        <pc:spChg chg="add mod">
          <ac:chgData name="Rosmin Elsa Mohan" userId="7f6a9fc7-46b4-4eac-90cd-058eb48f67de" providerId="ADAL" clId="{610C48EB-72D4-40AD-B08A-0B46870AB153}" dt="2024-03-18T09:14:24.216" v="955"/>
          <ac:spMkLst>
            <pc:docMk/>
            <pc:sldMk cId="2591777164" sldId="1407"/>
            <ac:spMk id="11" creationId="{30D1E24E-41DF-10CC-075A-52B643E3A01E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4:36.121" v="958"/>
        <pc:sldMkLst>
          <pc:docMk/>
          <pc:sldMk cId="2278711954" sldId="1408"/>
        </pc:sldMkLst>
        <pc:spChg chg="del">
          <ac:chgData name="Rosmin Elsa Mohan" userId="7f6a9fc7-46b4-4eac-90cd-058eb48f67de" providerId="ADAL" clId="{610C48EB-72D4-40AD-B08A-0B46870AB153}" dt="2024-03-18T09:14:33.201" v="956" actId="478"/>
          <ac:spMkLst>
            <pc:docMk/>
            <pc:sldMk cId="2278711954" sldId="1408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01:37.620" v="935" actId="20577"/>
          <ac:spMkLst>
            <pc:docMk/>
            <pc:sldMk cId="2278711954" sldId="1408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8:51.239" v="902" actId="6549"/>
          <ac:spMkLst>
            <pc:docMk/>
            <pc:sldMk cId="2278711954" sldId="1408"/>
            <ac:spMk id="6" creationId="{00B7E6C3-DC3B-BC8E-EE75-86995C7F8ADF}"/>
          </ac:spMkLst>
        </pc:spChg>
        <pc:spChg chg="add del">
          <ac:chgData name="Rosmin Elsa Mohan" userId="7f6a9fc7-46b4-4eac-90cd-058eb48f67de" providerId="ADAL" clId="{610C48EB-72D4-40AD-B08A-0B46870AB153}" dt="2024-03-18T08:58:58.777" v="904" actId="22"/>
          <ac:spMkLst>
            <pc:docMk/>
            <pc:sldMk cId="2278711954" sldId="1408"/>
            <ac:spMk id="7" creationId="{64B3811F-C073-0B57-C042-A4473E6A7489}"/>
          </ac:spMkLst>
        </pc:spChg>
        <pc:spChg chg="add del mod">
          <ac:chgData name="Rosmin Elsa Mohan" userId="7f6a9fc7-46b4-4eac-90cd-058eb48f67de" providerId="ADAL" clId="{610C48EB-72D4-40AD-B08A-0B46870AB153}" dt="2024-03-18T09:14:35.654" v="957" actId="478"/>
          <ac:spMkLst>
            <pc:docMk/>
            <pc:sldMk cId="2278711954" sldId="1408"/>
            <ac:spMk id="9" creationId="{C31693D8-825A-7ABB-2873-7174E1FBFFB0}"/>
          </ac:spMkLst>
        </pc:spChg>
        <pc:spChg chg="add mod">
          <ac:chgData name="Rosmin Elsa Mohan" userId="7f6a9fc7-46b4-4eac-90cd-058eb48f67de" providerId="ADAL" clId="{610C48EB-72D4-40AD-B08A-0B46870AB153}" dt="2024-03-18T09:14:36.121" v="958"/>
          <ac:spMkLst>
            <pc:docMk/>
            <pc:sldMk cId="2278711954" sldId="1408"/>
            <ac:spMk id="10" creationId="{D13CE911-3E90-F6FC-C0E3-95E7F8FF3DA0}"/>
          </ac:spMkLst>
        </pc:spChg>
      </pc:sldChg>
      <pc:sldChg chg="addSp delSp modSp add mod ord">
        <pc:chgData name="Rosmin Elsa Mohan" userId="7f6a9fc7-46b4-4eac-90cd-058eb48f67de" providerId="ADAL" clId="{610C48EB-72D4-40AD-B08A-0B46870AB153}" dt="2024-03-21T01:03:25.836" v="1237" actId="20578"/>
        <pc:sldMkLst>
          <pc:docMk/>
          <pc:sldMk cId="1017693775" sldId="1409"/>
        </pc:sldMkLst>
        <pc:spChg chg="del">
          <ac:chgData name="Rosmin Elsa Mohan" userId="7f6a9fc7-46b4-4eac-90cd-058eb48f67de" providerId="ADAL" clId="{610C48EB-72D4-40AD-B08A-0B46870AB153}" dt="2024-03-18T09:14:39.354" v="959" actId="478"/>
          <ac:spMkLst>
            <pc:docMk/>
            <pc:sldMk cId="1017693775" sldId="1409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01:45.652" v="938" actId="20577"/>
          <ac:spMkLst>
            <pc:docMk/>
            <pc:sldMk cId="1017693775" sldId="1409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8:59:51.874" v="914" actId="33524"/>
          <ac:spMkLst>
            <pc:docMk/>
            <pc:sldMk cId="1017693775" sldId="1409"/>
            <ac:spMk id="6" creationId="{00B7E6C3-DC3B-BC8E-EE75-86995C7F8ADF}"/>
          </ac:spMkLst>
        </pc:spChg>
        <pc:spChg chg="add del">
          <ac:chgData name="Rosmin Elsa Mohan" userId="7f6a9fc7-46b4-4eac-90cd-058eb48f67de" providerId="ADAL" clId="{610C48EB-72D4-40AD-B08A-0B46870AB153}" dt="2024-03-18T08:59:57.204" v="916" actId="22"/>
          <ac:spMkLst>
            <pc:docMk/>
            <pc:sldMk cId="1017693775" sldId="1409"/>
            <ac:spMk id="7" creationId="{D255ECE2-588A-55BE-5308-DAB7D1A2A459}"/>
          </ac:spMkLst>
        </pc:spChg>
        <pc:spChg chg="add del mod">
          <ac:chgData name="Rosmin Elsa Mohan" userId="7f6a9fc7-46b4-4eac-90cd-058eb48f67de" providerId="ADAL" clId="{610C48EB-72D4-40AD-B08A-0B46870AB153}" dt="2024-03-18T09:14:42.746" v="960" actId="478"/>
          <ac:spMkLst>
            <pc:docMk/>
            <pc:sldMk cId="1017693775" sldId="1409"/>
            <ac:spMk id="9" creationId="{76ECAC3A-FDC0-9590-D11B-C61CA81B3044}"/>
          </ac:spMkLst>
        </pc:spChg>
        <pc:spChg chg="add mod">
          <ac:chgData name="Rosmin Elsa Mohan" userId="7f6a9fc7-46b4-4eac-90cd-058eb48f67de" providerId="ADAL" clId="{610C48EB-72D4-40AD-B08A-0B46870AB153}" dt="2024-03-18T09:14:43.274" v="961"/>
          <ac:spMkLst>
            <pc:docMk/>
            <pc:sldMk cId="1017693775" sldId="1409"/>
            <ac:spMk id="10" creationId="{6FAABEEC-7D43-813E-DC08-E629EE6A932D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14:52.866" v="964"/>
        <pc:sldMkLst>
          <pc:docMk/>
          <pc:sldMk cId="3690442201" sldId="1410"/>
        </pc:sldMkLst>
        <pc:spChg chg="del">
          <ac:chgData name="Rosmin Elsa Mohan" userId="7f6a9fc7-46b4-4eac-90cd-058eb48f67de" providerId="ADAL" clId="{610C48EB-72D4-40AD-B08A-0B46870AB153}" dt="2024-03-18T09:14:48.645" v="962" actId="478"/>
          <ac:spMkLst>
            <pc:docMk/>
            <pc:sldMk cId="3690442201" sldId="1410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01:53.380" v="941" actId="20577"/>
          <ac:spMkLst>
            <pc:docMk/>
            <pc:sldMk cId="3690442201" sldId="1410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00:39.084" v="925" actId="20577"/>
          <ac:spMkLst>
            <pc:docMk/>
            <pc:sldMk cId="3690442201" sldId="1410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14:52.416" v="963" actId="478"/>
          <ac:spMkLst>
            <pc:docMk/>
            <pc:sldMk cId="3690442201" sldId="1410"/>
            <ac:spMk id="7" creationId="{F1B737C9-22AF-EE2A-AF48-17AA7DD533CA}"/>
          </ac:spMkLst>
        </pc:spChg>
        <pc:spChg chg="add mod">
          <ac:chgData name="Rosmin Elsa Mohan" userId="7f6a9fc7-46b4-4eac-90cd-058eb48f67de" providerId="ADAL" clId="{610C48EB-72D4-40AD-B08A-0B46870AB153}" dt="2024-03-18T09:14:52.866" v="964"/>
          <ac:spMkLst>
            <pc:docMk/>
            <pc:sldMk cId="3690442201" sldId="1410"/>
            <ac:spMk id="8" creationId="{25EEED18-320C-C8BE-B4EA-849C09B419E2}"/>
          </ac:spMkLst>
        </pc:spChg>
      </pc:sldChg>
      <pc:sldChg chg="modSp add mod">
        <pc:chgData name="Rosmin Elsa Mohan" userId="7f6a9fc7-46b4-4eac-90cd-058eb48f67de" providerId="ADAL" clId="{610C48EB-72D4-40AD-B08A-0B46870AB153}" dt="2024-03-18T09:13:57.886" v="945" actId="20577"/>
        <pc:sldMkLst>
          <pc:docMk/>
          <pc:sldMk cId="3838587995" sldId="1411"/>
        </pc:sldMkLst>
        <pc:spChg chg="mod">
          <ac:chgData name="Rosmin Elsa Mohan" userId="7f6a9fc7-46b4-4eac-90cd-058eb48f67de" providerId="ADAL" clId="{610C48EB-72D4-40AD-B08A-0B46870AB153}" dt="2024-03-18T09:13:57.886" v="945" actId="20577"/>
          <ac:spMkLst>
            <pc:docMk/>
            <pc:sldMk cId="3838587995" sldId="1411"/>
            <ac:spMk id="2" creationId="{00000000-0000-0000-0000-000000000000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20:55.134" v="1029" actId="20577"/>
        <pc:sldMkLst>
          <pc:docMk/>
          <pc:sldMk cId="2332149466" sldId="1412"/>
        </pc:sldMkLst>
        <pc:spChg chg="del">
          <ac:chgData name="Rosmin Elsa Mohan" userId="7f6a9fc7-46b4-4eac-90cd-058eb48f67de" providerId="ADAL" clId="{610C48EB-72D4-40AD-B08A-0B46870AB153}" dt="2024-03-18T09:19:43.785" v="1016" actId="478"/>
          <ac:spMkLst>
            <pc:docMk/>
            <pc:sldMk cId="2332149466" sldId="1412"/>
            <ac:spMk id="2" creationId="{00000000-0000-0000-0000-000000000000}"/>
          </ac:spMkLst>
        </pc:spChg>
        <pc:spChg chg="add mod">
          <ac:chgData name="Rosmin Elsa Mohan" userId="7f6a9fc7-46b4-4eac-90cd-058eb48f67de" providerId="ADAL" clId="{610C48EB-72D4-40AD-B08A-0B46870AB153}" dt="2024-03-18T09:17:57.074" v="996"/>
          <ac:spMkLst>
            <pc:docMk/>
            <pc:sldMk cId="2332149466" sldId="1412"/>
            <ac:spMk id="3" creationId="{1B55E460-48FB-D7D1-6DEC-F8892F15A545}"/>
          </ac:spMkLst>
        </pc:spChg>
        <pc:spChg chg="mod">
          <ac:chgData name="Rosmin Elsa Mohan" userId="7f6a9fc7-46b4-4eac-90cd-058eb48f67de" providerId="ADAL" clId="{610C48EB-72D4-40AD-B08A-0B46870AB153}" dt="2024-03-18T09:20:55.134" v="1029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18:26.496" v="1004" actId="20577"/>
          <ac:spMkLst>
            <pc:docMk/>
            <pc:sldMk cId="2332149466" sldId="1412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19:45.387" v="1017" actId="478"/>
          <ac:spMkLst>
            <pc:docMk/>
            <pc:sldMk cId="2332149466" sldId="1412"/>
            <ac:spMk id="8" creationId="{552C51FA-0ADD-2815-2B28-07386AF38602}"/>
          </ac:spMkLst>
        </pc:spChg>
        <pc:spChg chg="add mod">
          <ac:chgData name="Rosmin Elsa Mohan" userId="7f6a9fc7-46b4-4eac-90cd-058eb48f67de" providerId="ADAL" clId="{610C48EB-72D4-40AD-B08A-0B46870AB153}" dt="2024-03-18T09:19:45.763" v="1018"/>
          <ac:spMkLst>
            <pc:docMk/>
            <pc:sldMk cId="2332149466" sldId="1412"/>
            <ac:spMk id="9" creationId="{DC17D8D8-E9C5-D2A8-A52F-7AE59A61C67B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21:04.323" v="1032" actId="20577"/>
        <pc:sldMkLst>
          <pc:docMk/>
          <pc:sldMk cId="3604272262" sldId="1413"/>
        </pc:sldMkLst>
        <pc:spChg chg="del">
          <ac:chgData name="Rosmin Elsa Mohan" userId="7f6a9fc7-46b4-4eac-90cd-058eb48f67de" providerId="ADAL" clId="{610C48EB-72D4-40AD-B08A-0B46870AB153}" dt="2024-03-18T09:19:48.687" v="1019" actId="478"/>
          <ac:spMkLst>
            <pc:docMk/>
            <pc:sldMk cId="3604272262" sldId="1413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21:04.323" v="1032" actId="20577"/>
          <ac:spMkLst>
            <pc:docMk/>
            <pc:sldMk cId="3604272262" sldId="1413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18:20.330" v="1003" actId="20577"/>
          <ac:spMkLst>
            <pc:docMk/>
            <pc:sldMk cId="3604272262" sldId="1413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19:51.313" v="1020" actId="478"/>
          <ac:spMkLst>
            <pc:docMk/>
            <pc:sldMk cId="3604272262" sldId="1413"/>
            <ac:spMk id="7" creationId="{6FF0B8F3-E11E-F9D1-0042-1324E0ECCF23}"/>
          </ac:spMkLst>
        </pc:spChg>
        <pc:spChg chg="add mod">
          <ac:chgData name="Rosmin Elsa Mohan" userId="7f6a9fc7-46b4-4eac-90cd-058eb48f67de" providerId="ADAL" clId="{610C48EB-72D4-40AD-B08A-0B46870AB153}" dt="2024-03-18T09:19:51.717" v="1021"/>
          <ac:spMkLst>
            <pc:docMk/>
            <pc:sldMk cId="3604272262" sldId="1413"/>
            <ac:spMk id="8" creationId="{D6A24A0B-6AD0-3619-61B1-CE8C86C4CA78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21:11.437" v="1035" actId="20577"/>
        <pc:sldMkLst>
          <pc:docMk/>
          <pc:sldMk cId="3039769052" sldId="1414"/>
        </pc:sldMkLst>
        <pc:spChg chg="del">
          <ac:chgData name="Rosmin Elsa Mohan" userId="7f6a9fc7-46b4-4eac-90cd-058eb48f67de" providerId="ADAL" clId="{610C48EB-72D4-40AD-B08A-0B46870AB153}" dt="2024-03-18T09:19:54.632" v="1022" actId="478"/>
          <ac:spMkLst>
            <pc:docMk/>
            <pc:sldMk cId="3039769052" sldId="1414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21:11.437" v="1035" actId="20577"/>
          <ac:spMkLst>
            <pc:docMk/>
            <pc:sldMk cId="3039769052" sldId="1414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18:59.552" v="1009" actId="6549"/>
          <ac:spMkLst>
            <pc:docMk/>
            <pc:sldMk cId="3039769052" sldId="1414"/>
            <ac:spMk id="6" creationId="{00B7E6C3-DC3B-BC8E-EE75-86995C7F8ADF}"/>
          </ac:spMkLst>
        </pc:spChg>
        <pc:spChg chg="add del">
          <ac:chgData name="Rosmin Elsa Mohan" userId="7f6a9fc7-46b4-4eac-90cd-058eb48f67de" providerId="ADAL" clId="{610C48EB-72D4-40AD-B08A-0B46870AB153}" dt="2024-03-18T09:19:05.561" v="1011" actId="22"/>
          <ac:spMkLst>
            <pc:docMk/>
            <pc:sldMk cId="3039769052" sldId="1414"/>
            <ac:spMk id="7" creationId="{F23FD14F-554A-CB56-7080-7EE31F6C4ECC}"/>
          </ac:spMkLst>
        </pc:spChg>
        <pc:spChg chg="add del mod">
          <ac:chgData name="Rosmin Elsa Mohan" userId="7f6a9fc7-46b4-4eac-90cd-058eb48f67de" providerId="ADAL" clId="{610C48EB-72D4-40AD-B08A-0B46870AB153}" dt="2024-03-18T09:19:58.367" v="1023" actId="478"/>
          <ac:spMkLst>
            <pc:docMk/>
            <pc:sldMk cId="3039769052" sldId="1414"/>
            <ac:spMk id="9" creationId="{60486617-B108-F42F-4982-DDAC8FB3B4B9}"/>
          </ac:spMkLst>
        </pc:spChg>
        <pc:spChg chg="add mod">
          <ac:chgData name="Rosmin Elsa Mohan" userId="7f6a9fc7-46b4-4eac-90cd-058eb48f67de" providerId="ADAL" clId="{610C48EB-72D4-40AD-B08A-0B46870AB153}" dt="2024-03-18T09:19:58.856" v="1024"/>
          <ac:spMkLst>
            <pc:docMk/>
            <pc:sldMk cId="3039769052" sldId="1414"/>
            <ac:spMk id="10" creationId="{4DC36783-8F04-5186-3334-6492EC975A60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21:18.875" v="1038" actId="20577"/>
        <pc:sldMkLst>
          <pc:docMk/>
          <pc:sldMk cId="372999802" sldId="1415"/>
        </pc:sldMkLst>
        <pc:spChg chg="del">
          <ac:chgData name="Rosmin Elsa Mohan" userId="7f6a9fc7-46b4-4eac-90cd-058eb48f67de" providerId="ADAL" clId="{610C48EB-72D4-40AD-B08A-0B46870AB153}" dt="2024-03-18T09:20:02.489" v="1025" actId="478"/>
          <ac:spMkLst>
            <pc:docMk/>
            <pc:sldMk cId="372999802" sldId="1415"/>
            <ac:spMk id="2" creationId="{00000000-0000-0000-0000-000000000000}"/>
          </ac:spMkLst>
        </pc:spChg>
        <pc:spChg chg="mod">
          <ac:chgData name="Rosmin Elsa Mohan" userId="7f6a9fc7-46b4-4eac-90cd-058eb48f67de" providerId="ADAL" clId="{610C48EB-72D4-40AD-B08A-0B46870AB153}" dt="2024-03-18T09:21:18.875" v="1038" actId="20577"/>
          <ac:spMkLst>
            <pc:docMk/>
            <pc:sldMk cId="372999802" sldId="1415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19:21.722" v="1015"/>
          <ac:spMkLst>
            <pc:docMk/>
            <pc:sldMk cId="372999802" sldId="1415"/>
            <ac:spMk id="6" creationId="{00B7E6C3-DC3B-BC8E-EE75-86995C7F8ADF}"/>
          </ac:spMkLst>
        </pc:spChg>
        <pc:spChg chg="add del mod">
          <ac:chgData name="Rosmin Elsa Mohan" userId="7f6a9fc7-46b4-4eac-90cd-058eb48f67de" providerId="ADAL" clId="{610C48EB-72D4-40AD-B08A-0B46870AB153}" dt="2024-03-18T09:20:04.814" v="1026" actId="478"/>
          <ac:spMkLst>
            <pc:docMk/>
            <pc:sldMk cId="372999802" sldId="1415"/>
            <ac:spMk id="7" creationId="{5F847AC3-C543-BCAE-F243-FFAEFA543A7B}"/>
          </ac:spMkLst>
        </pc:spChg>
        <pc:spChg chg="add mod">
          <ac:chgData name="Rosmin Elsa Mohan" userId="7f6a9fc7-46b4-4eac-90cd-058eb48f67de" providerId="ADAL" clId="{610C48EB-72D4-40AD-B08A-0B46870AB153}" dt="2024-03-18T09:20:05.641" v="1027"/>
          <ac:spMkLst>
            <pc:docMk/>
            <pc:sldMk cId="372999802" sldId="1415"/>
            <ac:spMk id="8" creationId="{C8787B5C-BC55-DF49-EF85-4A7F54266250}"/>
          </ac:spMkLst>
        </pc:spChg>
      </pc:sldChg>
      <pc:sldChg chg="modSp add mod">
        <pc:chgData name="Rosmin Elsa Mohan" userId="7f6a9fc7-46b4-4eac-90cd-058eb48f67de" providerId="ADAL" clId="{610C48EB-72D4-40AD-B08A-0B46870AB153}" dt="2024-03-18T09:22:01.772" v="1040" actId="20577"/>
        <pc:sldMkLst>
          <pc:docMk/>
          <pc:sldMk cId="3790543259" sldId="1416"/>
        </pc:sldMkLst>
        <pc:spChg chg="mod">
          <ac:chgData name="Rosmin Elsa Mohan" userId="7f6a9fc7-46b4-4eac-90cd-058eb48f67de" providerId="ADAL" clId="{610C48EB-72D4-40AD-B08A-0B46870AB153}" dt="2024-03-18T09:22:01.772" v="1040" actId="20577"/>
          <ac:spMkLst>
            <pc:docMk/>
            <pc:sldMk cId="3790543259" sldId="1416"/>
            <ac:spMk id="2" creationId="{00000000-0000-0000-0000-000000000000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25:37.113" v="1078" actId="20577"/>
        <pc:sldMkLst>
          <pc:docMk/>
          <pc:sldMk cId="2071181615" sldId="1417"/>
        </pc:sldMkLst>
        <pc:spChg chg="mod">
          <ac:chgData name="Rosmin Elsa Mohan" userId="7f6a9fc7-46b4-4eac-90cd-058eb48f67de" providerId="ADAL" clId="{610C48EB-72D4-40AD-B08A-0B46870AB153}" dt="2024-03-18T09:22:35.480" v="1046" actId="6549"/>
          <ac:spMkLst>
            <pc:docMk/>
            <pc:sldMk cId="2071181615" sldId="1417"/>
            <ac:spMk id="6" creationId="{00B7E6C3-DC3B-BC8E-EE75-86995C7F8ADF}"/>
          </ac:spMkLst>
        </pc:spChg>
        <pc:spChg chg="mod">
          <ac:chgData name="Rosmin Elsa Mohan" userId="7f6a9fc7-46b4-4eac-90cd-058eb48f67de" providerId="ADAL" clId="{610C48EB-72D4-40AD-B08A-0B46870AB153}" dt="2024-03-18T09:25:37.113" v="1078" actId="20577"/>
          <ac:spMkLst>
            <pc:docMk/>
            <pc:sldMk cId="2071181615" sldId="1417"/>
            <ac:spMk id="9" creationId="{DC17D8D8-E9C5-D2A8-A52F-7AE59A61C67B}"/>
          </ac:spMkLst>
        </pc:spChg>
        <pc:picChg chg="add del">
          <ac:chgData name="Rosmin Elsa Mohan" userId="7f6a9fc7-46b4-4eac-90cd-058eb48f67de" providerId="ADAL" clId="{610C48EB-72D4-40AD-B08A-0B46870AB153}" dt="2024-03-18T09:22:21.442" v="1042" actId="22"/>
          <ac:picMkLst>
            <pc:docMk/>
            <pc:sldMk cId="2071181615" sldId="1417"/>
            <ac:picMk id="3" creationId="{83C96819-2545-CA60-11DC-C0A00FC348CF}"/>
          </ac:picMkLst>
        </pc:picChg>
      </pc:sldChg>
      <pc:sldChg chg="modSp add mod">
        <pc:chgData name="Rosmin Elsa Mohan" userId="7f6a9fc7-46b4-4eac-90cd-058eb48f67de" providerId="ADAL" clId="{610C48EB-72D4-40AD-B08A-0B46870AB153}" dt="2024-03-18T09:25:55.535" v="1081" actId="20577"/>
        <pc:sldMkLst>
          <pc:docMk/>
          <pc:sldMk cId="3323928882" sldId="1418"/>
        </pc:sldMkLst>
        <pc:spChg chg="mod">
          <ac:chgData name="Rosmin Elsa Mohan" userId="7f6a9fc7-46b4-4eac-90cd-058eb48f67de" providerId="ADAL" clId="{610C48EB-72D4-40AD-B08A-0B46870AB153}" dt="2024-03-18T09:25:55.535" v="1081" actId="20577"/>
          <ac:spMkLst>
            <pc:docMk/>
            <pc:sldMk cId="3323928882" sldId="1418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4:24.965" v="1062" actId="20577"/>
          <ac:spMkLst>
            <pc:docMk/>
            <pc:sldMk cId="3323928882" sldId="1418"/>
            <ac:spMk id="6" creationId="{00B7E6C3-DC3B-BC8E-EE75-86995C7F8ADF}"/>
          </ac:spMkLst>
        </pc:spChg>
        <pc:spChg chg="mod">
          <ac:chgData name="Rosmin Elsa Mohan" userId="7f6a9fc7-46b4-4eac-90cd-058eb48f67de" providerId="ADAL" clId="{610C48EB-72D4-40AD-B08A-0B46870AB153}" dt="2024-03-18T09:25:34.842" v="1077" actId="20577"/>
          <ac:spMkLst>
            <pc:docMk/>
            <pc:sldMk cId="3323928882" sldId="1418"/>
            <ac:spMk id="9" creationId="{DC17D8D8-E9C5-D2A8-A52F-7AE59A61C67B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25:59.826" v="1084" actId="20577"/>
        <pc:sldMkLst>
          <pc:docMk/>
          <pc:sldMk cId="843055262" sldId="1419"/>
        </pc:sldMkLst>
        <pc:spChg chg="add del">
          <ac:chgData name="Rosmin Elsa Mohan" userId="7f6a9fc7-46b4-4eac-90cd-058eb48f67de" providerId="ADAL" clId="{610C48EB-72D4-40AD-B08A-0B46870AB153}" dt="2024-03-18T09:25:01.677" v="1070" actId="22"/>
          <ac:spMkLst>
            <pc:docMk/>
            <pc:sldMk cId="843055262" sldId="1419"/>
            <ac:spMk id="3" creationId="{EFD1A649-E129-4700-A68C-09E035ACD642}"/>
          </ac:spMkLst>
        </pc:spChg>
        <pc:spChg chg="mod">
          <ac:chgData name="Rosmin Elsa Mohan" userId="7f6a9fc7-46b4-4eac-90cd-058eb48f67de" providerId="ADAL" clId="{610C48EB-72D4-40AD-B08A-0B46870AB153}" dt="2024-03-18T09:25:59.826" v="1084" actId="20577"/>
          <ac:spMkLst>
            <pc:docMk/>
            <pc:sldMk cId="843055262" sldId="1419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4:52.929" v="1068" actId="6549"/>
          <ac:spMkLst>
            <pc:docMk/>
            <pc:sldMk cId="843055262" sldId="1419"/>
            <ac:spMk id="6" creationId="{00B7E6C3-DC3B-BC8E-EE75-86995C7F8ADF}"/>
          </ac:spMkLst>
        </pc:spChg>
        <pc:spChg chg="mod">
          <ac:chgData name="Rosmin Elsa Mohan" userId="7f6a9fc7-46b4-4eac-90cd-058eb48f67de" providerId="ADAL" clId="{610C48EB-72D4-40AD-B08A-0B46870AB153}" dt="2024-03-18T09:25:40.286" v="1079" actId="20577"/>
          <ac:spMkLst>
            <pc:docMk/>
            <pc:sldMk cId="843055262" sldId="1419"/>
            <ac:spMk id="9" creationId="{DC17D8D8-E9C5-D2A8-A52F-7AE59A61C67B}"/>
          </ac:spMkLst>
        </pc:spChg>
      </pc:sldChg>
      <pc:sldChg chg="modSp add mod">
        <pc:chgData name="Rosmin Elsa Mohan" userId="7f6a9fc7-46b4-4eac-90cd-058eb48f67de" providerId="ADAL" clId="{610C48EB-72D4-40AD-B08A-0B46870AB153}" dt="2024-03-18T09:26:03.714" v="1085" actId="20577"/>
        <pc:sldMkLst>
          <pc:docMk/>
          <pc:sldMk cId="2342523286" sldId="1420"/>
        </pc:sldMkLst>
        <pc:spChg chg="mod">
          <ac:chgData name="Rosmin Elsa Mohan" userId="7f6a9fc7-46b4-4eac-90cd-058eb48f67de" providerId="ADAL" clId="{610C48EB-72D4-40AD-B08A-0B46870AB153}" dt="2024-03-18T09:26:03.714" v="1085" actId="20577"/>
          <ac:spMkLst>
            <pc:docMk/>
            <pc:sldMk cId="2342523286" sldId="1420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5:18.774" v="1076" actId="6549"/>
          <ac:spMkLst>
            <pc:docMk/>
            <pc:sldMk cId="2342523286" sldId="1420"/>
            <ac:spMk id="6" creationId="{00B7E6C3-DC3B-BC8E-EE75-86995C7F8ADF}"/>
          </ac:spMkLst>
        </pc:spChg>
        <pc:spChg chg="mod">
          <ac:chgData name="Rosmin Elsa Mohan" userId="7f6a9fc7-46b4-4eac-90cd-058eb48f67de" providerId="ADAL" clId="{610C48EB-72D4-40AD-B08A-0B46870AB153}" dt="2024-03-18T09:25:44.428" v="1080" actId="20577"/>
          <ac:spMkLst>
            <pc:docMk/>
            <pc:sldMk cId="2342523286" sldId="1420"/>
            <ac:spMk id="9" creationId="{DC17D8D8-E9C5-D2A8-A52F-7AE59A61C67B}"/>
          </ac:spMkLst>
        </pc:spChg>
      </pc:sldChg>
      <pc:sldChg chg="modSp add mod">
        <pc:chgData name="Rosmin Elsa Mohan" userId="7f6a9fc7-46b4-4eac-90cd-058eb48f67de" providerId="ADAL" clId="{610C48EB-72D4-40AD-B08A-0B46870AB153}" dt="2024-03-18T09:26:27.515" v="1087"/>
        <pc:sldMkLst>
          <pc:docMk/>
          <pc:sldMk cId="2647958562" sldId="1421"/>
        </pc:sldMkLst>
        <pc:spChg chg="mod">
          <ac:chgData name="Rosmin Elsa Mohan" userId="7f6a9fc7-46b4-4eac-90cd-058eb48f67de" providerId="ADAL" clId="{610C48EB-72D4-40AD-B08A-0B46870AB153}" dt="2024-03-18T09:26:27.515" v="1087"/>
          <ac:spMkLst>
            <pc:docMk/>
            <pc:sldMk cId="2647958562" sldId="1421"/>
            <ac:spMk id="2" creationId="{00000000-0000-0000-0000-000000000000}"/>
          </ac:spMkLst>
        </pc:spChg>
      </pc:sldChg>
      <pc:sldChg chg="modSp add mod">
        <pc:chgData name="Rosmin Elsa Mohan" userId="7f6a9fc7-46b4-4eac-90cd-058eb48f67de" providerId="ADAL" clId="{610C48EB-72D4-40AD-B08A-0B46870AB153}" dt="2024-03-18T09:29:55.650" v="1135" actId="20577"/>
        <pc:sldMkLst>
          <pc:docMk/>
          <pc:sldMk cId="2370185204" sldId="1422"/>
        </pc:sldMkLst>
        <pc:spChg chg="mod">
          <ac:chgData name="Rosmin Elsa Mohan" userId="7f6a9fc7-46b4-4eac-90cd-058eb48f67de" providerId="ADAL" clId="{610C48EB-72D4-40AD-B08A-0B46870AB153}" dt="2024-03-18T09:29:55.650" v="1135" actId="20577"/>
          <ac:spMkLst>
            <pc:docMk/>
            <pc:sldMk cId="2370185204" sldId="1422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7:50.531" v="1102" actId="114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 Mohan" userId="7f6a9fc7-46b4-4eac-90cd-058eb48f67de" providerId="ADAL" clId="{610C48EB-72D4-40AD-B08A-0B46870AB153}" dt="2024-03-18T09:26:33.328" v="1088"/>
          <ac:spMkLst>
            <pc:docMk/>
            <pc:sldMk cId="2370185204" sldId="1422"/>
            <ac:spMk id="9" creationId="{DC17D8D8-E9C5-D2A8-A52F-7AE59A61C67B}"/>
          </ac:spMkLst>
        </pc:spChg>
      </pc:sldChg>
      <pc:sldChg chg="modSp add mod">
        <pc:chgData name="Rosmin Elsa Mohan" userId="7f6a9fc7-46b4-4eac-90cd-058eb48f67de" providerId="ADAL" clId="{610C48EB-72D4-40AD-B08A-0B46870AB153}" dt="2024-03-18T09:30:35.154" v="1150" actId="20577"/>
        <pc:sldMkLst>
          <pc:docMk/>
          <pc:sldMk cId="1423833886" sldId="1423"/>
        </pc:sldMkLst>
        <pc:spChg chg="mod">
          <ac:chgData name="Rosmin Elsa Mohan" userId="7f6a9fc7-46b4-4eac-90cd-058eb48f67de" providerId="ADAL" clId="{610C48EB-72D4-40AD-B08A-0B46870AB153}" dt="2024-03-18T09:30:35.154" v="1150" actId="20577"/>
          <ac:spMkLst>
            <pc:docMk/>
            <pc:sldMk cId="1423833886" sldId="1423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7:56.643" v="1106" actId="114"/>
          <ac:spMkLst>
            <pc:docMk/>
            <pc:sldMk cId="1423833886" sldId="1423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610C48EB-72D4-40AD-B08A-0B46870AB153}" dt="2024-03-18T09:30:27.158" v="1146" actId="20577"/>
        <pc:sldMkLst>
          <pc:docMk/>
          <pc:sldMk cId="2116374279" sldId="1424"/>
        </pc:sldMkLst>
        <pc:spChg chg="mod">
          <ac:chgData name="Rosmin Elsa Mohan" userId="7f6a9fc7-46b4-4eac-90cd-058eb48f67de" providerId="ADAL" clId="{610C48EB-72D4-40AD-B08A-0B46870AB153}" dt="2024-03-18T09:30:27.158" v="1146" actId="20577"/>
          <ac:spMkLst>
            <pc:docMk/>
            <pc:sldMk cId="2116374279" sldId="1424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8:23.144" v="1114" actId="6549"/>
          <ac:spMkLst>
            <pc:docMk/>
            <pc:sldMk cId="2116374279" sldId="1424"/>
            <ac:spMk id="6" creationId="{00B7E6C3-DC3B-BC8E-EE75-86995C7F8ADF}"/>
          </ac:spMkLst>
        </pc:spChg>
      </pc:sldChg>
      <pc:sldChg chg="addSp delSp modSp add mod">
        <pc:chgData name="Rosmin Elsa Mohan" userId="7f6a9fc7-46b4-4eac-90cd-058eb48f67de" providerId="ADAL" clId="{610C48EB-72D4-40AD-B08A-0B46870AB153}" dt="2024-03-18T09:30:20.166" v="1144" actId="20577"/>
        <pc:sldMkLst>
          <pc:docMk/>
          <pc:sldMk cId="3836347187" sldId="1425"/>
        </pc:sldMkLst>
        <pc:spChg chg="add del">
          <ac:chgData name="Rosmin Elsa Mohan" userId="7f6a9fc7-46b4-4eac-90cd-058eb48f67de" providerId="ADAL" clId="{610C48EB-72D4-40AD-B08A-0B46870AB153}" dt="2024-03-18T09:29:05.034" v="1128" actId="22"/>
          <ac:spMkLst>
            <pc:docMk/>
            <pc:sldMk cId="3836347187" sldId="1425"/>
            <ac:spMk id="3" creationId="{B267408E-FAE4-07AE-A98E-8DA10533EA6E}"/>
          </ac:spMkLst>
        </pc:spChg>
        <pc:spChg chg="mod">
          <ac:chgData name="Rosmin Elsa Mohan" userId="7f6a9fc7-46b4-4eac-90cd-058eb48f67de" providerId="ADAL" clId="{610C48EB-72D4-40AD-B08A-0B46870AB153}" dt="2024-03-18T09:30:20.166" v="1144" actId="20577"/>
          <ac:spMkLst>
            <pc:docMk/>
            <pc:sldMk cId="3836347187" sldId="1425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8:56.583" v="1126" actId="20577"/>
          <ac:spMkLst>
            <pc:docMk/>
            <pc:sldMk cId="3836347187" sldId="1425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610C48EB-72D4-40AD-B08A-0B46870AB153}" dt="2024-03-18T09:30:15.158" v="1142" actId="20577"/>
        <pc:sldMkLst>
          <pc:docMk/>
          <pc:sldMk cId="3159208217" sldId="1426"/>
        </pc:sldMkLst>
        <pc:spChg chg="mod">
          <ac:chgData name="Rosmin Elsa Mohan" userId="7f6a9fc7-46b4-4eac-90cd-058eb48f67de" providerId="ADAL" clId="{610C48EB-72D4-40AD-B08A-0B46870AB153}" dt="2024-03-18T09:30:15.158" v="1142" actId="20577"/>
          <ac:spMkLst>
            <pc:docMk/>
            <pc:sldMk cId="3159208217" sldId="1426"/>
            <ac:spMk id="5" creationId="{D15CBCA4-8279-49A0-BDA5-8F1C3F65A437}"/>
          </ac:spMkLst>
        </pc:spChg>
        <pc:spChg chg="mod">
          <ac:chgData name="Rosmin Elsa Mohan" userId="7f6a9fc7-46b4-4eac-90cd-058eb48f67de" providerId="ADAL" clId="{610C48EB-72D4-40AD-B08A-0B46870AB153}" dt="2024-03-18T09:29:19.716" v="1133" actId="20577"/>
          <ac:spMkLst>
            <pc:docMk/>
            <pc:sldMk cId="3159208217" sldId="1426"/>
            <ac:spMk id="6" creationId="{00B7E6C3-DC3B-BC8E-EE75-86995C7F8ADF}"/>
          </ac:spMkLst>
        </pc:spChg>
      </pc:sldChg>
      <pc:sldMasterChg chg="modSldLayout">
        <pc:chgData name="Rosmin Elsa Mohan" userId="7f6a9fc7-46b4-4eac-90cd-058eb48f67de" providerId="ADAL" clId="{610C48EB-72D4-40AD-B08A-0B46870AB153}" dt="2024-03-18T07:21:57.217" v="108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610C48EB-72D4-40AD-B08A-0B46870AB153}" dt="2024-03-18T07:21:24.460" v="96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610C48EB-72D4-40AD-B08A-0B46870AB153}" dt="2024-03-18T07:21:24.460" v="96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610C48EB-72D4-40AD-B08A-0B46870AB153}" dt="2024-03-18T07:21:38.805" v="100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610C48EB-72D4-40AD-B08A-0B46870AB153}" dt="2024-03-18T07:21:38.805" v="100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610C48EB-72D4-40AD-B08A-0B46870AB153}" dt="2024-03-18T07:21:57.217" v="108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610C48EB-72D4-40AD-B08A-0B46870AB153}" dt="2024-03-18T07:21:57.217" v="108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610C48EB-72D4-40AD-B08A-0B46870AB153}" dt="2024-03-18T07:21:50.426" v="104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610C48EB-72D4-40AD-B08A-0B46870AB153}" dt="2024-03-18T07:21:50.426" v="104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 Mohan" userId="7f6a9fc7-46b4-4eac-90cd-058eb48f67de" providerId="ADAL" clId="{9392FE01-04DA-48F9-9172-CD36EE7C7A2A}"/>
    <pc:docChg chg="undo custSel addSld delSld modSld sldOrd">
      <pc:chgData name="Rosmin Elsa Mohan" userId="7f6a9fc7-46b4-4eac-90cd-058eb48f67de" providerId="ADAL" clId="{9392FE01-04DA-48F9-9172-CD36EE7C7A2A}" dt="2024-03-27T14:57:45.131" v="41" actId="20577"/>
      <pc:docMkLst>
        <pc:docMk/>
      </pc:docMkLst>
      <pc:sldChg chg="modSp mod">
        <pc:chgData name="Rosmin Elsa Mohan" userId="7f6a9fc7-46b4-4eac-90cd-058eb48f67de" providerId="ADAL" clId="{9392FE01-04DA-48F9-9172-CD36EE7C7A2A}" dt="2024-03-27T14:54:35.043" v="14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9392FE01-04DA-48F9-9172-CD36EE7C7A2A}" dt="2024-03-27T14:54:35.043" v="14" actId="20577"/>
          <ac:spMkLst>
            <pc:docMk/>
            <pc:sldMk cId="3441406009" sldId="858"/>
            <ac:spMk id="5" creationId="{089B1927-DD5B-EE66-1640-FBE3EE92B17A}"/>
          </ac:spMkLst>
        </pc:spChg>
      </pc:sldChg>
      <pc:sldChg chg="modSp mod">
        <pc:chgData name="Rosmin Elsa Mohan" userId="7f6a9fc7-46b4-4eac-90cd-058eb48f67de" providerId="ADAL" clId="{9392FE01-04DA-48F9-9172-CD36EE7C7A2A}" dt="2024-03-27T14:54:05.278" v="11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9392FE01-04DA-48F9-9172-CD36EE7C7A2A}" dt="2024-03-27T14:54:05.278" v="11" actId="20577"/>
          <ac:spMkLst>
            <pc:docMk/>
            <pc:sldMk cId="2137578366" sldId="859"/>
            <ac:spMk id="5" creationId="{F23B1A82-CA2E-08BD-1D0D-5AA03047C3D2}"/>
          </ac:spMkLst>
        </pc:spChg>
      </pc:sldChg>
      <pc:sldChg chg="modSp mod">
        <pc:chgData name="Rosmin Elsa Mohan" userId="7f6a9fc7-46b4-4eac-90cd-058eb48f67de" providerId="ADAL" clId="{9392FE01-04DA-48F9-9172-CD36EE7C7A2A}" dt="2024-03-27T14:57:23.632" v="40" actId="20577"/>
        <pc:sldMkLst>
          <pc:docMk/>
          <pc:sldMk cId="1180184608" sldId="1201"/>
        </pc:sldMkLst>
        <pc:spChg chg="mod">
          <ac:chgData name="Rosmin Elsa Mohan" userId="7f6a9fc7-46b4-4eac-90cd-058eb48f67de" providerId="ADAL" clId="{9392FE01-04DA-48F9-9172-CD36EE7C7A2A}" dt="2024-03-27T14:57:23.632" v="40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 Mohan" userId="7f6a9fc7-46b4-4eac-90cd-058eb48f67de" providerId="ADAL" clId="{9392FE01-04DA-48F9-9172-CD36EE7C7A2A}" dt="2024-03-27T14:54:10.256" v="12" actId="20577"/>
        <pc:sldMkLst>
          <pc:docMk/>
          <pc:sldMk cId="1580904703" sldId="1390"/>
        </pc:sldMkLst>
        <pc:spChg chg="mod">
          <ac:chgData name="Rosmin Elsa Mohan" userId="7f6a9fc7-46b4-4eac-90cd-058eb48f67de" providerId="ADAL" clId="{9392FE01-04DA-48F9-9172-CD36EE7C7A2A}" dt="2024-03-27T14:54:10.256" v="12" actId="20577"/>
          <ac:spMkLst>
            <pc:docMk/>
            <pc:sldMk cId="1580904703" sldId="1390"/>
            <ac:spMk id="5" creationId="{F23B1A82-CA2E-08BD-1D0D-5AA03047C3D2}"/>
          </ac:spMkLst>
        </pc:spChg>
      </pc:sldChg>
      <pc:sldChg chg="modSp mod">
        <pc:chgData name="Rosmin Elsa Mohan" userId="7f6a9fc7-46b4-4eac-90cd-058eb48f67de" providerId="ADAL" clId="{9392FE01-04DA-48F9-9172-CD36EE7C7A2A}" dt="2024-03-27T14:54:14.465" v="13" actId="20577"/>
        <pc:sldMkLst>
          <pc:docMk/>
          <pc:sldMk cId="1587116772" sldId="1391"/>
        </pc:sldMkLst>
        <pc:spChg chg="mod">
          <ac:chgData name="Rosmin Elsa Mohan" userId="7f6a9fc7-46b4-4eac-90cd-058eb48f67de" providerId="ADAL" clId="{9392FE01-04DA-48F9-9172-CD36EE7C7A2A}" dt="2024-03-27T14:54:14.465" v="13" actId="20577"/>
          <ac:spMkLst>
            <pc:docMk/>
            <pc:sldMk cId="1587116772" sldId="1391"/>
            <ac:spMk id="5" creationId="{F23B1A82-CA2E-08BD-1D0D-5AA03047C3D2}"/>
          </ac:spMkLst>
        </pc:spChg>
      </pc:sldChg>
      <pc:sldChg chg="del">
        <pc:chgData name="Rosmin Elsa Mohan" userId="7f6a9fc7-46b4-4eac-90cd-058eb48f67de" providerId="ADAL" clId="{9392FE01-04DA-48F9-9172-CD36EE7C7A2A}" dt="2024-03-27T14:53:59.078" v="10" actId="2696"/>
        <pc:sldMkLst>
          <pc:docMk/>
          <pc:sldMk cId="3408720256" sldId="1392"/>
        </pc:sldMkLst>
      </pc:sldChg>
      <pc:sldChg chg="modSp mod">
        <pc:chgData name="Rosmin Elsa Mohan" userId="7f6a9fc7-46b4-4eac-90cd-058eb48f67de" providerId="ADAL" clId="{9392FE01-04DA-48F9-9172-CD36EE7C7A2A}" dt="2024-03-26T08:53:09.148" v="5" actId="6549"/>
        <pc:sldMkLst>
          <pc:docMk/>
          <pc:sldMk cId="843055262" sldId="1419"/>
        </pc:sldMkLst>
        <pc:spChg chg="mod">
          <ac:chgData name="Rosmin Elsa Mohan" userId="7f6a9fc7-46b4-4eac-90cd-058eb48f67de" providerId="ADAL" clId="{9392FE01-04DA-48F9-9172-CD36EE7C7A2A}" dt="2024-03-26T08:53:09.148" v="5" actId="6549"/>
          <ac:spMkLst>
            <pc:docMk/>
            <pc:sldMk cId="843055262" sldId="1419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9392FE01-04DA-48F9-9172-CD36EE7C7A2A}" dt="2024-03-26T08:53:19.764" v="7" actId="6549"/>
        <pc:sldMkLst>
          <pc:docMk/>
          <pc:sldMk cId="2342523286" sldId="1420"/>
        </pc:sldMkLst>
        <pc:spChg chg="mod">
          <ac:chgData name="Rosmin Elsa Mohan" userId="7f6a9fc7-46b4-4eac-90cd-058eb48f67de" providerId="ADAL" clId="{9392FE01-04DA-48F9-9172-CD36EE7C7A2A}" dt="2024-03-26T08:53:19.764" v="7" actId="6549"/>
          <ac:spMkLst>
            <pc:docMk/>
            <pc:sldMk cId="2342523286" sldId="1420"/>
            <ac:spMk id="6" creationId="{00B7E6C3-DC3B-BC8E-EE75-86995C7F8ADF}"/>
          </ac:spMkLst>
        </pc:spChg>
      </pc:sldChg>
      <pc:sldChg chg="ord">
        <pc:chgData name="Rosmin Elsa Mohan" userId="7f6a9fc7-46b4-4eac-90cd-058eb48f67de" providerId="ADAL" clId="{9392FE01-04DA-48F9-9172-CD36EE7C7A2A}" dt="2024-03-26T08:53:45.646" v="9"/>
        <pc:sldMkLst>
          <pc:docMk/>
          <pc:sldMk cId="1423833886" sldId="1423"/>
        </pc:sldMkLst>
      </pc:sldChg>
      <pc:sldChg chg="modSp add mod">
        <pc:chgData name="Rosmin Elsa Mohan" userId="7f6a9fc7-46b4-4eac-90cd-058eb48f67de" providerId="ADAL" clId="{9392FE01-04DA-48F9-9172-CD36EE7C7A2A}" dt="2024-03-27T14:57:45.131" v="41" actId="20577"/>
        <pc:sldMkLst>
          <pc:docMk/>
          <pc:sldMk cId="3303312474" sldId="1430"/>
        </pc:sldMkLst>
        <pc:spChg chg="mod">
          <ac:chgData name="Rosmin Elsa Mohan" userId="7f6a9fc7-46b4-4eac-90cd-058eb48f67de" providerId="ADAL" clId="{9392FE01-04DA-48F9-9172-CD36EE7C7A2A}" dt="2024-03-27T14:57:16.862" v="38" actId="20577"/>
          <ac:spMkLst>
            <pc:docMk/>
            <pc:sldMk cId="3303312474" sldId="1430"/>
            <ac:spMk id="2" creationId="{00000000-0000-0000-0000-000000000000}"/>
          </ac:spMkLst>
        </pc:spChg>
        <pc:spChg chg="mod">
          <ac:chgData name="Rosmin Elsa Mohan" userId="7f6a9fc7-46b4-4eac-90cd-058eb48f67de" providerId="ADAL" clId="{9392FE01-04DA-48F9-9172-CD36EE7C7A2A}" dt="2024-03-27T14:57:45.131" v="41" actId="20577"/>
          <ac:spMkLst>
            <pc:docMk/>
            <pc:sldMk cId="3303312474" sldId="1430"/>
            <ac:spMk id="5" creationId="{089B1927-DD5B-EE66-1640-FBE3EE92B17A}"/>
          </ac:spMkLst>
        </pc:spChg>
        <pc:spChg chg="mod">
          <ac:chgData name="Rosmin Elsa Mohan" userId="7f6a9fc7-46b4-4eac-90cd-058eb48f67de" providerId="ADAL" clId="{9392FE01-04DA-48F9-9172-CD36EE7C7A2A}" dt="2024-03-27T14:56:28.266" v="37" actId="5793"/>
          <ac:spMkLst>
            <pc:docMk/>
            <pc:sldMk cId="3303312474" sldId="1430"/>
            <ac:spMk id="6" creationId="{CA0575D6-2132-A304-BD4D-E123FFDE7A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27/03/2024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28 Mar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Mar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Mar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28 Mar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Celebration of the divine plan of salvation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 dirty="0">
                <a:solidFill>
                  <a:schemeClr val="bg1"/>
                </a:solidFill>
              </a:rPr>
              <a:t>Go to dark </a:t>
            </a:r>
            <a:r>
              <a:rPr lang="en-US" sz="4000" dirty="0" err="1">
                <a:solidFill>
                  <a:schemeClr val="bg1"/>
                </a:solidFill>
              </a:rPr>
              <a:t>Gethsamane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Go to dark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Gethsamane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Go to dark Gethsemane,</a:t>
            </a:r>
            <a:br>
              <a:rPr lang="en-SG" sz="2800" dirty="0"/>
            </a:br>
            <a:r>
              <a:rPr lang="en-SG" sz="2800" dirty="0"/>
              <a:t>You who feel the tempter's pow'r;</a:t>
            </a:r>
            <a:br>
              <a:rPr lang="en-SG" sz="2800" dirty="0"/>
            </a:br>
            <a:r>
              <a:rPr lang="en-SG" sz="2800" dirty="0"/>
              <a:t>Your Redeemer's conflict see;</a:t>
            </a:r>
            <a:br>
              <a:rPr lang="en-SG" sz="2800" dirty="0"/>
            </a:br>
            <a:r>
              <a:rPr lang="en-SG" sz="2800" dirty="0"/>
              <a:t>Watch with Him one bitter hour;</a:t>
            </a:r>
            <a:br>
              <a:rPr lang="en-SG" sz="2800" dirty="0"/>
            </a:br>
            <a:r>
              <a:rPr lang="en-SG" sz="2800" dirty="0"/>
              <a:t>Turn not from His griefs away;</a:t>
            </a:r>
            <a:br>
              <a:rPr lang="en-SG" sz="2800" dirty="0"/>
            </a:br>
            <a:r>
              <a:rPr lang="en-SG" sz="2800" dirty="0"/>
              <a:t>Learn of Jesus Christ to pray.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Go to dark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Gethsamane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/>
              <a:t>Follow to the judgment hall;</a:t>
            </a:r>
            <a:br>
              <a:rPr lang="en-SG" sz="2800" dirty="0"/>
            </a:br>
            <a:r>
              <a:rPr lang="en-SG" sz="2800" dirty="0"/>
              <a:t>View the Lord of life arraigned;</a:t>
            </a:r>
            <a:br>
              <a:rPr lang="en-SG" sz="2800" dirty="0"/>
            </a:br>
            <a:r>
              <a:rPr lang="en-SG" sz="2800" dirty="0"/>
              <a:t>O the worm-wood and the gall!</a:t>
            </a:r>
            <a:br>
              <a:rPr lang="en-SG" sz="2800" dirty="0"/>
            </a:br>
            <a:r>
              <a:rPr lang="en-SG" sz="2800" dirty="0"/>
              <a:t>O the pangs His soul sustained!</a:t>
            </a:r>
            <a:br>
              <a:rPr lang="en-SG" sz="2800" dirty="0"/>
            </a:br>
            <a:r>
              <a:rPr lang="en-SG" sz="2800" dirty="0"/>
              <a:t>Shun not </a:t>
            </a:r>
            <a:r>
              <a:rPr lang="en-SG" sz="2800" dirty="0" err="1"/>
              <a:t>suff'ring</a:t>
            </a:r>
            <a:r>
              <a:rPr lang="en-SG" sz="2800" dirty="0"/>
              <a:t>, shame, or loss;</a:t>
            </a:r>
            <a:br>
              <a:rPr lang="en-SG" sz="2800" dirty="0"/>
            </a:br>
            <a:r>
              <a:rPr lang="en-SG" sz="2800" dirty="0"/>
              <a:t>Learn of Him to bear the cross.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3</a:t>
            </a:r>
          </a:p>
        </p:txBody>
      </p:sp>
    </p:spTree>
    <p:extLst>
      <p:ext uri="{BB962C8B-B14F-4D97-AF65-F5344CB8AC3E}">
        <p14:creationId xmlns:p14="http://schemas.microsoft.com/office/powerpoint/2010/main" val="1580904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– Go to dark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Gethsamane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SG" sz="2800" dirty="0"/>
          </a:p>
          <a:p>
            <a:pPr algn="ctr"/>
            <a:r>
              <a:rPr lang="en-SG" sz="2800" dirty="0" err="1"/>
              <a:t>Calv'ry's</a:t>
            </a:r>
            <a:r>
              <a:rPr lang="en-SG" sz="2800" dirty="0"/>
              <a:t> mournful mountain climb</a:t>
            </a:r>
            <a:br>
              <a:rPr lang="en-SG" sz="2800" dirty="0"/>
            </a:br>
            <a:r>
              <a:rPr lang="en-SG" sz="2800" dirty="0"/>
              <a:t>There' adoring at His feet,</a:t>
            </a:r>
            <a:br>
              <a:rPr lang="en-SG" sz="2800" dirty="0"/>
            </a:br>
            <a:r>
              <a:rPr lang="en-SG" sz="2800" dirty="0"/>
              <a:t>Mark the miracle of time,</a:t>
            </a:r>
            <a:br>
              <a:rPr lang="en-SG" sz="2800" dirty="0"/>
            </a:br>
            <a:r>
              <a:rPr lang="en-SG" sz="2800" dirty="0"/>
              <a:t>God's own sacrifice complete:</a:t>
            </a:r>
            <a:br>
              <a:rPr lang="en-SG" sz="2800" dirty="0"/>
            </a:br>
            <a:r>
              <a:rPr lang="en-SG" sz="2800" dirty="0"/>
              <a:t>"It is finished!" Hear the cry;</a:t>
            </a:r>
            <a:br>
              <a:rPr lang="en-SG" sz="2800" dirty="0"/>
            </a:br>
            <a:r>
              <a:rPr lang="en-SG" sz="2800" dirty="0"/>
              <a:t>Learn of Jesus Christ to die.</a:t>
            </a:r>
            <a:endParaRPr lang="en-US" sz="2800" i="1" dirty="0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3</a:t>
            </a:r>
          </a:p>
        </p:txBody>
      </p:sp>
    </p:spTree>
    <p:extLst>
      <p:ext uri="{BB962C8B-B14F-4D97-AF65-F5344CB8AC3E}">
        <p14:creationId xmlns:p14="http://schemas.microsoft.com/office/powerpoint/2010/main" val="158711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Celebration of the divine plan of salvation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Birthday 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Song No: 661 v1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Song No. 661 v1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535844" y="1663809"/>
            <a:ext cx="60723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" My times are in Thy hand : “</a:t>
            </a:r>
          </a:p>
          <a:p>
            <a:pPr algn="ctr"/>
            <a:r>
              <a:rPr lang="en-US" sz="2800" dirty="0"/>
              <a:t> My God, I wish them there;</a:t>
            </a:r>
          </a:p>
          <a:p>
            <a:pPr algn="ctr"/>
            <a:r>
              <a:rPr lang="en-US" sz="2800" dirty="0"/>
              <a:t>My life, my friends, my soul—I leave</a:t>
            </a:r>
          </a:p>
          <a:p>
            <a:pPr algn="ctr"/>
            <a:r>
              <a:rPr lang="en-US" sz="2800" dirty="0"/>
              <a:t>Entirely to Thy care.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Birthday 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D14456-116B-CDD3-7AC3-350034C07D1A}"/>
              </a:ext>
            </a:extLst>
          </p:cNvPr>
          <p:cNvSpPr/>
          <p:nvPr/>
        </p:nvSpPr>
        <p:spPr>
          <a:xfrm>
            <a:off x="1513336" y="1463921"/>
            <a:ext cx="6117328" cy="221565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92203"/>
            <a:ext cx="6117328" cy="221565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Wedding Anniversary Thanksgiving Prayers</a:t>
            </a:r>
          </a:p>
          <a:p>
            <a:r>
              <a:rPr lang="en-GB" dirty="0">
                <a:solidFill>
                  <a:schemeClr val="bg1"/>
                </a:solidFill>
              </a:rPr>
              <a:t>Song No: 661 v3</a:t>
            </a:r>
          </a:p>
        </p:txBody>
      </p:sp>
    </p:spTree>
    <p:extLst>
      <p:ext uri="{BB962C8B-B14F-4D97-AF65-F5344CB8AC3E}">
        <p14:creationId xmlns:p14="http://schemas.microsoft.com/office/powerpoint/2010/main" val="291504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WA Thanksgiving – Song No. 661 v3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BAAD9-B99D-3397-2A38-5F97CFE2847F}"/>
              </a:ext>
            </a:extLst>
          </p:cNvPr>
          <p:cNvSpPr txBox="1"/>
          <p:nvPr/>
        </p:nvSpPr>
        <p:spPr>
          <a:xfrm>
            <a:off x="1535844" y="1663809"/>
            <a:ext cx="60723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" My times are in Thy hand : “</a:t>
            </a:r>
          </a:p>
          <a:p>
            <a:pPr algn="ctr"/>
            <a:r>
              <a:rPr lang="en-US" sz="2800" dirty="0"/>
              <a:t> Why should I doubt or fear ? </a:t>
            </a:r>
          </a:p>
          <a:p>
            <a:pPr algn="ctr"/>
            <a:r>
              <a:rPr lang="en-US" sz="2800" dirty="0"/>
              <a:t>My Father's hand will never cause </a:t>
            </a:r>
          </a:p>
          <a:p>
            <a:pPr algn="ctr"/>
            <a:r>
              <a:rPr lang="en-US" sz="2800" dirty="0"/>
              <a:t>His child a needless tear.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3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EFE727-C59E-D091-EFE1-5C9C5562396C}"/>
              </a:ext>
            </a:extLst>
          </p:cNvPr>
          <p:cNvSpPr/>
          <p:nvPr/>
        </p:nvSpPr>
        <p:spPr>
          <a:xfrm>
            <a:off x="1513336" y="1809497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Wedding Anniversary 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837379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</a:rPr>
              <a:t>Song No: 47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47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O the deep, deep love of Jesus,</a:t>
            </a:r>
          </a:p>
          <a:p>
            <a:r>
              <a:rPr lang="en-SG" sz="2800" dirty="0"/>
              <a:t>Vast, unmeasured, boundless, free!</a:t>
            </a:r>
          </a:p>
          <a:p>
            <a:r>
              <a:rPr lang="en-SG" sz="2800" dirty="0"/>
              <a:t>Rolling as a mighty ocean</a:t>
            </a:r>
          </a:p>
          <a:p>
            <a:r>
              <a:rPr lang="en-SG" sz="2800" dirty="0"/>
              <a:t>In its fullness over me.</a:t>
            </a:r>
          </a:p>
          <a:p>
            <a:r>
              <a:rPr lang="en-SG" sz="2800" dirty="0"/>
              <a:t>Underneath me, all around me,</a:t>
            </a:r>
          </a:p>
          <a:p>
            <a:r>
              <a:rPr lang="en-SG" sz="2800" dirty="0"/>
              <a:t>Is the current of Thy love;</a:t>
            </a:r>
          </a:p>
          <a:p>
            <a:r>
              <a:rPr lang="en-SG" sz="2800" dirty="0"/>
              <a:t>Leading onward, leading home-ward,</a:t>
            </a:r>
          </a:p>
          <a:p>
            <a:r>
              <a:rPr lang="en-SG" sz="2800" dirty="0"/>
              <a:t>To my glorious rest above.</a:t>
            </a:r>
          </a:p>
          <a:p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47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O the deep, deep love of Jesus,</a:t>
            </a:r>
          </a:p>
          <a:p>
            <a:r>
              <a:rPr lang="en-SG" sz="2800" dirty="0"/>
              <a:t>Spread His praise from shore to shore!</a:t>
            </a:r>
          </a:p>
          <a:p>
            <a:r>
              <a:rPr lang="en-SG" sz="2800" dirty="0"/>
              <a:t>How He loveth, ever loveth,</a:t>
            </a:r>
          </a:p>
          <a:p>
            <a:r>
              <a:rPr lang="en-SG" sz="2800" dirty="0" err="1"/>
              <a:t>Changeth</a:t>
            </a:r>
            <a:r>
              <a:rPr lang="en-SG" sz="2800" dirty="0"/>
              <a:t> never, nevermore.</a:t>
            </a:r>
          </a:p>
          <a:p>
            <a:r>
              <a:rPr lang="en-SG" sz="2800" dirty="0"/>
              <a:t>How He watches o'er His loved ones,</a:t>
            </a:r>
          </a:p>
          <a:p>
            <a:r>
              <a:rPr lang="en-SG" sz="2800" dirty="0"/>
              <a:t>Died to call them all His own;</a:t>
            </a:r>
          </a:p>
          <a:p>
            <a:r>
              <a:rPr lang="en-SG" sz="2800" dirty="0"/>
              <a:t>How for them He </a:t>
            </a:r>
            <a:r>
              <a:rPr lang="en-SG" sz="2800" dirty="0" err="1"/>
              <a:t>intercedeth</a:t>
            </a:r>
            <a:r>
              <a:rPr lang="en-SG" sz="2800" dirty="0"/>
              <a:t>,</a:t>
            </a:r>
          </a:p>
          <a:p>
            <a:r>
              <a:rPr lang="en-SG" sz="2800" dirty="0" err="1"/>
              <a:t>Watcheth</a:t>
            </a:r>
            <a:r>
              <a:rPr lang="en-SG" sz="2800" dirty="0"/>
              <a:t> o'er them from the throne!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29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Song No. 47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27294"/>
            <a:ext cx="561756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/>
              <a:t>O the deep, deep love of Jesus,</a:t>
            </a:r>
          </a:p>
          <a:p>
            <a:r>
              <a:rPr lang="en-SG" sz="2800" dirty="0"/>
              <a:t>Love of </a:t>
            </a:r>
            <a:r>
              <a:rPr lang="en-SG" sz="2800" dirty="0" err="1"/>
              <a:t>ev'ry</a:t>
            </a:r>
            <a:r>
              <a:rPr lang="en-SG" sz="2800" dirty="0"/>
              <a:t> love the best!</a:t>
            </a:r>
          </a:p>
          <a:p>
            <a:r>
              <a:rPr lang="en-SG" sz="2800" dirty="0"/>
              <a:t>'Tis an ocean vast of blessing,</a:t>
            </a:r>
          </a:p>
          <a:p>
            <a:r>
              <a:rPr lang="en-SG" sz="2800" dirty="0"/>
              <a:t>'Tis a haven sweet of rest.</a:t>
            </a:r>
          </a:p>
          <a:p>
            <a:r>
              <a:rPr lang="en-SG" sz="2800" dirty="0"/>
              <a:t>O the deep, deep love of Jesus,</a:t>
            </a:r>
          </a:p>
          <a:p>
            <a:r>
              <a:rPr lang="en-SG" sz="2800" dirty="0"/>
              <a:t>'Tis a </a:t>
            </a:r>
            <a:r>
              <a:rPr lang="en-SG" sz="2800" dirty="0" err="1"/>
              <a:t>heav'n</a:t>
            </a:r>
            <a:r>
              <a:rPr lang="en-SG" sz="2800" dirty="0"/>
              <a:t> of </a:t>
            </a:r>
            <a:r>
              <a:rPr lang="en-SG" sz="2800" dirty="0" err="1"/>
              <a:t>heav'ns</a:t>
            </a:r>
            <a:r>
              <a:rPr lang="en-SG" sz="2800" dirty="0"/>
              <a:t> to me;</a:t>
            </a:r>
          </a:p>
          <a:p>
            <a:r>
              <a:rPr lang="en-SG" sz="2800" dirty="0"/>
              <a:t>And it lifts me up to glory,</a:t>
            </a:r>
          </a:p>
          <a:p>
            <a:r>
              <a:rPr lang="en-SG" sz="2800" dirty="0"/>
              <a:t>For it lifts me up to Thee.</a:t>
            </a:r>
            <a:br>
              <a:rPr lang="en-SG" sz="2800" dirty="0"/>
            </a:br>
            <a:r>
              <a:rPr lang="en-SG" sz="2800" dirty="0"/>
              <a:t>Amen. 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727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Song No. 134 v1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keep me near the Cross: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 precious fountain,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Free to all a healing stream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Flows from Calvary's mountain.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Celebration of the divine plan of salvation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613695"/>
            <a:ext cx="6239435" cy="195805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mashihaaye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b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thanikkennum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undaaka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amen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B77C19-8E29-0F8B-DCFE-D5192C7F73A5}"/>
              </a:ext>
            </a:extLst>
          </p:cNvPr>
          <p:cNvSpPr/>
          <p:nvPr/>
        </p:nvSpPr>
        <p:spPr>
          <a:xfrm>
            <a:off x="886502" y="2571750"/>
            <a:ext cx="7370996" cy="195805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സ്തുതിപ്പിൻ സ്തുതിപ്പിൻ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മ്ശിഹായേ സ്തുതിപ്പിൻ </a:t>
            </a: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സ്തുതി തനിക്കെന്നും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ഉണ്ടാക ആമേൻ </a:t>
            </a: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341688" y="613695"/>
            <a:ext cx="6460623" cy="1958055"/>
          </a:xfrm>
          <a:prstGeom prst="rect">
            <a:avLst/>
          </a:prstGeom>
        </p:spPr>
        <p:txBody>
          <a:bodyPr wrap="square">
            <a:normAutofit fontScale="92500" lnSpcReduction="20000"/>
          </a:bodyPr>
          <a:lstStyle/>
          <a:p>
            <a:pPr algn="ctr">
              <a:spcAft>
                <a:spcPts val="400"/>
              </a:spcAft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panthirupere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panthi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iruththi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chanthamerrum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than-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chinthayurachchone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appavum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veenjum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appolh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eduthavarkk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orrppaan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koduththittu-orppichchavane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3A6B1-8EDE-1323-479F-CE6DA06D410F}"/>
              </a:ext>
            </a:extLst>
          </p:cNvPr>
          <p:cNvSpPr/>
          <p:nvPr/>
        </p:nvSpPr>
        <p:spPr>
          <a:xfrm>
            <a:off x="1405378" y="2571750"/>
            <a:ext cx="6460623" cy="1958055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പന്തിരുപേരെ പന്തി ഇരുത്തി </a:t>
            </a:r>
          </a:p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ചന്തമേറും തൻ ചിന്ത ഉരച്ചോനെ 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അപ്പവും വീഞ്ഞും അപ്പോളെടുത്തവർക്ക് </a:t>
            </a:r>
          </a:p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ഓർപ്പാൻ കൊടുത്തിട്ട് ഓർപ്പിച്ചവനെ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880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613695"/>
            <a:ext cx="6239435" cy="195805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mashihaaye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b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thanikkennum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undaaka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amen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B77C19-8E29-0F8B-DCFE-D5192C7F73A5}"/>
              </a:ext>
            </a:extLst>
          </p:cNvPr>
          <p:cNvSpPr/>
          <p:nvPr/>
        </p:nvSpPr>
        <p:spPr>
          <a:xfrm>
            <a:off x="886502" y="2571750"/>
            <a:ext cx="7370996" cy="195805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സ്തുതിപ്പിൻ സ്തുതിപ്പിൻ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മ്ശിഹായേ സ്തുതിപ്പിൻ </a:t>
            </a: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സ്തുതി തനിക്കെന്നും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ഉണ്ടാക ആമേൻ </a:t>
            </a:r>
          </a:p>
        </p:txBody>
      </p:sp>
    </p:spTree>
    <p:extLst>
      <p:ext uri="{BB962C8B-B14F-4D97-AF65-F5344CB8AC3E}">
        <p14:creationId xmlns:p14="http://schemas.microsoft.com/office/powerpoint/2010/main" val="1804785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341688" y="613695"/>
            <a:ext cx="6460623" cy="1958055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 algn="ctr">
              <a:spcAft>
                <a:spcPts val="400"/>
              </a:spcAft>
            </a:pP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shareeram-ghora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paapaththinu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ororuvarrkkaayi-theere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koduththone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thiru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sabhaye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veendedutha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thaatha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suthanu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mahathwam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nalka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3A6B1-8EDE-1323-479F-CE6DA06D410F}"/>
              </a:ext>
            </a:extLst>
          </p:cNvPr>
          <p:cNvSpPr/>
          <p:nvPr/>
        </p:nvSpPr>
        <p:spPr>
          <a:xfrm>
            <a:off x="1252012" y="2571750"/>
            <a:ext cx="6639977" cy="1958055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രക്തം ശരീരം ഘോരപാപത്തിന് </a:t>
            </a:r>
          </a:p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ഓരോരുവർക്കായി തീരെ കൊടുത്തോനെ </a:t>
            </a:r>
          </a:p>
          <a:p>
            <a:pPr algn="ctr">
              <a:spcAft>
                <a:spcPts val="400"/>
              </a:spcAft>
            </a:pPr>
            <a:endParaRPr lang="ml-IN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തൻ തിരു സഭയെ വീണ്ടെടുത്ത </a:t>
            </a:r>
          </a:p>
          <a:p>
            <a:pPr algn="ctr">
              <a:spcAft>
                <a:spcPts val="400"/>
              </a:spcAft>
            </a:pPr>
            <a:r>
              <a:rPr lang="ml-IN" sz="2800" dirty="0">
                <a:latin typeface="Segoe UI" panose="020B0502040204020203" pitchFamily="34" charset="0"/>
                <a:cs typeface="Segoe UI" panose="020B0502040204020203" pitchFamily="34" charset="0"/>
              </a:rPr>
              <a:t>താത സുതനു മഹത്വം നൽക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009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Sthuthipeen</a:t>
            </a:r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</a:t>
            </a:r>
            <a:r>
              <a:rPr lang="en-US" sz="1400"/>
              <a:t>: 5 </a:t>
            </a:r>
            <a:r>
              <a:rPr lang="en-US" sz="1400" dirty="0"/>
              <a:t>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613695"/>
            <a:ext cx="6239435" cy="195805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mashihaaye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sthuthippin</a:t>
            </a:r>
            <a:b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sthuthi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thanikkennum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 err="1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undaaka</a:t>
            </a:r>
            <a:r>
              <a:rPr lang="en-US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amen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B77C19-8E29-0F8B-DCFE-D5192C7F73A5}"/>
              </a:ext>
            </a:extLst>
          </p:cNvPr>
          <p:cNvSpPr/>
          <p:nvPr/>
        </p:nvSpPr>
        <p:spPr>
          <a:xfrm>
            <a:off x="886502" y="2571750"/>
            <a:ext cx="7370996" cy="195805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സ്തുതിപ്പിൻ സ്തുതിപ്പിൻ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മ്ശിഹായേ സ്തുതിപ്പിൻ </a:t>
            </a: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സ്തുതി തനിക്കെന്നും 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ml-IN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ഉണ്ടാക ആമേൻ </a:t>
            </a:r>
          </a:p>
        </p:txBody>
      </p:sp>
    </p:spTree>
    <p:extLst>
      <p:ext uri="{BB962C8B-B14F-4D97-AF65-F5344CB8AC3E}">
        <p14:creationId xmlns:p14="http://schemas.microsoft.com/office/powerpoint/2010/main" val="2932232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‘Tis midnight : and on Olive's brow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star is dimmed that lately shone;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Tis midnight ; in the garden now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suffering Saviour prays alone.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‘Tis midnight : and from all removed,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Saviour wrestles 'lone with fears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E'en that disciple whom He loved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Heeds not his Master's grief and tears.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686483-850C-22E6-0323-BBF57082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71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‘Tis midnight : and for others' guilt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 Man of Sorrows weeps in blood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Yet He, who hath in anguish knelt,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Is not forsaken by His God.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D2A307-55EA-7ACF-B662-94686A7E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751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‘Tis midnight : and from ether-plains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Ts borne the song that angels know;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Unheard by mortals are the strains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sweetly soothe the Saviour's woe.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2E4716-0044-631A-BC29-688DA667B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132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339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“Man of Sorrows,” what a name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Son of God, who came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Ruined sinners to reclaim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Hallelujah ! what a Saviour 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Bearing shame and scoffing rude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my place condemned He stood: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Sealed my pardon with His blood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Hallelujah ! what a Saviour 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0D1E24E-41DF-10CC-075A-52B643E3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777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Guilty, vile, and helpless, we;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Spotless Lamb of God was He: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 Full atonement ! "—can it be ?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Hallelujah ! what a Saviour 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3CE911-3E90-F6FC-C0E3-95E7F8FF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711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'' Lifted up " was He to die,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It is finished ! " was His cry;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Now in heaven exalted high: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Hallelujah ! what a Saviour 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AABEEC-7D43-813E-DC08-E629EE6A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693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23943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He comes, our glorious King,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His ransomed home to bring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Then anew this song we'll sing;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Hallelujah ! what a Saviour !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EEED18-320C-C8BE-B4EA-849C09B41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102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442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keep me near the Cross: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a precious fountain,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Free to all—a healing stream—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Flows from Calvary's mountain.</a:t>
            </a:r>
          </a:p>
          <a:p>
            <a:pPr algn="ctr">
              <a:spcAft>
                <a:spcPts val="400"/>
              </a:spcAft>
            </a:pPr>
            <a:endParaRPr lang="en-SG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Near the Cross, a trembling soul,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Love and mercy found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the Bright and Morning Star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Shed its beams around me.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A24A0B-6AD0-3619-61B1-CE8C86C4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272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Near the Cross ! O Lamb of God,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Bring its scenes before me;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Help me walk from day to day,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With its shadow o'er me.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DC36783-8F04-5186-3334-6492EC97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769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Near the Cross, I'll watch and wait.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Hoping, trusting ever,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 reach the golden strand,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Just beyond the river.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the Cross, in the Cross, be my glory ever;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Till my raptured soul shall find </a:t>
            </a:r>
            <a:b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 beyond the river.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787B5C-BC55-DF49-EF85-4A7F5426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134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99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Saviour ! Thy dying love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gavest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Nor should I aught withhold,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Lord, from Thee;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love my soul would bow,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heart fulfil its vow,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offering bring Thee now,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1816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At the blest mercy-seat,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Pleading for me,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feeble faith looks up,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to Thee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Help me the cross to bear,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wondrous love declare,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song to raise, or prayer,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288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Give me a faithful heart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Likeness to Thee,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each departing day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Henceforth may see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work of love begun,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deed of kindness done,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wanderer sought and won,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055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that I am and have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gifts so free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joy, in grief, through life,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 Lord, for Thee 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when Thy face I see,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ransomed soul shall be,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Through all eternity,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523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855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hear the Saviour say,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"Thy strength indeed is small;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Child of weakness, watch and pray,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Find in Me thine all in all."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paid it all—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Him I owe 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 had left a crimson stain;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washed it white as snow.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855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Lord, now indeed I find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Thy power, and Thine alone,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Can change the leper's spots,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melt the heart of stone.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paid it all—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Him I owe 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 had left a crimson stain;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washed it white as snow.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855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8338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nothing good have I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Whereby Thy grace to claim—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I'll wash my garments white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blood of Calvary's Lamb.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paid it all—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Him I owe 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 had left a crimson stain;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washed it white as snow.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855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3742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When from my dying bed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My ransomed soul shall rise,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Then "Jesus paid it all!"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Shall rend the vaulted skies.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paid it all—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Him I owe 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 had left a crimson stain;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washed it white as snow.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855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3471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when before the throne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stand in Him complete,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I'll lay my trophies down,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All down at Jesus' feet.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Jesus paid it all—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All to Him I owe 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 had left a crimson stain;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washed it white as snow.</a:t>
            </a:r>
            <a:endParaRPr lang="en-US" sz="2800" i="1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855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2082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Celebration of the divine plan of salvation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No. – 297 v1&amp;2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- 297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Abide with me: </a:t>
            </a:r>
          </a:p>
          <a:p>
            <a:pPr algn="ctr"/>
            <a:r>
              <a:rPr lang="en-SG" sz="2800" dirty="0"/>
              <a:t>fast falls the eventide; </a:t>
            </a:r>
          </a:p>
          <a:p>
            <a:pPr algn="ctr"/>
            <a:r>
              <a:rPr lang="en-SG" sz="2800" dirty="0"/>
              <a:t>The darkness deepens ; </a:t>
            </a:r>
          </a:p>
          <a:p>
            <a:pPr algn="ctr"/>
            <a:r>
              <a:rPr lang="en-SG" sz="2800" dirty="0"/>
              <a:t>Lord, with me abide:</a:t>
            </a:r>
          </a:p>
          <a:p>
            <a:pPr algn="ctr"/>
            <a:r>
              <a:rPr lang="en-SG" sz="2800" dirty="0"/>
              <a:t>When other helpers fail, </a:t>
            </a:r>
          </a:p>
          <a:p>
            <a:pPr algn="ctr"/>
            <a:r>
              <a:rPr lang="en-SG" sz="2800" dirty="0"/>
              <a:t>and comforts flee, </a:t>
            </a:r>
            <a:br>
              <a:rPr lang="en-SG" sz="2800" dirty="0"/>
            </a:br>
            <a:r>
              <a:rPr lang="en-SG" sz="2800" dirty="0"/>
              <a:t>Help of the helpless, </a:t>
            </a:r>
          </a:p>
          <a:p>
            <a:pPr algn="ctr"/>
            <a:r>
              <a:rPr lang="en-SG" sz="2800" dirty="0"/>
              <a:t>oh, abide with me !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- 297</a:t>
            </a:r>
            <a:r>
              <a:rPr lang="en-SG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v2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SG" sz="2800" dirty="0"/>
              <a:t>Swift to its close </a:t>
            </a:r>
          </a:p>
          <a:p>
            <a:pPr algn="ctr"/>
            <a:r>
              <a:rPr lang="en-SG" sz="2800" dirty="0"/>
              <a:t>ebbs out life's little day;</a:t>
            </a:r>
          </a:p>
          <a:p>
            <a:pPr algn="ctr"/>
            <a:r>
              <a:rPr lang="en-SG" sz="2800" dirty="0"/>
              <a:t>Earth's joys grow dim, </a:t>
            </a:r>
          </a:p>
          <a:p>
            <a:pPr algn="ctr"/>
            <a:r>
              <a:rPr lang="en-SG" sz="2800" dirty="0"/>
              <a:t>its glories pass away</a:t>
            </a:r>
          </a:p>
          <a:p>
            <a:pPr algn="ctr"/>
            <a:r>
              <a:rPr lang="en-SG" sz="2800" dirty="0"/>
              <a:t>Change and decay</a:t>
            </a:r>
          </a:p>
          <a:p>
            <a:pPr algn="ctr"/>
            <a:r>
              <a:rPr lang="en-SG" sz="2800" dirty="0"/>
              <a:t> in all around I see</a:t>
            </a:r>
          </a:p>
          <a:p>
            <a:pPr algn="ctr"/>
            <a:r>
              <a:rPr lang="en-SG" sz="2800" dirty="0"/>
              <a:t>O Thou, who changest not, </a:t>
            </a:r>
          </a:p>
          <a:p>
            <a:pPr algn="ctr"/>
            <a:r>
              <a:rPr lang="en-SG" sz="2800" dirty="0"/>
              <a:t>Abide with me 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033124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Celebration of the divine plan of salvation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2109</Words>
  <Application>Microsoft Office PowerPoint</Application>
  <PresentationFormat>On-screen Show (16:9)</PresentationFormat>
  <Paragraphs>389</Paragraphs>
  <Slides>60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60</vt:i4>
      </vt:variant>
    </vt:vector>
  </HeadingPairs>
  <TitlesOfParts>
    <vt:vector size="73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Go to dark Gethsamane</vt:lpstr>
      <vt:lpstr>Opening Hymn – Go to dark Gethsamane</vt:lpstr>
      <vt:lpstr>Opening Hymn – Go to dark Gethsamane</vt:lpstr>
      <vt:lpstr>PowerPoint Presentation</vt:lpstr>
      <vt:lpstr>PowerPoint Presentation</vt:lpstr>
      <vt:lpstr>Birthday Thanksgiving – Song No. 661 v1</vt:lpstr>
      <vt:lpstr>PowerPoint Presentation</vt:lpstr>
      <vt:lpstr>PowerPoint Presentation</vt:lpstr>
      <vt:lpstr>WA Thanksgiving – Song No. 661 v3</vt:lpstr>
      <vt:lpstr>PowerPoint Presentation</vt:lpstr>
      <vt:lpstr>PowerPoint Presentation</vt:lpstr>
      <vt:lpstr>Offertory – Song No. 47</vt:lpstr>
      <vt:lpstr>Offertory – Song No. 47</vt:lpstr>
      <vt:lpstr>Offertory – Song No. 47</vt:lpstr>
      <vt:lpstr>PowerPoint Presentation</vt:lpstr>
      <vt:lpstr>PowerPoint Presentation</vt:lpstr>
      <vt:lpstr>PowerPoint Presentation</vt:lpstr>
      <vt:lpstr>Confession – Song No. 134 v1</vt:lpstr>
      <vt:lpstr>PowerPoint Presentation</vt:lpstr>
      <vt:lpstr> Holy Communion – Sthuthipeen Sthuthipeen  </vt:lpstr>
      <vt:lpstr> Holy Communion – Sthuthipeen Sthuthipeen  </vt:lpstr>
      <vt:lpstr>Holy Communion – Sthuthipeen Sthuthipeen </vt:lpstr>
      <vt:lpstr> Holy Communion – Sthuthipeen Sthuthipeen  </vt:lpstr>
      <vt:lpstr>Holy Communion – Sthuthipeen Sthuthipeen </vt:lpstr>
      <vt:lpstr> Holy Communion – Sthuthipeen Sthuthipeen  </vt:lpstr>
      <vt:lpstr>Holy Communion- Song no: 132 </vt:lpstr>
      <vt:lpstr>Holy Communion- Song no: 132 </vt:lpstr>
      <vt:lpstr>Holy Communion- Song no: 132 </vt:lpstr>
      <vt:lpstr>Holy Communion- Song no: 132 </vt:lpstr>
      <vt:lpstr>Holy Communion- Song no: 132 </vt:lpstr>
      <vt:lpstr>Holy Communion- Song no: 102</vt:lpstr>
      <vt:lpstr>Holy Communion- Song no: 102</vt:lpstr>
      <vt:lpstr>Holy Communion- Song no: 102</vt:lpstr>
      <vt:lpstr>Holy Communion- Song no: 102</vt:lpstr>
      <vt:lpstr>Holy Communion- Song no: 102</vt:lpstr>
      <vt:lpstr>Holy Communion- Song no: 102</vt:lpstr>
      <vt:lpstr>Holy Communion- Song no: 134</vt:lpstr>
      <vt:lpstr>Holy Communion- Song no: 134</vt:lpstr>
      <vt:lpstr>Holy Communion- Song no: 134</vt:lpstr>
      <vt:lpstr>Holy Communion- Song no: 134</vt:lpstr>
      <vt:lpstr>Holy Communion- Song no: 134</vt:lpstr>
      <vt:lpstr>Holy Communion- Song no: 634</vt:lpstr>
      <vt:lpstr>Holy Communion- Song no: 634</vt:lpstr>
      <vt:lpstr>Holy Communion- Song no: 634</vt:lpstr>
      <vt:lpstr>Holy Communion- Song no: 634</vt:lpstr>
      <vt:lpstr>Holy Communion- Song no: 634</vt:lpstr>
      <vt:lpstr>Holy Communion- Song no: 855</vt:lpstr>
      <vt:lpstr>Holy Communion- Song no: 855</vt:lpstr>
      <vt:lpstr>Holy Communion- Song no: 855</vt:lpstr>
      <vt:lpstr>Holy Communion- Song no: 855</vt:lpstr>
      <vt:lpstr>Holy Communion- Song no: 855</vt:lpstr>
      <vt:lpstr>Holy Communion- Song no: 855</vt:lpstr>
      <vt:lpstr>PowerPoint Presentation</vt:lpstr>
      <vt:lpstr>PowerPoint Presentation</vt:lpstr>
      <vt:lpstr>PowerPoint Presentation</vt:lpstr>
      <vt:lpstr>Closing Hymn - 297 v1</vt:lpstr>
      <vt:lpstr>Closing Hymn - 297 v2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Rosmin Elsa Mohan</cp:lastModifiedBy>
  <cp:revision>1621</cp:revision>
  <dcterms:created xsi:type="dcterms:W3CDTF">2020-09-02T02:55:07Z</dcterms:created>
  <dcterms:modified xsi:type="dcterms:W3CDTF">2024-03-27T14:57:47Z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