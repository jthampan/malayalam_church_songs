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75"/>
  </p:notesMasterIdLst>
  <p:sldIdLst>
    <p:sldId id="811" r:id="rId7"/>
    <p:sldId id="813" r:id="rId8"/>
    <p:sldId id="859" r:id="rId9"/>
    <p:sldId id="1472" r:id="rId10"/>
    <p:sldId id="1473" r:id="rId11"/>
    <p:sldId id="1503" r:id="rId12"/>
    <p:sldId id="1298" r:id="rId13"/>
    <p:sldId id="821" r:id="rId14"/>
    <p:sldId id="851" r:id="rId15"/>
    <p:sldId id="1320" r:id="rId16"/>
    <p:sldId id="1318" r:id="rId17"/>
    <p:sldId id="822" r:id="rId18"/>
    <p:sldId id="1490" r:id="rId19"/>
    <p:sldId id="1491" r:id="rId20"/>
    <p:sldId id="1511" r:id="rId21"/>
    <p:sldId id="1324" r:id="rId22"/>
    <p:sldId id="823" r:id="rId23"/>
    <p:sldId id="824" r:id="rId24"/>
    <p:sldId id="1277" r:id="rId25"/>
    <p:sldId id="825" r:id="rId26"/>
    <p:sldId id="1388" r:id="rId27"/>
    <p:sldId id="1438" r:id="rId28"/>
    <p:sldId id="1439" r:id="rId29"/>
    <p:sldId id="1504" r:id="rId30"/>
    <p:sldId id="1505" r:id="rId31"/>
    <p:sldId id="949" r:id="rId32"/>
    <p:sldId id="1401" r:id="rId33"/>
    <p:sldId id="1442" r:id="rId34"/>
    <p:sldId id="1443" r:id="rId35"/>
    <p:sldId id="1445" r:id="rId36"/>
    <p:sldId id="1512" r:id="rId37"/>
    <p:sldId id="1513" r:id="rId38"/>
    <p:sldId id="1405" r:id="rId39"/>
    <p:sldId id="1406" r:id="rId40"/>
    <p:sldId id="1448" r:id="rId41"/>
    <p:sldId id="1450" r:id="rId42"/>
    <p:sldId id="1514" r:id="rId43"/>
    <p:sldId id="1452" r:id="rId44"/>
    <p:sldId id="1515" r:id="rId45"/>
    <p:sldId id="1475" r:id="rId46"/>
    <p:sldId id="1516" r:id="rId47"/>
    <p:sldId id="1506" r:id="rId48"/>
    <p:sldId id="1507" r:id="rId49"/>
    <p:sldId id="1508" r:id="rId50"/>
    <p:sldId id="1509" r:id="rId51"/>
    <p:sldId id="1510" r:id="rId52"/>
    <p:sldId id="1411" r:id="rId53"/>
    <p:sldId id="1412" r:id="rId54"/>
    <p:sldId id="1476" r:id="rId55"/>
    <p:sldId id="1496" r:id="rId56"/>
    <p:sldId id="1477" r:id="rId57"/>
    <p:sldId id="1416" r:id="rId58"/>
    <p:sldId id="1465" r:id="rId59"/>
    <p:sldId id="1466" r:id="rId60"/>
    <p:sldId id="1467" r:id="rId61"/>
    <p:sldId id="1478" r:id="rId62"/>
    <p:sldId id="1421" r:id="rId63"/>
    <p:sldId id="1422" r:id="rId64"/>
    <p:sldId id="1468" r:id="rId65"/>
    <p:sldId id="1469" r:id="rId66"/>
    <p:sldId id="1517" r:id="rId67"/>
    <p:sldId id="1470" r:id="rId68"/>
    <p:sldId id="1518" r:id="rId69"/>
    <p:sldId id="1259" r:id="rId70"/>
    <p:sldId id="820" r:id="rId71"/>
    <p:sldId id="1201" r:id="rId72"/>
    <p:sldId id="858" r:id="rId73"/>
    <p:sldId id="829" r:id="rId74"/>
  </p:sldIdLst>
  <p:sldSz cx="9144000" cy="5143500" type="screen16x9"/>
  <p:notesSz cx="6858000" cy="9144000"/>
  <p:custDataLst>
    <p:tags r:id="rId7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5562"/>
    <a:srgbClr val="B6807C"/>
    <a:srgbClr val="AE7C76"/>
    <a:srgbClr val="A1889D"/>
    <a:srgbClr val="731A02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slide" Target="slides/slide68.xml"/><Relationship Id="rId79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82" Type="http://schemas.microsoft.com/office/2016/11/relationships/changesInfo" Target="changesInfos/changesInfo1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commentAuthors" Target="commentAuthor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notesMaster" Target="notesMasters/notesMaster1.xml"/><Relationship Id="rId83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tags" Target="tags/tag1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min Elsa" userId="8f13a6be4da41318" providerId="LiveId" clId="{7A6A1B0E-21D4-48F6-BA66-D5EAA52030E6}"/>
    <pc:docChg chg="undo redo custSel addSld delSld modSld modMainMaster">
      <pc:chgData name="Rosmin Elsa" userId="8f13a6be4da41318" providerId="LiveId" clId="{7A6A1B0E-21D4-48F6-BA66-D5EAA52030E6}" dt="2024-08-23T15:41:04.827" v="705"/>
      <pc:docMkLst>
        <pc:docMk/>
      </pc:docMkLst>
      <pc:sldChg chg="modSp mod">
        <pc:chgData name="Rosmin Elsa" userId="8f13a6be4da41318" providerId="LiveId" clId="{7A6A1B0E-21D4-48F6-BA66-D5EAA52030E6}" dt="2024-08-23T09:31:15.279" v="2"/>
        <pc:sldMkLst>
          <pc:docMk/>
          <pc:sldMk cId="4206118844" sldId="811"/>
        </pc:sldMkLst>
        <pc:spChg chg="mod">
          <ac:chgData name="Rosmin Elsa" userId="8f13a6be4da41318" providerId="LiveId" clId="{7A6A1B0E-21D4-48F6-BA66-D5EAA52030E6}" dt="2024-08-23T09:31:15.279" v="2"/>
          <ac:spMkLst>
            <pc:docMk/>
            <pc:sldMk cId="4206118844" sldId="811"/>
            <ac:spMk id="2" creationId="{5DE3A813-6DBA-F993-8DA0-D81B4057E015}"/>
          </ac:spMkLst>
        </pc:spChg>
      </pc:sldChg>
      <pc:sldChg chg="modSp mod">
        <pc:chgData name="Rosmin Elsa" userId="8f13a6be4da41318" providerId="LiveId" clId="{7A6A1B0E-21D4-48F6-BA66-D5EAA52030E6}" dt="2024-08-23T09:32:11.306" v="56" actId="6549"/>
        <pc:sldMkLst>
          <pc:docMk/>
          <pc:sldMk cId="717388547" sldId="813"/>
        </pc:sldMkLst>
        <pc:spChg chg="mod">
          <ac:chgData name="Rosmin Elsa" userId="8f13a6be4da41318" providerId="LiveId" clId="{7A6A1B0E-21D4-48F6-BA66-D5EAA52030E6}" dt="2024-08-23T09:32:11.306" v="56" actId="6549"/>
          <ac:spMkLst>
            <pc:docMk/>
            <pc:sldMk cId="717388547" sldId="813"/>
            <ac:spMk id="3" creationId="{452E3445-7428-97CE-263A-521C050900BE}"/>
          </ac:spMkLst>
        </pc:spChg>
      </pc:sldChg>
      <pc:sldChg chg="modSp mod modShow">
        <pc:chgData name="Rosmin Elsa" userId="8f13a6be4da41318" providerId="LiveId" clId="{7A6A1B0E-21D4-48F6-BA66-D5EAA52030E6}" dt="2024-08-23T15:16:41.774" v="554" actId="33524"/>
        <pc:sldMkLst>
          <pc:docMk/>
          <pc:sldMk cId="3717493800" sldId="821"/>
        </pc:sldMkLst>
        <pc:spChg chg="mod">
          <ac:chgData name="Rosmin Elsa" userId="8f13a6be4da41318" providerId="LiveId" clId="{7A6A1B0E-21D4-48F6-BA66-D5EAA52030E6}" dt="2024-08-23T15:16:41.774" v="554" actId="33524"/>
          <ac:spMkLst>
            <pc:docMk/>
            <pc:sldMk cId="3717493800" sldId="821"/>
            <ac:spMk id="3" creationId="{B9ACC418-9BFA-F946-DA5B-A680A2EBDFAC}"/>
          </ac:spMkLst>
        </pc:spChg>
      </pc:sldChg>
      <pc:sldChg chg="modSp mod">
        <pc:chgData name="Rosmin Elsa" userId="8f13a6be4da41318" providerId="LiveId" clId="{7A6A1B0E-21D4-48F6-BA66-D5EAA52030E6}" dt="2024-08-23T15:35:37.366" v="655" actId="20577"/>
        <pc:sldMkLst>
          <pc:docMk/>
          <pc:sldMk cId="140346443" sldId="822"/>
        </pc:sldMkLst>
        <pc:spChg chg="mod">
          <ac:chgData name="Rosmin Elsa" userId="8f13a6be4da41318" providerId="LiveId" clId="{7A6A1B0E-21D4-48F6-BA66-D5EAA52030E6}" dt="2024-08-23T15:21:44.016" v="620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Rosmin Elsa" userId="8f13a6be4da41318" providerId="LiveId" clId="{7A6A1B0E-21D4-48F6-BA66-D5EAA52030E6}" dt="2024-08-23T15:21:08.358" v="597" actId="1076"/>
          <ac:spMkLst>
            <pc:docMk/>
            <pc:sldMk cId="140346443" sldId="822"/>
            <ac:spMk id="3" creationId="{DFD3087A-542A-9E8A-2F04-286C1B72B61A}"/>
          </ac:spMkLst>
        </pc:spChg>
        <pc:spChg chg="mod">
          <ac:chgData name="Rosmin Elsa" userId="8f13a6be4da41318" providerId="LiveId" clId="{7A6A1B0E-21D4-48F6-BA66-D5EAA52030E6}" dt="2024-08-23T15:35:37.366" v="655" actId="20577"/>
          <ac:spMkLst>
            <pc:docMk/>
            <pc:sldMk cId="140346443" sldId="822"/>
            <ac:spMk id="6" creationId="{B48AEF40-D79D-77F3-773C-095D81075E36}"/>
          </ac:spMkLst>
        </pc:spChg>
        <pc:picChg chg="mod">
          <ac:chgData name="Rosmin Elsa" userId="8f13a6be4da41318" providerId="LiveId" clId="{7A6A1B0E-21D4-48F6-BA66-D5EAA52030E6}" dt="2024-08-23T09:46:04.966" v="190" actId="1076"/>
          <ac:picMkLst>
            <pc:docMk/>
            <pc:sldMk cId="140346443" sldId="822"/>
            <ac:picMk id="9" creationId="{4BC5C584-7550-42C0-5176-232FC90F0FD6}"/>
          </ac:picMkLst>
        </pc:picChg>
      </pc:sldChg>
      <pc:sldChg chg="modSp mod">
        <pc:chgData name="Rosmin Elsa" userId="8f13a6be4da41318" providerId="LiveId" clId="{7A6A1B0E-21D4-48F6-BA66-D5EAA52030E6}" dt="2024-08-23T15:15:01.948" v="551"/>
        <pc:sldMkLst>
          <pc:docMk/>
          <pc:sldMk cId="3585569336" sldId="825"/>
        </pc:sldMkLst>
        <pc:spChg chg="mod">
          <ac:chgData name="Rosmin Elsa" userId="8f13a6be4da41318" providerId="LiveId" clId="{7A6A1B0E-21D4-48F6-BA66-D5EAA52030E6}" dt="2024-08-23T15:15:01.948" v="551"/>
          <ac:spMkLst>
            <pc:docMk/>
            <pc:sldMk cId="3585569336" sldId="825"/>
            <ac:spMk id="2" creationId="{1B06CDC2-E50A-3116-E465-B97E39BC940D}"/>
          </ac:spMkLst>
        </pc:spChg>
      </pc:sldChg>
      <pc:sldChg chg="modSp mod">
        <pc:chgData name="Rosmin Elsa" userId="8f13a6be4da41318" providerId="LiveId" clId="{7A6A1B0E-21D4-48F6-BA66-D5EAA52030E6}" dt="2024-08-23T15:15:19.876" v="553"/>
        <pc:sldMkLst>
          <pc:docMk/>
          <pc:sldMk cId="4027535716" sldId="829"/>
        </pc:sldMkLst>
        <pc:spChg chg="mod">
          <ac:chgData name="Rosmin Elsa" userId="8f13a6be4da41318" providerId="LiveId" clId="{7A6A1B0E-21D4-48F6-BA66-D5EAA52030E6}" dt="2024-08-23T15:15:19.876" v="553"/>
          <ac:spMkLst>
            <pc:docMk/>
            <pc:sldMk cId="4027535716" sldId="829"/>
            <ac:spMk id="2" creationId="{E3ED4C2D-8F3A-93FB-E552-441EF1174C57}"/>
          </ac:spMkLst>
        </pc:spChg>
      </pc:sldChg>
      <pc:sldChg chg="modSp mod modShow">
        <pc:chgData name="Rosmin Elsa" userId="8f13a6be4da41318" providerId="LiveId" clId="{7A6A1B0E-21D4-48F6-BA66-D5EAA52030E6}" dt="2024-08-23T15:17:55.200" v="591" actId="20577"/>
        <pc:sldMkLst>
          <pc:docMk/>
          <pc:sldMk cId="2771250690" sldId="851"/>
        </pc:sldMkLst>
        <pc:spChg chg="mod">
          <ac:chgData name="Rosmin Elsa" userId="8f13a6be4da41318" providerId="LiveId" clId="{7A6A1B0E-21D4-48F6-BA66-D5EAA52030E6}" dt="2024-08-23T15:17:55.200" v="591" actId="20577"/>
          <ac:spMkLst>
            <pc:docMk/>
            <pc:sldMk cId="2771250690" sldId="851"/>
            <ac:spMk id="2" creationId="{00000000-0000-0000-0000-000000000000}"/>
          </ac:spMkLst>
        </pc:spChg>
        <pc:spChg chg="mod">
          <ac:chgData name="Rosmin Elsa" userId="8f13a6be4da41318" providerId="LiveId" clId="{7A6A1B0E-21D4-48F6-BA66-D5EAA52030E6}" dt="2024-08-23T15:17:06.291" v="555" actId="33524"/>
          <ac:spMkLst>
            <pc:docMk/>
            <pc:sldMk cId="2771250690" sldId="851"/>
            <ac:spMk id="5" creationId="{EF0E83AD-AD85-5E6C-33F5-D8EF739355C5}"/>
          </ac:spMkLst>
        </pc:spChg>
      </pc:sldChg>
      <pc:sldChg chg="addSp delSp modSp mod">
        <pc:chgData name="Rosmin Elsa" userId="8f13a6be4da41318" providerId="LiveId" clId="{7A6A1B0E-21D4-48F6-BA66-D5EAA52030E6}" dt="2024-08-23T15:14:42.774" v="550" actId="20577"/>
        <pc:sldMkLst>
          <pc:docMk/>
          <pc:sldMk cId="3441406009" sldId="858"/>
        </pc:sldMkLst>
        <pc:spChg chg="mod">
          <ac:chgData name="Rosmin Elsa" userId="8f13a6be4da41318" providerId="LiveId" clId="{7A6A1B0E-21D4-48F6-BA66-D5EAA52030E6}" dt="2024-08-23T15:14:42.774" v="550" actId="20577"/>
          <ac:spMkLst>
            <pc:docMk/>
            <pc:sldMk cId="3441406009" sldId="858"/>
            <ac:spMk id="2" creationId="{00000000-0000-0000-0000-000000000000}"/>
          </ac:spMkLst>
        </pc:spChg>
        <pc:spChg chg="add del">
          <ac:chgData name="Rosmin Elsa" userId="8f13a6be4da41318" providerId="LiveId" clId="{7A6A1B0E-21D4-48F6-BA66-D5EAA52030E6}" dt="2024-08-23T15:13:48.813" v="536" actId="11529"/>
          <ac:spMkLst>
            <pc:docMk/>
            <pc:sldMk cId="3441406009" sldId="858"/>
            <ac:spMk id="3" creationId="{4BA7BD3F-AECA-4F4F-B73A-2DF29AEB081B}"/>
          </ac:spMkLst>
        </pc:spChg>
        <pc:spChg chg="mod">
          <ac:chgData name="Rosmin Elsa" userId="8f13a6be4da41318" providerId="LiveId" clId="{7A6A1B0E-21D4-48F6-BA66-D5EAA52030E6}" dt="2024-08-23T15:13:34.104" v="534" actId="21"/>
          <ac:spMkLst>
            <pc:docMk/>
            <pc:sldMk cId="3441406009" sldId="858"/>
            <ac:spMk id="6" creationId="{CA0575D6-2132-A304-BD4D-E123FFDE7A28}"/>
          </ac:spMkLst>
        </pc:spChg>
        <pc:spChg chg="add mod">
          <ac:chgData name="Rosmin Elsa" userId="8f13a6be4da41318" providerId="LiveId" clId="{7A6A1B0E-21D4-48F6-BA66-D5EAA52030E6}" dt="2024-08-23T15:14:32.248" v="547" actId="1076"/>
          <ac:spMkLst>
            <pc:docMk/>
            <pc:sldMk cId="3441406009" sldId="858"/>
            <ac:spMk id="9" creationId="{74F84539-D997-83CB-09F6-C53499A1D2FE}"/>
          </ac:spMkLst>
        </pc:spChg>
        <pc:cxnChg chg="add mod">
          <ac:chgData name="Rosmin Elsa" userId="8f13a6be4da41318" providerId="LiveId" clId="{7A6A1B0E-21D4-48F6-BA66-D5EAA52030E6}" dt="2024-08-23T15:13:58.887" v="539" actId="1076"/>
          <ac:cxnSpMkLst>
            <pc:docMk/>
            <pc:sldMk cId="3441406009" sldId="858"/>
            <ac:cxnSpMk id="8" creationId="{C8951D02-1991-977B-B98A-94F96C9D0A3C}"/>
          </ac:cxnSpMkLst>
        </pc:cxnChg>
      </pc:sldChg>
      <pc:sldChg chg="modSp mod">
        <pc:chgData name="Rosmin Elsa" userId="8f13a6be4da41318" providerId="LiveId" clId="{7A6A1B0E-21D4-48F6-BA66-D5EAA52030E6}" dt="2024-08-23T15:35:05.604" v="646" actId="20577"/>
        <pc:sldMkLst>
          <pc:docMk/>
          <pc:sldMk cId="2137578366" sldId="859"/>
        </pc:sldMkLst>
        <pc:spChg chg="mod">
          <ac:chgData name="Rosmin Elsa" userId="8f13a6be4da41318" providerId="LiveId" clId="{7A6A1B0E-21D4-48F6-BA66-D5EAA52030E6}" dt="2024-08-23T09:32:24.163" v="85" actId="20577"/>
          <ac:spMkLst>
            <pc:docMk/>
            <pc:sldMk cId="2137578366" sldId="859"/>
            <ac:spMk id="2" creationId="{00000000-0000-0000-0000-000000000000}"/>
          </ac:spMkLst>
        </pc:spChg>
        <pc:spChg chg="mod">
          <ac:chgData name="Rosmin Elsa" userId="8f13a6be4da41318" providerId="LiveId" clId="{7A6A1B0E-21D4-48F6-BA66-D5EAA52030E6}" dt="2024-08-23T15:35:05.604" v="646" actId="20577"/>
          <ac:spMkLst>
            <pc:docMk/>
            <pc:sldMk cId="2137578366" sldId="859"/>
            <ac:spMk id="5" creationId="{F23B1A82-CA2E-08BD-1D0D-5AA03047C3D2}"/>
          </ac:spMkLst>
        </pc:spChg>
        <pc:spChg chg="mod">
          <ac:chgData name="Rosmin Elsa" userId="8f13a6be4da41318" providerId="LiveId" clId="{7A6A1B0E-21D4-48F6-BA66-D5EAA52030E6}" dt="2024-08-23T09:35:54.424" v="99" actId="20577"/>
          <ac:spMkLst>
            <pc:docMk/>
            <pc:sldMk cId="2137578366" sldId="859"/>
            <ac:spMk id="7" creationId="{094E9A69-B612-35E4-DEEF-5092DA0A0A97}"/>
          </ac:spMkLst>
        </pc:spChg>
      </pc:sldChg>
      <pc:sldChg chg="modSp mod modShow">
        <pc:chgData name="Rosmin Elsa" userId="8f13a6be4da41318" providerId="LiveId" clId="{7A6A1B0E-21D4-48F6-BA66-D5EAA52030E6}" dt="2024-08-23T09:53:49.097" v="309"/>
        <pc:sldMkLst>
          <pc:docMk/>
          <pc:sldMk cId="1416329417" sldId="949"/>
        </pc:sldMkLst>
        <pc:spChg chg="mod">
          <ac:chgData name="Rosmin Elsa" userId="8f13a6be4da41318" providerId="LiveId" clId="{7A6A1B0E-21D4-48F6-BA66-D5EAA52030E6}" dt="2024-08-23T09:53:49.097" v="309"/>
          <ac:spMkLst>
            <pc:docMk/>
            <pc:sldMk cId="1416329417" sldId="949"/>
            <ac:spMk id="2" creationId="{00000000-0000-0000-0000-000000000000}"/>
          </ac:spMkLst>
        </pc:spChg>
      </pc:sldChg>
      <pc:sldChg chg="modSp mod">
        <pc:chgData name="Rosmin Elsa" userId="8f13a6be4da41318" providerId="LiveId" clId="{7A6A1B0E-21D4-48F6-BA66-D5EAA52030E6}" dt="2024-08-23T15:11:19.523" v="509" actId="20577"/>
        <pc:sldMkLst>
          <pc:docMk/>
          <pc:sldMk cId="1180184608" sldId="1201"/>
        </pc:sldMkLst>
        <pc:spChg chg="mod">
          <ac:chgData name="Rosmin Elsa" userId="8f13a6be4da41318" providerId="LiveId" clId="{7A6A1B0E-21D4-48F6-BA66-D5EAA52030E6}" dt="2024-08-23T15:11:19.523" v="509" actId="20577"/>
          <ac:spMkLst>
            <pc:docMk/>
            <pc:sldMk cId="1180184608" sldId="1201"/>
            <ac:spMk id="3" creationId="{BD7AE418-84FE-0E25-B13A-DAD0615A2C9F}"/>
          </ac:spMkLst>
        </pc:spChg>
      </pc:sldChg>
      <pc:sldChg chg="modSp mod">
        <pc:chgData name="Rosmin Elsa" userId="8f13a6be4da41318" providerId="LiveId" clId="{7A6A1B0E-21D4-48F6-BA66-D5EAA52030E6}" dt="2024-08-23T15:15:13.339" v="552"/>
        <pc:sldMkLst>
          <pc:docMk/>
          <pc:sldMk cId="430881365" sldId="1259"/>
        </pc:sldMkLst>
        <pc:spChg chg="mod">
          <ac:chgData name="Rosmin Elsa" userId="8f13a6be4da41318" providerId="LiveId" clId="{7A6A1B0E-21D4-48F6-BA66-D5EAA52030E6}" dt="2024-08-23T15:15:13.339" v="552"/>
          <ac:spMkLst>
            <pc:docMk/>
            <pc:sldMk cId="430881365" sldId="1259"/>
            <ac:spMk id="4" creationId="{D5E54A38-54D0-6477-68F0-01E2D0EDD891}"/>
          </ac:spMkLst>
        </pc:spChg>
      </pc:sldChg>
      <pc:sldChg chg="modSp mod modShow">
        <pc:chgData name="Rosmin Elsa" userId="8f13a6be4da41318" providerId="LiveId" clId="{7A6A1B0E-21D4-48F6-BA66-D5EAA52030E6}" dt="2024-08-23T15:22:25.536" v="624" actId="27107"/>
        <pc:sldMkLst>
          <pc:docMk/>
          <pc:sldMk cId="858007124" sldId="1277"/>
        </pc:sldMkLst>
        <pc:spChg chg="mod">
          <ac:chgData name="Rosmin Elsa" userId="8f13a6be4da41318" providerId="LiveId" clId="{7A6A1B0E-21D4-48F6-BA66-D5EAA52030E6}" dt="2024-08-23T09:47:03.853" v="194"/>
          <ac:spMkLst>
            <pc:docMk/>
            <pc:sldMk cId="858007124" sldId="1277"/>
            <ac:spMk id="2" creationId="{1DA63A6A-450D-4603-B02C-80F270CA1D46}"/>
          </ac:spMkLst>
        </pc:spChg>
        <pc:spChg chg="mod">
          <ac:chgData name="Rosmin Elsa" userId="8f13a6be4da41318" providerId="LiveId" clId="{7A6A1B0E-21D4-48F6-BA66-D5EAA52030E6}" dt="2024-08-23T15:22:25.536" v="624" actId="27107"/>
          <ac:spMkLst>
            <pc:docMk/>
            <pc:sldMk cId="858007124" sldId="1277"/>
            <ac:spMk id="3" creationId="{DDD24EDA-CE43-82A2-B3E8-E6C307C397E9}"/>
          </ac:spMkLst>
        </pc:spChg>
      </pc:sldChg>
      <pc:sldChg chg="modSp mod">
        <pc:chgData name="Rosmin Elsa" userId="8f13a6be4da41318" providerId="LiveId" clId="{7A6A1B0E-21D4-48F6-BA66-D5EAA52030E6}" dt="2024-08-23T09:38:34.939" v="139"/>
        <pc:sldMkLst>
          <pc:docMk/>
          <pc:sldMk cId="1672910874" sldId="1298"/>
        </pc:sldMkLst>
        <pc:spChg chg="mod">
          <ac:chgData name="Rosmin Elsa" userId="8f13a6be4da41318" providerId="LiveId" clId="{7A6A1B0E-21D4-48F6-BA66-D5EAA52030E6}" dt="2024-08-23T09:38:34.939" v="139"/>
          <ac:spMkLst>
            <pc:docMk/>
            <pc:sldMk cId="1672910874" sldId="1298"/>
            <ac:spMk id="3" creationId="{869DF675-68B2-E157-D40A-40EF3DECB71A}"/>
          </ac:spMkLst>
        </pc:spChg>
      </pc:sldChg>
      <pc:sldChg chg="modSp mod">
        <pc:chgData name="Rosmin Elsa" userId="8f13a6be4da41318" providerId="LiveId" clId="{7A6A1B0E-21D4-48F6-BA66-D5EAA52030E6}" dt="2024-08-23T15:21:49.573" v="621" actId="20577"/>
        <pc:sldMkLst>
          <pc:docMk/>
          <pc:sldMk cId="1217883548" sldId="1318"/>
        </pc:sldMkLst>
        <pc:spChg chg="mod">
          <ac:chgData name="Rosmin Elsa" userId="8f13a6be4da41318" providerId="LiveId" clId="{7A6A1B0E-21D4-48F6-BA66-D5EAA52030E6}" dt="2024-08-23T15:21:49.573" v="621" actId="20577"/>
          <ac:spMkLst>
            <pc:docMk/>
            <pc:sldMk cId="1217883548" sldId="1318"/>
            <ac:spMk id="3" creationId="{B9ACC418-9BFA-F946-DA5B-A680A2EBDFAC}"/>
          </ac:spMkLst>
        </pc:spChg>
      </pc:sldChg>
      <pc:sldChg chg="modSp mod modShow">
        <pc:chgData name="Rosmin Elsa" userId="8f13a6be4da41318" providerId="LiveId" clId="{7A6A1B0E-21D4-48F6-BA66-D5EAA52030E6}" dt="2024-08-23T09:48:53.640" v="259" actId="20577"/>
        <pc:sldMkLst>
          <pc:docMk/>
          <pc:sldMk cId="4765592" sldId="1388"/>
        </pc:sldMkLst>
        <pc:spChg chg="mod">
          <ac:chgData name="Rosmin Elsa" userId="8f13a6be4da41318" providerId="LiveId" clId="{7A6A1B0E-21D4-48F6-BA66-D5EAA52030E6}" dt="2024-08-23T09:48:53.640" v="259" actId="20577"/>
          <ac:spMkLst>
            <pc:docMk/>
            <pc:sldMk cId="4765592" sldId="1388"/>
            <ac:spMk id="2" creationId="{00000000-0000-0000-0000-000000000000}"/>
          </ac:spMkLst>
        </pc:spChg>
      </pc:sldChg>
      <pc:sldChg chg="modSp mod modShow">
        <pc:chgData name="Rosmin Elsa" userId="8f13a6be4da41318" providerId="LiveId" clId="{7A6A1B0E-21D4-48F6-BA66-D5EAA52030E6}" dt="2024-08-23T09:57:15.427" v="328" actId="14100"/>
        <pc:sldMkLst>
          <pc:docMk/>
          <pc:sldMk cId="1106683896" sldId="1401"/>
        </pc:sldMkLst>
        <pc:spChg chg="mod">
          <ac:chgData name="Rosmin Elsa" userId="8f13a6be4da41318" providerId="LiveId" clId="{7A6A1B0E-21D4-48F6-BA66-D5EAA52030E6}" dt="2024-08-23T09:57:15.427" v="328" actId="14100"/>
          <ac:spMkLst>
            <pc:docMk/>
            <pc:sldMk cId="1106683896" sldId="1401"/>
            <ac:spMk id="6" creationId="{00B7E6C3-DC3B-BC8E-EE75-86995C7F8ADF}"/>
          </ac:spMkLst>
        </pc:spChg>
        <pc:spChg chg="mod">
          <ac:chgData name="Rosmin Elsa" userId="8f13a6be4da41318" providerId="LiveId" clId="{7A6A1B0E-21D4-48F6-BA66-D5EAA52030E6}" dt="2024-08-23T09:53:52.353" v="310"/>
          <ac:spMkLst>
            <pc:docMk/>
            <pc:sldMk cId="1106683896" sldId="1401"/>
            <ac:spMk id="8" creationId="{A25EBDEB-28A0-A895-EE99-148520068F26}"/>
          </ac:spMkLst>
        </pc:spChg>
      </pc:sldChg>
      <pc:sldChg chg="modSp mod modShow">
        <pc:chgData name="Rosmin Elsa" userId="8f13a6be4da41318" providerId="LiveId" clId="{7A6A1B0E-21D4-48F6-BA66-D5EAA52030E6}" dt="2024-08-23T10:02:32.596" v="364"/>
        <pc:sldMkLst>
          <pc:docMk/>
          <pc:sldMk cId="902618935" sldId="1405"/>
        </pc:sldMkLst>
        <pc:spChg chg="mod">
          <ac:chgData name="Rosmin Elsa" userId="8f13a6be4da41318" providerId="LiveId" clId="{7A6A1B0E-21D4-48F6-BA66-D5EAA52030E6}" dt="2024-08-23T10:02:32.596" v="364"/>
          <ac:spMkLst>
            <pc:docMk/>
            <pc:sldMk cId="902618935" sldId="1405"/>
            <ac:spMk id="2" creationId="{00000000-0000-0000-0000-000000000000}"/>
          </ac:spMkLst>
        </pc:spChg>
      </pc:sldChg>
      <pc:sldChg chg="modSp mod modShow">
        <pc:chgData name="Rosmin Elsa" userId="8f13a6be4da41318" providerId="LiveId" clId="{7A6A1B0E-21D4-48F6-BA66-D5EAA52030E6}" dt="2024-08-23T15:37:05.148" v="672" actId="20577"/>
        <pc:sldMkLst>
          <pc:docMk/>
          <pc:sldMk cId="2653113592" sldId="1406"/>
        </pc:sldMkLst>
        <pc:spChg chg="mod">
          <ac:chgData name="Rosmin Elsa" userId="8f13a6be4da41318" providerId="LiveId" clId="{7A6A1B0E-21D4-48F6-BA66-D5EAA52030E6}" dt="2024-08-23T15:37:05.148" v="672" actId="20577"/>
          <ac:spMkLst>
            <pc:docMk/>
            <pc:sldMk cId="2653113592" sldId="1406"/>
            <ac:spMk id="5" creationId="{D15CBCA4-8279-49A0-BDA5-8F1C3F65A437}"/>
          </ac:spMkLst>
        </pc:spChg>
        <pc:spChg chg="mod">
          <ac:chgData name="Rosmin Elsa" userId="8f13a6be4da41318" providerId="LiveId" clId="{7A6A1B0E-21D4-48F6-BA66-D5EAA52030E6}" dt="2024-08-23T10:09:38.499" v="391" actId="20577"/>
          <ac:spMkLst>
            <pc:docMk/>
            <pc:sldMk cId="2653113592" sldId="1406"/>
            <ac:spMk id="6" creationId="{00B7E6C3-DC3B-BC8E-EE75-86995C7F8ADF}"/>
          </ac:spMkLst>
        </pc:spChg>
        <pc:spChg chg="mod">
          <ac:chgData name="Rosmin Elsa" userId="8f13a6be4da41318" providerId="LiveId" clId="{7A6A1B0E-21D4-48F6-BA66-D5EAA52030E6}" dt="2024-08-23T15:28:58.831" v="639" actId="6549"/>
          <ac:spMkLst>
            <pc:docMk/>
            <pc:sldMk cId="2653113592" sldId="1406"/>
            <ac:spMk id="13" creationId="{9BB545B6-E81A-AAD9-C97D-D3B592102C96}"/>
          </ac:spMkLst>
        </pc:spChg>
      </pc:sldChg>
      <pc:sldChg chg="mod modShow">
        <pc:chgData name="Rosmin Elsa" userId="8f13a6be4da41318" providerId="LiveId" clId="{7A6A1B0E-21D4-48F6-BA66-D5EAA52030E6}" dt="2024-08-23T09:48:26.653" v="202" actId="729"/>
        <pc:sldMkLst>
          <pc:docMk/>
          <pc:sldMk cId="3838587995" sldId="1411"/>
        </pc:sldMkLst>
      </pc:sldChg>
      <pc:sldChg chg="mod modShow">
        <pc:chgData name="Rosmin Elsa" userId="8f13a6be4da41318" providerId="LiveId" clId="{7A6A1B0E-21D4-48F6-BA66-D5EAA52030E6}" dt="2024-08-23T09:48:26.653" v="202" actId="729"/>
        <pc:sldMkLst>
          <pc:docMk/>
          <pc:sldMk cId="2332149466" sldId="1412"/>
        </pc:sldMkLst>
      </pc:sldChg>
      <pc:sldChg chg="modSp mod modShow">
        <pc:chgData name="Rosmin Elsa" userId="8f13a6be4da41318" providerId="LiveId" clId="{7A6A1B0E-21D4-48F6-BA66-D5EAA52030E6}" dt="2024-08-23T10:15:29.049" v="444" actId="20577"/>
        <pc:sldMkLst>
          <pc:docMk/>
          <pc:sldMk cId="3790543259" sldId="1416"/>
        </pc:sldMkLst>
        <pc:spChg chg="mod">
          <ac:chgData name="Rosmin Elsa" userId="8f13a6be4da41318" providerId="LiveId" clId="{7A6A1B0E-21D4-48F6-BA66-D5EAA52030E6}" dt="2024-08-23T10:15:29.049" v="444" actId="20577"/>
          <ac:spMkLst>
            <pc:docMk/>
            <pc:sldMk cId="3790543259" sldId="1416"/>
            <ac:spMk id="2" creationId="{00000000-0000-0000-0000-000000000000}"/>
          </ac:spMkLst>
        </pc:spChg>
      </pc:sldChg>
      <pc:sldChg chg="mod modShow">
        <pc:chgData name="Rosmin Elsa" userId="8f13a6be4da41318" providerId="LiveId" clId="{7A6A1B0E-21D4-48F6-BA66-D5EAA52030E6}" dt="2024-08-23T09:48:26.653" v="202" actId="729"/>
        <pc:sldMkLst>
          <pc:docMk/>
          <pc:sldMk cId="2647958562" sldId="1421"/>
        </pc:sldMkLst>
      </pc:sldChg>
      <pc:sldChg chg="mod modShow">
        <pc:chgData name="Rosmin Elsa" userId="8f13a6be4da41318" providerId="LiveId" clId="{7A6A1B0E-21D4-48F6-BA66-D5EAA52030E6}" dt="2024-08-23T09:48:26.653" v="202" actId="729"/>
        <pc:sldMkLst>
          <pc:docMk/>
          <pc:sldMk cId="2370185204" sldId="1422"/>
        </pc:sldMkLst>
      </pc:sldChg>
      <pc:sldChg chg="modSp mod modShow">
        <pc:chgData name="Rosmin Elsa" userId="8f13a6be4da41318" providerId="LiveId" clId="{7A6A1B0E-21D4-48F6-BA66-D5EAA52030E6}" dt="2024-08-23T15:40:49.767" v="702" actId="20577"/>
        <pc:sldMkLst>
          <pc:docMk/>
          <pc:sldMk cId="3552461181" sldId="1438"/>
        </pc:sldMkLst>
        <pc:spChg chg="mod">
          <ac:chgData name="Rosmin Elsa" userId="8f13a6be4da41318" providerId="LiveId" clId="{7A6A1B0E-21D4-48F6-BA66-D5EAA52030E6}" dt="2024-08-23T09:50:27.164" v="278" actId="6549"/>
          <ac:spMkLst>
            <pc:docMk/>
            <pc:sldMk cId="3552461181" sldId="1438"/>
            <ac:spMk id="6" creationId="{2D75DE56-5F0C-5056-AE13-29D86795AD33}"/>
          </ac:spMkLst>
        </pc:spChg>
        <pc:spChg chg="mod">
          <ac:chgData name="Rosmin Elsa" userId="8f13a6be4da41318" providerId="LiveId" clId="{7A6A1B0E-21D4-48F6-BA66-D5EAA52030E6}" dt="2024-08-23T15:40:49.767" v="702" actId="20577"/>
          <ac:spMkLst>
            <pc:docMk/>
            <pc:sldMk cId="3552461181" sldId="1438"/>
            <ac:spMk id="8" creationId="{006B5B6E-8198-6E5C-6E84-9D75287DF58B}"/>
          </ac:spMkLst>
        </pc:spChg>
      </pc:sldChg>
      <pc:sldChg chg="modSp mod modShow">
        <pc:chgData name="Rosmin Elsa" userId="8f13a6be4da41318" providerId="LiveId" clId="{7A6A1B0E-21D4-48F6-BA66-D5EAA52030E6}" dt="2024-08-23T15:40:58.896" v="703"/>
        <pc:sldMkLst>
          <pc:docMk/>
          <pc:sldMk cId="1565668377" sldId="1439"/>
        </pc:sldMkLst>
        <pc:spChg chg="mod">
          <ac:chgData name="Rosmin Elsa" userId="8f13a6be4da41318" providerId="LiveId" clId="{7A6A1B0E-21D4-48F6-BA66-D5EAA52030E6}" dt="2024-08-23T15:23:28.584" v="626" actId="33524"/>
          <ac:spMkLst>
            <pc:docMk/>
            <pc:sldMk cId="1565668377" sldId="1439"/>
            <ac:spMk id="2" creationId="{57202B73-E8EE-67C3-7C71-924AA70880D1}"/>
          </ac:spMkLst>
        </pc:spChg>
        <pc:spChg chg="mod">
          <ac:chgData name="Rosmin Elsa" userId="8f13a6be4da41318" providerId="LiveId" clId="{7A6A1B0E-21D4-48F6-BA66-D5EAA52030E6}" dt="2024-08-23T15:40:58.896" v="703"/>
          <ac:spMkLst>
            <pc:docMk/>
            <pc:sldMk cId="1565668377" sldId="1439"/>
            <ac:spMk id="8" creationId="{4BAC8562-D3A9-2F9C-BC47-4C2B3FDE803F}"/>
          </ac:spMkLst>
        </pc:spChg>
      </pc:sldChg>
      <pc:sldChg chg="del mod modShow">
        <pc:chgData name="Rosmin Elsa" userId="8f13a6be4da41318" providerId="LiveId" clId="{7A6A1B0E-21D4-48F6-BA66-D5EAA52030E6}" dt="2024-08-23T09:51:37.463" v="286" actId="47"/>
        <pc:sldMkLst>
          <pc:docMk/>
          <pc:sldMk cId="2616289819" sldId="1440"/>
        </pc:sldMkLst>
      </pc:sldChg>
      <pc:sldChg chg="addSp delSp modSp mod modShow">
        <pc:chgData name="Rosmin Elsa" userId="8f13a6be4da41318" providerId="LiveId" clId="{7A6A1B0E-21D4-48F6-BA66-D5EAA52030E6}" dt="2024-08-23T09:58:10.693" v="343" actId="6549"/>
        <pc:sldMkLst>
          <pc:docMk/>
          <pc:sldMk cId="2623249776" sldId="1442"/>
        </pc:sldMkLst>
        <pc:spChg chg="add mod">
          <ac:chgData name="Rosmin Elsa" userId="8f13a6be4da41318" providerId="LiveId" clId="{7A6A1B0E-21D4-48F6-BA66-D5EAA52030E6}" dt="2024-08-23T09:58:10.693" v="343" actId="6549"/>
          <ac:spMkLst>
            <pc:docMk/>
            <pc:sldMk cId="2623249776" sldId="1442"/>
            <ac:spMk id="2" creationId="{62BCF8F5-1F13-9AA3-7DE4-DF88814F4B98}"/>
          </ac:spMkLst>
        </pc:spChg>
        <pc:spChg chg="del">
          <ac:chgData name="Rosmin Elsa" userId="8f13a6be4da41318" providerId="LiveId" clId="{7A6A1B0E-21D4-48F6-BA66-D5EAA52030E6}" dt="2024-08-23T09:57:23.782" v="329" actId="478"/>
          <ac:spMkLst>
            <pc:docMk/>
            <pc:sldMk cId="2623249776" sldId="1442"/>
            <ac:spMk id="6" creationId="{F395D098-6B90-D9CD-4980-73D67EEE7741}"/>
          </ac:spMkLst>
        </pc:spChg>
        <pc:spChg chg="mod">
          <ac:chgData name="Rosmin Elsa" userId="8f13a6be4da41318" providerId="LiveId" clId="{7A6A1B0E-21D4-48F6-BA66-D5EAA52030E6}" dt="2024-08-23T09:53:55.097" v="311"/>
          <ac:spMkLst>
            <pc:docMk/>
            <pc:sldMk cId="2623249776" sldId="1442"/>
            <ac:spMk id="8" creationId="{3A2F3080-99F1-F2DE-3299-E174825DB9C6}"/>
          </ac:spMkLst>
        </pc:spChg>
      </pc:sldChg>
      <pc:sldChg chg="addSp delSp modSp mod modShow">
        <pc:chgData name="Rosmin Elsa" userId="8f13a6be4da41318" providerId="LiveId" clId="{7A6A1B0E-21D4-48F6-BA66-D5EAA52030E6}" dt="2024-08-23T10:01:42.545" v="363" actId="1076"/>
        <pc:sldMkLst>
          <pc:docMk/>
          <pc:sldMk cId="637721542" sldId="1443"/>
        </pc:sldMkLst>
        <pc:spChg chg="add mod">
          <ac:chgData name="Rosmin Elsa" userId="8f13a6be4da41318" providerId="LiveId" clId="{7A6A1B0E-21D4-48F6-BA66-D5EAA52030E6}" dt="2024-08-23T10:01:42.545" v="363" actId="1076"/>
          <ac:spMkLst>
            <pc:docMk/>
            <pc:sldMk cId="637721542" sldId="1443"/>
            <ac:spMk id="2" creationId="{D7505669-781F-220D-66FB-8EDE28C78D4A}"/>
          </ac:spMkLst>
        </pc:spChg>
        <pc:spChg chg="del">
          <ac:chgData name="Rosmin Elsa" userId="8f13a6be4da41318" providerId="LiveId" clId="{7A6A1B0E-21D4-48F6-BA66-D5EAA52030E6}" dt="2024-08-23T09:57:27.686" v="330" actId="478"/>
          <ac:spMkLst>
            <pc:docMk/>
            <pc:sldMk cId="637721542" sldId="1443"/>
            <ac:spMk id="6" creationId="{AE6B6D96-39EE-535C-2933-FFB7C72EF6E0}"/>
          </ac:spMkLst>
        </pc:spChg>
        <pc:spChg chg="mod">
          <ac:chgData name="Rosmin Elsa" userId="8f13a6be4da41318" providerId="LiveId" clId="{7A6A1B0E-21D4-48F6-BA66-D5EAA52030E6}" dt="2024-08-23T09:53:59.326" v="312"/>
          <ac:spMkLst>
            <pc:docMk/>
            <pc:sldMk cId="637721542" sldId="1443"/>
            <ac:spMk id="8" creationId="{65BA4930-30DF-D4B4-ADD6-B777DB74DBCD}"/>
          </ac:spMkLst>
        </pc:spChg>
      </pc:sldChg>
      <pc:sldChg chg="addSp delSp modSp mod modShow">
        <pc:chgData name="Rosmin Elsa" userId="8f13a6be4da41318" providerId="LiveId" clId="{7A6A1B0E-21D4-48F6-BA66-D5EAA52030E6}" dt="2024-08-23T09:59:06.556" v="362" actId="20577"/>
        <pc:sldMkLst>
          <pc:docMk/>
          <pc:sldMk cId="4131438038" sldId="1445"/>
        </pc:sldMkLst>
        <pc:spChg chg="add mod">
          <ac:chgData name="Rosmin Elsa" userId="8f13a6be4da41318" providerId="LiveId" clId="{7A6A1B0E-21D4-48F6-BA66-D5EAA52030E6}" dt="2024-08-23T09:59:06.556" v="362" actId="20577"/>
          <ac:spMkLst>
            <pc:docMk/>
            <pc:sldMk cId="4131438038" sldId="1445"/>
            <ac:spMk id="2" creationId="{DE90CBC6-5FCE-E899-ED03-076E93ADF6B9}"/>
          </ac:spMkLst>
        </pc:spChg>
        <pc:spChg chg="del">
          <ac:chgData name="Rosmin Elsa" userId="8f13a6be4da41318" providerId="LiveId" clId="{7A6A1B0E-21D4-48F6-BA66-D5EAA52030E6}" dt="2024-08-23T09:57:31.112" v="331" actId="478"/>
          <ac:spMkLst>
            <pc:docMk/>
            <pc:sldMk cId="4131438038" sldId="1445"/>
            <ac:spMk id="6" creationId="{0806E297-1ADC-5926-D07E-F5F3B6CBE8EA}"/>
          </ac:spMkLst>
        </pc:spChg>
        <pc:spChg chg="mod">
          <ac:chgData name="Rosmin Elsa" userId="8f13a6be4da41318" providerId="LiveId" clId="{7A6A1B0E-21D4-48F6-BA66-D5EAA52030E6}" dt="2024-08-23T09:54:03.116" v="313"/>
          <ac:spMkLst>
            <pc:docMk/>
            <pc:sldMk cId="4131438038" sldId="1445"/>
            <ac:spMk id="8" creationId="{9EA20479-821D-F1BF-5BAF-75D0E2472DF1}"/>
          </ac:spMkLst>
        </pc:spChg>
      </pc:sldChg>
      <pc:sldChg chg="modSp mod modShow">
        <pc:chgData name="Rosmin Elsa" userId="8f13a6be4da41318" providerId="LiveId" clId="{7A6A1B0E-21D4-48F6-BA66-D5EAA52030E6}" dt="2024-08-23T15:37:14.489" v="674" actId="20577"/>
        <pc:sldMkLst>
          <pc:docMk/>
          <pc:sldMk cId="1494969129" sldId="1448"/>
        </pc:sldMkLst>
        <pc:spChg chg="mod">
          <ac:chgData name="Rosmin Elsa" userId="8f13a6be4da41318" providerId="LiveId" clId="{7A6A1B0E-21D4-48F6-BA66-D5EAA52030E6}" dt="2024-08-23T15:37:14.489" v="674" actId="20577"/>
          <ac:spMkLst>
            <pc:docMk/>
            <pc:sldMk cId="1494969129" sldId="1448"/>
            <ac:spMk id="5" creationId="{10C556C3-ECE9-D7DD-B726-33552398D44D}"/>
          </ac:spMkLst>
        </pc:spChg>
        <pc:spChg chg="mod">
          <ac:chgData name="Rosmin Elsa" userId="8f13a6be4da41318" providerId="LiveId" clId="{7A6A1B0E-21D4-48F6-BA66-D5EAA52030E6}" dt="2024-08-23T10:10:08.941" v="396" actId="20577"/>
          <ac:spMkLst>
            <pc:docMk/>
            <pc:sldMk cId="1494969129" sldId="1448"/>
            <ac:spMk id="6" creationId="{801F0B22-0AC9-61BE-20AC-30E8E824EE40}"/>
          </ac:spMkLst>
        </pc:spChg>
        <pc:spChg chg="mod">
          <ac:chgData name="Rosmin Elsa" userId="8f13a6be4da41318" providerId="LiveId" clId="{7A6A1B0E-21D4-48F6-BA66-D5EAA52030E6}" dt="2024-08-23T15:29:03.017" v="640" actId="6549"/>
          <ac:spMkLst>
            <pc:docMk/>
            <pc:sldMk cId="1494969129" sldId="1448"/>
            <ac:spMk id="13" creationId="{3AA28230-F44B-DC32-A51A-DCC1B67837BD}"/>
          </ac:spMkLst>
        </pc:spChg>
      </pc:sldChg>
      <pc:sldChg chg="modSp mod modShow">
        <pc:chgData name="Rosmin Elsa" userId="8f13a6be4da41318" providerId="LiveId" clId="{7A6A1B0E-21D4-48F6-BA66-D5EAA52030E6}" dt="2024-08-23T15:37:28.692" v="678" actId="20577"/>
        <pc:sldMkLst>
          <pc:docMk/>
          <pc:sldMk cId="425986149" sldId="1450"/>
        </pc:sldMkLst>
        <pc:spChg chg="mod">
          <ac:chgData name="Rosmin Elsa" userId="8f13a6be4da41318" providerId="LiveId" clId="{7A6A1B0E-21D4-48F6-BA66-D5EAA52030E6}" dt="2024-08-23T15:37:28.692" v="678" actId="20577"/>
          <ac:spMkLst>
            <pc:docMk/>
            <pc:sldMk cId="425986149" sldId="1450"/>
            <ac:spMk id="5" creationId="{13593030-CC76-61CF-F7F5-DC6A9C28DBC7}"/>
          </ac:spMkLst>
        </pc:spChg>
        <pc:spChg chg="mod">
          <ac:chgData name="Rosmin Elsa" userId="8f13a6be4da41318" providerId="LiveId" clId="{7A6A1B0E-21D4-48F6-BA66-D5EAA52030E6}" dt="2024-08-23T10:10:16.880" v="399" actId="20577"/>
          <ac:spMkLst>
            <pc:docMk/>
            <pc:sldMk cId="425986149" sldId="1450"/>
            <ac:spMk id="6" creationId="{396B8FA0-9883-25CB-4F0E-617DCF91BB8C}"/>
          </ac:spMkLst>
        </pc:spChg>
        <pc:spChg chg="mod">
          <ac:chgData name="Rosmin Elsa" userId="8f13a6be4da41318" providerId="LiveId" clId="{7A6A1B0E-21D4-48F6-BA66-D5EAA52030E6}" dt="2024-08-23T15:29:06.924" v="641" actId="6549"/>
          <ac:spMkLst>
            <pc:docMk/>
            <pc:sldMk cId="425986149" sldId="1450"/>
            <ac:spMk id="13" creationId="{0D938F6E-BF3A-A165-D6A8-EB6116638AC2}"/>
          </ac:spMkLst>
        </pc:spChg>
      </pc:sldChg>
      <pc:sldChg chg="modSp mod modShow">
        <pc:chgData name="Rosmin Elsa" userId="8f13a6be4da41318" providerId="LiveId" clId="{7A6A1B0E-21D4-48F6-BA66-D5EAA52030E6}" dt="2024-08-23T15:37:42.504" v="679" actId="20577"/>
        <pc:sldMkLst>
          <pc:docMk/>
          <pc:sldMk cId="3753762985" sldId="1452"/>
        </pc:sldMkLst>
        <pc:spChg chg="mod">
          <ac:chgData name="Rosmin Elsa" userId="8f13a6be4da41318" providerId="LiveId" clId="{7A6A1B0E-21D4-48F6-BA66-D5EAA52030E6}" dt="2024-08-23T15:37:42.504" v="679" actId="20577"/>
          <ac:spMkLst>
            <pc:docMk/>
            <pc:sldMk cId="3753762985" sldId="1452"/>
            <ac:spMk id="5" creationId="{A2047971-DA85-C751-DC5A-5C52B51C52BA}"/>
          </ac:spMkLst>
        </pc:spChg>
        <pc:spChg chg="mod">
          <ac:chgData name="Rosmin Elsa" userId="8f13a6be4da41318" providerId="LiveId" clId="{7A6A1B0E-21D4-48F6-BA66-D5EAA52030E6}" dt="2024-08-23T10:10:30.450" v="404" actId="20577"/>
          <ac:spMkLst>
            <pc:docMk/>
            <pc:sldMk cId="3753762985" sldId="1452"/>
            <ac:spMk id="6" creationId="{BA0B3BE2-D998-167B-8C65-476E697BA331}"/>
          </ac:spMkLst>
        </pc:spChg>
        <pc:spChg chg="mod">
          <ac:chgData name="Rosmin Elsa" userId="8f13a6be4da41318" providerId="LiveId" clId="{7A6A1B0E-21D4-48F6-BA66-D5EAA52030E6}" dt="2024-08-23T15:29:13.259" v="642" actId="6549"/>
          <ac:spMkLst>
            <pc:docMk/>
            <pc:sldMk cId="3753762985" sldId="1452"/>
            <ac:spMk id="13" creationId="{F90AFB74-83FD-8F85-3412-5B2B465B437B}"/>
          </ac:spMkLst>
        </pc:spChg>
      </pc:sldChg>
      <pc:sldChg chg="modSp mod modShow">
        <pc:chgData name="Rosmin Elsa" userId="8f13a6be4da41318" providerId="LiveId" clId="{7A6A1B0E-21D4-48F6-BA66-D5EAA52030E6}" dt="2024-08-23T15:10:12.480" v="505" actId="20577"/>
        <pc:sldMkLst>
          <pc:docMk/>
          <pc:sldMk cId="4039580999" sldId="1465"/>
        </pc:sldMkLst>
        <pc:spChg chg="mod">
          <ac:chgData name="Rosmin Elsa" userId="8f13a6be4da41318" providerId="LiveId" clId="{7A6A1B0E-21D4-48F6-BA66-D5EAA52030E6}" dt="2024-08-23T10:16:49.244" v="461" actId="1076"/>
          <ac:spMkLst>
            <pc:docMk/>
            <pc:sldMk cId="4039580999" sldId="1465"/>
            <ac:spMk id="6" creationId="{C1232047-F35C-9CE6-AB39-2974E36818C5}"/>
          </ac:spMkLst>
        </pc:spChg>
        <pc:spChg chg="mod">
          <ac:chgData name="Rosmin Elsa" userId="8f13a6be4da41318" providerId="LiveId" clId="{7A6A1B0E-21D4-48F6-BA66-D5EAA52030E6}" dt="2024-08-23T15:10:12.480" v="505" actId="20577"/>
          <ac:spMkLst>
            <pc:docMk/>
            <pc:sldMk cId="4039580999" sldId="1465"/>
            <ac:spMk id="9" creationId="{0968D38C-2C82-7C11-B05D-513832A91F53}"/>
          </ac:spMkLst>
        </pc:spChg>
      </pc:sldChg>
      <pc:sldChg chg="addSp delSp modSp mod modShow">
        <pc:chgData name="Rosmin Elsa" userId="8f13a6be4da41318" providerId="LiveId" clId="{7A6A1B0E-21D4-48F6-BA66-D5EAA52030E6}" dt="2024-08-23T15:10:07.421" v="502" actId="20577"/>
        <pc:sldMkLst>
          <pc:docMk/>
          <pc:sldMk cId="576487781" sldId="1466"/>
        </pc:sldMkLst>
        <pc:spChg chg="add mod">
          <ac:chgData name="Rosmin Elsa" userId="8f13a6be4da41318" providerId="LiveId" clId="{7A6A1B0E-21D4-48F6-BA66-D5EAA52030E6}" dt="2024-08-23T10:17:11.633" v="469" actId="6549"/>
          <ac:spMkLst>
            <pc:docMk/>
            <pc:sldMk cId="576487781" sldId="1466"/>
            <ac:spMk id="2" creationId="{AACD737C-BFEA-35A0-CDB0-9A393589EFE0}"/>
          </ac:spMkLst>
        </pc:spChg>
        <pc:spChg chg="del">
          <ac:chgData name="Rosmin Elsa" userId="8f13a6be4da41318" providerId="LiveId" clId="{7A6A1B0E-21D4-48F6-BA66-D5EAA52030E6}" dt="2024-08-23T10:16:55.566" v="462" actId="478"/>
          <ac:spMkLst>
            <pc:docMk/>
            <pc:sldMk cId="576487781" sldId="1466"/>
            <ac:spMk id="6" creationId="{D13150C6-8221-D63C-33BE-B34E2F490172}"/>
          </ac:spMkLst>
        </pc:spChg>
        <pc:spChg chg="mod">
          <ac:chgData name="Rosmin Elsa" userId="8f13a6be4da41318" providerId="LiveId" clId="{7A6A1B0E-21D4-48F6-BA66-D5EAA52030E6}" dt="2024-08-23T15:10:07.421" v="502" actId="20577"/>
          <ac:spMkLst>
            <pc:docMk/>
            <pc:sldMk cId="576487781" sldId="1466"/>
            <ac:spMk id="9" creationId="{2257D2E9-8338-4D70-7848-7EBAAA53BB78}"/>
          </ac:spMkLst>
        </pc:spChg>
      </pc:sldChg>
      <pc:sldChg chg="addSp delSp modSp mod modShow">
        <pc:chgData name="Rosmin Elsa" userId="8f13a6be4da41318" providerId="LiveId" clId="{7A6A1B0E-21D4-48F6-BA66-D5EAA52030E6}" dt="2024-08-23T15:10:01.792" v="499" actId="20577"/>
        <pc:sldMkLst>
          <pc:docMk/>
          <pc:sldMk cId="2882701942" sldId="1467"/>
        </pc:sldMkLst>
        <pc:spChg chg="add mod">
          <ac:chgData name="Rosmin Elsa" userId="8f13a6be4da41318" providerId="LiveId" clId="{7A6A1B0E-21D4-48F6-BA66-D5EAA52030E6}" dt="2024-08-23T10:17:40.399" v="478" actId="6549"/>
          <ac:spMkLst>
            <pc:docMk/>
            <pc:sldMk cId="2882701942" sldId="1467"/>
            <ac:spMk id="2" creationId="{22D45E90-AB8D-87AC-62B1-4A483C3BB88D}"/>
          </ac:spMkLst>
        </pc:spChg>
        <pc:spChg chg="del">
          <ac:chgData name="Rosmin Elsa" userId="8f13a6be4da41318" providerId="LiveId" clId="{7A6A1B0E-21D4-48F6-BA66-D5EAA52030E6}" dt="2024-08-23T10:17:22.350" v="470" actId="478"/>
          <ac:spMkLst>
            <pc:docMk/>
            <pc:sldMk cId="2882701942" sldId="1467"/>
            <ac:spMk id="6" creationId="{9774693D-CD44-5CB7-0C93-3628B747F75C}"/>
          </ac:spMkLst>
        </pc:spChg>
        <pc:spChg chg="mod">
          <ac:chgData name="Rosmin Elsa" userId="8f13a6be4da41318" providerId="LiveId" clId="{7A6A1B0E-21D4-48F6-BA66-D5EAA52030E6}" dt="2024-08-23T15:10:01.792" v="499" actId="20577"/>
          <ac:spMkLst>
            <pc:docMk/>
            <pc:sldMk cId="2882701942" sldId="1467"/>
            <ac:spMk id="9" creationId="{D56A539C-4C26-5D1C-7D31-2EAE3D32C470}"/>
          </ac:spMkLst>
        </pc:spChg>
      </pc:sldChg>
      <pc:sldChg chg="mod modShow">
        <pc:chgData name="Rosmin Elsa" userId="8f13a6be4da41318" providerId="LiveId" clId="{7A6A1B0E-21D4-48F6-BA66-D5EAA52030E6}" dt="2024-08-23T09:48:26.653" v="202" actId="729"/>
        <pc:sldMkLst>
          <pc:docMk/>
          <pc:sldMk cId="625835019" sldId="1468"/>
        </pc:sldMkLst>
      </pc:sldChg>
      <pc:sldChg chg="mod modShow">
        <pc:chgData name="Rosmin Elsa" userId="8f13a6be4da41318" providerId="LiveId" clId="{7A6A1B0E-21D4-48F6-BA66-D5EAA52030E6}" dt="2024-08-23T09:48:26.653" v="202" actId="729"/>
        <pc:sldMkLst>
          <pc:docMk/>
          <pc:sldMk cId="3658360246" sldId="1469"/>
        </pc:sldMkLst>
      </pc:sldChg>
      <pc:sldChg chg="modSp mod modShow">
        <pc:chgData name="Rosmin Elsa" userId="8f13a6be4da41318" providerId="LiveId" clId="{7A6A1B0E-21D4-48F6-BA66-D5EAA52030E6}" dt="2024-08-23T15:34:20.883" v="645" actId="27107"/>
        <pc:sldMkLst>
          <pc:docMk/>
          <pc:sldMk cId="1292053075" sldId="1470"/>
        </pc:sldMkLst>
        <pc:spChg chg="mod">
          <ac:chgData name="Rosmin Elsa" userId="8f13a6be4da41318" providerId="LiveId" clId="{7A6A1B0E-21D4-48F6-BA66-D5EAA52030E6}" dt="2024-08-23T15:34:20.883" v="645" actId="27107"/>
          <ac:spMkLst>
            <pc:docMk/>
            <pc:sldMk cId="1292053075" sldId="1470"/>
            <ac:spMk id="6" creationId="{D5D737D0-BD04-7FC6-B03F-BCEC1F57FD2E}"/>
          </ac:spMkLst>
        </pc:spChg>
      </pc:sldChg>
      <pc:sldChg chg="addSp delSp modSp mod">
        <pc:chgData name="Rosmin Elsa" userId="8f13a6be4da41318" providerId="LiveId" clId="{7A6A1B0E-21D4-48F6-BA66-D5EAA52030E6}" dt="2024-08-23T15:35:08.994" v="647" actId="20577"/>
        <pc:sldMkLst>
          <pc:docMk/>
          <pc:sldMk cId="3068996028" sldId="1472"/>
        </pc:sldMkLst>
        <pc:spChg chg="mod">
          <ac:chgData name="Rosmin Elsa" userId="8f13a6be4da41318" providerId="LiveId" clId="{7A6A1B0E-21D4-48F6-BA66-D5EAA52030E6}" dt="2024-08-23T09:32:29.623" v="86"/>
          <ac:spMkLst>
            <pc:docMk/>
            <pc:sldMk cId="3068996028" sldId="1472"/>
            <ac:spMk id="2" creationId="{7650D44C-1859-E285-8215-02854B445147}"/>
          </ac:spMkLst>
        </pc:spChg>
        <pc:spChg chg="del">
          <ac:chgData name="Rosmin Elsa" userId="8f13a6be4da41318" providerId="LiveId" clId="{7A6A1B0E-21D4-48F6-BA66-D5EAA52030E6}" dt="2024-08-23T09:36:07.392" v="100" actId="478"/>
          <ac:spMkLst>
            <pc:docMk/>
            <pc:sldMk cId="3068996028" sldId="1472"/>
            <ac:spMk id="3" creationId="{4A8690D3-6D5D-BBB1-5673-E0C9C96D6ACA}"/>
          </ac:spMkLst>
        </pc:spChg>
        <pc:spChg chg="mod">
          <ac:chgData name="Rosmin Elsa" userId="8f13a6be4da41318" providerId="LiveId" clId="{7A6A1B0E-21D4-48F6-BA66-D5EAA52030E6}" dt="2024-08-23T15:35:08.994" v="647" actId="20577"/>
          <ac:spMkLst>
            <pc:docMk/>
            <pc:sldMk cId="3068996028" sldId="1472"/>
            <ac:spMk id="5" creationId="{9CDE8A97-A04A-A5A0-1CE7-9CAA6D4FBF85}"/>
          </ac:spMkLst>
        </pc:spChg>
        <pc:spChg chg="add del">
          <ac:chgData name="Rosmin Elsa" userId="8f13a6be4da41318" providerId="LiveId" clId="{7A6A1B0E-21D4-48F6-BA66-D5EAA52030E6}" dt="2024-08-23T09:36:09.283" v="102" actId="22"/>
          <ac:spMkLst>
            <pc:docMk/>
            <pc:sldMk cId="3068996028" sldId="1472"/>
            <ac:spMk id="7" creationId="{95A7A096-B158-BB85-2AC6-11C08EC9ACB4}"/>
          </ac:spMkLst>
        </pc:spChg>
        <pc:spChg chg="add mod">
          <ac:chgData name="Rosmin Elsa" userId="8f13a6be4da41318" providerId="LiveId" clId="{7A6A1B0E-21D4-48F6-BA66-D5EAA52030E6}" dt="2024-08-23T09:37:42.533" v="125" actId="20577"/>
          <ac:spMkLst>
            <pc:docMk/>
            <pc:sldMk cId="3068996028" sldId="1472"/>
            <ac:spMk id="8" creationId="{49301D56-E6F9-4D0B-1BC6-9615C12AA33C}"/>
          </ac:spMkLst>
        </pc:spChg>
      </pc:sldChg>
      <pc:sldChg chg="addSp delSp modSp mod">
        <pc:chgData name="Rosmin Elsa" userId="8f13a6be4da41318" providerId="LiveId" clId="{7A6A1B0E-21D4-48F6-BA66-D5EAA52030E6}" dt="2024-08-23T15:35:12.474" v="648" actId="20577"/>
        <pc:sldMkLst>
          <pc:docMk/>
          <pc:sldMk cId="2264041875" sldId="1473"/>
        </pc:sldMkLst>
        <pc:spChg chg="mod">
          <ac:chgData name="Rosmin Elsa" userId="8f13a6be4da41318" providerId="LiveId" clId="{7A6A1B0E-21D4-48F6-BA66-D5EAA52030E6}" dt="2024-08-23T09:32:32.619" v="87"/>
          <ac:spMkLst>
            <pc:docMk/>
            <pc:sldMk cId="2264041875" sldId="1473"/>
            <ac:spMk id="2" creationId="{DF6C818C-9627-247B-B917-187D597D3668}"/>
          </ac:spMkLst>
        </pc:spChg>
        <pc:spChg chg="add mod">
          <ac:chgData name="Rosmin Elsa" userId="8f13a6be4da41318" providerId="LiveId" clId="{7A6A1B0E-21D4-48F6-BA66-D5EAA52030E6}" dt="2024-08-23T09:37:54.032" v="131" actId="20577"/>
          <ac:spMkLst>
            <pc:docMk/>
            <pc:sldMk cId="2264041875" sldId="1473"/>
            <ac:spMk id="3" creationId="{50098C9C-7A7C-A361-89C3-CB0D9F1C1E3A}"/>
          </ac:spMkLst>
        </pc:spChg>
        <pc:spChg chg="mod">
          <ac:chgData name="Rosmin Elsa" userId="8f13a6be4da41318" providerId="LiveId" clId="{7A6A1B0E-21D4-48F6-BA66-D5EAA52030E6}" dt="2024-08-23T15:35:12.474" v="648" actId="20577"/>
          <ac:spMkLst>
            <pc:docMk/>
            <pc:sldMk cId="2264041875" sldId="1473"/>
            <ac:spMk id="5" creationId="{3E16CFBD-E0AF-57EE-01B9-A67C4B76D0B5}"/>
          </ac:spMkLst>
        </pc:spChg>
        <pc:spChg chg="del">
          <ac:chgData name="Rosmin Elsa" userId="8f13a6be4da41318" providerId="LiveId" clId="{7A6A1B0E-21D4-48F6-BA66-D5EAA52030E6}" dt="2024-08-23T09:36:29.576" v="109" actId="478"/>
          <ac:spMkLst>
            <pc:docMk/>
            <pc:sldMk cId="2264041875" sldId="1473"/>
            <ac:spMk id="8" creationId="{FDC59045-2C7C-F576-C00C-AAA6D40E13D2}"/>
          </ac:spMkLst>
        </pc:spChg>
      </pc:sldChg>
      <pc:sldChg chg="modSp mod modShow">
        <pc:chgData name="Rosmin Elsa" userId="8f13a6be4da41318" providerId="LiveId" clId="{7A6A1B0E-21D4-48F6-BA66-D5EAA52030E6}" dt="2024-08-23T15:37:48.450" v="680" actId="20577"/>
        <pc:sldMkLst>
          <pc:docMk/>
          <pc:sldMk cId="4077105178" sldId="1475"/>
        </pc:sldMkLst>
        <pc:spChg chg="mod">
          <ac:chgData name="Rosmin Elsa" userId="8f13a6be4da41318" providerId="LiveId" clId="{7A6A1B0E-21D4-48F6-BA66-D5EAA52030E6}" dt="2024-08-23T15:37:48.450" v="680" actId="20577"/>
          <ac:spMkLst>
            <pc:docMk/>
            <pc:sldMk cId="4077105178" sldId="1475"/>
            <ac:spMk id="5" creationId="{A2047971-DA85-C751-DC5A-5C52B51C52BA}"/>
          </ac:spMkLst>
        </pc:spChg>
        <pc:spChg chg="mod">
          <ac:chgData name="Rosmin Elsa" userId="8f13a6be4da41318" providerId="LiveId" clId="{7A6A1B0E-21D4-48F6-BA66-D5EAA52030E6}" dt="2024-08-23T15:27:27.752" v="632" actId="313"/>
          <ac:spMkLst>
            <pc:docMk/>
            <pc:sldMk cId="4077105178" sldId="1475"/>
            <ac:spMk id="6" creationId="{BA0B3BE2-D998-167B-8C65-476E697BA331}"/>
          </ac:spMkLst>
        </pc:spChg>
        <pc:spChg chg="mod">
          <ac:chgData name="Rosmin Elsa" userId="8f13a6be4da41318" providerId="LiveId" clId="{7A6A1B0E-21D4-48F6-BA66-D5EAA52030E6}" dt="2024-08-23T15:29:16.828" v="643" actId="6549"/>
          <ac:spMkLst>
            <pc:docMk/>
            <pc:sldMk cId="4077105178" sldId="1475"/>
            <ac:spMk id="13" creationId="{F90AFB74-83FD-8F85-3412-5B2B465B437B}"/>
          </ac:spMkLst>
        </pc:spChg>
      </pc:sldChg>
      <pc:sldChg chg="mod modShow">
        <pc:chgData name="Rosmin Elsa" userId="8f13a6be4da41318" providerId="LiveId" clId="{7A6A1B0E-21D4-48F6-BA66-D5EAA52030E6}" dt="2024-08-23T09:48:26.653" v="202" actId="729"/>
        <pc:sldMkLst>
          <pc:docMk/>
          <pc:sldMk cId="1985140678" sldId="1476"/>
        </pc:sldMkLst>
      </pc:sldChg>
      <pc:sldChg chg="modSp mod modShow">
        <pc:chgData name="Rosmin Elsa" userId="8f13a6be4da41318" providerId="LiveId" clId="{7A6A1B0E-21D4-48F6-BA66-D5EAA52030E6}" dt="2024-08-23T15:32:13.522" v="644" actId="27107"/>
        <pc:sldMkLst>
          <pc:docMk/>
          <pc:sldMk cId="837277863" sldId="1477"/>
        </pc:sldMkLst>
        <pc:spChg chg="mod">
          <ac:chgData name="Rosmin Elsa" userId="8f13a6be4da41318" providerId="LiveId" clId="{7A6A1B0E-21D4-48F6-BA66-D5EAA52030E6}" dt="2024-08-23T15:32:13.522" v="644" actId="27107"/>
          <ac:spMkLst>
            <pc:docMk/>
            <pc:sldMk cId="837277863" sldId="1477"/>
            <ac:spMk id="6" creationId="{00B7E6C3-DC3B-BC8E-EE75-86995C7F8ADF}"/>
          </ac:spMkLst>
        </pc:spChg>
      </pc:sldChg>
      <pc:sldChg chg="modSp mod modShow">
        <pc:chgData name="Rosmin Elsa" userId="8f13a6be4da41318" providerId="LiveId" clId="{7A6A1B0E-21D4-48F6-BA66-D5EAA52030E6}" dt="2024-08-23T15:09:57.546" v="496" actId="20577"/>
        <pc:sldMkLst>
          <pc:docMk/>
          <pc:sldMk cId="4171570983" sldId="1478"/>
        </pc:sldMkLst>
        <pc:spChg chg="mod">
          <ac:chgData name="Rosmin Elsa" userId="8f13a6be4da41318" providerId="LiveId" clId="{7A6A1B0E-21D4-48F6-BA66-D5EAA52030E6}" dt="2024-08-23T10:18:12.568" v="486" actId="6549"/>
          <ac:spMkLst>
            <pc:docMk/>
            <pc:sldMk cId="4171570983" sldId="1478"/>
            <ac:spMk id="6" creationId="{9774693D-CD44-5CB7-0C93-3628B747F75C}"/>
          </ac:spMkLst>
        </pc:spChg>
        <pc:spChg chg="mod">
          <ac:chgData name="Rosmin Elsa" userId="8f13a6be4da41318" providerId="LiveId" clId="{7A6A1B0E-21D4-48F6-BA66-D5EAA52030E6}" dt="2024-08-23T15:09:57.546" v="496" actId="20577"/>
          <ac:spMkLst>
            <pc:docMk/>
            <pc:sldMk cId="4171570983" sldId="1478"/>
            <ac:spMk id="9" creationId="{D56A539C-4C26-5D1C-7D31-2EAE3D32C470}"/>
          </ac:spMkLst>
        </pc:spChg>
      </pc:sldChg>
      <pc:sldChg chg="del mod modShow">
        <pc:chgData name="Rosmin Elsa" userId="8f13a6be4da41318" providerId="LiveId" clId="{7A6A1B0E-21D4-48F6-BA66-D5EAA52030E6}" dt="2024-08-23T15:11:08.297" v="506" actId="2696"/>
        <pc:sldMkLst>
          <pc:docMk/>
          <pc:sldMk cId="29450327" sldId="1481"/>
        </pc:sldMkLst>
      </pc:sldChg>
      <pc:sldChg chg="del mod modShow">
        <pc:chgData name="Rosmin Elsa" userId="8f13a6be4da41318" providerId="LiveId" clId="{7A6A1B0E-21D4-48F6-BA66-D5EAA52030E6}" dt="2024-08-23T15:11:08.297" v="506" actId="2696"/>
        <pc:sldMkLst>
          <pc:docMk/>
          <pc:sldMk cId="3083004799" sldId="1482"/>
        </pc:sldMkLst>
      </pc:sldChg>
      <pc:sldChg chg="del mod modShow">
        <pc:chgData name="Rosmin Elsa" userId="8f13a6be4da41318" providerId="LiveId" clId="{7A6A1B0E-21D4-48F6-BA66-D5EAA52030E6}" dt="2024-08-23T15:11:08.297" v="506" actId="2696"/>
        <pc:sldMkLst>
          <pc:docMk/>
          <pc:sldMk cId="395938368" sldId="1483"/>
        </pc:sldMkLst>
      </pc:sldChg>
      <pc:sldChg chg="del mod modShow">
        <pc:chgData name="Rosmin Elsa" userId="8f13a6be4da41318" providerId="LiveId" clId="{7A6A1B0E-21D4-48F6-BA66-D5EAA52030E6}" dt="2024-08-23T15:11:08.297" v="506" actId="2696"/>
        <pc:sldMkLst>
          <pc:docMk/>
          <pc:sldMk cId="661357680" sldId="1484"/>
        </pc:sldMkLst>
      </pc:sldChg>
      <pc:sldChg chg="del mod modShow">
        <pc:chgData name="Rosmin Elsa" userId="8f13a6be4da41318" providerId="LiveId" clId="{7A6A1B0E-21D4-48F6-BA66-D5EAA52030E6}" dt="2024-08-23T15:11:08.297" v="506" actId="2696"/>
        <pc:sldMkLst>
          <pc:docMk/>
          <pc:sldMk cId="699412293" sldId="1485"/>
        </pc:sldMkLst>
      </pc:sldChg>
      <pc:sldChg chg="del mod modShow">
        <pc:chgData name="Rosmin Elsa" userId="8f13a6be4da41318" providerId="LiveId" clId="{7A6A1B0E-21D4-48F6-BA66-D5EAA52030E6}" dt="2024-08-23T15:11:08.297" v="506" actId="2696"/>
        <pc:sldMkLst>
          <pc:docMk/>
          <pc:sldMk cId="2573244582" sldId="1486"/>
        </pc:sldMkLst>
      </pc:sldChg>
      <pc:sldChg chg="del mod modShow">
        <pc:chgData name="Rosmin Elsa" userId="8f13a6be4da41318" providerId="LiveId" clId="{7A6A1B0E-21D4-48F6-BA66-D5EAA52030E6}" dt="2024-08-23T15:11:08.297" v="506" actId="2696"/>
        <pc:sldMkLst>
          <pc:docMk/>
          <pc:sldMk cId="2734668960" sldId="1487"/>
        </pc:sldMkLst>
      </pc:sldChg>
      <pc:sldChg chg="del mod modShow">
        <pc:chgData name="Rosmin Elsa" userId="8f13a6be4da41318" providerId="LiveId" clId="{7A6A1B0E-21D4-48F6-BA66-D5EAA52030E6}" dt="2024-08-23T15:11:08.297" v="506" actId="2696"/>
        <pc:sldMkLst>
          <pc:docMk/>
          <pc:sldMk cId="1447438259" sldId="1488"/>
        </pc:sldMkLst>
      </pc:sldChg>
      <pc:sldChg chg="del mod modShow">
        <pc:chgData name="Rosmin Elsa" userId="8f13a6be4da41318" providerId="LiveId" clId="{7A6A1B0E-21D4-48F6-BA66-D5EAA52030E6}" dt="2024-08-23T15:11:08.297" v="506" actId="2696"/>
        <pc:sldMkLst>
          <pc:docMk/>
          <pc:sldMk cId="1774355143" sldId="1489"/>
        </pc:sldMkLst>
      </pc:sldChg>
      <pc:sldChg chg="addSp delSp modSp mod">
        <pc:chgData name="Rosmin Elsa" userId="8f13a6be4da41318" providerId="LiveId" clId="{7A6A1B0E-21D4-48F6-BA66-D5EAA52030E6}" dt="2024-08-23T15:35:41.606" v="656" actId="20577"/>
        <pc:sldMkLst>
          <pc:docMk/>
          <pc:sldMk cId="2268015802" sldId="1490"/>
        </pc:sldMkLst>
        <pc:spChg chg="mod">
          <ac:chgData name="Rosmin Elsa" userId="8f13a6be4da41318" providerId="LiveId" clId="{7A6A1B0E-21D4-48F6-BA66-D5EAA52030E6}" dt="2024-08-23T15:21:58.540" v="622"/>
          <ac:spMkLst>
            <pc:docMk/>
            <pc:sldMk cId="2268015802" sldId="1490"/>
            <ac:spMk id="2" creationId="{69072751-0DFD-E04D-8DBC-6192EE4B4B2A}"/>
          </ac:spMkLst>
        </pc:spChg>
        <pc:spChg chg="del">
          <ac:chgData name="Rosmin Elsa" userId="8f13a6be4da41318" providerId="LiveId" clId="{7A6A1B0E-21D4-48F6-BA66-D5EAA52030E6}" dt="2024-08-23T09:43:01.733" v="160" actId="478"/>
          <ac:spMkLst>
            <pc:docMk/>
            <pc:sldMk cId="2268015802" sldId="1490"/>
            <ac:spMk id="3" creationId="{DFD3087A-542A-9E8A-2F04-286C1B72B61A}"/>
          </ac:spMkLst>
        </pc:spChg>
        <pc:spChg chg="add mod">
          <ac:chgData name="Rosmin Elsa" userId="8f13a6be4da41318" providerId="LiveId" clId="{7A6A1B0E-21D4-48F6-BA66-D5EAA52030E6}" dt="2024-08-23T15:21:02.901" v="596" actId="1076"/>
          <ac:spMkLst>
            <pc:docMk/>
            <pc:sldMk cId="2268015802" sldId="1490"/>
            <ac:spMk id="4" creationId="{1ADA67F3-26B9-DFE2-4EEB-3CD63D772246}"/>
          </ac:spMkLst>
        </pc:spChg>
        <pc:spChg chg="mod">
          <ac:chgData name="Rosmin Elsa" userId="8f13a6be4da41318" providerId="LiveId" clId="{7A6A1B0E-21D4-48F6-BA66-D5EAA52030E6}" dt="2024-08-23T15:35:41.606" v="656" actId="20577"/>
          <ac:spMkLst>
            <pc:docMk/>
            <pc:sldMk cId="2268015802" sldId="1490"/>
            <ac:spMk id="6" creationId="{B48AEF40-D79D-77F3-773C-095D81075E36}"/>
          </ac:spMkLst>
        </pc:spChg>
        <pc:picChg chg="mod">
          <ac:chgData name="Rosmin Elsa" userId="8f13a6be4da41318" providerId="LiveId" clId="{7A6A1B0E-21D4-48F6-BA66-D5EAA52030E6}" dt="2024-08-23T09:45:52.146" v="188" actId="1076"/>
          <ac:picMkLst>
            <pc:docMk/>
            <pc:sldMk cId="2268015802" sldId="1490"/>
            <ac:picMk id="9" creationId="{4BC5C584-7550-42C0-5176-232FC90F0FD6}"/>
          </ac:picMkLst>
        </pc:picChg>
      </pc:sldChg>
      <pc:sldChg chg="addSp delSp modSp mod">
        <pc:chgData name="Rosmin Elsa" userId="8f13a6be4da41318" providerId="LiveId" clId="{7A6A1B0E-21D4-48F6-BA66-D5EAA52030E6}" dt="2024-08-23T15:36:17.040" v="669" actId="20577"/>
        <pc:sldMkLst>
          <pc:docMk/>
          <pc:sldMk cId="786665984" sldId="1491"/>
        </pc:sldMkLst>
        <pc:spChg chg="mod">
          <ac:chgData name="Rosmin Elsa" userId="8f13a6be4da41318" providerId="LiveId" clId="{7A6A1B0E-21D4-48F6-BA66-D5EAA52030E6}" dt="2024-08-23T15:22:01.852" v="623"/>
          <ac:spMkLst>
            <pc:docMk/>
            <pc:sldMk cId="786665984" sldId="1491"/>
            <ac:spMk id="2" creationId="{69072751-0DFD-E04D-8DBC-6192EE4B4B2A}"/>
          </ac:spMkLst>
        </pc:spChg>
        <pc:spChg chg="del">
          <ac:chgData name="Rosmin Elsa" userId="8f13a6be4da41318" providerId="LiveId" clId="{7A6A1B0E-21D4-48F6-BA66-D5EAA52030E6}" dt="2024-08-23T09:43:37.285" v="170" actId="478"/>
          <ac:spMkLst>
            <pc:docMk/>
            <pc:sldMk cId="786665984" sldId="1491"/>
            <ac:spMk id="3" creationId="{DFD3087A-542A-9E8A-2F04-286C1B72B61A}"/>
          </ac:spMkLst>
        </pc:spChg>
        <pc:spChg chg="add mod">
          <ac:chgData name="Rosmin Elsa" userId="8f13a6be4da41318" providerId="LiveId" clId="{7A6A1B0E-21D4-48F6-BA66-D5EAA52030E6}" dt="2024-08-23T15:20:57.742" v="595" actId="1076"/>
          <ac:spMkLst>
            <pc:docMk/>
            <pc:sldMk cId="786665984" sldId="1491"/>
            <ac:spMk id="4" creationId="{AB26D545-B276-5304-DC16-72D6F4A77406}"/>
          </ac:spMkLst>
        </pc:spChg>
        <pc:spChg chg="mod">
          <ac:chgData name="Rosmin Elsa" userId="8f13a6be4da41318" providerId="LiveId" clId="{7A6A1B0E-21D4-48F6-BA66-D5EAA52030E6}" dt="2024-08-23T15:36:17.040" v="669" actId="20577"/>
          <ac:spMkLst>
            <pc:docMk/>
            <pc:sldMk cId="786665984" sldId="1491"/>
            <ac:spMk id="6" creationId="{B48AEF40-D79D-77F3-773C-095D81075E36}"/>
          </ac:spMkLst>
        </pc:spChg>
        <pc:spChg chg="mod">
          <ac:chgData name="Rosmin Elsa" userId="8f13a6be4da41318" providerId="LiveId" clId="{7A6A1B0E-21D4-48F6-BA66-D5EAA52030E6}" dt="2024-08-23T09:45:45.028" v="187" actId="1076"/>
          <ac:spMkLst>
            <pc:docMk/>
            <pc:sldMk cId="786665984" sldId="1491"/>
            <ac:spMk id="7" creationId="{1E034DBB-D11D-E8BD-DFC3-703615F257C6}"/>
          </ac:spMkLst>
        </pc:spChg>
        <pc:picChg chg="mod">
          <ac:chgData name="Rosmin Elsa" userId="8f13a6be4da41318" providerId="LiveId" clId="{7A6A1B0E-21D4-48F6-BA66-D5EAA52030E6}" dt="2024-08-23T09:46:31.988" v="192" actId="1076"/>
          <ac:picMkLst>
            <pc:docMk/>
            <pc:sldMk cId="786665984" sldId="1491"/>
            <ac:picMk id="9" creationId="{4BC5C584-7550-42C0-5176-232FC90F0FD6}"/>
          </ac:picMkLst>
        </pc:picChg>
      </pc:sldChg>
      <pc:sldChg chg="del">
        <pc:chgData name="Rosmin Elsa" userId="8f13a6be4da41318" providerId="LiveId" clId="{7A6A1B0E-21D4-48F6-BA66-D5EAA52030E6}" dt="2024-08-23T09:44:54.503" v="184" actId="2696"/>
        <pc:sldMkLst>
          <pc:docMk/>
          <pc:sldMk cId="445630543" sldId="1492"/>
        </pc:sldMkLst>
      </pc:sldChg>
      <pc:sldChg chg="del mod modShow">
        <pc:chgData name="Rosmin Elsa" userId="8f13a6be4da41318" providerId="LiveId" clId="{7A6A1B0E-21D4-48F6-BA66-D5EAA52030E6}" dt="2024-08-23T09:51:37.463" v="286" actId="47"/>
        <pc:sldMkLst>
          <pc:docMk/>
          <pc:sldMk cId="94645776" sldId="1493"/>
        </pc:sldMkLst>
      </pc:sldChg>
      <pc:sldChg chg="modSp mod modShow">
        <pc:chgData name="Rosmin Elsa" userId="8f13a6be4da41318" providerId="LiveId" clId="{7A6A1B0E-21D4-48F6-BA66-D5EAA52030E6}" dt="2024-08-23T15:37:51.941" v="681" actId="20577"/>
        <pc:sldMkLst>
          <pc:docMk/>
          <pc:sldMk cId="278802787" sldId="1494"/>
        </pc:sldMkLst>
        <pc:spChg chg="mod">
          <ac:chgData name="Rosmin Elsa" userId="8f13a6be4da41318" providerId="LiveId" clId="{7A6A1B0E-21D4-48F6-BA66-D5EAA52030E6}" dt="2024-08-23T15:37:51.941" v="681" actId="20577"/>
          <ac:spMkLst>
            <pc:docMk/>
            <pc:sldMk cId="278802787" sldId="1494"/>
            <ac:spMk id="5" creationId="{A2047971-DA85-C751-DC5A-5C52B51C52BA}"/>
          </ac:spMkLst>
        </pc:spChg>
        <pc:spChg chg="mod">
          <ac:chgData name="Rosmin Elsa" userId="8f13a6be4da41318" providerId="LiveId" clId="{7A6A1B0E-21D4-48F6-BA66-D5EAA52030E6}" dt="2024-08-23T15:28:31.382" v="637" actId="27107"/>
          <ac:spMkLst>
            <pc:docMk/>
            <pc:sldMk cId="278802787" sldId="1494"/>
            <ac:spMk id="6" creationId="{BA0B3BE2-D998-167B-8C65-476E697BA331}"/>
          </ac:spMkLst>
        </pc:spChg>
        <pc:spChg chg="mod">
          <ac:chgData name="Rosmin Elsa" userId="8f13a6be4da41318" providerId="LiveId" clId="{7A6A1B0E-21D4-48F6-BA66-D5EAA52030E6}" dt="2024-08-23T15:28:45.201" v="638" actId="6549"/>
          <ac:spMkLst>
            <pc:docMk/>
            <pc:sldMk cId="278802787" sldId="1494"/>
            <ac:spMk id="13" creationId="{F90AFB74-83FD-8F85-3412-5B2B465B437B}"/>
          </ac:spMkLst>
        </pc:spChg>
      </pc:sldChg>
      <pc:sldChg chg="modSp del mod modShow">
        <pc:chgData name="Rosmin Elsa" userId="8f13a6be4da41318" providerId="LiveId" clId="{7A6A1B0E-21D4-48F6-BA66-D5EAA52030E6}" dt="2024-08-23T10:08:12.854" v="390" actId="2696"/>
        <pc:sldMkLst>
          <pc:docMk/>
          <pc:sldMk cId="3928759848" sldId="1495"/>
        </pc:sldMkLst>
        <pc:spChg chg="mod">
          <ac:chgData name="Rosmin Elsa" userId="8f13a6be4da41318" providerId="LiveId" clId="{7A6A1B0E-21D4-48F6-BA66-D5EAA52030E6}" dt="2024-08-23T10:03:23.761" v="371"/>
          <ac:spMkLst>
            <pc:docMk/>
            <pc:sldMk cId="3928759848" sldId="1495"/>
            <ac:spMk id="13" creationId="{F90AFB74-83FD-8F85-3412-5B2B465B437B}"/>
          </ac:spMkLst>
        </pc:spChg>
      </pc:sldChg>
      <pc:sldChg chg="mod modShow">
        <pc:chgData name="Rosmin Elsa" userId="8f13a6be4da41318" providerId="LiveId" clId="{7A6A1B0E-21D4-48F6-BA66-D5EAA52030E6}" dt="2024-08-23T09:48:26.653" v="202" actId="729"/>
        <pc:sldMkLst>
          <pc:docMk/>
          <pc:sldMk cId="4163302466" sldId="1496"/>
        </pc:sldMkLst>
      </pc:sldChg>
      <pc:sldChg chg="mod modShow">
        <pc:chgData name="Rosmin Elsa" userId="8f13a6be4da41318" providerId="LiveId" clId="{7A6A1B0E-21D4-48F6-BA66-D5EAA52030E6}" dt="2024-08-23T09:48:26.653" v="202" actId="729"/>
        <pc:sldMkLst>
          <pc:docMk/>
          <pc:sldMk cId="631278826" sldId="1497"/>
        </pc:sldMkLst>
      </pc:sldChg>
      <pc:sldChg chg="mod modShow">
        <pc:chgData name="Rosmin Elsa" userId="8f13a6be4da41318" providerId="LiveId" clId="{7A6A1B0E-21D4-48F6-BA66-D5EAA52030E6}" dt="2024-08-23T09:48:26.653" v="202" actId="729"/>
        <pc:sldMkLst>
          <pc:docMk/>
          <pc:sldMk cId="1056253493" sldId="1498"/>
        </pc:sldMkLst>
      </pc:sldChg>
      <pc:sldChg chg="mod modShow">
        <pc:chgData name="Rosmin Elsa" userId="8f13a6be4da41318" providerId="LiveId" clId="{7A6A1B0E-21D4-48F6-BA66-D5EAA52030E6}" dt="2024-08-23T09:48:26.653" v="202" actId="729"/>
        <pc:sldMkLst>
          <pc:docMk/>
          <pc:sldMk cId="1955710030" sldId="1499"/>
        </pc:sldMkLst>
      </pc:sldChg>
      <pc:sldChg chg="mod modShow">
        <pc:chgData name="Rosmin Elsa" userId="8f13a6be4da41318" providerId="LiveId" clId="{7A6A1B0E-21D4-48F6-BA66-D5EAA52030E6}" dt="2024-08-23T09:48:26.653" v="202" actId="729"/>
        <pc:sldMkLst>
          <pc:docMk/>
          <pc:sldMk cId="3277868355" sldId="1500"/>
        </pc:sldMkLst>
      </pc:sldChg>
      <pc:sldChg chg="mod modShow">
        <pc:chgData name="Rosmin Elsa" userId="8f13a6be4da41318" providerId="LiveId" clId="{7A6A1B0E-21D4-48F6-BA66-D5EAA52030E6}" dt="2024-08-23T09:48:26.653" v="202" actId="729"/>
        <pc:sldMkLst>
          <pc:docMk/>
          <pc:sldMk cId="3284377517" sldId="1501"/>
        </pc:sldMkLst>
      </pc:sldChg>
      <pc:sldChg chg="mod modShow">
        <pc:chgData name="Rosmin Elsa" userId="8f13a6be4da41318" providerId="LiveId" clId="{7A6A1B0E-21D4-48F6-BA66-D5EAA52030E6}" dt="2024-08-23T09:48:26.653" v="202" actId="729"/>
        <pc:sldMkLst>
          <pc:docMk/>
          <pc:sldMk cId="650011059" sldId="1502"/>
        </pc:sldMkLst>
      </pc:sldChg>
      <pc:sldChg chg="modSp add mod">
        <pc:chgData name="Rosmin Elsa" userId="8f13a6be4da41318" providerId="LiveId" clId="{7A6A1B0E-21D4-48F6-BA66-D5EAA52030E6}" dt="2024-08-23T15:35:20.615" v="652" actId="20577"/>
        <pc:sldMkLst>
          <pc:docMk/>
          <pc:sldMk cId="12393189" sldId="1503"/>
        </pc:sldMkLst>
        <pc:spChg chg="mod">
          <ac:chgData name="Rosmin Elsa" userId="8f13a6be4da41318" providerId="LiveId" clId="{7A6A1B0E-21D4-48F6-BA66-D5EAA52030E6}" dt="2024-08-23T09:38:12.165" v="138" actId="20577"/>
          <ac:spMkLst>
            <pc:docMk/>
            <pc:sldMk cId="12393189" sldId="1503"/>
            <ac:spMk id="3" creationId="{50098C9C-7A7C-A361-89C3-CB0D9F1C1E3A}"/>
          </ac:spMkLst>
        </pc:spChg>
        <pc:spChg chg="mod">
          <ac:chgData name="Rosmin Elsa" userId="8f13a6be4da41318" providerId="LiveId" clId="{7A6A1B0E-21D4-48F6-BA66-D5EAA52030E6}" dt="2024-08-23T15:35:20.615" v="652" actId="20577"/>
          <ac:spMkLst>
            <pc:docMk/>
            <pc:sldMk cId="12393189" sldId="1503"/>
            <ac:spMk id="5" creationId="{3E16CFBD-E0AF-57EE-01B9-A67C4B76D0B5}"/>
          </ac:spMkLst>
        </pc:spChg>
      </pc:sldChg>
      <pc:sldChg chg="add del">
        <pc:chgData name="Rosmin Elsa" userId="8f13a6be4da41318" providerId="LiveId" clId="{7A6A1B0E-21D4-48F6-BA66-D5EAA52030E6}" dt="2024-08-23T09:51:40.057" v="288"/>
        <pc:sldMkLst>
          <pc:docMk/>
          <pc:sldMk cId="990402691" sldId="1504"/>
        </pc:sldMkLst>
      </pc:sldChg>
      <pc:sldChg chg="modSp add mod">
        <pc:chgData name="Rosmin Elsa" userId="8f13a6be4da41318" providerId="LiveId" clId="{7A6A1B0E-21D4-48F6-BA66-D5EAA52030E6}" dt="2024-08-23T15:41:01.635" v="704"/>
        <pc:sldMkLst>
          <pc:docMk/>
          <pc:sldMk cId="3020737113" sldId="1504"/>
        </pc:sldMkLst>
        <pc:spChg chg="mod">
          <ac:chgData name="Rosmin Elsa" userId="8f13a6be4da41318" providerId="LiveId" clId="{7A6A1B0E-21D4-48F6-BA66-D5EAA52030E6}" dt="2024-08-23T15:36:30.356" v="670" actId="20577"/>
          <ac:spMkLst>
            <pc:docMk/>
            <pc:sldMk cId="3020737113" sldId="1504"/>
            <ac:spMk id="5" creationId="{002312A7-33C9-D63C-33EF-E395463CEF78}"/>
          </ac:spMkLst>
        </pc:spChg>
        <pc:spChg chg="mod">
          <ac:chgData name="Rosmin Elsa" userId="8f13a6be4da41318" providerId="LiveId" clId="{7A6A1B0E-21D4-48F6-BA66-D5EAA52030E6}" dt="2024-08-23T15:23:40.328" v="628" actId="33524"/>
          <ac:spMkLst>
            <pc:docMk/>
            <pc:sldMk cId="3020737113" sldId="1504"/>
            <ac:spMk id="6" creationId="{2D75DE56-5F0C-5056-AE13-29D86795AD33}"/>
          </ac:spMkLst>
        </pc:spChg>
        <pc:spChg chg="mod">
          <ac:chgData name="Rosmin Elsa" userId="8f13a6be4da41318" providerId="LiveId" clId="{7A6A1B0E-21D4-48F6-BA66-D5EAA52030E6}" dt="2024-08-23T15:41:01.635" v="704"/>
          <ac:spMkLst>
            <pc:docMk/>
            <pc:sldMk cId="3020737113" sldId="1504"/>
            <ac:spMk id="8" creationId="{006B5B6E-8198-6E5C-6E84-9D75287DF58B}"/>
          </ac:spMkLst>
        </pc:spChg>
      </pc:sldChg>
      <pc:sldChg chg="add del">
        <pc:chgData name="Rosmin Elsa" userId="8f13a6be4da41318" providerId="LiveId" clId="{7A6A1B0E-21D4-48F6-BA66-D5EAA52030E6}" dt="2024-08-23T09:51:40.057" v="288"/>
        <pc:sldMkLst>
          <pc:docMk/>
          <pc:sldMk cId="361706051" sldId="1505"/>
        </pc:sldMkLst>
      </pc:sldChg>
      <pc:sldChg chg="modSp add mod">
        <pc:chgData name="Rosmin Elsa" userId="8f13a6be4da41318" providerId="LiveId" clId="{7A6A1B0E-21D4-48F6-BA66-D5EAA52030E6}" dt="2024-08-23T15:41:04.827" v="705"/>
        <pc:sldMkLst>
          <pc:docMk/>
          <pc:sldMk cId="3020047500" sldId="1505"/>
        </pc:sldMkLst>
        <pc:spChg chg="mod">
          <ac:chgData name="Rosmin Elsa" userId="8f13a6be4da41318" providerId="LiveId" clId="{7A6A1B0E-21D4-48F6-BA66-D5EAA52030E6}" dt="2024-08-23T15:23:50.397" v="630" actId="33524"/>
          <ac:spMkLst>
            <pc:docMk/>
            <pc:sldMk cId="3020047500" sldId="1505"/>
            <ac:spMk id="2" creationId="{57202B73-E8EE-67C3-7C71-924AA70880D1}"/>
          </ac:spMkLst>
        </pc:spChg>
        <pc:spChg chg="mod">
          <ac:chgData name="Rosmin Elsa" userId="8f13a6be4da41318" providerId="LiveId" clId="{7A6A1B0E-21D4-48F6-BA66-D5EAA52030E6}" dt="2024-08-23T15:36:33.813" v="671" actId="20577"/>
          <ac:spMkLst>
            <pc:docMk/>
            <pc:sldMk cId="3020047500" sldId="1505"/>
            <ac:spMk id="5" creationId="{0F36563C-ACF3-6396-FBBC-277D5688DA36}"/>
          </ac:spMkLst>
        </pc:spChg>
        <pc:spChg chg="mod">
          <ac:chgData name="Rosmin Elsa" userId="8f13a6be4da41318" providerId="LiveId" clId="{7A6A1B0E-21D4-48F6-BA66-D5EAA52030E6}" dt="2024-08-23T15:41:04.827" v="705"/>
          <ac:spMkLst>
            <pc:docMk/>
            <pc:sldMk cId="3020047500" sldId="1505"/>
            <ac:spMk id="8" creationId="{4BAC8562-D3A9-2F9C-BC47-4C2B3FDE803F}"/>
          </ac:spMkLst>
        </pc:spChg>
      </pc:sldChg>
      <pc:sldChg chg="add del">
        <pc:chgData name="Rosmin Elsa" userId="8f13a6be4da41318" providerId="LiveId" clId="{7A6A1B0E-21D4-48F6-BA66-D5EAA52030E6}" dt="2024-08-23T09:53:32.517" v="308" actId="47"/>
        <pc:sldMkLst>
          <pc:docMk/>
          <pc:sldMk cId="1756148160" sldId="1506"/>
        </pc:sldMkLst>
      </pc:sldChg>
      <pc:sldChg chg="modSp add mod">
        <pc:chgData name="Rosmin Elsa" userId="8f13a6be4da41318" providerId="LiveId" clId="{7A6A1B0E-21D4-48F6-BA66-D5EAA52030E6}" dt="2024-08-23T10:12:09.254" v="413" actId="20577"/>
        <pc:sldMkLst>
          <pc:docMk/>
          <pc:sldMk cId="4104101448" sldId="1506"/>
        </pc:sldMkLst>
        <pc:spChg chg="mod">
          <ac:chgData name="Rosmin Elsa" userId="8f13a6be4da41318" providerId="LiveId" clId="{7A6A1B0E-21D4-48F6-BA66-D5EAA52030E6}" dt="2024-08-23T10:12:09.254" v="413" actId="20577"/>
          <ac:spMkLst>
            <pc:docMk/>
            <pc:sldMk cId="4104101448" sldId="1506"/>
            <ac:spMk id="2" creationId="{00000000-0000-0000-0000-000000000000}"/>
          </ac:spMkLst>
        </pc:spChg>
      </pc:sldChg>
      <pc:sldChg chg="addSp delSp modSp add mod">
        <pc:chgData name="Rosmin Elsa" userId="8f13a6be4da41318" providerId="LiveId" clId="{7A6A1B0E-21D4-48F6-BA66-D5EAA52030E6}" dt="2024-08-23T15:38:02.818" v="682" actId="20577"/>
        <pc:sldMkLst>
          <pc:docMk/>
          <pc:sldMk cId="1811843611" sldId="1507"/>
        </pc:sldMkLst>
        <pc:spChg chg="add del">
          <ac:chgData name="Rosmin Elsa" userId="8f13a6be4da41318" providerId="LiveId" clId="{7A6A1B0E-21D4-48F6-BA66-D5EAA52030E6}" dt="2024-08-23T10:13:19.899" v="424" actId="22"/>
          <ac:spMkLst>
            <pc:docMk/>
            <pc:sldMk cId="1811843611" sldId="1507"/>
            <ac:spMk id="3" creationId="{98883137-F96B-91C1-802C-C6D0EE8D5B2D}"/>
          </ac:spMkLst>
        </pc:spChg>
        <pc:spChg chg="mod">
          <ac:chgData name="Rosmin Elsa" userId="8f13a6be4da41318" providerId="LiveId" clId="{7A6A1B0E-21D4-48F6-BA66-D5EAA52030E6}" dt="2024-08-23T15:38:02.818" v="682" actId="20577"/>
          <ac:spMkLst>
            <pc:docMk/>
            <pc:sldMk cId="1811843611" sldId="1507"/>
            <ac:spMk id="5" creationId="{D15CBCA4-8279-49A0-BDA5-8F1C3F65A437}"/>
          </ac:spMkLst>
        </pc:spChg>
        <pc:spChg chg="mod">
          <ac:chgData name="Rosmin Elsa" userId="8f13a6be4da41318" providerId="LiveId" clId="{7A6A1B0E-21D4-48F6-BA66-D5EAA52030E6}" dt="2024-08-23T10:13:14.581" v="422" actId="20577"/>
          <ac:spMkLst>
            <pc:docMk/>
            <pc:sldMk cId="1811843611" sldId="1507"/>
            <ac:spMk id="6" creationId="{00B7E6C3-DC3B-BC8E-EE75-86995C7F8ADF}"/>
          </ac:spMkLst>
        </pc:spChg>
        <pc:spChg chg="mod">
          <ac:chgData name="Rosmin Elsa" userId="8f13a6be4da41318" providerId="LiveId" clId="{7A6A1B0E-21D4-48F6-BA66-D5EAA52030E6}" dt="2024-08-23T10:12:17.524" v="417" actId="20577"/>
          <ac:spMkLst>
            <pc:docMk/>
            <pc:sldMk cId="1811843611" sldId="1507"/>
            <ac:spMk id="9" creationId="{DC17D8D8-E9C5-D2A8-A52F-7AE59A61C67B}"/>
          </ac:spMkLst>
        </pc:spChg>
      </pc:sldChg>
      <pc:sldChg chg="add del">
        <pc:chgData name="Rosmin Elsa" userId="8f13a6be4da41318" providerId="LiveId" clId="{7A6A1B0E-21D4-48F6-BA66-D5EAA52030E6}" dt="2024-08-23T09:53:32.517" v="308" actId="47"/>
        <pc:sldMkLst>
          <pc:docMk/>
          <pc:sldMk cId="2267643318" sldId="1507"/>
        </pc:sldMkLst>
      </pc:sldChg>
      <pc:sldChg chg="modSp add mod">
        <pc:chgData name="Rosmin Elsa" userId="8f13a6be4da41318" providerId="LiveId" clId="{7A6A1B0E-21D4-48F6-BA66-D5EAA52030E6}" dt="2024-08-23T15:38:10.252" v="684" actId="20577"/>
        <pc:sldMkLst>
          <pc:docMk/>
          <pc:sldMk cId="3926189785" sldId="1508"/>
        </pc:sldMkLst>
        <pc:spChg chg="mod">
          <ac:chgData name="Rosmin Elsa" userId="8f13a6be4da41318" providerId="LiveId" clId="{7A6A1B0E-21D4-48F6-BA66-D5EAA52030E6}" dt="2024-08-23T15:38:10.252" v="684" actId="20577"/>
          <ac:spMkLst>
            <pc:docMk/>
            <pc:sldMk cId="3926189785" sldId="1508"/>
            <ac:spMk id="5" creationId="{D15CBCA4-8279-49A0-BDA5-8F1C3F65A437}"/>
          </ac:spMkLst>
        </pc:spChg>
        <pc:spChg chg="mod">
          <ac:chgData name="Rosmin Elsa" userId="8f13a6be4da41318" providerId="LiveId" clId="{7A6A1B0E-21D4-48F6-BA66-D5EAA52030E6}" dt="2024-08-23T10:14:37.771" v="441" actId="33524"/>
          <ac:spMkLst>
            <pc:docMk/>
            <pc:sldMk cId="3926189785" sldId="1508"/>
            <ac:spMk id="6" creationId="{00B7E6C3-DC3B-BC8E-EE75-86995C7F8ADF}"/>
          </ac:spMkLst>
        </pc:spChg>
      </pc:sldChg>
      <pc:sldChg chg="addSp delSp modSp add mod">
        <pc:chgData name="Rosmin Elsa" userId="8f13a6be4da41318" providerId="LiveId" clId="{7A6A1B0E-21D4-48F6-BA66-D5EAA52030E6}" dt="2024-08-23T15:38:18.399" v="686" actId="20577"/>
        <pc:sldMkLst>
          <pc:docMk/>
          <pc:sldMk cId="2738318269" sldId="1509"/>
        </pc:sldMkLst>
        <pc:spChg chg="add del">
          <ac:chgData name="Rosmin Elsa" userId="8f13a6be4da41318" providerId="LiveId" clId="{7A6A1B0E-21D4-48F6-BA66-D5EAA52030E6}" dt="2024-08-23T10:13:57.596" v="434" actId="22"/>
          <ac:spMkLst>
            <pc:docMk/>
            <pc:sldMk cId="2738318269" sldId="1509"/>
            <ac:spMk id="3" creationId="{9D517382-5719-4438-C447-495BA54FDF54}"/>
          </ac:spMkLst>
        </pc:spChg>
        <pc:spChg chg="mod">
          <ac:chgData name="Rosmin Elsa" userId="8f13a6be4da41318" providerId="LiveId" clId="{7A6A1B0E-21D4-48F6-BA66-D5EAA52030E6}" dt="2024-08-23T15:38:18.399" v="686" actId="20577"/>
          <ac:spMkLst>
            <pc:docMk/>
            <pc:sldMk cId="2738318269" sldId="1509"/>
            <ac:spMk id="5" creationId="{D15CBCA4-8279-49A0-BDA5-8F1C3F65A437}"/>
          </ac:spMkLst>
        </pc:spChg>
        <pc:spChg chg="mod">
          <ac:chgData name="Rosmin Elsa" userId="8f13a6be4da41318" providerId="LiveId" clId="{7A6A1B0E-21D4-48F6-BA66-D5EAA52030E6}" dt="2024-08-23T10:13:52.932" v="432"/>
          <ac:spMkLst>
            <pc:docMk/>
            <pc:sldMk cId="2738318269" sldId="1509"/>
            <ac:spMk id="6" creationId="{00B7E6C3-DC3B-BC8E-EE75-86995C7F8ADF}"/>
          </ac:spMkLst>
        </pc:spChg>
        <pc:spChg chg="add del">
          <ac:chgData name="Rosmin Elsa" userId="8f13a6be4da41318" providerId="LiveId" clId="{7A6A1B0E-21D4-48F6-BA66-D5EAA52030E6}" dt="2024-08-23T10:14:00.483" v="436" actId="22"/>
          <ac:spMkLst>
            <pc:docMk/>
            <pc:sldMk cId="2738318269" sldId="1509"/>
            <ac:spMk id="8" creationId="{25634C5B-4A04-09A1-5A5B-8DA271A63357}"/>
          </ac:spMkLst>
        </pc:spChg>
      </pc:sldChg>
      <pc:sldChg chg="modSp add mod">
        <pc:chgData name="Rosmin Elsa" userId="8f13a6be4da41318" providerId="LiveId" clId="{7A6A1B0E-21D4-48F6-BA66-D5EAA52030E6}" dt="2024-08-23T15:38:24.731" v="689" actId="20577"/>
        <pc:sldMkLst>
          <pc:docMk/>
          <pc:sldMk cId="3981757256" sldId="1510"/>
        </pc:sldMkLst>
        <pc:spChg chg="mod">
          <ac:chgData name="Rosmin Elsa" userId="8f13a6be4da41318" providerId="LiveId" clId="{7A6A1B0E-21D4-48F6-BA66-D5EAA52030E6}" dt="2024-08-23T15:38:24.731" v="689" actId="20577"/>
          <ac:spMkLst>
            <pc:docMk/>
            <pc:sldMk cId="3981757256" sldId="1510"/>
            <ac:spMk id="5" creationId="{D15CBCA4-8279-49A0-BDA5-8F1C3F65A437}"/>
          </ac:spMkLst>
        </pc:spChg>
        <pc:spChg chg="mod">
          <ac:chgData name="Rosmin Elsa" userId="8f13a6be4da41318" providerId="LiveId" clId="{7A6A1B0E-21D4-48F6-BA66-D5EAA52030E6}" dt="2024-08-23T10:14:16.183" v="440"/>
          <ac:spMkLst>
            <pc:docMk/>
            <pc:sldMk cId="3981757256" sldId="1510"/>
            <ac:spMk id="6" creationId="{00B7E6C3-DC3B-BC8E-EE75-86995C7F8ADF}"/>
          </ac:spMkLst>
        </pc:spChg>
      </pc:sldChg>
      <pc:sldMasterChg chg="modSldLayout">
        <pc:chgData name="Rosmin Elsa" userId="8f13a6be4da41318" providerId="LiveId" clId="{7A6A1B0E-21D4-48F6-BA66-D5EAA52030E6}" dt="2024-08-23T09:31:43.407" v="11" actId="20577"/>
        <pc:sldMasterMkLst>
          <pc:docMk/>
          <pc:sldMasterMk cId="2021402228" sldId="2147483673"/>
        </pc:sldMasterMkLst>
        <pc:sldLayoutChg chg="modSp mod">
          <pc:chgData name="Rosmin Elsa" userId="8f13a6be4da41318" providerId="LiveId" clId="{7A6A1B0E-21D4-48F6-BA66-D5EAA52030E6}" dt="2024-08-23T09:31:28.517" v="4" actId="20577"/>
          <pc:sldLayoutMkLst>
            <pc:docMk/>
            <pc:sldMasterMk cId="2021402228" sldId="2147483673"/>
            <pc:sldLayoutMk cId="972620569" sldId="2147483686"/>
          </pc:sldLayoutMkLst>
          <pc:spChg chg="mod">
            <ac:chgData name="Rosmin Elsa" userId="8f13a6be4da41318" providerId="LiveId" clId="{7A6A1B0E-21D4-48F6-BA66-D5EAA52030E6}" dt="2024-08-23T09:31:28.517" v="4" actId="20577"/>
            <ac:spMkLst>
              <pc:docMk/>
              <pc:sldMasterMk cId="2021402228" sldId="2147483673"/>
              <pc:sldLayoutMk cId="972620569" sldId="2147483686"/>
              <ac:spMk id="7" creationId="{99B39CA7-ADE3-4147-9B4D-BE10E585E948}"/>
            </ac:spMkLst>
          </pc:spChg>
        </pc:sldLayoutChg>
        <pc:sldLayoutChg chg="modSp mod">
          <pc:chgData name="Rosmin Elsa" userId="8f13a6be4da41318" providerId="LiveId" clId="{7A6A1B0E-21D4-48F6-BA66-D5EAA52030E6}" dt="2024-08-23T09:31:33.117" v="6" actId="20577"/>
          <pc:sldLayoutMkLst>
            <pc:docMk/>
            <pc:sldMasterMk cId="2021402228" sldId="2147483673"/>
            <pc:sldLayoutMk cId="3929588466" sldId="2147483687"/>
          </pc:sldLayoutMkLst>
          <pc:spChg chg="mod">
            <ac:chgData name="Rosmin Elsa" userId="8f13a6be4da41318" providerId="LiveId" clId="{7A6A1B0E-21D4-48F6-BA66-D5EAA52030E6}" dt="2024-08-23T09:31:33.117" v="6" actId="20577"/>
            <ac:spMkLst>
              <pc:docMk/>
              <pc:sldMasterMk cId="2021402228" sldId="2147483673"/>
              <pc:sldLayoutMk cId="3929588466" sldId="2147483687"/>
              <ac:spMk id="7" creationId="{99B39CA7-ADE3-4147-9B4D-BE10E585E948}"/>
            </ac:spMkLst>
          </pc:spChg>
        </pc:sldLayoutChg>
        <pc:sldLayoutChg chg="modSp mod">
          <pc:chgData name="Rosmin Elsa" userId="8f13a6be4da41318" providerId="LiveId" clId="{7A6A1B0E-21D4-48F6-BA66-D5EAA52030E6}" dt="2024-08-23T09:31:43.407" v="11" actId="20577"/>
          <pc:sldLayoutMkLst>
            <pc:docMk/>
            <pc:sldMasterMk cId="2021402228" sldId="2147483673"/>
            <pc:sldLayoutMk cId="559836863" sldId="2147483688"/>
          </pc:sldLayoutMkLst>
          <pc:spChg chg="mod">
            <ac:chgData name="Rosmin Elsa" userId="8f13a6be4da41318" providerId="LiveId" clId="{7A6A1B0E-21D4-48F6-BA66-D5EAA52030E6}" dt="2024-08-23T09:31:43.407" v="11" actId="20577"/>
            <ac:spMkLst>
              <pc:docMk/>
              <pc:sldMasterMk cId="2021402228" sldId="2147483673"/>
              <pc:sldLayoutMk cId="559836863" sldId="2147483688"/>
              <ac:spMk id="6" creationId="{35F845F3-CC22-433F-9120-253A2A1338E7}"/>
            </ac:spMkLst>
          </pc:spChg>
        </pc:sldLayoutChg>
        <pc:sldLayoutChg chg="modSp mod">
          <pc:chgData name="Rosmin Elsa" userId="8f13a6be4da41318" providerId="LiveId" clId="{7A6A1B0E-21D4-48F6-BA66-D5EAA52030E6}" dt="2024-08-23T09:31:38.153" v="9" actId="20577"/>
          <pc:sldLayoutMkLst>
            <pc:docMk/>
            <pc:sldMasterMk cId="2021402228" sldId="2147483673"/>
            <pc:sldLayoutMk cId="3490850578" sldId="2147483689"/>
          </pc:sldLayoutMkLst>
          <pc:spChg chg="mod">
            <ac:chgData name="Rosmin Elsa" userId="8f13a6be4da41318" providerId="LiveId" clId="{7A6A1B0E-21D4-48F6-BA66-D5EAA52030E6}" dt="2024-08-23T09:31:38.153" v="9" actId="20577"/>
            <ac:spMkLst>
              <pc:docMk/>
              <pc:sldMasterMk cId="2021402228" sldId="2147483673"/>
              <pc:sldLayoutMk cId="3490850578" sldId="2147483689"/>
              <ac:spMk id="7" creationId="{99B39CA7-ADE3-4147-9B4D-BE10E585E948}"/>
            </ac:spMkLst>
          </pc:spChg>
        </pc:sldLayoutChg>
      </pc:sldMasterChg>
    </pc:docChg>
  </pc:docChgLst>
  <pc:docChgLst>
    <pc:chgData name="Rosmin Elsa" userId="8f13a6be4da41318" providerId="Windows Live" clId="Web-{E668A8B8-04C5-5B06-B958-9582378344B1}"/>
    <pc:docChg chg="modSld">
      <pc:chgData name="Rosmin Elsa" userId="8f13a6be4da41318" providerId="Windows Live" clId="Web-{E668A8B8-04C5-5B06-B958-9582378344B1}" dt="2024-09-18T11:23:43.051" v="23" actId="20577"/>
      <pc:docMkLst>
        <pc:docMk/>
      </pc:docMkLst>
      <pc:sldChg chg="modSp">
        <pc:chgData name="Rosmin Elsa" userId="8f13a6be4da41318" providerId="Windows Live" clId="Web-{E668A8B8-04C5-5B06-B958-9582378344B1}" dt="2024-09-18T11:23:43.051" v="23" actId="20577"/>
        <pc:sldMkLst>
          <pc:docMk/>
          <pc:sldMk cId="3441406009" sldId="858"/>
        </pc:sldMkLst>
        <pc:spChg chg="mod">
          <ac:chgData name="Rosmin Elsa" userId="8f13a6be4da41318" providerId="Windows Live" clId="Web-{E668A8B8-04C5-5B06-B958-9582378344B1}" dt="2024-09-18T11:23:43.051" v="23" actId="20577"/>
          <ac:spMkLst>
            <pc:docMk/>
            <pc:sldMk cId="3441406009" sldId="858"/>
            <ac:spMk id="6" creationId="{CA0575D6-2132-A304-BD4D-E123FFDE7A28}"/>
          </ac:spMkLst>
        </pc:spChg>
      </pc:sldChg>
      <pc:sldChg chg="modSp">
        <pc:chgData name="Rosmin Elsa" userId="8f13a6be4da41318" providerId="Windows Live" clId="Web-{E668A8B8-04C5-5B06-B958-9582378344B1}" dt="2024-09-18T11:23:07.613" v="18" actId="20577"/>
        <pc:sldMkLst>
          <pc:docMk/>
          <pc:sldMk cId="1416329417" sldId="949"/>
        </pc:sldMkLst>
        <pc:spChg chg="mod">
          <ac:chgData name="Rosmin Elsa" userId="8f13a6be4da41318" providerId="Windows Live" clId="Web-{E668A8B8-04C5-5B06-B958-9582378344B1}" dt="2024-09-18T11:23:07.613" v="18" actId="20577"/>
          <ac:spMkLst>
            <pc:docMk/>
            <pc:sldMk cId="1416329417" sldId="949"/>
            <ac:spMk id="2" creationId="{00000000-0000-0000-0000-000000000000}"/>
          </ac:spMkLst>
        </pc:spChg>
      </pc:sldChg>
      <pc:sldChg chg="modSp">
        <pc:chgData name="Rosmin Elsa" userId="8f13a6be4da41318" providerId="Windows Live" clId="Web-{E668A8B8-04C5-5B06-B958-9582378344B1}" dt="2024-09-18T11:21:33.860" v="10" actId="20577"/>
        <pc:sldMkLst>
          <pc:docMk/>
          <pc:sldMk cId="4039580999" sldId="1465"/>
        </pc:sldMkLst>
        <pc:spChg chg="mod">
          <ac:chgData name="Rosmin Elsa" userId="8f13a6be4da41318" providerId="Windows Live" clId="Web-{E668A8B8-04C5-5B06-B958-9582378344B1}" dt="2024-09-18T11:21:33.860" v="10" actId="20577"/>
          <ac:spMkLst>
            <pc:docMk/>
            <pc:sldMk cId="4039580999" sldId="1465"/>
            <ac:spMk id="6" creationId="{C1232047-F35C-9CE6-AB39-2974E36818C5}"/>
          </ac:spMkLst>
        </pc:spChg>
      </pc:sldChg>
      <pc:sldChg chg="modSp">
        <pc:chgData name="Rosmin Elsa" userId="8f13a6be4da41318" providerId="Windows Live" clId="Web-{E668A8B8-04C5-5B06-B958-9582378344B1}" dt="2024-09-18T11:21:28.188" v="8" actId="20577"/>
        <pc:sldMkLst>
          <pc:docMk/>
          <pc:sldMk cId="576487781" sldId="1466"/>
        </pc:sldMkLst>
        <pc:spChg chg="mod">
          <ac:chgData name="Rosmin Elsa" userId="8f13a6be4da41318" providerId="Windows Live" clId="Web-{E668A8B8-04C5-5B06-B958-9582378344B1}" dt="2024-09-18T11:21:28.188" v="8" actId="20577"/>
          <ac:spMkLst>
            <pc:docMk/>
            <pc:sldMk cId="576487781" sldId="1466"/>
            <ac:spMk id="2" creationId="{AACD737C-BFEA-35A0-CDB0-9A393589EFE0}"/>
          </ac:spMkLst>
        </pc:spChg>
      </pc:sldChg>
      <pc:sldChg chg="modSp">
        <pc:chgData name="Rosmin Elsa" userId="8f13a6be4da41318" providerId="Windows Live" clId="Web-{E668A8B8-04C5-5B06-B958-9582378344B1}" dt="2024-09-18T11:21:39.110" v="11" actId="20577"/>
        <pc:sldMkLst>
          <pc:docMk/>
          <pc:sldMk cId="2882701942" sldId="1467"/>
        </pc:sldMkLst>
        <pc:spChg chg="mod">
          <ac:chgData name="Rosmin Elsa" userId="8f13a6be4da41318" providerId="Windows Live" clId="Web-{E668A8B8-04C5-5B06-B958-9582378344B1}" dt="2024-09-18T11:21:39.110" v="11" actId="20577"/>
          <ac:spMkLst>
            <pc:docMk/>
            <pc:sldMk cId="2882701942" sldId="1467"/>
            <ac:spMk id="6" creationId="{776681E8-B56F-43F0-F50C-B917FC3BC032}"/>
          </ac:spMkLst>
        </pc:spChg>
      </pc:sldChg>
      <pc:sldChg chg="modSp">
        <pc:chgData name="Rosmin Elsa" userId="8f13a6be4da41318" providerId="Windows Live" clId="Web-{E668A8B8-04C5-5B06-B958-9582378344B1}" dt="2024-09-18T11:21:46.704" v="13" actId="20577"/>
        <pc:sldMkLst>
          <pc:docMk/>
          <pc:sldMk cId="4171570983" sldId="1478"/>
        </pc:sldMkLst>
        <pc:spChg chg="mod">
          <ac:chgData name="Rosmin Elsa" userId="8f13a6be4da41318" providerId="Windows Live" clId="Web-{E668A8B8-04C5-5B06-B958-9582378344B1}" dt="2024-09-18T11:21:46.704" v="13" actId="20577"/>
          <ac:spMkLst>
            <pc:docMk/>
            <pc:sldMk cId="4171570983" sldId="1478"/>
            <ac:spMk id="2" creationId="{EE6AF8FF-27FE-AE75-78B1-822B70C372BB}"/>
          </ac:spMkLst>
        </pc:spChg>
      </pc:sldChg>
    </pc:docChg>
  </pc:docChgLst>
  <pc:docChgLst>
    <pc:chgData name="Rosmin Elsa" userId="8f13a6be4da41318" providerId="LiveId" clId="{AA28EFC5-0C39-4406-809D-EFC11537EED1}"/>
    <pc:docChg chg="modSld">
      <pc:chgData name="Rosmin Elsa" userId="8f13a6be4da41318" providerId="LiveId" clId="{AA28EFC5-0C39-4406-809D-EFC11537EED1}" dt="2024-08-10T02:10:11.455" v="25" actId="20577"/>
      <pc:docMkLst>
        <pc:docMk/>
      </pc:docMkLst>
      <pc:sldChg chg="mod modShow">
        <pc:chgData name="Rosmin Elsa" userId="8f13a6be4da41318" providerId="LiveId" clId="{AA28EFC5-0C39-4406-809D-EFC11537EED1}" dt="2024-08-10T02:01:28.212" v="1" actId="729"/>
        <pc:sldMkLst>
          <pc:docMk/>
          <pc:sldMk cId="3717493800" sldId="821"/>
        </pc:sldMkLst>
      </pc:sldChg>
      <pc:sldChg chg="mod modShow">
        <pc:chgData name="Rosmin Elsa" userId="8f13a6be4da41318" providerId="LiveId" clId="{AA28EFC5-0C39-4406-809D-EFC11537EED1}" dt="2024-08-10T02:01:25.474" v="0" actId="729"/>
        <pc:sldMkLst>
          <pc:docMk/>
          <pc:sldMk cId="2771250690" sldId="851"/>
        </pc:sldMkLst>
      </pc:sldChg>
      <pc:sldChg chg="modSp mod">
        <pc:chgData name="Rosmin Elsa" userId="8f13a6be4da41318" providerId="LiveId" clId="{AA28EFC5-0C39-4406-809D-EFC11537EED1}" dt="2024-08-10T02:07:02.131" v="17" actId="20577"/>
        <pc:sldMkLst>
          <pc:docMk/>
          <pc:sldMk cId="2137578366" sldId="859"/>
        </pc:sldMkLst>
        <pc:spChg chg="mod">
          <ac:chgData name="Rosmin Elsa" userId="8f13a6be4da41318" providerId="LiveId" clId="{AA28EFC5-0C39-4406-809D-EFC11537EED1}" dt="2024-08-10T02:07:02.131" v="17" actId="20577"/>
          <ac:spMkLst>
            <pc:docMk/>
            <pc:sldMk cId="2137578366" sldId="859"/>
            <ac:spMk id="2" creationId="{00000000-0000-0000-0000-000000000000}"/>
          </ac:spMkLst>
        </pc:spChg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1416329417" sldId="949"/>
        </pc:sldMkLst>
      </pc:sldChg>
      <pc:sldChg chg="mod modShow">
        <pc:chgData name="Rosmin Elsa" userId="8f13a6be4da41318" providerId="LiveId" clId="{AA28EFC5-0C39-4406-809D-EFC11537EED1}" dt="2024-08-10T02:01:47.351" v="2" actId="729"/>
        <pc:sldMkLst>
          <pc:docMk/>
          <pc:sldMk cId="858007124" sldId="1277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4765592" sldId="1388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1106683896" sldId="1401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902618935" sldId="1405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2653113592" sldId="1406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3838587995" sldId="1411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2332149466" sldId="1412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3790543259" sldId="1416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2647958562" sldId="1421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2370185204" sldId="1422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3552461181" sldId="1438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1565668377" sldId="1439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2616289819" sldId="1440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2623249776" sldId="1442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637721542" sldId="1443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4131438038" sldId="1445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1494969129" sldId="1448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425986149" sldId="1450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3753762985" sldId="1452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4039580999" sldId="1465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576487781" sldId="1466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2882701942" sldId="1467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625835019" sldId="1468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3658360246" sldId="1469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1292053075" sldId="1470"/>
        </pc:sldMkLst>
      </pc:sldChg>
      <pc:sldChg chg="modSp mod">
        <pc:chgData name="Rosmin Elsa" userId="8f13a6be4da41318" providerId="LiveId" clId="{AA28EFC5-0C39-4406-809D-EFC11537EED1}" dt="2024-08-10T02:07:07.095" v="18"/>
        <pc:sldMkLst>
          <pc:docMk/>
          <pc:sldMk cId="3068996028" sldId="1472"/>
        </pc:sldMkLst>
        <pc:spChg chg="mod">
          <ac:chgData name="Rosmin Elsa" userId="8f13a6be4da41318" providerId="LiveId" clId="{AA28EFC5-0C39-4406-809D-EFC11537EED1}" dt="2024-08-10T02:07:07.095" v="18"/>
          <ac:spMkLst>
            <pc:docMk/>
            <pc:sldMk cId="3068996028" sldId="1472"/>
            <ac:spMk id="2" creationId="{7650D44C-1859-E285-8215-02854B445147}"/>
          </ac:spMkLst>
        </pc:spChg>
      </pc:sldChg>
      <pc:sldChg chg="modSp mod">
        <pc:chgData name="Rosmin Elsa" userId="8f13a6be4da41318" providerId="LiveId" clId="{AA28EFC5-0C39-4406-809D-EFC11537EED1}" dt="2024-08-10T02:07:10.251" v="19"/>
        <pc:sldMkLst>
          <pc:docMk/>
          <pc:sldMk cId="2264041875" sldId="1473"/>
        </pc:sldMkLst>
        <pc:spChg chg="mod">
          <ac:chgData name="Rosmin Elsa" userId="8f13a6be4da41318" providerId="LiveId" clId="{AA28EFC5-0C39-4406-809D-EFC11537EED1}" dt="2024-08-10T02:07:10.251" v="19"/>
          <ac:spMkLst>
            <pc:docMk/>
            <pc:sldMk cId="2264041875" sldId="1473"/>
            <ac:spMk id="2" creationId="{DF6C818C-9627-247B-B917-187D597D3668}"/>
          </ac:spMkLst>
        </pc:spChg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4077105178" sldId="1475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1985140678" sldId="1476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837277863" sldId="1477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4171570983" sldId="1478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29450327" sldId="1481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3083004799" sldId="1482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395938368" sldId="1483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661357680" sldId="1484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699412293" sldId="1485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2573244582" sldId="1486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2734668960" sldId="1487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1447438259" sldId="1488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1774355143" sldId="1489"/>
        </pc:sldMkLst>
      </pc:sldChg>
      <pc:sldChg chg="modSp mod">
        <pc:chgData name="Rosmin Elsa" userId="8f13a6be4da41318" providerId="LiveId" clId="{AA28EFC5-0C39-4406-809D-EFC11537EED1}" dt="2024-08-10T02:10:11.455" v="25" actId="20577"/>
        <pc:sldMkLst>
          <pc:docMk/>
          <pc:sldMk cId="786665984" sldId="1491"/>
        </pc:sldMkLst>
        <pc:spChg chg="mod">
          <ac:chgData name="Rosmin Elsa" userId="8f13a6be4da41318" providerId="LiveId" clId="{AA28EFC5-0C39-4406-809D-EFC11537EED1}" dt="2024-08-10T02:10:11.455" v="25" actId="20577"/>
          <ac:spMkLst>
            <pc:docMk/>
            <pc:sldMk cId="786665984" sldId="1491"/>
            <ac:spMk id="3" creationId="{DFD3087A-542A-9E8A-2F04-286C1B72B61A}"/>
          </ac:spMkLst>
        </pc:spChg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94645776" sldId="1493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278802787" sldId="1494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3928759848" sldId="1495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4163302466" sldId="1496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631278826" sldId="1497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1056253493" sldId="1498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1955710030" sldId="1499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3277868355" sldId="1500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3284377517" sldId="1501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650011059" sldId="1502"/>
        </pc:sldMkLst>
      </pc:sldChg>
    </pc:docChg>
  </pc:docChgLst>
  <pc:docChgLst>
    <pc:chgData name="Rosmin Elsa Mohan" userId="7f6a9fc7-46b4-4eac-90cd-058eb48f67de" providerId="ADAL" clId="{30962301-EC60-4F0B-841E-6A124BE06CF4}"/>
    <pc:docChg chg="undo custSel modSld">
      <pc:chgData name="Rosmin Elsa Mohan" userId="7f6a9fc7-46b4-4eac-90cd-058eb48f67de" providerId="ADAL" clId="{30962301-EC60-4F0B-841E-6A124BE06CF4}" dt="2024-09-18T08:32:10.565" v="80" actId="27107"/>
      <pc:docMkLst>
        <pc:docMk/>
      </pc:docMkLst>
      <pc:sldChg chg="modSp mod">
        <pc:chgData name="Rosmin Elsa Mohan" userId="7f6a9fc7-46b4-4eac-90cd-058eb48f67de" providerId="ADAL" clId="{30962301-EC60-4F0B-841E-6A124BE06CF4}" dt="2024-09-18T08:27:38.524" v="5" actId="20577"/>
        <pc:sldMkLst>
          <pc:docMk/>
          <pc:sldMk cId="4206118844" sldId="811"/>
        </pc:sldMkLst>
        <pc:spChg chg="mod">
          <ac:chgData name="Rosmin Elsa Mohan" userId="7f6a9fc7-46b4-4eac-90cd-058eb48f67de" providerId="ADAL" clId="{30962301-EC60-4F0B-841E-6A124BE06CF4}" dt="2024-09-18T08:27:38.524" v="5" actId="20577"/>
          <ac:spMkLst>
            <pc:docMk/>
            <pc:sldMk cId="4206118844" sldId="811"/>
            <ac:spMk id="2" creationId="{5DE3A813-6DBA-F993-8DA0-D81B4057E015}"/>
          </ac:spMkLst>
        </pc:spChg>
      </pc:sldChg>
      <pc:sldChg chg="modSp mod">
        <pc:chgData name="Rosmin Elsa Mohan" userId="7f6a9fc7-46b4-4eac-90cd-058eb48f67de" providerId="ADAL" clId="{30962301-EC60-4F0B-841E-6A124BE06CF4}" dt="2024-09-18T08:28:11.591" v="17" actId="20577"/>
        <pc:sldMkLst>
          <pc:docMk/>
          <pc:sldMk cId="717388547" sldId="813"/>
        </pc:sldMkLst>
        <pc:spChg chg="mod">
          <ac:chgData name="Rosmin Elsa Mohan" userId="7f6a9fc7-46b4-4eac-90cd-058eb48f67de" providerId="ADAL" clId="{30962301-EC60-4F0B-841E-6A124BE06CF4}" dt="2024-09-18T08:28:11.591" v="17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 mod">
        <pc:chgData name="Rosmin Elsa Mohan" userId="7f6a9fc7-46b4-4eac-90cd-058eb48f67de" providerId="ADAL" clId="{30962301-EC60-4F0B-841E-6A124BE06CF4}" dt="2024-09-18T08:29:55.064" v="41" actId="20577"/>
        <pc:sldMkLst>
          <pc:docMk/>
          <pc:sldMk cId="2137578366" sldId="859"/>
        </pc:sldMkLst>
        <pc:spChg chg="mod">
          <ac:chgData name="Rosmin Elsa Mohan" userId="7f6a9fc7-46b4-4eac-90cd-058eb48f67de" providerId="ADAL" clId="{30962301-EC60-4F0B-841E-6A124BE06CF4}" dt="2024-09-18T08:28:19.357" v="27" actId="20577"/>
          <ac:spMkLst>
            <pc:docMk/>
            <pc:sldMk cId="2137578366" sldId="859"/>
            <ac:spMk id="2" creationId="{00000000-0000-0000-0000-000000000000}"/>
          </ac:spMkLst>
        </pc:spChg>
        <pc:spChg chg="mod">
          <ac:chgData name="Rosmin Elsa Mohan" userId="7f6a9fc7-46b4-4eac-90cd-058eb48f67de" providerId="ADAL" clId="{30962301-EC60-4F0B-841E-6A124BE06CF4}" dt="2024-09-18T08:28:20.873" v="28" actId="1076"/>
          <ac:spMkLst>
            <pc:docMk/>
            <pc:sldMk cId="2137578366" sldId="859"/>
            <ac:spMk id="5" creationId="{F23B1A82-CA2E-08BD-1D0D-5AA03047C3D2}"/>
          </ac:spMkLst>
        </pc:spChg>
        <pc:spChg chg="mod">
          <ac:chgData name="Rosmin Elsa Mohan" userId="7f6a9fc7-46b4-4eac-90cd-058eb48f67de" providerId="ADAL" clId="{30962301-EC60-4F0B-841E-6A124BE06CF4}" dt="2024-09-18T08:29:55.064" v="41" actId="20577"/>
          <ac:spMkLst>
            <pc:docMk/>
            <pc:sldMk cId="2137578366" sldId="859"/>
            <ac:spMk id="7" creationId="{094E9A69-B612-35E4-DEEF-5092DA0A0A97}"/>
          </ac:spMkLst>
        </pc:spChg>
      </pc:sldChg>
      <pc:sldChg chg="modSp mod">
        <pc:chgData name="Rosmin Elsa Mohan" userId="7f6a9fc7-46b4-4eac-90cd-058eb48f67de" providerId="ADAL" clId="{30962301-EC60-4F0B-841E-6A124BE06CF4}" dt="2024-09-18T08:32:00.850" v="77"/>
        <pc:sldMkLst>
          <pc:docMk/>
          <pc:sldMk cId="3068996028" sldId="1472"/>
        </pc:sldMkLst>
        <pc:spChg chg="mod">
          <ac:chgData name="Rosmin Elsa Mohan" userId="7f6a9fc7-46b4-4eac-90cd-058eb48f67de" providerId="ADAL" clId="{30962301-EC60-4F0B-841E-6A124BE06CF4}" dt="2024-09-18T08:32:00.850" v="77"/>
          <ac:spMkLst>
            <pc:docMk/>
            <pc:sldMk cId="3068996028" sldId="1472"/>
            <ac:spMk id="2" creationId="{7650D44C-1859-E285-8215-02854B445147}"/>
          </ac:spMkLst>
        </pc:spChg>
        <pc:spChg chg="mod">
          <ac:chgData name="Rosmin Elsa Mohan" userId="7f6a9fc7-46b4-4eac-90cd-058eb48f67de" providerId="ADAL" clId="{30962301-EC60-4F0B-841E-6A124BE06CF4}" dt="2024-09-18T08:30:20.235" v="53" actId="20577"/>
          <ac:spMkLst>
            <pc:docMk/>
            <pc:sldMk cId="3068996028" sldId="1472"/>
            <ac:spMk id="8" creationId="{49301D56-E6F9-4D0B-1BC6-9615C12AA33C}"/>
          </ac:spMkLst>
        </pc:spChg>
      </pc:sldChg>
      <pc:sldChg chg="modSp mod">
        <pc:chgData name="Rosmin Elsa Mohan" userId="7f6a9fc7-46b4-4eac-90cd-058eb48f67de" providerId="ADAL" clId="{30962301-EC60-4F0B-841E-6A124BE06CF4}" dt="2024-09-18T08:32:03.785" v="78"/>
        <pc:sldMkLst>
          <pc:docMk/>
          <pc:sldMk cId="2264041875" sldId="1473"/>
        </pc:sldMkLst>
        <pc:spChg chg="mod">
          <ac:chgData name="Rosmin Elsa Mohan" userId="7f6a9fc7-46b4-4eac-90cd-058eb48f67de" providerId="ADAL" clId="{30962301-EC60-4F0B-841E-6A124BE06CF4}" dt="2024-09-18T08:32:03.785" v="78"/>
          <ac:spMkLst>
            <pc:docMk/>
            <pc:sldMk cId="2264041875" sldId="1473"/>
            <ac:spMk id="2" creationId="{DF6C818C-9627-247B-B917-187D597D3668}"/>
          </ac:spMkLst>
        </pc:spChg>
        <pc:spChg chg="mod">
          <ac:chgData name="Rosmin Elsa Mohan" userId="7f6a9fc7-46b4-4eac-90cd-058eb48f67de" providerId="ADAL" clId="{30962301-EC60-4F0B-841E-6A124BE06CF4}" dt="2024-09-18T08:31:35.445" v="76" actId="20577"/>
          <ac:spMkLst>
            <pc:docMk/>
            <pc:sldMk cId="2264041875" sldId="1473"/>
            <ac:spMk id="3" creationId="{50098C9C-7A7C-A361-89C3-CB0D9F1C1E3A}"/>
          </ac:spMkLst>
        </pc:spChg>
      </pc:sldChg>
      <pc:sldChg chg="modSp mod">
        <pc:chgData name="Rosmin Elsa Mohan" userId="7f6a9fc7-46b4-4eac-90cd-058eb48f67de" providerId="ADAL" clId="{30962301-EC60-4F0B-841E-6A124BE06CF4}" dt="2024-09-18T08:32:10.565" v="80" actId="27107"/>
        <pc:sldMkLst>
          <pc:docMk/>
          <pc:sldMk cId="12393189" sldId="1503"/>
        </pc:sldMkLst>
        <pc:spChg chg="mod">
          <ac:chgData name="Rosmin Elsa Mohan" userId="7f6a9fc7-46b4-4eac-90cd-058eb48f67de" providerId="ADAL" clId="{30962301-EC60-4F0B-841E-6A124BE06CF4}" dt="2024-09-18T08:32:06.433" v="79"/>
          <ac:spMkLst>
            <pc:docMk/>
            <pc:sldMk cId="12393189" sldId="1503"/>
            <ac:spMk id="2" creationId="{DF6C818C-9627-247B-B917-187D597D3668}"/>
          </ac:spMkLst>
        </pc:spChg>
        <pc:spChg chg="mod">
          <ac:chgData name="Rosmin Elsa Mohan" userId="7f6a9fc7-46b4-4eac-90cd-058eb48f67de" providerId="ADAL" clId="{30962301-EC60-4F0B-841E-6A124BE06CF4}" dt="2024-09-18T08:32:10.565" v="80" actId="27107"/>
          <ac:spMkLst>
            <pc:docMk/>
            <pc:sldMk cId="12393189" sldId="1503"/>
            <ac:spMk id="3" creationId="{50098C9C-7A7C-A361-89C3-CB0D9F1C1E3A}"/>
          </ac:spMkLst>
        </pc:spChg>
      </pc:sldChg>
    </pc:docChg>
  </pc:docChgLst>
  <pc:docChgLst>
    <pc:chgData name="Rosmin Elsa Mohan" userId="7f6a9fc7-46b4-4eac-90cd-058eb48f67de" providerId="ADAL" clId="{32E18A96-7CCB-4A13-B926-2B113654B70A}"/>
    <pc:docChg chg="undo redo custSel addSld delSld modSld modMainMaster">
      <pc:chgData name="Rosmin Elsa Mohan" userId="7f6a9fc7-46b4-4eac-90cd-058eb48f67de" providerId="ADAL" clId="{32E18A96-7CCB-4A13-B926-2B113654B70A}" dt="2024-08-08T03:15:53.582" v="1182" actId="20577"/>
      <pc:docMkLst>
        <pc:docMk/>
      </pc:docMkLst>
      <pc:sldChg chg="modSp mod">
        <pc:chgData name="Rosmin Elsa Mohan" userId="7f6a9fc7-46b4-4eac-90cd-058eb48f67de" providerId="ADAL" clId="{32E18A96-7CCB-4A13-B926-2B113654B70A}" dt="2024-08-08T01:41:33.333" v="60" actId="20577"/>
        <pc:sldMkLst>
          <pc:docMk/>
          <pc:sldMk cId="4206118844" sldId="811"/>
        </pc:sldMkLst>
        <pc:spChg chg="mod">
          <ac:chgData name="Rosmin Elsa Mohan" userId="7f6a9fc7-46b4-4eac-90cd-058eb48f67de" providerId="ADAL" clId="{32E18A96-7CCB-4A13-B926-2B113654B70A}" dt="2024-08-08T01:41:33.333" v="60" actId="20577"/>
          <ac:spMkLst>
            <pc:docMk/>
            <pc:sldMk cId="4206118844" sldId="811"/>
            <ac:spMk id="2" creationId="{5DE3A813-6DBA-F993-8DA0-D81B4057E015}"/>
          </ac:spMkLst>
        </pc:spChg>
      </pc:sldChg>
      <pc:sldChg chg="modSp mod">
        <pc:chgData name="Rosmin Elsa Mohan" userId="7f6a9fc7-46b4-4eac-90cd-058eb48f67de" providerId="ADAL" clId="{32E18A96-7CCB-4A13-B926-2B113654B70A}" dt="2024-08-08T01:37:59.261" v="7" actId="20577"/>
        <pc:sldMkLst>
          <pc:docMk/>
          <pc:sldMk cId="717388547" sldId="813"/>
        </pc:sldMkLst>
        <pc:spChg chg="mod">
          <ac:chgData name="Rosmin Elsa Mohan" userId="7f6a9fc7-46b4-4eac-90cd-058eb48f67de" providerId="ADAL" clId="{32E18A96-7CCB-4A13-B926-2B113654B70A}" dt="2024-08-08T01:37:59.261" v="7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 mod">
        <pc:chgData name="Rosmin Elsa Mohan" userId="7f6a9fc7-46b4-4eac-90cd-058eb48f67de" providerId="ADAL" clId="{32E18A96-7CCB-4A13-B926-2B113654B70A}" dt="2024-08-08T01:45:45.145" v="104" actId="20577"/>
        <pc:sldMkLst>
          <pc:docMk/>
          <pc:sldMk cId="3717493800" sldId="821"/>
        </pc:sldMkLst>
        <pc:spChg chg="mod">
          <ac:chgData name="Rosmin Elsa Mohan" userId="7f6a9fc7-46b4-4eac-90cd-058eb48f67de" providerId="ADAL" clId="{32E18A96-7CCB-4A13-B926-2B113654B70A}" dt="2024-08-08T01:45:45.145" v="104" actId="20577"/>
          <ac:spMkLst>
            <pc:docMk/>
            <pc:sldMk cId="3717493800" sldId="821"/>
            <ac:spMk id="3" creationId="{B9ACC418-9BFA-F946-DA5B-A680A2EBDFAC}"/>
          </ac:spMkLst>
        </pc:spChg>
      </pc:sldChg>
      <pc:sldChg chg="modSp mod">
        <pc:chgData name="Rosmin Elsa Mohan" userId="7f6a9fc7-46b4-4eac-90cd-058eb48f67de" providerId="ADAL" clId="{32E18A96-7CCB-4A13-B926-2B113654B70A}" dt="2024-08-08T03:03:15.354" v="1141" actId="20577"/>
        <pc:sldMkLst>
          <pc:docMk/>
          <pc:sldMk cId="140346443" sldId="822"/>
        </pc:sldMkLst>
        <pc:spChg chg="mod">
          <ac:chgData name="Rosmin Elsa Mohan" userId="7f6a9fc7-46b4-4eac-90cd-058eb48f67de" providerId="ADAL" clId="{32E18A96-7CCB-4A13-B926-2B113654B70A}" dt="2024-08-08T01:51:42.067" v="573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Rosmin Elsa Mohan" userId="7f6a9fc7-46b4-4eac-90cd-058eb48f67de" providerId="ADAL" clId="{32E18A96-7CCB-4A13-B926-2B113654B70A}" dt="2024-08-08T01:56:51.576" v="651" actId="1076"/>
          <ac:spMkLst>
            <pc:docMk/>
            <pc:sldMk cId="140346443" sldId="822"/>
            <ac:spMk id="3" creationId="{DFD3087A-542A-9E8A-2F04-286C1B72B61A}"/>
          </ac:spMkLst>
        </pc:spChg>
        <pc:spChg chg="mod">
          <ac:chgData name="Rosmin Elsa Mohan" userId="7f6a9fc7-46b4-4eac-90cd-058eb48f67de" providerId="ADAL" clId="{32E18A96-7CCB-4A13-B926-2B113654B70A}" dt="2024-08-08T03:03:15.354" v="1141" actId="20577"/>
          <ac:spMkLst>
            <pc:docMk/>
            <pc:sldMk cId="140346443" sldId="822"/>
            <ac:spMk id="6" creationId="{B48AEF40-D79D-77F3-773C-095D81075E36}"/>
          </ac:spMkLst>
        </pc:spChg>
      </pc:sldChg>
      <pc:sldChg chg="modSp mod">
        <pc:chgData name="Rosmin Elsa Mohan" userId="7f6a9fc7-46b4-4eac-90cd-058eb48f67de" providerId="ADAL" clId="{32E18A96-7CCB-4A13-B926-2B113654B70A}" dt="2024-08-08T01:42:34.596" v="71" actId="255"/>
        <pc:sldMkLst>
          <pc:docMk/>
          <pc:sldMk cId="3585569336" sldId="825"/>
        </pc:sldMkLst>
        <pc:spChg chg="mod">
          <ac:chgData name="Rosmin Elsa Mohan" userId="7f6a9fc7-46b4-4eac-90cd-058eb48f67de" providerId="ADAL" clId="{32E18A96-7CCB-4A13-B926-2B113654B70A}" dt="2024-08-08T01:42:34.596" v="71" actId="255"/>
          <ac:spMkLst>
            <pc:docMk/>
            <pc:sldMk cId="3585569336" sldId="825"/>
            <ac:spMk id="2" creationId="{1B06CDC2-E50A-3116-E465-B97E39BC940D}"/>
          </ac:spMkLst>
        </pc:spChg>
      </pc:sldChg>
      <pc:sldChg chg="modSp mod">
        <pc:chgData name="Rosmin Elsa Mohan" userId="7f6a9fc7-46b4-4eac-90cd-058eb48f67de" providerId="ADAL" clId="{32E18A96-7CCB-4A13-B926-2B113654B70A}" dt="2024-08-08T01:42:17.155" v="69" actId="255"/>
        <pc:sldMkLst>
          <pc:docMk/>
          <pc:sldMk cId="4027535716" sldId="829"/>
        </pc:sldMkLst>
        <pc:spChg chg="mod">
          <ac:chgData name="Rosmin Elsa Mohan" userId="7f6a9fc7-46b4-4eac-90cd-058eb48f67de" providerId="ADAL" clId="{32E18A96-7CCB-4A13-B926-2B113654B70A}" dt="2024-08-08T01:42:17.155" v="69" actId="255"/>
          <ac:spMkLst>
            <pc:docMk/>
            <pc:sldMk cId="4027535716" sldId="829"/>
            <ac:spMk id="2" creationId="{E3ED4C2D-8F3A-93FB-E552-441EF1174C57}"/>
          </ac:spMkLst>
        </pc:spChg>
      </pc:sldChg>
      <pc:sldChg chg="modSp mod">
        <pc:chgData name="Rosmin Elsa Mohan" userId="7f6a9fc7-46b4-4eac-90cd-058eb48f67de" providerId="ADAL" clId="{32E18A96-7CCB-4A13-B926-2B113654B70A}" dt="2024-08-08T02:00:55.969" v="683" actId="114"/>
        <pc:sldMkLst>
          <pc:docMk/>
          <pc:sldMk cId="2771250690" sldId="851"/>
        </pc:sldMkLst>
        <pc:spChg chg="mod">
          <ac:chgData name="Rosmin Elsa Mohan" userId="7f6a9fc7-46b4-4eac-90cd-058eb48f67de" providerId="ADAL" clId="{32E18A96-7CCB-4A13-B926-2B113654B70A}" dt="2024-08-08T01:45:37.058" v="102" actId="20577"/>
          <ac:spMkLst>
            <pc:docMk/>
            <pc:sldMk cId="2771250690" sldId="851"/>
            <ac:spMk id="2" creationId="{00000000-0000-0000-0000-000000000000}"/>
          </ac:spMkLst>
        </pc:spChg>
        <pc:spChg chg="mod">
          <ac:chgData name="Rosmin Elsa Mohan" userId="7f6a9fc7-46b4-4eac-90cd-058eb48f67de" providerId="ADAL" clId="{32E18A96-7CCB-4A13-B926-2B113654B70A}" dt="2024-08-08T02:00:55.969" v="683" actId="114"/>
          <ac:spMkLst>
            <pc:docMk/>
            <pc:sldMk cId="2771250690" sldId="851"/>
            <ac:spMk id="5" creationId="{EF0E83AD-AD85-5E6C-33F5-D8EF739355C5}"/>
          </ac:spMkLst>
        </pc:spChg>
      </pc:sldChg>
      <pc:sldChg chg="modSp mod">
        <pc:chgData name="Rosmin Elsa Mohan" userId="7f6a9fc7-46b4-4eac-90cd-058eb48f67de" providerId="ADAL" clId="{32E18A96-7CCB-4A13-B926-2B113654B70A}" dt="2024-08-08T03:00:20.857" v="1112" actId="20577"/>
        <pc:sldMkLst>
          <pc:docMk/>
          <pc:sldMk cId="3441406009" sldId="858"/>
        </pc:sldMkLst>
        <pc:spChg chg="mod">
          <ac:chgData name="Rosmin Elsa Mohan" userId="7f6a9fc7-46b4-4eac-90cd-058eb48f67de" providerId="ADAL" clId="{32E18A96-7CCB-4A13-B926-2B113654B70A}" dt="2024-08-08T03:00:20.857" v="1112" actId="20577"/>
          <ac:spMkLst>
            <pc:docMk/>
            <pc:sldMk cId="3441406009" sldId="858"/>
            <ac:spMk id="2" creationId="{00000000-0000-0000-0000-000000000000}"/>
          </ac:spMkLst>
        </pc:spChg>
        <pc:spChg chg="mod">
          <ac:chgData name="Rosmin Elsa Mohan" userId="7f6a9fc7-46b4-4eac-90cd-058eb48f67de" providerId="ADAL" clId="{32E18A96-7CCB-4A13-B926-2B113654B70A}" dt="2024-08-08T02:59:50.534" v="1094" actId="122"/>
          <ac:spMkLst>
            <pc:docMk/>
            <pc:sldMk cId="3441406009" sldId="858"/>
            <ac:spMk id="6" creationId="{CA0575D6-2132-A304-BD4D-E123FFDE7A28}"/>
          </ac:spMkLst>
        </pc:spChg>
      </pc:sldChg>
      <pc:sldChg chg="modSp mod">
        <pc:chgData name="Rosmin Elsa Mohan" userId="7f6a9fc7-46b4-4eac-90cd-058eb48f67de" providerId="ADAL" clId="{32E18A96-7CCB-4A13-B926-2B113654B70A}" dt="2024-08-08T03:02:57.243" v="1138" actId="20577"/>
        <pc:sldMkLst>
          <pc:docMk/>
          <pc:sldMk cId="2137578366" sldId="859"/>
        </pc:sldMkLst>
        <pc:spChg chg="mod">
          <ac:chgData name="Rosmin Elsa Mohan" userId="7f6a9fc7-46b4-4eac-90cd-058eb48f67de" providerId="ADAL" clId="{32E18A96-7CCB-4A13-B926-2B113654B70A}" dt="2024-08-08T03:02:57.243" v="1138" actId="20577"/>
          <ac:spMkLst>
            <pc:docMk/>
            <pc:sldMk cId="2137578366" sldId="859"/>
            <ac:spMk id="5" creationId="{F23B1A82-CA2E-08BD-1D0D-5AA03047C3D2}"/>
          </ac:spMkLst>
        </pc:spChg>
        <pc:spChg chg="mod">
          <ac:chgData name="Rosmin Elsa Mohan" userId="7f6a9fc7-46b4-4eac-90cd-058eb48f67de" providerId="ADAL" clId="{32E18A96-7CCB-4A13-B926-2B113654B70A}" dt="2024-08-08T01:38:58.411" v="15" actId="6549"/>
          <ac:spMkLst>
            <pc:docMk/>
            <pc:sldMk cId="2137578366" sldId="859"/>
            <ac:spMk id="7" creationId="{094E9A69-B612-35E4-DEEF-5092DA0A0A97}"/>
          </ac:spMkLst>
        </pc:spChg>
      </pc:sldChg>
      <pc:sldChg chg="modSp mod">
        <pc:chgData name="Rosmin Elsa Mohan" userId="7f6a9fc7-46b4-4eac-90cd-058eb48f67de" providerId="ADAL" clId="{32E18A96-7CCB-4A13-B926-2B113654B70A}" dt="2024-08-08T02:20:08.422" v="800"/>
        <pc:sldMkLst>
          <pc:docMk/>
          <pc:sldMk cId="1416329417" sldId="949"/>
        </pc:sldMkLst>
        <pc:spChg chg="mod">
          <ac:chgData name="Rosmin Elsa Mohan" userId="7f6a9fc7-46b4-4eac-90cd-058eb48f67de" providerId="ADAL" clId="{32E18A96-7CCB-4A13-B926-2B113654B70A}" dt="2024-08-08T02:20:08.422" v="800"/>
          <ac:spMkLst>
            <pc:docMk/>
            <pc:sldMk cId="1416329417" sldId="949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32E18A96-7CCB-4A13-B926-2B113654B70A}" dt="2024-08-08T03:00:06.059" v="1102" actId="20577"/>
        <pc:sldMkLst>
          <pc:docMk/>
          <pc:sldMk cId="1180184608" sldId="1201"/>
        </pc:sldMkLst>
        <pc:spChg chg="mod">
          <ac:chgData name="Rosmin Elsa Mohan" userId="7f6a9fc7-46b4-4eac-90cd-058eb48f67de" providerId="ADAL" clId="{32E18A96-7CCB-4A13-B926-2B113654B70A}" dt="2024-08-08T03:00:06.059" v="1102" actId="20577"/>
          <ac:spMkLst>
            <pc:docMk/>
            <pc:sldMk cId="1180184608" sldId="1201"/>
            <ac:spMk id="3" creationId="{BD7AE418-84FE-0E25-B13A-DAD0615A2C9F}"/>
          </ac:spMkLst>
        </pc:spChg>
      </pc:sldChg>
      <pc:sldChg chg="modSp mod">
        <pc:chgData name="Rosmin Elsa Mohan" userId="7f6a9fc7-46b4-4eac-90cd-058eb48f67de" providerId="ADAL" clId="{32E18A96-7CCB-4A13-B926-2B113654B70A}" dt="2024-08-08T01:42:23.250" v="70" actId="255"/>
        <pc:sldMkLst>
          <pc:docMk/>
          <pc:sldMk cId="430881365" sldId="1259"/>
        </pc:sldMkLst>
        <pc:spChg chg="mod">
          <ac:chgData name="Rosmin Elsa Mohan" userId="7f6a9fc7-46b4-4eac-90cd-058eb48f67de" providerId="ADAL" clId="{32E18A96-7CCB-4A13-B926-2B113654B70A}" dt="2024-08-08T01:42:23.250" v="70" actId="255"/>
          <ac:spMkLst>
            <pc:docMk/>
            <pc:sldMk cId="430881365" sldId="1259"/>
            <ac:spMk id="4" creationId="{D5E54A38-54D0-6477-68F0-01E2D0EDD891}"/>
          </ac:spMkLst>
        </pc:spChg>
      </pc:sldChg>
      <pc:sldChg chg="modSp mod">
        <pc:chgData name="Rosmin Elsa Mohan" userId="7f6a9fc7-46b4-4eac-90cd-058eb48f67de" providerId="ADAL" clId="{32E18A96-7CCB-4A13-B926-2B113654B70A}" dt="2024-08-08T01:59:24.310" v="681" actId="20577"/>
        <pc:sldMkLst>
          <pc:docMk/>
          <pc:sldMk cId="858007124" sldId="1277"/>
        </pc:sldMkLst>
        <pc:spChg chg="mod">
          <ac:chgData name="Rosmin Elsa Mohan" userId="7f6a9fc7-46b4-4eac-90cd-058eb48f67de" providerId="ADAL" clId="{32E18A96-7CCB-4A13-B926-2B113654B70A}" dt="2024-08-08T01:59:24.310" v="681" actId="20577"/>
          <ac:spMkLst>
            <pc:docMk/>
            <pc:sldMk cId="858007124" sldId="1277"/>
            <ac:spMk id="2" creationId="{1DA63A6A-450D-4603-B02C-80F270CA1D46}"/>
          </ac:spMkLst>
        </pc:spChg>
        <pc:spChg chg="mod">
          <ac:chgData name="Rosmin Elsa Mohan" userId="7f6a9fc7-46b4-4eac-90cd-058eb48f67de" providerId="ADAL" clId="{32E18A96-7CCB-4A13-B926-2B113654B70A}" dt="2024-08-08T01:58:48.782" v="663"/>
          <ac:spMkLst>
            <pc:docMk/>
            <pc:sldMk cId="858007124" sldId="1277"/>
            <ac:spMk id="3" creationId="{DDD24EDA-CE43-82A2-B3E8-E6C307C397E9}"/>
          </ac:spMkLst>
        </pc:spChg>
      </pc:sldChg>
      <pc:sldChg chg="modSp mod">
        <pc:chgData name="Rosmin Elsa Mohan" userId="7f6a9fc7-46b4-4eac-90cd-058eb48f67de" providerId="ADAL" clId="{32E18A96-7CCB-4A13-B926-2B113654B70A}" dt="2024-08-08T01:41:44.651" v="63" actId="20577"/>
        <pc:sldMkLst>
          <pc:docMk/>
          <pc:sldMk cId="1672910874" sldId="1298"/>
        </pc:sldMkLst>
        <pc:spChg chg="mod">
          <ac:chgData name="Rosmin Elsa Mohan" userId="7f6a9fc7-46b4-4eac-90cd-058eb48f67de" providerId="ADAL" clId="{32E18A96-7CCB-4A13-B926-2B113654B70A}" dt="2024-08-08T01:41:44.651" v="63" actId="20577"/>
          <ac:spMkLst>
            <pc:docMk/>
            <pc:sldMk cId="1672910874" sldId="1298"/>
            <ac:spMk id="3" creationId="{869DF675-68B2-E157-D40A-40EF3DECB71A}"/>
          </ac:spMkLst>
        </pc:spChg>
      </pc:sldChg>
      <pc:sldChg chg="modSp mod">
        <pc:chgData name="Rosmin Elsa Mohan" userId="7f6a9fc7-46b4-4eac-90cd-058eb48f67de" providerId="ADAL" clId="{32E18A96-7CCB-4A13-B926-2B113654B70A}" dt="2024-08-08T01:51:11.308" v="533" actId="20577"/>
        <pc:sldMkLst>
          <pc:docMk/>
          <pc:sldMk cId="1217883548" sldId="1318"/>
        </pc:sldMkLst>
        <pc:spChg chg="mod">
          <ac:chgData name="Rosmin Elsa Mohan" userId="7f6a9fc7-46b4-4eac-90cd-058eb48f67de" providerId="ADAL" clId="{32E18A96-7CCB-4A13-B926-2B113654B70A}" dt="2024-08-08T01:51:11.308" v="533" actId="20577"/>
          <ac:spMkLst>
            <pc:docMk/>
            <pc:sldMk cId="1217883548" sldId="1318"/>
            <ac:spMk id="3" creationId="{B9ACC418-9BFA-F946-DA5B-A680A2EBDFAC}"/>
          </ac:spMkLst>
        </pc:spChg>
      </pc:sldChg>
      <pc:sldChg chg="modSp mod">
        <pc:chgData name="Rosmin Elsa Mohan" userId="7f6a9fc7-46b4-4eac-90cd-058eb48f67de" providerId="ADAL" clId="{32E18A96-7CCB-4A13-B926-2B113654B70A}" dt="2024-08-08T02:01:25.927" v="686"/>
        <pc:sldMkLst>
          <pc:docMk/>
          <pc:sldMk cId="4765592" sldId="1388"/>
        </pc:sldMkLst>
        <pc:spChg chg="mod">
          <ac:chgData name="Rosmin Elsa Mohan" userId="7f6a9fc7-46b4-4eac-90cd-058eb48f67de" providerId="ADAL" clId="{32E18A96-7CCB-4A13-B926-2B113654B70A}" dt="2024-08-08T02:01:25.927" v="686"/>
          <ac:spMkLst>
            <pc:docMk/>
            <pc:sldMk cId="4765592" sldId="1388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32E18A96-7CCB-4A13-B926-2B113654B70A}" dt="2024-08-08T03:07:09.264" v="1152" actId="20577"/>
        <pc:sldMkLst>
          <pc:docMk/>
          <pc:sldMk cId="1106683896" sldId="1401"/>
        </pc:sldMkLst>
        <pc:spChg chg="mod">
          <ac:chgData name="Rosmin Elsa Mohan" userId="7f6a9fc7-46b4-4eac-90cd-058eb48f67de" providerId="ADAL" clId="{32E18A96-7CCB-4A13-B926-2B113654B70A}" dt="2024-08-08T03:07:09.264" v="1152" actId="20577"/>
          <ac:spMkLst>
            <pc:docMk/>
            <pc:sldMk cId="1106683896" sldId="1401"/>
            <ac:spMk id="5" creationId="{D15CBCA4-8279-49A0-BDA5-8F1C3F65A437}"/>
          </ac:spMkLst>
        </pc:spChg>
        <pc:spChg chg="mod">
          <ac:chgData name="Rosmin Elsa Mohan" userId="7f6a9fc7-46b4-4eac-90cd-058eb48f67de" providerId="ADAL" clId="{32E18A96-7CCB-4A13-B926-2B113654B70A}" dt="2024-08-08T02:21:13.122" v="811" actId="20577"/>
          <ac:spMkLst>
            <pc:docMk/>
            <pc:sldMk cId="1106683896" sldId="1401"/>
            <ac:spMk id="6" creationId="{00B7E6C3-DC3B-BC8E-EE75-86995C7F8ADF}"/>
          </ac:spMkLst>
        </pc:spChg>
        <pc:spChg chg="mod">
          <ac:chgData name="Rosmin Elsa Mohan" userId="7f6a9fc7-46b4-4eac-90cd-058eb48f67de" providerId="ADAL" clId="{32E18A96-7CCB-4A13-B926-2B113654B70A}" dt="2024-08-08T02:20:12.901" v="801"/>
          <ac:spMkLst>
            <pc:docMk/>
            <pc:sldMk cId="1106683896" sldId="1401"/>
            <ac:spMk id="8" creationId="{A25EBDEB-28A0-A895-EE99-148520068F26}"/>
          </ac:spMkLst>
        </pc:spChg>
      </pc:sldChg>
      <pc:sldChg chg="modSp mod">
        <pc:chgData name="Rosmin Elsa Mohan" userId="7f6a9fc7-46b4-4eac-90cd-058eb48f67de" providerId="ADAL" clId="{32E18A96-7CCB-4A13-B926-2B113654B70A}" dt="2024-08-08T02:25:53.134" v="828" actId="20577"/>
        <pc:sldMkLst>
          <pc:docMk/>
          <pc:sldMk cId="902618935" sldId="1405"/>
        </pc:sldMkLst>
        <pc:spChg chg="mod">
          <ac:chgData name="Rosmin Elsa Mohan" userId="7f6a9fc7-46b4-4eac-90cd-058eb48f67de" providerId="ADAL" clId="{32E18A96-7CCB-4A13-B926-2B113654B70A}" dt="2024-08-08T02:25:53.134" v="828" actId="20577"/>
          <ac:spMkLst>
            <pc:docMk/>
            <pc:sldMk cId="902618935" sldId="1405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32E18A96-7CCB-4A13-B926-2B113654B70A}" dt="2024-08-08T03:09:06.837" v="1157" actId="20577"/>
        <pc:sldMkLst>
          <pc:docMk/>
          <pc:sldMk cId="2653113592" sldId="1406"/>
        </pc:sldMkLst>
        <pc:spChg chg="mod">
          <ac:chgData name="Rosmin Elsa Mohan" userId="7f6a9fc7-46b4-4eac-90cd-058eb48f67de" providerId="ADAL" clId="{32E18A96-7CCB-4A13-B926-2B113654B70A}" dt="2024-08-08T03:09:06.837" v="1157" actId="20577"/>
          <ac:spMkLst>
            <pc:docMk/>
            <pc:sldMk cId="2653113592" sldId="1406"/>
            <ac:spMk id="5" creationId="{D15CBCA4-8279-49A0-BDA5-8F1C3F65A437}"/>
          </ac:spMkLst>
        </pc:spChg>
        <pc:spChg chg="mod">
          <ac:chgData name="Rosmin Elsa Mohan" userId="7f6a9fc7-46b4-4eac-90cd-058eb48f67de" providerId="ADAL" clId="{32E18A96-7CCB-4A13-B926-2B113654B70A}" dt="2024-08-08T02:33:38.769" v="901" actId="6549"/>
          <ac:spMkLst>
            <pc:docMk/>
            <pc:sldMk cId="2653113592" sldId="1406"/>
            <ac:spMk id="6" creationId="{00B7E6C3-DC3B-BC8E-EE75-86995C7F8ADF}"/>
          </ac:spMkLst>
        </pc:spChg>
        <pc:spChg chg="mod">
          <ac:chgData name="Rosmin Elsa Mohan" userId="7f6a9fc7-46b4-4eac-90cd-058eb48f67de" providerId="ADAL" clId="{32E18A96-7CCB-4A13-B926-2B113654B70A}" dt="2024-08-08T02:25:58.045" v="831" actId="20577"/>
          <ac:spMkLst>
            <pc:docMk/>
            <pc:sldMk cId="2653113592" sldId="1406"/>
            <ac:spMk id="13" creationId="{9BB545B6-E81A-AAD9-C97D-D3B592102C96}"/>
          </ac:spMkLst>
        </pc:spChg>
      </pc:sldChg>
      <pc:sldChg chg="modSp mod">
        <pc:chgData name="Rosmin Elsa Mohan" userId="7f6a9fc7-46b4-4eac-90cd-058eb48f67de" providerId="ADAL" clId="{32E18A96-7CCB-4A13-B926-2B113654B70A}" dt="2024-08-08T02:34:11.444" v="902"/>
        <pc:sldMkLst>
          <pc:docMk/>
          <pc:sldMk cId="3838587995" sldId="1411"/>
        </pc:sldMkLst>
        <pc:spChg chg="mod">
          <ac:chgData name="Rosmin Elsa Mohan" userId="7f6a9fc7-46b4-4eac-90cd-058eb48f67de" providerId="ADAL" clId="{32E18A96-7CCB-4A13-B926-2B113654B70A}" dt="2024-08-08T02:34:11.444" v="902"/>
          <ac:spMkLst>
            <pc:docMk/>
            <pc:sldMk cId="3838587995" sldId="1411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32E18A96-7CCB-4A13-B926-2B113654B70A}" dt="2024-08-08T03:11:32.639" v="1166" actId="20577"/>
        <pc:sldMkLst>
          <pc:docMk/>
          <pc:sldMk cId="2332149466" sldId="1412"/>
        </pc:sldMkLst>
        <pc:spChg chg="mod">
          <ac:chgData name="Rosmin Elsa Mohan" userId="7f6a9fc7-46b4-4eac-90cd-058eb48f67de" providerId="ADAL" clId="{32E18A96-7CCB-4A13-B926-2B113654B70A}" dt="2024-08-08T03:11:32.639" v="1166" actId="20577"/>
          <ac:spMkLst>
            <pc:docMk/>
            <pc:sldMk cId="2332149466" sldId="1412"/>
            <ac:spMk id="5" creationId="{D15CBCA4-8279-49A0-BDA5-8F1C3F65A437}"/>
          </ac:spMkLst>
        </pc:spChg>
        <pc:spChg chg="mod">
          <ac:chgData name="Rosmin Elsa Mohan" userId="7f6a9fc7-46b4-4eac-90cd-058eb48f67de" providerId="ADAL" clId="{32E18A96-7CCB-4A13-B926-2B113654B70A}" dt="2024-08-08T02:35:08.204" v="912" actId="6549"/>
          <ac:spMkLst>
            <pc:docMk/>
            <pc:sldMk cId="2332149466" sldId="1412"/>
            <ac:spMk id="6" creationId="{00B7E6C3-DC3B-BC8E-EE75-86995C7F8ADF}"/>
          </ac:spMkLst>
        </pc:spChg>
        <pc:spChg chg="mod">
          <ac:chgData name="Rosmin Elsa Mohan" userId="7f6a9fc7-46b4-4eac-90cd-058eb48f67de" providerId="ADAL" clId="{32E18A96-7CCB-4A13-B926-2B113654B70A}" dt="2024-08-08T02:34:14.721" v="903"/>
          <ac:spMkLst>
            <pc:docMk/>
            <pc:sldMk cId="2332149466" sldId="1412"/>
            <ac:spMk id="9" creationId="{DC17D8D8-E9C5-D2A8-A52F-7AE59A61C67B}"/>
          </ac:spMkLst>
        </pc:spChg>
      </pc:sldChg>
      <pc:sldChg chg="modSp mod">
        <pc:chgData name="Rosmin Elsa Mohan" userId="7f6a9fc7-46b4-4eac-90cd-058eb48f67de" providerId="ADAL" clId="{32E18A96-7CCB-4A13-B926-2B113654B70A}" dt="2024-08-08T02:39:18.254" v="944"/>
        <pc:sldMkLst>
          <pc:docMk/>
          <pc:sldMk cId="3790543259" sldId="1416"/>
        </pc:sldMkLst>
        <pc:spChg chg="mod">
          <ac:chgData name="Rosmin Elsa Mohan" userId="7f6a9fc7-46b4-4eac-90cd-058eb48f67de" providerId="ADAL" clId="{32E18A96-7CCB-4A13-B926-2B113654B70A}" dt="2024-08-08T02:39:18.254" v="944"/>
          <ac:spMkLst>
            <pc:docMk/>
            <pc:sldMk cId="3790543259" sldId="1416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32E18A96-7CCB-4A13-B926-2B113654B70A}" dt="2024-08-08T02:43:50.034" v="977"/>
        <pc:sldMkLst>
          <pc:docMk/>
          <pc:sldMk cId="2647958562" sldId="1421"/>
        </pc:sldMkLst>
        <pc:spChg chg="mod">
          <ac:chgData name="Rosmin Elsa Mohan" userId="7f6a9fc7-46b4-4eac-90cd-058eb48f67de" providerId="ADAL" clId="{32E18A96-7CCB-4A13-B926-2B113654B70A}" dt="2024-08-08T02:43:50.034" v="977"/>
          <ac:spMkLst>
            <pc:docMk/>
            <pc:sldMk cId="2647958562" sldId="1421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32E18A96-7CCB-4A13-B926-2B113654B70A}" dt="2024-08-08T02:45:00.163" v="990" actId="20577"/>
        <pc:sldMkLst>
          <pc:docMk/>
          <pc:sldMk cId="2370185204" sldId="1422"/>
        </pc:sldMkLst>
        <pc:spChg chg="mod">
          <ac:chgData name="Rosmin Elsa Mohan" userId="7f6a9fc7-46b4-4eac-90cd-058eb48f67de" providerId="ADAL" clId="{32E18A96-7CCB-4A13-B926-2B113654B70A}" dt="2024-08-08T02:45:00.163" v="990" actId="20577"/>
          <ac:spMkLst>
            <pc:docMk/>
            <pc:sldMk cId="2370185204" sldId="1422"/>
            <ac:spMk id="6" creationId="{00B7E6C3-DC3B-BC8E-EE75-86995C7F8ADF}"/>
          </ac:spMkLst>
        </pc:spChg>
        <pc:spChg chg="mod">
          <ac:chgData name="Rosmin Elsa Mohan" userId="7f6a9fc7-46b4-4eac-90cd-058eb48f67de" providerId="ADAL" clId="{32E18A96-7CCB-4A13-B926-2B113654B70A}" dt="2024-08-08T02:43:53.578" v="978"/>
          <ac:spMkLst>
            <pc:docMk/>
            <pc:sldMk cId="2370185204" sldId="1422"/>
            <ac:spMk id="9" creationId="{DC17D8D8-E9C5-D2A8-A52F-7AE59A61C67B}"/>
          </ac:spMkLst>
        </pc:spChg>
      </pc:sldChg>
      <pc:sldChg chg="modSp mod">
        <pc:chgData name="Rosmin Elsa Mohan" userId="7f6a9fc7-46b4-4eac-90cd-058eb48f67de" providerId="ADAL" clId="{32E18A96-7CCB-4A13-B926-2B113654B70A}" dt="2024-08-08T03:03:47.339" v="1147" actId="20577"/>
        <pc:sldMkLst>
          <pc:docMk/>
          <pc:sldMk cId="3552461181" sldId="1438"/>
        </pc:sldMkLst>
        <pc:spChg chg="mod">
          <ac:chgData name="Rosmin Elsa Mohan" userId="7f6a9fc7-46b4-4eac-90cd-058eb48f67de" providerId="ADAL" clId="{32E18A96-7CCB-4A13-B926-2B113654B70A}" dt="2024-08-08T03:03:47.339" v="1147" actId="20577"/>
          <ac:spMkLst>
            <pc:docMk/>
            <pc:sldMk cId="3552461181" sldId="1438"/>
            <ac:spMk id="5" creationId="{002312A7-33C9-D63C-33EF-E395463CEF78}"/>
          </ac:spMkLst>
        </pc:spChg>
        <pc:spChg chg="mod">
          <ac:chgData name="Rosmin Elsa Mohan" userId="7f6a9fc7-46b4-4eac-90cd-058eb48f67de" providerId="ADAL" clId="{32E18A96-7CCB-4A13-B926-2B113654B70A}" dt="2024-08-08T02:03:56.258" v="715" actId="20577"/>
          <ac:spMkLst>
            <pc:docMk/>
            <pc:sldMk cId="3552461181" sldId="1438"/>
            <ac:spMk id="6" creationId="{2D75DE56-5F0C-5056-AE13-29D86795AD33}"/>
          </ac:spMkLst>
        </pc:spChg>
        <pc:spChg chg="mod">
          <ac:chgData name="Rosmin Elsa Mohan" userId="7f6a9fc7-46b4-4eac-90cd-058eb48f67de" providerId="ADAL" clId="{32E18A96-7CCB-4A13-B926-2B113654B70A}" dt="2024-08-08T02:02:11.379" v="689" actId="20577"/>
          <ac:spMkLst>
            <pc:docMk/>
            <pc:sldMk cId="3552461181" sldId="1438"/>
            <ac:spMk id="8" creationId="{006B5B6E-8198-6E5C-6E84-9D75287DF58B}"/>
          </ac:spMkLst>
        </pc:spChg>
      </pc:sldChg>
      <pc:sldChg chg="addSp delSp modSp mod">
        <pc:chgData name="Rosmin Elsa Mohan" userId="7f6a9fc7-46b4-4eac-90cd-058eb48f67de" providerId="ADAL" clId="{32E18A96-7CCB-4A13-B926-2B113654B70A}" dt="2024-08-08T03:03:51.420" v="1148" actId="20577"/>
        <pc:sldMkLst>
          <pc:docMk/>
          <pc:sldMk cId="1565668377" sldId="1439"/>
        </pc:sldMkLst>
        <pc:spChg chg="add mod">
          <ac:chgData name="Rosmin Elsa Mohan" userId="7f6a9fc7-46b4-4eac-90cd-058eb48f67de" providerId="ADAL" clId="{32E18A96-7CCB-4A13-B926-2B113654B70A}" dt="2024-08-08T02:08:26.227" v="743" actId="20577"/>
          <ac:spMkLst>
            <pc:docMk/>
            <pc:sldMk cId="1565668377" sldId="1439"/>
            <ac:spMk id="2" creationId="{57202B73-E8EE-67C3-7C71-924AA70880D1}"/>
          </ac:spMkLst>
        </pc:spChg>
        <pc:spChg chg="mod">
          <ac:chgData name="Rosmin Elsa Mohan" userId="7f6a9fc7-46b4-4eac-90cd-058eb48f67de" providerId="ADAL" clId="{32E18A96-7CCB-4A13-B926-2B113654B70A}" dt="2024-08-08T03:03:51.420" v="1148" actId="20577"/>
          <ac:spMkLst>
            <pc:docMk/>
            <pc:sldMk cId="1565668377" sldId="1439"/>
            <ac:spMk id="5" creationId="{0F36563C-ACF3-6396-FBBC-277D5688DA36}"/>
          </ac:spMkLst>
        </pc:spChg>
        <pc:spChg chg="del">
          <ac:chgData name="Rosmin Elsa Mohan" userId="7f6a9fc7-46b4-4eac-90cd-058eb48f67de" providerId="ADAL" clId="{32E18A96-7CCB-4A13-B926-2B113654B70A}" dt="2024-08-08T02:04:19.451" v="716" actId="478"/>
          <ac:spMkLst>
            <pc:docMk/>
            <pc:sldMk cId="1565668377" sldId="1439"/>
            <ac:spMk id="6" creationId="{EADDBF89-58BA-EE9F-AD42-B4C6EE879FD8}"/>
          </ac:spMkLst>
        </pc:spChg>
        <pc:spChg chg="mod">
          <ac:chgData name="Rosmin Elsa Mohan" userId="7f6a9fc7-46b4-4eac-90cd-058eb48f67de" providerId="ADAL" clId="{32E18A96-7CCB-4A13-B926-2B113654B70A}" dt="2024-08-08T02:08:38.452" v="746" actId="20577"/>
          <ac:spMkLst>
            <pc:docMk/>
            <pc:sldMk cId="1565668377" sldId="1439"/>
            <ac:spMk id="8" creationId="{4BAC8562-D3A9-2F9C-BC47-4C2B3FDE803F}"/>
          </ac:spMkLst>
        </pc:spChg>
      </pc:sldChg>
      <pc:sldChg chg="modSp mod">
        <pc:chgData name="Rosmin Elsa Mohan" userId="7f6a9fc7-46b4-4eac-90cd-058eb48f67de" providerId="ADAL" clId="{32E18A96-7CCB-4A13-B926-2B113654B70A}" dt="2024-08-08T03:03:54.338" v="1149" actId="20577"/>
        <pc:sldMkLst>
          <pc:docMk/>
          <pc:sldMk cId="2616289819" sldId="1440"/>
        </pc:sldMkLst>
        <pc:spChg chg="mod">
          <ac:chgData name="Rosmin Elsa Mohan" userId="7f6a9fc7-46b4-4eac-90cd-058eb48f67de" providerId="ADAL" clId="{32E18A96-7CCB-4A13-B926-2B113654B70A}" dt="2024-08-08T03:03:54.338" v="1149" actId="20577"/>
          <ac:spMkLst>
            <pc:docMk/>
            <pc:sldMk cId="2616289819" sldId="1440"/>
            <ac:spMk id="5" creationId="{CF2EB54C-990B-EAF8-9FB4-0FD83281179F}"/>
          </ac:spMkLst>
        </pc:spChg>
        <pc:spChg chg="mod">
          <ac:chgData name="Rosmin Elsa Mohan" userId="7f6a9fc7-46b4-4eac-90cd-058eb48f67de" providerId="ADAL" clId="{32E18A96-7CCB-4A13-B926-2B113654B70A}" dt="2024-08-08T02:10:26.255" v="783" actId="14100"/>
          <ac:spMkLst>
            <pc:docMk/>
            <pc:sldMk cId="2616289819" sldId="1440"/>
            <ac:spMk id="6" creationId="{463E78ED-D212-D715-8745-F23550920BF2}"/>
          </ac:spMkLst>
        </pc:spChg>
        <pc:spChg chg="mod">
          <ac:chgData name="Rosmin Elsa Mohan" userId="7f6a9fc7-46b4-4eac-90cd-058eb48f67de" providerId="ADAL" clId="{32E18A96-7CCB-4A13-B926-2B113654B70A}" dt="2024-08-08T02:08:46.737" v="749" actId="20577"/>
          <ac:spMkLst>
            <pc:docMk/>
            <pc:sldMk cId="2616289819" sldId="1440"/>
            <ac:spMk id="8" creationId="{FD9D0223-DDE2-A728-CEDA-5488160104E8}"/>
          </ac:spMkLst>
        </pc:spChg>
      </pc:sldChg>
      <pc:sldChg chg="modSp mod">
        <pc:chgData name="Rosmin Elsa Mohan" userId="7f6a9fc7-46b4-4eac-90cd-058eb48f67de" providerId="ADAL" clId="{32E18A96-7CCB-4A13-B926-2B113654B70A}" dt="2024-08-08T03:07:12.456" v="1153" actId="20577"/>
        <pc:sldMkLst>
          <pc:docMk/>
          <pc:sldMk cId="2623249776" sldId="1442"/>
        </pc:sldMkLst>
        <pc:spChg chg="mod">
          <ac:chgData name="Rosmin Elsa Mohan" userId="7f6a9fc7-46b4-4eac-90cd-058eb48f67de" providerId="ADAL" clId="{32E18A96-7CCB-4A13-B926-2B113654B70A}" dt="2024-08-08T03:07:12.456" v="1153" actId="20577"/>
          <ac:spMkLst>
            <pc:docMk/>
            <pc:sldMk cId="2623249776" sldId="1442"/>
            <ac:spMk id="5" creationId="{F3A1A9F0-F0F9-37AD-31A6-86E97ABD9DAD}"/>
          </ac:spMkLst>
        </pc:spChg>
        <pc:spChg chg="mod">
          <ac:chgData name="Rosmin Elsa Mohan" userId="7f6a9fc7-46b4-4eac-90cd-058eb48f67de" providerId="ADAL" clId="{32E18A96-7CCB-4A13-B926-2B113654B70A}" dt="2024-08-08T02:21:34.297" v="817" actId="114"/>
          <ac:spMkLst>
            <pc:docMk/>
            <pc:sldMk cId="2623249776" sldId="1442"/>
            <ac:spMk id="6" creationId="{F395D098-6B90-D9CD-4980-73D67EEE7741}"/>
          </ac:spMkLst>
        </pc:spChg>
        <pc:spChg chg="mod">
          <ac:chgData name="Rosmin Elsa Mohan" userId="7f6a9fc7-46b4-4eac-90cd-058eb48f67de" providerId="ADAL" clId="{32E18A96-7CCB-4A13-B926-2B113654B70A}" dt="2024-08-08T02:20:16.710" v="802"/>
          <ac:spMkLst>
            <pc:docMk/>
            <pc:sldMk cId="2623249776" sldId="1442"/>
            <ac:spMk id="8" creationId="{3A2F3080-99F1-F2DE-3299-E174825DB9C6}"/>
          </ac:spMkLst>
        </pc:spChg>
      </pc:sldChg>
      <pc:sldChg chg="modSp mod">
        <pc:chgData name="Rosmin Elsa Mohan" userId="7f6a9fc7-46b4-4eac-90cd-058eb48f67de" providerId="ADAL" clId="{32E18A96-7CCB-4A13-B926-2B113654B70A}" dt="2024-08-08T03:07:15.077" v="1154" actId="20577"/>
        <pc:sldMkLst>
          <pc:docMk/>
          <pc:sldMk cId="637721542" sldId="1443"/>
        </pc:sldMkLst>
        <pc:spChg chg="mod">
          <ac:chgData name="Rosmin Elsa Mohan" userId="7f6a9fc7-46b4-4eac-90cd-058eb48f67de" providerId="ADAL" clId="{32E18A96-7CCB-4A13-B926-2B113654B70A}" dt="2024-08-08T03:07:15.077" v="1154" actId="20577"/>
          <ac:spMkLst>
            <pc:docMk/>
            <pc:sldMk cId="637721542" sldId="1443"/>
            <ac:spMk id="5" creationId="{E0B62AD4-7852-AF68-5FEF-46892C0A0BE3}"/>
          </ac:spMkLst>
        </pc:spChg>
        <pc:spChg chg="mod">
          <ac:chgData name="Rosmin Elsa Mohan" userId="7f6a9fc7-46b4-4eac-90cd-058eb48f67de" providerId="ADAL" clId="{32E18A96-7CCB-4A13-B926-2B113654B70A}" dt="2024-08-08T02:21:48.064" v="820"/>
          <ac:spMkLst>
            <pc:docMk/>
            <pc:sldMk cId="637721542" sldId="1443"/>
            <ac:spMk id="6" creationId="{AE6B6D96-39EE-535C-2933-FFB7C72EF6E0}"/>
          </ac:spMkLst>
        </pc:spChg>
        <pc:spChg chg="mod">
          <ac:chgData name="Rosmin Elsa Mohan" userId="7f6a9fc7-46b4-4eac-90cd-058eb48f67de" providerId="ADAL" clId="{32E18A96-7CCB-4A13-B926-2B113654B70A}" dt="2024-08-08T02:20:20.682" v="803"/>
          <ac:spMkLst>
            <pc:docMk/>
            <pc:sldMk cId="637721542" sldId="1443"/>
            <ac:spMk id="8" creationId="{65BA4930-30DF-D4B4-ADD6-B777DB74DBCD}"/>
          </ac:spMkLst>
        </pc:spChg>
      </pc:sldChg>
      <pc:sldChg chg="modSp del mod">
        <pc:chgData name="Rosmin Elsa Mohan" userId="7f6a9fc7-46b4-4eac-90cd-058eb48f67de" providerId="ADAL" clId="{32E18A96-7CCB-4A13-B926-2B113654B70A}" dt="2024-08-08T02:21:56.256" v="821" actId="2696"/>
        <pc:sldMkLst>
          <pc:docMk/>
          <pc:sldMk cId="2967730246" sldId="1444"/>
        </pc:sldMkLst>
        <pc:spChg chg="mod">
          <ac:chgData name="Rosmin Elsa Mohan" userId="7f6a9fc7-46b4-4eac-90cd-058eb48f67de" providerId="ADAL" clId="{32E18A96-7CCB-4A13-B926-2B113654B70A}" dt="2024-08-08T02:20:24.977" v="804"/>
          <ac:spMkLst>
            <pc:docMk/>
            <pc:sldMk cId="2967730246" sldId="1444"/>
            <ac:spMk id="8" creationId="{4B20C08D-13B1-4F34-A99E-AF3AC5E49CB3}"/>
          </ac:spMkLst>
        </pc:spChg>
      </pc:sldChg>
      <pc:sldChg chg="modSp mod">
        <pc:chgData name="Rosmin Elsa Mohan" userId="7f6a9fc7-46b4-4eac-90cd-058eb48f67de" providerId="ADAL" clId="{32E18A96-7CCB-4A13-B926-2B113654B70A}" dt="2024-08-08T03:07:20.612" v="1156" actId="20577"/>
        <pc:sldMkLst>
          <pc:docMk/>
          <pc:sldMk cId="4131438038" sldId="1445"/>
        </pc:sldMkLst>
        <pc:spChg chg="mod">
          <ac:chgData name="Rosmin Elsa Mohan" userId="7f6a9fc7-46b4-4eac-90cd-058eb48f67de" providerId="ADAL" clId="{32E18A96-7CCB-4A13-B926-2B113654B70A}" dt="2024-08-08T03:07:20.612" v="1156" actId="20577"/>
          <ac:spMkLst>
            <pc:docMk/>
            <pc:sldMk cId="4131438038" sldId="1445"/>
            <ac:spMk id="5" creationId="{316BCAB3-BD3F-1B0E-CC2C-6CA0F2917E75}"/>
          </ac:spMkLst>
        </pc:spChg>
        <pc:spChg chg="mod">
          <ac:chgData name="Rosmin Elsa Mohan" userId="7f6a9fc7-46b4-4eac-90cd-058eb48f67de" providerId="ADAL" clId="{32E18A96-7CCB-4A13-B926-2B113654B70A}" dt="2024-08-08T02:22:09.934" v="824"/>
          <ac:spMkLst>
            <pc:docMk/>
            <pc:sldMk cId="4131438038" sldId="1445"/>
            <ac:spMk id="6" creationId="{0806E297-1ADC-5926-D07E-F5F3B6CBE8EA}"/>
          </ac:spMkLst>
        </pc:spChg>
        <pc:spChg chg="mod">
          <ac:chgData name="Rosmin Elsa Mohan" userId="7f6a9fc7-46b4-4eac-90cd-058eb48f67de" providerId="ADAL" clId="{32E18A96-7CCB-4A13-B926-2B113654B70A}" dt="2024-08-08T02:20:28.215" v="805"/>
          <ac:spMkLst>
            <pc:docMk/>
            <pc:sldMk cId="4131438038" sldId="1445"/>
            <ac:spMk id="8" creationId="{9EA20479-821D-F1BF-5BAF-75D0E2472DF1}"/>
          </ac:spMkLst>
        </pc:spChg>
      </pc:sldChg>
      <pc:sldChg chg="modSp del mod">
        <pc:chgData name="Rosmin Elsa Mohan" userId="7f6a9fc7-46b4-4eac-90cd-058eb48f67de" providerId="ADAL" clId="{32E18A96-7CCB-4A13-B926-2B113654B70A}" dt="2024-08-08T02:22:15.366" v="825" actId="2696"/>
        <pc:sldMkLst>
          <pc:docMk/>
          <pc:sldMk cId="3840774424" sldId="1446"/>
        </pc:sldMkLst>
        <pc:spChg chg="mod">
          <ac:chgData name="Rosmin Elsa Mohan" userId="7f6a9fc7-46b4-4eac-90cd-058eb48f67de" providerId="ADAL" clId="{32E18A96-7CCB-4A13-B926-2B113654B70A}" dt="2024-08-08T02:20:31.827" v="806"/>
          <ac:spMkLst>
            <pc:docMk/>
            <pc:sldMk cId="3840774424" sldId="1446"/>
            <ac:spMk id="8" creationId="{C7E0E519-EF6F-C114-0D3F-F15BAC2C9B54}"/>
          </ac:spMkLst>
        </pc:spChg>
      </pc:sldChg>
      <pc:sldChg chg="modSp mod">
        <pc:chgData name="Rosmin Elsa Mohan" userId="7f6a9fc7-46b4-4eac-90cd-058eb48f67de" providerId="ADAL" clId="{32E18A96-7CCB-4A13-B926-2B113654B70A}" dt="2024-08-08T03:09:09.840" v="1158" actId="20577"/>
        <pc:sldMkLst>
          <pc:docMk/>
          <pc:sldMk cId="1494969129" sldId="1448"/>
        </pc:sldMkLst>
        <pc:spChg chg="mod">
          <ac:chgData name="Rosmin Elsa Mohan" userId="7f6a9fc7-46b4-4eac-90cd-058eb48f67de" providerId="ADAL" clId="{32E18A96-7CCB-4A13-B926-2B113654B70A}" dt="2024-08-08T03:09:09.840" v="1158" actId="20577"/>
          <ac:spMkLst>
            <pc:docMk/>
            <pc:sldMk cId="1494969129" sldId="1448"/>
            <ac:spMk id="5" creationId="{10C556C3-ECE9-D7DD-B726-33552398D44D}"/>
          </ac:spMkLst>
        </pc:spChg>
        <pc:spChg chg="mod">
          <ac:chgData name="Rosmin Elsa Mohan" userId="7f6a9fc7-46b4-4eac-90cd-058eb48f67de" providerId="ADAL" clId="{32E18A96-7CCB-4A13-B926-2B113654B70A}" dt="2024-08-08T02:28:34.659" v="858" actId="20577"/>
          <ac:spMkLst>
            <pc:docMk/>
            <pc:sldMk cId="1494969129" sldId="1448"/>
            <ac:spMk id="6" creationId="{801F0B22-0AC9-61BE-20AC-30E8E824EE40}"/>
          </ac:spMkLst>
        </pc:spChg>
        <pc:spChg chg="mod">
          <ac:chgData name="Rosmin Elsa Mohan" userId="7f6a9fc7-46b4-4eac-90cd-058eb48f67de" providerId="ADAL" clId="{32E18A96-7CCB-4A13-B926-2B113654B70A}" dt="2024-08-08T02:26:06.088" v="832"/>
          <ac:spMkLst>
            <pc:docMk/>
            <pc:sldMk cId="1494969129" sldId="1448"/>
            <ac:spMk id="13" creationId="{3AA28230-F44B-DC32-A51A-DCC1B67837BD}"/>
          </ac:spMkLst>
        </pc:spChg>
      </pc:sldChg>
      <pc:sldChg chg="modSp mod">
        <pc:chgData name="Rosmin Elsa Mohan" userId="7f6a9fc7-46b4-4eac-90cd-058eb48f67de" providerId="ADAL" clId="{32E18A96-7CCB-4A13-B926-2B113654B70A}" dt="2024-08-08T03:09:12.918" v="1159" actId="20577"/>
        <pc:sldMkLst>
          <pc:docMk/>
          <pc:sldMk cId="425986149" sldId="1450"/>
        </pc:sldMkLst>
        <pc:spChg chg="mod">
          <ac:chgData name="Rosmin Elsa Mohan" userId="7f6a9fc7-46b4-4eac-90cd-058eb48f67de" providerId="ADAL" clId="{32E18A96-7CCB-4A13-B926-2B113654B70A}" dt="2024-08-08T03:09:12.918" v="1159" actId="20577"/>
          <ac:spMkLst>
            <pc:docMk/>
            <pc:sldMk cId="425986149" sldId="1450"/>
            <ac:spMk id="5" creationId="{13593030-CC76-61CF-F7F5-DC6A9C28DBC7}"/>
          </ac:spMkLst>
        </pc:spChg>
        <pc:spChg chg="mod">
          <ac:chgData name="Rosmin Elsa Mohan" userId="7f6a9fc7-46b4-4eac-90cd-058eb48f67de" providerId="ADAL" clId="{32E18A96-7CCB-4A13-B926-2B113654B70A}" dt="2024-08-08T02:29:51.976" v="861"/>
          <ac:spMkLst>
            <pc:docMk/>
            <pc:sldMk cId="425986149" sldId="1450"/>
            <ac:spMk id="6" creationId="{396B8FA0-9883-25CB-4F0E-617DCF91BB8C}"/>
          </ac:spMkLst>
        </pc:spChg>
        <pc:spChg chg="mod">
          <ac:chgData name="Rosmin Elsa Mohan" userId="7f6a9fc7-46b4-4eac-90cd-058eb48f67de" providerId="ADAL" clId="{32E18A96-7CCB-4A13-B926-2B113654B70A}" dt="2024-08-08T02:26:09.079" v="833"/>
          <ac:spMkLst>
            <pc:docMk/>
            <pc:sldMk cId="425986149" sldId="1450"/>
            <ac:spMk id="13" creationId="{0D938F6E-BF3A-A165-D6A8-EB6116638AC2}"/>
          </ac:spMkLst>
        </pc:spChg>
      </pc:sldChg>
      <pc:sldChg chg="modSp mod">
        <pc:chgData name="Rosmin Elsa Mohan" userId="7f6a9fc7-46b4-4eac-90cd-058eb48f67de" providerId="ADAL" clId="{32E18A96-7CCB-4A13-B926-2B113654B70A}" dt="2024-08-08T03:09:15.773" v="1160" actId="20577"/>
        <pc:sldMkLst>
          <pc:docMk/>
          <pc:sldMk cId="3753762985" sldId="1452"/>
        </pc:sldMkLst>
        <pc:spChg chg="mod">
          <ac:chgData name="Rosmin Elsa Mohan" userId="7f6a9fc7-46b4-4eac-90cd-058eb48f67de" providerId="ADAL" clId="{32E18A96-7CCB-4A13-B926-2B113654B70A}" dt="2024-08-08T03:09:15.773" v="1160" actId="20577"/>
          <ac:spMkLst>
            <pc:docMk/>
            <pc:sldMk cId="3753762985" sldId="1452"/>
            <ac:spMk id="5" creationId="{A2047971-DA85-C751-DC5A-5C52B51C52BA}"/>
          </ac:spMkLst>
        </pc:spChg>
        <pc:spChg chg="mod">
          <ac:chgData name="Rosmin Elsa Mohan" userId="7f6a9fc7-46b4-4eac-90cd-058eb48f67de" providerId="ADAL" clId="{32E18A96-7CCB-4A13-B926-2B113654B70A}" dt="2024-08-08T02:30:08.418" v="867" actId="313"/>
          <ac:spMkLst>
            <pc:docMk/>
            <pc:sldMk cId="3753762985" sldId="1452"/>
            <ac:spMk id="6" creationId="{BA0B3BE2-D998-167B-8C65-476E697BA331}"/>
          </ac:spMkLst>
        </pc:spChg>
        <pc:spChg chg="mod">
          <ac:chgData name="Rosmin Elsa Mohan" userId="7f6a9fc7-46b4-4eac-90cd-058eb48f67de" providerId="ADAL" clId="{32E18A96-7CCB-4A13-B926-2B113654B70A}" dt="2024-08-08T02:26:13.687" v="834"/>
          <ac:spMkLst>
            <pc:docMk/>
            <pc:sldMk cId="3753762985" sldId="1452"/>
            <ac:spMk id="13" creationId="{F90AFB74-83FD-8F85-3412-5B2B465B437B}"/>
          </ac:spMkLst>
        </pc:spChg>
      </pc:sldChg>
      <pc:sldChg chg="modSp mod">
        <pc:chgData name="Rosmin Elsa Mohan" userId="7f6a9fc7-46b4-4eac-90cd-058eb48f67de" providerId="ADAL" clId="{32E18A96-7CCB-4A13-B926-2B113654B70A}" dt="2024-08-08T02:39:51.887" v="952" actId="6549"/>
        <pc:sldMkLst>
          <pc:docMk/>
          <pc:sldMk cId="4039580999" sldId="1465"/>
        </pc:sldMkLst>
        <pc:spChg chg="mod">
          <ac:chgData name="Rosmin Elsa Mohan" userId="7f6a9fc7-46b4-4eac-90cd-058eb48f67de" providerId="ADAL" clId="{32E18A96-7CCB-4A13-B926-2B113654B70A}" dt="2024-08-08T02:39:51.887" v="952" actId="6549"/>
          <ac:spMkLst>
            <pc:docMk/>
            <pc:sldMk cId="4039580999" sldId="1465"/>
            <ac:spMk id="6" creationId="{C1232047-F35C-9CE6-AB39-2974E36818C5}"/>
          </ac:spMkLst>
        </pc:spChg>
        <pc:spChg chg="mod">
          <ac:chgData name="Rosmin Elsa Mohan" userId="7f6a9fc7-46b4-4eac-90cd-058eb48f67de" providerId="ADAL" clId="{32E18A96-7CCB-4A13-B926-2B113654B70A}" dt="2024-08-08T02:39:21.134" v="945"/>
          <ac:spMkLst>
            <pc:docMk/>
            <pc:sldMk cId="4039580999" sldId="1465"/>
            <ac:spMk id="9" creationId="{0968D38C-2C82-7C11-B05D-513832A91F53}"/>
          </ac:spMkLst>
        </pc:spChg>
      </pc:sldChg>
      <pc:sldChg chg="modSp mod">
        <pc:chgData name="Rosmin Elsa Mohan" userId="7f6a9fc7-46b4-4eac-90cd-058eb48f67de" providerId="ADAL" clId="{32E18A96-7CCB-4A13-B926-2B113654B70A}" dt="2024-08-08T02:40:42.942" v="966" actId="313"/>
        <pc:sldMkLst>
          <pc:docMk/>
          <pc:sldMk cId="576487781" sldId="1466"/>
        </pc:sldMkLst>
        <pc:spChg chg="mod">
          <ac:chgData name="Rosmin Elsa Mohan" userId="7f6a9fc7-46b4-4eac-90cd-058eb48f67de" providerId="ADAL" clId="{32E18A96-7CCB-4A13-B926-2B113654B70A}" dt="2024-08-08T02:40:42.942" v="966" actId="313"/>
          <ac:spMkLst>
            <pc:docMk/>
            <pc:sldMk cId="576487781" sldId="1466"/>
            <ac:spMk id="6" creationId="{D13150C6-8221-D63C-33BE-B34E2F490172}"/>
          </ac:spMkLst>
        </pc:spChg>
        <pc:spChg chg="mod">
          <ac:chgData name="Rosmin Elsa Mohan" userId="7f6a9fc7-46b4-4eac-90cd-058eb48f67de" providerId="ADAL" clId="{32E18A96-7CCB-4A13-B926-2B113654B70A}" dt="2024-08-08T02:39:24.700" v="946"/>
          <ac:spMkLst>
            <pc:docMk/>
            <pc:sldMk cId="576487781" sldId="1466"/>
            <ac:spMk id="9" creationId="{2257D2E9-8338-4D70-7848-7EBAAA53BB78}"/>
          </ac:spMkLst>
        </pc:spChg>
      </pc:sldChg>
      <pc:sldChg chg="modSp mod">
        <pc:chgData name="Rosmin Elsa Mohan" userId="7f6a9fc7-46b4-4eac-90cd-058eb48f67de" providerId="ADAL" clId="{32E18A96-7CCB-4A13-B926-2B113654B70A}" dt="2024-08-08T02:41:02.585" v="971" actId="6549"/>
        <pc:sldMkLst>
          <pc:docMk/>
          <pc:sldMk cId="2882701942" sldId="1467"/>
        </pc:sldMkLst>
        <pc:spChg chg="mod">
          <ac:chgData name="Rosmin Elsa Mohan" userId="7f6a9fc7-46b4-4eac-90cd-058eb48f67de" providerId="ADAL" clId="{32E18A96-7CCB-4A13-B926-2B113654B70A}" dt="2024-08-08T02:41:02.585" v="971" actId="6549"/>
          <ac:spMkLst>
            <pc:docMk/>
            <pc:sldMk cId="2882701942" sldId="1467"/>
            <ac:spMk id="6" creationId="{9774693D-CD44-5CB7-0C93-3628B747F75C}"/>
          </ac:spMkLst>
        </pc:spChg>
        <pc:spChg chg="mod">
          <ac:chgData name="Rosmin Elsa Mohan" userId="7f6a9fc7-46b4-4eac-90cd-058eb48f67de" providerId="ADAL" clId="{32E18A96-7CCB-4A13-B926-2B113654B70A}" dt="2024-08-08T02:39:27.544" v="947"/>
          <ac:spMkLst>
            <pc:docMk/>
            <pc:sldMk cId="2882701942" sldId="1467"/>
            <ac:spMk id="9" creationId="{D56A539C-4C26-5D1C-7D31-2EAE3D32C470}"/>
          </ac:spMkLst>
        </pc:spChg>
      </pc:sldChg>
      <pc:sldChg chg="modSp mod">
        <pc:chgData name="Rosmin Elsa Mohan" userId="7f6a9fc7-46b4-4eac-90cd-058eb48f67de" providerId="ADAL" clId="{32E18A96-7CCB-4A13-B926-2B113654B70A}" dt="2024-08-08T02:45:53.930" v="1010" actId="20577"/>
        <pc:sldMkLst>
          <pc:docMk/>
          <pc:sldMk cId="625835019" sldId="1468"/>
        </pc:sldMkLst>
        <pc:spChg chg="mod">
          <ac:chgData name="Rosmin Elsa Mohan" userId="7f6a9fc7-46b4-4eac-90cd-058eb48f67de" providerId="ADAL" clId="{32E18A96-7CCB-4A13-B926-2B113654B70A}" dt="2024-08-08T02:45:53.930" v="1010" actId="20577"/>
          <ac:spMkLst>
            <pc:docMk/>
            <pc:sldMk cId="625835019" sldId="1468"/>
            <ac:spMk id="6" creationId="{E4709EB3-F9C5-7B20-D805-158D5D8DCD6B}"/>
          </ac:spMkLst>
        </pc:spChg>
        <pc:spChg chg="mod">
          <ac:chgData name="Rosmin Elsa Mohan" userId="7f6a9fc7-46b4-4eac-90cd-058eb48f67de" providerId="ADAL" clId="{32E18A96-7CCB-4A13-B926-2B113654B70A}" dt="2024-08-08T02:43:57.788" v="979"/>
          <ac:spMkLst>
            <pc:docMk/>
            <pc:sldMk cId="625835019" sldId="1468"/>
            <ac:spMk id="9" creationId="{27E0C573-9B0A-9146-5F05-207C3B6C9139}"/>
          </ac:spMkLst>
        </pc:spChg>
      </pc:sldChg>
      <pc:sldChg chg="modSp mod">
        <pc:chgData name="Rosmin Elsa Mohan" userId="7f6a9fc7-46b4-4eac-90cd-058eb48f67de" providerId="ADAL" clId="{32E18A96-7CCB-4A13-B926-2B113654B70A}" dt="2024-08-08T02:46:23.078" v="1017" actId="1076"/>
        <pc:sldMkLst>
          <pc:docMk/>
          <pc:sldMk cId="3658360246" sldId="1469"/>
        </pc:sldMkLst>
        <pc:spChg chg="mod">
          <ac:chgData name="Rosmin Elsa Mohan" userId="7f6a9fc7-46b4-4eac-90cd-058eb48f67de" providerId="ADAL" clId="{32E18A96-7CCB-4A13-B926-2B113654B70A}" dt="2024-08-08T02:46:23.078" v="1017" actId="1076"/>
          <ac:spMkLst>
            <pc:docMk/>
            <pc:sldMk cId="3658360246" sldId="1469"/>
            <ac:spMk id="6" creationId="{ABCFE196-852C-EF4A-5C89-8F84C628F6D8}"/>
          </ac:spMkLst>
        </pc:spChg>
        <pc:spChg chg="mod">
          <ac:chgData name="Rosmin Elsa Mohan" userId="7f6a9fc7-46b4-4eac-90cd-058eb48f67de" providerId="ADAL" clId="{32E18A96-7CCB-4A13-B926-2B113654B70A}" dt="2024-08-08T02:44:04.408" v="980"/>
          <ac:spMkLst>
            <pc:docMk/>
            <pc:sldMk cId="3658360246" sldId="1469"/>
            <ac:spMk id="9" creationId="{AAD21BDD-D3AE-5CDB-B758-E73AB8700D6E}"/>
          </ac:spMkLst>
        </pc:spChg>
      </pc:sldChg>
      <pc:sldChg chg="modSp mod">
        <pc:chgData name="Rosmin Elsa Mohan" userId="7f6a9fc7-46b4-4eac-90cd-058eb48f67de" providerId="ADAL" clId="{32E18A96-7CCB-4A13-B926-2B113654B70A}" dt="2024-08-08T02:46:56.716" v="1027" actId="20577"/>
        <pc:sldMkLst>
          <pc:docMk/>
          <pc:sldMk cId="1292053075" sldId="1470"/>
        </pc:sldMkLst>
        <pc:spChg chg="mod">
          <ac:chgData name="Rosmin Elsa Mohan" userId="7f6a9fc7-46b4-4eac-90cd-058eb48f67de" providerId="ADAL" clId="{32E18A96-7CCB-4A13-B926-2B113654B70A}" dt="2024-08-08T02:46:56.716" v="1027" actId="20577"/>
          <ac:spMkLst>
            <pc:docMk/>
            <pc:sldMk cId="1292053075" sldId="1470"/>
            <ac:spMk id="6" creationId="{D5D737D0-BD04-7FC6-B03F-BCEC1F57FD2E}"/>
          </ac:spMkLst>
        </pc:spChg>
        <pc:spChg chg="mod">
          <ac:chgData name="Rosmin Elsa Mohan" userId="7f6a9fc7-46b4-4eac-90cd-058eb48f67de" providerId="ADAL" clId="{32E18A96-7CCB-4A13-B926-2B113654B70A}" dt="2024-08-08T02:44:19.285" v="982"/>
          <ac:spMkLst>
            <pc:docMk/>
            <pc:sldMk cId="1292053075" sldId="1470"/>
            <ac:spMk id="9" creationId="{21434691-EE47-68D6-AEAA-52AFBA3DCAE4}"/>
          </ac:spMkLst>
        </pc:spChg>
      </pc:sldChg>
      <pc:sldChg chg="modSp mod">
        <pc:chgData name="Rosmin Elsa Mohan" userId="7f6a9fc7-46b4-4eac-90cd-058eb48f67de" providerId="ADAL" clId="{32E18A96-7CCB-4A13-B926-2B113654B70A}" dt="2024-08-08T03:03:00.704" v="1139" actId="20577"/>
        <pc:sldMkLst>
          <pc:docMk/>
          <pc:sldMk cId="3068996028" sldId="1472"/>
        </pc:sldMkLst>
        <pc:spChg chg="mod">
          <ac:chgData name="Rosmin Elsa Mohan" userId="7f6a9fc7-46b4-4eac-90cd-058eb48f67de" providerId="ADAL" clId="{32E18A96-7CCB-4A13-B926-2B113654B70A}" dt="2024-08-08T01:39:24.557" v="20" actId="6549"/>
          <ac:spMkLst>
            <pc:docMk/>
            <pc:sldMk cId="3068996028" sldId="1472"/>
            <ac:spMk id="3" creationId="{4A8690D3-6D5D-BBB1-5673-E0C9C96D6ACA}"/>
          </ac:spMkLst>
        </pc:spChg>
        <pc:spChg chg="mod">
          <ac:chgData name="Rosmin Elsa Mohan" userId="7f6a9fc7-46b4-4eac-90cd-058eb48f67de" providerId="ADAL" clId="{32E18A96-7CCB-4A13-B926-2B113654B70A}" dt="2024-08-08T03:03:00.704" v="1139" actId="20577"/>
          <ac:spMkLst>
            <pc:docMk/>
            <pc:sldMk cId="3068996028" sldId="1472"/>
            <ac:spMk id="5" creationId="{9CDE8A97-A04A-A5A0-1CE7-9CAA6D4FBF85}"/>
          </ac:spMkLst>
        </pc:spChg>
      </pc:sldChg>
      <pc:sldChg chg="modSp mod">
        <pc:chgData name="Rosmin Elsa Mohan" userId="7f6a9fc7-46b4-4eac-90cd-058eb48f67de" providerId="ADAL" clId="{32E18A96-7CCB-4A13-B926-2B113654B70A}" dt="2024-08-08T03:03:04.296" v="1140" actId="20577"/>
        <pc:sldMkLst>
          <pc:docMk/>
          <pc:sldMk cId="2264041875" sldId="1473"/>
        </pc:sldMkLst>
        <pc:spChg chg="mod">
          <ac:chgData name="Rosmin Elsa Mohan" userId="7f6a9fc7-46b4-4eac-90cd-058eb48f67de" providerId="ADAL" clId="{32E18A96-7CCB-4A13-B926-2B113654B70A}" dt="2024-08-08T03:03:04.296" v="1140" actId="20577"/>
          <ac:spMkLst>
            <pc:docMk/>
            <pc:sldMk cId="2264041875" sldId="1473"/>
            <ac:spMk id="5" creationId="{3E16CFBD-E0AF-57EE-01B9-A67C4B76D0B5}"/>
          </ac:spMkLst>
        </pc:spChg>
        <pc:spChg chg="mod">
          <ac:chgData name="Rosmin Elsa Mohan" userId="7f6a9fc7-46b4-4eac-90cd-058eb48f67de" providerId="ADAL" clId="{32E18A96-7CCB-4A13-B926-2B113654B70A}" dt="2024-08-08T01:39:59.342" v="30" actId="6549"/>
          <ac:spMkLst>
            <pc:docMk/>
            <pc:sldMk cId="2264041875" sldId="1473"/>
            <ac:spMk id="8" creationId="{FDC59045-2C7C-F576-C00C-AAA6D40E13D2}"/>
          </ac:spMkLst>
        </pc:spChg>
      </pc:sldChg>
      <pc:sldChg chg="del">
        <pc:chgData name="Rosmin Elsa Mohan" userId="7f6a9fc7-46b4-4eac-90cd-058eb48f67de" providerId="ADAL" clId="{32E18A96-7CCB-4A13-B926-2B113654B70A}" dt="2024-08-08T01:40:23.229" v="31" actId="2696"/>
        <pc:sldMkLst>
          <pc:docMk/>
          <pc:sldMk cId="2017312258" sldId="1474"/>
        </pc:sldMkLst>
      </pc:sldChg>
      <pc:sldChg chg="modSp mod">
        <pc:chgData name="Rosmin Elsa Mohan" userId="7f6a9fc7-46b4-4eac-90cd-058eb48f67de" providerId="ADAL" clId="{32E18A96-7CCB-4A13-B926-2B113654B70A}" dt="2024-08-08T03:09:19.105" v="1161" actId="20577"/>
        <pc:sldMkLst>
          <pc:docMk/>
          <pc:sldMk cId="4077105178" sldId="1475"/>
        </pc:sldMkLst>
        <pc:spChg chg="mod">
          <ac:chgData name="Rosmin Elsa Mohan" userId="7f6a9fc7-46b4-4eac-90cd-058eb48f67de" providerId="ADAL" clId="{32E18A96-7CCB-4A13-B926-2B113654B70A}" dt="2024-08-08T03:09:19.105" v="1161" actId="20577"/>
          <ac:spMkLst>
            <pc:docMk/>
            <pc:sldMk cId="4077105178" sldId="1475"/>
            <ac:spMk id="5" creationId="{A2047971-DA85-C751-DC5A-5C52B51C52BA}"/>
          </ac:spMkLst>
        </pc:spChg>
        <pc:spChg chg="mod">
          <ac:chgData name="Rosmin Elsa Mohan" userId="7f6a9fc7-46b4-4eac-90cd-058eb48f67de" providerId="ADAL" clId="{32E18A96-7CCB-4A13-B926-2B113654B70A}" dt="2024-08-08T02:30:31.712" v="870"/>
          <ac:spMkLst>
            <pc:docMk/>
            <pc:sldMk cId="4077105178" sldId="1475"/>
            <ac:spMk id="6" creationId="{BA0B3BE2-D998-167B-8C65-476E697BA331}"/>
          </ac:spMkLst>
        </pc:spChg>
        <pc:spChg chg="mod">
          <ac:chgData name="Rosmin Elsa Mohan" userId="7f6a9fc7-46b4-4eac-90cd-058eb48f67de" providerId="ADAL" clId="{32E18A96-7CCB-4A13-B926-2B113654B70A}" dt="2024-08-08T02:26:16.733" v="835"/>
          <ac:spMkLst>
            <pc:docMk/>
            <pc:sldMk cId="4077105178" sldId="1475"/>
            <ac:spMk id="13" creationId="{F90AFB74-83FD-8F85-3412-5B2B465B437B}"/>
          </ac:spMkLst>
        </pc:spChg>
      </pc:sldChg>
      <pc:sldChg chg="modSp mod">
        <pc:chgData name="Rosmin Elsa Mohan" userId="7f6a9fc7-46b4-4eac-90cd-058eb48f67de" providerId="ADAL" clId="{32E18A96-7CCB-4A13-B926-2B113654B70A}" dt="2024-08-08T03:11:36.082" v="1167" actId="20577"/>
        <pc:sldMkLst>
          <pc:docMk/>
          <pc:sldMk cId="1985140678" sldId="1476"/>
        </pc:sldMkLst>
        <pc:spChg chg="mod">
          <ac:chgData name="Rosmin Elsa Mohan" userId="7f6a9fc7-46b4-4eac-90cd-058eb48f67de" providerId="ADAL" clId="{32E18A96-7CCB-4A13-B926-2B113654B70A}" dt="2024-08-08T03:11:36.082" v="1167" actId="20577"/>
          <ac:spMkLst>
            <pc:docMk/>
            <pc:sldMk cId="1985140678" sldId="1476"/>
            <ac:spMk id="5" creationId="{D15CBCA4-8279-49A0-BDA5-8F1C3F65A437}"/>
          </ac:spMkLst>
        </pc:spChg>
        <pc:spChg chg="mod">
          <ac:chgData name="Rosmin Elsa Mohan" userId="7f6a9fc7-46b4-4eac-90cd-058eb48f67de" providerId="ADAL" clId="{32E18A96-7CCB-4A13-B926-2B113654B70A}" dt="2024-08-08T02:38:05.491" v="943" actId="313"/>
          <ac:spMkLst>
            <pc:docMk/>
            <pc:sldMk cId="1985140678" sldId="1476"/>
            <ac:spMk id="6" creationId="{00B7E6C3-DC3B-BC8E-EE75-86995C7F8ADF}"/>
          </ac:spMkLst>
        </pc:spChg>
        <pc:spChg chg="mod">
          <ac:chgData name="Rosmin Elsa Mohan" userId="7f6a9fc7-46b4-4eac-90cd-058eb48f67de" providerId="ADAL" clId="{32E18A96-7CCB-4A13-B926-2B113654B70A}" dt="2024-08-08T02:34:18.753" v="904"/>
          <ac:spMkLst>
            <pc:docMk/>
            <pc:sldMk cId="1985140678" sldId="1476"/>
            <ac:spMk id="9" creationId="{DC17D8D8-E9C5-D2A8-A52F-7AE59A61C67B}"/>
          </ac:spMkLst>
        </pc:spChg>
      </pc:sldChg>
      <pc:sldChg chg="modSp mod">
        <pc:chgData name="Rosmin Elsa Mohan" userId="7f6a9fc7-46b4-4eac-90cd-058eb48f67de" providerId="ADAL" clId="{32E18A96-7CCB-4A13-B926-2B113654B70A}" dt="2024-08-08T03:11:38.948" v="1168" actId="20577"/>
        <pc:sldMkLst>
          <pc:docMk/>
          <pc:sldMk cId="837277863" sldId="1477"/>
        </pc:sldMkLst>
        <pc:spChg chg="mod">
          <ac:chgData name="Rosmin Elsa Mohan" userId="7f6a9fc7-46b4-4eac-90cd-058eb48f67de" providerId="ADAL" clId="{32E18A96-7CCB-4A13-B926-2B113654B70A}" dt="2024-08-08T03:11:38.948" v="1168" actId="20577"/>
          <ac:spMkLst>
            <pc:docMk/>
            <pc:sldMk cId="837277863" sldId="1477"/>
            <ac:spMk id="5" creationId="{D15CBCA4-8279-49A0-BDA5-8F1C3F65A437}"/>
          </ac:spMkLst>
        </pc:spChg>
        <pc:spChg chg="mod">
          <ac:chgData name="Rosmin Elsa Mohan" userId="7f6a9fc7-46b4-4eac-90cd-058eb48f67de" providerId="ADAL" clId="{32E18A96-7CCB-4A13-B926-2B113654B70A}" dt="2024-08-08T02:35:54.638" v="923" actId="6549"/>
          <ac:spMkLst>
            <pc:docMk/>
            <pc:sldMk cId="837277863" sldId="1477"/>
            <ac:spMk id="6" creationId="{00B7E6C3-DC3B-BC8E-EE75-86995C7F8ADF}"/>
          </ac:spMkLst>
        </pc:spChg>
        <pc:spChg chg="mod">
          <ac:chgData name="Rosmin Elsa Mohan" userId="7f6a9fc7-46b4-4eac-90cd-058eb48f67de" providerId="ADAL" clId="{32E18A96-7CCB-4A13-B926-2B113654B70A}" dt="2024-08-08T02:34:22.256" v="905"/>
          <ac:spMkLst>
            <pc:docMk/>
            <pc:sldMk cId="837277863" sldId="1477"/>
            <ac:spMk id="9" creationId="{DC17D8D8-E9C5-D2A8-A52F-7AE59A61C67B}"/>
          </ac:spMkLst>
        </pc:spChg>
      </pc:sldChg>
      <pc:sldChg chg="modSp mod">
        <pc:chgData name="Rosmin Elsa Mohan" userId="7f6a9fc7-46b4-4eac-90cd-058eb48f67de" providerId="ADAL" clId="{32E18A96-7CCB-4A13-B926-2B113654B70A}" dt="2024-08-08T02:41:18.956" v="976" actId="6549"/>
        <pc:sldMkLst>
          <pc:docMk/>
          <pc:sldMk cId="4171570983" sldId="1478"/>
        </pc:sldMkLst>
        <pc:spChg chg="mod">
          <ac:chgData name="Rosmin Elsa Mohan" userId="7f6a9fc7-46b4-4eac-90cd-058eb48f67de" providerId="ADAL" clId="{32E18A96-7CCB-4A13-B926-2B113654B70A}" dt="2024-08-08T02:41:18.956" v="976" actId="6549"/>
          <ac:spMkLst>
            <pc:docMk/>
            <pc:sldMk cId="4171570983" sldId="1478"/>
            <ac:spMk id="6" creationId="{9774693D-CD44-5CB7-0C93-3628B747F75C}"/>
          </ac:spMkLst>
        </pc:spChg>
        <pc:spChg chg="mod">
          <ac:chgData name="Rosmin Elsa Mohan" userId="7f6a9fc7-46b4-4eac-90cd-058eb48f67de" providerId="ADAL" clId="{32E18A96-7CCB-4A13-B926-2B113654B70A}" dt="2024-08-08T02:39:31.566" v="948"/>
          <ac:spMkLst>
            <pc:docMk/>
            <pc:sldMk cId="4171570983" sldId="1478"/>
            <ac:spMk id="9" creationId="{D56A539C-4C26-5D1C-7D31-2EAE3D32C470}"/>
          </ac:spMkLst>
        </pc:spChg>
      </pc:sldChg>
      <pc:sldChg chg="delSp modSp del mod">
        <pc:chgData name="Rosmin Elsa Mohan" userId="7f6a9fc7-46b4-4eac-90cd-058eb48f67de" providerId="ADAL" clId="{32E18A96-7CCB-4A13-B926-2B113654B70A}" dt="2024-08-08T02:46:37.972" v="1020" actId="2696"/>
        <pc:sldMkLst>
          <pc:docMk/>
          <pc:sldMk cId="1830272701" sldId="1479"/>
        </pc:sldMkLst>
        <pc:spChg chg="del">
          <ac:chgData name="Rosmin Elsa Mohan" userId="7f6a9fc7-46b4-4eac-90cd-058eb48f67de" providerId="ADAL" clId="{32E18A96-7CCB-4A13-B926-2B113654B70A}" dt="2024-08-08T02:46:31.898" v="1018" actId="478"/>
          <ac:spMkLst>
            <pc:docMk/>
            <pc:sldMk cId="1830272701" sldId="1479"/>
            <ac:spMk id="6" creationId="{E4709EB3-F9C5-7B20-D805-158D5D8DCD6B}"/>
          </ac:spMkLst>
        </pc:spChg>
        <pc:spChg chg="mod">
          <ac:chgData name="Rosmin Elsa Mohan" userId="7f6a9fc7-46b4-4eac-90cd-058eb48f67de" providerId="ADAL" clId="{32E18A96-7CCB-4A13-B926-2B113654B70A}" dt="2024-08-08T02:44:09.742" v="981"/>
          <ac:spMkLst>
            <pc:docMk/>
            <pc:sldMk cId="1830272701" sldId="1479"/>
            <ac:spMk id="9" creationId="{27E0C573-9B0A-9146-5F05-207C3B6C9139}"/>
          </ac:spMkLst>
        </pc:spChg>
      </pc:sldChg>
      <pc:sldChg chg="delSp modSp del mod">
        <pc:chgData name="Rosmin Elsa Mohan" userId="7f6a9fc7-46b4-4eac-90cd-058eb48f67de" providerId="ADAL" clId="{32E18A96-7CCB-4A13-B926-2B113654B70A}" dt="2024-08-08T02:47:13.931" v="1032" actId="2696"/>
        <pc:sldMkLst>
          <pc:docMk/>
          <pc:sldMk cId="1566971029" sldId="1480"/>
        </pc:sldMkLst>
        <pc:spChg chg="del">
          <ac:chgData name="Rosmin Elsa Mohan" userId="7f6a9fc7-46b4-4eac-90cd-058eb48f67de" providerId="ADAL" clId="{32E18A96-7CCB-4A13-B926-2B113654B70A}" dt="2024-08-08T02:47:09.798" v="1030" actId="478"/>
          <ac:spMkLst>
            <pc:docMk/>
            <pc:sldMk cId="1566971029" sldId="1480"/>
            <ac:spMk id="6" creationId="{E4709EB3-F9C5-7B20-D805-158D5D8DCD6B}"/>
          </ac:spMkLst>
        </pc:spChg>
        <pc:spChg chg="mod">
          <ac:chgData name="Rosmin Elsa Mohan" userId="7f6a9fc7-46b4-4eac-90cd-058eb48f67de" providerId="ADAL" clId="{32E18A96-7CCB-4A13-B926-2B113654B70A}" dt="2024-08-08T02:44:23.229" v="983"/>
          <ac:spMkLst>
            <pc:docMk/>
            <pc:sldMk cId="1566971029" sldId="1480"/>
            <ac:spMk id="9" creationId="{27E0C573-9B0A-9146-5F05-207C3B6C9139}"/>
          </ac:spMkLst>
        </pc:spChg>
      </pc:sldChg>
      <pc:sldChg chg="modSp mod">
        <pc:chgData name="Rosmin Elsa Mohan" userId="7f6a9fc7-46b4-4eac-90cd-058eb48f67de" providerId="ADAL" clId="{32E18A96-7CCB-4A13-B926-2B113654B70A}" dt="2024-08-08T02:49:02.768" v="1033"/>
        <pc:sldMkLst>
          <pc:docMk/>
          <pc:sldMk cId="29450327" sldId="1481"/>
        </pc:sldMkLst>
        <pc:spChg chg="mod">
          <ac:chgData name="Rosmin Elsa Mohan" userId="7f6a9fc7-46b4-4eac-90cd-058eb48f67de" providerId="ADAL" clId="{32E18A96-7CCB-4A13-B926-2B113654B70A}" dt="2024-08-08T02:49:02.768" v="1033"/>
          <ac:spMkLst>
            <pc:docMk/>
            <pc:sldMk cId="29450327" sldId="1481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32E18A96-7CCB-4A13-B926-2B113654B70A}" dt="2024-08-08T02:51:06.063" v="1047" actId="20577"/>
        <pc:sldMkLst>
          <pc:docMk/>
          <pc:sldMk cId="3083004799" sldId="1482"/>
        </pc:sldMkLst>
        <pc:spChg chg="mod">
          <ac:chgData name="Rosmin Elsa Mohan" userId="7f6a9fc7-46b4-4eac-90cd-058eb48f67de" providerId="ADAL" clId="{32E18A96-7CCB-4A13-B926-2B113654B70A}" dt="2024-08-08T02:51:06.063" v="1047" actId="20577"/>
          <ac:spMkLst>
            <pc:docMk/>
            <pc:sldMk cId="3083004799" sldId="1482"/>
            <ac:spMk id="6" creationId="{D5D737D0-BD04-7FC6-B03F-BCEC1F57FD2E}"/>
          </ac:spMkLst>
        </pc:spChg>
        <pc:spChg chg="mod">
          <ac:chgData name="Rosmin Elsa Mohan" userId="7f6a9fc7-46b4-4eac-90cd-058eb48f67de" providerId="ADAL" clId="{32E18A96-7CCB-4A13-B926-2B113654B70A}" dt="2024-08-08T02:49:06.192" v="1034"/>
          <ac:spMkLst>
            <pc:docMk/>
            <pc:sldMk cId="3083004799" sldId="1482"/>
            <ac:spMk id="9" creationId="{21434691-EE47-68D6-AEAA-52AFBA3DCAE4}"/>
          </ac:spMkLst>
        </pc:spChg>
      </pc:sldChg>
      <pc:sldChg chg="modSp mod">
        <pc:chgData name="Rosmin Elsa Mohan" userId="7f6a9fc7-46b4-4eac-90cd-058eb48f67de" providerId="ADAL" clId="{32E18A96-7CCB-4A13-B926-2B113654B70A}" dt="2024-08-08T02:51:41.026" v="1062" actId="20577"/>
        <pc:sldMkLst>
          <pc:docMk/>
          <pc:sldMk cId="395938368" sldId="1483"/>
        </pc:sldMkLst>
        <pc:spChg chg="mod">
          <ac:chgData name="Rosmin Elsa Mohan" userId="7f6a9fc7-46b4-4eac-90cd-058eb48f67de" providerId="ADAL" clId="{32E18A96-7CCB-4A13-B926-2B113654B70A}" dt="2024-08-08T02:51:41.026" v="1062" actId="20577"/>
          <ac:spMkLst>
            <pc:docMk/>
            <pc:sldMk cId="395938368" sldId="1483"/>
            <ac:spMk id="6" creationId="{D5D737D0-BD04-7FC6-B03F-BCEC1F57FD2E}"/>
          </ac:spMkLst>
        </pc:spChg>
        <pc:spChg chg="mod">
          <ac:chgData name="Rosmin Elsa Mohan" userId="7f6a9fc7-46b4-4eac-90cd-058eb48f67de" providerId="ADAL" clId="{32E18A96-7CCB-4A13-B926-2B113654B70A}" dt="2024-08-08T02:49:09.188" v="1035"/>
          <ac:spMkLst>
            <pc:docMk/>
            <pc:sldMk cId="395938368" sldId="1483"/>
            <ac:spMk id="9" creationId="{21434691-EE47-68D6-AEAA-52AFBA3DCAE4}"/>
          </ac:spMkLst>
        </pc:spChg>
      </pc:sldChg>
      <pc:sldChg chg="modSp mod">
        <pc:chgData name="Rosmin Elsa Mohan" userId="7f6a9fc7-46b4-4eac-90cd-058eb48f67de" providerId="ADAL" clId="{32E18A96-7CCB-4A13-B926-2B113654B70A}" dt="2024-08-08T02:52:17.963" v="1066" actId="6549"/>
        <pc:sldMkLst>
          <pc:docMk/>
          <pc:sldMk cId="661357680" sldId="1484"/>
        </pc:sldMkLst>
        <pc:spChg chg="mod">
          <ac:chgData name="Rosmin Elsa Mohan" userId="7f6a9fc7-46b4-4eac-90cd-058eb48f67de" providerId="ADAL" clId="{32E18A96-7CCB-4A13-B926-2B113654B70A}" dt="2024-08-08T02:52:17.963" v="1066" actId="6549"/>
          <ac:spMkLst>
            <pc:docMk/>
            <pc:sldMk cId="661357680" sldId="1484"/>
            <ac:spMk id="6" creationId="{D5D737D0-BD04-7FC6-B03F-BCEC1F57FD2E}"/>
          </ac:spMkLst>
        </pc:spChg>
        <pc:spChg chg="mod">
          <ac:chgData name="Rosmin Elsa Mohan" userId="7f6a9fc7-46b4-4eac-90cd-058eb48f67de" providerId="ADAL" clId="{32E18A96-7CCB-4A13-B926-2B113654B70A}" dt="2024-08-08T02:49:27.951" v="1036"/>
          <ac:spMkLst>
            <pc:docMk/>
            <pc:sldMk cId="661357680" sldId="1484"/>
            <ac:spMk id="9" creationId="{21434691-EE47-68D6-AEAA-52AFBA3DCAE4}"/>
          </ac:spMkLst>
        </pc:spChg>
      </pc:sldChg>
      <pc:sldChg chg="modSp mod">
        <pc:chgData name="Rosmin Elsa Mohan" userId="7f6a9fc7-46b4-4eac-90cd-058eb48f67de" providerId="ADAL" clId="{32E18A96-7CCB-4A13-B926-2B113654B70A}" dt="2024-08-08T02:52:36.833" v="1068" actId="20577"/>
        <pc:sldMkLst>
          <pc:docMk/>
          <pc:sldMk cId="699412293" sldId="1485"/>
        </pc:sldMkLst>
        <pc:spChg chg="mod">
          <ac:chgData name="Rosmin Elsa Mohan" userId="7f6a9fc7-46b4-4eac-90cd-058eb48f67de" providerId="ADAL" clId="{32E18A96-7CCB-4A13-B926-2B113654B70A}" dt="2024-08-08T02:52:36.833" v="1068" actId="20577"/>
          <ac:spMkLst>
            <pc:docMk/>
            <pc:sldMk cId="699412293" sldId="1485"/>
            <ac:spMk id="6" creationId="{D5D737D0-BD04-7FC6-B03F-BCEC1F57FD2E}"/>
          </ac:spMkLst>
        </pc:spChg>
        <pc:spChg chg="mod">
          <ac:chgData name="Rosmin Elsa Mohan" userId="7f6a9fc7-46b4-4eac-90cd-058eb48f67de" providerId="ADAL" clId="{32E18A96-7CCB-4A13-B926-2B113654B70A}" dt="2024-08-08T02:49:31.121" v="1037"/>
          <ac:spMkLst>
            <pc:docMk/>
            <pc:sldMk cId="699412293" sldId="1485"/>
            <ac:spMk id="9" creationId="{21434691-EE47-68D6-AEAA-52AFBA3DCAE4}"/>
          </ac:spMkLst>
        </pc:spChg>
      </pc:sldChg>
      <pc:sldChg chg="modSp mod">
        <pc:chgData name="Rosmin Elsa Mohan" userId="7f6a9fc7-46b4-4eac-90cd-058eb48f67de" providerId="ADAL" clId="{32E18A96-7CCB-4A13-B926-2B113654B70A}" dt="2024-08-08T02:52:56.617" v="1072" actId="6549"/>
        <pc:sldMkLst>
          <pc:docMk/>
          <pc:sldMk cId="2573244582" sldId="1486"/>
        </pc:sldMkLst>
        <pc:spChg chg="mod">
          <ac:chgData name="Rosmin Elsa Mohan" userId="7f6a9fc7-46b4-4eac-90cd-058eb48f67de" providerId="ADAL" clId="{32E18A96-7CCB-4A13-B926-2B113654B70A}" dt="2024-08-08T02:52:56.617" v="1072" actId="6549"/>
          <ac:spMkLst>
            <pc:docMk/>
            <pc:sldMk cId="2573244582" sldId="1486"/>
            <ac:spMk id="6" creationId="{D5D737D0-BD04-7FC6-B03F-BCEC1F57FD2E}"/>
          </ac:spMkLst>
        </pc:spChg>
        <pc:spChg chg="mod">
          <ac:chgData name="Rosmin Elsa Mohan" userId="7f6a9fc7-46b4-4eac-90cd-058eb48f67de" providerId="ADAL" clId="{32E18A96-7CCB-4A13-B926-2B113654B70A}" dt="2024-08-08T02:49:34.427" v="1038"/>
          <ac:spMkLst>
            <pc:docMk/>
            <pc:sldMk cId="2573244582" sldId="1486"/>
            <ac:spMk id="9" creationId="{21434691-EE47-68D6-AEAA-52AFBA3DCAE4}"/>
          </ac:spMkLst>
        </pc:spChg>
      </pc:sldChg>
      <pc:sldChg chg="modSp mod">
        <pc:chgData name="Rosmin Elsa Mohan" userId="7f6a9fc7-46b4-4eac-90cd-058eb48f67de" providerId="ADAL" clId="{32E18A96-7CCB-4A13-B926-2B113654B70A}" dt="2024-08-08T02:53:59.614" v="1073"/>
        <pc:sldMkLst>
          <pc:docMk/>
          <pc:sldMk cId="2734668960" sldId="1487"/>
        </pc:sldMkLst>
        <pc:spChg chg="mod">
          <ac:chgData name="Rosmin Elsa Mohan" userId="7f6a9fc7-46b4-4eac-90cd-058eb48f67de" providerId="ADAL" clId="{32E18A96-7CCB-4A13-B926-2B113654B70A}" dt="2024-08-08T02:53:59.614" v="1073"/>
          <ac:spMkLst>
            <pc:docMk/>
            <pc:sldMk cId="2734668960" sldId="1487"/>
            <ac:spMk id="6" creationId="{D5D737D0-BD04-7FC6-B03F-BCEC1F57FD2E}"/>
          </ac:spMkLst>
        </pc:spChg>
        <pc:spChg chg="mod">
          <ac:chgData name="Rosmin Elsa Mohan" userId="7f6a9fc7-46b4-4eac-90cd-058eb48f67de" providerId="ADAL" clId="{32E18A96-7CCB-4A13-B926-2B113654B70A}" dt="2024-08-08T02:49:37.258" v="1039"/>
          <ac:spMkLst>
            <pc:docMk/>
            <pc:sldMk cId="2734668960" sldId="1487"/>
            <ac:spMk id="9" creationId="{21434691-EE47-68D6-AEAA-52AFBA3DCAE4}"/>
          </ac:spMkLst>
        </pc:spChg>
      </pc:sldChg>
      <pc:sldChg chg="modSp mod">
        <pc:chgData name="Rosmin Elsa Mohan" userId="7f6a9fc7-46b4-4eac-90cd-058eb48f67de" providerId="ADAL" clId="{32E18A96-7CCB-4A13-B926-2B113654B70A}" dt="2024-08-08T02:55:20.033" v="1076"/>
        <pc:sldMkLst>
          <pc:docMk/>
          <pc:sldMk cId="1447438259" sldId="1488"/>
        </pc:sldMkLst>
        <pc:spChg chg="mod">
          <ac:chgData name="Rosmin Elsa Mohan" userId="7f6a9fc7-46b4-4eac-90cd-058eb48f67de" providerId="ADAL" clId="{32E18A96-7CCB-4A13-B926-2B113654B70A}" dt="2024-08-08T02:55:20.033" v="1076"/>
          <ac:spMkLst>
            <pc:docMk/>
            <pc:sldMk cId="1447438259" sldId="1488"/>
            <ac:spMk id="6" creationId="{D5D737D0-BD04-7FC6-B03F-BCEC1F57FD2E}"/>
          </ac:spMkLst>
        </pc:spChg>
        <pc:spChg chg="mod">
          <ac:chgData name="Rosmin Elsa Mohan" userId="7f6a9fc7-46b4-4eac-90cd-058eb48f67de" providerId="ADAL" clId="{32E18A96-7CCB-4A13-B926-2B113654B70A}" dt="2024-08-08T02:49:41.581" v="1040"/>
          <ac:spMkLst>
            <pc:docMk/>
            <pc:sldMk cId="1447438259" sldId="1488"/>
            <ac:spMk id="9" creationId="{21434691-EE47-68D6-AEAA-52AFBA3DCAE4}"/>
          </ac:spMkLst>
        </pc:spChg>
      </pc:sldChg>
      <pc:sldChg chg="modSp mod">
        <pc:chgData name="Rosmin Elsa Mohan" userId="7f6a9fc7-46b4-4eac-90cd-058eb48f67de" providerId="ADAL" clId="{32E18A96-7CCB-4A13-B926-2B113654B70A}" dt="2024-08-08T02:55:31.619" v="1079" actId="20577"/>
        <pc:sldMkLst>
          <pc:docMk/>
          <pc:sldMk cId="1774355143" sldId="1489"/>
        </pc:sldMkLst>
        <pc:spChg chg="mod">
          <ac:chgData name="Rosmin Elsa Mohan" userId="7f6a9fc7-46b4-4eac-90cd-058eb48f67de" providerId="ADAL" clId="{32E18A96-7CCB-4A13-B926-2B113654B70A}" dt="2024-08-08T02:55:31.619" v="1079" actId="20577"/>
          <ac:spMkLst>
            <pc:docMk/>
            <pc:sldMk cId="1774355143" sldId="1489"/>
            <ac:spMk id="6" creationId="{D5D737D0-BD04-7FC6-B03F-BCEC1F57FD2E}"/>
          </ac:spMkLst>
        </pc:spChg>
        <pc:spChg chg="mod">
          <ac:chgData name="Rosmin Elsa Mohan" userId="7f6a9fc7-46b4-4eac-90cd-058eb48f67de" providerId="ADAL" clId="{32E18A96-7CCB-4A13-B926-2B113654B70A}" dt="2024-08-08T02:49:45.790" v="1041"/>
          <ac:spMkLst>
            <pc:docMk/>
            <pc:sldMk cId="1774355143" sldId="1489"/>
            <ac:spMk id="9" creationId="{21434691-EE47-68D6-AEAA-52AFBA3DCAE4}"/>
          </ac:spMkLst>
        </pc:spChg>
      </pc:sldChg>
      <pc:sldChg chg="modSp mod">
        <pc:chgData name="Rosmin Elsa Mohan" userId="7f6a9fc7-46b4-4eac-90cd-058eb48f67de" providerId="ADAL" clId="{32E18A96-7CCB-4A13-B926-2B113654B70A}" dt="2024-08-08T03:03:18.529" v="1142" actId="20577"/>
        <pc:sldMkLst>
          <pc:docMk/>
          <pc:sldMk cId="2268015802" sldId="1490"/>
        </pc:sldMkLst>
        <pc:spChg chg="mod">
          <ac:chgData name="Rosmin Elsa Mohan" userId="7f6a9fc7-46b4-4eac-90cd-058eb48f67de" providerId="ADAL" clId="{32E18A96-7CCB-4A13-B926-2B113654B70A}" dt="2024-08-08T01:51:47.134" v="574"/>
          <ac:spMkLst>
            <pc:docMk/>
            <pc:sldMk cId="2268015802" sldId="1490"/>
            <ac:spMk id="2" creationId="{69072751-0DFD-E04D-8DBC-6192EE4B4B2A}"/>
          </ac:spMkLst>
        </pc:spChg>
        <pc:spChg chg="mod">
          <ac:chgData name="Rosmin Elsa Mohan" userId="7f6a9fc7-46b4-4eac-90cd-058eb48f67de" providerId="ADAL" clId="{32E18A96-7CCB-4A13-B926-2B113654B70A}" dt="2024-08-08T01:56:54.170" v="652" actId="1076"/>
          <ac:spMkLst>
            <pc:docMk/>
            <pc:sldMk cId="2268015802" sldId="1490"/>
            <ac:spMk id="3" creationId="{DFD3087A-542A-9E8A-2F04-286C1B72B61A}"/>
          </ac:spMkLst>
        </pc:spChg>
        <pc:spChg chg="mod">
          <ac:chgData name="Rosmin Elsa Mohan" userId="7f6a9fc7-46b4-4eac-90cd-058eb48f67de" providerId="ADAL" clId="{32E18A96-7CCB-4A13-B926-2B113654B70A}" dt="2024-08-08T03:03:18.529" v="1142" actId="20577"/>
          <ac:spMkLst>
            <pc:docMk/>
            <pc:sldMk cId="2268015802" sldId="1490"/>
            <ac:spMk id="6" creationId="{B48AEF40-D79D-77F3-773C-095D81075E36}"/>
          </ac:spMkLst>
        </pc:spChg>
      </pc:sldChg>
      <pc:sldChg chg="modSp mod">
        <pc:chgData name="Rosmin Elsa Mohan" userId="7f6a9fc7-46b4-4eac-90cd-058eb48f67de" providerId="ADAL" clId="{32E18A96-7CCB-4A13-B926-2B113654B70A}" dt="2024-08-08T03:03:21.737" v="1143" actId="20577"/>
        <pc:sldMkLst>
          <pc:docMk/>
          <pc:sldMk cId="786665984" sldId="1491"/>
        </pc:sldMkLst>
        <pc:spChg chg="mod">
          <ac:chgData name="Rosmin Elsa Mohan" userId="7f6a9fc7-46b4-4eac-90cd-058eb48f67de" providerId="ADAL" clId="{32E18A96-7CCB-4A13-B926-2B113654B70A}" dt="2024-08-08T01:51:49.903" v="575"/>
          <ac:spMkLst>
            <pc:docMk/>
            <pc:sldMk cId="786665984" sldId="1491"/>
            <ac:spMk id="2" creationId="{69072751-0DFD-E04D-8DBC-6192EE4B4B2A}"/>
          </ac:spMkLst>
        </pc:spChg>
        <pc:spChg chg="mod">
          <ac:chgData name="Rosmin Elsa Mohan" userId="7f6a9fc7-46b4-4eac-90cd-058eb48f67de" providerId="ADAL" clId="{32E18A96-7CCB-4A13-B926-2B113654B70A}" dt="2024-08-08T01:57:07.503" v="654" actId="1076"/>
          <ac:spMkLst>
            <pc:docMk/>
            <pc:sldMk cId="786665984" sldId="1491"/>
            <ac:spMk id="3" creationId="{DFD3087A-542A-9E8A-2F04-286C1B72B61A}"/>
          </ac:spMkLst>
        </pc:spChg>
        <pc:spChg chg="mod">
          <ac:chgData name="Rosmin Elsa Mohan" userId="7f6a9fc7-46b4-4eac-90cd-058eb48f67de" providerId="ADAL" clId="{32E18A96-7CCB-4A13-B926-2B113654B70A}" dt="2024-08-08T03:03:21.737" v="1143" actId="20577"/>
          <ac:spMkLst>
            <pc:docMk/>
            <pc:sldMk cId="786665984" sldId="1491"/>
            <ac:spMk id="6" creationId="{B48AEF40-D79D-77F3-773C-095D81075E36}"/>
          </ac:spMkLst>
        </pc:spChg>
      </pc:sldChg>
      <pc:sldChg chg="modSp add mod">
        <pc:chgData name="Rosmin Elsa Mohan" userId="7f6a9fc7-46b4-4eac-90cd-058eb48f67de" providerId="ADAL" clId="{32E18A96-7CCB-4A13-B926-2B113654B70A}" dt="2024-08-08T03:03:28.220" v="1146" actId="20577"/>
        <pc:sldMkLst>
          <pc:docMk/>
          <pc:sldMk cId="445630543" sldId="1492"/>
        </pc:sldMkLst>
        <pc:spChg chg="mod">
          <ac:chgData name="Rosmin Elsa Mohan" userId="7f6a9fc7-46b4-4eac-90cd-058eb48f67de" providerId="ADAL" clId="{32E18A96-7CCB-4A13-B926-2B113654B70A}" dt="2024-08-08T01:56:47.167" v="650" actId="20577"/>
          <ac:spMkLst>
            <pc:docMk/>
            <pc:sldMk cId="445630543" sldId="1492"/>
            <ac:spMk id="3" creationId="{DFD3087A-542A-9E8A-2F04-286C1B72B61A}"/>
          </ac:spMkLst>
        </pc:spChg>
        <pc:spChg chg="mod">
          <ac:chgData name="Rosmin Elsa Mohan" userId="7f6a9fc7-46b4-4eac-90cd-058eb48f67de" providerId="ADAL" clId="{32E18A96-7CCB-4A13-B926-2B113654B70A}" dt="2024-08-08T03:03:28.220" v="1146" actId="20577"/>
          <ac:spMkLst>
            <pc:docMk/>
            <pc:sldMk cId="445630543" sldId="1492"/>
            <ac:spMk id="6" creationId="{B48AEF40-D79D-77F3-773C-095D81075E36}"/>
          </ac:spMkLst>
        </pc:spChg>
      </pc:sldChg>
      <pc:sldChg chg="modSp add mod">
        <pc:chgData name="Rosmin Elsa Mohan" userId="7f6a9fc7-46b4-4eac-90cd-058eb48f67de" providerId="ADAL" clId="{32E18A96-7CCB-4A13-B926-2B113654B70A}" dt="2024-08-08T03:04:01.690" v="1151" actId="20577"/>
        <pc:sldMkLst>
          <pc:docMk/>
          <pc:sldMk cId="94645776" sldId="1493"/>
        </pc:sldMkLst>
        <pc:spChg chg="mod">
          <ac:chgData name="Rosmin Elsa Mohan" userId="7f6a9fc7-46b4-4eac-90cd-058eb48f67de" providerId="ADAL" clId="{32E18A96-7CCB-4A13-B926-2B113654B70A}" dt="2024-08-08T03:04:01.690" v="1151" actId="20577"/>
          <ac:spMkLst>
            <pc:docMk/>
            <pc:sldMk cId="94645776" sldId="1493"/>
            <ac:spMk id="5" creationId="{CF2EB54C-990B-EAF8-9FB4-0FD83281179F}"/>
          </ac:spMkLst>
        </pc:spChg>
        <pc:spChg chg="mod">
          <ac:chgData name="Rosmin Elsa Mohan" userId="7f6a9fc7-46b4-4eac-90cd-058eb48f67de" providerId="ADAL" clId="{32E18A96-7CCB-4A13-B926-2B113654B70A}" dt="2024-08-08T02:11:40.966" v="799" actId="20577"/>
          <ac:spMkLst>
            <pc:docMk/>
            <pc:sldMk cId="94645776" sldId="1493"/>
            <ac:spMk id="6" creationId="{463E78ED-D212-D715-8745-F23550920BF2}"/>
          </ac:spMkLst>
        </pc:spChg>
      </pc:sldChg>
      <pc:sldChg chg="modSp add mod">
        <pc:chgData name="Rosmin Elsa Mohan" userId="7f6a9fc7-46b4-4eac-90cd-058eb48f67de" providerId="ADAL" clId="{32E18A96-7CCB-4A13-B926-2B113654B70A}" dt="2024-08-08T03:09:28.053" v="1163" actId="20577"/>
        <pc:sldMkLst>
          <pc:docMk/>
          <pc:sldMk cId="278802787" sldId="1494"/>
        </pc:sldMkLst>
        <pc:spChg chg="mod">
          <ac:chgData name="Rosmin Elsa Mohan" userId="7f6a9fc7-46b4-4eac-90cd-058eb48f67de" providerId="ADAL" clId="{32E18A96-7CCB-4A13-B926-2B113654B70A}" dt="2024-08-08T03:09:28.053" v="1163" actId="20577"/>
          <ac:spMkLst>
            <pc:docMk/>
            <pc:sldMk cId="278802787" sldId="1494"/>
            <ac:spMk id="5" creationId="{A2047971-DA85-C751-DC5A-5C52B51C52BA}"/>
          </ac:spMkLst>
        </pc:spChg>
        <pc:spChg chg="mod">
          <ac:chgData name="Rosmin Elsa Mohan" userId="7f6a9fc7-46b4-4eac-90cd-058eb48f67de" providerId="ADAL" clId="{32E18A96-7CCB-4A13-B926-2B113654B70A}" dt="2024-08-08T02:30:47.734" v="874"/>
          <ac:spMkLst>
            <pc:docMk/>
            <pc:sldMk cId="278802787" sldId="1494"/>
            <ac:spMk id="6" creationId="{BA0B3BE2-D998-167B-8C65-476E697BA331}"/>
          </ac:spMkLst>
        </pc:spChg>
      </pc:sldChg>
      <pc:sldChg chg="modSp add mod">
        <pc:chgData name="Rosmin Elsa Mohan" userId="7f6a9fc7-46b4-4eac-90cd-058eb48f67de" providerId="ADAL" clId="{32E18A96-7CCB-4A13-B926-2B113654B70A}" dt="2024-08-08T03:09:32.988" v="1165" actId="20577"/>
        <pc:sldMkLst>
          <pc:docMk/>
          <pc:sldMk cId="3928759848" sldId="1495"/>
        </pc:sldMkLst>
        <pc:spChg chg="mod">
          <ac:chgData name="Rosmin Elsa Mohan" userId="7f6a9fc7-46b4-4eac-90cd-058eb48f67de" providerId="ADAL" clId="{32E18A96-7CCB-4A13-B926-2B113654B70A}" dt="2024-08-08T03:09:32.988" v="1165" actId="20577"/>
          <ac:spMkLst>
            <pc:docMk/>
            <pc:sldMk cId="3928759848" sldId="1495"/>
            <ac:spMk id="5" creationId="{A2047971-DA85-C751-DC5A-5C52B51C52BA}"/>
          </ac:spMkLst>
        </pc:spChg>
        <pc:spChg chg="mod">
          <ac:chgData name="Rosmin Elsa Mohan" userId="7f6a9fc7-46b4-4eac-90cd-058eb48f67de" providerId="ADAL" clId="{32E18A96-7CCB-4A13-B926-2B113654B70A}" dt="2024-08-08T02:33:17.486" v="893" actId="6549"/>
          <ac:spMkLst>
            <pc:docMk/>
            <pc:sldMk cId="3928759848" sldId="1495"/>
            <ac:spMk id="6" creationId="{BA0B3BE2-D998-167B-8C65-476E697BA331}"/>
          </ac:spMkLst>
        </pc:spChg>
      </pc:sldChg>
      <pc:sldChg chg="modSp add mod">
        <pc:chgData name="Rosmin Elsa Mohan" userId="7f6a9fc7-46b4-4eac-90cd-058eb48f67de" providerId="ADAL" clId="{32E18A96-7CCB-4A13-B926-2B113654B70A}" dt="2024-08-08T03:11:43.872" v="1170" actId="20577"/>
        <pc:sldMkLst>
          <pc:docMk/>
          <pc:sldMk cId="4163302466" sldId="1496"/>
        </pc:sldMkLst>
        <pc:spChg chg="mod">
          <ac:chgData name="Rosmin Elsa Mohan" userId="7f6a9fc7-46b4-4eac-90cd-058eb48f67de" providerId="ADAL" clId="{32E18A96-7CCB-4A13-B926-2B113654B70A}" dt="2024-08-08T03:11:43.872" v="1170" actId="20577"/>
          <ac:spMkLst>
            <pc:docMk/>
            <pc:sldMk cId="4163302466" sldId="1496"/>
            <ac:spMk id="5" creationId="{D15CBCA4-8279-49A0-BDA5-8F1C3F65A437}"/>
          </ac:spMkLst>
        </pc:spChg>
        <pc:spChg chg="mod">
          <ac:chgData name="Rosmin Elsa Mohan" userId="7f6a9fc7-46b4-4eac-90cd-058eb48f67de" providerId="ADAL" clId="{32E18A96-7CCB-4A13-B926-2B113654B70A}" dt="2024-08-08T02:37:59.376" v="942" actId="313"/>
          <ac:spMkLst>
            <pc:docMk/>
            <pc:sldMk cId="4163302466" sldId="1496"/>
            <ac:spMk id="6" creationId="{00B7E6C3-DC3B-BC8E-EE75-86995C7F8ADF}"/>
          </ac:spMkLst>
        </pc:spChg>
      </pc:sldChg>
      <pc:sldChg chg="modSp add mod">
        <pc:chgData name="Rosmin Elsa Mohan" userId="7f6a9fc7-46b4-4eac-90cd-058eb48f67de" providerId="ADAL" clId="{32E18A96-7CCB-4A13-B926-2B113654B70A}" dt="2024-08-08T03:11:49.750" v="1173" actId="20577"/>
        <pc:sldMkLst>
          <pc:docMk/>
          <pc:sldMk cId="631278826" sldId="1497"/>
        </pc:sldMkLst>
        <pc:spChg chg="mod">
          <ac:chgData name="Rosmin Elsa Mohan" userId="7f6a9fc7-46b4-4eac-90cd-058eb48f67de" providerId="ADAL" clId="{32E18A96-7CCB-4A13-B926-2B113654B70A}" dt="2024-08-08T03:11:49.750" v="1173" actId="20577"/>
          <ac:spMkLst>
            <pc:docMk/>
            <pc:sldMk cId="631278826" sldId="1497"/>
            <ac:spMk id="5" creationId="{D15CBCA4-8279-49A0-BDA5-8F1C3F65A437}"/>
          </ac:spMkLst>
        </pc:spChg>
        <pc:spChg chg="mod">
          <ac:chgData name="Rosmin Elsa Mohan" userId="7f6a9fc7-46b4-4eac-90cd-058eb48f67de" providerId="ADAL" clId="{32E18A96-7CCB-4A13-B926-2B113654B70A}" dt="2024-08-08T02:36:18.138" v="928"/>
          <ac:spMkLst>
            <pc:docMk/>
            <pc:sldMk cId="631278826" sldId="1497"/>
            <ac:spMk id="6" creationId="{00B7E6C3-DC3B-BC8E-EE75-86995C7F8ADF}"/>
          </ac:spMkLst>
        </pc:spChg>
      </pc:sldChg>
      <pc:sldChg chg="modSp add mod">
        <pc:chgData name="Rosmin Elsa Mohan" userId="7f6a9fc7-46b4-4eac-90cd-058eb48f67de" providerId="ADAL" clId="{32E18A96-7CCB-4A13-B926-2B113654B70A}" dt="2024-08-08T03:11:56.767" v="1175" actId="20577"/>
        <pc:sldMkLst>
          <pc:docMk/>
          <pc:sldMk cId="1056253493" sldId="1498"/>
        </pc:sldMkLst>
        <pc:spChg chg="mod">
          <ac:chgData name="Rosmin Elsa Mohan" userId="7f6a9fc7-46b4-4eac-90cd-058eb48f67de" providerId="ADAL" clId="{32E18A96-7CCB-4A13-B926-2B113654B70A}" dt="2024-08-08T03:11:56.767" v="1175" actId="20577"/>
          <ac:spMkLst>
            <pc:docMk/>
            <pc:sldMk cId="1056253493" sldId="1498"/>
            <ac:spMk id="5" creationId="{D15CBCA4-8279-49A0-BDA5-8F1C3F65A437}"/>
          </ac:spMkLst>
        </pc:spChg>
        <pc:spChg chg="mod">
          <ac:chgData name="Rosmin Elsa Mohan" userId="7f6a9fc7-46b4-4eac-90cd-058eb48f67de" providerId="ADAL" clId="{32E18A96-7CCB-4A13-B926-2B113654B70A}" dt="2024-08-08T02:37:44.241" v="939" actId="313"/>
          <ac:spMkLst>
            <pc:docMk/>
            <pc:sldMk cId="1056253493" sldId="1498"/>
            <ac:spMk id="6" creationId="{00B7E6C3-DC3B-BC8E-EE75-86995C7F8ADF}"/>
          </ac:spMkLst>
        </pc:spChg>
      </pc:sldChg>
      <pc:sldChg chg="modSp add mod">
        <pc:chgData name="Rosmin Elsa Mohan" userId="7f6a9fc7-46b4-4eac-90cd-058eb48f67de" providerId="ADAL" clId="{32E18A96-7CCB-4A13-B926-2B113654B70A}" dt="2024-08-08T03:12:06.318" v="1177" actId="20577"/>
        <pc:sldMkLst>
          <pc:docMk/>
          <pc:sldMk cId="1955710030" sldId="1499"/>
        </pc:sldMkLst>
        <pc:spChg chg="mod">
          <ac:chgData name="Rosmin Elsa Mohan" userId="7f6a9fc7-46b4-4eac-90cd-058eb48f67de" providerId="ADAL" clId="{32E18A96-7CCB-4A13-B926-2B113654B70A}" dt="2024-08-08T03:12:06.318" v="1177" actId="20577"/>
          <ac:spMkLst>
            <pc:docMk/>
            <pc:sldMk cId="1955710030" sldId="1499"/>
            <ac:spMk id="5" creationId="{D15CBCA4-8279-49A0-BDA5-8F1C3F65A437}"/>
          </ac:spMkLst>
        </pc:spChg>
        <pc:spChg chg="mod">
          <ac:chgData name="Rosmin Elsa Mohan" userId="7f6a9fc7-46b4-4eac-90cd-058eb48f67de" providerId="ADAL" clId="{32E18A96-7CCB-4A13-B926-2B113654B70A}" dt="2024-08-08T02:37:16.906" v="937" actId="20577"/>
          <ac:spMkLst>
            <pc:docMk/>
            <pc:sldMk cId="1955710030" sldId="1499"/>
            <ac:spMk id="6" creationId="{00B7E6C3-DC3B-BC8E-EE75-86995C7F8ADF}"/>
          </ac:spMkLst>
        </pc:spChg>
      </pc:sldChg>
      <pc:sldChg chg="modSp add mod">
        <pc:chgData name="Rosmin Elsa Mohan" userId="7f6a9fc7-46b4-4eac-90cd-058eb48f67de" providerId="ADAL" clId="{32E18A96-7CCB-4A13-B926-2B113654B70A}" dt="2024-08-08T03:12:11.357" v="1179" actId="20577"/>
        <pc:sldMkLst>
          <pc:docMk/>
          <pc:sldMk cId="3277868355" sldId="1500"/>
        </pc:sldMkLst>
        <pc:spChg chg="mod">
          <ac:chgData name="Rosmin Elsa Mohan" userId="7f6a9fc7-46b4-4eac-90cd-058eb48f67de" providerId="ADAL" clId="{32E18A96-7CCB-4A13-B926-2B113654B70A}" dt="2024-08-08T03:12:11.357" v="1179" actId="20577"/>
          <ac:spMkLst>
            <pc:docMk/>
            <pc:sldMk cId="3277868355" sldId="1500"/>
            <ac:spMk id="5" creationId="{D15CBCA4-8279-49A0-BDA5-8F1C3F65A437}"/>
          </ac:spMkLst>
        </pc:spChg>
        <pc:spChg chg="mod">
          <ac:chgData name="Rosmin Elsa Mohan" userId="7f6a9fc7-46b4-4eac-90cd-058eb48f67de" providerId="ADAL" clId="{32E18A96-7CCB-4A13-B926-2B113654B70A}" dt="2024-08-08T02:37:33.131" v="938" actId="313"/>
          <ac:spMkLst>
            <pc:docMk/>
            <pc:sldMk cId="3277868355" sldId="1500"/>
            <ac:spMk id="6" creationId="{00B7E6C3-DC3B-BC8E-EE75-86995C7F8ADF}"/>
          </ac:spMkLst>
        </pc:spChg>
      </pc:sldChg>
      <pc:sldChg chg="modSp add mod">
        <pc:chgData name="Rosmin Elsa Mohan" userId="7f6a9fc7-46b4-4eac-90cd-058eb48f67de" providerId="ADAL" clId="{32E18A96-7CCB-4A13-B926-2B113654B70A}" dt="2024-08-08T03:15:46.801" v="1180" actId="20577"/>
        <pc:sldMkLst>
          <pc:docMk/>
          <pc:sldMk cId="3284377517" sldId="1501"/>
        </pc:sldMkLst>
        <pc:spChg chg="mod">
          <ac:chgData name="Rosmin Elsa Mohan" userId="7f6a9fc7-46b4-4eac-90cd-058eb48f67de" providerId="ADAL" clId="{32E18A96-7CCB-4A13-B926-2B113654B70A}" dt="2024-08-08T03:15:46.801" v="1180" actId="20577"/>
          <ac:spMkLst>
            <pc:docMk/>
            <pc:sldMk cId="3284377517" sldId="1501"/>
            <ac:spMk id="5" creationId="{5302F64F-7B08-E1DF-77C2-DF24B4884A26}"/>
          </ac:spMkLst>
        </pc:spChg>
      </pc:sldChg>
      <pc:sldChg chg="modSp add mod">
        <pc:chgData name="Rosmin Elsa Mohan" userId="7f6a9fc7-46b4-4eac-90cd-058eb48f67de" providerId="ADAL" clId="{32E18A96-7CCB-4A13-B926-2B113654B70A}" dt="2024-08-08T03:15:53.582" v="1182" actId="20577"/>
        <pc:sldMkLst>
          <pc:docMk/>
          <pc:sldMk cId="650011059" sldId="1502"/>
        </pc:sldMkLst>
        <pc:spChg chg="mod">
          <ac:chgData name="Rosmin Elsa Mohan" userId="7f6a9fc7-46b4-4eac-90cd-058eb48f67de" providerId="ADAL" clId="{32E18A96-7CCB-4A13-B926-2B113654B70A}" dt="2024-08-08T03:15:53.582" v="1182" actId="20577"/>
          <ac:spMkLst>
            <pc:docMk/>
            <pc:sldMk cId="650011059" sldId="1502"/>
            <ac:spMk id="5" creationId="{5302F64F-7B08-E1DF-77C2-DF24B4884A26}"/>
          </ac:spMkLst>
        </pc:spChg>
      </pc:sldChg>
      <pc:sldChg chg="add del">
        <pc:chgData name="Rosmin Elsa Mohan" userId="7f6a9fc7-46b4-4eac-90cd-058eb48f67de" providerId="ADAL" clId="{32E18A96-7CCB-4A13-B926-2B113654B70A}" dt="2024-08-08T02:47:06.766" v="1029"/>
        <pc:sldMkLst>
          <pc:docMk/>
          <pc:sldMk cId="741677457" sldId="1502"/>
        </pc:sldMkLst>
      </pc:sldChg>
      <pc:sldMasterChg chg="modSldLayout">
        <pc:chgData name="Rosmin Elsa Mohan" userId="7f6a9fc7-46b4-4eac-90cd-058eb48f67de" providerId="ADAL" clId="{32E18A96-7CCB-4A13-B926-2B113654B70A}" dt="2024-08-08T03:02:28.644" v="1137" actId="20577"/>
        <pc:sldMasterMkLst>
          <pc:docMk/>
          <pc:sldMasterMk cId="2021402228" sldId="2147483673"/>
        </pc:sldMasterMkLst>
        <pc:sldLayoutChg chg="modSp mod">
          <pc:chgData name="Rosmin Elsa Mohan" userId="7f6a9fc7-46b4-4eac-90cd-058eb48f67de" providerId="ADAL" clId="{32E18A96-7CCB-4A13-B926-2B113654B70A}" dt="2024-08-08T03:02:01.236" v="1118" actId="20577"/>
          <pc:sldLayoutMkLst>
            <pc:docMk/>
            <pc:sldMasterMk cId="2021402228" sldId="2147483673"/>
            <pc:sldLayoutMk cId="972620569" sldId="2147483686"/>
          </pc:sldLayoutMkLst>
          <pc:spChg chg="mod">
            <ac:chgData name="Rosmin Elsa Mohan" userId="7f6a9fc7-46b4-4eac-90cd-058eb48f67de" providerId="ADAL" clId="{32E18A96-7CCB-4A13-B926-2B113654B70A}" dt="2024-08-08T03:02:01.236" v="1118" actId="20577"/>
            <ac:spMkLst>
              <pc:docMk/>
              <pc:sldMasterMk cId="2021402228" sldId="2147483673"/>
              <pc:sldLayoutMk cId="972620569" sldId="2147483686"/>
              <ac:spMk id="7" creationId="{99B39CA7-ADE3-4147-9B4D-BE10E585E948}"/>
            </ac:spMkLst>
          </pc:spChg>
        </pc:sldLayoutChg>
        <pc:sldLayoutChg chg="modSp mod">
          <pc:chgData name="Rosmin Elsa Mohan" userId="7f6a9fc7-46b4-4eac-90cd-058eb48f67de" providerId="ADAL" clId="{32E18A96-7CCB-4A13-B926-2B113654B70A}" dt="2024-08-08T03:02:09.641" v="1127" actId="20577"/>
          <pc:sldLayoutMkLst>
            <pc:docMk/>
            <pc:sldMasterMk cId="2021402228" sldId="2147483673"/>
            <pc:sldLayoutMk cId="3929588466" sldId="2147483687"/>
          </pc:sldLayoutMkLst>
          <pc:spChg chg="mod">
            <ac:chgData name="Rosmin Elsa Mohan" userId="7f6a9fc7-46b4-4eac-90cd-058eb48f67de" providerId="ADAL" clId="{32E18A96-7CCB-4A13-B926-2B113654B70A}" dt="2024-08-08T03:02:09.641" v="1127" actId="20577"/>
            <ac:spMkLst>
              <pc:docMk/>
              <pc:sldMasterMk cId="2021402228" sldId="2147483673"/>
              <pc:sldLayoutMk cId="3929588466" sldId="2147483687"/>
              <ac:spMk id="7" creationId="{99B39CA7-ADE3-4147-9B4D-BE10E585E948}"/>
            </ac:spMkLst>
          </pc:spChg>
        </pc:sldLayoutChg>
        <pc:sldLayoutChg chg="modSp mod">
          <pc:chgData name="Rosmin Elsa Mohan" userId="7f6a9fc7-46b4-4eac-90cd-058eb48f67de" providerId="ADAL" clId="{32E18A96-7CCB-4A13-B926-2B113654B70A}" dt="2024-08-08T03:02:28.644" v="1137" actId="20577"/>
          <pc:sldLayoutMkLst>
            <pc:docMk/>
            <pc:sldMasterMk cId="2021402228" sldId="2147483673"/>
            <pc:sldLayoutMk cId="559836863" sldId="2147483688"/>
          </pc:sldLayoutMkLst>
          <pc:spChg chg="mod">
            <ac:chgData name="Rosmin Elsa Mohan" userId="7f6a9fc7-46b4-4eac-90cd-058eb48f67de" providerId="ADAL" clId="{32E18A96-7CCB-4A13-B926-2B113654B70A}" dt="2024-08-08T03:02:28.644" v="1137" actId="20577"/>
            <ac:spMkLst>
              <pc:docMk/>
              <pc:sldMasterMk cId="2021402228" sldId="2147483673"/>
              <pc:sldLayoutMk cId="559836863" sldId="2147483688"/>
              <ac:spMk id="6" creationId="{35F845F3-CC22-433F-9120-253A2A1338E7}"/>
            </ac:spMkLst>
          </pc:spChg>
        </pc:sldLayoutChg>
        <pc:sldLayoutChg chg="modSp mod">
          <pc:chgData name="Rosmin Elsa Mohan" userId="7f6a9fc7-46b4-4eac-90cd-058eb48f67de" providerId="ADAL" clId="{32E18A96-7CCB-4A13-B926-2B113654B70A}" dt="2024-08-08T03:02:20.883" v="1132" actId="20577"/>
          <pc:sldLayoutMkLst>
            <pc:docMk/>
            <pc:sldMasterMk cId="2021402228" sldId="2147483673"/>
            <pc:sldLayoutMk cId="3490850578" sldId="2147483689"/>
          </pc:sldLayoutMkLst>
          <pc:spChg chg="mod">
            <ac:chgData name="Rosmin Elsa Mohan" userId="7f6a9fc7-46b4-4eac-90cd-058eb48f67de" providerId="ADAL" clId="{32E18A96-7CCB-4A13-B926-2B113654B70A}" dt="2024-08-08T03:02:20.883" v="1132" actId="20577"/>
            <ac:spMkLst>
              <pc:docMk/>
              <pc:sldMasterMk cId="2021402228" sldId="2147483673"/>
              <pc:sldLayoutMk cId="3490850578" sldId="2147483689"/>
              <ac:spMk id="7" creationId="{99B39CA7-ADE3-4147-9B4D-BE10E585E948}"/>
            </ac:spMkLst>
          </pc:spChg>
        </pc:sldLayoutChg>
      </pc:sldMasterChg>
    </pc:docChg>
  </pc:docChgLst>
  <pc:docChgLst>
    <pc:chgData name="Rosmin Elsa" userId="8f13a6be4da41318" providerId="LiveId" clId="{14090D3C-C2B5-BB4D-973A-54F94F802119}"/>
    <pc:docChg chg="modSld">
      <pc:chgData name="Rosmin Elsa" userId="8f13a6be4da41318" providerId="LiveId" clId="{14090D3C-C2B5-BB4D-973A-54F94F802119}" dt="2024-09-21T12:50:43.097" v="91" actId="20577"/>
      <pc:docMkLst>
        <pc:docMk/>
      </pc:docMkLst>
      <pc:sldChg chg="modSp">
        <pc:chgData name="Rosmin Elsa" userId="8f13a6be4da41318" providerId="LiveId" clId="{14090D3C-C2B5-BB4D-973A-54F94F802119}" dt="2024-09-20T01:21:59.095" v="54" actId="20577"/>
        <pc:sldMkLst>
          <pc:docMk/>
          <pc:sldMk cId="2771250690" sldId="851"/>
        </pc:sldMkLst>
        <pc:spChg chg="mod">
          <ac:chgData name="Rosmin Elsa" userId="8f13a6be4da41318" providerId="LiveId" clId="{14090D3C-C2B5-BB4D-973A-54F94F802119}" dt="2024-09-20T01:21:59.095" v="54" actId="20577"/>
          <ac:spMkLst>
            <pc:docMk/>
            <pc:sldMk cId="2771250690" sldId="851"/>
            <ac:spMk id="2" creationId="{00000000-0000-0000-0000-000000000000}"/>
          </ac:spMkLst>
        </pc:spChg>
      </pc:sldChg>
      <pc:sldChg chg="modSp">
        <pc:chgData name="Rosmin Elsa" userId="8f13a6be4da41318" providerId="LiveId" clId="{14090D3C-C2B5-BB4D-973A-54F94F802119}" dt="2024-09-21T12:47:40.767" v="64" actId="20577"/>
        <pc:sldMkLst>
          <pc:docMk/>
          <pc:sldMk cId="2332149466" sldId="1412"/>
        </pc:sldMkLst>
        <pc:spChg chg="mod">
          <ac:chgData name="Rosmin Elsa" userId="8f13a6be4da41318" providerId="LiveId" clId="{14090D3C-C2B5-BB4D-973A-54F94F802119}" dt="2024-09-21T12:47:40.767" v="64" actId="20577"/>
          <ac:spMkLst>
            <pc:docMk/>
            <pc:sldMk cId="2332149466" sldId="1412"/>
            <ac:spMk id="5" creationId="{D15CBCA4-8279-49A0-BDA5-8F1C3F65A437}"/>
          </ac:spMkLst>
        </pc:spChg>
      </pc:sldChg>
      <pc:sldChg chg="modSp">
        <pc:chgData name="Rosmin Elsa" userId="8f13a6be4da41318" providerId="LiveId" clId="{14090D3C-C2B5-BB4D-973A-54F94F802119}" dt="2024-09-21T12:49:51.286" v="81" actId="20577"/>
        <pc:sldMkLst>
          <pc:docMk/>
          <pc:sldMk cId="2370185204" sldId="1422"/>
        </pc:sldMkLst>
        <pc:spChg chg="mod">
          <ac:chgData name="Rosmin Elsa" userId="8f13a6be4da41318" providerId="LiveId" clId="{14090D3C-C2B5-BB4D-973A-54F94F802119}" dt="2024-09-21T12:49:51.286" v="81" actId="20577"/>
          <ac:spMkLst>
            <pc:docMk/>
            <pc:sldMk cId="2370185204" sldId="1422"/>
            <ac:spMk id="5" creationId="{D15CBCA4-8279-49A0-BDA5-8F1C3F65A437}"/>
          </ac:spMkLst>
        </pc:spChg>
      </pc:sldChg>
      <pc:sldChg chg="modSp">
        <pc:chgData name="Rosmin Elsa" userId="8f13a6be4da41318" providerId="LiveId" clId="{14090D3C-C2B5-BB4D-973A-54F94F802119}" dt="2024-09-21T12:48:50.078" v="75" actId="20577"/>
        <pc:sldMkLst>
          <pc:docMk/>
          <pc:sldMk cId="4039580999" sldId="1465"/>
        </pc:sldMkLst>
        <pc:spChg chg="mod">
          <ac:chgData name="Rosmin Elsa" userId="8f13a6be4da41318" providerId="LiveId" clId="{14090D3C-C2B5-BB4D-973A-54F94F802119}" dt="2024-09-21T12:48:50.078" v="75" actId="20577"/>
          <ac:spMkLst>
            <pc:docMk/>
            <pc:sldMk cId="4039580999" sldId="1465"/>
            <ac:spMk id="5" creationId="{645EDA14-D069-6AE5-2BBC-B637B5B21F1A}"/>
          </ac:spMkLst>
        </pc:spChg>
      </pc:sldChg>
      <pc:sldChg chg="modSp">
        <pc:chgData name="Rosmin Elsa" userId="8f13a6be4da41318" providerId="LiveId" clId="{14090D3C-C2B5-BB4D-973A-54F94F802119}" dt="2024-09-21T12:48:59.666" v="76" actId="20577"/>
        <pc:sldMkLst>
          <pc:docMk/>
          <pc:sldMk cId="576487781" sldId="1466"/>
        </pc:sldMkLst>
        <pc:spChg chg="mod">
          <ac:chgData name="Rosmin Elsa" userId="8f13a6be4da41318" providerId="LiveId" clId="{14090D3C-C2B5-BB4D-973A-54F94F802119}" dt="2024-09-21T12:48:59.666" v="76" actId="20577"/>
          <ac:spMkLst>
            <pc:docMk/>
            <pc:sldMk cId="576487781" sldId="1466"/>
            <ac:spMk id="5" creationId="{0DEEEF68-FCC0-B8B8-9619-FEBE28500934}"/>
          </ac:spMkLst>
        </pc:spChg>
      </pc:sldChg>
      <pc:sldChg chg="modSp">
        <pc:chgData name="Rosmin Elsa" userId="8f13a6be4da41318" providerId="LiveId" clId="{14090D3C-C2B5-BB4D-973A-54F94F802119}" dt="2024-09-21T12:49:07.699" v="77" actId="20577"/>
        <pc:sldMkLst>
          <pc:docMk/>
          <pc:sldMk cId="2882701942" sldId="1467"/>
        </pc:sldMkLst>
        <pc:spChg chg="mod">
          <ac:chgData name="Rosmin Elsa" userId="8f13a6be4da41318" providerId="LiveId" clId="{14090D3C-C2B5-BB4D-973A-54F94F802119}" dt="2024-09-21T12:49:07.699" v="77" actId="20577"/>
          <ac:spMkLst>
            <pc:docMk/>
            <pc:sldMk cId="2882701942" sldId="1467"/>
            <ac:spMk id="5" creationId="{9F2C4562-7C0E-B6DC-6C8C-80942713DC82}"/>
          </ac:spMkLst>
        </pc:spChg>
      </pc:sldChg>
      <pc:sldChg chg="modSp">
        <pc:chgData name="Rosmin Elsa" userId="8f13a6be4da41318" providerId="LiveId" clId="{14090D3C-C2B5-BB4D-973A-54F94F802119}" dt="2024-09-21T12:49:58.824" v="82" actId="20577"/>
        <pc:sldMkLst>
          <pc:docMk/>
          <pc:sldMk cId="625835019" sldId="1468"/>
        </pc:sldMkLst>
        <pc:spChg chg="mod">
          <ac:chgData name="Rosmin Elsa" userId="8f13a6be4da41318" providerId="LiveId" clId="{14090D3C-C2B5-BB4D-973A-54F94F802119}" dt="2024-09-21T12:49:58.824" v="82" actId="20577"/>
          <ac:spMkLst>
            <pc:docMk/>
            <pc:sldMk cId="625835019" sldId="1468"/>
            <ac:spMk id="5" creationId="{5302F64F-7B08-E1DF-77C2-DF24B4884A26}"/>
          </ac:spMkLst>
        </pc:spChg>
      </pc:sldChg>
      <pc:sldChg chg="modSp">
        <pc:chgData name="Rosmin Elsa" userId="8f13a6be4da41318" providerId="LiveId" clId="{14090D3C-C2B5-BB4D-973A-54F94F802119}" dt="2024-09-21T12:50:19.476" v="83" actId="20577"/>
        <pc:sldMkLst>
          <pc:docMk/>
          <pc:sldMk cId="3658360246" sldId="1469"/>
        </pc:sldMkLst>
        <pc:spChg chg="mod">
          <ac:chgData name="Rosmin Elsa" userId="8f13a6be4da41318" providerId="LiveId" clId="{14090D3C-C2B5-BB4D-973A-54F94F802119}" dt="2024-09-21T12:50:19.476" v="83" actId="20577"/>
          <ac:spMkLst>
            <pc:docMk/>
            <pc:sldMk cId="3658360246" sldId="1469"/>
            <ac:spMk id="5" creationId="{6BD3CD50-1DFB-A828-6455-13D1216B4EB3}"/>
          </ac:spMkLst>
        </pc:spChg>
      </pc:sldChg>
      <pc:sldChg chg="modSp">
        <pc:chgData name="Rosmin Elsa" userId="8f13a6be4da41318" providerId="LiveId" clId="{14090D3C-C2B5-BB4D-973A-54F94F802119}" dt="2024-09-21T12:50:33.916" v="87" actId="20577"/>
        <pc:sldMkLst>
          <pc:docMk/>
          <pc:sldMk cId="1292053075" sldId="1470"/>
        </pc:sldMkLst>
        <pc:spChg chg="mod">
          <ac:chgData name="Rosmin Elsa" userId="8f13a6be4da41318" providerId="LiveId" clId="{14090D3C-C2B5-BB4D-973A-54F94F802119}" dt="2024-09-21T12:50:33.916" v="87" actId="20577"/>
          <ac:spMkLst>
            <pc:docMk/>
            <pc:sldMk cId="1292053075" sldId="1470"/>
            <ac:spMk id="5" creationId="{203055F6-333A-FAAF-7CFD-1D7E180EB11F}"/>
          </ac:spMkLst>
        </pc:spChg>
      </pc:sldChg>
      <pc:sldChg chg="modSp">
        <pc:chgData name="Rosmin Elsa" userId="8f13a6be4da41318" providerId="LiveId" clId="{14090D3C-C2B5-BB4D-973A-54F94F802119}" dt="2024-09-21T12:47:52.053" v="65" actId="20577"/>
        <pc:sldMkLst>
          <pc:docMk/>
          <pc:sldMk cId="1985140678" sldId="1476"/>
        </pc:sldMkLst>
        <pc:spChg chg="mod">
          <ac:chgData name="Rosmin Elsa" userId="8f13a6be4da41318" providerId="LiveId" clId="{14090D3C-C2B5-BB4D-973A-54F94F802119}" dt="2024-09-21T12:47:52.053" v="65" actId="20577"/>
          <ac:spMkLst>
            <pc:docMk/>
            <pc:sldMk cId="1985140678" sldId="1476"/>
            <ac:spMk id="5" creationId="{D15CBCA4-8279-49A0-BDA5-8F1C3F65A437}"/>
          </ac:spMkLst>
        </pc:spChg>
      </pc:sldChg>
      <pc:sldChg chg="modSp">
        <pc:chgData name="Rosmin Elsa" userId="8f13a6be4da41318" providerId="LiveId" clId="{14090D3C-C2B5-BB4D-973A-54F94F802119}" dt="2024-09-21T12:48:38.364" v="70" actId="20577"/>
        <pc:sldMkLst>
          <pc:docMk/>
          <pc:sldMk cId="837277863" sldId="1477"/>
        </pc:sldMkLst>
        <pc:spChg chg="mod">
          <ac:chgData name="Rosmin Elsa" userId="8f13a6be4da41318" providerId="LiveId" clId="{14090D3C-C2B5-BB4D-973A-54F94F802119}" dt="2024-09-21T12:48:38.364" v="70" actId="20577"/>
          <ac:spMkLst>
            <pc:docMk/>
            <pc:sldMk cId="837277863" sldId="1477"/>
            <ac:spMk id="5" creationId="{D15CBCA4-8279-49A0-BDA5-8F1C3F65A437}"/>
          </ac:spMkLst>
        </pc:spChg>
      </pc:sldChg>
      <pc:sldChg chg="modSp">
        <pc:chgData name="Rosmin Elsa" userId="8f13a6be4da41318" providerId="LiveId" clId="{14090D3C-C2B5-BB4D-973A-54F94F802119}" dt="2024-09-21T12:49:38.844" v="80" actId="20577"/>
        <pc:sldMkLst>
          <pc:docMk/>
          <pc:sldMk cId="4171570983" sldId="1478"/>
        </pc:sldMkLst>
        <pc:spChg chg="mod">
          <ac:chgData name="Rosmin Elsa" userId="8f13a6be4da41318" providerId="LiveId" clId="{14090D3C-C2B5-BB4D-973A-54F94F802119}" dt="2024-09-21T12:49:38.844" v="80" actId="20577"/>
          <ac:spMkLst>
            <pc:docMk/>
            <pc:sldMk cId="4171570983" sldId="1478"/>
            <ac:spMk id="5" creationId="{9F2C4562-7C0E-B6DC-6C8C-80942713DC82}"/>
          </ac:spMkLst>
        </pc:spChg>
      </pc:sldChg>
      <pc:sldChg chg="modSp">
        <pc:chgData name="Rosmin Elsa" userId="8f13a6be4da41318" providerId="LiveId" clId="{14090D3C-C2B5-BB4D-973A-54F94F802119}" dt="2024-09-21T12:48:15.632" v="68" actId="20577"/>
        <pc:sldMkLst>
          <pc:docMk/>
          <pc:sldMk cId="4163302466" sldId="1496"/>
        </pc:sldMkLst>
        <pc:spChg chg="mod">
          <ac:chgData name="Rosmin Elsa" userId="8f13a6be4da41318" providerId="LiveId" clId="{14090D3C-C2B5-BB4D-973A-54F94F802119}" dt="2024-09-21T12:48:15.632" v="68" actId="20577"/>
          <ac:spMkLst>
            <pc:docMk/>
            <pc:sldMk cId="4163302466" sldId="1496"/>
            <ac:spMk id="5" creationId="{D15CBCA4-8279-49A0-BDA5-8F1C3F65A437}"/>
          </ac:spMkLst>
        </pc:spChg>
      </pc:sldChg>
      <pc:sldChg chg="modSp">
        <pc:chgData name="Rosmin Elsa" userId="8f13a6be4da41318" providerId="LiveId" clId="{14090D3C-C2B5-BB4D-973A-54F94F802119}" dt="2024-09-20T04:16:40.659" v="63" actId="20577"/>
        <pc:sldMkLst>
          <pc:docMk/>
          <pc:sldMk cId="118786997" sldId="1511"/>
        </pc:sldMkLst>
        <pc:spChg chg="mod">
          <ac:chgData name="Rosmin Elsa" userId="8f13a6be4da41318" providerId="LiveId" clId="{14090D3C-C2B5-BB4D-973A-54F94F802119}" dt="2024-09-20T04:16:40.659" v="63" actId="20577"/>
          <ac:spMkLst>
            <pc:docMk/>
            <pc:sldMk cId="118786997" sldId="1511"/>
            <ac:spMk id="4" creationId="{AB26D545-B276-5304-DC16-72D6F4A77406}"/>
          </ac:spMkLst>
        </pc:spChg>
      </pc:sldChg>
      <pc:sldChg chg="modSp">
        <pc:chgData name="Rosmin Elsa" userId="8f13a6be4da41318" providerId="LiveId" clId="{14090D3C-C2B5-BB4D-973A-54F94F802119}" dt="2024-09-21T12:50:26.495" v="85" actId="20577"/>
        <pc:sldMkLst>
          <pc:docMk/>
          <pc:sldMk cId="3108161079" sldId="1517"/>
        </pc:sldMkLst>
        <pc:spChg chg="mod">
          <ac:chgData name="Rosmin Elsa" userId="8f13a6be4da41318" providerId="LiveId" clId="{14090D3C-C2B5-BB4D-973A-54F94F802119}" dt="2024-09-21T12:50:26.495" v="85" actId="20577"/>
          <ac:spMkLst>
            <pc:docMk/>
            <pc:sldMk cId="3108161079" sldId="1517"/>
            <ac:spMk id="5" creationId="{5302F64F-7B08-E1DF-77C2-DF24B4884A26}"/>
          </ac:spMkLst>
        </pc:spChg>
      </pc:sldChg>
      <pc:sldChg chg="modSp">
        <pc:chgData name="Rosmin Elsa" userId="8f13a6be4da41318" providerId="LiveId" clId="{14090D3C-C2B5-BB4D-973A-54F94F802119}" dt="2024-09-21T12:50:43.097" v="91" actId="20577"/>
        <pc:sldMkLst>
          <pc:docMk/>
          <pc:sldMk cId="3259940369" sldId="1518"/>
        </pc:sldMkLst>
        <pc:spChg chg="mod">
          <ac:chgData name="Rosmin Elsa" userId="8f13a6be4da41318" providerId="LiveId" clId="{14090D3C-C2B5-BB4D-973A-54F94F802119}" dt="2024-09-21T12:50:43.097" v="91" actId="20577"/>
          <ac:spMkLst>
            <pc:docMk/>
            <pc:sldMk cId="3259940369" sldId="1518"/>
            <ac:spMk id="5" creationId="{5302F64F-7B08-E1DF-77C2-DF24B4884A26}"/>
          </ac:spMkLst>
        </pc:spChg>
      </pc:sldChg>
    </pc:docChg>
  </pc:docChgLst>
  <pc:docChgLst>
    <pc:chgData name="Rosmin Elsa" userId="8f13a6be4da41318" providerId="LiveId" clId="{953F9398-3929-47FB-B67F-713285754007}"/>
    <pc:docChg chg="undo redo custSel addSld delSld modSld sldOrd modMainMaster">
      <pc:chgData name="Rosmin Elsa" userId="8f13a6be4da41318" providerId="LiveId" clId="{953F9398-3929-47FB-B67F-713285754007}" dt="2024-09-18T11:20:02.285" v="921" actId="20577"/>
      <pc:docMkLst>
        <pc:docMk/>
      </pc:docMkLst>
      <pc:sldChg chg="modSp mod">
        <pc:chgData name="Rosmin Elsa" userId="8f13a6be4da41318" providerId="LiveId" clId="{953F9398-3929-47FB-B67F-713285754007}" dt="2024-09-18T08:35:46.296" v="17"/>
        <pc:sldMkLst>
          <pc:docMk/>
          <pc:sldMk cId="3717493800" sldId="821"/>
        </pc:sldMkLst>
        <pc:spChg chg="mod">
          <ac:chgData name="Rosmin Elsa" userId="8f13a6be4da41318" providerId="LiveId" clId="{953F9398-3929-47FB-B67F-713285754007}" dt="2024-09-18T08:35:46.296" v="17"/>
          <ac:spMkLst>
            <pc:docMk/>
            <pc:sldMk cId="3717493800" sldId="821"/>
            <ac:spMk id="3" creationId="{B9ACC418-9BFA-F946-DA5B-A680A2EBDFAC}"/>
          </ac:spMkLst>
        </pc:spChg>
      </pc:sldChg>
      <pc:sldChg chg="modSp mod">
        <pc:chgData name="Rosmin Elsa" userId="8f13a6be4da41318" providerId="LiveId" clId="{953F9398-3929-47FB-B67F-713285754007}" dt="2024-09-18T08:51:37.202" v="110" actId="20577"/>
        <pc:sldMkLst>
          <pc:docMk/>
          <pc:sldMk cId="140346443" sldId="822"/>
        </pc:sldMkLst>
        <pc:spChg chg="mod">
          <ac:chgData name="Rosmin Elsa" userId="8f13a6be4da41318" providerId="LiveId" clId="{953F9398-3929-47FB-B67F-713285754007}" dt="2024-09-18T08:51:37.202" v="110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Rosmin Elsa" userId="8f13a6be4da41318" providerId="LiveId" clId="{953F9398-3929-47FB-B67F-713285754007}" dt="2024-09-18T08:51:05.123" v="91" actId="1076"/>
          <ac:spMkLst>
            <pc:docMk/>
            <pc:sldMk cId="140346443" sldId="822"/>
            <ac:spMk id="3" creationId="{DFD3087A-542A-9E8A-2F04-286C1B72B61A}"/>
          </ac:spMkLst>
        </pc:spChg>
      </pc:sldChg>
      <pc:sldChg chg="modSp mod">
        <pc:chgData name="Rosmin Elsa" userId="8f13a6be4da41318" providerId="LiveId" clId="{953F9398-3929-47FB-B67F-713285754007}" dt="2024-09-18T09:06:47.420" v="134"/>
        <pc:sldMkLst>
          <pc:docMk/>
          <pc:sldMk cId="3585569336" sldId="825"/>
        </pc:sldMkLst>
        <pc:spChg chg="mod">
          <ac:chgData name="Rosmin Elsa" userId="8f13a6be4da41318" providerId="LiveId" clId="{953F9398-3929-47FB-B67F-713285754007}" dt="2024-09-18T09:06:47.420" v="134"/>
          <ac:spMkLst>
            <pc:docMk/>
            <pc:sldMk cId="3585569336" sldId="825"/>
            <ac:spMk id="2" creationId="{1B06CDC2-E50A-3116-E465-B97E39BC940D}"/>
          </ac:spMkLst>
        </pc:spChg>
      </pc:sldChg>
      <pc:sldChg chg="modSp mod">
        <pc:chgData name="Rosmin Elsa" userId="8f13a6be4da41318" providerId="LiveId" clId="{953F9398-3929-47FB-B67F-713285754007}" dt="2024-09-18T09:07:01.433" v="136"/>
        <pc:sldMkLst>
          <pc:docMk/>
          <pc:sldMk cId="4027535716" sldId="829"/>
        </pc:sldMkLst>
        <pc:spChg chg="mod">
          <ac:chgData name="Rosmin Elsa" userId="8f13a6be4da41318" providerId="LiveId" clId="{953F9398-3929-47FB-B67F-713285754007}" dt="2024-09-18T09:07:01.433" v="136"/>
          <ac:spMkLst>
            <pc:docMk/>
            <pc:sldMk cId="4027535716" sldId="829"/>
            <ac:spMk id="2" creationId="{E3ED4C2D-8F3A-93FB-E552-441EF1174C57}"/>
          </ac:spMkLst>
        </pc:spChg>
      </pc:sldChg>
      <pc:sldChg chg="modSp mod">
        <pc:chgData name="Rosmin Elsa" userId="8f13a6be4da41318" providerId="LiveId" clId="{953F9398-3929-47FB-B67F-713285754007}" dt="2024-09-18T08:38:11.460" v="33" actId="6549"/>
        <pc:sldMkLst>
          <pc:docMk/>
          <pc:sldMk cId="2771250690" sldId="851"/>
        </pc:sldMkLst>
        <pc:spChg chg="mod">
          <ac:chgData name="Rosmin Elsa" userId="8f13a6be4da41318" providerId="LiveId" clId="{953F9398-3929-47FB-B67F-713285754007}" dt="2024-09-18T08:38:11.460" v="33" actId="6549"/>
          <ac:spMkLst>
            <pc:docMk/>
            <pc:sldMk cId="2771250690" sldId="851"/>
            <ac:spMk id="5" creationId="{EF0E83AD-AD85-5E6C-33F5-D8EF739355C5}"/>
          </ac:spMkLst>
        </pc:spChg>
      </pc:sldChg>
      <pc:sldChg chg="addSp delSp modSp mod">
        <pc:chgData name="Rosmin Elsa" userId="8f13a6be4da41318" providerId="LiveId" clId="{953F9398-3929-47FB-B67F-713285754007}" dt="2024-09-18T11:08:05.059" v="904"/>
        <pc:sldMkLst>
          <pc:docMk/>
          <pc:sldMk cId="3441406009" sldId="858"/>
        </pc:sldMkLst>
        <pc:spChg chg="mod">
          <ac:chgData name="Rosmin Elsa" userId="8f13a6be4da41318" providerId="LiveId" clId="{953F9398-3929-47FB-B67F-713285754007}" dt="2024-09-18T11:08:05.059" v="904"/>
          <ac:spMkLst>
            <pc:docMk/>
            <pc:sldMk cId="3441406009" sldId="858"/>
            <ac:spMk id="2" creationId="{00000000-0000-0000-0000-000000000000}"/>
          </ac:spMkLst>
        </pc:spChg>
        <pc:spChg chg="mod">
          <ac:chgData name="Rosmin Elsa" userId="8f13a6be4da41318" providerId="LiveId" clId="{953F9398-3929-47FB-B67F-713285754007}" dt="2024-09-18T11:07:28.689" v="903" actId="27107"/>
          <ac:spMkLst>
            <pc:docMk/>
            <pc:sldMk cId="3441406009" sldId="858"/>
            <ac:spMk id="6" creationId="{CA0575D6-2132-A304-BD4D-E123FFDE7A28}"/>
          </ac:spMkLst>
        </pc:spChg>
        <pc:spChg chg="add del">
          <ac:chgData name="Rosmin Elsa" userId="8f13a6be4da41318" providerId="LiveId" clId="{953F9398-3929-47FB-B67F-713285754007}" dt="2024-09-18T11:06:26.198" v="890" actId="478"/>
          <ac:spMkLst>
            <pc:docMk/>
            <pc:sldMk cId="3441406009" sldId="858"/>
            <ac:spMk id="9" creationId="{74F84539-D997-83CB-09F6-C53499A1D2FE}"/>
          </ac:spMkLst>
        </pc:spChg>
        <pc:cxnChg chg="add del">
          <ac:chgData name="Rosmin Elsa" userId="8f13a6be4da41318" providerId="LiveId" clId="{953F9398-3929-47FB-B67F-713285754007}" dt="2024-09-18T11:06:26.198" v="890" actId="478"/>
          <ac:cxnSpMkLst>
            <pc:docMk/>
            <pc:sldMk cId="3441406009" sldId="858"/>
            <ac:cxnSpMk id="8" creationId="{C8951D02-1991-977B-B98A-94F96C9D0A3C}"/>
          </ac:cxnSpMkLst>
        </pc:cxnChg>
      </pc:sldChg>
      <pc:sldChg chg="modSp mod">
        <pc:chgData name="Rosmin Elsa" userId="8f13a6be4da41318" providerId="LiveId" clId="{953F9398-3929-47FB-B67F-713285754007}" dt="2024-09-18T09:06:57.844" v="135"/>
        <pc:sldMkLst>
          <pc:docMk/>
          <pc:sldMk cId="430881365" sldId="1259"/>
        </pc:sldMkLst>
        <pc:spChg chg="mod">
          <ac:chgData name="Rosmin Elsa" userId="8f13a6be4da41318" providerId="LiveId" clId="{953F9398-3929-47FB-B67F-713285754007}" dt="2024-09-18T09:06:57.844" v="135"/>
          <ac:spMkLst>
            <pc:docMk/>
            <pc:sldMk cId="430881365" sldId="1259"/>
            <ac:spMk id="4" creationId="{D5E54A38-54D0-6477-68F0-01E2D0EDD891}"/>
          </ac:spMkLst>
        </pc:spChg>
      </pc:sldChg>
      <pc:sldChg chg="modSp mod">
        <pc:chgData name="Rosmin Elsa" userId="8f13a6be4da41318" providerId="LiveId" clId="{953F9398-3929-47FB-B67F-713285754007}" dt="2024-09-18T09:04:34.891" v="133" actId="313"/>
        <pc:sldMkLst>
          <pc:docMk/>
          <pc:sldMk cId="858007124" sldId="1277"/>
        </pc:sldMkLst>
        <pc:spChg chg="mod">
          <ac:chgData name="Rosmin Elsa" userId="8f13a6be4da41318" providerId="LiveId" clId="{953F9398-3929-47FB-B67F-713285754007}" dt="2024-09-18T09:03:21.663" v="119" actId="20577"/>
          <ac:spMkLst>
            <pc:docMk/>
            <pc:sldMk cId="858007124" sldId="1277"/>
            <ac:spMk id="2" creationId="{1DA63A6A-450D-4603-B02C-80F270CA1D46}"/>
          </ac:spMkLst>
        </pc:spChg>
        <pc:spChg chg="mod">
          <ac:chgData name="Rosmin Elsa" userId="8f13a6be4da41318" providerId="LiveId" clId="{953F9398-3929-47FB-B67F-713285754007}" dt="2024-09-18T09:04:34.891" v="133" actId="313"/>
          <ac:spMkLst>
            <pc:docMk/>
            <pc:sldMk cId="858007124" sldId="1277"/>
            <ac:spMk id="3" creationId="{DDD24EDA-CE43-82A2-B3E8-E6C307C397E9}"/>
          </ac:spMkLst>
        </pc:spChg>
      </pc:sldChg>
      <pc:sldChg chg="modSp mod">
        <pc:chgData name="Rosmin Elsa" userId="8f13a6be4da41318" providerId="LiveId" clId="{953F9398-3929-47FB-B67F-713285754007}" dt="2024-09-18T08:34:40.351" v="0"/>
        <pc:sldMkLst>
          <pc:docMk/>
          <pc:sldMk cId="1672910874" sldId="1298"/>
        </pc:sldMkLst>
        <pc:spChg chg="mod">
          <ac:chgData name="Rosmin Elsa" userId="8f13a6be4da41318" providerId="LiveId" clId="{953F9398-3929-47FB-B67F-713285754007}" dt="2024-09-18T08:34:40.351" v="0"/>
          <ac:spMkLst>
            <pc:docMk/>
            <pc:sldMk cId="1672910874" sldId="1298"/>
            <ac:spMk id="3" creationId="{869DF675-68B2-E157-D40A-40EF3DECB71A}"/>
          </ac:spMkLst>
        </pc:spChg>
      </pc:sldChg>
      <pc:sldChg chg="modSp mod">
        <pc:chgData name="Rosmin Elsa" userId="8f13a6be4da41318" providerId="LiveId" clId="{953F9398-3929-47FB-B67F-713285754007}" dt="2024-09-18T08:51:16.355" v="92" actId="20577"/>
        <pc:sldMkLst>
          <pc:docMk/>
          <pc:sldMk cId="1217883548" sldId="1318"/>
        </pc:sldMkLst>
        <pc:spChg chg="mod">
          <ac:chgData name="Rosmin Elsa" userId="8f13a6be4da41318" providerId="LiveId" clId="{953F9398-3929-47FB-B67F-713285754007}" dt="2024-09-18T08:51:16.355" v="92" actId="20577"/>
          <ac:spMkLst>
            <pc:docMk/>
            <pc:sldMk cId="1217883548" sldId="1318"/>
            <ac:spMk id="3" creationId="{B9ACC418-9BFA-F946-DA5B-A680A2EBDFAC}"/>
          </ac:spMkLst>
        </pc:spChg>
      </pc:sldChg>
      <pc:sldChg chg="modSp mod">
        <pc:chgData name="Rosmin Elsa" userId="8f13a6be4da41318" providerId="LiveId" clId="{953F9398-3929-47FB-B67F-713285754007}" dt="2024-09-18T09:14:51.253" v="286" actId="20577"/>
        <pc:sldMkLst>
          <pc:docMk/>
          <pc:sldMk cId="4765592" sldId="1388"/>
        </pc:sldMkLst>
        <pc:spChg chg="mod">
          <ac:chgData name="Rosmin Elsa" userId="8f13a6be4da41318" providerId="LiveId" clId="{953F9398-3929-47FB-B67F-713285754007}" dt="2024-09-18T09:14:51.253" v="286" actId="20577"/>
          <ac:spMkLst>
            <pc:docMk/>
            <pc:sldMk cId="4765592" sldId="1388"/>
            <ac:spMk id="2" creationId="{00000000-0000-0000-0000-000000000000}"/>
          </ac:spMkLst>
        </pc:spChg>
      </pc:sldChg>
      <pc:sldChg chg="modSp mod">
        <pc:chgData name="Rosmin Elsa" userId="8f13a6be4da41318" providerId="LiveId" clId="{953F9398-3929-47FB-B67F-713285754007}" dt="2024-09-18T09:19:21.748" v="333" actId="20577"/>
        <pc:sldMkLst>
          <pc:docMk/>
          <pc:sldMk cId="1106683896" sldId="1401"/>
        </pc:sldMkLst>
        <pc:spChg chg="mod">
          <ac:chgData name="Rosmin Elsa" userId="8f13a6be4da41318" providerId="LiveId" clId="{953F9398-3929-47FB-B67F-713285754007}" dt="2024-09-18T09:19:21.748" v="333" actId="20577"/>
          <ac:spMkLst>
            <pc:docMk/>
            <pc:sldMk cId="1106683896" sldId="1401"/>
            <ac:spMk id="6" creationId="{00B7E6C3-DC3B-BC8E-EE75-86995C7F8ADF}"/>
          </ac:spMkLst>
        </pc:spChg>
        <pc:spChg chg="mod">
          <ac:chgData name="Rosmin Elsa" userId="8f13a6be4da41318" providerId="LiveId" clId="{953F9398-3929-47FB-B67F-713285754007}" dt="2024-09-18T09:15:45.202" v="294" actId="20577"/>
          <ac:spMkLst>
            <pc:docMk/>
            <pc:sldMk cId="1106683896" sldId="1401"/>
            <ac:spMk id="8" creationId="{A25EBDEB-28A0-A895-EE99-148520068F26}"/>
          </ac:spMkLst>
        </pc:spChg>
      </pc:sldChg>
      <pc:sldChg chg="modSp mod">
        <pc:chgData name="Rosmin Elsa" userId="8f13a6be4da41318" providerId="LiveId" clId="{953F9398-3929-47FB-B67F-713285754007}" dt="2024-09-18T09:30:25.252" v="375" actId="20577"/>
        <pc:sldMkLst>
          <pc:docMk/>
          <pc:sldMk cId="902618935" sldId="1405"/>
        </pc:sldMkLst>
        <pc:spChg chg="mod">
          <ac:chgData name="Rosmin Elsa" userId="8f13a6be4da41318" providerId="LiveId" clId="{953F9398-3929-47FB-B67F-713285754007}" dt="2024-09-18T09:30:25.252" v="375" actId="20577"/>
          <ac:spMkLst>
            <pc:docMk/>
            <pc:sldMk cId="902618935" sldId="1405"/>
            <ac:spMk id="2" creationId="{00000000-0000-0000-0000-000000000000}"/>
          </ac:spMkLst>
        </pc:spChg>
      </pc:sldChg>
      <pc:sldChg chg="modSp mod">
        <pc:chgData name="Rosmin Elsa" userId="8f13a6be4da41318" providerId="LiveId" clId="{953F9398-3929-47FB-B67F-713285754007}" dt="2024-09-18T09:31:35.008" v="405" actId="6549"/>
        <pc:sldMkLst>
          <pc:docMk/>
          <pc:sldMk cId="2653113592" sldId="1406"/>
        </pc:sldMkLst>
        <pc:spChg chg="mod">
          <ac:chgData name="Rosmin Elsa" userId="8f13a6be4da41318" providerId="LiveId" clId="{953F9398-3929-47FB-B67F-713285754007}" dt="2024-09-18T09:31:35.008" v="405" actId="6549"/>
          <ac:spMkLst>
            <pc:docMk/>
            <pc:sldMk cId="2653113592" sldId="1406"/>
            <ac:spMk id="6" creationId="{00B7E6C3-DC3B-BC8E-EE75-86995C7F8ADF}"/>
          </ac:spMkLst>
        </pc:spChg>
        <pc:spChg chg="mod">
          <ac:chgData name="Rosmin Elsa" userId="8f13a6be4da41318" providerId="LiveId" clId="{953F9398-3929-47FB-B67F-713285754007}" dt="2024-09-18T09:30:32.355" v="379" actId="20577"/>
          <ac:spMkLst>
            <pc:docMk/>
            <pc:sldMk cId="2653113592" sldId="1406"/>
            <ac:spMk id="13" creationId="{9BB545B6-E81A-AAD9-C97D-D3B592102C96}"/>
          </ac:spMkLst>
        </pc:spChg>
      </pc:sldChg>
      <pc:sldChg chg="modSp mod">
        <pc:chgData name="Rosmin Elsa" userId="8f13a6be4da41318" providerId="LiveId" clId="{953F9398-3929-47FB-B67F-713285754007}" dt="2024-09-18T09:43:10.279" v="562"/>
        <pc:sldMkLst>
          <pc:docMk/>
          <pc:sldMk cId="3838587995" sldId="1411"/>
        </pc:sldMkLst>
        <pc:spChg chg="mod">
          <ac:chgData name="Rosmin Elsa" userId="8f13a6be4da41318" providerId="LiveId" clId="{953F9398-3929-47FB-B67F-713285754007}" dt="2024-09-18T09:43:10.279" v="562"/>
          <ac:spMkLst>
            <pc:docMk/>
            <pc:sldMk cId="3838587995" sldId="1411"/>
            <ac:spMk id="2" creationId="{00000000-0000-0000-0000-000000000000}"/>
          </ac:spMkLst>
        </pc:spChg>
      </pc:sldChg>
      <pc:sldChg chg="modSp mod">
        <pc:chgData name="Rosmin Elsa" userId="8f13a6be4da41318" providerId="LiveId" clId="{953F9398-3929-47FB-B67F-713285754007}" dt="2024-09-18T09:57:52.995" v="730" actId="20577"/>
        <pc:sldMkLst>
          <pc:docMk/>
          <pc:sldMk cId="2332149466" sldId="1412"/>
        </pc:sldMkLst>
        <pc:spChg chg="mod">
          <ac:chgData name="Rosmin Elsa" userId="8f13a6be4da41318" providerId="LiveId" clId="{953F9398-3929-47FB-B67F-713285754007}" dt="2024-09-18T09:57:52.995" v="730" actId="20577"/>
          <ac:spMkLst>
            <pc:docMk/>
            <pc:sldMk cId="2332149466" sldId="1412"/>
            <ac:spMk id="5" creationId="{D15CBCA4-8279-49A0-BDA5-8F1C3F65A437}"/>
          </ac:spMkLst>
        </pc:spChg>
        <pc:spChg chg="mod">
          <ac:chgData name="Rosmin Elsa" userId="8f13a6be4da41318" providerId="LiveId" clId="{953F9398-3929-47FB-B67F-713285754007}" dt="2024-09-18T09:55:17.789" v="695" actId="1076"/>
          <ac:spMkLst>
            <pc:docMk/>
            <pc:sldMk cId="2332149466" sldId="1412"/>
            <ac:spMk id="6" creationId="{00B7E6C3-DC3B-BC8E-EE75-86995C7F8ADF}"/>
          </ac:spMkLst>
        </pc:spChg>
        <pc:spChg chg="mod">
          <ac:chgData name="Rosmin Elsa" userId="8f13a6be4da41318" providerId="LiveId" clId="{953F9398-3929-47FB-B67F-713285754007}" dt="2024-09-18T09:43:17.228" v="563"/>
          <ac:spMkLst>
            <pc:docMk/>
            <pc:sldMk cId="2332149466" sldId="1412"/>
            <ac:spMk id="9" creationId="{DC17D8D8-E9C5-D2A8-A52F-7AE59A61C67B}"/>
          </ac:spMkLst>
        </pc:spChg>
      </pc:sldChg>
      <pc:sldChg chg="modSp mod">
        <pc:chgData name="Rosmin Elsa" userId="8f13a6be4da41318" providerId="LiveId" clId="{953F9398-3929-47FB-B67F-713285754007}" dt="2024-09-18T10:57:21.250" v="804" actId="20577"/>
        <pc:sldMkLst>
          <pc:docMk/>
          <pc:sldMk cId="3790543259" sldId="1416"/>
        </pc:sldMkLst>
        <pc:spChg chg="mod">
          <ac:chgData name="Rosmin Elsa" userId="8f13a6be4da41318" providerId="LiveId" clId="{953F9398-3929-47FB-B67F-713285754007}" dt="2024-09-18T10:57:21.250" v="804" actId="20577"/>
          <ac:spMkLst>
            <pc:docMk/>
            <pc:sldMk cId="3790543259" sldId="1416"/>
            <ac:spMk id="2" creationId="{00000000-0000-0000-0000-000000000000}"/>
          </ac:spMkLst>
        </pc:spChg>
      </pc:sldChg>
      <pc:sldChg chg="modSp mod">
        <pc:chgData name="Rosmin Elsa" userId="8f13a6be4da41318" providerId="LiveId" clId="{953F9398-3929-47FB-B67F-713285754007}" dt="2024-09-18T10:57:25.398" v="808" actId="20577"/>
        <pc:sldMkLst>
          <pc:docMk/>
          <pc:sldMk cId="2647958562" sldId="1421"/>
        </pc:sldMkLst>
        <pc:spChg chg="mod">
          <ac:chgData name="Rosmin Elsa" userId="8f13a6be4da41318" providerId="LiveId" clId="{953F9398-3929-47FB-B67F-713285754007}" dt="2024-09-18T10:57:25.398" v="808" actId="20577"/>
          <ac:spMkLst>
            <pc:docMk/>
            <pc:sldMk cId="2647958562" sldId="1421"/>
            <ac:spMk id="2" creationId="{00000000-0000-0000-0000-000000000000}"/>
          </ac:spMkLst>
        </pc:spChg>
      </pc:sldChg>
      <pc:sldChg chg="modSp mod">
        <pc:chgData name="Rosmin Elsa" userId="8f13a6be4da41318" providerId="LiveId" clId="{953F9398-3929-47FB-B67F-713285754007}" dt="2024-09-18T11:03:10.228" v="883" actId="6549"/>
        <pc:sldMkLst>
          <pc:docMk/>
          <pc:sldMk cId="2370185204" sldId="1422"/>
        </pc:sldMkLst>
        <pc:spChg chg="mod">
          <ac:chgData name="Rosmin Elsa" userId="8f13a6be4da41318" providerId="LiveId" clId="{953F9398-3929-47FB-B67F-713285754007}" dt="2024-09-18T11:03:10.228" v="883" actId="6549"/>
          <ac:spMkLst>
            <pc:docMk/>
            <pc:sldMk cId="2370185204" sldId="1422"/>
            <ac:spMk id="6" creationId="{00B7E6C3-DC3B-BC8E-EE75-86995C7F8ADF}"/>
          </ac:spMkLst>
        </pc:spChg>
        <pc:spChg chg="mod">
          <ac:chgData name="Rosmin Elsa" userId="8f13a6be4da41318" providerId="LiveId" clId="{953F9398-3929-47FB-B67F-713285754007}" dt="2024-09-18T10:57:30.092" v="812" actId="20577"/>
          <ac:spMkLst>
            <pc:docMk/>
            <pc:sldMk cId="2370185204" sldId="1422"/>
            <ac:spMk id="9" creationId="{DC17D8D8-E9C5-D2A8-A52F-7AE59A61C67B}"/>
          </ac:spMkLst>
        </pc:spChg>
      </pc:sldChg>
      <pc:sldChg chg="modSp mod">
        <pc:chgData name="Rosmin Elsa" userId="8f13a6be4da41318" providerId="LiveId" clId="{953F9398-3929-47FB-B67F-713285754007}" dt="2024-09-18T09:14:10.268" v="249" actId="20577"/>
        <pc:sldMkLst>
          <pc:docMk/>
          <pc:sldMk cId="3552461181" sldId="1438"/>
        </pc:sldMkLst>
        <pc:spChg chg="mod">
          <ac:chgData name="Rosmin Elsa" userId="8f13a6be4da41318" providerId="LiveId" clId="{953F9398-3929-47FB-B67F-713285754007}" dt="2024-09-18T09:14:10.268" v="249" actId="20577"/>
          <ac:spMkLst>
            <pc:docMk/>
            <pc:sldMk cId="3552461181" sldId="1438"/>
            <ac:spMk id="6" creationId="{2D75DE56-5F0C-5056-AE13-29D86795AD33}"/>
          </ac:spMkLst>
        </pc:spChg>
        <pc:spChg chg="mod">
          <ac:chgData name="Rosmin Elsa" userId="8f13a6be4da41318" providerId="LiveId" clId="{953F9398-3929-47FB-B67F-713285754007}" dt="2024-09-18T09:08:45.890" v="163" actId="20577"/>
          <ac:spMkLst>
            <pc:docMk/>
            <pc:sldMk cId="3552461181" sldId="1438"/>
            <ac:spMk id="8" creationId="{006B5B6E-8198-6E5C-6E84-9D75287DF58B}"/>
          </ac:spMkLst>
        </pc:spChg>
      </pc:sldChg>
      <pc:sldChg chg="addSp delSp modSp mod">
        <pc:chgData name="Rosmin Elsa" userId="8f13a6be4da41318" providerId="LiveId" clId="{953F9398-3929-47FB-B67F-713285754007}" dt="2024-09-18T09:14:13.833" v="250" actId="20577"/>
        <pc:sldMkLst>
          <pc:docMk/>
          <pc:sldMk cId="1565668377" sldId="1439"/>
        </pc:sldMkLst>
        <pc:spChg chg="del mod">
          <ac:chgData name="Rosmin Elsa" userId="8f13a6be4da41318" providerId="LiveId" clId="{953F9398-3929-47FB-B67F-713285754007}" dt="2024-09-18T09:09:57.914" v="183" actId="478"/>
          <ac:spMkLst>
            <pc:docMk/>
            <pc:sldMk cId="1565668377" sldId="1439"/>
            <ac:spMk id="2" creationId="{57202B73-E8EE-67C3-7C71-924AA70880D1}"/>
          </ac:spMkLst>
        </pc:spChg>
        <pc:spChg chg="add mod">
          <ac:chgData name="Rosmin Elsa" userId="8f13a6be4da41318" providerId="LiveId" clId="{953F9398-3929-47FB-B67F-713285754007}" dt="2024-09-18T09:14:13.833" v="250" actId="20577"/>
          <ac:spMkLst>
            <pc:docMk/>
            <pc:sldMk cId="1565668377" sldId="1439"/>
            <ac:spMk id="3" creationId="{86ED1771-E231-3FD6-2DA0-7960BC23263E}"/>
          </ac:spMkLst>
        </pc:spChg>
        <pc:spChg chg="mod">
          <ac:chgData name="Rosmin Elsa" userId="8f13a6be4da41318" providerId="LiveId" clId="{953F9398-3929-47FB-B67F-713285754007}" dt="2024-09-18T09:08:50.953" v="164"/>
          <ac:spMkLst>
            <pc:docMk/>
            <pc:sldMk cId="1565668377" sldId="1439"/>
            <ac:spMk id="8" creationId="{4BAC8562-D3A9-2F9C-BC47-4C2B3FDE803F}"/>
          </ac:spMkLst>
        </pc:spChg>
      </pc:sldChg>
      <pc:sldChg chg="modSp mod">
        <pc:chgData name="Rosmin Elsa" userId="8f13a6be4da41318" providerId="LiveId" clId="{953F9398-3929-47FB-B67F-713285754007}" dt="2024-09-18T09:25:32.578" v="361"/>
        <pc:sldMkLst>
          <pc:docMk/>
          <pc:sldMk cId="2623249776" sldId="1442"/>
        </pc:sldMkLst>
        <pc:spChg chg="mod">
          <ac:chgData name="Rosmin Elsa" userId="8f13a6be4da41318" providerId="LiveId" clId="{953F9398-3929-47FB-B67F-713285754007}" dt="2024-09-18T09:19:26.261" v="335" actId="20577"/>
          <ac:spMkLst>
            <pc:docMk/>
            <pc:sldMk cId="2623249776" sldId="1442"/>
            <ac:spMk id="2" creationId="{62BCF8F5-1F13-9AA3-7DE4-DF88814F4B98}"/>
          </ac:spMkLst>
        </pc:spChg>
        <pc:spChg chg="mod">
          <ac:chgData name="Rosmin Elsa" userId="8f13a6be4da41318" providerId="LiveId" clId="{953F9398-3929-47FB-B67F-713285754007}" dt="2024-09-18T09:25:32.578" v="361"/>
          <ac:spMkLst>
            <pc:docMk/>
            <pc:sldMk cId="2623249776" sldId="1442"/>
            <ac:spMk id="8" creationId="{3A2F3080-99F1-F2DE-3299-E174825DB9C6}"/>
          </ac:spMkLst>
        </pc:spChg>
      </pc:sldChg>
      <pc:sldChg chg="modSp mod">
        <pc:chgData name="Rosmin Elsa" userId="8f13a6be4da41318" providerId="LiveId" clId="{953F9398-3929-47FB-B67F-713285754007}" dt="2024-09-18T09:25:35.810" v="362"/>
        <pc:sldMkLst>
          <pc:docMk/>
          <pc:sldMk cId="637721542" sldId="1443"/>
        </pc:sldMkLst>
        <pc:spChg chg="mod">
          <ac:chgData name="Rosmin Elsa" userId="8f13a6be4da41318" providerId="LiveId" clId="{953F9398-3929-47FB-B67F-713285754007}" dt="2024-09-18T09:19:30.790" v="337" actId="20577"/>
          <ac:spMkLst>
            <pc:docMk/>
            <pc:sldMk cId="637721542" sldId="1443"/>
            <ac:spMk id="2" creationId="{D7505669-781F-220D-66FB-8EDE28C78D4A}"/>
          </ac:spMkLst>
        </pc:spChg>
        <pc:spChg chg="mod">
          <ac:chgData name="Rosmin Elsa" userId="8f13a6be4da41318" providerId="LiveId" clId="{953F9398-3929-47FB-B67F-713285754007}" dt="2024-09-18T09:25:35.810" v="362"/>
          <ac:spMkLst>
            <pc:docMk/>
            <pc:sldMk cId="637721542" sldId="1443"/>
            <ac:spMk id="8" creationId="{65BA4930-30DF-D4B4-ADD6-B777DB74DBCD}"/>
          </ac:spMkLst>
        </pc:spChg>
      </pc:sldChg>
      <pc:sldChg chg="addSp delSp modSp mod">
        <pc:chgData name="Rosmin Elsa" userId="8f13a6be4da41318" providerId="LiveId" clId="{953F9398-3929-47FB-B67F-713285754007}" dt="2024-09-18T09:25:59.269" v="363"/>
        <pc:sldMkLst>
          <pc:docMk/>
          <pc:sldMk cId="4131438038" sldId="1445"/>
        </pc:sldMkLst>
        <pc:spChg chg="mod">
          <ac:chgData name="Rosmin Elsa" userId="8f13a6be4da41318" providerId="LiveId" clId="{953F9398-3929-47FB-B67F-713285754007}" dt="2024-09-18T09:19:37.362" v="339" actId="20577"/>
          <ac:spMkLst>
            <pc:docMk/>
            <pc:sldMk cId="4131438038" sldId="1445"/>
            <ac:spMk id="2" creationId="{DE90CBC6-5FCE-E899-ED03-076E93ADF6B9}"/>
          </ac:spMkLst>
        </pc:spChg>
        <pc:spChg chg="add del">
          <ac:chgData name="Rosmin Elsa" userId="8f13a6be4da41318" providerId="LiveId" clId="{953F9398-3929-47FB-B67F-713285754007}" dt="2024-09-18T09:19:42.025" v="341" actId="22"/>
          <ac:spMkLst>
            <pc:docMk/>
            <pc:sldMk cId="4131438038" sldId="1445"/>
            <ac:spMk id="6" creationId="{95B9AD42-4B90-75C1-7084-649059472A4B}"/>
          </ac:spMkLst>
        </pc:spChg>
        <pc:spChg chg="mod">
          <ac:chgData name="Rosmin Elsa" userId="8f13a6be4da41318" providerId="LiveId" clId="{953F9398-3929-47FB-B67F-713285754007}" dt="2024-09-18T09:25:59.269" v="363"/>
          <ac:spMkLst>
            <pc:docMk/>
            <pc:sldMk cId="4131438038" sldId="1445"/>
            <ac:spMk id="8" creationId="{9EA20479-821D-F1BF-5BAF-75D0E2472DF1}"/>
          </ac:spMkLst>
        </pc:spChg>
      </pc:sldChg>
      <pc:sldChg chg="modSp mod">
        <pc:chgData name="Rosmin Elsa" userId="8f13a6be4da41318" providerId="LiveId" clId="{953F9398-3929-47FB-B67F-713285754007}" dt="2024-09-18T09:32:23.593" v="419" actId="6549"/>
        <pc:sldMkLst>
          <pc:docMk/>
          <pc:sldMk cId="1494969129" sldId="1448"/>
        </pc:sldMkLst>
        <pc:spChg chg="mod">
          <ac:chgData name="Rosmin Elsa" userId="8f13a6be4da41318" providerId="LiveId" clId="{953F9398-3929-47FB-B67F-713285754007}" dt="2024-09-18T09:32:23.593" v="419" actId="6549"/>
          <ac:spMkLst>
            <pc:docMk/>
            <pc:sldMk cId="1494969129" sldId="1448"/>
            <ac:spMk id="6" creationId="{801F0B22-0AC9-61BE-20AC-30E8E824EE40}"/>
          </ac:spMkLst>
        </pc:spChg>
        <pc:spChg chg="mod">
          <ac:chgData name="Rosmin Elsa" userId="8f13a6be4da41318" providerId="LiveId" clId="{953F9398-3929-47FB-B67F-713285754007}" dt="2024-09-18T09:30:39.474" v="383" actId="20577"/>
          <ac:spMkLst>
            <pc:docMk/>
            <pc:sldMk cId="1494969129" sldId="1448"/>
            <ac:spMk id="13" creationId="{3AA28230-F44B-DC32-A51A-DCC1B67837BD}"/>
          </ac:spMkLst>
        </pc:spChg>
      </pc:sldChg>
      <pc:sldChg chg="modSp mod">
        <pc:chgData name="Rosmin Elsa" userId="8f13a6be4da41318" providerId="LiveId" clId="{953F9398-3929-47FB-B67F-713285754007}" dt="2024-09-18T09:33:16.281" v="428" actId="6549"/>
        <pc:sldMkLst>
          <pc:docMk/>
          <pc:sldMk cId="425986149" sldId="1450"/>
        </pc:sldMkLst>
        <pc:spChg chg="mod">
          <ac:chgData name="Rosmin Elsa" userId="8f13a6be4da41318" providerId="LiveId" clId="{953F9398-3929-47FB-B67F-713285754007}" dt="2024-09-18T09:33:16.281" v="428" actId="6549"/>
          <ac:spMkLst>
            <pc:docMk/>
            <pc:sldMk cId="425986149" sldId="1450"/>
            <ac:spMk id="6" creationId="{396B8FA0-9883-25CB-4F0E-617DCF91BB8C}"/>
          </ac:spMkLst>
        </pc:spChg>
        <pc:spChg chg="mod">
          <ac:chgData name="Rosmin Elsa" userId="8f13a6be4da41318" providerId="LiveId" clId="{953F9398-3929-47FB-B67F-713285754007}" dt="2024-09-18T09:30:58.626" v="387" actId="20577"/>
          <ac:spMkLst>
            <pc:docMk/>
            <pc:sldMk cId="425986149" sldId="1450"/>
            <ac:spMk id="13" creationId="{0D938F6E-BF3A-A165-D6A8-EB6116638AC2}"/>
          </ac:spMkLst>
        </pc:spChg>
      </pc:sldChg>
      <pc:sldChg chg="modSp mod">
        <pc:chgData name="Rosmin Elsa" userId="8f13a6be4da41318" providerId="LiveId" clId="{953F9398-3929-47FB-B67F-713285754007}" dt="2024-09-18T09:33:59.439" v="441" actId="6549"/>
        <pc:sldMkLst>
          <pc:docMk/>
          <pc:sldMk cId="3753762985" sldId="1452"/>
        </pc:sldMkLst>
        <pc:spChg chg="mod">
          <ac:chgData name="Rosmin Elsa" userId="8f13a6be4da41318" providerId="LiveId" clId="{953F9398-3929-47FB-B67F-713285754007}" dt="2024-09-18T09:33:59.439" v="441" actId="6549"/>
          <ac:spMkLst>
            <pc:docMk/>
            <pc:sldMk cId="3753762985" sldId="1452"/>
            <ac:spMk id="6" creationId="{BA0B3BE2-D998-167B-8C65-476E697BA331}"/>
          </ac:spMkLst>
        </pc:spChg>
        <pc:spChg chg="mod">
          <ac:chgData name="Rosmin Elsa" userId="8f13a6be4da41318" providerId="LiveId" clId="{953F9398-3929-47FB-B67F-713285754007}" dt="2024-09-18T09:31:09.670" v="395" actId="20577"/>
          <ac:spMkLst>
            <pc:docMk/>
            <pc:sldMk cId="3753762985" sldId="1452"/>
            <ac:spMk id="13" creationId="{F90AFB74-83FD-8F85-3412-5B2B465B437B}"/>
          </ac:spMkLst>
        </pc:spChg>
      </pc:sldChg>
      <pc:sldChg chg="modSp mod">
        <pc:chgData name="Rosmin Elsa" userId="8f13a6be4da41318" providerId="LiveId" clId="{953F9398-3929-47FB-B67F-713285754007}" dt="2024-09-18T10:46:50.785" v="757" actId="20577"/>
        <pc:sldMkLst>
          <pc:docMk/>
          <pc:sldMk cId="4039580999" sldId="1465"/>
        </pc:sldMkLst>
        <pc:spChg chg="mod">
          <ac:chgData name="Rosmin Elsa" userId="8f13a6be4da41318" providerId="LiveId" clId="{953F9398-3929-47FB-B67F-713285754007}" dt="2024-09-18T10:46:38.278" v="754" actId="15"/>
          <ac:spMkLst>
            <pc:docMk/>
            <pc:sldMk cId="4039580999" sldId="1465"/>
            <ac:spMk id="6" creationId="{C1232047-F35C-9CE6-AB39-2974E36818C5}"/>
          </ac:spMkLst>
        </pc:spChg>
        <pc:spChg chg="mod">
          <ac:chgData name="Rosmin Elsa" userId="8f13a6be4da41318" providerId="LiveId" clId="{953F9398-3929-47FB-B67F-713285754007}" dt="2024-09-18T10:46:50.785" v="757" actId="20577"/>
          <ac:spMkLst>
            <pc:docMk/>
            <pc:sldMk cId="4039580999" sldId="1465"/>
            <ac:spMk id="9" creationId="{0968D38C-2C82-7C11-B05D-513832A91F53}"/>
          </ac:spMkLst>
        </pc:spChg>
      </pc:sldChg>
      <pc:sldChg chg="modSp mod">
        <pc:chgData name="Rosmin Elsa" userId="8f13a6be4da41318" providerId="LiveId" clId="{953F9398-3929-47FB-B67F-713285754007}" dt="2024-09-18T10:47:36.814" v="776" actId="120"/>
        <pc:sldMkLst>
          <pc:docMk/>
          <pc:sldMk cId="576487781" sldId="1466"/>
        </pc:sldMkLst>
        <pc:spChg chg="mod">
          <ac:chgData name="Rosmin Elsa" userId="8f13a6be4da41318" providerId="LiveId" clId="{953F9398-3929-47FB-B67F-713285754007}" dt="2024-09-18T10:47:36.814" v="776" actId="120"/>
          <ac:spMkLst>
            <pc:docMk/>
            <pc:sldMk cId="576487781" sldId="1466"/>
            <ac:spMk id="2" creationId="{AACD737C-BFEA-35A0-CDB0-9A393589EFE0}"/>
          </ac:spMkLst>
        </pc:spChg>
        <pc:spChg chg="mod">
          <ac:chgData name="Rosmin Elsa" userId="8f13a6be4da41318" providerId="LiveId" clId="{953F9398-3929-47FB-B67F-713285754007}" dt="2024-09-18T10:46:58.340" v="764" actId="20577"/>
          <ac:spMkLst>
            <pc:docMk/>
            <pc:sldMk cId="576487781" sldId="1466"/>
            <ac:spMk id="9" creationId="{2257D2E9-8338-4D70-7848-7EBAAA53BB78}"/>
          </ac:spMkLst>
        </pc:spChg>
      </pc:sldChg>
      <pc:sldChg chg="addSp delSp modSp mod">
        <pc:chgData name="Rosmin Elsa" userId="8f13a6be4da41318" providerId="LiveId" clId="{953F9398-3929-47FB-B67F-713285754007}" dt="2024-09-18T10:48:11.257" v="785" actId="20577"/>
        <pc:sldMkLst>
          <pc:docMk/>
          <pc:sldMk cId="2882701942" sldId="1467"/>
        </pc:sldMkLst>
        <pc:spChg chg="del">
          <ac:chgData name="Rosmin Elsa" userId="8f13a6be4da41318" providerId="LiveId" clId="{953F9398-3929-47FB-B67F-713285754007}" dt="2024-09-18T10:47:54.051" v="778" actId="478"/>
          <ac:spMkLst>
            <pc:docMk/>
            <pc:sldMk cId="2882701942" sldId="1467"/>
            <ac:spMk id="2" creationId="{22D45E90-AB8D-87AC-62B1-4A483C3BB88D}"/>
          </ac:spMkLst>
        </pc:spChg>
        <pc:spChg chg="add mod">
          <ac:chgData name="Rosmin Elsa" userId="8f13a6be4da41318" providerId="LiveId" clId="{953F9398-3929-47FB-B67F-713285754007}" dt="2024-09-18T10:47:51.041" v="777"/>
          <ac:spMkLst>
            <pc:docMk/>
            <pc:sldMk cId="2882701942" sldId="1467"/>
            <ac:spMk id="3" creationId="{850E88FB-56D0-813F-2D34-462141AD9792}"/>
          </ac:spMkLst>
        </pc:spChg>
        <pc:spChg chg="add mod">
          <ac:chgData name="Rosmin Elsa" userId="8f13a6be4da41318" providerId="LiveId" clId="{953F9398-3929-47FB-B67F-713285754007}" dt="2024-09-18T10:48:11.257" v="785" actId="20577"/>
          <ac:spMkLst>
            <pc:docMk/>
            <pc:sldMk cId="2882701942" sldId="1467"/>
            <ac:spMk id="6" creationId="{776681E8-B56F-43F0-F50C-B917FC3BC032}"/>
          </ac:spMkLst>
        </pc:spChg>
        <pc:spChg chg="mod">
          <ac:chgData name="Rosmin Elsa" userId="8f13a6be4da41318" providerId="LiveId" clId="{953F9398-3929-47FB-B67F-713285754007}" dt="2024-09-18T10:47:02.532" v="767" actId="20577"/>
          <ac:spMkLst>
            <pc:docMk/>
            <pc:sldMk cId="2882701942" sldId="1467"/>
            <ac:spMk id="9" creationId="{D56A539C-4C26-5D1C-7D31-2EAE3D32C470}"/>
          </ac:spMkLst>
        </pc:spChg>
      </pc:sldChg>
      <pc:sldChg chg="modSp mod">
        <pc:chgData name="Rosmin Elsa" userId="8f13a6be4da41318" providerId="LiveId" clId="{953F9398-3929-47FB-B67F-713285754007}" dt="2024-09-18T11:00:19.226" v="857" actId="20577"/>
        <pc:sldMkLst>
          <pc:docMk/>
          <pc:sldMk cId="625835019" sldId="1468"/>
        </pc:sldMkLst>
        <pc:spChg chg="mod">
          <ac:chgData name="Rosmin Elsa" userId="8f13a6be4da41318" providerId="LiveId" clId="{953F9398-3929-47FB-B67F-713285754007}" dt="2024-09-18T11:00:19.226" v="857" actId="20577"/>
          <ac:spMkLst>
            <pc:docMk/>
            <pc:sldMk cId="625835019" sldId="1468"/>
            <ac:spMk id="6" creationId="{E4709EB3-F9C5-7B20-D805-158D5D8DCD6B}"/>
          </ac:spMkLst>
        </pc:spChg>
        <pc:spChg chg="mod">
          <ac:chgData name="Rosmin Elsa" userId="8f13a6be4da41318" providerId="LiveId" clId="{953F9398-3929-47FB-B67F-713285754007}" dt="2024-09-18T10:57:36.770" v="816" actId="20577"/>
          <ac:spMkLst>
            <pc:docMk/>
            <pc:sldMk cId="625835019" sldId="1468"/>
            <ac:spMk id="9" creationId="{27E0C573-9B0A-9146-5F05-207C3B6C9139}"/>
          </ac:spMkLst>
        </pc:spChg>
      </pc:sldChg>
      <pc:sldChg chg="modSp mod">
        <pc:chgData name="Rosmin Elsa" userId="8f13a6be4da41318" providerId="LiveId" clId="{953F9398-3929-47FB-B67F-713285754007}" dt="2024-09-18T11:01:28.342" v="869" actId="20577"/>
        <pc:sldMkLst>
          <pc:docMk/>
          <pc:sldMk cId="3658360246" sldId="1469"/>
        </pc:sldMkLst>
        <pc:spChg chg="mod">
          <ac:chgData name="Rosmin Elsa" userId="8f13a6be4da41318" providerId="LiveId" clId="{953F9398-3929-47FB-B67F-713285754007}" dt="2024-09-18T11:01:28.342" v="869" actId="20577"/>
          <ac:spMkLst>
            <pc:docMk/>
            <pc:sldMk cId="3658360246" sldId="1469"/>
            <ac:spMk id="6" creationId="{ABCFE196-852C-EF4A-5C89-8F84C628F6D8}"/>
          </ac:spMkLst>
        </pc:spChg>
        <pc:spChg chg="mod">
          <ac:chgData name="Rosmin Elsa" userId="8f13a6be4da41318" providerId="LiveId" clId="{953F9398-3929-47FB-B67F-713285754007}" dt="2024-09-18T10:57:40.562" v="820" actId="20577"/>
          <ac:spMkLst>
            <pc:docMk/>
            <pc:sldMk cId="3658360246" sldId="1469"/>
            <ac:spMk id="9" creationId="{AAD21BDD-D3AE-5CDB-B758-E73AB8700D6E}"/>
          </ac:spMkLst>
        </pc:spChg>
      </pc:sldChg>
      <pc:sldChg chg="modSp mod">
        <pc:chgData name="Rosmin Elsa" userId="8f13a6be4da41318" providerId="LiveId" clId="{953F9398-3929-47FB-B67F-713285754007}" dt="2024-09-18T11:02:37.139" v="879" actId="20577"/>
        <pc:sldMkLst>
          <pc:docMk/>
          <pc:sldMk cId="1292053075" sldId="1470"/>
        </pc:sldMkLst>
        <pc:spChg chg="mod">
          <ac:chgData name="Rosmin Elsa" userId="8f13a6be4da41318" providerId="LiveId" clId="{953F9398-3929-47FB-B67F-713285754007}" dt="2024-09-18T11:02:37.139" v="879" actId="20577"/>
          <ac:spMkLst>
            <pc:docMk/>
            <pc:sldMk cId="1292053075" sldId="1470"/>
            <ac:spMk id="6" creationId="{D5D737D0-BD04-7FC6-B03F-BCEC1F57FD2E}"/>
          </ac:spMkLst>
        </pc:spChg>
        <pc:spChg chg="mod">
          <ac:chgData name="Rosmin Elsa" userId="8f13a6be4da41318" providerId="LiveId" clId="{953F9398-3929-47FB-B67F-713285754007}" dt="2024-09-18T10:57:52.335" v="830" actId="20577"/>
          <ac:spMkLst>
            <pc:docMk/>
            <pc:sldMk cId="1292053075" sldId="1470"/>
            <ac:spMk id="9" creationId="{21434691-EE47-68D6-AEAA-52AFBA3DCAE4}"/>
          </ac:spMkLst>
        </pc:spChg>
      </pc:sldChg>
      <pc:sldChg chg="modSp mod">
        <pc:chgData name="Rosmin Elsa" userId="8f13a6be4da41318" providerId="LiveId" clId="{953F9398-3929-47FB-B67F-713285754007}" dt="2024-09-18T09:34:17.739" v="446" actId="6549"/>
        <pc:sldMkLst>
          <pc:docMk/>
          <pc:sldMk cId="4077105178" sldId="1475"/>
        </pc:sldMkLst>
        <pc:spChg chg="mod">
          <ac:chgData name="Rosmin Elsa" userId="8f13a6be4da41318" providerId="LiveId" clId="{953F9398-3929-47FB-B67F-713285754007}" dt="2024-09-18T09:34:17.739" v="446" actId="6549"/>
          <ac:spMkLst>
            <pc:docMk/>
            <pc:sldMk cId="4077105178" sldId="1475"/>
            <ac:spMk id="6" creationId="{BA0B3BE2-D998-167B-8C65-476E697BA331}"/>
          </ac:spMkLst>
        </pc:spChg>
        <pc:spChg chg="mod">
          <ac:chgData name="Rosmin Elsa" userId="8f13a6be4da41318" providerId="LiveId" clId="{953F9398-3929-47FB-B67F-713285754007}" dt="2024-09-18T09:31:17.709" v="399" actId="20577"/>
          <ac:spMkLst>
            <pc:docMk/>
            <pc:sldMk cId="4077105178" sldId="1475"/>
            <ac:spMk id="13" creationId="{F90AFB74-83FD-8F85-3412-5B2B465B437B}"/>
          </ac:spMkLst>
        </pc:spChg>
      </pc:sldChg>
      <pc:sldChg chg="addSp delSp modSp mod">
        <pc:chgData name="Rosmin Elsa" userId="8f13a6be4da41318" providerId="LiveId" clId="{953F9398-3929-47FB-B67F-713285754007}" dt="2024-09-18T09:57:56.752" v="731" actId="20577"/>
        <pc:sldMkLst>
          <pc:docMk/>
          <pc:sldMk cId="1985140678" sldId="1476"/>
        </pc:sldMkLst>
        <pc:spChg chg="add mod">
          <ac:chgData name="Rosmin Elsa" userId="8f13a6be4da41318" providerId="LiveId" clId="{953F9398-3929-47FB-B67F-713285754007}" dt="2024-09-18T09:55:29.196" v="696" actId="1076"/>
          <ac:spMkLst>
            <pc:docMk/>
            <pc:sldMk cId="1985140678" sldId="1476"/>
            <ac:spMk id="2" creationId="{1A6B94F2-8684-A23F-5CA2-DC234E9451C9}"/>
          </ac:spMkLst>
        </pc:spChg>
        <pc:spChg chg="mod">
          <ac:chgData name="Rosmin Elsa" userId="8f13a6be4da41318" providerId="LiveId" clId="{953F9398-3929-47FB-B67F-713285754007}" dt="2024-09-18T09:57:56.752" v="731" actId="20577"/>
          <ac:spMkLst>
            <pc:docMk/>
            <pc:sldMk cId="1985140678" sldId="1476"/>
            <ac:spMk id="5" creationId="{D15CBCA4-8279-49A0-BDA5-8F1C3F65A437}"/>
          </ac:spMkLst>
        </pc:spChg>
        <pc:spChg chg="del">
          <ac:chgData name="Rosmin Elsa" userId="8f13a6be4da41318" providerId="LiveId" clId="{953F9398-3929-47FB-B67F-713285754007}" dt="2024-09-18T09:52:24.888" v="634" actId="478"/>
          <ac:spMkLst>
            <pc:docMk/>
            <pc:sldMk cId="1985140678" sldId="1476"/>
            <ac:spMk id="6" creationId="{00B7E6C3-DC3B-BC8E-EE75-86995C7F8ADF}"/>
          </ac:spMkLst>
        </pc:spChg>
        <pc:spChg chg="mod">
          <ac:chgData name="Rosmin Elsa" userId="8f13a6be4da41318" providerId="LiveId" clId="{953F9398-3929-47FB-B67F-713285754007}" dt="2024-09-18T09:43:20.435" v="564"/>
          <ac:spMkLst>
            <pc:docMk/>
            <pc:sldMk cId="1985140678" sldId="1476"/>
            <ac:spMk id="9" creationId="{DC17D8D8-E9C5-D2A8-A52F-7AE59A61C67B}"/>
          </ac:spMkLst>
        </pc:spChg>
      </pc:sldChg>
      <pc:sldChg chg="addSp delSp modSp mod">
        <pc:chgData name="Rosmin Elsa" userId="8f13a6be4da41318" providerId="LiveId" clId="{953F9398-3929-47FB-B67F-713285754007}" dt="2024-09-18T09:58:11.477" v="735" actId="20577"/>
        <pc:sldMkLst>
          <pc:docMk/>
          <pc:sldMk cId="837277863" sldId="1477"/>
        </pc:sldMkLst>
        <pc:spChg chg="add mod">
          <ac:chgData name="Rosmin Elsa" userId="8f13a6be4da41318" providerId="LiveId" clId="{953F9398-3929-47FB-B67F-713285754007}" dt="2024-09-18T09:57:05.385" v="726" actId="6549"/>
          <ac:spMkLst>
            <pc:docMk/>
            <pc:sldMk cId="837277863" sldId="1477"/>
            <ac:spMk id="2" creationId="{95D95030-26C0-1483-7437-EABA8457E805}"/>
          </ac:spMkLst>
        </pc:spChg>
        <pc:spChg chg="mod">
          <ac:chgData name="Rosmin Elsa" userId="8f13a6be4da41318" providerId="LiveId" clId="{953F9398-3929-47FB-B67F-713285754007}" dt="2024-09-18T09:58:11.477" v="735" actId="20577"/>
          <ac:spMkLst>
            <pc:docMk/>
            <pc:sldMk cId="837277863" sldId="1477"/>
            <ac:spMk id="5" creationId="{D15CBCA4-8279-49A0-BDA5-8F1C3F65A437}"/>
          </ac:spMkLst>
        </pc:spChg>
        <pc:spChg chg="del mod">
          <ac:chgData name="Rosmin Elsa" userId="8f13a6be4da41318" providerId="LiveId" clId="{953F9398-3929-47FB-B67F-713285754007}" dt="2024-09-18T09:50:19.987" v="605"/>
          <ac:spMkLst>
            <pc:docMk/>
            <pc:sldMk cId="837277863" sldId="1477"/>
            <ac:spMk id="6" creationId="{00B7E6C3-DC3B-BC8E-EE75-86995C7F8ADF}"/>
          </ac:spMkLst>
        </pc:spChg>
        <pc:spChg chg="mod">
          <ac:chgData name="Rosmin Elsa" userId="8f13a6be4da41318" providerId="LiveId" clId="{953F9398-3929-47FB-B67F-713285754007}" dt="2024-09-18T09:43:24.466" v="565"/>
          <ac:spMkLst>
            <pc:docMk/>
            <pc:sldMk cId="837277863" sldId="1477"/>
            <ac:spMk id="9" creationId="{DC17D8D8-E9C5-D2A8-A52F-7AE59A61C67B}"/>
          </ac:spMkLst>
        </pc:spChg>
      </pc:sldChg>
      <pc:sldChg chg="addSp delSp modSp mod">
        <pc:chgData name="Rosmin Elsa" userId="8f13a6be4da41318" providerId="LiveId" clId="{953F9398-3929-47FB-B67F-713285754007}" dt="2024-09-18T10:57:17.132" v="802" actId="20577"/>
        <pc:sldMkLst>
          <pc:docMk/>
          <pc:sldMk cId="4171570983" sldId="1478"/>
        </pc:sldMkLst>
        <pc:spChg chg="add mod">
          <ac:chgData name="Rosmin Elsa" userId="8f13a6be4da41318" providerId="LiveId" clId="{953F9398-3929-47FB-B67F-713285754007}" dt="2024-09-18T10:57:17.132" v="802" actId="20577"/>
          <ac:spMkLst>
            <pc:docMk/>
            <pc:sldMk cId="4171570983" sldId="1478"/>
            <ac:spMk id="2" creationId="{EE6AF8FF-27FE-AE75-78B1-822B70C372BB}"/>
          </ac:spMkLst>
        </pc:spChg>
        <pc:spChg chg="del">
          <ac:chgData name="Rosmin Elsa" userId="8f13a6be4da41318" providerId="LiveId" clId="{953F9398-3929-47FB-B67F-713285754007}" dt="2024-09-18T10:48:21.670" v="786" actId="478"/>
          <ac:spMkLst>
            <pc:docMk/>
            <pc:sldMk cId="4171570983" sldId="1478"/>
            <ac:spMk id="6" creationId="{9774693D-CD44-5CB7-0C93-3628B747F75C}"/>
          </ac:spMkLst>
        </pc:spChg>
        <pc:spChg chg="mod">
          <ac:chgData name="Rosmin Elsa" userId="8f13a6be4da41318" providerId="LiveId" clId="{953F9398-3929-47FB-B67F-713285754007}" dt="2024-09-18T10:47:07.868" v="770" actId="20577"/>
          <ac:spMkLst>
            <pc:docMk/>
            <pc:sldMk cId="4171570983" sldId="1478"/>
            <ac:spMk id="9" creationId="{D56A539C-4C26-5D1C-7D31-2EAE3D32C470}"/>
          </ac:spMkLst>
        </pc:spChg>
      </pc:sldChg>
      <pc:sldChg chg="modSp mod">
        <pc:chgData name="Rosmin Elsa" userId="8f13a6be4da41318" providerId="LiveId" clId="{953F9398-3929-47FB-B67F-713285754007}" dt="2024-09-18T08:51:43.423" v="111"/>
        <pc:sldMkLst>
          <pc:docMk/>
          <pc:sldMk cId="2268015802" sldId="1490"/>
        </pc:sldMkLst>
        <pc:spChg chg="mod">
          <ac:chgData name="Rosmin Elsa" userId="8f13a6be4da41318" providerId="LiveId" clId="{953F9398-3929-47FB-B67F-713285754007}" dt="2024-09-18T08:51:43.423" v="111"/>
          <ac:spMkLst>
            <pc:docMk/>
            <pc:sldMk cId="2268015802" sldId="1490"/>
            <ac:spMk id="2" creationId="{69072751-0DFD-E04D-8DBC-6192EE4B4B2A}"/>
          </ac:spMkLst>
        </pc:spChg>
        <pc:spChg chg="mod">
          <ac:chgData name="Rosmin Elsa" userId="8f13a6be4da41318" providerId="LiveId" clId="{953F9398-3929-47FB-B67F-713285754007}" dt="2024-09-18T08:50:59.337" v="90" actId="1076"/>
          <ac:spMkLst>
            <pc:docMk/>
            <pc:sldMk cId="2268015802" sldId="1490"/>
            <ac:spMk id="4" creationId="{1ADA67F3-26B9-DFE2-4EEB-3CD63D772246}"/>
          </ac:spMkLst>
        </pc:spChg>
      </pc:sldChg>
      <pc:sldChg chg="modSp mod">
        <pc:chgData name="Rosmin Elsa" userId="8f13a6be4da41318" providerId="LiveId" clId="{953F9398-3929-47FB-B67F-713285754007}" dt="2024-09-18T08:51:46.597" v="112"/>
        <pc:sldMkLst>
          <pc:docMk/>
          <pc:sldMk cId="786665984" sldId="1491"/>
        </pc:sldMkLst>
        <pc:spChg chg="mod">
          <ac:chgData name="Rosmin Elsa" userId="8f13a6be4da41318" providerId="LiveId" clId="{953F9398-3929-47FB-B67F-713285754007}" dt="2024-09-18T08:51:46.597" v="112"/>
          <ac:spMkLst>
            <pc:docMk/>
            <pc:sldMk cId="786665984" sldId="1491"/>
            <ac:spMk id="2" creationId="{69072751-0DFD-E04D-8DBC-6192EE4B4B2A}"/>
          </ac:spMkLst>
        </pc:spChg>
        <pc:spChg chg="mod">
          <ac:chgData name="Rosmin Elsa" userId="8f13a6be4da41318" providerId="LiveId" clId="{953F9398-3929-47FB-B67F-713285754007}" dt="2024-09-18T08:50:44.121" v="88" actId="1076"/>
          <ac:spMkLst>
            <pc:docMk/>
            <pc:sldMk cId="786665984" sldId="1491"/>
            <ac:spMk id="4" creationId="{AB26D545-B276-5304-DC16-72D6F4A77406}"/>
          </ac:spMkLst>
        </pc:spChg>
      </pc:sldChg>
      <pc:sldChg chg="modSp del mod">
        <pc:chgData name="Rosmin Elsa" userId="8f13a6be4da41318" providerId="LiveId" clId="{953F9398-3929-47FB-B67F-713285754007}" dt="2024-09-18T09:34:22.392" v="447" actId="2696"/>
        <pc:sldMkLst>
          <pc:docMk/>
          <pc:sldMk cId="278802787" sldId="1494"/>
        </pc:sldMkLst>
        <pc:spChg chg="mod">
          <ac:chgData name="Rosmin Elsa" userId="8f13a6be4da41318" providerId="LiveId" clId="{953F9398-3929-47FB-B67F-713285754007}" dt="2024-09-18T09:31:24.447" v="403" actId="20577"/>
          <ac:spMkLst>
            <pc:docMk/>
            <pc:sldMk cId="278802787" sldId="1494"/>
            <ac:spMk id="13" creationId="{F90AFB74-83FD-8F85-3412-5B2B465B437B}"/>
          </ac:spMkLst>
        </pc:spChg>
      </pc:sldChg>
      <pc:sldChg chg="addSp delSp modSp mod ord">
        <pc:chgData name="Rosmin Elsa" userId="8f13a6be4da41318" providerId="LiveId" clId="{953F9398-3929-47FB-B67F-713285754007}" dt="2024-09-18T09:58:25.809" v="738" actId="20577"/>
        <pc:sldMkLst>
          <pc:docMk/>
          <pc:sldMk cId="4163302466" sldId="1496"/>
        </pc:sldMkLst>
        <pc:spChg chg="add mod">
          <ac:chgData name="Rosmin Elsa" userId="8f13a6be4da41318" providerId="LiveId" clId="{953F9398-3929-47FB-B67F-713285754007}" dt="2024-09-18T09:56:17.785" v="704"/>
          <ac:spMkLst>
            <pc:docMk/>
            <pc:sldMk cId="4163302466" sldId="1496"/>
            <ac:spMk id="2" creationId="{438352B5-8EF7-1018-0E52-D407928A138F}"/>
          </ac:spMkLst>
        </pc:spChg>
        <pc:spChg chg="mod">
          <ac:chgData name="Rosmin Elsa" userId="8f13a6be4da41318" providerId="LiveId" clId="{953F9398-3929-47FB-B67F-713285754007}" dt="2024-09-18T09:58:05.279" v="733" actId="20577"/>
          <ac:spMkLst>
            <pc:docMk/>
            <pc:sldMk cId="4163302466" sldId="1496"/>
            <ac:spMk id="5" creationId="{D15CBCA4-8279-49A0-BDA5-8F1C3F65A437}"/>
          </ac:spMkLst>
        </pc:spChg>
        <pc:spChg chg="del">
          <ac:chgData name="Rosmin Elsa" userId="8f13a6be4da41318" providerId="LiveId" clId="{953F9398-3929-47FB-B67F-713285754007}" dt="2024-09-18T09:56:12.148" v="703" actId="478"/>
          <ac:spMkLst>
            <pc:docMk/>
            <pc:sldMk cId="4163302466" sldId="1496"/>
            <ac:spMk id="6" creationId="{00B7E6C3-DC3B-BC8E-EE75-86995C7F8ADF}"/>
          </ac:spMkLst>
        </pc:spChg>
        <pc:spChg chg="mod">
          <ac:chgData name="Rosmin Elsa" userId="8f13a6be4da41318" providerId="LiveId" clId="{953F9398-3929-47FB-B67F-713285754007}" dt="2024-09-18T09:58:25.809" v="738" actId="20577"/>
          <ac:spMkLst>
            <pc:docMk/>
            <pc:sldMk cId="4163302466" sldId="1496"/>
            <ac:spMk id="9" creationId="{DC17D8D8-E9C5-D2A8-A52F-7AE59A61C67B}"/>
          </ac:spMkLst>
        </pc:spChg>
      </pc:sldChg>
      <pc:sldChg chg="del">
        <pc:chgData name="Rosmin Elsa" userId="8f13a6be4da41318" providerId="LiveId" clId="{953F9398-3929-47FB-B67F-713285754007}" dt="2024-09-18T09:57:15.933" v="727" actId="2696"/>
        <pc:sldMkLst>
          <pc:docMk/>
          <pc:sldMk cId="631278826" sldId="1497"/>
        </pc:sldMkLst>
      </pc:sldChg>
      <pc:sldChg chg="del">
        <pc:chgData name="Rosmin Elsa" userId="8f13a6be4da41318" providerId="LiveId" clId="{953F9398-3929-47FB-B67F-713285754007}" dt="2024-09-18T09:57:15.933" v="727" actId="2696"/>
        <pc:sldMkLst>
          <pc:docMk/>
          <pc:sldMk cId="1056253493" sldId="1498"/>
        </pc:sldMkLst>
      </pc:sldChg>
      <pc:sldChg chg="del">
        <pc:chgData name="Rosmin Elsa" userId="8f13a6be4da41318" providerId="LiveId" clId="{953F9398-3929-47FB-B67F-713285754007}" dt="2024-09-18T09:57:15.933" v="727" actId="2696"/>
        <pc:sldMkLst>
          <pc:docMk/>
          <pc:sldMk cId="1955710030" sldId="1499"/>
        </pc:sldMkLst>
      </pc:sldChg>
      <pc:sldChg chg="del">
        <pc:chgData name="Rosmin Elsa" userId="8f13a6be4da41318" providerId="LiveId" clId="{953F9398-3929-47FB-B67F-713285754007}" dt="2024-09-18T09:57:15.933" v="727" actId="2696"/>
        <pc:sldMkLst>
          <pc:docMk/>
          <pc:sldMk cId="3277868355" sldId="1500"/>
        </pc:sldMkLst>
      </pc:sldChg>
      <pc:sldChg chg="modSp del mod">
        <pc:chgData name="Rosmin Elsa" userId="8f13a6be4da41318" providerId="LiveId" clId="{953F9398-3929-47FB-B67F-713285754007}" dt="2024-09-18T11:01:46.942" v="871" actId="2696"/>
        <pc:sldMkLst>
          <pc:docMk/>
          <pc:sldMk cId="3284377517" sldId="1501"/>
        </pc:sldMkLst>
        <pc:spChg chg="mod">
          <ac:chgData name="Rosmin Elsa" userId="8f13a6be4da41318" providerId="LiveId" clId="{953F9398-3929-47FB-B67F-713285754007}" dt="2024-09-18T10:57:48.383" v="826" actId="20577"/>
          <ac:spMkLst>
            <pc:docMk/>
            <pc:sldMk cId="3284377517" sldId="1501"/>
            <ac:spMk id="9" creationId="{27E0C573-9B0A-9146-5F05-207C3B6C9139}"/>
          </ac:spMkLst>
        </pc:spChg>
      </pc:sldChg>
      <pc:sldChg chg="modSp del mod">
        <pc:chgData name="Rosmin Elsa" userId="8f13a6be4da41318" providerId="LiveId" clId="{953F9398-3929-47FB-B67F-713285754007}" dt="2024-09-18T11:02:49.591" v="880" actId="47"/>
        <pc:sldMkLst>
          <pc:docMk/>
          <pc:sldMk cId="650011059" sldId="1502"/>
        </pc:sldMkLst>
        <pc:spChg chg="mod">
          <ac:chgData name="Rosmin Elsa" userId="8f13a6be4da41318" providerId="LiveId" clId="{953F9398-3929-47FB-B67F-713285754007}" dt="2024-09-18T10:57:55.743" v="834" actId="20577"/>
          <ac:spMkLst>
            <pc:docMk/>
            <pc:sldMk cId="650011059" sldId="1502"/>
            <ac:spMk id="9" creationId="{27E0C573-9B0A-9146-5F05-207C3B6C9139}"/>
          </ac:spMkLst>
        </pc:spChg>
      </pc:sldChg>
      <pc:sldChg chg="addSp delSp modSp mod">
        <pc:chgData name="Rosmin Elsa" userId="8f13a6be4da41318" providerId="LiveId" clId="{953F9398-3929-47FB-B67F-713285754007}" dt="2024-09-18T09:14:17.823" v="253" actId="20577"/>
        <pc:sldMkLst>
          <pc:docMk/>
          <pc:sldMk cId="3020737113" sldId="1504"/>
        </pc:sldMkLst>
        <pc:spChg chg="add del">
          <ac:chgData name="Rosmin Elsa" userId="8f13a6be4da41318" providerId="LiveId" clId="{953F9398-3929-47FB-B67F-713285754007}" dt="2024-09-18T09:10:18.256" v="190" actId="22"/>
          <ac:spMkLst>
            <pc:docMk/>
            <pc:sldMk cId="3020737113" sldId="1504"/>
            <ac:spMk id="3" creationId="{1AADC5D3-3790-08B9-F794-0A243319D6E7}"/>
          </ac:spMkLst>
        </pc:spChg>
        <pc:spChg chg="del">
          <ac:chgData name="Rosmin Elsa" userId="8f13a6be4da41318" providerId="LiveId" clId="{953F9398-3929-47FB-B67F-713285754007}" dt="2024-09-18T09:10:16.711" v="188" actId="478"/>
          <ac:spMkLst>
            <pc:docMk/>
            <pc:sldMk cId="3020737113" sldId="1504"/>
            <ac:spMk id="6" creationId="{2D75DE56-5F0C-5056-AE13-29D86795AD33}"/>
          </ac:spMkLst>
        </pc:spChg>
        <pc:spChg chg="add mod">
          <ac:chgData name="Rosmin Elsa" userId="8f13a6be4da41318" providerId="LiveId" clId="{953F9398-3929-47FB-B67F-713285754007}" dt="2024-09-18T09:14:17.823" v="253" actId="20577"/>
          <ac:spMkLst>
            <pc:docMk/>
            <pc:sldMk cId="3020737113" sldId="1504"/>
            <ac:spMk id="7" creationId="{B467AA21-CD46-FF5C-7955-B9EEFC090DB3}"/>
          </ac:spMkLst>
        </pc:spChg>
        <pc:spChg chg="mod">
          <ac:chgData name="Rosmin Elsa" userId="8f13a6be4da41318" providerId="LiveId" clId="{953F9398-3929-47FB-B67F-713285754007}" dt="2024-09-18T09:08:54.273" v="165"/>
          <ac:spMkLst>
            <pc:docMk/>
            <pc:sldMk cId="3020737113" sldId="1504"/>
            <ac:spMk id="8" creationId="{006B5B6E-8198-6E5C-6E84-9D75287DF58B}"/>
          </ac:spMkLst>
        </pc:spChg>
      </pc:sldChg>
      <pc:sldChg chg="addSp delSp modSp mod">
        <pc:chgData name="Rosmin Elsa" userId="8f13a6be4da41318" providerId="LiveId" clId="{953F9398-3929-47FB-B67F-713285754007}" dt="2024-09-18T09:14:00.132" v="247" actId="20577"/>
        <pc:sldMkLst>
          <pc:docMk/>
          <pc:sldMk cId="3020047500" sldId="1505"/>
        </pc:sldMkLst>
        <pc:spChg chg="del">
          <ac:chgData name="Rosmin Elsa" userId="8f13a6be4da41318" providerId="LiveId" clId="{953F9398-3929-47FB-B67F-713285754007}" dt="2024-09-18T09:10:42.393" v="195" actId="478"/>
          <ac:spMkLst>
            <pc:docMk/>
            <pc:sldMk cId="3020047500" sldId="1505"/>
            <ac:spMk id="2" creationId="{57202B73-E8EE-67C3-7C71-924AA70880D1}"/>
          </ac:spMkLst>
        </pc:spChg>
        <pc:spChg chg="add mod">
          <ac:chgData name="Rosmin Elsa" userId="8f13a6be4da41318" providerId="LiveId" clId="{953F9398-3929-47FB-B67F-713285754007}" dt="2024-09-18T09:14:00.132" v="247" actId="20577"/>
          <ac:spMkLst>
            <pc:docMk/>
            <pc:sldMk cId="3020047500" sldId="1505"/>
            <ac:spMk id="3" creationId="{0AAAED6A-8837-320C-311F-7CEB29643F77}"/>
          </ac:spMkLst>
        </pc:spChg>
        <pc:spChg chg="mod">
          <ac:chgData name="Rosmin Elsa" userId="8f13a6be4da41318" providerId="LiveId" clId="{953F9398-3929-47FB-B67F-713285754007}" dt="2024-09-18T09:08:58.056" v="166"/>
          <ac:spMkLst>
            <pc:docMk/>
            <pc:sldMk cId="3020047500" sldId="1505"/>
            <ac:spMk id="8" creationId="{4BAC8562-D3A9-2F9C-BC47-4C2B3FDE803F}"/>
          </ac:spMkLst>
        </pc:spChg>
      </pc:sldChg>
      <pc:sldChg chg="modSp mod">
        <pc:chgData name="Rosmin Elsa" userId="8f13a6be4da41318" providerId="LiveId" clId="{953F9398-3929-47FB-B67F-713285754007}" dt="2024-09-18T09:42:07.306" v="557" actId="20577"/>
        <pc:sldMkLst>
          <pc:docMk/>
          <pc:sldMk cId="4104101448" sldId="1506"/>
        </pc:sldMkLst>
        <pc:spChg chg="mod">
          <ac:chgData name="Rosmin Elsa" userId="8f13a6be4da41318" providerId="LiveId" clId="{953F9398-3929-47FB-B67F-713285754007}" dt="2024-09-18T09:42:07.306" v="557" actId="20577"/>
          <ac:spMkLst>
            <pc:docMk/>
            <pc:sldMk cId="4104101448" sldId="1506"/>
            <ac:spMk id="2" creationId="{00000000-0000-0000-0000-000000000000}"/>
          </ac:spMkLst>
        </pc:spChg>
      </pc:sldChg>
      <pc:sldChg chg="modSp mod">
        <pc:chgData name="Rosmin Elsa" userId="8f13a6be4da41318" providerId="LiveId" clId="{953F9398-3929-47FB-B67F-713285754007}" dt="2024-09-18T09:42:13.356" v="558"/>
        <pc:sldMkLst>
          <pc:docMk/>
          <pc:sldMk cId="1811843611" sldId="1507"/>
        </pc:sldMkLst>
        <pc:spChg chg="mod">
          <ac:chgData name="Rosmin Elsa" userId="8f13a6be4da41318" providerId="LiveId" clId="{953F9398-3929-47FB-B67F-713285754007}" dt="2024-09-18T09:41:22.342" v="552" actId="6549"/>
          <ac:spMkLst>
            <pc:docMk/>
            <pc:sldMk cId="1811843611" sldId="1507"/>
            <ac:spMk id="6" creationId="{00B7E6C3-DC3B-BC8E-EE75-86995C7F8ADF}"/>
          </ac:spMkLst>
        </pc:spChg>
        <pc:spChg chg="mod">
          <ac:chgData name="Rosmin Elsa" userId="8f13a6be4da41318" providerId="LiveId" clId="{953F9398-3929-47FB-B67F-713285754007}" dt="2024-09-18T09:42:13.356" v="558"/>
          <ac:spMkLst>
            <pc:docMk/>
            <pc:sldMk cId="1811843611" sldId="1507"/>
            <ac:spMk id="9" creationId="{DC17D8D8-E9C5-D2A8-A52F-7AE59A61C67B}"/>
          </ac:spMkLst>
        </pc:spChg>
      </pc:sldChg>
      <pc:sldChg chg="addSp delSp modSp mod">
        <pc:chgData name="Rosmin Elsa" userId="8f13a6be4da41318" providerId="LiveId" clId="{953F9398-3929-47FB-B67F-713285754007}" dt="2024-09-18T11:19:53.852" v="918" actId="20577"/>
        <pc:sldMkLst>
          <pc:docMk/>
          <pc:sldMk cId="3926189785" sldId="1508"/>
        </pc:sldMkLst>
        <pc:spChg chg="add mod">
          <ac:chgData name="Rosmin Elsa" userId="8f13a6be4da41318" providerId="LiveId" clId="{953F9398-3929-47FB-B67F-713285754007}" dt="2024-09-18T11:19:53.852" v="918" actId="20577"/>
          <ac:spMkLst>
            <pc:docMk/>
            <pc:sldMk cId="3926189785" sldId="1508"/>
            <ac:spMk id="2" creationId="{F62A808D-4858-0178-DC4D-33CB2AAAD12A}"/>
          </ac:spMkLst>
        </pc:spChg>
        <pc:spChg chg="del">
          <ac:chgData name="Rosmin Elsa" userId="8f13a6be4da41318" providerId="LiveId" clId="{953F9398-3929-47FB-B67F-713285754007}" dt="2024-09-18T09:37:50.433" v="481" actId="478"/>
          <ac:spMkLst>
            <pc:docMk/>
            <pc:sldMk cId="3926189785" sldId="1508"/>
            <ac:spMk id="6" creationId="{00B7E6C3-DC3B-BC8E-EE75-86995C7F8ADF}"/>
          </ac:spMkLst>
        </pc:spChg>
        <pc:spChg chg="mod">
          <ac:chgData name="Rosmin Elsa" userId="8f13a6be4da41318" providerId="LiveId" clId="{953F9398-3929-47FB-B67F-713285754007}" dt="2024-09-18T09:42:16.047" v="559"/>
          <ac:spMkLst>
            <pc:docMk/>
            <pc:sldMk cId="3926189785" sldId="1508"/>
            <ac:spMk id="9" creationId="{DC17D8D8-E9C5-D2A8-A52F-7AE59A61C67B}"/>
          </ac:spMkLst>
        </pc:spChg>
      </pc:sldChg>
      <pc:sldChg chg="addSp delSp modSp mod">
        <pc:chgData name="Rosmin Elsa" userId="8f13a6be4da41318" providerId="LiveId" clId="{953F9398-3929-47FB-B67F-713285754007}" dt="2024-09-18T11:19:48.878" v="916" actId="20577"/>
        <pc:sldMkLst>
          <pc:docMk/>
          <pc:sldMk cId="2738318269" sldId="1509"/>
        </pc:sldMkLst>
        <pc:spChg chg="add mod">
          <ac:chgData name="Rosmin Elsa" userId="8f13a6be4da41318" providerId="LiveId" clId="{953F9398-3929-47FB-B67F-713285754007}" dt="2024-09-18T11:19:48.878" v="916" actId="20577"/>
          <ac:spMkLst>
            <pc:docMk/>
            <pc:sldMk cId="2738318269" sldId="1509"/>
            <ac:spMk id="2" creationId="{E691D73F-0459-5B94-FC20-C2708D0847B8}"/>
          </ac:spMkLst>
        </pc:spChg>
        <pc:spChg chg="del">
          <ac:chgData name="Rosmin Elsa" userId="8f13a6be4da41318" providerId="LiveId" clId="{953F9398-3929-47FB-B67F-713285754007}" dt="2024-09-18T09:38:34.361" v="497" actId="478"/>
          <ac:spMkLst>
            <pc:docMk/>
            <pc:sldMk cId="2738318269" sldId="1509"/>
            <ac:spMk id="6" creationId="{00B7E6C3-DC3B-BC8E-EE75-86995C7F8ADF}"/>
          </ac:spMkLst>
        </pc:spChg>
        <pc:spChg chg="mod">
          <ac:chgData name="Rosmin Elsa" userId="8f13a6be4da41318" providerId="LiveId" clId="{953F9398-3929-47FB-B67F-713285754007}" dt="2024-09-18T09:42:19.300" v="560"/>
          <ac:spMkLst>
            <pc:docMk/>
            <pc:sldMk cId="2738318269" sldId="1509"/>
            <ac:spMk id="9" creationId="{DC17D8D8-E9C5-D2A8-A52F-7AE59A61C67B}"/>
          </ac:spMkLst>
        </pc:spChg>
      </pc:sldChg>
      <pc:sldChg chg="addSp delSp modSp mod">
        <pc:chgData name="Rosmin Elsa" userId="8f13a6be4da41318" providerId="LiveId" clId="{953F9398-3929-47FB-B67F-713285754007}" dt="2024-09-18T11:20:02.285" v="921" actId="20577"/>
        <pc:sldMkLst>
          <pc:docMk/>
          <pc:sldMk cId="3981757256" sldId="1510"/>
        </pc:sldMkLst>
        <pc:spChg chg="add mod">
          <ac:chgData name="Rosmin Elsa" userId="8f13a6be4da41318" providerId="LiveId" clId="{953F9398-3929-47FB-B67F-713285754007}" dt="2024-09-18T11:20:02.285" v="921" actId="20577"/>
          <ac:spMkLst>
            <pc:docMk/>
            <pc:sldMk cId="3981757256" sldId="1510"/>
            <ac:spMk id="2" creationId="{87E20F3E-8A0E-9C31-500B-BD4E75DC99D3}"/>
          </ac:spMkLst>
        </pc:spChg>
        <pc:spChg chg="del">
          <ac:chgData name="Rosmin Elsa" userId="8f13a6be4da41318" providerId="LiveId" clId="{953F9398-3929-47FB-B67F-713285754007}" dt="2024-09-18T09:38:39.459" v="499" actId="478"/>
          <ac:spMkLst>
            <pc:docMk/>
            <pc:sldMk cId="3981757256" sldId="1510"/>
            <ac:spMk id="6" creationId="{00B7E6C3-DC3B-BC8E-EE75-86995C7F8ADF}"/>
          </ac:spMkLst>
        </pc:spChg>
        <pc:spChg chg="mod">
          <ac:chgData name="Rosmin Elsa" userId="8f13a6be4da41318" providerId="LiveId" clId="{953F9398-3929-47FB-B67F-713285754007}" dt="2024-09-18T09:42:22.119" v="561"/>
          <ac:spMkLst>
            <pc:docMk/>
            <pc:sldMk cId="3981757256" sldId="1510"/>
            <ac:spMk id="9" creationId="{DC17D8D8-E9C5-D2A8-A52F-7AE59A61C67B}"/>
          </ac:spMkLst>
        </pc:spChg>
      </pc:sldChg>
      <pc:sldChg chg="modSp add mod">
        <pc:chgData name="Rosmin Elsa" userId="8f13a6be4da41318" providerId="LiveId" clId="{953F9398-3929-47FB-B67F-713285754007}" dt="2024-09-18T08:51:49.844" v="113"/>
        <pc:sldMkLst>
          <pc:docMk/>
          <pc:sldMk cId="118786997" sldId="1511"/>
        </pc:sldMkLst>
        <pc:spChg chg="mod">
          <ac:chgData name="Rosmin Elsa" userId="8f13a6be4da41318" providerId="LiveId" clId="{953F9398-3929-47FB-B67F-713285754007}" dt="2024-09-18T08:51:49.844" v="113"/>
          <ac:spMkLst>
            <pc:docMk/>
            <pc:sldMk cId="118786997" sldId="1511"/>
            <ac:spMk id="2" creationId="{69072751-0DFD-E04D-8DBC-6192EE4B4B2A}"/>
          </ac:spMkLst>
        </pc:spChg>
        <pc:spChg chg="mod">
          <ac:chgData name="Rosmin Elsa" userId="8f13a6be4da41318" providerId="LiveId" clId="{953F9398-3929-47FB-B67F-713285754007}" dt="2024-09-18T08:50:52.401" v="89" actId="1076"/>
          <ac:spMkLst>
            <pc:docMk/>
            <pc:sldMk cId="118786997" sldId="1511"/>
            <ac:spMk id="4" creationId="{AB26D545-B276-5304-DC16-72D6F4A77406}"/>
          </ac:spMkLst>
        </pc:spChg>
      </pc:sldChg>
      <pc:sldChg chg="modSp add mod">
        <pc:chgData name="Rosmin Elsa" userId="8f13a6be4da41318" providerId="LiveId" clId="{953F9398-3929-47FB-B67F-713285754007}" dt="2024-09-18T09:26:02.849" v="364"/>
        <pc:sldMkLst>
          <pc:docMk/>
          <pc:sldMk cId="3752309101" sldId="1512"/>
        </pc:sldMkLst>
        <pc:spChg chg="mod">
          <ac:chgData name="Rosmin Elsa" userId="8f13a6be4da41318" providerId="LiveId" clId="{953F9398-3929-47FB-B67F-713285754007}" dt="2024-09-18T09:20:17.030" v="354" actId="20577"/>
          <ac:spMkLst>
            <pc:docMk/>
            <pc:sldMk cId="3752309101" sldId="1512"/>
            <ac:spMk id="2" creationId="{DE90CBC6-5FCE-E899-ED03-076E93ADF6B9}"/>
          </ac:spMkLst>
        </pc:spChg>
        <pc:spChg chg="mod">
          <ac:chgData name="Rosmin Elsa" userId="8f13a6be4da41318" providerId="LiveId" clId="{953F9398-3929-47FB-B67F-713285754007}" dt="2024-09-18T09:26:02.849" v="364"/>
          <ac:spMkLst>
            <pc:docMk/>
            <pc:sldMk cId="3752309101" sldId="1512"/>
            <ac:spMk id="8" creationId="{9EA20479-821D-F1BF-5BAF-75D0E2472DF1}"/>
          </ac:spMkLst>
        </pc:spChg>
      </pc:sldChg>
      <pc:sldChg chg="modSp add mod">
        <pc:chgData name="Rosmin Elsa" userId="8f13a6be4da41318" providerId="LiveId" clId="{953F9398-3929-47FB-B67F-713285754007}" dt="2024-09-18T09:26:05.898" v="365"/>
        <pc:sldMkLst>
          <pc:docMk/>
          <pc:sldMk cId="3724847446" sldId="1513"/>
        </pc:sldMkLst>
        <pc:spChg chg="mod">
          <ac:chgData name="Rosmin Elsa" userId="8f13a6be4da41318" providerId="LiveId" clId="{953F9398-3929-47FB-B67F-713285754007}" dt="2024-09-18T09:20:45.528" v="360" actId="6549"/>
          <ac:spMkLst>
            <pc:docMk/>
            <pc:sldMk cId="3724847446" sldId="1513"/>
            <ac:spMk id="2" creationId="{DE90CBC6-5FCE-E899-ED03-076E93ADF6B9}"/>
          </ac:spMkLst>
        </pc:spChg>
        <pc:spChg chg="mod">
          <ac:chgData name="Rosmin Elsa" userId="8f13a6be4da41318" providerId="LiveId" clId="{953F9398-3929-47FB-B67F-713285754007}" dt="2024-09-18T09:26:05.898" v="365"/>
          <ac:spMkLst>
            <pc:docMk/>
            <pc:sldMk cId="3724847446" sldId="1513"/>
            <ac:spMk id="8" creationId="{9EA20479-821D-F1BF-5BAF-75D0E2472DF1}"/>
          </ac:spMkLst>
        </pc:spChg>
      </pc:sldChg>
      <pc:sldChg chg="add">
        <pc:chgData name="Rosmin Elsa" userId="8f13a6be4da41318" providerId="LiveId" clId="{953F9398-3929-47FB-B67F-713285754007}" dt="2024-09-18T09:33:22.989" v="429"/>
        <pc:sldMkLst>
          <pc:docMk/>
          <pc:sldMk cId="2542250738" sldId="1514"/>
        </pc:sldMkLst>
      </pc:sldChg>
      <pc:sldChg chg="add">
        <pc:chgData name="Rosmin Elsa" userId="8f13a6be4da41318" providerId="LiveId" clId="{953F9398-3929-47FB-B67F-713285754007}" dt="2024-09-18T09:34:04.161" v="442"/>
        <pc:sldMkLst>
          <pc:docMk/>
          <pc:sldMk cId="2379652949" sldId="1515"/>
        </pc:sldMkLst>
      </pc:sldChg>
      <pc:sldChg chg="add">
        <pc:chgData name="Rosmin Elsa" userId="8f13a6be4da41318" providerId="LiveId" clId="{953F9398-3929-47FB-B67F-713285754007}" dt="2024-09-18T09:34:25.662" v="448"/>
        <pc:sldMkLst>
          <pc:docMk/>
          <pc:sldMk cId="3243509603" sldId="1516"/>
        </pc:sldMkLst>
      </pc:sldChg>
      <pc:sldChg chg="add">
        <pc:chgData name="Rosmin Elsa" userId="8f13a6be4da41318" providerId="LiveId" clId="{953F9398-3929-47FB-B67F-713285754007}" dt="2024-09-18T11:01:38.525" v="870"/>
        <pc:sldMkLst>
          <pc:docMk/>
          <pc:sldMk cId="3108161079" sldId="1517"/>
        </pc:sldMkLst>
      </pc:sldChg>
      <pc:sldChg chg="add">
        <pc:chgData name="Rosmin Elsa" userId="8f13a6be4da41318" providerId="LiveId" clId="{953F9398-3929-47FB-B67F-713285754007}" dt="2024-09-18T11:02:51.885" v="881"/>
        <pc:sldMkLst>
          <pc:docMk/>
          <pc:sldMk cId="3259940369" sldId="1518"/>
        </pc:sldMkLst>
      </pc:sldChg>
      <pc:sldMasterChg chg="modSldLayout">
        <pc:chgData name="Rosmin Elsa" userId="8f13a6be4da41318" providerId="LiveId" clId="{953F9398-3929-47FB-B67F-713285754007}" dt="2024-09-18T08:40:15.124" v="54" actId="1076"/>
        <pc:sldMasterMkLst>
          <pc:docMk/>
          <pc:sldMasterMk cId="2021402228" sldId="2147483673"/>
        </pc:sldMasterMkLst>
        <pc:sldLayoutChg chg="modSp mod">
          <pc:chgData name="Rosmin Elsa" userId="8f13a6be4da41318" providerId="LiveId" clId="{953F9398-3929-47FB-B67F-713285754007}" dt="2024-09-18T08:40:07.908" v="48" actId="20577"/>
          <pc:sldLayoutMkLst>
            <pc:docMk/>
            <pc:sldMasterMk cId="2021402228" sldId="2147483673"/>
            <pc:sldLayoutMk cId="972620569" sldId="2147483686"/>
          </pc:sldLayoutMkLst>
          <pc:spChg chg="mod">
            <ac:chgData name="Rosmin Elsa" userId="8f13a6be4da41318" providerId="LiveId" clId="{953F9398-3929-47FB-B67F-713285754007}" dt="2024-09-18T08:40:07.908" v="48" actId="20577"/>
            <ac:spMkLst>
              <pc:docMk/>
              <pc:sldMasterMk cId="2021402228" sldId="2147483673"/>
              <pc:sldLayoutMk cId="972620569" sldId="2147483686"/>
              <ac:spMk id="7" creationId="{99B39CA7-ADE3-4147-9B4D-BE10E585E948}"/>
            </ac:spMkLst>
          </pc:spChg>
        </pc:sldLayoutChg>
        <pc:sldLayoutChg chg="modSp mod">
          <pc:chgData name="Rosmin Elsa" userId="8f13a6be4da41318" providerId="LiveId" clId="{953F9398-3929-47FB-B67F-713285754007}" dt="2024-09-18T08:40:15.124" v="54" actId="1076"/>
          <pc:sldLayoutMkLst>
            <pc:docMk/>
            <pc:sldMasterMk cId="2021402228" sldId="2147483673"/>
            <pc:sldLayoutMk cId="3929588466" sldId="2147483687"/>
          </pc:sldLayoutMkLst>
          <pc:spChg chg="mod">
            <ac:chgData name="Rosmin Elsa" userId="8f13a6be4da41318" providerId="LiveId" clId="{953F9398-3929-47FB-B67F-713285754007}" dt="2024-09-18T08:40:14.463" v="53" actId="20577"/>
            <ac:spMkLst>
              <pc:docMk/>
              <pc:sldMasterMk cId="2021402228" sldId="2147483673"/>
              <pc:sldLayoutMk cId="3929588466" sldId="2147483687"/>
              <ac:spMk id="7" creationId="{99B39CA7-ADE3-4147-9B4D-BE10E585E948}"/>
            </ac:spMkLst>
          </pc:spChg>
          <pc:picChg chg="mod">
            <ac:chgData name="Rosmin Elsa" userId="8f13a6be4da41318" providerId="LiveId" clId="{953F9398-3929-47FB-B67F-713285754007}" dt="2024-09-18T08:40:15.124" v="54" actId="1076"/>
            <ac:picMkLst>
              <pc:docMk/>
              <pc:sldMasterMk cId="2021402228" sldId="2147483673"/>
              <pc:sldLayoutMk cId="3929588466" sldId="2147483687"/>
              <ac:picMk id="2" creationId="{D945F63B-B55E-8E51-D68D-F0517AE979E3}"/>
            </ac:picMkLst>
          </pc:picChg>
        </pc:sldLayoutChg>
        <pc:sldLayoutChg chg="modSp mod">
          <pc:chgData name="Rosmin Elsa" userId="8f13a6be4da41318" providerId="LiveId" clId="{953F9398-3929-47FB-B67F-713285754007}" dt="2024-09-18T08:35:12.119" v="16" actId="20577"/>
          <pc:sldLayoutMkLst>
            <pc:docMk/>
            <pc:sldMasterMk cId="2021402228" sldId="2147483673"/>
            <pc:sldLayoutMk cId="559836863" sldId="2147483688"/>
          </pc:sldLayoutMkLst>
          <pc:spChg chg="mod">
            <ac:chgData name="Rosmin Elsa" userId="8f13a6be4da41318" providerId="LiveId" clId="{953F9398-3929-47FB-B67F-713285754007}" dt="2024-09-18T08:35:12.119" v="16" actId="20577"/>
            <ac:spMkLst>
              <pc:docMk/>
              <pc:sldMasterMk cId="2021402228" sldId="2147483673"/>
              <pc:sldLayoutMk cId="559836863" sldId="2147483688"/>
              <ac:spMk id="6" creationId="{35F845F3-CC22-433F-9120-253A2A1338E7}"/>
            </ac:spMkLst>
          </pc:spChg>
        </pc:sldLayoutChg>
        <pc:sldLayoutChg chg="modSp mod">
          <pc:chgData name="Rosmin Elsa" userId="8f13a6be4da41318" providerId="LiveId" clId="{953F9398-3929-47FB-B67F-713285754007}" dt="2024-09-18T08:35:05.275" v="10" actId="20577"/>
          <pc:sldLayoutMkLst>
            <pc:docMk/>
            <pc:sldMasterMk cId="2021402228" sldId="2147483673"/>
            <pc:sldLayoutMk cId="3490850578" sldId="2147483689"/>
          </pc:sldLayoutMkLst>
          <pc:spChg chg="mod">
            <ac:chgData name="Rosmin Elsa" userId="8f13a6be4da41318" providerId="LiveId" clId="{953F9398-3929-47FB-B67F-713285754007}" dt="2024-09-18T08:35:05.275" v="10" actId="20577"/>
            <ac:spMkLst>
              <pc:docMk/>
              <pc:sldMasterMk cId="2021402228" sldId="2147483673"/>
              <pc:sldLayoutMk cId="3490850578" sldId="2147483689"/>
              <ac:spMk id="7" creationId="{99B39CA7-ADE3-4147-9B4D-BE10E585E948}"/>
            </ac:spMkLst>
          </pc:spChg>
        </pc:sldLayoutChg>
      </pc:sldMasterChg>
    </pc:docChg>
  </pc:docChgLst>
  <pc:docChgLst>
    <pc:chgData name="Rosmin Elsa" userId="8f13a6be4da41318" providerId="Windows Live" clId="Web-{62C8418D-0336-ECBF-2386-EFFCB792884C}"/>
    <pc:docChg chg="modSld">
      <pc:chgData name="Rosmin Elsa" userId="8f13a6be4da41318" providerId="Windows Live" clId="Web-{62C8418D-0336-ECBF-2386-EFFCB792884C}" dt="2024-09-18T11:18:46.372" v="104" actId="20577"/>
      <pc:docMkLst>
        <pc:docMk/>
      </pc:docMkLst>
      <pc:sldChg chg="modSp">
        <pc:chgData name="Rosmin Elsa" userId="8f13a6be4da41318" providerId="Windows Live" clId="Web-{62C8418D-0336-ECBF-2386-EFFCB792884C}" dt="2024-09-18T11:18:35.622" v="100" actId="20577"/>
        <pc:sldMkLst>
          <pc:docMk/>
          <pc:sldMk cId="140346443" sldId="822"/>
        </pc:sldMkLst>
        <pc:spChg chg="mod">
          <ac:chgData name="Rosmin Elsa" userId="8f13a6be4da41318" providerId="Windows Live" clId="Web-{62C8418D-0336-ECBF-2386-EFFCB792884C}" dt="2024-09-18T11:18:35.622" v="100" actId="20577"/>
          <ac:spMkLst>
            <pc:docMk/>
            <pc:sldMk cId="140346443" sldId="822"/>
            <ac:spMk id="6" creationId="{B48AEF40-D79D-77F3-773C-095D81075E36}"/>
          </ac:spMkLst>
        </pc:spChg>
      </pc:sldChg>
      <pc:sldChg chg="modSp">
        <pc:chgData name="Rosmin Elsa" userId="8f13a6be4da41318" providerId="Windows Live" clId="Web-{62C8418D-0336-ECBF-2386-EFFCB792884C}" dt="2024-09-18T11:13:26.956" v="12" actId="20577"/>
        <pc:sldMkLst>
          <pc:docMk/>
          <pc:sldMk cId="1180184608" sldId="1201"/>
        </pc:sldMkLst>
        <pc:spChg chg="mod">
          <ac:chgData name="Rosmin Elsa" userId="8f13a6be4da41318" providerId="Windows Live" clId="Web-{62C8418D-0336-ECBF-2386-EFFCB792884C}" dt="2024-09-18T11:13:26.956" v="12" actId="20577"/>
          <ac:spMkLst>
            <pc:docMk/>
            <pc:sldMk cId="1180184608" sldId="1201"/>
            <ac:spMk id="3" creationId="{BD7AE418-84FE-0E25-B13A-DAD0615A2C9F}"/>
          </ac:spMkLst>
        </pc:spChg>
      </pc:sldChg>
      <pc:sldChg chg="modSp">
        <pc:chgData name="Rosmin Elsa" userId="8f13a6be4da41318" providerId="Windows Live" clId="Web-{62C8418D-0336-ECBF-2386-EFFCB792884C}" dt="2024-09-18T11:17:50.886" v="92" actId="20577"/>
        <pc:sldMkLst>
          <pc:docMk/>
          <pc:sldMk cId="1106683896" sldId="1401"/>
        </pc:sldMkLst>
        <pc:spChg chg="mod">
          <ac:chgData name="Rosmin Elsa" userId="8f13a6be4da41318" providerId="Windows Live" clId="Web-{62C8418D-0336-ECBF-2386-EFFCB792884C}" dt="2024-09-18T11:17:50.886" v="92" actId="20577"/>
          <ac:spMkLst>
            <pc:docMk/>
            <pc:sldMk cId="1106683896" sldId="1401"/>
            <ac:spMk id="5" creationId="{D15CBCA4-8279-49A0-BDA5-8F1C3F65A437}"/>
          </ac:spMkLst>
        </pc:spChg>
      </pc:sldChg>
      <pc:sldChg chg="modSp">
        <pc:chgData name="Rosmin Elsa" userId="8f13a6be4da41318" providerId="Windows Live" clId="Web-{62C8418D-0336-ECBF-2386-EFFCB792884C}" dt="2024-09-18T11:16:26.774" v="79" actId="20577"/>
        <pc:sldMkLst>
          <pc:docMk/>
          <pc:sldMk cId="2653113592" sldId="1406"/>
        </pc:sldMkLst>
        <pc:spChg chg="mod">
          <ac:chgData name="Rosmin Elsa" userId="8f13a6be4da41318" providerId="Windows Live" clId="Web-{62C8418D-0336-ECBF-2386-EFFCB792884C}" dt="2024-09-18T11:16:26.774" v="79" actId="20577"/>
          <ac:spMkLst>
            <pc:docMk/>
            <pc:sldMk cId="2653113592" sldId="1406"/>
            <ac:spMk id="5" creationId="{D15CBCA4-8279-49A0-BDA5-8F1C3F65A437}"/>
          </ac:spMkLst>
        </pc:spChg>
      </pc:sldChg>
      <pc:sldChg chg="modSp">
        <pc:chgData name="Rosmin Elsa" userId="8f13a6be4da41318" providerId="Windows Live" clId="Web-{62C8418D-0336-ECBF-2386-EFFCB792884C}" dt="2024-09-18T11:17:53.183" v="93" actId="20577"/>
        <pc:sldMkLst>
          <pc:docMk/>
          <pc:sldMk cId="2623249776" sldId="1442"/>
        </pc:sldMkLst>
        <pc:spChg chg="mod">
          <ac:chgData name="Rosmin Elsa" userId="8f13a6be4da41318" providerId="Windows Live" clId="Web-{62C8418D-0336-ECBF-2386-EFFCB792884C}" dt="2024-09-18T11:17:53.183" v="93" actId="20577"/>
          <ac:spMkLst>
            <pc:docMk/>
            <pc:sldMk cId="2623249776" sldId="1442"/>
            <ac:spMk id="5" creationId="{F3A1A9F0-F0F9-37AD-31A6-86E97ABD9DAD}"/>
          </ac:spMkLst>
        </pc:spChg>
      </pc:sldChg>
      <pc:sldChg chg="modSp">
        <pc:chgData name="Rosmin Elsa" userId="8f13a6be4da41318" providerId="Windows Live" clId="Web-{62C8418D-0336-ECBF-2386-EFFCB792884C}" dt="2024-09-18T11:17:55.808" v="94" actId="20577"/>
        <pc:sldMkLst>
          <pc:docMk/>
          <pc:sldMk cId="637721542" sldId="1443"/>
        </pc:sldMkLst>
        <pc:spChg chg="mod">
          <ac:chgData name="Rosmin Elsa" userId="8f13a6be4da41318" providerId="Windows Live" clId="Web-{62C8418D-0336-ECBF-2386-EFFCB792884C}" dt="2024-09-18T11:17:55.808" v="94" actId="20577"/>
          <ac:spMkLst>
            <pc:docMk/>
            <pc:sldMk cId="637721542" sldId="1443"/>
            <ac:spMk id="5" creationId="{E0B62AD4-7852-AF68-5FEF-46892C0A0BE3}"/>
          </ac:spMkLst>
        </pc:spChg>
      </pc:sldChg>
      <pc:sldChg chg="modSp">
        <pc:chgData name="Rosmin Elsa" userId="8f13a6be4da41318" providerId="Windows Live" clId="Web-{62C8418D-0336-ECBF-2386-EFFCB792884C}" dt="2024-09-18T11:17:58.277" v="95" actId="20577"/>
        <pc:sldMkLst>
          <pc:docMk/>
          <pc:sldMk cId="4131438038" sldId="1445"/>
        </pc:sldMkLst>
        <pc:spChg chg="mod">
          <ac:chgData name="Rosmin Elsa" userId="8f13a6be4da41318" providerId="Windows Live" clId="Web-{62C8418D-0336-ECBF-2386-EFFCB792884C}" dt="2024-09-18T11:17:58.277" v="95" actId="20577"/>
          <ac:spMkLst>
            <pc:docMk/>
            <pc:sldMk cId="4131438038" sldId="1445"/>
            <ac:spMk id="5" creationId="{316BCAB3-BD3F-1B0E-CC2C-6CA0F2917E75}"/>
          </ac:spMkLst>
        </pc:spChg>
      </pc:sldChg>
      <pc:sldChg chg="modSp">
        <pc:chgData name="Rosmin Elsa" userId="8f13a6be4da41318" providerId="Windows Live" clId="Web-{62C8418D-0336-ECBF-2386-EFFCB792884C}" dt="2024-09-18T11:16:30.508" v="80" actId="20577"/>
        <pc:sldMkLst>
          <pc:docMk/>
          <pc:sldMk cId="1494969129" sldId="1448"/>
        </pc:sldMkLst>
        <pc:spChg chg="mod">
          <ac:chgData name="Rosmin Elsa" userId="8f13a6be4da41318" providerId="Windows Live" clId="Web-{62C8418D-0336-ECBF-2386-EFFCB792884C}" dt="2024-09-18T11:16:30.508" v="80" actId="20577"/>
          <ac:spMkLst>
            <pc:docMk/>
            <pc:sldMk cId="1494969129" sldId="1448"/>
            <ac:spMk id="5" creationId="{10C556C3-ECE9-D7DD-B726-33552398D44D}"/>
          </ac:spMkLst>
        </pc:spChg>
      </pc:sldChg>
      <pc:sldChg chg="modSp">
        <pc:chgData name="Rosmin Elsa" userId="8f13a6be4da41318" providerId="Windows Live" clId="Web-{62C8418D-0336-ECBF-2386-EFFCB792884C}" dt="2024-09-18T11:16:32.227" v="81" actId="20577"/>
        <pc:sldMkLst>
          <pc:docMk/>
          <pc:sldMk cId="425986149" sldId="1450"/>
        </pc:sldMkLst>
        <pc:spChg chg="mod">
          <ac:chgData name="Rosmin Elsa" userId="8f13a6be4da41318" providerId="Windows Live" clId="Web-{62C8418D-0336-ECBF-2386-EFFCB792884C}" dt="2024-09-18T11:16:32.227" v="81" actId="20577"/>
          <ac:spMkLst>
            <pc:docMk/>
            <pc:sldMk cId="425986149" sldId="1450"/>
            <ac:spMk id="5" creationId="{13593030-CC76-61CF-F7F5-DC6A9C28DBC7}"/>
          </ac:spMkLst>
        </pc:spChg>
      </pc:sldChg>
      <pc:sldChg chg="modSp">
        <pc:chgData name="Rosmin Elsa" userId="8f13a6be4da41318" providerId="Windows Live" clId="Web-{62C8418D-0336-ECBF-2386-EFFCB792884C}" dt="2024-09-18T11:16:43.431" v="85" actId="20577"/>
        <pc:sldMkLst>
          <pc:docMk/>
          <pc:sldMk cId="3753762985" sldId="1452"/>
        </pc:sldMkLst>
        <pc:spChg chg="mod">
          <ac:chgData name="Rosmin Elsa" userId="8f13a6be4da41318" providerId="Windows Live" clId="Web-{62C8418D-0336-ECBF-2386-EFFCB792884C}" dt="2024-09-18T11:16:43.431" v="85" actId="20577"/>
          <ac:spMkLst>
            <pc:docMk/>
            <pc:sldMk cId="3753762985" sldId="1452"/>
            <ac:spMk id="5" creationId="{A2047971-DA85-C751-DC5A-5C52B51C52BA}"/>
          </ac:spMkLst>
        </pc:spChg>
      </pc:sldChg>
      <pc:sldChg chg="modSp">
        <pc:chgData name="Rosmin Elsa" userId="8f13a6be4da41318" providerId="Windows Live" clId="Web-{62C8418D-0336-ECBF-2386-EFFCB792884C}" dt="2024-09-18T11:16:55.962" v="89" actId="20577"/>
        <pc:sldMkLst>
          <pc:docMk/>
          <pc:sldMk cId="4077105178" sldId="1475"/>
        </pc:sldMkLst>
        <pc:spChg chg="mod">
          <ac:chgData name="Rosmin Elsa" userId="8f13a6be4da41318" providerId="Windows Live" clId="Web-{62C8418D-0336-ECBF-2386-EFFCB792884C}" dt="2024-09-18T11:16:55.962" v="89" actId="20577"/>
          <ac:spMkLst>
            <pc:docMk/>
            <pc:sldMk cId="4077105178" sldId="1475"/>
            <ac:spMk id="5" creationId="{A2047971-DA85-C751-DC5A-5C52B51C52BA}"/>
          </ac:spMkLst>
        </pc:spChg>
      </pc:sldChg>
      <pc:sldChg chg="modSp">
        <pc:chgData name="Rosmin Elsa" userId="8f13a6be4da41318" providerId="Windows Live" clId="Web-{62C8418D-0336-ECBF-2386-EFFCB792884C}" dt="2024-09-18T11:18:38.809" v="101" actId="20577"/>
        <pc:sldMkLst>
          <pc:docMk/>
          <pc:sldMk cId="2268015802" sldId="1490"/>
        </pc:sldMkLst>
        <pc:spChg chg="mod">
          <ac:chgData name="Rosmin Elsa" userId="8f13a6be4da41318" providerId="Windows Live" clId="Web-{62C8418D-0336-ECBF-2386-EFFCB792884C}" dt="2024-09-18T11:18:38.809" v="101" actId="20577"/>
          <ac:spMkLst>
            <pc:docMk/>
            <pc:sldMk cId="2268015802" sldId="1490"/>
            <ac:spMk id="6" creationId="{B48AEF40-D79D-77F3-773C-095D81075E36}"/>
          </ac:spMkLst>
        </pc:spChg>
      </pc:sldChg>
      <pc:sldChg chg="modSp">
        <pc:chgData name="Rosmin Elsa" userId="8f13a6be4da41318" providerId="Windows Live" clId="Web-{62C8418D-0336-ECBF-2386-EFFCB792884C}" dt="2024-09-18T11:18:41.685" v="102" actId="20577"/>
        <pc:sldMkLst>
          <pc:docMk/>
          <pc:sldMk cId="786665984" sldId="1491"/>
        </pc:sldMkLst>
        <pc:spChg chg="mod">
          <ac:chgData name="Rosmin Elsa" userId="8f13a6be4da41318" providerId="Windows Live" clId="Web-{62C8418D-0336-ECBF-2386-EFFCB792884C}" dt="2024-09-18T11:18:41.685" v="102" actId="20577"/>
          <ac:spMkLst>
            <pc:docMk/>
            <pc:sldMk cId="786665984" sldId="1491"/>
            <ac:spMk id="6" creationId="{B48AEF40-D79D-77F3-773C-095D81075E36}"/>
          </ac:spMkLst>
        </pc:spChg>
      </pc:sldChg>
      <pc:sldChg chg="modSp">
        <pc:chgData name="Rosmin Elsa" userId="8f13a6be4da41318" providerId="Windows Live" clId="Web-{62C8418D-0336-ECBF-2386-EFFCB792884C}" dt="2024-09-18T11:15:04.818" v="61" actId="20577"/>
        <pc:sldMkLst>
          <pc:docMk/>
          <pc:sldMk cId="1811843611" sldId="1507"/>
        </pc:sldMkLst>
        <pc:spChg chg="mod">
          <ac:chgData name="Rosmin Elsa" userId="8f13a6be4da41318" providerId="Windows Live" clId="Web-{62C8418D-0336-ECBF-2386-EFFCB792884C}" dt="2024-09-18T11:15:04.818" v="61" actId="20577"/>
          <ac:spMkLst>
            <pc:docMk/>
            <pc:sldMk cId="1811843611" sldId="1507"/>
            <ac:spMk id="6" creationId="{00B7E6C3-DC3B-BC8E-EE75-86995C7F8ADF}"/>
          </ac:spMkLst>
        </pc:spChg>
      </pc:sldChg>
      <pc:sldChg chg="modSp">
        <pc:chgData name="Rosmin Elsa" userId="8f13a6be4da41318" providerId="Windows Live" clId="Web-{62C8418D-0336-ECBF-2386-EFFCB792884C}" dt="2024-09-18T11:15:54.070" v="78" actId="20577"/>
        <pc:sldMkLst>
          <pc:docMk/>
          <pc:sldMk cId="3926189785" sldId="1508"/>
        </pc:sldMkLst>
        <pc:spChg chg="mod">
          <ac:chgData name="Rosmin Elsa" userId="8f13a6be4da41318" providerId="Windows Live" clId="Web-{62C8418D-0336-ECBF-2386-EFFCB792884C}" dt="2024-09-18T11:15:54.070" v="78" actId="20577"/>
          <ac:spMkLst>
            <pc:docMk/>
            <pc:sldMk cId="3926189785" sldId="1508"/>
            <ac:spMk id="2" creationId="{F62A808D-4858-0178-DC4D-33CB2AAAD12A}"/>
          </ac:spMkLst>
        </pc:spChg>
      </pc:sldChg>
      <pc:sldChg chg="modSp">
        <pc:chgData name="Rosmin Elsa" userId="8f13a6be4da41318" providerId="Windows Live" clId="Web-{62C8418D-0336-ECBF-2386-EFFCB792884C}" dt="2024-09-18T11:15:41.882" v="76" actId="20577"/>
        <pc:sldMkLst>
          <pc:docMk/>
          <pc:sldMk cId="2738318269" sldId="1509"/>
        </pc:sldMkLst>
        <pc:spChg chg="mod">
          <ac:chgData name="Rosmin Elsa" userId="8f13a6be4da41318" providerId="Windows Live" clId="Web-{62C8418D-0336-ECBF-2386-EFFCB792884C}" dt="2024-09-18T11:15:41.882" v="76" actId="20577"/>
          <ac:spMkLst>
            <pc:docMk/>
            <pc:sldMk cId="2738318269" sldId="1509"/>
            <ac:spMk id="2" creationId="{E691D73F-0459-5B94-FC20-C2708D0847B8}"/>
          </ac:spMkLst>
        </pc:spChg>
      </pc:sldChg>
      <pc:sldChg chg="modSp">
        <pc:chgData name="Rosmin Elsa" userId="8f13a6be4da41318" providerId="Windows Live" clId="Web-{62C8418D-0336-ECBF-2386-EFFCB792884C}" dt="2024-09-18T11:18:46.372" v="104" actId="20577"/>
        <pc:sldMkLst>
          <pc:docMk/>
          <pc:sldMk cId="118786997" sldId="1511"/>
        </pc:sldMkLst>
        <pc:spChg chg="mod">
          <ac:chgData name="Rosmin Elsa" userId="8f13a6be4da41318" providerId="Windows Live" clId="Web-{62C8418D-0336-ECBF-2386-EFFCB792884C}" dt="2024-09-18T11:18:46.372" v="104" actId="20577"/>
          <ac:spMkLst>
            <pc:docMk/>
            <pc:sldMk cId="118786997" sldId="1511"/>
            <ac:spMk id="6" creationId="{B48AEF40-D79D-77F3-773C-095D81075E36}"/>
          </ac:spMkLst>
        </pc:spChg>
      </pc:sldChg>
      <pc:sldChg chg="modSp">
        <pc:chgData name="Rosmin Elsa" userId="8f13a6be4da41318" providerId="Windows Live" clId="Web-{62C8418D-0336-ECBF-2386-EFFCB792884C}" dt="2024-09-18T11:18:03.574" v="97" actId="20577"/>
        <pc:sldMkLst>
          <pc:docMk/>
          <pc:sldMk cId="3752309101" sldId="1512"/>
        </pc:sldMkLst>
        <pc:spChg chg="mod">
          <ac:chgData name="Rosmin Elsa" userId="8f13a6be4da41318" providerId="Windows Live" clId="Web-{62C8418D-0336-ECBF-2386-EFFCB792884C}" dt="2024-09-18T11:18:03.574" v="97" actId="20577"/>
          <ac:spMkLst>
            <pc:docMk/>
            <pc:sldMk cId="3752309101" sldId="1512"/>
            <ac:spMk id="5" creationId="{316BCAB3-BD3F-1B0E-CC2C-6CA0F2917E75}"/>
          </ac:spMkLst>
        </pc:spChg>
      </pc:sldChg>
      <pc:sldChg chg="modSp">
        <pc:chgData name="Rosmin Elsa" userId="8f13a6be4da41318" providerId="Windows Live" clId="Web-{62C8418D-0336-ECBF-2386-EFFCB792884C}" dt="2024-09-18T11:18:09.668" v="99" actId="20577"/>
        <pc:sldMkLst>
          <pc:docMk/>
          <pc:sldMk cId="3724847446" sldId="1513"/>
        </pc:sldMkLst>
        <pc:spChg chg="mod">
          <ac:chgData name="Rosmin Elsa" userId="8f13a6be4da41318" providerId="Windows Live" clId="Web-{62C8418D-0336-ECBF-2386-EFFCB792884C}" dt="2024-09-18T11:18:09.668" v="99" actId="20577"/>
          <ac:spMkLst>
            <pc:docMk/>
            <pc:sldMk cId="3724847446" sldId="1513"/>
            <ac:spMk id="5" creationId="{316BCAB3-BD3F-1B0E-CC2C-6CA0F2917E75}"/>
          </ac:spMkLst>
        </pc:spChg>
      </pc:sldChg>
      <pc:sldChg chg="modSp">
        <pc:chgData name="Rosmin Elsa" userId="8f13a6be4da41318" providerId="Windows Live" clId="Web-{62C8418D-0336-ECBF-2386-EFFCB792884C}" dt="2024-09-18T11:16:38.227" v="83" actId="20577"/>
        <pc:sldMkLst>
          <pc:docMk/>
          <pc:sldMk cId="2542250738" sldId="1514"/>
        </pc:sldMkLst>
        <pc:spChg chg="mod">
          <ac:chgData name="Rosmin Elsa" userId="8f13a6be4da41318" providerId="Windows Live" clId="Web-{62C8418D-0336-ECBF-2386-EFFCB792884C}" dt="2024-09-18T11:16:38.227" v="83" actId="20577"/>
          <ac:spMkLst>
            <pc:docMk/>
            <pc:sldMk cId="2542250738" sldId="1514"/>
            <ac:spMk id="5" creationId="{10C556C3-ECE9-D7DD-B726-33552398D44D}"/>
          </ac:spMkLst>
        </pc:spChg>
      </pc:sldChg>
      <pc:sldChg chg="modSp">
        <pc:chgData name="Rosmin Elsa" userId="8f13a6be4da41318" providerId="Windows Live" clId="Web-{62C8418D-0336-ECBF-2386-EFFCB792884C}" dt="2024-09-18T11:16:49.993" v="87" actId="20577"/>
        <pc:sldMkLst>
          <pc:docMk/>
          <pc:sldMk cId="2379652949" sldId="1515"/>
        </pc:sldMkLst>
        <pc:spChg chg="mod">
          <ac:chgData name="Rosmin Elsa" userId="8f13a6be4da41318" providerId="Windows Live" clId="Web-{62C8418D-0336-ECBF-2386-EFFCB792884C}" dt="2024-09-18T11:16:49.993" v="87" actId="20577"/>
          <ac:spMkLst>
            <pc:docMk/>
            <pc:sldMk cId="2379652949" sldId="1515"/>
            <ac:spMk id="5" creationId="{10C556C3-ECE9-D7DD-B726-33552398D44D}"/>
          </ac:spMkLst>
        </pc:spChg>
      </pc:sldChg>
      <pc:sldChg chg="modSp">
        <pc:chgData name="Rosmin Elsa" userId="8f13a6be4da41318" providerId="Windows Live" clId="Web-{62C8418D-0336-ECBF-2386-EFFCB792884C}" dt="2024-09-18T11:17:00.509" v="91" actId="20577"/>
        <pc:sldMkLst>
          <pc:docMk/>
          <pc:sldMk cId="3243509603" sldId="1516"/>
        </pc:sldMkLst>
        <pc:spChg chg="mod">
          <ac:chgData name="Rosmin Elsa" userId="8f13a6be4da41318" providerId="Windows Live" clId="Web-{62C8418D-0336-ECBF-2386-EFFCB792884C}" dt="2024-09-18T11:17:00.509" v="91" actId="20577"/>
          <ac:spMkLst>
            <pc:docMk/>
            <pc:sldMk cId="3243509603" sldId="1516"/>
            <ac:spMk id="5" creationId="{10C556C3-ECE9-D7DD-B726-33552398D44D}"/>
          </ac:spMkLst>
        </pc:spChg>
      </pc:sldChg>
      <pc:sldChg chg="modSp">
        <pc:chgData name="Rosmin Elsa" userId="8f13a6be4da41318" providerId="Windows Live" clId="Web-{62C8418D-0336-ECBF-2386-EFFCB792884C}" dt="2024-09-18T11:13:49.456" v="13" actId="20577"/>
        <pc:sldMkLst>
          <pc:docMk/>
          <pc:sldMk cId="3108161079" sldId="1517"/>
        </pc:sldMkLst>
        <pc:spChg chg="mod">
          <ac:chgData name="Rosmin Elsa" userId="8f13a6be4da41318" providerId="Windows Live" clId="Web-{62C8418D-0336-ECBF-2386-EFFCB792884C}" dt="2024-09-18T11:13:49.456" v="13" actId="20577"/>
          <ac:spMkLst>
            <pc:docMk/>
            <pc:sldMk cId="3108161079" sldId="1517"/>
            <ac:spMk id="5" creationId="{5302F64F-7B08-E1DF-77C2-DF24B4884A26}"/>
          </ac:spMkLst>
        </pc:spChg>
      </pc:sldChg>
      <pc:sldChg chg="modSp">
        <pc:chgData name="Rosmin Elsa" userId="8f13a6be4da41318" providerId="Windows Live" clId="Web-{62C8418D-0336-ECBF-2386-EFFCB792884C}" dt="2024-09-18T11:13:52.519" v="14" actId="20577"/>
        <pc:sldMkLst>
          <pc:docMk/>
          <pc:sldMk cId="3259940369" sldId="1518"/>
        </pc:sldMkLst>
        <pc:spChg chg="mod">
          <ac:chgData name="Rosmin Elsa" userId="8f13a6be4da41318" providerId="Windows Live" clId="Web-{62C8418D-0336-ECBF-2386-EFFCB792884C}" dt="2024-09-18T11:13:52.519" v="14" actId="20577"/>
          <ac:spMkLst>
            <pc:docMk/>
            <pc:sldMk cId="3259940369" sldId="1518"/>
            <ac:spMk id="5" creationId="{5302F64F-7B08-E1DF-77C2-DF24B4884A2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21/09/2024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9961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9323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1301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1144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, 9:00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55CE7F3C-6377-4BA4-082D-C05844B505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English Holy Communion Service – 22 Sep 2024, 9:00 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972620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22 Sep 2024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22 Sep 2024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Header - 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48FE7525-701C-1966-DABB-11C36E0824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495"/>
            <a:ext cx="9144000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7495"/>
            <a:ext cx="9144000" cy="361950"/>
          </a:xfrm>
          <a:noFill/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bg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F845F3-CC22-433F-9120-253A2A1338E7}"/>
              </a:ext>
            </a:extLst>
          </p:cNvPr>
          <p:cNvSpPr txBox="1"/>
          <p:nvPr userDrawn="1"/>
        </p:nvSpPr>
        <p:spPr>
          <a:xfrm>
            <a:off x="0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22 Sep 2024</a:t>
            </a:r>
            <a:endParaRPr lang="en-US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836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080C10-E480-D0A1-8690-B28A28F18A6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251047-C620-3DCA-7DCD-BC7B6AF95C5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6" r:id="rId12"/>
    <p:sldLayoutId id="2147483687" r:id="rId13"/>
    <p:sldLayoutId id="2147483689" r:id="rId14"/>
    <p:sldLayoutId id="2147483688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A101EC-CEE3-4ED1-FE12-DA216C37950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493509-BC76-0A2B-CB69-0C365EE1585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616800-622E-215F-CAE8-15609D1185C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9/21/24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3725A5-7ACC-389C-B7D1-A45DD3CB47C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3A813-6DBA-F993-8DA0-D81B4057E015}"/>
              </a:ext>
            </a:extLst>
          </p:cNvPr>
          <p:cNvSpPr txBox="1">
            <a:spLocks/>
          </p:cNvSpPr>
          <p:nvPr/>
        </p:nvSpPr>
        <p:spPr>
          <a:xfrm>
            <a:off x="1145925" y="1340979"/>
            <a:ext cx="7124865" cy="1033254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kern="140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Foretaste of the Kingdom of God</a:t>
            </a:r>
            <a:endParaRPr lang="en-GB" sz="6000" b="1" i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06118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868291" y="1809497"/>
            <a:ext cx="5407417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670550" y="1755777"/>
            <a:ext cx="5837938" cy="2035638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</a:rPr>
              <a:t>Opening Hymn</a:t>
            </a:r>
          </a:p>
          <a:p>
            <a:r>
              <a:rPr lang="en-SG" sz="4000">
                <a:solidFill>
                  <a:schemeClr val="bg1"/>
                </a:solidFill>
              </a:rPr>
              <a:t>Song no: 9</a:t>
            </a:r>
            <a:endParaRPr lang="en-US" sz="4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Hymn – Song no: 9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14082" y="813994"/>
            <a:ext cx="791583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800"/>
          </a:p>
          <a:p>
            <a:pPr algn="ctr"/>
            <a:endParaRPr lang="en-SG" sz="2800"/>
          </a:p>
          <a:p>
            <a:pPr algn="ctr"/>
            <a:r>
              <a:rPr lang="en-SG" sz="2800"/>
              <a:t>All people that on earth do dwell,</a:t>
            </a:r>
          </a:p>
          <a:p>
            <a:pPr algn="ctr"/>
            <a:r>
              <a:rPr lang="en-SG" sz="2800"/>
              <a:t>Sing to the Lord with cheerful voice:</a:t>
            </a:r>
          </a:p>
          <a:p>
            <a:pPr algn="ctr"/>
            <a:r>
              <a:rPr lang="en-SG" sz="2800"/>
              <a:t>Him serve with mirth, His praise forth tell,</a:t>
            </a:r>
          </a:p>
          <a:p>
            <a:pPr algn="ctr"/>
            <a:r>
              <a:rPr lang="en-SG" sz="2800"/>
              <a:t>Come ye before Him and rejoice.</a:t>
            </a:r>
            <a:endParaRPr lang="en-US" sz="2800" i="1">
              <a:solidFill>
                <a:srgbClr val="8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56272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Opening: 1 of 4</a:t>
            </a:r>
          </a:p>
        </p:txBody>
      </p:sp>
    </p:spTree>
    <p:extLst>
      <p:ext uri="{BB962C8B-B14F-4D97-AF65-F5344CB8AC3E}">
        <p14:creationId xmlns:p14="http://schemas.microsoft.com/office/powerpoint/2010/main" val="2137578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2C480-416B-0D92-AE41-A2F64F544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0D44C-1859-E285-8215-02854B445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Hymn – Song no: 9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6229D4E-5EDB-6515-3E8F-2E7CCF6E276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DE8A97-A04A-A5A0-1CE7-9CAA6D4FBF8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Opening: 2 of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301D56-E6F9-4D0B-1BC6-9615C12AA33C}"/>
              </a:ext>
            </a:extLst>
          </p:cNvPr>
          <p:cNvSpPr txBox="1"/>
          <p:nvPr/>
        </p:nvSpPr>
        <p:spPr>
          <a:xfrm>
            <a:off x="614082" y="813994"/>
            <a:ext cx="791583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800"/>
          </a:p>
          <a:p>
            <a:pPr algn="ctr"/>
            <a:endParaRPr lang="en-SG" sz="2800"/>
          </a:p>
          <a:p>
            <a:pPr algn="ctr"/>
            <a:r>
              <a:rPr lang="en-SG" sz="2800"/>
              <a:t>Know that the Lord is God indeed,</a:t>
            </a:r>
          </a:p>
          <a:p>
            <a:pPr algn="ctr"/>
            <a:r>
              <a:rPr lang="en-SG" sz="2800"/>
              <a:t>Without our aid He did us make:</a:t>
            </a:r>
          </a:p>
          <a:p>
            <a:pPr algn="ctr"/>
            <a:r>
              <a:rPr lang="en-SG" sz="2800"/>
              <a:t>We are His flock. He doth us feed,</a:t>
            </a:r>
          </a:p>
          <a:p>
            <a:pPr algn="ctr"/>
            <a:r>
              <a:rPr lang="en-SG" sz="2800"/>
              <a:t>And for His sheep He doth us take.</a:t>
            </a:r>
          </a:p>
        </p:txBody>
      </p:sp>
    </p:spTree>
    <p:extLst>
      <p:ext uri="{BB962C8B-B14F-4D97-AF65-F5344CB8AC3E}">
        <p14:creationId xmlns:p14="http://schemas.microsoft.com/office/powerpoint/2010/main" val="3068996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31019-C43F-FF71-11CE-388377019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C818C-9627-247B-B917-187D597D3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Hymn – Song no: 9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B1FD657-1852-592D-25AA-136009E32B5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16CFBD-E0AF-57EE-01B9-A67C4B76D0B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Opening: 3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098C9C-7A7C-A361-89C3-CB0D9F1C1E3A}"/>
              </a:ext>
            </a:extLst>
          </p:cNvPr>
          <p:cNvSpPr txBox="1"/>
          <p:nvPr/>
        </p:nvSpPr>
        <p:spPr>
          <a:xfrm>
            <a:off x="614082" y="799126"/>
            <a:ext cx="791583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800"/>
          </a:p>
          <a:p>
            <a:pPr algn="ctr"/>
            <a:endParaRPr lang="en-SG" sz="2800"/>
          </a:p>
          <a:p>
            <a:pPr algn="ctr"/>
            <a:r>
              <a:rPr lang="en-SG" sz="2800"/>
              <a:t>Oh, enter then His gates with praise,</a:t>
            </a:r>
          </a:p>
          <a:p>
            <a:pPr algn="ctr"/>
            <a:r>
              <a:rPr lang="en-SG" sz="2800"/>
              <a:t>Approach with joy His courts unto:</a:t>
            </a:r>
          </a:p>
          <a:p>
            <a:pPr algn="ctr"/>
            <a:r>
              <a:rPr lang="en-SG" sz="2800"/>
              <a:t>Praise, laud, and bless His name always,</a:t>
            </a:r>
          </a:p>
          <a:p>
            <a:pPr algn="ctr"/>
            <a:r>
              <a:rPr lang="en-SG" sz="2800"/>
              <a:t>For it is seemly so to do. </a:t>
            </a:r>
          </a:p>
        </p:txBody>
      </p:sp>
    </p:spTree>
    <p:extLst>
      <p:ext uri="{BB962C8B-B14F-4D97-AF65-F5344CB8AC3E}">
        <p14:creationId xmlns:p14="http://schemas.microsoft.com/office/powerpoint/2010/main" val="2264041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31019-C43F-FF71-11CE-388377019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C818C-9627-247B-B917-187D597D3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Hymn – Song no: 9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B1FD657-1852-592D-25AA-136009E32B5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16CFBD-E0AF-57EE-01B9-A67C4B76D0B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Opening: 4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098C9C-7A7C-A361-89C3-CB0D9F1C1E3A}"/>
              </a:ext>
            </a:extLst>
          </p:cNvPr>
          <p:cNvSpPr txBox="1"/>
          <p:nvPr/>
        </p:nvSpPr>
        <p:spPr>
          <a:xfrm>
            <a:off x="614082" y="813994"/>
            <a:ext cx="791583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800"/>
          </a:p>
          <a:p>
            <a:pPr algn="ctr"/>
            <a:endParaRPr lang="en-SG" sz="2800"/>
          </a:p>
          <a:p>
            <a:pPr algn="ctr"/>
            <a:r>
              <a:rPr lang="en-SG" sz="2800"/>
              <a:t>For why ? the Lord our God is good,</a:t>
            </a:r>
          </a:p>
          <a:p>
            <a:pPr algn="ctr"/>
            <a:r>
              <a:rPr lang="en-SG" sz="2800"/>
              <a:t>His mercy is for ever sure;</a:t>
            </a:r>
          </a:p>
          <a:p>
            <a:pPr algn="ctr"/>
            <a:r>
              <a:rPr lang="en-SG" sz="2800"/>
              <a:t>His truth at all times firmly stood,</a:t>
            </a:r>
          </a:p>
          <a:p>
            <a:pPr algn="ctr"/>
            <a:r>
              <a:rPr lang="en-SG" sz="2800"/>
              <a:t>And shall from age to age endure.</a:t>
            </a:r>
          </a:p>
        </p:txBody>
      </p:sp>
    </p:spTree>
    <p:extLst>
      <p:ext uri="{BB962C8B-B14F-4D97-AF65-F5344CB8AC3E}">
        <p14:creationId xmlns:p14="http://schemas.microsoft.com/office/powerpoint/2010/main" val="12393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DF675-68B2-E157-D40A-40EF3DECB71A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kern="140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Foretaste of the Kingdom of God</a:t>
            </a:r>
            <a:endParaRPr lang="en-GB" sz="6000" b="1" i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72910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513336" y="1378756"/>
            <a:ext cx="6117328" cy="2385987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378756"/>
            <a:ext cx="6117328" cy="2385987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  <a:latin typeface="Tenorite"/>
              </a:rPr>
              <a:t>Thanksgiving Prayers</a:t>
            </a:r>
            <a:endParaRPr lang="en-US">
              <a:solidFill>
                <a:schemeClr val="bg1"/>
              </a:solidFill>
            </a:endParaRPr>
          </a:p>
          <a:p>
            <a:r>
              <a:rPr lang="en-SG">
                <a:solidFill>
                  <a:schemeClr val="bg1"/>
                </a:solidFill>
                <a:latin typeface="Tenorite"/>
              </a:rPr>
              <a:t>Great is Thy faithfulness (chorus)</a:t>
            </a:r>
            <a:endParaRPr lang="en-GB">
              <a:solidFill>
                <a:schemeClr val="bg1"/>
              </a:solidFill>
              <a:latin typeface="Tenorite"/>
            </a:endParaRP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Birthday Thanksgiving – Great</a:t>
            </a:r>
            <a:r>
              <a:rPr lang="en-SG" dirty="0"/>
              <a:t> is thy faithfulness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E83AD-AD85-5E6C-33F5-D8EF739355C5}"/>
              </a:ext>
            </a:extLst>
          </p:cNvPr>
          <p:cNvSpPr txBox="1"/>
          <p:nvPr/>
        </p:nvSpPr>
        <p:spPr>
          <a:xfrm>
            <a:off x="988741" y="842781"/>
            <a:ext cx="735980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SG" sz="2800"/>
          </a:p>
          <a:p>
            <a:pPr algn="ctr"/>
            <a:r>
              <a:rPr lang="en-SG" sz="2800"/>
              <a:t>Great is Thy faithfulness!</a:t>
            </a:r>
          </a:p>
          <a:p>
            <a:pPr algn="ctr"/>
            <a:r>
              <a:rPr lang="en-SG" sz="2800"/>
              <a:t>Great is Thy faithfulness!</a:t>
            </a:r>
          </a:p>
          <a:p>
            <a:pPr algn="ctr"/>
            <a:r>
              <a:rPr lang="en-SG" sz="2800"/>
              <a:t>Morning by morning new mercies I see;</a:t>
            </a:r>
          </a:p>
          <a:p>
            <a:pPr algn="ctr"/>
            <a:r>
              <a:rPr lang="en-SG" sz="2800"/>
              <a:t>All I have needed Thy hand hath provided:</a:t>
            </a:r>
          </a:p>
          <a:p>
            <a:pPr algn="ctr"/>
            <a:r>
              <a:rPr lang="en-SG" sz="2800"/>
              <a:t>Great is Thy faithfulness, Lord, unto me!</a:t>
            </a:r>
            <a:endParaRPr lang="en-US" sz="2800" i="1"/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B1B1673-989C-680F-2E10-EB145FAF0EA9}"/>
              </a:ext>
            </a:extLst>
          </p:cNvPr>
          <p:cNvSpPr/>
          <p:nvPr/>
        </p:nvSpPr>
        <p:spPr>
          <a:xfrm>
            <a:off x="1513336" y="1809496"/>
            <a:ext cx="6117328" cy="997009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754364"/>
            <a:ext cx="6117328" cy="126315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Thanksgiving Prayers</a:t>
            </a:r>
          </a:p>
        </p:txBody>
      </p:sp>
    </p:spTree>
    <p:extLst>
      <p:ext uri="{BB962C8B-B14F-4D97-AF65-F5344CB8AC3E}">
        <p14:creationId xmlns:p14="http://schemas.microsoft.com/office/powerpoint/2010/main" val="180396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3B826F-1EDA-129F-EC70-2DC957D4F038}"/>
              </a:ext>
            </a:extLst>
          </p:cNvPr>
          <p:cNvSpPr/>
          <p:nvPr/>
        </p:nvSpPr>
        <p:spPr>
          <a:xfrm>
            <a:off x="2141910" y="1757052"/>
            <a:ext cx="5152970" cy="1629395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89" y="1754363"/>
            <a:ext cx="5529198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Offertory</a:t>
            </a:r>
          </a:p>
          <a:p>
            <a:r>
              <a:rPr lang="en-SG" sz="4200" i="1">
                <a:solidFill>
                  <a:schemeClr val="bg1"/>
                </a:solidFill>
              </a:rPr>
              <a:t>The Kingdom of God</a:t>
            </a:r>
            <a:endParaRPr lang="en-GB" sz="4200" i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883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– The Kingdom of God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093" y="901296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1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0" y="569469"/>
            <a:ext cx="6026055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SG" sz="2700" i="1"/>
          </a:p>
          <a:p>
            <a:r>
              <a:rPr lang="en-SG" sz="2800" i="1"/>
              <a:t>The kingdom of God is justice </a:t>
            </a:r>
            <a:br>
              <a:rPr lang="en-SG" sz="2800" i="1"/>
            </a:br>
            <a:r>
              <a:rPr lang="en-SG" sz="2800" i="1"/>
              <a:t>and joy;</a:t>
            </a:r>
          </a:p>
          <a:p>
            <a:r>
              <a:rPr lang="en-SG" sz="2800" i="1"/>
              <a:t>For Jesus restores what sin would destroy.</a:t>
            </a:r>
          </a:p>
          <a:p>
            <a:r>
              <a:rPr lang="en-SG" sz="2800" i="1"/>
              <a:t>God's power and glory in Jesus we know;</a:t>
            </a:r>
          </a:p>
          <a:p>
            <a:r>
              <a:rPr lang="en-SG" sz="2800" i="1"/>
              <a:t>And here and hereafter the kingdom shall grow.</a:t>
            </a:r>
          </a:p>
          <a:p>
            <a:endParaRPr lang="en-SG" sz="2700" i="1"/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– The Kingdom of God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4454" y="901296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2 of 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DA67F3-26B9-DFE2-4EEB-3CD63D772246}"/>
              </a:ext>
            </a:extLst>
          </p:cNvPr>
          <p:cNvSpPr txBox="1"/>
          <p:nvPr/>
        </p:nvSpPr>
        <p:spPr>
          <a:xfrm>
            <a:off x="0" y="587391"/>
            <a:ext cx="602605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SG" sz="2800" i="1"/>
          </a:p>
          <a:p>
            <a:r>
              <a:rPr lang="en-SG" sz="2800" i="1"/>
              <a:t>The kingdom of God is mercy </a:t>
            </a:r>
            <a:br>
              <a:rPr lang="en-SG" sz="2800" i="1"/>
            </a:br>
            <a:r>
              <a:rPr lang="en-SG" sz="2800" i="1"/>
              <a:t>and grace;</a:t>
            </a:r>
          </a:p>
          <a:p>
            <a:r>
              <a:rPr lang="en-SG" sz="2800" i="1"/>
              <a:t>The captives are freed, the sinners find place,</a:t>
            </a:r>
          </a:p>
          <a:p>
            <a:r>
              <a:rPr lang="en-SG" sz="2800" i="1"/>
              <a:t>The outcast are welcomed God's banquet to share;</a:t>
            </a:r>
          </a:p>
          <a:p>
            <a:r>
              <a:rPr lang="en-SG" sz="2800" i="1"/>
              <a:t>And hope is awakened in place of despair.</a:t>
            </a:r>
          </a:p>
          <a:p>
            <a:endParaRPr lang="en-SG" sz="2800" i="1"/>
          </a:p>
        </p:txBody>
      </p:sp>
    </p:spTree>
    <p:extLst>
      <p:ext uri="{BB962C8B-B14F-4D97-AF65-F5344CB8AC3E}">
        <p14:creationId xmlns:p14="http://schemas.microsoft.com/office/powerpoint/2010/main" val="2268015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– The Kingdom of God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847698" y="428631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277" y="901295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3 of 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26D545-B276-5304-DC16-72D6F4A77406}"/>
              </a:ext>
            </a:extLst>
          </p:cNvPr>
          <p:cNvSpPr txBox="1"/>
          <p:nvPr/>
        </p:nvSpPr>
        <p:spPr>
          <a:xfrm>
            <a:off x="0" y="600246"/>
            <a:ext cx="6100398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SG" sz="2600" i="1"/>
          </a:p>
          <a:p>
            <a:r>
              <a:rPr lang="en-SG" sz="2800" i="1"/>
              <a:t>The kingdom of God is challenge </a:t>
            </a:r>
            <a:br>
              <a:rPr lang="en-SG" sz="2800" i="1"/>
            </a:br>
            <a:r>
              <a:rPr lang="en-SG" sz="2800" i="1"/>
              <a:t>and choice:</a:t>
            </a:r>
          </a:p>
          <a:p>
            <a:r>
              <a:rPr lang="en-SG" sz="2800" i="1"/>
              <a:t>Believe the good news, repent and rejoice!</a:t>
            </a:r>
          </a:p>
          <a:p>
            <a:r>
              <a:rPr lang="en-SG" sz="2800" i="1"/>
              <a:t>God's love for us sinners brought Christ to his cross:</a:t>
            </a:r>
          </a:p>
          <a:p>
            <a:r>
              <a:rPr lang="en-SG" sz="2800" i="1"/>
              <a:t>Our crisis of judgement for gain </a:t>
            </a:r>
            <a:br>
              <a:rPr lang="en-SG" sz="2800" i="1"/>
            </a:br>
            <a:r>
              <a:rPr lang="en-SG" sz="2800" i="1"/>
              <a:t>or for loss.</a:t>
            </a:r>
          </a:p>
          <a:p>
            <a:endParaRPr lang="en-SG" sz="2600" i="1"/>
          </a:p>
        </p:txBody>
      </p:sp>
    </p:spTree>
    <p:extLst>
      <p:ext uri="{BB962C8B-B14F-4D97-AF65-F5344CB8AC3E}">
        <p14:creationId xmlns:p14="http://schemas.microsoft.com/office/powerpoint/2010/main" val="786665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– The Kingdom of God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847698" y="428631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277" y="901295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4 of 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26D545-B276-5304-DC16-72D6F4A77406}"/>
              </a:ext>
            </a:extLst>
          </p:cNvPr>
          <p:cNvSpPr txBox="1"/>
          <p:nvPr/>
        </p:nvSpPr>
        <p:spPr>
          <a:xfrm>
            <a:off x="0" y="613695"/>
            <a:ext cx="6100398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SG" sz="2600" i="1" dirty="0"/>
          </a:p>
          <a:p>
            <a:r>
              <a:rPr lang="en-SG" sz="2800" i="1" dirty="0"/>
              <a:t>God's kingdom has come, the gift </a:t>
            </a:r>
            <a:br>
              <a:rPr lang="en-SG" sz="2800" i="1" dirty="0"/>
            </a:br>
            <a:r>
              <a:rPr lang="en-SG" sz="2800" i="1" dirty="0"/>
              <a:t>and the goal;</a:t>
            </a:r>
          </a:p>
          <a:p>
            <a:r>
              <a:rPr lang="en-SG" sz="2800" i="1" dirty="0"/>
              <a:t>In Jesus began, in heaven made whole.</a:t>
            </a:r>
          </a:p>
          <a:p>
            <a:r>
              <a:rPr lang="en-SG" sz="2800" i="1" dirty="0"/>
              <a:t>The heirs of the kingdom shall </a:t>
            </a:r>
            <a:br>
              <a:rPr lang="en-SG" sz="2800" i="1" dirty="0"/>
            </a:br>
            <a:r>
              <a:rPr lang="en-SG" sz="2800" i="1" dirty="0"/>
              <a:t>answer his call;</a:t>
            </a:r>
          </a:p>
          <a:p>
            <a:r>
              <a:rPr lang="en-SG" sz="2800" i="1" dirty="0"/>
              <a:t>And all things cry "Glory!" to God all in all.</a:t>
            </a:r>
          </a:p>
        </p:txBody>
      </p:sp>
    </p:spTree>
    <p:extLst>
      <p:ext uri="{BB962C8B-B14F-4D97-AF65-F5344CB8AC3E}">
        <p14:creationId xmlns:p14="http://schemas.microsoft.com/office/powerpoint/2010/main" val="118786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Confession –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Father of all, whose love profound (v1)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981231" y="1038986"/>
            <a:ext cx="737921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b="0" i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Father of all, Whose love profound</a:t>
            </a:r>
            <a:br>
              <a:rPr lang="en-SG" sz="2800"/>
            </a:br>
            <a:r>
              <a:rPr lang="en-SG" sz="2800" b="0" i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A ransom for our souls hath found,</a:t>
            </a:r>
            <a:br>
              <a:rPr lang="en-SG" sz="2800"/>
            </a:br>
            <a:r>
              <a:rPr lang="en-SG" sz="2800" b="0" i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Before thy throne we sinners bend;</a:t>
            </a:r>
            <a:br>
              <a:rPr lang="en-SG" sz="2800"/>
            </a:br>
            <a:r>
              <a:rPr lang="en-SG" sz="2800" b="0" i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To us Thy pard’ning love extend.</a:t>
            </a: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0071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B06CDC2-E50A-3116-E465-B97E39BC940D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kern="140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Foretaste of the Kingdom of God</a:t>
            </a:r>
            <a:endParaRPr lang="en-GB" sz="6000" b="1" i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855693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Father of all, Whose love profound</a:t>
            </a:r>
            <a:b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1A2DE-FB90-6CB0-7A3A-DA847164E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2CBC7-3594-F81A-BA42-8BDF60D42F6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2312A7-33C9-D63C-33EF-E395463CEF7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75DE56-5F0C-5056-AE13-29D86795AD33}"/>
              </a:ext>
            </a:extLst>
          </p:cNvPr>
          <p:cNvSpPr/>
          <p:nvPr/>
        </p:nvSpPr>
        <p:spPr>
          <a:xfrm>
            <a:off x="1407678" y="713099"/>
            <a:ext cx="6798420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Father of all, whose love profound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 ransom for our souls hath found,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Before thy throne we sinners bend;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To us Thy pard’ning love extend.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06B5B6E-8198-6E5C-6E84-9D75287DF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Father of all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4611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88753-194C-4569-CBD4-569478ECE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BE1A8-259F-FA31-D471-A122F2ACF34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36563C-ACF3-6396-FBBC-277D5688DA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2 of 4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BAC8562-D3A9-2F9C-BC47-4C2B3FDE8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Father of all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ED1771-E231-3FD6-2DA0-7960BC23263E}"/>
              </a:ext>
            </a:extLst>
          </p:cNvPr>
          <p:cNvSpPr/>
          <p:nvPr/>
        </p:nvSpPr>
        <p:spPr>
          <a:xfrm>
            <a:off x="1407678" y="713099"/>
            <a:ext cx="6798420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Almighty Son, Incarnate Word,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Our Prophet, Priest, Redeemer, Lord,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Before thy throne we sinners bend;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To us Thy saving grace extend.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6683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1A2DE-FB90-6CB0-7A3A-DA847164E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2CBC7-3594-F81A-BA42-8BDF60D42F6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2312A7-33C9-D63C-33EF-E395463CEF7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3 of 4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06B5B6E-8198-6E5C-6E84-9D75287DF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Father of all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67AA21-CD46-FF5C-7955-B9EEFC090DB3}"/>
              </a:ext>
            </a:extLst>
          </p:cNvPr>
          <p:cNvSpPr/>
          <p:nvPr/>
        </p:nvSpPr>
        <p:spPr>
          <a:xfrm>
            <a:off x="1407678" y="713099"/>
            <a:ext cx="679842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Eternal Spirit, by Whose breath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 soul is raised from sin and death,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Before thy throne we sinners bend;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To us Thy quickening power extend.</a:t>
            </a:r>
          </a:p>
          <a:p>
            <a:pPr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07371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88753-194C-4569-CBD4-569478ECE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BE1A8-259F-FA31-D471-A122F2ACF34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36563C-ACF3-6396-FBBC-277D5688DA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4 of 4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BAC8562-D3A9-2F9C-BC47-4C2B3FDE8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Father of all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AAED6A-8837-320C-311F-7CEB29643F77}"/>
              </a:ext>
            </a:extLst>
          </p:cNvPr>
          <p:cNvSpPr/>
          <p:nvPr/>
        </p:nvSpPr>
        <p:spPr>
          <a:xfrm>
            <a:off x="1407678" y="713099"/>
            <a:ext cx="6798420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Jehovah, Father, Spirit, Son !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Mysterious Godhead, Three in One!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Before Thy throne we sinners bend;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Grace, pardon, life to us extend.</a:t>
            </a:r>
          </a:p>
        </p:txBody>
      </p:sp>
    </p:spTree>
    <p:extLst>
      <p:ext uri="{BB962C8B-B14F-4D97-AF65-F5344CB8AC3E}">
        <p14:creationId xmlns:p14="http://schemas.microsoft.com/office/powerpoint/2010/main" val="30200475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Communion- Song no: 621</a:t>
            </a:r>
            <a:endParaRPr lang="en-US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63294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 : 1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966440" y="887505"/>
            <a:ext cx="7121912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" I gave My life for thee;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precious blood I shed,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That thou might'st ransomed be,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quickened from the dead.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 gave My life for thee: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What hast thou given for Me? ”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25EBDEB-28A0-A895-EE99-148520068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621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6838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9C799-54F8-9F54-9CDA-E86AA4D60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5B98C-C680-9EC4-C416-2579415ADDB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A1A9F0-F0F9-37AD-31A6-86E97ABD9DA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 : 2 of 6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A2F3080-99F1-F2DE-3299-E174825DB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621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BCF8F5-1F13-9AA3-7DE4-DF88814F4B98}"/>
              </a:ext>
            </a:extLst>
          </p:cNvPr>
          <p:cNvSpPr/>
          <p:nvPr/>
        </p:nvSpPr>
        <p:spPr>
          <a:xfrm>
            <a:off x="966440" y="887505"/>
            <a:ext cx="7121912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" I spent long years for thee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In weariness and woe,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That an eternity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Of joy thou mightest know.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 spent long years for thee: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Hast thou spent one for Me? ”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2497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FCC16-8237-7A4A-8132-EB7B36674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4BCE5-D0DB-F50C-ACE2-10B55A31A85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B62AD4-7852-AF68-5FEF-46892C0A0BE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 : 3 of 6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5BA4930-30DF-D4B4-ADD6-B777DB74D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621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505669-781F-220D-66FB-8EDE28C78D4A}"/>
              </a:ext>
            </a:extLst>
          </p:cNvPr>
          <p:cNvSpPr/>
          <p:nvPr/>
        </p:nvSpPr>
        <p:spPr>
          <a:xfrm>
            <a:off x="609600" y="857768"/>
            <a:ext cx="770920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“ My Father's home of light,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rainbow-circled throne,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 left for earthly night,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wanderings sad and lone.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 left it all for thee: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Hast thou left aught for Me? ”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​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7215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91385-2395-4E6B-21F6-B0BD0B1CA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0DC69-02FF-6CAC-4071-A81BDB9CCCF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6BCAB3-BD3F-1B0E-CC2C-6CA0F2917E7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 : 4 of 6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EA20479-821D-F1BF-5BAF-75D0E2472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621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90CBC6-5FCE-E899-ED03-076E93ADF6B9}"/>
              </a:ext>
            </a:extLst>
          </p:cNvPr>
          <p:cNvSpPr/>
          <p:nvPr/>
        </p:nvSpPr>
        <p:spPr>
          <a:xfrm>
            <a:off x="966440" y="887505"/>
            <a:ext cx="7121912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“ I suffered much for thee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More than thy tongue can tell,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Of bitterest agony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To rescue thee from hell.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 suffered much for thee: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What canst thou bear for Me? ”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4380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91385-2395-4E6B-21F6-B0BD0B1CA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0DC69-02FF-6CAC-4071-A81BDB9CCCF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6BCAB3-BD3F-1B0E-CC2C-6CA0F2917E7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 : 5 of 6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EA20479-821D-F1BF-5BAF-75D0E2472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621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90CBC6-5FCE-E899-ED03-076E93ADF6B9}"/>
              </a:ext>
            </a:extLst>
          </p:cNvPr>
          <p:cNvSpPr/>
          <p:nvPr/>
        </p:nvSpPr>
        <p:spPr>
          <a:xfrm>
            <a:off x="966440" y="887505"/>
            <a:ext cx="7121912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“ And I have brought to thee,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Down from My home above.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Salvation full and free,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pardon and My love.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Great gifts I brought to thee: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What hast thou brought to Me? ”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3091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91385-2395-4E6B-21F6-B0BD0B1CA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0DC69-02FF-6CAC-4071-A81BDB9CCCF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6BCAB3-BD3F-1B0E-CC2C-6CA0F2917E7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 : 6 of 6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EA20479-821D-F1BF-5BAF-75D0E2472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621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90CBC6-5FCE-E899-ED03-076E93ADF6B9}"/>
              </a:ext>
            </a:extLst>
          </p:cNvPr>
          <p:cNvSpPr/>
          <p:nvPr/>
        </p:nvSpPr>
        <p:spPr>
          <a:xfrm>
            <a:off x="966440" y="887505"/>
            <a:ext cx="7121912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Oh, let thy life be given,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Thy years for Him be spent;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World-fetters all be riven,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joy with suffering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blent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Bring thou thy worthless all: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Follow thy Saviour's call.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48474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710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26189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3 : 1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452282" y="887505"/>
            <a:ext cx="7082118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 weary heart, there is a Home,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Beyond the reach of toil and care;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 Home where changes never come: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Who would not fain be resting there ?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BB545B6-E81A-AAD9-C97D-D3B592102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710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1135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511BD-4CF8-C1EE-FA4D-ECE6DB13F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1A085-CC7D-6120-4B9E-492A4D20CB4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C556C3-ECE9-D7DD-B726-33552398D44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3 : 2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1F0B22-0AC9-61BE-20AC-30E8E824EE40}"/>
              </a:ext>
            </a:extLst>
          </p:cNvPr>
          <p:cNvSpPr/>
          <p:nvPr/>
        </p:nvSpPr>
        <p:spPr>
          <a:xfrm>
            <a:off x="1012874" y="887505"/>
            <a:ext cx="7521526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 wait, meekly wait, and murmur not!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 wait, meekly wait, and murmur not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 wait, oh wait,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 wait, and murmur not ! 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AA28230-F44B-DC32-A51A-DCC1B6783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710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9691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4096E-959C-5645-20DC-DFB96341C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471A0-46D7-277D-817B-0909360975D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593030-CC76-61CF-F7F5-DC6A9C28DBC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3 : 3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6B8FA0-9883-25CB-4F0E-617DCF91BB8C}"/>
              </a:ext>
            </a:extLst>
          </p:cNvPr>
          <p:cNvSpPr/>
          <p:nvPr/>
        </p:nvSpPr>
        <p:spPr>
          <a:xfrm>
            <a:off x="611945" y="887505"/>
            <a:ext cx="8166295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Yet when bowed down beneath the load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By heaven allowed, thine earthly lot;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Look up ! thou'lt reach that blest abode: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Wait, meekly wait, and murmur not !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D938F6E-BF3A-A165-D6A8-EB6116638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710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861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511BD-4CF8-C1EE-FA4D-ECE6DB13F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1A085-CC7D-6120-4B9E-492A4D20CB4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C556C3-ECE9-D7DD-B726-33552398D44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3 : 4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1F0B22-0AC9-61BE-20AC-30E8E824EE40}"/>
              </a:ext>
            </a:extLst>
          </p:cNvPr>
          <p:cNvSpPr/>
          <p:nvPr/>
        </p:nvSpPr>
        <p:spPr>
          <a:xfrm>
            <a:off x="1012874" y="887505"/>
            <a:ext cx="7521526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 wait, meekly wait, and murmur not!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 wait, meekly wait, and murmur not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 wait, oh wait,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 wait, and murmur not ! 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AA28230-F44B-DC32-A51A-DCC1B6783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710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2507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4535E-5577-DE61-358A-A232B1DFB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0867B-35C3-98EE-A01C-8D569EF4A86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47971-DA85-C751-DC5A-5C52B51C52B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3 : 5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0B3BE2-D998-167B-8C65-476E697BA331}"/>
              </a:ext>
            </a:extLst>
          </p:cNvPr>
          <p:cNvSpPr/>
          <p:nvPr/>
        </p:nvSpPr>
        <p:spPr>
          <a:xfrm>
            <a:off x="928468" y="887505"/>
            <a:ext cx="7605932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If in thy path some thorns are found,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Oh, think who bore them on His brow;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If grief thy sorrowing heart has found,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It reached a holier than thou.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90AFB74-83FD-8F85-3412-5B2B465B4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710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7629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511BD-4CF8-C1EE-FA4D-ECE6DB13F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1A085-CC7D-6120-4B9E-492A4D20CB4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C556C3-ECE9-D7DD-B726-33552398D44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3 : 6 of 8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1F0B22-0AC9-61BE-20AC-30E8E824EE40}"/>
              </a:ext>
            </a:extLst>
          </p:cNvPr>
          <p:cNvSpPr/>
          <p:nvPr/>
        </p:nvSpPr>
        <p:spPr>
          <a:xfrm>
            <a:off x="1012874" y="887505"/>
            <a:ext cx="7521526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 wait, meekly wait, and murmur not!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 wait, meekly wait, and murmur not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 wait, oh wait,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 wait, and murmur not ! 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AA28230-F44B-DC32-A51A-DCC1B6783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710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6529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4535E-5577-DE61-358A-A232B1DFB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0867B-35C3-98EE-A01C-8D569EF4A86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47971-DA85-C751-DC5A-5C52B51C52B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3 : 7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0B3BE2-D998-167B-8C65-476E697BA331}"/>
              </a:ext>
            </a:extLst>
          </p:cNvPr>
          <p:cNvSpPr/>
          <p:nvPr/>
        </p:nvSpPr>
        <p:spPr>
          <a:xfrm>
            <a:off x="935502" y="887505"/>
            <a:ext cx="7737230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Toil on ! nor deem, though sore it be,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One sigh unheard, one prayer forgot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 day of rest will dawn for thee: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Wait, meekly wait, and murmur not !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90AFB74-83FD-8F85-3412-5B2B465B4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710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1051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511BD-4CF8-C1EE-FA4D-ECE6DB13F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1A085-CC7D-6120-4B9E-492A4D20CB4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C556C3-ECE9-D7DD-B726-33552398D44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3 : 8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1F0B22-0AC9-61BE-20AC-30E8E824EE40}"/>
              </a:ext>
            </a:extLst>
          </p:cNvPr>
          <p:cNvSpPr/>
          <p:nvPr/>
        </p:nvSpPr>
        <p:spPr>
          <a:xfrm>
            <a:off x="1012874" y="887505"/>
            <a:ext cx="7521526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 wait, meekly wait, and murmur not!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 wait, meekly wait, and murmur not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 wait, oh wait,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 wait, and murmur not ! 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AA28230-F44B-DC32-A51A-DCC1B6783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710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5096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540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041014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1 of </a:t>
            </a:r>
            <a:r>
              <a:rPr lang="en-SG" sz="1400"/>
              <a:t>4</a:t>
            </a:r>
            <a:endParaRPr lang="en-US" sz="1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520505" y="878713"/>
            <a:ext cx="8328073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>
                <a:ea typeface="+mn-lt"/>
                <a:cs typeface="+mn-lt"/>
              </a:rPr>
              <a:t>A wonderful Saviour is Jesus, my Lord,</a:t>
            </a:r>
          </a:p>
          <a:p>
            <a:r>
              <a:rPr lang="en-SG" sz="2800">
                <a:ea typeface="+mn-lt"/>
                <a:cs typeface="+mn-lt"/>
              </a:rPr>
              <a:t>A wonderful Saviour to me ; </a:t>
            </a:r>
          </a:p>
          <a:p>
            <a:r>
              <a:rPr lang="en-SG" sz="2800">
                <a:ea typeface="+mn-lt"/>
                <a:cs typeface="+mn-lt"/>
              </a:rPr>
              <a:t>He hideth my soul in the cleft of the rock,</a:t>
            </a:r>
          </a:p>
          <a:p>
            <a:r>
              <a:rPr lang="en-SG" sz="2800">
                <a:ea typeface="+mn-lt"/>
                <a:cs typeface="+mn-lt"/>
              </a:rPr>
              <a:t>Where rivers of pleasure I see.</a:t>
            </a:r>
          </a:p>
          <a:p>
            <a:pPr lvl="2"/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He </a:t>
            </a:r>
            <a:r>
              <a:rPr lang="en-SG" sz="2800" i="1" err="1">
                <a:solidFill>
                  <a:srgbClr val="C00000"/>
                </a:solidFill>
                <a:ea typeface="+mn-lt"/>
                <a:cs typeface="+mn-lt"/>
              </a:rPr>
              <a:t>hideth</a:t>
            </a:r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 my soul in the cleft of the rock,</a:t>
            </a:r>
          </a:p>
          <a:p>
            <a:pPr lvl="2"/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That shadows a dry, thirsty land ;</a:t>
            </a:r>
          </a:p>
          <a:p>
            <a:pPr lvl="2"/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He hideth my life in the depths of His love,</a:t>
            </a:r>
          </a:p>
          <a:p>
            <a:pPr lvl="2"/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And covers me there with His hand. 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540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8436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2 of </a:t>
            </a:r>
            <a:r>
              <a:rPr lang="en-SG" sz="1400"/>
              <a:t>4</a:t>
            </a:r>
            <a:endParaRPr lang="en-US" sz="140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540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2A808D-4858-0178-DC4D-33CB2AAAD12A}"/>
              </a:ext>
            </a:extLst>
          </p:cNvPr>
          <p:cNvSpPr/>
          <p:nvPr/>
        </p:nvSpPr>
        <p:spPr>
          <a:xfrm>
            <a:off x="520505" y="878713"/>
            <a:ext cx="8328073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>
                <a:ea typeface="+mn-lt"/>
                <a:cs typeface="+mn-lt"/>
              </a:rPr>
              <a:t>A wonderful Saviour is Jesus, my Lord,</a:t>
            </a:r>
          </a:p>
          <a:p>
            <a:r>
              <a:rPr lang="en-SG" sz="2800">
                <a:ea typeface="+mn-lt"/>
                <a:cs typeface="+mn-lt"/>
              </a:rPr>
              <a:t>He taketh my burden away ; </a:t>
            </a:r>
          </a:p>
          <a:p>
            <a:r>
              <a:rPr lang="en-SG" sz="2800">
                <a:ea typeface="+mn-lt"/>
                <a:cs typeface="+mn-lt"/>
              </a:rPr>
              <a:t>He </a:t>
            </a:r>
            <a:r>
              <a:rPr lang="en-SG" sz="2800" err="1">
                <a:ea typeface="+mn-lt"/>
                <a:cs typeface="+mn-lt"/>
              </a:rPr>
              <a:t>holdeth</a:t>
            </a:r>
            <a:r>
              <a:rPr lang="en-SG" sz="2800">
                <a:ea typeface="+mn-lt"/>
                <a:cs typeface="+mn-lt"/>
              </a:rPr>
              <a:t> me up, and I shall not be moved,</a:t>
            </a:r>
          </a:p>
          <a:p>
            <a:r>
              <a:rPr lang="en-SG" sz="2800">
                <a:ea typeface="+mn-lt"/>
                <a:cs typeface="+mn-lt"/>
              </a:rPr>
              <a:t>He giveth me strength as my day.</a:t>
            </a:r>
          </a:p>
          <a:p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		He </a:t>
            </a:r>
            <a:r>
              <a:rPr lang="en-SG" sz="2800" i="1" err="1">
                <a:solidFill>
                  <a:srgbClr val="C00000"/>
                </a:solidFill>
                <a:ea typeface="+mn-lt"/>
                <a:cs typeface="+mn-lt"/>
              </a:rPr>
              <a:t>hideth</a:t>
            </a:r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 my soul in the cleft of the rock,</a:t>
            </a:r>
          </a:p>
          <a:p>
            <a:pPr lvl="2"/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That shadows a dry, thirsty land ;</a:t>
            </a:r>
          </a:p>
          <a:p>
            <a:pPr lvl="2"/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He </a:t>
            </a:r>
            <a:r>
              <a:rPr lang="en-SG" sz="2800" i="1" err="1">
                <a:solidFill>
                  <a:srgbClr val="C00000"/>
                </a:solidFill>
                <a:ea typeface="+mn-lt"/>
                <a:cs typeface="+mn-lt"/>
              </a:rPr>
              <a:t>hideth</a:t>
            </a:r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 my life in the depths of His love,</a:t>
            </a:r>
          </a:p>
          <a:p>
            <a:pPr lvl="2"/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And covers me there with His hand.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1897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3 of </a:t>
            </a:r>
            <a:r>
              <a:rPr lang="en-SG" sz="1400"/>
              <a:t>4</a:t>
            </a:r>
            <a:endParaRPr lang="en-US" sz="140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540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91D73F-0459-5B94-FC20-C2708D0847B8}"/>
              </a:ext>
            </a:extLst>
          </p:cNvPr>
          <p:cNvSpPr/>
          <p:nvPr/>
        </p:nvSpPr>
        <p:spPr>
          <a:xfrm>
            <a:off x="520505" y="878713"/>
            <a:ext cx="8328073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>
                <a:ea typeface="+mn-lt"/>
                <a:cs typeface="+mn-lt"/>
              </a:rPr>
              <a:t>With numberless blessings each moment divine,</a:t>
            </a:r>
          </a:p>
          <a:p>
            <a:r>
              <a:rPr lang="en-SG" sz="2800">
                <a:ea typeface="+mn-lt"/>
                <a:cs typeface="+mn-lt"/>
              </a:rPr>
              <a:t>He crowns, And, filled with His goodness</a:t>
            </a:r>
          </a:p>
          <a:p>
            <a:r>
              <a:rPr lang="en-SG" sz="2800">
                <a:ea typeface="+mn-lt"/>
                <a:cs typeface="+mn-lt"/>
              </a:rPr>
              <a:t>I sing in my rapture, oh, glory to God</a:t>
            </a:r>
          </a:p>
          <a:p>
            <a:r>
              <a:rPr lang="en-SG" sz="2800">
                <a:ea typeface="+mn-lt"/>
                <a:cs typeface="+mn-lt"/>
              </a:rPr>
              <a:t>For such a Redeemer as mine !</a:t>
            </a:r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			</a:t>
            </a:r>
          </a:p>
          <a:p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		He </a:t>
            </a:r>
            <a:r>
              <a:rPr lang="en-SG" sz="2800" i="1" err="1">
                <a:solidFill>
                  <a:srgbClr val="C00000"/>
                </a:solidFill>
                <a:ea typeface="+mn-lt"/>
                <a:cs typeface="+mn-lt"/>
              </a:rPr>
              <a:t>hideth</a:t>
            </a:r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 my soul in the cleft of the rock,</a:t>
            </a:r>
          </a:p>
          <a:p>
            <a:pPr lvl="2"/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That shadows a dry, thirsty land ;</a:t>
            </a:r>
          </a:p>
          <a:p>
            <a:pPr lvl="2"/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He </a:t>
            </a:r>
            <a:r>
              <a:rPr lang="en-SG" sz="2800" i="1" err="1">
                <a:solidFill>
                  <a:srgbClr val="C00000"/>
                </a:solidFill>
                <a:ea typeface="+mn-lt"/>
                <a:cs typeface="+mn-lt"/>
              </a:rPr>
              <a:t>hideth</a:t>
            </a:r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 my life in the depths of His love,</a:t>
            </a:r>
          </a:p>
          <a:p>
            <a:pPr lvl="2"/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And covers me there with His hand.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3182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4 of </a:t>
            </a:r>
            <a:r>
              <a:rPr lang="en-SG" sz="1400"/>
              <a:t>4</a:t>
            </a:r>
            <a:endParaRPr lang="en-US" sz="140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540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E20F3E-8A0E-9C31-500B-BD4E75DC99D3}"/>
              </a:ext>
            </a:extLst>
          </p:cNvPr>
          <p:cNvSpPr/>
          <p:nvPr/>
        </p:nvSpPr>
        <p:spPr>
          <a:xfrm>
            <a:off x="520505" y="878713"/>
            <a:ext cx="8328073" cy="381642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>
                <a:ea typeface="+mn-lt"/>
                <a:cs typeface="+mn-lt"/>
              </a:rPr>
              <a:t>When clothed in His brightness, transported I rise</a:t>
            </a:r>
          </a:p>
          <a:p>
            <a:r>
              <a:rPr lang="en-SG" sz="2800">
                <a:ea typeface="+mn-lt"/>
                <a:cs typeface="+mn-lt"/>
              </a:rPr>
              <a:t>To meet Him in clouds of the sky,</a:t>
            </a:r>
          </a:p>
          <a:p>
            <a:r>
              <a:rPr lang="en-SG" sz="2800">
                <a:ea typeface="+mn-lt"/>
                <a:cs typeface="+mn-lt"/>
              </a:rPr>
              <a:t>His perfect salvation, His wonderful love, 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I'll shout with the millions on high.</a:t>
            </a:r>
          </a:p>
          <a:p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		He </a:t>
            </a:r>
            <a:r>
              <a:rPr lang="en-SG" sz="2800" i="1" err="1">
                <a:solidFill>
                  <a:srgbClr val="C00000"/>
                </a:solidFill>
                <a:ea typeface="+mn-lt"/>
                <a:cs typeface="+mn-lt"/>
              </a:rPr>
              <a:t>hideth</a:t>
            </a:r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 my soul in the cleft of the rock,</a:t>
            </a:r>
          </a:p>
          <a:p>
            <a:pPr lvl="2"/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That shadows a dry, thirsty land ;</a:t>
            </a:r>
          </a:p>
          <a:p>
            <a:pPr lvl="2"/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He </a:t>
            </a:r>
            <a:r>
              <a:rPr lang="en-SG" sz="2800" i="1" err="1">
                <a:solidFill>
                  <a:srgbClr val="C00000"/>
                </a:solidFill>
                <a:ea typeface="+mn-lt"/>
                <a:cs typeface="+mn-lt"/>
              </a:rPr>
              <a:t>hideth</a:t>
            </a:r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 my life in the depths of His love,</a:t>
            </a:r>
          </a:p>
          <a:p>
            <a:pPr lvl="2"/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And covers me there with His hand.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7572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379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85879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</a:t>
            </a:r>
            <a:r>
              <a:rPr lang="en-SG" sz="1400" dirty="0"/>
              <a:t>5</a:t>
            </a:r>
            <a:r>
              <a:rPr lang="en-US" sz="1400" dirty="0"/>
              <a:t> : 1 of </a:t>
            </a:r>
            <a:r>
              <a:rPr lang="en-SG" sz="1400" dirty="0"/>
              <a:t>4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511127" y="625606"/>
            <a:ext cx="8328073" cy="397031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>
                <a:ea typeface="+mn-lt"/>
                <a:cs typeface="+mn-lt"/>
              </a:rPr>
              <a:t>Have you been to Jesus for the cleansing power ? </a:t>
            </a:r>
          </a:p>
          <a:p>
            <a:r>
              <a:rPr lang="en-SG" sz="2800">
                <a:ea typeface="+mn-lt"/>
                <a:cs typeface="+mn-lt"/>
              </a:rPr>
              <a:t>Are you washed in the blood of the Lamb?</a:t>
            </a:r>
          </a:p>
          <a:p>
            <a:r>
              <a:rPr lang="en-SG" sz="2800">
                <a:ea typeface="+mn-lt"/>
                <a:cs typeface="+mn-lt"/>
              </a:rPr>
              <a:t>Are you fully trusting in His grace this hour ? 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Are you washed in the blood of the Lamb? </a:t>
            </a:r>
          </a:p>
          <a:p>
            <a:pPr lvl="2"/>
            <a:r>
              <a:rPr lang="en-SG" sz="2800" i="1">
                <a:solidFill>
                  <a:srgbClr val="C00000"/>
                </a:solidFill>
              </a:rPr>
              <a:t>Are you washed… in the blood, …</a:t>
            </a:r>
          </a:p>
          <a:p>
            <a:pPr lvl="2"/>
            <a:r>
              <a:rPr lang="en-SG" sz="2800" i="1">
                <a:solidFill>
                  <a:srgbClr val="C00000"/>
                </a:solidFill>
              </a:rPr>
              <a:t>In the soul-cleansing blood of the Lamb ? </a:t>
            </a:r>
            <a:br>
              <a:rPr lang="en-SG" sz="2800" i="1">
                <a:solidFill>
                  <a:srgbClr val="C00000"/>
                </a:solidFill>
              </a:rPr>
            </a:br>
            <a:r>
              <a:rPr lang="en-SG" sz="2800" i="1">
                <a:solidFill>
                  <a:srgbClr val="C00000"/>
                </a:solidFill>
              </a:rPr>
              <a:t>Are your garments spotless ? </a:t>
            </a:r>
            <a:br>
              <a:rPr lang="en-SG" sz="2800" i="1">
                <a:solidFill>
                  <a:srgbClr val="C00000"/>
                </a:solidFill>
              </a:rPr>
            </a:br>
            <a:r>
              <a:rPr lang="en-SG" sz="2800" i="1">
                <a:solidFill>
                  <a:srgbClr val="C00000"/>
                </a:solidFill>
              </a:rPr>
              <a:t>Are they white as snow ?</a:t>
            </a:r>
          </a:p>
          <a:p>
            <a:pPr lvl="2"/>
            <a:r>
              <a:rPr lang="en-SG" sz="2800" i="1">
                <a:solidFill>
                  <a:srgbClr val="C00000"/>
                </a:solidFill>
              </a:rPr>
              <a:t>Are you washed in the blood of the Lamb ?</a:t>
            </a:r>
            <a:endParaRPr lang="en-US" sz="2800" i="1">
              <a:solidFill>
                <a:srgbClr val="C00000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379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1494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</a:t>
            </a:r>
            <a:r>
              <a:rPr lang="en-SG" sz="1400" dirty="0"/>
              <a:t>5</a:t>
            </a:r>
            <a:r>
              <a:rPr lang="en-US" sz="1400" dirty="0"/>
              <a:t> : </a:t>
            </a:r>
            <a:r>
              <a:rPr lang="en-SG" sz="1400" dirty="0"/>
              <a:t>2 of 4</a:t>
            </a:r>
            <a:endParaRPr lang="en-US" sz="14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379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6B94F2-8684-A23F-5CA2-DC234E9451C9}"/>
              </a:ext>
            </a:extLst>
          </p:cNvPr>
          <p:cNvSpPr/>
          <p:nvPr/>
        </p:nvSpPr>
        <p:spPr>
          <a:xfrm>
            <a:off x="511127" y="625606"/>
            <a:ext cx="8328073" cy="397031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>
                <a:ea typeface="+mn-lt"/>
                <a:cs typeface="+mn-lt"/>
              </a:rPr>
              <a:t>Are you walking daily by the Saviour’s side ? 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Are you washed in the blood of the Lamb ?</a:t>
            </a:r>
          </a:p>
          <a:p>
            <a:r>
              <a:rPr lang="en-SG" sz="2800">
                <a:ea typeface="+mn-lt"/>
                <a:cs typeface="+mn-lt"/>
              </a:rPr>
              <a:t>Do you rest each moment in the Crucified ? </a:t>
            </a:r>
            <a:br>
              <a:rPr lang="en-SG" sz="2800">
                <a:ea typeface="+mn-lt"/>
                <a:cs typeface="+mn-lt"/>
              </a:rPr>
            </a:br>
            <a:r>
              <a:rPr lang="en-SG" sz="2800">
                <a:ea typeface="+mn-lt"/>
                <a:cs typeface="+mn-lt"/>
              </a:rPr>
              <a:t>Are you washed in the blood of the Lamb ?</a:t>
            </a:r>
          </a:p>
          <a:p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		</a:t>
            </a:r>
            <a:r>
              <a:rPr lang="en-SG" sz="2800" i="1">
                <a:solidFill>
                  <a:srgbClr val="C00000"/>
                </a:solidFill>
              </a:rPr>
              <a:t>Are you washed… in the blood, …</a:t>
            </a:r>
          </a:p>
          <a:p>
            <a:pPr lvl="2"/>
            <a:r>
              <a:rPr lang="en-SG" sz="2800" i="1">
                <a:solidFill>
                  <a:srgbClr val="C00000"/>
                </a:solidFill>
              </a:rPr>
              <a:t>In the soul-cleansing blood of the Lamb ? </a:t>
            </a:r>
            <a:br>
              <a:rPr lang="en-SG" sz="2800" i="1">
                <a:solidFill>
                  <a:srgbClr val="C00000"/>
                </a:solidFill>
              </a:rPr>
            </a:br>
            <a:r>
              <a:rPr lang="en-SG" sz="2800" i="1">
                <a:solidFill>
                  <a:srgbClr val="C00000"/>
                </a:solidFill>
              </a:rPr>
              <a:t>Are your garments spotless ? </a:t>
            </a:r>
            <a:br>
              <a:rPr lang="en-SG" sz="2800" i="1">
                <a:solidFill>
                  <a:srgbClr val="C00000"/>
                </a:solidFill>
              </a:rPr>
            </a:br>
            <a:r>
              <a:rPr lang="en-SG" sz="2800" i="1">
                <a:solidFill>
                  <a:srgbClr val="C00000"/>
                </a:solidFill>
              </a:rPr>
              <a:t>Are they white as snow ?</a:t>
            </a:r>
          </a:p>
          <a:p>
            <a:pPr lvl="2"/>
            <a:r>
              <a:rPr lang="en-SG" sz="2800" i="1">
                <a:solidFill>
                  <a:srgbClr val="C00000"/>
                </a:solidFill>
              </a:rPr>
              <a:t>Are you washed in the blood of the Lamb ?</a:t>
            </a:r>
            <a:endParaRPr lang="en-US" sz="2800" i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51406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</a:t>
            </a:r>
            <a:r>
              <a:rPr lang="en-SG" sz="1400" dirty="0"/>
              <a:t>5</a:t>
            </a:r>
            <a:r>
              <a:rPr lang="en-US" sz="1400" dirty="0"/>
              <a:t>: </a:t>
            </a:r>
            <a:r>
              <a:rPr lang="en-SG" sz="1400" dirty="0"/>
              <a:t>3 of 4</a:t>
            </a:r>
            <a:endParaRPr lang="en-US" sz="14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379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8352B5-8EF7-1018-0E52-D407928A138F}"/>
              </a:ext>
            </a:extLst>
          </p:cNvPr>
          <p:cNvSpPr/>
          <p:nvPr/>
        </p:nvSpPr>
        <p:spPr>
          <a:xfrm>
            <a:off x="511127" y="625606"/>
            <a:ext cx="8632873" cy="440120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>
                <a:ea typeface="+mn-lt"/>
                <a:cs typeface="+mn-lt"/>
              </a:rPr>
              <a:t>When the Bridegroom cometh, </a:t>
            </a:r>
            <a:br>
              <a:rPr lang="en-SG" sz="2800" dirty="0">
                <a:ea typeface="+mn-lt"/>
                <a:cs typeface="+mn-lt"/>
              </a:rPr>
            </a:br>
            <a:r>
              <a:rPr lang="en-SG" sz="2800" dirty="0">
                <a:ea typeface="+mn-lt"/>
                <a:cs typeface="+mn-lt"/>
              </a:rPr>
              <a:t>will your robes be white ? </a:t>
            </a:r>
          </a:p>
          <a:p>
            <a:r>
              <a:rPr lang="en-SG" sz="2800" dirty="0">
                <a:ea typeface="+mn-lt"/>
                <a:cs typeface="+mn-lt"/>
              </a:rPr>
              <a:t>Pure and white in the blood of the Lamb ?</a:t>
            </a:r>
          </a:p>
          <a:p>
            <a:r>
              <a:rPr lang="en-SG" sz="2800" dirty="0">
                <a:ea typeface="+mn-lt"/>
                <a:cs typeface="+mn-lt"/>
              </a:rPr>
              <a:t>Will your soul be ready for the mansions bright, And be washed in the blood of the</a:t>
            </a:r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 </a:t>
            </a:r>
            <a:r>
              <a:rPr lang="en-SG" sz="2800" dirty="0">
                <a:ea typeface="+mn-lt"/>
                <a:cs typeface="+mn-lt"/>
              </a:rPr>
              <a:t>Lamb ?</a:t>
            </a:r>
          </a:p>
          <a:p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		</a:t>
            </a:r>
            <a:r>
              <a:rPr lang="en-SG" sz="2800" i="1" dirty="0">
                <a:solidFill>
                  <a:srgbClr val="C00000"/>
                </a:solidFill>
              </a:rPr>
              <a:t>Are you washed… in the blood, …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</a:rPr>
              <a:t>In the soul-cleansing blood of the Lamb ? </a:t>
            </a:r>
            <a:br>
              <a:rPr lang="en-SG" sz="2800" i="1" dirty="0">
                <a:solidFill>
                  <a:srgbClr val="C00000"/>
                </a:solidFill>
              </a:rPr>
            </a:br>
            <a:r>
              <a:rPr lang="en-SG" sz="2800" i="1" dirty="0">
                <a:solidFill>
                  <a:srgbClr val="C00000"/>
                </a:solidFill>
              </a:rPr>
              <a:t>Are your garments spotless ? </a:t>
            </a:r>
            <a:br>
              <a:rPr lang="en-SG" sz="2800" i="1" dirty="0">
                <a:solidFill>
                  <a:srgbClr val="C00000"/>
                </a:solidFill>
              </a:rPr>
            </a:br>
            <a:r>
              <a:rPr lang="en-SG" sz="2800" i="1" dirty="0">
                <a:solidFill>
                  <a:srgbClr val="C00000"/>
                </a:solidFill>
              </a:rPr>
              <a:t>Are they white as snow ?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</a:rPr>
              <a:t>Are you washed in the blood of the Lamb ?</a:t>
            </a:r>
            <a:endParaRPr lang="en-US" sz="2800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3024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</a:t>
            </a:r>
            <a:r>
              <a:rPr lang="en-SG" sz="1400" dirty="0"/>
              <a:t>5</a:t>
            </a:r>
            <a:r>
              <a:rPr lang="en-US" sz="1400" dirty="0"/>
              <a:t> : </a:t>
            </a:r>
            <a:r>
              <a:rPr lang="en-SG" sz="1400" dirty="0"/>
              <a:t>4</a:t>
            </a:r>
            <a:r>
              <a:rPr lang="en-US" sz="1400" dirty="0"/>
              <a:t> of </a:t>
            </a:r>
            <a:r>
              <a:rPr lang="en-SG" sz="1400" dirty="0"/>
              <a:t>4</a:t>
            </a:r>
            <a:endParaRPr lang="en-US" sz="14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379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D95030-26C0-1483-7437-EABA8457E805}"/>
              </a:ext>
            </a:extLst>
          </p:cNvPr>
          <p:cNvSpPr/>
          <p:nvPr/>
        </p:nvSpPr>
        <p:spPr>
          <a:xfrm>
            <a:off x="511127" y="625606"/>
            <a:ext cx="8632873" cy="397031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>
                <a:ea typeface="+mn-lt"/>
                <a:cs typeface="+mn-lt"/>
              </a:rPr>
              <a:t>Lay aside the garments that are stained with sin, </a:t>
            </a:r>
          </a:p>
          <a:p>
            <a:r>
              <a:rPr lang="en-SG" sz="2800">
                <a:ea typeface="+mn-lt"/>
                <a:cs typeface="+mn-lt"/>
              </a:rPr>
              <a:t>And be washed in the blood of the Lamb !</a:t>
            </a:r>
          </a:p>
          <a:p>
            <a:r>
              <a:rPr lang="en-SG" sz="2800">
                <a:ea typeface="+mn-lt"/>
                <a:cs typeface="+mn-lt"/>
              </a:rPr>
              <a:t>There's a fountain flowing for the soul unclean</a:t>
            </a:r>
          </a:p>
          <a:p>
            <a:r>
              <a:rPr lang="en-SG" sz="2800">
                <a:ea typeface="+mn-lt"/>
                <a:cs typeface="+mn-lt"/>
              </a:rPr>
              <a:t>Oh, be washed in the blood of the Lamb !</a:t>
            </a:r>
          </a:p>
          <a:p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		</a:t>
            </a:r>
            <a:r>
              <a:rPr lang="en-SG" sz="2800" i="1">
                <a:solidFill>
                  <a:srgbClr val="C00000"/>
                </a:solidFill>
              </a:rPr>
              <a:t>Are you washed… in the blood, …</a:t>
            </a:r>
          </a:p>
          <a:p>
            <a:pPr lvl="2"/>
            <a:r>
              <a:rPr lang="en-SG" sz="2800" i="1">
                <a:solidFill>
                  <a:srgbClr val="C00000"/>
                </a:solidFill>
              </a:rPr>
              <a:t>In the soul-cleansing blood of the Lamb ? </a:t>
            </a:r>
            <a:br>
              <a:rPr lang="en-SG" sz="2800" i="1">
                <a:solidFill>
                  <a:srgbClr val="C00000"/>
                </a:solidFill>
              </a:rPr>
            </a:br>
            <a:r>
              <a:rPr lang="en-SG" sz="2800" i="1">
                <a:solidFill>
                  <a:srgbClr val="C00000"/>
                </a:solidFill>
              </a:rPr>
              <a:t>Are your garments spotless ? </a:t>
            </a:r>
            <a:br>
              <a:rPr lang="en-SG" sz="2800" i="1">
                <a:solidFill>
                  <a:srgbClr val="C00000"/>
                </a:solidFill>
              </a:rPr>
            </a:br>
            <a:r>
              <a:rPr lang="en-SG" sz="2800" i="1">
                <a:solidFill>
                  <a:srgbClr val="C00000"/>
                </a:solidFill>
              </a:rPr>
              <a:t>Are they white as snow ?</a:t>
            </a:r>
          </a:p>
          <a:p>
            <a:pPr lvl="2"/>
            <a:r>
              <a:rPr lang="en-SG" sz="2800" i="1">
                <a:solidFill>
                  <a:srgbClr val="C00000"/>
                </a:solidFill>
              </a:rPr>
              <a:t>Are you washed in the blood of the Lamb ?</a:t>
            </a:r>
            <a:endParaRPr lang="en-US" sz="2800" i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2778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707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905432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6529B-0428-A9B9-0E36-E0F709923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BFD3E-E0DD-94B5-AFD2-F7BB04AF47D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5EDA14-D069-6AE5-2BBC-B637B5B21F1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</a:t>
            </a:r>
            <a:r>
              <a:rPr lang="en-SG" sz="1400" dirty="0"/>
              <a:t>6</a:t>
            </a:r>
            <a:r>
              <a:rPr lang="en-US" sz="1400" dirty="0"/>
              <a:t>: 1 of </a:t>
            </a:r>
            <a:r>
              <a:rPr lang="en-SG" sz="1400" dirty="0"/>
              <a:t>4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232047-F35C-9CE6-AB39-2974E36818C5}"/>
              </a:ext>
            </a:extLst>
          </p:cNvPr>
          <p:cNvSpPr/>
          <p:nvPr/>
        </p:nvSpPr>
        <p:spPr>
          <a:xfrm>
            <a:off x="1183517" y="713099"/>
            <a:ext cx="7507001" cy="389850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Standing by a purpose true,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Heeding God's command,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Honour them, the faithful few !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All hail to Daniel's Band !</a:t>
            </a:r>
          </a:p>
          <a:p>
            <a:pPr lvl="2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/>
                <a:cs typeface="Segoe UI"/>
              </a:rPr>
              <a:t>Dare to be a Daniel !</a:t>
            </a:r>
          </a:p>
          <a:p>
            <a:pPr lvl="2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/>
                <a:cs typeface="Segoe UI"/>
              </a:rPr>
              <a:t>Dare to stand alone !</a:t>
            </a:r>
          </a:p>
          <a:p>
            <a:pPr lvl="2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/>
                <a:cs typeface="Segoe UI"/>
              </a:rPr>
              <a:t>Dare to have a purpose firm !</a:t>
            </a:r>
          </a:p>
          <a:p>
            <a:pPr lvl="2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/>
                <a:cs typeface="Segoe UI"/>
              </a:rPr>
              <a:t>Dare to make it known !</a:t>
            </a:r>
            <a:endParaRPr lang="en-US" sz="2800" i="1" dirty="0">
              <a:solidFill>
                <a:srgbClr val="C00000"/>
              </a:solidFill>
              <a:latin typeface="Segoe UI"/>
              <a:cs typeface="Segoe UI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968D38C-2C82-7C11-B05D-513832A91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707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5809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868E4-657B-6009-127F-02825719B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6FAAE-DB61-AE90-122B-33972901588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EEF68-FCC0-B8B8-9619-FEBE2850093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</a:t>
            </a:r>
            <a:r>
              <a:rPr lang="en-SG" sz="1400" dirty="0"/>
              <a:t>6</a:t>
            </a:r>
            <a:r>
              <a:rPr lang="en-US" sz="1400" dirty="0"/>
              <a:t> : 2 of </a:t>
            </a:r>
            <a:r>
              <a:rPr lang="en-SG" sz="1400" dirty="0"/>
              <a:t>4</a:t>
            </a:r>
            <a:endParaRPr lang="en-US" sz="14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257D2E9-8338-4D70-7848-7EBAAA53B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707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CD737C-BFEA-35A0-CDB0-9A393589EFE0}"/>
              </a:ext>
            </a:extLst>
          </p:cNvPr>
          <p:cNvSpPr/>
          <p:nvPr/>
        </p:nvSpPr>
        <p:spPr>
          <a:xfrm>
            <a:off x="1183517" y="713099"/>
            <a:ext cx="7507001" cy="438068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Many mighty men are lost,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Daring not to stand,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Who for God had been a host,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By joining Daniel's Band !</a:t>
            </a:r>
          </a:p>
          <a:p>
            <a:pPr lvl="2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/>
                <a:cs typeface="Segoe UI"/>
              </a:rPr>
              <a:t>Dare to be a Daniel !</a:t>
            </a:r>
          </a:p>
          <a:p>
            <a:pPr lvl="2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/>
                <a:cs typeface="Segoe UI"/>
              </a:rPr>
              <a:t>Dare to stand alone !</a:t>
            </a:r>
          </a:p>
          <a:p>
            <a:pPr lvl="2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/>
                <a:cs typeface="Segoe UI"/>
              </a:rPr>
              <a:t>Dare to have a purpose firm !</a:t>
            </a:r>
          </a:p>
          <a:p>
            <a:pPr lvl="2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/>
                <a:cs typeface="Segoe UI"/>
              </a:rPr>
              <a:t>Dare to make it known !</a:t>
            </a:r>
            <a:endParaRPr lang="en-US" sz="2800" i="1">
              <a:solidFill>
                <a:srgbClr val="C00000"/>
              </a:solidFill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4877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7B6E7-326C-644C-FBC7-01E0BC685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EE5E4-8EA9-E9EF-E17A-F087EBF1E6B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C4562-7C0E-B6DC-6C8C-80942713DC8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</a:t>
            </a:r>
            <a:r>
              <a:rPr lang="en-SG" sz="1400" dirty="0"/>
              <a:t>6</a:t>
            </a:r>
            <a:r>
              <a:rPr lang="en-US" sz="1400" dirty="0"/>
              <a:t> : 3 of </a:t>
            </a:r>
            <a:r>
              <a:rPr lang="en-SG" sz="1400" dirty="0"/>
              <a:t>4</a:t>
            </a:r>
            <a:endParaRPr lang="en-US" sz="14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6A539C-4C26-5D1C-7D31-2EAE3D32C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707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6681E8-B56F-43F0-F50C-B917FC3BC032}"/>
              </a:ext>
            </a:extLst>
          </p:cNvPr>
          <p:cNvSpPr/>
          <p:nvPr/>
        </p:nvSpPr>
        <p:spPr>
          <a:xfrm>
            <a:off x="1183517" y="713099"/>
            <a:ext cx="7507001" cy="438068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Many giants, great and tall,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Stalking through the land,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Headlong to the earth would fall,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If met by Daniel's Band !</a:t>
            </a:r>
          </a:p>
          <a:p>
            <a:pPr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/>
                <a:cs typeface="Segoe UI"/>
              </a:rPr>
              <a:t>	 </a:t>
            </a:r>
            <a:r>
              <a:rPr lang="en-SG" sz="2800" i="1" dirty="0">
                <a:solidFill>
                  <a:srgbClr val="C00000"/>
                </a:solidFill>
                <a:latin typeface="Segoe UI"/>
                <a:cs typeface="Segoe UI"/>
              </a:rPr>
              <a:t> Dare to be a Daniel !</a:t>
            </a:r>
          </a:p>
          <a:p>
            <a:pPr lvl="2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/>
                <a:cs typeface="Segoe UI"/>
              </a:rPr>
              <a:t>Dare to stand alone !</a:t>
            </a:r>
          </a:p>
          <a:p>
            <a:pPr lvl="2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/>
                <a:cs typeface="Segoe UI"/>
              </a:rPr>
              <a:t>Dare to have a purpose firm !</a:t>
            </a:r>
          </a:p>
          <a:p>
            <a:pPr lvl="2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/>
                <a:cs typeface="Segoe UI"/>
              </a:rPr>
              <a:t>Dare to make it known !</a:t>
            </a:r>
            <a:endParaRPr lang="en-US" sz="2800" i="1">
              <a:solidFill>
                <a:srgbClr val="C00000"/>
              </a:solidFill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7019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7B6E7-326C-644C-FBC7-01E0BC685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EE5E4-8EA9-E9EF-E17A-F087EBF1E6B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C4562-7C0E-B6DC-6C8C-80942713DC8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</a:t>
            </a:r>
            <a:r>
              <a:rPr lang="en-SG" sz="1400" dirty="0"/>
              <a:t>6</a:t>
            </a:r>
            <a:r>
              <a:rPr lang="en-US" sz="1400" dirty="0"/>
              <a:t>: </a:t>
            </a:r>
            <a:r>
              <a:rPr lang="en-SG" sz="1400" dirty="0"/>
              <a:t>4 </a:t>
            </a:r>
            <a:r>
              <a:rPr lang="en-US" sz="1400" dirty="0"/>
              <a:t>of </a:t>
            </a:r>
            <a:r>
              <a:rPr lang="en-SG" sz="1400" dirty="0"/>
              <a:t>4</a:t>
            </a:r>
            <a:endParaRPr lang="en-US" sz="14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6A539C-4C26-5D1C-7D31-2EAE3D32C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707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6AF8FF-27FE-AE75-78B1-822B70C372BB}"/>
              </a:ext>
            </a:extLst>
          </p:cNvPr>
          <p:cNvSpPr/>
          <p:nvPr/>
        </p:nvSpPr>
        <p:spPr>
          <a:xfrm>
            <a:off x="1183517" y="713099"/>
            <a:ext cx="7507001" cy="438068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Hold the gospel banner high !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On to victory grand !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Satan and his host defy,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And shout for Daniel's Band !</a:t>
            </a: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/>
                <a:cs typeface="Segoe UI"/>
              </a:rPr>
              <a:t>		</a:t>
            </a:r>
          </a:p>
          <a:p>
            <a:pPr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/>
                <a:cs typeface="Segoe UI"/>
              </a:rPr>
              <a:t>		Dare to be a Daniel !</a:t>
            </a:r>
          </a:p>
          <a:p>
            <a:pPr lvl="2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/>
                <a:cs typeface="Segoe UI"/>
              </a:rPr>
              <a:t>Dare to stand alone !</a:t>
            </a:r>
          </a:p>
          <a:p>
            <a:pPr lvl="2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/>
                <a:cs typeface="Segoe UI"/>
              </a:rPr>
              <a:t>Dare to have a purpose firm !</a:t>
            </a:r>
          </a:p>
          <a:p>
            <a:pPr lvl="2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/>
                <a:cs typeface="Segoe UI"/>
              </a:rPr>
              <a:t>Dare to make it known !</a:t>
            </a:r>
            <a:endParaRPr lang="en-US" sz="2800" i="1" dirty="0">
              <a:solidFill>
                <a:srgbClr val="C00000"/>
              </a:solidFill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endParaRPr lang="en-US" sz="2800" i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5709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[12]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479585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</a:t>
            </a:r>
            <a:r>
              <a:rPr lang="en-SG" sz="1400" dirty="0"/>
              <a:t>7</a:t>
            </a:r>
            <a:r>
              <a:rPr lang="en-US" sz="1400" dirty="0"/>
              <a:t> : 1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535260" y="887505"/>
            <a:ext cx="8207296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Great is Thy faithfulness, O God my Father;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There is no shadow of turning with Thee;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Thou changest not, Thy compassions, they fail not;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As Thou hast been, Thou forever wilt be.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[12]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18520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020D7-9C2D-913D-9D9B-2ED3F5D0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A0D28-58EC-9B84-6700-F71E0923B54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2F64F-7B08-E1DF-77C2-DF24B4884A2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</a:t>
            </a:r>
            <a:r>
              <a:rPr lang="en-SG" sz="1400" dirty="0"/>
              <a:t>7</a:t>
            </a:r>
            <a:r>
              <a:rPr lang="en-US" sz="1400" dirty="0"/>
              <a:t> : 2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709EB3-F9C5-7B20-D805-158D5D8DCD6B}"/>
              </a:ext>
            </a:extLst>
          </p:cNvPr>
          <p:cNvSpPr/>
          <p:nvPr/>
        </p:nvSpPr>
        <p:spPr>
          <a:xfrm>
            <a:off x="818499" y="895526"/>
            <a:ext cx="7507001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i="1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Great is Thy faithfulness!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Great is Thy faithfulness!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Morning by morning new mercies I see;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All I have needed Thy hand hath provided: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Great is Thy faithfulness, Lord, unto me!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7E0C573-9B0A-9146-5F05-207C3B6C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[12]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8350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6A04C-5D2C-BE08-0772-5A84E6EA2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20B00-9461-D24A-94AD-E6C8F3F016E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D3CD50-1DFB-A828-6455-13D1216B4EB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</a:t>
            </a:r>
            <a:r>
              <a:rPr lang="en-SG" sz="1400" dirty="0"/>
              <a:t>7</a:t>
            </a:r>
            <a:r>
              <a:rPr lang="en-US" sz="1400" dirty="0"/>
              <a:t> : 3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CFE196-852C-EF4A-5C89-8F84C628F6D8}"/>
              </a:ext>
            </a:extLst>
          </p:cNvPr>
          <p:cNvSpPr/>
          <p:nvPr/>
        </p:nvSpPr>
        <p:spPr>
          <a:xfrm>
            <a:off x="669073" y="879484"/>
            <a:ext cx="8281639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Summer and winter, and springtime and harvest;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Sun, moon, and stars in their courses above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Join with all nature in manifold witness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To Thy great faithfulness, mercy, and love.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AD21BDD-D3AE-5CDB-B758-E73AB8700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[12]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3602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020D7-9C2D-913D-9D9B-2ED3F5D0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A0D28-58EC-9B84-6700-F71E0923B54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2F64F-7B08-E1DF-77C2-DF24B4884A2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</a:t>
            </a:r>
            <a:r>
              <a:rPr lang="en-SG" sz="1400" dirty="0"/>
              <a:t>7</a:t>
            </a:r>
            <a:r>
              <a:rPr lang="en-US" sz="1400" dirty="0"/>
              <a:t> : 4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709EB3-F9C5-7B20-D805-158D5D8DCD6B}"/>
              </a:ext>
            </a:extLst>
          </p:cNvPr>
          <p:cNvSpPr/>
          <p:nvPr/>
        </p:nvSpPr>
        <p:spPr>
          <a:xfrm>
            <a:off x="818499" y="895526"/>
            <a:ext cx="7507001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i="1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Great is Thy faithfulness!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Great is Thy faithfulness!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Morning by morning new mercies I see;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All I have needed Thy hand hath provided: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Great is Thy faithfulness, Lord, unto me!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7E0C573-9B0A-9146-5F05-207C3B6C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[12]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816107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6AEA3-8187-67DE-FF55-5C3DF6031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35F33-356D-AEFB-4599-9961FC6C7AA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055F6-333A-FAAF-7CFD-1D7E180EB11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</a:t>
            </a:r>
            <a:r>
              <a:rPr lang="en-SG" sz="1400" dirty="0"/>
              <a:t>7</a:t>
            </a:r>
            <a:r>
              <a:rPr lang="en-US" sz="1400" dirty="0"/>
              <a:t> : 5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737D0-BD04-7FC6-B03F-BCEC1F57FD2E}"/>
              </a:ext>
            </a:extLst>
          </p:cNvPr>
          <p:cNvSpPr/>
          <p:nvPr/>
        </p:nvSpPr>
        <p:spPr>
          <a:xfrm>
            <a:off x="690890" y="914886"/>
            <a:ext cx="8152280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Pardon for sin and a peace that endureth,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Thy own dear presence to cheer and to guide;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Strength for today and bright hope for tomorrow: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Blessings all mine, with ten thousand beside! 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434691-EE47-68D6-AEAA-52AFBA3DC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[12] 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05307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020D7-9C2D-913D-9D9B-2ED3F5D0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A0D28-58EC-9B84-6700-F71E0923B54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2F64F-7B08-E1DF-77C2-DF24B4884A2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</a:t>
            </a:r>
            <a:r>
              <a:rPr lang="en-SG" sz="1400"/>
              <a:t>7</a:t>
            </a:r>
            <a:r>
              <a:rPr lang="en-US" sz="1400"/>
              <a:t> : 6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709EB3-F9C5-7B20-D805-158D5D8DCD6B}"/>
              </a:ext>
            </a:extLst>
          </p:cNvPr>
          <p:cNvSpPr/>
          <p:nvPr/>
        </p:nvSpPr>
        <p:spPr>
          <a:xfrm>
            <a:off x="818499" y="895526"/>
            <a:ext cx="7507001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i="1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Great is Thy faithfulness!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Great is Thy faithfulness!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Morning by morning new mercies I see;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All I have needed Thy hand hath provided: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Great is Thy faithfulness, Lord, unto me!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7E0C573-9B0A-9146-5F05-207C3B6C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[12]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94036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D5B6446-DF9C-BA6E-B41E-1CD580FE87A5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endParaRPr lang="en-SG" sz="6000" b="1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E54A38-54D0-6477-68F0-01E2D0EDD891}"/>
              </a:ext>
            </a:extLst>
          </p:cNvPr>
          <p:cNvSpPr txBox="1">
            <a:spLocks/>
          </p:cNvSpPr>
          <p:nvPr/>
        </p:nvSpPr>
        <p:spPr>
          <a:xfrm>
            <a:off x="1161967" y="12848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kern="140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Foretaste of the Kingdom of God</a:t>
            </a:r>
            <a:endParaRPr lang="en-GB" sz="6000" b="1" i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3088136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0855" y="2135782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2106541" y="2183412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6C93E1-36CE-F678-40EB-0ED3F01C1EFB}"/>
              </a:ext>
            </a:extLst>
          </p:cNvPr>
          <p:cNvSpPr/>
          <p:nvPr/>
        </p:nvSpPr>
        <p:spPr>
          <a:xfrm>
            <a:off x="1125066" y="1743605"/>
            <a:ext cx="6893857" cy="1656289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E418-84FE-0E25-B13A-DAD0615A2C9F}"/>
              </a:ext>
            </a:extLst>
          </p:cNvPr>
          <p:cNvSpPr txBox="1">
            <a:spLocks/>
          </p:cNvSpPr>
          <p:nvPr/>
        </p:nvSpPr>
        <p:spPr>
          <a:xfrm>
            <a:off x="1051895" y="1699813"/>
            <a:ext cx="7040197" cy="871936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</a:rPr>
              <a:t>Closing Hymn</a:t>
            </a:r>
          </a:p>
          <a:p>
            <a:r>
              <a:rPr lang="en-US">
                <a:solidFill>
                  <a:schemeClr val="bg1"/>
                </a:solidFill>
                <a:latin typeface="Tenorite"/>
              </a:rPr>
              <a:t>Song.no: May the grace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18460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marR="0" indent="-3600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SG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Closing Hymn – May the grace of Christ our Saviour</a:t>
            </a:r>
            <a:endParaRPr lang="en-US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B1927-DD5B-EE66-1640-FBE3EE92B17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Closing : 1 of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0575D6-2132-A304-BD4D-E123FFDE7A28}"/>
              </a:ext>
            </a:extLst>
          </p:cNvPr>
          <p:cNvSpPr/>
          <p:nvPr/>
        </p:nvSpPr>
        <p:spPr>
          <a:xfrm>
            <a:off x="722671" y="802035"/>
            <a:ext cx="8111840" cy="397031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/>
              <a:t>May the grace of Christ our Savior</a:t>
            </a:r>
          </a:p>
          <a:p>
            <a:pPr algn="ctr"/>
            <a:r>
              <a:rPr lang="en-SG" sz="2800" dirty="0"/>
              <a:t>And the Father's boundless love,</a:t>
            </a:r>
            <a:endParaRPr lang="en-SG" sz="2800" dirty="0">
              <a:cs typeface="Segoe UI"/>
            </a:endParaRPr>
          </a:p>
          <a:p>
            <a:pPr algn="ctr"/>
            <a:r>
              <a:rPr lang="en-SG" sz="2800" dirty="0"/>
              <a:t>With the Holy Spirit's favour,</a:t>
            </a:r>
            <a:endParaRPr lang="en-SG" sz="2800" dirty="0">
              <a:cs typeface="Segoe UI"/>
            </a:endParaRPr>
          </a:p>
          <a:p>
            <a:pPr algn="ctr"/>
            <a:r>
              <a:rPr lang="en-SG" sz="2800" dirty="0"/>
              <a:t>Rest upon us from above.</a:t>
            </a:r>
            <a:endParaRPr lang="en-SG" sz="2800" dirty="0">
              <a:cs typeface="Segoe UI"/>
            </a:endParaRPr>
          </a:p>
          <a:p>
            <a:pPr algn="ctr"/>
            <a:r>
              <a:rPr lang="en-SG" sz="2800" dirty="0"/>
              <a:t>Thus may we abide in union</a:t>
            </a:r>
            <a:endParaRPr lang="en-SG" sz="2800" dirty="0">
              <a:cs typeface="Segoe UI"/>
            </a:endParaRPr>
          </a:p>
          <a:p>
            <a:pPr algn="ctr"/>
            <a:r>
              <a:rPr lang="en-SG" sz="2800" dirty="0"/>
              <a:t>With each other and the Lord,</a:t>
            </a:r>
            <a:endParaRPr lang="en-SG" sz="2800" dirty="0">
              <a:cs typeface="Segoe UI"/>
            </a:endParaRPr>
          </a:p>
          <a:p>
            <a:pPr algn="ctr"/>
            <a:r>
              <a:rPr lang="en-SG" sz="2800" dirty="0"/>
              <a:t>And possess, in sweet communion,</a:t>
            </a:r>
            <a:endParaRPr lang="en-SG" sz="2800" dirty="0">
              <a:cs typeface="Segoe UI"/>
            </a:endParaRPr>
          </a:p>
          <a:p>
            <a:pPr algn="ctr"/>
            <a:r>
              <a:rPr lang="en-SG" sz="2800" dirty="0"/>
              <a:t>Joys which earth cannot afford.</a:t>
            </a:r>
            <a:endParaRPr lang="en-SG" sz="2800" dirty="0">
              <a:cs typeface="Segoe UI"/>
            </a:endParaRPr>
          </a:p>
          <a:p>
            <a:pPr algn="ctr"/>
            <a:r>
              <a:rPr lang="en-SG" sz="2800" dirty="0">
                <a:cs typeface="Segoe UI"/>
              </a:rPr>
              <a:t>Amen.</a:t>
            </a:r>
          </a:p>
        </p:txBody>
      </p:sp>
    </p:spTree>
    <p:extLst>
      <p:ext uri="{BB962C8B-B14F-4D97-AF65-F5344CB8AC3E}">
        <p14:creationId xmlns:p14="http://schemas.microsoft.com/office/powerpoint/2010/main" val="344140600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3ED4C2D-8F3A-93FB-E552-441EF1174C57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kern="140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Foretaste of the Kingdom of God</a:t>
            </a:r>
            <a:endParaRPr lang="en-GB" sz="6000" b="1" i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275357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IAAAAAAAAAAwAAAAMAAAAA/////wQASwwAAAAAAAAAAAAAIAD///////////////8AAAD////////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ztgWoR4viRMqI4XIpkyi1AFAAAAAAADAAAAAwADAAAAAQADAAEA////////BAAAAAMAEAALFWgxPmwReUCeHmo7iS86ngUAAAABAAMAAAAAAAM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CwMAAAAAAAAAAAAACAB////////////////AAAA////////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AQEDAAAAAwD///////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3DgAAAAAAAAAAAAD/////gwCDAAAABV9pZAAQAAAABDtgWoR4viRMqI4XIpkyi1ADRGF0YQAbAAAABExpbmtlZFNoYXBlRGF0YQAFAAAAAAACTmFtZQAZAAAATGlua2VkU2hhcGVzRGF0YVByb3BlcnR5ABBWZXJzaW9uAAAAAAAJTGFzdFdyaXRlAHN26HWOAQAAAAEA/////50AnQAAAAVfaWQAEAAAAAQVaDE+bBF5QJ4eajuJLzqeA0RhdGEAKgAAAAhQcmVzZW50YXRpb25TY2FubmVkRm9yTGlua2VkU2hhcGVzAAEAAk5hbWUAJAAAAExpbmtlZFNoYXBlUHJlc2VudGF0aW9uU2V0dGluZ3NEYXRhABBWZXJzaW9uAAAAAAAJTGFzdFdyaXRlAPV26HWO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006a9c5-d130-408c-bc8e-3b5ecdb17aa0}" enabled="1" method="Standard" siteId="{8d4b558f-7b2e-40ba-ad1f-e04d79e626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(16:9)</PresentationFormat>
  <Slides>68</Slides>
  <Notes>4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68</vt:i4>
      </vt:variant>
    </vt:vector>
  </HeadingPairs>
  <TitlesOfParts>
    <vt:vector size="74" baseType="lpstr"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PowerPoint Presentation</vt:lpstr>
      <vt:lpstr>Opening Hymn – Song no: 9</vt:lpstr>
      <vt:lpstr>Opening Hymn – Song no: 9</vt:lpstr>
      <vt:lpstr>Opening Hymn – Song no: 9</vt:lpstr>
      <vt:lpstr>Opening Hymn – Song no: 9</vt:lpstr>
      <vt:lpstr>PowerPoint Presentation</vt:lpstr>
      <vt:lpstr>PowerPoint Presentation</vt:lpstr>
      <vt:lpstr>Birthday Thanksgiving – Great is thy faithfulness</vt:lpstr>
      <vt:lpstr>PowerPoint Presentation</vt:lpstr>
      <vt:lpstr>PowerPoint Presentation</vt:lpstr>
      <vt:lpstr>Offertory – The Kingdom of God</vt:lpstr>
      <vt:lpstr>Offertory – The Kingdom of God</vt:lpstr>
      <vt:lpstr>Offertory – The Kingdom of God</vt:lpstr>
      <vt:lpstr>Offertory – The Kingdom of God</vt:lpstr>
      <vt:lpstr>PowerPoint Presentation</vt:lpstr>
      <vt:lpstr>PowerPoint Presentation</vt:lpstr>
      <vt:lpstr>PowerPoint Presentation</vt:lpstr>
      <vt:lpstr>Confession – Father of all, whose love profound (v1)</vt:lpstr>
      <vt:lpstr>PowerPoint Presentation</vt:lpstr>
      <vt:lpstr> Holy Communion – Father of all, Whose love profound </vt:lpstr>
      <vt:lpstr>Holy Communion- Father of all</vt:lpstr>
      <vt:lpstr>Holy Communion- Father of all</vt:lpstr>
      <vt:lpstr>Holy Communion- Father of all</vt:lpstr>
      <vt:lpstr>Holy Communion- Father of all</vt:lpstr>
      <vt:lpstr>Holy Communion- Song no: 621</vt:lpstr>
      <vt:lpstr>Holy Communion- Song no: 621</vt:lpstr>
      <vt:lpstr>Holy Communion- Song no: 621</vt:lpstr>
      <vt:lpstr>Holy Communion- Song no: 621</vt:lpstr>
      <vt:lpstr>Holy Communion- Song no: 621</vt:lpstr>
      <vt:lpstr>Holy Communion- Song no: 621</vt:lpstr>
      <vt:lpstr>Holy Communion- Song no: 621</vt:lpstr>
      <vt:lpstr>Holy Communion- Song no: 710</vt:lpstr>
      <vt:lpstr>Holy Communion- Song no: 710</vt:lpstr>
      <vt:lpstr>Holy Communion- Song no: 710</vt:lpstr>
      <vt:lpstr>Holy Communion- Song no: 710</vt:lpstr>
      <vt:lpstr>Holy Communion- Song no: 710</vt:lpstr>
      <vt:lpstr>Holy Communion- Song no: 710</vt:lpstr>
      <vt:lpstr>Holy Communion- Song no: 710</vt:lpstr>
      <vt:lpstr>Holy Communion- Song no: 710</vt:lpstr>
      <vt:lpstr>Holy Communion- Song no: 710</vt:lpstr>
      <vt:lpstr>Holy Communion- Song no: 540</vt:lpstr>
      <vt:lpstr>Holy Communion- Song no: 540</vt:lpstr>
      <vt:lpstr>Holy Communion- Song no: 540</vt:lpstr>
      <vt:lpstr>Holy Communion- Song no: 540</vt:lpstr>
      <vt:lpstr>Holy Communion- Song no: 540</vt:lpstr>
      <vt:lpstr>Holy Communion- Song no: 379</vt:lpstr>
      <vt:lpstr>Holy Communion- Song no: 379</vt:lpstr>
      <vt:lpstr>Holy Communion- Song no: 379</vt:lpstr>
      <vt:lpstr>Holy Communion- Song no: 379</vt:lpstr>
      <vt:lpstr>Holy Communion- Song no: 379</vt:lpstr>
      <vt:lpstr>Holy Communion- Song no: 707</vt:lpstr>
      <vt:lpstr>Holy Communion- Song no: 707</vt:lpstr>
      <vt:lpstr>Holy Communion- Song no: 707</vt:lpstr>
      <vt:lpstr>Holy Communion- Song no: 707</vt:lpstr>
      <vt:lpstr>Holy Communion- Song no: 707</vt:lpstr>
      <vt:lpstr>Holy Communion- Song no: [12]</vt:lpstr>
      <vt:lpstr>Holy Communion- Song no: [12]</vt:lpstr>
      <vt:lpstr>Holy Communion- Song no: [12]</vt:lpstr>
      <vt:lpstr>Holy Communion- Song no: [12]</vt:lpstr>
      <vt:lpstr>Holy Communion- Song no: [12]</vt:lpstr>
      <vt:lpstr>Holy Communion- Song no: [12] </vt:lpstr>
      <vt:lpstr>Holy Communion- Song no: [12]</vt:lpstr>
      <vt:lpstr>PowerPoint Presentation</vt:lpstr>
      <vt:lpstr>PowerPoint Presentation</vt:lpstr>
      <vt:lpstr>PowerPoint Presentation</vt:lpstr>
      <vt:lpstr>Closing Hymn – May the grace of Christ our Saviour</vt:lpstr>
      <vt:lpstr>PowerPoint Presentation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Rosmin Elsa</cp:lastModifiedBy>
  <cp:revision>16</cp:revision>
  <dcterms:created xsi:type="dcterms:W3CDTF">2020-09-02T02:55:07Z</dcterms:created>
  <dcterms:modified xsi:type="dcterms:W3CDTF">2024-09-21T12:50:43Z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  <property fmtid="{D5CDD505-2E9C-101B-9397-08002B2CF9AE}" pid="17" name="ClassificationContentMarkingFooterLocations">
    <vt:lpwstr>Office Theme:8\1_Office Theme:8\4_Office Theme:8\3_Office Theme:8\5_Office Theme:8\6_Office Theme:8</vt:lpwstr>
  </property>
  <property fmtid="{D5CDD505-2E9C-101B-9397-08002B2CF9AE}" pid="18" name="ClassificationContentMarkingFooterText">
    <vt:lpwstr>Internal</vt:lpwstr>
  </property>
</Properties>
</file>