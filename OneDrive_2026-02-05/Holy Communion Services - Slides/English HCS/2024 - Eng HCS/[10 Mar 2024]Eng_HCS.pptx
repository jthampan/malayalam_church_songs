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4" r:id="rId2"/>
    <p:sldMasterId id="2147483677" r:id="rId3"/>
    <p:sldMasterId id="2147483690" r:id="rId4"/>
    <p:sldMasterId id="2147483703" r:id="rId5"/>
    <p:sldMasterId id="2147483716" r:id="rId6"/>
  </p:sldMasterIdLst>
  <p:notesMasterIdLst>
    <p:notesMasterId r:id="rId5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93" r:id="rId37"/>
    <p:sldId id="294" r:id="rId38"/>
    <p:sldId id="295" r:id="rId39"/>
    <p:sldId id="296" r:id="rId40"/>
    <p:sldId id="298" r:id="rId41"/>
    <p:sldId id="299" r:id="rId42"/>
    <p:sldId id="300" r:id="rId43"/>
    <p:sldId id="301" r:id="rId44"/>
    <p:sldId id="304" r:id="rId45"/>
    <p:sldId id="305" r:id="rId46"/>
    <p:sldId id="306" r:id="rId47"/>
    <p:sldId id="320" r:id="rId48"/>
    <p:sldId id="321" r:id="rId49"/>
    <p:sldId id="322" r:id="rId50"/>
    <p:sldId id="323" r:id="rId51"/>
    <p:sldId id="314" r:id="rId52"/>
    <p:sldId id="315" r:id="rId53"/>
    <p:sldId id="316" r:id="rId54"/>
    <p:sldId id="317" r:id="rId55"/>
    <p:sldId id="318" r:id="rId56"/>
    <p:sldId id="324" r:id="rId57"/>
    <p:sldId id="319" r:id="rId58"/>
  </p:sldIdLst>
  <p:sldSz cx="9144000" cy="5143500" type="screen16x9"/>
  <p:notesSz cx="6858000" cy="9144000"/>
  <p:embeddedFontLst>
    <p:embeddedFont>
      <p:font typeface="Footlight MT Light" panose="0204060206030A020304" pitchFamily="18" charset="0"/>
      <p:regular r:id="rId60"/>
    </p:embeddedFont>
    <p:embeddedFont>
      <p:font typeface="Gill Sans" panose="020B0604020202020204" charset="0"/>
      <p:regular r:id="rId61"/>
      <p:bold r:id="rId62"/>
    </p:embeddedFont>
    <p:embeddedFont>
      <p:font typeface="Quattrocento Sans" panose="020B0502050000020003" pitchFamily="34" charset="0"/>
      <p:regular r:id="rId63"/>
      <p:bold r:id="rId64"/>
      <p:italic r:id="rId65"/>
      <p:boldItalic r:id="rId66"/>
    </p:embeddedFont>
    <p:embeddedFont>
      <p:font typeface="Segoe UI" panose="020B0502040204020203" pitchFamily="34" charset="0"/>
      <p:regular r:id="rId67"/>
      <p:bold r:id="rId68"/>
      <p:italic r:id="rId69"/>
      <p:boldItalic r:id="rId70"/>
    </p:embeddedFont>
    <p:embeddedFont>
      <p:font typeface="Tenorite" panose="00000500000000000000" pitchFamily="2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gfqp6bT+TThy9x+OrFbN64FNT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7E7B7-68C1-4DB4-AFF3-A69DF48AAA35}" v="24" dt="2024-03-08T02:00:54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8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89" Type="http://schemas.openxmlformats.org/officeDocument/2006/relationships/viewProps" Target="viewProp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font" Target="fonts/font15.fntdata"/><Relationship Id="rId5" Type="http://schemas.openxmlformats.org/officeDocument/2006/relationships/slideMaster" Target="slideMasters/slideMaster5.xml"/><Relationship Id="rId61" Type="http://schemas.openxmlformats.org/officeDocument/2006/relationships/font" Target="fonts/font2.fntdata"/><Relationship Id="rId90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font" Target="fonts/font13.fntdata"/><Relationship Id="rId9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openxmlformats.org/officeDocument/2006/relationships/font" Target="fonts/font12.fntdata"/><Relationship Id="rId9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font" Target="fonts/font7.fntdata"/><Relationship Id="rId87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 Mohan" userId="7f6a9fc7-46b4-4eac-90cd-058eb48f67de" providerId="ADAL" clId="{0AC7E7B7-68C1-4DB4-AFF3-A69DF48AAA35}"/>
    <pc:docChg chg="undo redo custSel addSld delSld modSld">
      <pc:chgData name="Rosmin Elsa Mohan" userId="7f6a9fc7-46b4-4eac-90cd-058eb48f67de" providerId="ADAL" clId="{0AC7E7B7-68C1-4DB4-AFF3-A69DF48AAA35}" dt="2024-03-08T10:00:43.728" v="1081" actId="20577"/>
      <pc:docMkLst>
        <pc:docMk/>
      </pc:docMkLst>
      <pc:sldChg chg="modSp mod">
        <pc:chgData name="Rosmin Elsa Mohan" userId="7f6a9fc7-46b4-4eac-90cd-058eb48f67de" providerId="ADAL" clId="{0AC7E7B7-68C1-4DB4-AFF3-A69DF48AAA35}" dt="2024-02-24T09:20:20.822" v="197" actId="1076"/>
        <pc:sldMkLst>
          <pc:docMk/>
          <pc:sldMk cId="0" sldId="256"/>
        </pc:sldMkLst>
        <pc:spChg chg="mod">
          <ac:chgData name="Rosmin Elsa Mohan" userId="7f6a9fc7-46b4-4eac-90cd-058eb48f67de" providerId="ADAL" clId="{0AC7E7B7-68C1-4DB4-AFF3-A69DF48AAA35}" dt="2024-02-24T09:20:20.822" v="197" actId="1076"/>
          <ac:spMkLst>
            <pc:docMk/>
            <pc:sldMk cId="0" sldId="256"/>
            <ac:spMk id="49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5T08:18:03.408" v="273" actId="20577"/>
        <pc:sldMkLst>
          <pc:docMk/>
          <pc:sldMk cId="0" sldId="257"/>
        </pc:sldMkLst>
        <pc:spChg chg="mod">
          <ac:chgData name="Rosmin Elsa Mohan" userId="7f6a9fc7-46b4-4eac-90cd-058eb48f67de" providerId="ADAL" clId="{0AC7E7B7-68C1-4DB4-AFF3-A69DF48AAA35}" dt="2024-03-05T08:18:03.408" v="273" actId="20577"/>
          <ac:spMkLst>
            <pc:docMk/>
            <pc:sldMk cId="0" sldId="257"/>
            <ac:spMk id="500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8T09:57:04.632" v="1065" actId="20577"/>
        <pc:sldMkLst>
          <pc:docMk/>
          <pc:sldMk cId="0" sldId="258"/>
        </pc:sldMkLst>
        <pc:spChg chg="add del">
          <ac:chgData name="Rosmin Elsa Mohan" userId="7f6a9fc7-46b4-4eac-90cd-058eb48f67de" providerId="ADAL" clId="{0AC7E7B7-68C1-4DB4-AFF3-A69DF48AAA35}" dt="2024-03-05T08:17:41.211" v="259" actId="22"/>
          <ac:spMkLst>
            <pc:docMk/>
            <pc:sldMk cId="0" sldId="258"/>
            <ac:spMk id="3" creationId="{19B6E9F7-EF16-AE71-49FE-4B9AC35A8975}"/>
          </ac:spMkLst>
        </pc:spChg>
        <pc:spChg chg="mod">
          <ac:chgData name="Rosmin Elsa Mohan" userId="7f6a9fc7-46b4-4eac-90cd-058eb48f67de" providerId="ADAL" clId="{0AC7E7B7-68C1-4DB4-AFF3-A69DF48AAA35}" dt="2024-02-24T08:42:36.723" v="1" actId="2711"/>
          <ac:spMkLst>
            <pc:docMk/>
            <pc:sldMk cId="0" sldId="258"/>
            <ac:spMk id="505" creationId="{00000000-0000-0000-0000-000000000000}"/>
          </ac:spMkLst>
        </pc:spChg>
        <pc:spChg chg="add del mod">
          <ac:chgData name="Rosmin Elsa Mohan" userId="7f6a9fc7-46b4-4eac-90cd-058eb48f67de" providerId="ADAL" clId="{0AC7E7B7-68C1-4DB4-AFF3-A69DF48AAA35}" dt="2024-03-05T08:36:22.987" v="320" actId="20577"/>
          <ac:spMkLst>
            <pc:docMk/>
            <pc:sldMk cId="0" sldId="258"/>
            <ac:spMk id="50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8T09:57:04.632" v="1065" actId="20577"/>
          <ac:spMkLst>
            <pc:docMk/>
            <pc:sldMk cId="0" sldId="258"/>
            <ac:spMk id="508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5T08:36:43.117" v="321"/>
        <pc:sldMkLst>
          <pc:docMk/>
          <pc:sldMk cId="0" sldId="259"/>
        </pc:sldMkLst>
        <pc:spChg chg="mod">
          <ac:chgData name="Rosmin Elsa Mohan" userId="7f6a9fc7-46b4-4eac-90cd-058eb48f67de" providerId="ADAL" clId="{0AC7E7B7-68C1-4DB4-AFF3-A69DF48AAA35}" dt="2024-02-24T08:59:19.176" v="105" actId="255"/>
          <ac:spMkLst>
            <pc:docMk/>
            <pc:sldMk cId="0" sldId="259"/>
            <ac:spMk id="513" creationId="{00000000-0000-0000-0000-000000000000}"/>
          </ac:spMkLst>
        </pc:spChg>
        <pc:spChg chg="add del mod">
          <ac:chgData name="Rosmin Elsa Mohan" userId="7f6a9fc7-46b4-4eac-90cd-058eb48f67de" providerId="ADAL" clId="{0AC7E7B7-68C1-4DB4-AFF3-A69DF48AAA35}" dt="2024-03-05T08:36:43.117" v="321"/>
          <ac:spMkLst>
            <pc:docMk/>
            <pc:sldMk cId="0" sldId="259"/>
            <ac:spMk id="51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15:06:31.262" v="211" actId="20577"/>
          <ac:spMkLst>
            <pc:docMk/>
            <pc:sldMk cId="0" sldId="259"/>
            <ac:spMk id="516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5T08:36:46.545" v="322"/>
        <pc:sldMkLst>
          <pc:docMk/>
          <pc:sldMk cId="0" sldId="260"/>
        </pc:sldMkLst>
        <pc:spChg chg="mod">
          <ac:chgData name="Rosmin Elsa Mohan" userId="7f6a9fc7-46b4-4eac-90cd-058eb48f67de" providerId="ADAL" clId="{0AC7E7B7-68C1-4DB4-AFF3-A69DF48AAA35}" dt="2024-02-24T08:45:55.445" v="12" actId="2711"/>
          <ac:spMkLst>
            <pc:docMk/>
            <pc:sldMk cId="0" sldId="260"/>
            <ac:spMk id="521" creationId="{00000000-0000-0000-0000-000000000000}"/>
          </ac:spMkLst>
        </pc:spChg>
        <pc:spChg chg="add del mod">
          <ac:chgData name="Rosmin Elsa Mohan" userId="7f6a9fc7-46b4-4eac-90cd-058eb48f67de" providerId="ADAL" clId="{0AC7E7B7-68C1-4DB4-AFF3-A69DF48AAA35}" dt="2024-03-05T08:36:46.545" v="322"/>
          <ac:spMkLst>
            <pc:docMk/>
            <pc:sldMk cId="0" sldId="260"/>
            <ac:spMk id="52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15:06:39.048" v="213" actId="20577"/>
          <ac:spMkLst>
            <pc:docMk/>
            <pc:sldMk cId="0" sldId="260"/>
            <ac:spMk id="524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5T08:38:12.272" v="333" actId="20577"/>
        <pc:sldMkLst>
          <pc:docMk/>
          <pc:sldMk cId="0" sldId="261"/>
        </pc:sldMkLst>
        <pc:spChg chg="mod">
          <ac:chgData name="Rosmin Elsa Mohan" userId="7f6a9fc7-46b4-4eac-90cd-058eb48f67de" providerId="ADAL" clId="{0AC7E7B7-68C1-4DB4-AFF3-A69DF48AAA35}" dt="2024-02-24T08:59:42.206" v="111"/>
          <ac:spMkLst>
            <pc:docMk/>
            <pc:sldMk cId="0" sldId="261"/>
            <ac:spMk id="530" creationId="{00000000-0000-0000-0000-000000000000}"/>
          </ac:spMkLst>
        </pc:spChg>
        <pc:spChg chg="add del mod">
          <ac:chgData name="Rosmin Elsa Mohan" userId="7f6a9fc7-46b4-4eac-90cd-058eb48f67de" providerId="ADAL" clId="{0AC7E7B7-68C1-4DB4-AFF3-A69DF48AAA35}" dt="2024-03-05T08:38:12.272" v="333" actId="20577"/>
          <ac:spMkLst>
            <pc:docMk/>
            <pc:sldMk cId="0" sldId="261"/>
            <ac:spMk id="532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15:06:48.715" v="215" actId="20577"/>
          <ac:spMkLst>
            <pc:docMk/>
            <pc:sldMk cId="0" sldId="261"/>
            <ac:spMk id="53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7:00.416" v="195"/>
        <pc:sldMkLst>
          <pc:docMk/>
          <pc:sldMk cId="0" sldId="262"/>
        </pc:sldMkLst>
        <pc:spChg chg="mod">
          <ac:chgData name="Rosmin Elsa Mohan" userId="7f6a9fc7-46b4-4eac-90cd-058eb48f67de" providerId="ADAL" clId="{0AC7E7B7-68C1-4DB4-AFF3-A69DF48AAA35}" dt="2024-02-24T09:17:00.416" v="195"/>
          <ac:spMkLst>
            <pc:docMk/>
            <pc:sldMk cId="0" sldId="262"/>
            <ac:spMk id="539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5T08:20:35.123" v="304"/>
        <pc:sldMkLst>
          <pc:docMk/>
          <pc:sldMk cId="0" sldId="263"/>
        </pc:sldMkLst>
        <pc:spChg chg="mod">
          <ac:chgData name="Rosmin Elsa Mohan" userId="7f6a9fc7-46b4-4eac-90cd-058eb48f67de" providerId="ADAL" clId="{0AC7E7B7-68C1-4DB4-AFF3-A69DF48AAA35}" dt="2024-03-05T08:20:35.123" v="304"/>
          <ac:spMkLst>
            <pc:docMk/>
            <pc:sldMk cId="0" sldId="263"/>
            <ac:spMk id="545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6:00:02.748" v="1064" actId="20577"/>
        <pc:sldMkLst>
          <pc:docMk/>
          <pc:sldMk cId="0" sldId="264"/>
        </pc:sldMkLst>
        <pc:spChg chg="mod">
          <ac:chgData name="Rosmin Elsa Mohan" userId="7f6a9fc7-46b4-4eac-90cd-058eb48f67de" providerId="ADAL" clId="{0AC7E7B7-68C1-4DB4-AFF3-A69DF48AAA35}" dt="2024-03-06T16:00:02.748" v="1064" actId="20577"/>
          <ac:spMkLst>
            <pc:docMk/>
            <pc:sldMk cId="0" sldId="264"/>
            <ac:spMk id="55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01:53.213" v="397" actId="20577"/>
          <ac:spMkLst>
            <pc:docMk/>
            <pc:sldMk cId="0" sldId="264"/>
            <ac:spMk id="55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0:15.537" v="115" actId="255"/>
        <pc:sldMkLst>
          <pc:docMk/>
          <pc:sldMk cId="0" sldId="265"/>
        </pc:sldMkLst>
        <pc:spChg chg="mod">
          <ac:chgData name="Rosmin Elsa Mohan" userId="7f6a9fc7-46b4-4eac-90cd-058eb48f67de" providerId="ADAL" clId="{0AC7E7B7-68C1-4DB4-AFF3-A69DF48AAA35}" dt="2024-02-24T09:00:15.537" v="115" actId="255"/>
          <ac:spMkLst>
            <pc:docMk/>
            <pc:sldMk cId="0" sldId="265"/>
            <ac:spMk id="55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48:23.941" v="21" actId="14100"/>
          <ac:spMkLst>
            <pc:docMk/>
            <pc:sldMk cId="0" sldId="265"/>
            <ac:spMk id="55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02:13.516" v="417" actId="20577"/>
        <pc:sldMkLst>
          <pc:docMk/>
          <pc:sldMk cId="0" sldId="266"/>
        </pc:sldMkLst>
        <pc:spChg chg="mod">
          <ac:chgData name="Rosmin Elsa Mohan" userId="7f6a9fc7-46b4-4eac-90cd-058eb48f67de" providerId="ADAL" clId="{0AC7E7B7-68C1-4DB4-AFF3-A69DF48AAA35}" dt="2024-03-06T14:02:13.516" v="417" actId="20577"/>
          <ac:spMkLst>
            <pc:docMk/>
            <pc:sldMk cId="0" sldId="266"/>
            <ac:spMk id="56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11:45.230" v="490" actId="14100"/>
        <pc:sldMkLst>
          <pc:docMk/>
          <pc:sldMk cId="0" sldId="267"/>
        </pc:sldMkLst>
        <pc:spChg chg="mod">
          <ac:chgData name="Rosmin Elsa Mohan" userId="7f6a9fc7-46b4-4eac-90cd-058eb48f67de" providerId="ADAL" clId="{0AC7E7B7-68C1-4DB4-AFF3-A69DF48AAA35}" dt="2024-03-06T14:02:21.549" v="420" actId="20577"/>
          <ac:spMkLst>
            <pc:docMk/>
            <pc:sldMk cId="0" sldId="267"/>
            <ac:spMk id="56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1:45.230" v="490" actId="14100"/>
          <ac:spMkLst>
            <pc:docMk/>
            <pc:sldMk cId="0" sldId="267"/>
            <ac:spMk id="57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1:28.553" v="489" actId="20577"/>
          <ac:spMkLst>
            <pc:docMk/>
            <pc:sldMk cId="0" sldId="267"/>
            <ac:spMk id="572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07:00.855" v="448" actId="1076"/>
          <ac:spMkLst>
            <pc:docMk/>
            <pc:sldMk cId="0" sldId="267"/>
            <ac:spMk id="57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12:17.117" v="495" actId="20577"/>
        <pc:sldMkLst>
          <pc:docMk/>
          <pc:sldMk cId="0" sldId="268"/>
        </pc:sldMkLst>
        <pc:spChg chg="mod">
          <ac:chgData name="Rosmin Elsa Mohan" userId="7f6a9fc7-46b4-4eac-90cd-058eb48f67de" providerId="ADAL" clId="{0AC7E7B7-68C1-4DB4-AFF3-A69DF48AAA35}" dt="2024-03-06T14:02:31.117" v="421"/>
          <ac:spMkLst>
            <pc:docMk/>
            <pc:sldMk cId="0" sldId="268"/>
            <ac:spMk id="57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1:56.472" v="491" actId="14100"/>
          <ac:spMkLst>
            <pc:docMk/>
            <pc:sldMk cId="0" sldId="268"/>
            <ac:spMk id="57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2:17.117" v="495" actId="20577"/>
          <ac:spMkLst>
            <pc:docMk/>
            <pc:sldMk cId="0" sldId="268"/>
            <ac:spMk id="58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07:35.827" v="451" actId="255"/>
          <ac:spMkLst>
            <pc:docMk/>
            <pc:sldMk cId="0" sldId="268"/>
            <ac:spMk id="58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12:21.101" v="496" actId="20577"/>
        <pc:sldMkLst>
          <pc:docMk/>
          <pc:sldMk cId="0" sldId="269"/>
        </pc:sldMkLst>
        <pc:spChg chg="mod">
          <ac:chgData name="Rosmin Elsa Mohan" userId="7f6a9fc7-46b4-4eac-90cd-058eb48f67de" providerId="ADAL" clId="{0AC7E7B7-68C1-4DB4-AFF3-A69DF48AAA35}" dt="2024-03-06T14:02:37.833" v="422"/>
          <ac:spMkLst>
            <pc:docMk/>
            <pc:sldMk cId="0" sldId="269"/>
            <ac:spMk id="58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2:00.041" v="492" actId="14100"/>
          <ac:spMkLst>
            <pc:docMk/>
            <pc:sldMk cId="0" sldId="269"/>
            <ac:spMk id="58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2:21.101" v="496" actId="20577"/>
          <ac:spMkLst>
            <pc:docMk/>
            <pc:sldMk cId="0" sldId="269"/>
            <ac:spMk id="59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08:05.535" v="454" actId="255"/>
          <ac:spMkLst>
            <pc:docMk/>
            <pc:sldMk cId="0" sldId="269"/>
            <ac:spMk id="591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12:24.707" v="497" actId="20577"/>
        <pc:sldMkLst>
          <pc:docMk/>
          <pc:sldMk cId="0" sldId="270"/>
        </pc:sldMkLst>
        <pc:spChg chg="mod">
          <ac:chgData name="Rosmin Elsa Mohan" userId="7f6a9fc7-46b4-4eac-90cd-058eb48f67de" providerId="ADAL" clId="{0AC7E7B7-68C1-4DB4-AFF3-A69DF48AAA35}" dt="2024-03-06T14:02:43.362" v="423"/>
          <ac:spMkLst>
            <pc:docMk/>
            <pc:sldMk cId="0" sldId="270"/>
            <ac:spMk id="59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2:06.483" v="493" actId="14100"/>
          <ac:spMkLst>
            <pc:docMk/>
            <pc:sldMk cId="0" sldId="270"/>
            <ac:spMk id="59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2:24.707" v="497" actId="20577"/>
          <ac:spMkLst>
            <pc:docMk/>
            <pc:sldMk cId="0" sldId="270"/>
            <ac:spMk id="59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08:46.361" v="459" actId="255"/>
          <ac:spMkLst>
            <pc:docMk/>
            <pc:sldMk cId="0" sldId="270"/>
            <ac:spMk id="60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12:28.062" v="498" actId="20577"/>
        <pc:sldMkLst>
          <pc:docMk/>
          <pc:sldMk cId="0" sldId="271"/>
        </pc:sldMkLst>
        <pc:spChg chg="mod">
          <ac:chgData name="Rosmin Elsa Mohan" userId="7f6a9fc7-46b4-4eac-90cd-058eb48f67de" providerId="ADAL" clId="{0AC7E7B7-68C1-4DB4-AFF3-A69DF48AAA35}" dt="2024-03-06T14:02:47.016" v="424"/>
          <ac:spMkLst>
            <pc:docMk/>
            <pc:sldMk cId="0" sldId="271"/>
            <ac:spMk id="60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2:11.912" v="494" actId="14100"/>
          <ac:spMkLst>
            <pc:docMk/>
            <pc:sldMk cId="0" sldId="271"/>
            <ac:spMk id="60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2:28.062" v="498" actId="20577"/>
          <ac:spMkLst>
            <pc:docMk/>
            <pc:sldMk cId="0" sldId="271"/>
            <ac:spMk id="60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0:41.460" v="487" actId="255"/>
          <ac:spMkLst>
            <pc:docMk/>
            <pc:sldMk cId="0" sldId="271"/>
            <ac:spMk id="609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11:15.915" v="488" actId="2696"/>
        <pc:sldMkLst>
          <pc:docMk/>
          <pc:sldMk cId="0" sldId="272"/>
        </pc:sldMkLst>
        <pc:spChg chg="mod">
          <ac:chgData name="Rosmin Elsa Mohan" userId="7f6a9fc7-46b4-4eac-90cd-058eb48f67de" providerId="ADAL" clId="{0AC7E7B7-68C1-4DB4-AFF3-A69DF48AAA35}" dt="2024-03-06T14:02:52.063" v="425"/>
          <ac:spMkLst>
            <pc:docMk/>
            <pc:sldMk cId="0" sldId="272"/>
            <ac:spMk id="614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15:07:46.359" v="222" actId="20577"/>
          <ac:spMkLst>
            <pc:docMk/>
            <pc:sldMk cId="0" sldId="272"/>
            <ac:spMk id="61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4:00.514" v="52" actId="255"/>
          <ac:spMkLst>
            <pc:docMk/>
            <pc:sldMk cId="0" sldId="272"/>
            <ac:spMk id="61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5:08.892" v="62" actId="2711"/>
        <pc:sldMkLst>
          <pc:docMk/>
          <pc:sldMk cId="0" sldId="273"/>
        </pc:sldMkLst>
        <pc:spChg chg="mod">
          <ac:chgData name="Rosmin Elsa Mohan" userId="7f6a9fc7-46b4-4eac-90cd-058eb48f67de" providerId="ADAL" clId="{0AC7E7B7-68C1-4DB4-AFF3-A69DF48AAA35}" dt="2024-02-24T08:55:08.892" v="62" actId="2711"/>
          <ac:spMkLst>
            <pc:docMk/>
            <pc:sldMk cId="0" sldId="273"/>
            <ac:spMk id="62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5:18.071" v="69" actId="2711"/>
        <pc:sldMkLst>
          <pc:docMk/>
          <pc:sldMk cId="0" sldId="274"/>
        </pc:sldMkLst>
        <pc:spChg chg="mod">
          <ac:chgData name="Rosmin Elsa Mohan" userId="7f6a9fc7-46b4-4eac-90cd-058eb48f67de" providerId="ADAL" clId="{0AC7E7B7-68C1-4DB4-AFF3-A69DF48AAA35}" dt="2024-02-24T08:55:18.071" v="69" actId="2711"/>
          <ac:spMkLst>
            <pc:docMk/>
            <pc:sldMk cId="0" sldId="274"/>
            <ac:spMk id="63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5:29.562" v="71" actId="2711"/>
        <pc:sldMkLst>
          <pc:docMk/>
          <pc:sldMk cId="0" sldId="275"/>
        </pc:sldMkLst>
        <pc:spChg chg="mod">
          <ac:chgData name="Rosmin Elsa Mohan" userId="7f6a9fc7-46b4-4eac-90cd-058eb48f67de" providerId="ADAL" clId="{0AC7E7B7-68C1-4DB4-AFF3-A69DF48AAA35}" dt="2024-02-24T08:55:29.562" v="71" actId="2711"/>
          <ac:spMkLst>
            <pc:docMk/>
            <pc:sldMk cId="0" sldId="275"/>
            <ac:spMk id="63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18:40.532" v="536" actId="1076"/>
        <pc:sldMkLst>
          <pc:docMk/>
          <pc:sldMk cId="0" sldId="276"/>
        </pc:sldMkLst>
        <pc:spChg chg="mod">
          <ac:chgData name="Rosmin Elsa Mohan" userId="7f6a9fc7-46b4-4eac-90cd-058eb48f67de" providerId="ADAL" clId="{0AC7E7B7-68C1-4DB4-AFF3-A69DF48AAA35}" dt="2024-03-06T14:13:06.019" v="500" actId="20577"/>
          <ac:spMkLst>
            <pc:docMk/>
            <pc:sldMk cId="0" sldId="276"/>
            <ac:spMk id="64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18:40.532" v="536" actId="1076"/>
          <ac:spMkLst>
            <pc:docMk/>
            <pc:sldMk cId="0" sldId="276"/>
            <ac:spMk id="64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0:40.287" v="200"/>
        <pc:sldMkLst>
          <pc:docMk/>
          <pc:sldMk cId="0" sldId="277"/>
        </pc:sldMkLst>
        <pc:spChg chg="mod">
          <ac:chgData name="Rosmin Elsa Mohan" userId="7f6a9fc7-46b4-4eac-90cd-058eb48f67de" providerId="ADAL" clId="{0AC7E7B7-68C1-4DB4-AFF3-A69DF48AAA35}" dt="2024-02-24T09:20:40.287" v="200"/>
          <ac:spMkLst>
            <pc:docMk/>
            <pc:sldMk cId="0" sldId="277"/>
            <ac:spMk id="64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19:48.791" v="537"/>
        <pc:sldMkLst>
          <pc:docMk/>
          <pc:sldMk cId="0" sldId="278"/>
        </pc:sldMkLst>
        <pc:spChg chg="mod">
          <ac:chgData name="Rosmin Elsa Mohan" userId="7f6a9fc7-46b4-4eac-90cd-058eb48f67de" providerId="ADAL" clId="{0AC7E7B7-68C1-4DB4-AFF3-A69DF48AAA35}" dt="2024-03-06T14:19:48.791" v="537"/>
          <ac:spMkLst>
            <pc:docMk/>
            <pc:sldMk cId="0" sldId="278"/>
            <ac:spMk id="65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21:37.838" v="571" actId="6549"/>
        <pc:sldMkLst>
          <pc:docMk/>
          <pc:sldMk cId="0" sldId="279"/>
        </pc:sldMkLst>
        <pc:spChg chg="mod">
          <ac:chgData name="Rosmin Elsa Mohan" userId="7f6a9fc7-46b4-4eac-90cd-058eb48f67de" providerId="ADAL" clId="{0AC7E7B7-68C1-4DB4-AFF3-A69DF48AAA35}" dt="2024-03-06T14:20:04.782" v="538"/>
          <ac:spMkLst>
            <pc:docMk/>
            <pc:sldMk cId="0" sldId="279"/>
            <ac:spMk id="66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15:08:03.798" v="223" actId="20577"/>
          <ac:spMkLst>
            <pc:docMk/>
            <pc:sldMk cId="0" sldId="279"/>
            <ac:spMk id="662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1:37.838" v="571" actId="6549"/>
          <ac:spMkLst>
            <pc:docMk/>
            <pc:sldMk cId="0" sldId="279"/>
            <ac:spMk id="66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23:45.050" v="588" actId="20577"/>
        <pc:sldMkLst>
          <pc:docMk/>
          <pc:sldMk cId="0" sldId="280"/>
        </pc:sldMkLst>
        <pc:spChg chg="mod">
          <ac:chgData name="Rosmin Elsa Mohan" userId="7f6a9fc7-46b4-4eac-90cd-058eb48f67de" providerId="ADAL" clId="{0AC7E7B7-68C1-4DB4-AFF3-A69DF48AAA35}" dt="2024-03-06T14:20:10.047" v="539"/>
          <ac:spMkLst>
            <pc:docMk/>
            <pc:sldMk cId="0" sldId="280"/>
            <ac:spMk id="66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15:08:11.555" v="225" actId="20577"/>
          <ac:spMkLst>
            <pc:docMk/>
            <pc:sldMk cId="0" sldId="280"/>
            <ac:spMk id="67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3:45.050" v="588" actId="20577"/>
          <ac:spMkLst>
            <pc:docMk/>
            <pc:sldMk cId="0" sldId="280"/>
            <ac:spMk id="671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23:48.410" v="589" actId="20577"/>
        <pc:sldMkLst>
          <pc:docMk/>
          <pc:sldMk cId="0" sldId="281"/>
        </pc:sldMkLst>
        <pc:spChg chg="mod">
          <ac:chgData name="Rosmin Elsa Mohan" userId="7f6a9fc7-46b4-4eac-90cd-058eb48f67de" providerId="ADAL" clId="{0AC7E7B7-68C1-4DB4-AFF3-A69DF48AAA35}" dt="2024-03-06T14:20:20.333" v="540"/>
          <ac:spMkLst>
            <pc:docMk/>
            <pc:sldMk cId="0" sldId="281"/>
            <ac:spMk id="67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15:08:16.848" v="227" actId="20577"/>
          <ac:spMkLst>
            <pc:docMk/>
            <pc:sldMk cId="0" sldId="281"/>
            <ac:spMk id="67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3:48.410" v="589" actId="20577"/>
          <ac:spMkLst>
            <pc:docMk/>
            <pc:sldMk cId="0" sldId="281"/>
            <ac:spMk id="679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24:11.938" v="592" actId="20577"/>
        <pc:sldMkLst>
          <pc:docMk/>
          <pc:sldMk cId="0" sldId="282"/>
        </pc:sldMkLst>
        <pc:spChg chg="mod">
          <ac:chgData name="Rosmin Elsa Mohan" userId="7f6a9fc7-46b4-4eac-90cd-058eb48f67de" providerId="ADAL" clId="{0AC7E7B7-68C1-4DB4-AFF3-A69DF48AAA35}" dt="2024-03-06T14:24:11.938" v="592" actId="20577"/>
          <ac:spMkLst>
            <pc:docMk/>
            <pc:sldMk cId="0" sldId="282"/>
            <ac:spMk id="684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6T14:29:26.733" v="645" actId="20577"/>
        <pc:sldMkLst>
          <pc:docMk/>
          <pc:sldMk cId="0" sldId="283"/>
        </pc:sldMkLst>
        <pc:spChg chg="add mod">
          <ac:chgData name="Rosmin Elsa Mohan" userId="7f6a9fc7-46b4-4eac-90cd-058eb48f67de" providerId="ADAL" clId="{0AC7E7B7-68C1-4DB4-AFF3-A69DF48AAA35}" dt="2024-03-06T14:28:11.515" v="637"/>
          <ac:spMkLst>
            <pc:docMk/>
            <pc:sldMk cId="0" sldId="283"/>
            <ac:spMk id="2" creationId="{9F8BA8D6-2CA6-89A0-2E0A-1C1B1212BD78}"/>
          </ac:spMkLst>
        </pc:spChg>
        <pc:spChg chg="mod">
          <ac:chgData name="Rosmin Elsa Mohan" userId="7f6a9fc7-46b4-4eac-90cd-058eb48f67de" providerId="ADAL" clId="{0AC7E7B7-68C1-4DB4-AFF3-A69DF48AAA35}" dt="2024-03-06T14:24:25.058" v="595"/>
          <ac:spMkLst>
            <pc:docMk/>
            <pc:sldMk cId="0" sldId="283"/>
            <ac:spMk id="69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9:26.733" v="645" actId="20577"/>
          <ac:spMkLst>
            <pc:docMk/>
            <pc:sldMk cId="0" sldId="283"/>
            <ac:spMk id="693" creationId="{00000000-0000-0000-0000-000000000000}"/>
          </ac:spMkLst>
        </pc:spChg>
        <pc:spChg chg="del mod">
          <ac:chgData name="Rosmin Elsa Mohan" userId="7f6a9fc7-46b4-4eac-90cd-058eb48f67de" providerId="ADAL" clId="{0AC7E7B7-68C1-4DB4-AFF3-A69DF48AAA35}" dt="2024-03-06T14:27:54.130" v="633" actId="478"/>
          <ac:spMkLst>
            <pc:docMk/>
            <pc:sldMk cId="0" sldId="283"/>
            <ac:spMk id="69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29:30.647" v="646" actId="20577"/>
        <pc:sldMkLst>
          <pc:docMk/>
          <pc:sldMk cId="0" sldId="284"/>
        </pc:sldMkLst>
        <pc:spChg chg="mod">
          <ac:chgData name="Rosmin Elsa Mohan" userId="7f6a9fc7-46b4-4eac-90cd-058eb48f67de" providerId="ADAL" clId="{0AC7E7B7-68C1-4DB4-AFF3-A69DF48AAA35}" dt="2024-03-06T14:24:28.701" v="596"/>
          <ac:spMkLst>
            <pc:docMk/>
            <pc:sldMk cId="0" sldId="284"/>
            <ac:spMk id="69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9:30.647" v="646" actId="20577"/>
          <ac:spMkLst>
            <pc:docMk/>
            <pc:sldMk cId="0" sldId="284"/>
            <ac:spMk id="70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6:25.685" v="617" actId="207"/>
          <ac:spMkLst>
            <pc:docMk/>
            <pc:sldMk cId="0" sldId="284"/>
            <ac:spMk id="702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6T14:29:33.739" v="647" actId="20577"/>
        <pc:sldMkLst>
          <pc:docMk/>
          <pc:sldMk cId="0" sldId="285"/>
        </pc:sldMkLst>
        <pc:spChg chg="add mod">
          <ac:chgData name="Rosmin Elsa Mohan" userId="7f6a9fc7-46b4-4eac-90cd-058eb48f67de" providerId="ADAL" clId="{0AC7E7B7-68C1-4DB4-AFF3-A69DF48AAA35}" dt="2024-03-06T14:27:39.091" v="632"/>
          <ac:spMkLst>
            <pc:docMk/>
            <pc:sldMk cId="0" sldId="285"/>
            <ac:spMk id="2" creationId="{7B5338A4-FF7D-8166-C183-1032F63A8022}"/>
          </ac:spMkLst>
        </pc:spChg>
        <pc:spChg chg="add del">
          <ac:chgData name="Rosmin Elsa Mohan" userId="7f6a9fc7-46b4-4eac-90cd-058eb48f67de" providerId="ADAL" clId="{0AC7E7B7-68C1-4DB4-AFF3-A69DF48AAA35}" dt="2024-03-06T14:27:27.418" v="629" actId="22"/>
          <ac:spMkLst>
            <pc:docMk/>
            <pc:sldMk cId="0" sldId="285"/>
            <ac:spMk id="4" creationId="{8FB51582-8638-C983-6C13-3E58B1F85A1B}"/>
          </ac:spMkLst>
        </pc:spChg>
        <pc:spChg chg="mod">
          <ac:chgData name="Rosmin Elsa Mohan" userId="7f6a9fc7-46b4-4eac-90cd-058eb48f67de" providerId="ADAL" clId="{0AC7E7B7-68C1-4DB4-AFF3-A69DF48AAA35}" dt="2024-03-06T14:24:32.187" v="597"/>
          <ac:spMkLst>
            <pc:docMk/>
            <pc:sldMk cId="0" sldId="285"/>
            <ac:spMk id="70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9:33.739" v="647" actId="20577"/>
          <ac:spMkLst>
            <pc:docMk/>
            <pc:sldMk cId="0" sldId="285"/>
            <ac:spMk id="709" creationId="{00000000-0000-0000-0000-000000000000}"/>
          </ac:spMkLst>
        </pc:spChg>
        <pc:spChg chg="del mod">
          <ac:chgData name="Rosmin Elsa Mohan" userId="7f6a9fc7-46b4-4eac-90cd-058eb48f67de" providerId="ADAL" clId="{0AC7E7B7-68C1-4DB4-AFF3-A69DF48AAA35}" dt="2024-03-06T14:27:08.609" v="626" actId="478"/>
          <ac:spMkLst>
            <pc:docMk/>
            <pc:sldMk cId="0" sldId="285"/>
            <ac:spMk id="710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6T14:32:08.265" v="700" actId="20577"/>
        <pc:sldMkLst>
          <pc:docMk/>
          <pc:sldMk cId="0" sldId="286"/>
        </pc:sldMkLst>
        <pc:spChg chg="add mod">
          <ac:chgData name="Rosmin Elsa Mohan" userId="7f6a9fc7-46b4-4eac-90cd-058eb48f67de" providerId="ADAL" clId="{0AC7E7B7-68C1-4DB4-AFF3-A69DF48AAA35}" dt="2024-03-06T14:29:16.925" v="644"/>
          <ac:spMkLst>
            <pc:docMk/>
            <pc:sldMk cId="0" sldId="286"/>
            <ac:spMk id="2" creationId="{9431A3B3-7778-BCB1-C343-81A8E0B8F800}"/>
          </ac:spMkLst>
        </pc:spChg>
        <pc:spChg chg="mod">
          <ac:chgData name="Rosmin Elsa Mohan" userId="7f6a9fc7-46b4-4eac-90cd-058eb48f67de" providerId="ADAL" clId="{0AC7E7B7-68C1-4DB4-AFF3-A69DF48AAA35}" dt="2024-03-06T14:32:08.265" v="700" actId="20577"/>
          <ac:spMkLst>
            <pc:docMk/>
            <pc:sldMk cId="0" sldId="286"/>
            <ac:spMk id="71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29:41.550" v="649" actId="20577"/>
          <ac:spMkLst>
            <pc:docMk/>
            <pc:sldMk cId="0" sldId="286"/>
            <ac:spMk id="717" creationId="{00000000-0000-0000-0000-000000000000}"/>
          </ac:spMkLst>
        </pc:spChg>
        <pc:spChg chg="del mod">
          <ac:chgData name="Rosmin Elsa Mohan" userId="7f6a9fc7-46b4-4eac-90cd-058eb48f67de" providerId="ADAL" clId="{0AC7E7B7-68C1-4DB4-AFF3-A69DF48AAA35}" dt="2024-03-06T14:28:58.771" v="638" actId="478"/>
          <ac:spMkLst>
            <pc:docMk/>
            <pc:sldMk cId="0" sldId="286"/>
            <ac:spMk id="718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30:24.144" v="651" actId="2696"/>
        <pc:sldMkLst>
          <pc:docMk/>
          <pc:sldMk cId="0" sldId="287"/>
        </pc:sldMkLst>
        <pc:spChg chg="mod">
          <ac:chgData name="Rosmin Elsa Mohan" userId="7f6a9fc7-46b4-4eac-90cd-058eb48f67de" providerId="ADAL" clId="{0AC7E7B7-68C1-4DB4-AFF3-A69DF48AAA35}" dt="2024-03-06T14:24:36.071" v="598"/>
          <ac:spMkLst>
            <pc:docMk/>
            <pc:sldMk cId="0" sldId="287"/>
            <ac:spMk id="72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30.628" v="146" actId="2711"/>
          <ac:spMkLst>
            <pc:docMk/>
            <pc:sldMk cId="0" sldId="287"/>
            <ac:spMk id="726" creationId="{00000000-0000-0000-0000-000000000000}"/>
          </ac:spMkLst>
        </pc:spChg>
      </pc:sldChg>
      <pc:sldChg chg="modSp add del mod">
        <pc:chgData name="Rosmin Elsa Mohan" userId="7f6a9fc7-46b4-4eac-90cd-058eb48f67de" providerId="ADAL" clId="{0AC7E7B7-68C1-4DB4-AFF3-A69DF48AAA35}" dt="2024-03-06T14:32:12.435" v="703" actId="2696"/>
        <pc:sldMkLst>
          <pc:docMk/>
          <pc:sldMk cId="0" sldId="288"/>
        </pc:sldMkLst>
        <pc:spChg chg="mod">
          <ac:chgData name="Rosmin Elsa Mohan" userId="7f6a9fc7-46b4-4eac-90cd-058eb48f67de" providerId="ADAL" clId="{0AC7E7B7-68C1-4DB4-AFF3-A69DF48AAA35}" dt="2024-03-06T14:24:39.192" v="599"/>
          <ac:spMkLst>
            <pc:docMk/>
            <pc:sldMk cId="0" sldId="288"/>
            <ac:spMk id="73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23.164" v="145" actId="2711"/>
          <ac:spMkLst>
            <pc:docMk/>
            <pc:sldMk cId="0" sldId="288"/>
            <ac:spMk id="734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24:54.178" v="602" actId="2696"/>
        <pc:sldMkLst>
          <pc:docMk/>
          <pc:sldMk cId="0" sldId="289"/>
        </pc:sldMkLst>
        <pc:spChg chg="mod">
          <ac:chgData name="Rosmin Elsa Mohan" userId="7f6a9fc7-46b4-4eac-90cd-058eb48f67de" providerId="ADAL" clId="{0AC7E7B7-68C1-4DB4-AFF3-A69DF48AAA35}" dt="2024-02-24T09:03:32.951" v="135"/>
          <ac:spMkLst>
            <pc:docMk/>
            <pc:sldMk cId="0" sldId="289"/>
            <ac:spMk id="73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16.190" v="144" actId="2711"/>
          <ac:spMkLst>
            <pc:docMk/>
            <pc:sldMk cId="0" sldId="289"/>
            <ac:spMk id="742" creationId="{00000000-0000-0000-0000-000000000000}"/>
          </ac:spMkLst>
        </pc:spChg>
      </pc:sldChg>
      <pc:sldChg chg="modSp add del mod">
        <pc:chgData name="Rosmin Elsa Mohan" userId="7f6a9fc7-46b4-4eac-90cd-058eb48f67de" providerId="ADAL" clId="{0AC7E7B7-68C1-4DB4-AFF3-A69DF48AAA35}" dt="2024-03-06T14:32:14.106" v="704" actId="2696"/>
        <pc:sldMkLst>
          <pc:docMk/>
          <pc:sldMk cId="0" sldId="290"/>
        </pc:sldMkLst>
        <pc:spChg chg="mod">
          <ac:chgData name="Rosmin Elsa Mohan" userId="7f6a9fc7-46b4-4eac-90cd-058eb48f67de" providerId="ADAL" clId="{0AC7E7B7-68C1-4DB4-AFF3-A69DF48AAA35}" dt="2024-03-06T14:24:43.067" v="600"/>
          <ac:spMkLst>
            <pc:docMk/>
            <pc:sldMk cId="0" sldId="290"/>
            <ac:spMk id="74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11.257" v="143" actId="2711"/>
          <ac:spMkLst>
            <pc:docMk/>
            <pc:sldMk cId="0" sldId="290"/>
            <ac:spMk id="750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24:48.614" v="601" actId="47"/>
        <pc:sldMkLst>
          <pc:docMk/>
          <pc:sldMk cId="0" sldId="291"/>
        </pc:sldMkLst>
        <pc:spChg chg="mod">
          <ac:chgData name="Rosmin Elsa Mohan" userId="7f6a9fc7-46b4-4eac-90cd-058eb48f67de" providerId="ADAL" clId="{0AC7E7B7-68C1-4DB4-AFF3-A69DF48AAA35}" dt="2024-02-24T09:03:46.269" v="139"/>
          <ac:spMkLst>
            <pc:docMk/>
            <pc:sldMk cId="0" sldId="291"/>
            <ac:spMk id="75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05.599" v="142" actId="2711"/>
          <ac:spMkLst>
            <pc:docMk/>
            <pc:sldMk cId="0" sldId="291"/>
            <ac:spMk id="758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24:48.614" v="601" actId="47"/>
        <pc:sldMkLst>
          <pc:docMk/>
          <pc:sldMk cId="0" sldId="292"/>
        </pc:sldMkLst>
        <pc:spChg chg="mod">
          <ac:chgData name="Rosmin Elsa Mohan" userId="7f6a9fc7-46b4-4eac-90cd-058eb48f67de" providerId="ADAL" clId="{0AC7E7B7-68C1-4DB4-AFF3-A69DF48AAA35}" dt="2024-02-24T09:03:50.850" v="140"/>
          <ac:spMkLst>
            <pc:docMk/>
            <pc:sldMk cId="0" sldId="292"/>
            <ac:spMk id="76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3:58.847" v="141" actId="2711"/>
          <ac:spMkLst>
            <pc:docMk/>
            <pc:sldMk cId="0" sldId="292"/>
            <ac:spMk id="76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45:26.748" v="858" actId="114"/>
        <pc:sldMkLst>
          <pc:docMk/>
          <pc:sldMk cId="0" sldId="293"/>
        </pc:sldMkLst>
        <pc:spChg chg="mod">
          <ac:chgData name="Rosmin Elsa Mohan" userId="7f6a9fc7-46b4-4eac-90cd-058eb48f67de" providerId="ADAL" clId="{0AC7E7B7-68C1-4DB4-AFF3-A69DF48AAA35}" dt="2024-03-06T14:45:26.748" v="858" actId="114"/>
          <ac:spMkLst>
            <pc:docMk/>
            <pc:sldMk cId="0" sldId="293"/>
            <ac:spMk id="771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45:44.061" v="861" actId="114"/>
        <pc:sldMkLst>
          <pc:docMk/>
          <pc:sldMk cId="0" sldId="294"/>
        </pc:sldMkLst>
        <pc:spChg chg="mod">
          <ac:chgData name="Rosmin Elsa Mohan" userId="7f6a9fc7-46b4-4eac-90cd-058eb48f67de" providerId="ADAL" clId="{0AC7E7B7-68C1-4DB4-AFF3-A69DF48AAA35}" dt="2024-03-06T14:45:44.061" v="861" actId="114"/>
          <ac:spMkLst>
            <pc:docMk/>
            <pc:sldMk cId="0" sldId="294"/>
            <ac:spMk id="77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44:46.453" v="851" actId="20577"/>
          <ac:spMkLst>
            <pc:docMk/>
            <pc:sldMk cId="0" sldId="294"/>
            <ac:spMk id="78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40:34.089" v="799" actId="122"/>
          <ac:spMkLst>
            <pc:docMk/>
            <pc:sldMk cId="0" sldId="294"/>
            <ac:spMk id="781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6T14:57:51.734" v="950" actId="114"/>
        <pc:sldMkLst>
          <pc:docMk/>
          <pc:sldMk cId="0" sldId="295"/>
        </pc:sldMkLst>
        <pc:spChg chg="add del">
          <ac:chgData name="Rosmin Elsa Mohan" userId="7f6a9fc7-46b4-4eac-90cd-058eb48f67de" providerId="ADAL" clId="{0AC7E7B7-68C1-4DB4-AFF3-A69DF48AAA35}" dt="2024-03-06T14:41:47.593" v="812" actId="22"/>
          <ac:spMkLst>
            <pc:docMk/>
            <pc:sldMk cId="0" sldId="295"/>
            <ac:spMk id="3" creationId="{33D2E988-F0A4-CBB4-29F5-6D606CBAC0C4}"/>
          </ac:spMkLst>
        </pc:spChg>
        <pc:spChg chg="mod">
          <ac:chgData name="Rosmin Elsa Mohan" userId="7f6a9fc7-46b4-4eac-90cd-058eb48f67de" providerId="ADAL" clId="{0AC7E7B7-68C1-4DB4-AFF3-A69DF48AAA35}" dt="2024-03-06T14:45:31.458" v="859" actId="114"/>
          <ac:spMkLst>
            <pc:docMk/>
            <pc:sldMk cId="0" sldId="295"/>
            <ac:spMk id="78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45:01.450" v="855" actId="20577"/>
          <ac:spMkLst>
            <pc:docMk/>
            <pc:sldMk cId="0" sldId="295"/>
            <ac:spMk id="78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57:51.734" v="950" actId="114"/>
          <ac:spMkLst>
            <pc:docMk/>
            <pc:sldMk cId="0" sldId="295"/>
            <ac:spMk id="789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57:55.874" v="951" actId="114"/>
        <pc:sldMkLst>
          <pc:docMk/>
          <pc:sldMk cId="0" sldId="296"/>
        </pc:sldMkLst>
        <pc:spChg chg="mod">
          <ac:chgData name="Rosmin Elsa Mohan" userId="7f6a9fc7-46b4-4eac-90cd-058eb48f67de" providerId="ADAL" clId="{0AC7E7B7-68C1-4DB4-AFF3-A69DF48AAA35}" dt="2024-03-06T14:45:36.054" v="860" actId="114"/>
          <ac:spMkLst>
            <pc:docMk/>
            <pc:sldMk cId="0" sldId="296"/>
            <ac:spMk id="794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44:56.393" v="854" actId="20577"/>
          <ac:spMkLst>
            <pc:docMk/>
            <pc:sldMk cId="0" sldId="296"/>
            <ac:spMk id="79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57:55.874" v="951" actId="114"/>
          <ac:spMkLst>
            <pc:docMk/>
            <pc:sldMk cId="0" sldId="296"/>
            <ac:spMk id="797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44:41.302" v="850" actId="2696"/>
        <pc:sldMkLst>
          <pc:docMk/>
          <pc:sldMk cId="0" sldId="297"/>
        </pc:sldMkLst>
        <pc:spChg chg="mod">
          <ac:chgData name="Rosmin Elsa Mohan" userId="7f6a9fc7-46b4-4eac-90cd-058eb48f67de" providerId="ADAL" clId="{0AC7E7B7-68C1-4DB4-AFF3-A69DF48AAA35}" dt="2024-02-24T09:06:47.355" v="157" actId="2711"/>
          <ac:spMkLst>
            <pc:docMk/>
            <pc:sldMk cId="0" sldId="297"/>
            <ac:spMk id="802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6:41.960" v="156" actId="2711"/>
          <ac:spMkLst>
            <pc:docMk/>
            <pc:sldMk cId="0" sldId="297"/>
            <ac:spMk id="805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46:48.373" v="862"/>
        <pc:sldMkLst>
          <pc:docMk/>
          <pc:sldMk cId="0" sldId="298"/>
        </pc:sldMkLst>
        <pc:spChg chg="mod">
          <ac:chgData name="Rosmin Elsa Mohan" userId="7f6a9fc7-46b4-4eac-90cd-058eb48f67de" providerId="ADAL" clId="{0AC7E7B7-68C1-4DB4-AFF3-A69DF48AAA35}" dt="2024-03-06T14:46:48.373" v="862"/>
          <ac:spMkLst>
            <pc:docMk/>
            <pc:sldMk cId="0" sldId="298"/>
            <ac:spMk id="81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58:24.679" v="954" actId="1076"/>
        <pc:sldMkLst>
          <pc:docMk/>
          <pc:sldMk cId="0" sldId="299"/>
        </pc:sldMkLst>
        <pc:spChg chg="mod">
          <ac:chgData name="Rosmin Elsa Mohan" userId="7f6a9fc7-46b4-4eac-90cd-058eb48f67de" providerId="ADAL" clId="{0AC7E7B7-68C1-4DB4-AFF3-A69DF48AAA35}" dt="2024-03-06T14:46:52.081" v="863"/>
          <ac:spMkLst>
            <pc:docMk/>
            <pc:sldMk cId="0" sldId="299"/>
            <ac:spMk id="81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58:24.679" v="954" actId="1076"/>
          <ac:spMkLst>
            <pc:docMk/>
            <pc:sldMk cId="0" sldId="299"/>
            <ac:spMk id="820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6T14:58:29.303" v="955" actId="1076"/>
        <pc:sldMkLst>
          <pc:docMk/>
          <pc:sldMk cId="0" sldId="300"/>
        </pc:sldMkLst>
        <pc:spChg chg="add del mod">
          <ac:chgData name="Rosmin Elsa Mohan" userId="7f6a9fc7-46b4-4eac-90cd-058eb48f67de" providerId="ADAL" clId="{0AC7E7B7-68C1-4DB4-AFF3-A69DF48AAA35}" dt="2024-03-06T14:53:14.005" v="886" actId="478"/>
          <ac:spMkLst>
            <pc:docMk/>
            <pc:sldMk cId="0" sldId="300"/>
            <ac:spMk id="2" creationId="{AE1CF399-B1FC-4E30-F594-E889EB2B11FB}"/>
          </ac:spMkLst>
        </pc:spChg>
        <pc:spChg chg="add mod">
          <ac:chgData name="Rosmin Elsa Mohan" userId="7f6a9fc7-46b4-4eac-90cd-058eb48f67de" providerId="ADAL" clId="{0AC7E7B7-68C1-4DB4-AFF3-A69DF48AAA35}" dt="2024-03-06T14:58:29.303" v="955" actId="1076"/>
          <ac:spMkLst>
            <pc:docMk/>
            <pc:sldMk cId="0" sldId="300"/>
            <ac:spMk id="3" creationId="{EB25FB22-B060-F02A-9B12-D430516ECB10}"/>
          </ac:spMkLst>
        </pc:spChg>
        <pc:spChg chg="mod">
          <ac:chgData name="Rosmin Elsa Mohan" userId="7f6a9fc7-46b4-4eac-90cd-058eb48f67de" providerId="ADAL" clId="{0AC7E7B7-68C1-4DB4-AFF3-A69DF48AAA35}" dt="2024-03-06T14:46:55.614" v="864"/>
          <ac:spMkLst>
            <pc:docMk/>
            <pc:sldMk cId="0" sldId="300"/>
            <ac:spMk id="82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57:26.464" v="948" actId="20577"/>
          <ac:spMkLst>
            <pc:docMk/>
            <pc:sldMk cId="0" sldId="300"/>
            <ac:spMk id="827" creationId="{00000000-0000-0000-0000-000000000000}"/>
          </ac:spMkLst>
        </pc:spChg>
        <pc:spChg chg="del mod">
          <ac:chgData name="Rosmin Elsa Mohan" userId="7f6a9fc7-46b4-4eac-90cd-058eb48f67de" providerId="ADAL" clId="{0AC7E7B7-68C1-4DB4-AFF3-A69DF48AAA35}" dt="2024-03-06T14:50:43.715" v="875" actId="478"/>
          <ac:spMkLst>
            <pc:docMk/>
            <pc:sldMk cId="0" sldId="300"/>
            <ac:spMk id="828" creationId="{00000000-0000-0000-0000-000000000000}"/>
          </ac:spMkLst>
        </pc:spChg>
      </pc:sldChg>
      <pc:sldChg chg="addSp delSp modSp mod">
        <pc:chgData name="Rosmin Elsa Mohan" userId="7f6a9fc7-46b4-4eac-90cd-058eb48f67de" providerId="ADAL" clId="{0AC7E7B7-68C1-4DB4-AFF3-A69DF48AAA35}" dt="2024-03-06T14:58:32.696" v="956" actId="1076"/>
        <pc:sldMkLst>
          <pc:docMk/>
          <pc:sldMk cId="0" sldId="301"/>
        </pc:sldMkLst>
        <pc:spChg chg="add mod">
          <ac:chgData name="Rosmin Elsa Mohan" userId="7f6a9fc7-46b4-4eac-90cd-058eb48f67de" providerId="ADAL" clId="{0AC7E7B7-68C1-4DB4-AFF3-A69DF48AAA35}" dt="2024-03-06T14:58:32.696" v="956" actId="1076"/>
          <ac:spMkLst>
            <pc:docMk/>
            <pc:sldMk cId="0" sldId="301"/>
            <ac:spMk id="2" creationId="{4F6E4ABC-45A9-2952-50B0-DA0D228C2769}"/>
          </ac:spMkLst>
        </pc:spChg>
        <pc:spChg chg="mod">
          <ac:chgData name="Rosmin Elsa Mohan" userId="7f6a9fc7-46b4-4eac-90cd-058eb48f67de" providerId="ADAL" clId="{0AC7E7B7-68C1-4DB4-AFF3-A69DF48AAA35}" dt="2024-03-06T14:46:59.310" v="865"/>
          <ac:spMkLst>
            <pc:docMk/>
            <pc:sldMk cId="0" sldId="301"/>
            <ac:spMk id="83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4:57:30.526" v="949" actId="20577"/>
          <ac:spMkLst>
            <pc:docMk/>
            <pc:sldMk cId="0" sldId="301"/>
            <ac:spMk id="835" creationId="{00000000-0000-0000-0000-000000000000}"/>
          </ac:spMkLst>
        </pc:spChg>
        <pc:spChg chg="del mod">
          <ac:chgData name="Rosmin Elsa Mohan" userId="7f6a9fc7-46b4-4eac-90cd-058eb48f67de" providerId="ADAL" clId="{0AC7E7B7-68C1-4DB4-AFF3-A69DF48AAA35}" dt="2024-03-06T14:55:20.541" v="922" actId="478"/>
          <ac:spMkLst>
            <pc:docMk/>
            <pc:sldMk cId="0" sldId="301"/>
            <ac:spMk id="836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58:42.841" v="957" actId="2696"/>
        <pc:sldMkLst>
          <pc:docMk/>
          <pc:sldMk cId="0" sldId="302"/>
        </pc:sldMkLst>
        <pc:spChg chg="mod">
          <ac:chgData name="Rosmin Elsa Mohan" userId="7f6a9fc7-46b4-4eac-90cd-058eb48f67de" providerId="ADAL" clId="{0AC7E7B7-68C1-4DB4-AFF3-A69DF48AAA35}" dt="2024-03-06T14:47:04.136" v="866"/>
          <ac:spMkLst>
            <pc:docMk/>
            <pc:sldMk cId="0" sldId="302"/>
            <ac:spMk id="84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8:34.418" v="167" actId="14100"/>
          <ac:spMkLst>
            <pc:docMk/>
            <pc:sldMk cId="0" sldId="302"/>
            <ac:spMk id="844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4:58:42.841" v="957" actId="2696"/>
        <pc:sldMkLst>
          <pc:docMk/>
          <pc:sldMk cId="0" sldId="303"/>
        </pc:sldMkLst>
        <pc:spChg chg="mod">
          <ac:chgData name="Rosmin Elsa Mohan" userId="7f6a9fc7-46b4-4eac-90cd-058eb48f67de" providerId="ADAL" clId="{0AC7E7B7-68C1-4DB4-AFF3-A69DF48AAA35}" dt="2024-02-24T09:08:59.070" v="169" actId="2711"/>
          <ac:spMkLst>
            <pc:docMk/>
            <pc:sldMk cId="0" sldId="303"/>
            <ac:spMk id="84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9:04.996" v="170" actId="2711"/>
          <ac:spMkLst>
            <pc:docMk/>
            <pc:sldMk cId="0" sldId="303"/>
            <ac:spMk id="85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4:59:04.345" v="960" actId="20577"/>
        <pc:sldMkLst>
          <pc:docMk/>
          <pc:sldMk cId="0" sldId="304"/>
        </pc:sldMkLst>
        <pc:spChg chg="mod">
          <ac:chgData name="Rosmin Elsa Mohan" userId="7f6a9fc7-46b4-4eac-90cd-058eb48f67de" providerId="ADAL" clId="{0AC7E7B7-68C1-4DB4-AFF3-A69DF48AAA35}" dt="2024-03-06T14:59:04.345" v="960" actId="20577"/>
          <ac:spMkLst>
            <pc:docMk/>
            <pc:sldMk cId="0" sldId="304"/>
            <ac:spMk id="857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8T09:58:01.992" v="1069" actId="20577"/>
        <pc:sldMkLst>
          <pc:docMk/>
          <pc:sldMk cId="0" sldId="305"/>
        </pc:sldMkLst>
        <pc:spChg chg="mod">
          <ac:chgData name="Rosmin Elsa Mohan" userId="7f6a9fc7-46b4-4eac-90cd-058eb48f67de" providerId="ADAL" clId="{0AC7E7B7-68C1-4DB4-AFF3-A69DF48AAA35}" dt="2024-03-06T14:59:12.914" v="961"/>
          <ac:spMkLst>
            <pc:docMk/>
            <pc:sldMk cId="0" sldId="305"/>
            <ac:spMk id="864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5:03:27.178" v="996"/>
          <ac:spMkLst>
            <pc:docMk/>
            <pc:sldMk cId="0" sldId="305"/>
            <ac:spMk id="86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8T09:58:01.992" v="1069" actId="20577"/>
          <ac:spMkLst>
            <pc:docMk/>
            <pc:sldMk cId="0" sldId="305"/>
            <ac:spMk id="867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8T10:00:05.824" v="1071" actId="20577"/>
        <pc:sldMkLst>
          <pc:docMk/>
          <pc:sldMk cId="0" sldId="306"/>
        </pc:sldMkLst>
        <pc:spChg chg="mod">
          <ac:chgData name="Rosmin Elsa Mohan" userId="7f6a9fc7-46b4-4eac-90cd-058eb48f67de" providerId="ADAL" clId="{0AC7E7B7-68C1-4DB4-AFF3-A69DF48AAA35}" dt="2024-03-06T14:59:18.202" v="962"/>
          <ac:spMkLst>
            <pc:docMk/>
            <pc:sldMk cId="0" sldId="306"/>
            <ac:spMk id="872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5:02:40.337" v="989" actId="114"/>
          <ac:spMkLst>
            <pc:docMk/>
            <pc:sldMk cId="0" sldId="306"/>
            <ac:spMk id="874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8T10:00:05.824" v="1071" actId="20577"/>
          <ac:spMkLst>
            <pc:docMk/>
            <pc:sldMk cId="0" sldId="306"/>
            <ac:spMk id="875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5:02:53.236" v="990" actId="2696"/>
        <pc:sldMkLst>
          <pc:docMk/>
          <pc:sldMk cId="0" sldId="307"/>
        </pc:sldMkLst>
        <pc:spChg chg="mod">
          <ac:chgData name="Rosmin Elsa Mohan" userId="7f6a9fc7-46b4-4eac-90cd-058eb48f67de" providerId="ADAL" clId="{0AC7E7B7-68C1-4DB4-AFF3-A69DF48AAA35}" dt="2024-03-06T14:59:22.109" v="963"/>
          <ac:spMkLst>
            <pc:docMk/>
            <pc:sldMk cId="0" sldId="307"/>
            <ac:spMk id="88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9:49.952" v="176" actId="2711"/>
          <ac:spMkLst>
            <pc:docMk/>
            <pc:sldMk cId="0" sldId="307"/>
            <ac:spMk id="882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5:02:53.236" v="990" actId="2696"/>
        <pc:sldMkLst>
          <pc:docMk/>
          <pc:sldMk cId="0" sldId="308"/>
        </pc:sldMkLst>
        <pc:spChg chg="mod">
          <ac:chgData name="Rosmin Elsa Mohan" userId="7f6a9fc7-46b4-4eac-90cd-058eb48f67de" providerId="ADAL" clId="{0AC7E7B7-68C1-4DB4-AFF3-A69DF48AAA35}" dt="2024-03-06T14:59:27.309" v="964"/>
          <ac:spMkLst>
            <pc:docMk/>
            <pc:sldMk cId="0" sldId="308"/>
            <ac:spMk id="88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0:06.231" v="179" actId="2711"/>
          <ac:spMkLst>
            <pc:docMk/>
            <pc:sldMk cId="0" sldId="308"/>
            <ac:spMk id="890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5:13:37.063" v="1003" actId="47"/>
        <pc:sldMkLst>
          <pc:docMk/>
          <pc:sldMk cId="0" sldId="309"/>
        </pc:sldMkLst>
        <pc:spChg chg="mod">
          <ac:chgData name="Rosmin Elsa Mohan" userId="7f6a9fc7-46b4-4eac-90cd-058eb48f67de" providerId="ADAL" clId="{0AC7E7B7-68C1-4DB4-AFF3-A69DF48AAA35}" dt="2024-02-24T09:10:24.893" v="180" actId="2711"/>
          <ac:spMkLst>
            <pc:docMk/>
            <pc:sldMk cId="0" sldId="309"/>
            <ac:spMk id="896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5:13:37.063" v="1003" actId="47"/>
        <pc:sldMkLst>
          <pc:docMk/>
          <pc:sldMk cId="0" sldId="310"/>
        </pc:sldMkLst>
        <pc:spChg chg="mod">
          <ac:chgData name="Rosmin Elsa Mohan" userId="7f6a9fc7-46b4-4eac-90cd-058eb48f67de" providerId="ADAL" clId="{0AC7E7B7-68C1-4DB4-AFF3-A69DF48AAA35}" dt="2024-02-24T09:10:29.355" v="181" actId="2711"/>
          <ac:spMkLst>
            <pc:docMk/>
            <pc:sldMk cId="0" sldId="310"/>
            <ac:spMk id="90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0:34.218" v="182" actId="2711"/>
          <ac:spMkLst>
            <pc:docMk/>
            <pc:sldMk cId="0" sldId="310"/>
            <ac:spMk id="906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5:13:37.063" v="1003" actId="47"/>
        <pc:sldMkLst>
          <pc:docMk/>
          <pc:sldMk cId="0" sldId="311"/>
        </pc:sldMkLst>
        <pc:spChg chg="mod">
          <ac:chgData name="Rosmin Elsa Mohan" userId="7f6a9fc7-46b4-4eac-90cd-058eb48f67de" providerId="ADAL" clId="{0AC7E7B7-68C1-4DB4-AFF3-A69DF48AAA35}" dt="2024-02-24T09:10:50.759" v="184" actId="2711"/>
          <ac:spMkLst>
            <pc:docMk/>
            <pc:sldMk cId="0" sldId="311"/>
            <ac:spMk id="91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0:39.690" v="183" actId="2711"/>
          <ac:spMkLst>
            <pc:docMk/>
            <pc:sldMk cId="0" sldId="311"/>
            <ac:spMk id="914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5:13:37.063" v="1003" actId="47"/>
        <pc:sldMkLst>
          <pc:docMk/>
          <pc:sldMk cId="0" sldId="312"/>
        </pc:sldMkLst>
        <pc:spChg chg="mod">
          <ac:chgData name="Rosmin Elsa Mohan" userId="7f6a9fc7-46b4-4eac-90cd-058eb48f67de" providerId="ADAL" clId="{0AC7E7B7-68C1-4DB4-AFF3-A69DF48AAA35}" dt="2024-02-24T09:11:12.168" v="185" actId="2711"/>
          <ac:spMkLst>
            <pc:docMk/>
            <pc:sldMk cId="0" sldId="312"/>
            <ac:spMk id="91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1:16.555" v="186" actId="2711"/>
          <ac:spMkLst>
            <pc:docMk/>
            <pc:sldMk cId="0" sldId="312"/>
            <ac:spMk id="922" creationId="{00000000-0000-0000-0000-000000000000}"/>
          </ac:spMkLst>
        </pc:spChg>
      </pc:sldChg>
      <pc:sldChg chg="modSp del mod">
        <pc:chgData name="Rosmin Elsa Mohan" userId="7f6a9fc7-46b4-4eac-90cd-058eb48f67de" providerId="ADAL" clId="{0AC7E7B7-68C1-4DB4-AFF3-A69DF48AAA35}" dt="2024-03-06T15:13:37.063" v="1003" actId="47"/>
        <pc:sldMkLst>
          <pc:docMk/>
          <pc:sldMk cId="0" sldId="313"/>
        </pc:sldMkLst>
        <pc:spChg chg="mod">
          <ac:chgData name="Rosmin Elsa Mohan" userId="7f6a9fc7-46b4-4eac-90cd-058eb48f67de" providerId="ADAL" clId="{0AC7E7B7-68C1-4DB4-AFF3-A69DF48AAA35}" dt="2024-02-24T09:11:26.264" v="188" actId="2711"/>
          <ac:spMkLst>
            <pc:docMk/>
            <pc:sldMk cId="0" sldId="313"/>
            <ac:spMk id="92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1:22.340" v="187" actId="2711"/>
          <ac:spMkLst>
            <pc:docMk/>
            <pc:sldMk cId="0" sldId="313"/>
            <ac:spMk id="93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4:10.759" v="208" actId="2711"/>
        <pc:sldMkLst>
          <pc:docMk/>
          <pc:sldMk cId="0" sldId="314"/>
        </pc:sldMkLst>
        <pc:spChg chg="mod">
          <ac:chgData name="Rosmin Elsa Mohan" userId="7f6a9fc7-46b4-4eac-90cd-058eb48f67de" providerId="ADAL" clId="{0AC7E7B7-68C1-4DB4-AFF3-A69DF48AAA35}" dt="2024-02-24T09:24:10.759" v="208" actId="2711"/>
          <ac:spMkLst>
            <pc:docMk/>
            <pc:sldMk cId="0" sldId="314"/>
            <ac:spMk id="935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0:56.556" v="201"/>
        <pc:sldMkLst>
          <pc:docMk/>
          <pc:sldMk cId="0" sldId="315"/>
        </pc:sldMkLst>
        <pc:spChg chg="mod">
          <ac:chgData name="Rosmin Elsa Mohan" userId="7f6a9fc7-46b4-4eac-90cd-058eb48f67de" providerId="ADAL" clId="{0AC7E7B7-68C1-4DB4-AFF3-A69DF48AAA35}" dt="2024-02-24T09:20:56.556" v="201"/>
          <ac:spMkLst>
            <pc:docMk/>
            <pc:sldMk cId="0" sldId="315"/>
            <ac:spMk id="94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1:37.497" v="189" actId="2711"/>
        <pc:sldMkLst>
          <pc:docMk/>
          <pc:sldMk cId="0" sldId="316"/>
        </pc:sldMkLst>
        <pc:spChg chg="mod">
          <ac:chgData name="Rosmin Elsa Mohan" userId="7f6a9fc7-46b4-4eac-90cd-058eb48f67de" providerId="ADAL" clId="{0AC7E7B7-68C1-4DB4-AFF3-A69DF48AAA35}" dt="2024-02-24T09:11:37.497" v="189" actId="2711"/>
          <ac:spMkLst>
            <pc:docMk/>
            <pc:sldMk cId="0" sldId="316"/>
            <ac:spMk id="94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3-06T15:56:34.510" v="1041" actId="20577"/>
        <pc:sldMkLst>
          <pc:docMk/>
          <pc:sldMk cId="0" sldId="317"/>
        </pc:sldMkLst>
        <pc:spChg chg="mod">
          <ac:chgData name="Rosmin Elsa Mohan" userId="7f6a9fc7-46b4-4eac-90cd-058eb48f67de" providerId="ADAL" clId="{0AC7E7B7-68C1-4DB4-AFF3-A69DF48AAA35}" dt="2024-03-06T15:56:34.510" v="1041" actId="20577"/>
          <ac:spMkLst>
            <pc:docMk/>
            <pc:sldMk cId="0" sldId="317"/>
            <ac:spMk id="954" creationId="{00000000-0000-0000-0000-000000000000}"/>
          </ac:spMkLst>
        </pc:spChg>
      </pc:sldChg>
      <pc:sldChg chg="addSp modSp mod">
        <pc:chgData name="Rosmin Elsa Mohan" userId="7f6a9fc7-46b4-4eac-90cd-058eb48f67de" providerId="ADAL" clId="{0AC7E7B7-68C1-4DB4-AFF3-A69DF48AAA35}" dt="2024-03-06T15:56:56.768" v="1043" actId="20577"/>
        <pc:sldMkLst>
          <pc:docMk/>
          <pc:sldMk cId="0" sldId="318"/>
        </pc:sldMkLst>
        <pc:spChg chg="add mod">
          <ac:chgData name="Rosmin Elsa Mohan" userId="7f6a9fc7-46b4-4eac-90cd-058eb48f67de" providerId="ADAL" clId="{0AC7E7B7-68C1-4DB4-AFF3-A69DF48AAA35}" dt="2024-03-06T15:22:17.819" v="1022"/>
          <ac:spMkLst>
            <pc:docMk/>
            <pc:sldMk cId="0" sldId="318"/>
            <ac:spMk id="2" creationId="{521008B7-5960-C503-4EA5-A38E88FDD61A}"/>
          </ac:spMkLst>
        </pc:spChg>
        <pc:spChg chg="add mod">
          <ac:chgData name="Rosmin Elsa Mohan" userId="7f6a9fc7-46b4-4eac-90cd-058eb48f67de" providerId="ADAL" clId="{0AC7E7B7-68C1-4DB4-AFF3-A69DF48AAA35}" dt="2024-03-06T15:22:21.701" v="1023"/>
          <ac:spMkLst>
            <pc:docMk/>
            <pc:sldMk cId="0" sldId="318"/>
            <ac:spMk id="3" creationId="{6B4B4F91-0981-D143-A6DB-D359093EEF63}"/>
          </ac:spMkLst>
        </pc:spChg>
        <pc:spChg chg="add mod">
          <ac:chgData name="Rosmin Elsa Mohan" userId="7f6a9fc7-46b4-4eac-90cd-058eb48f67de" providerId="ADAL" clId="{0AC7E7B7-68C1-4DB4-AFF3-A69DF48AAA35}" dt="2024-03-06T15:22:27.675" v="1024"/>
          <ac:spMkLst>
            <pc:docMk/>
            <pc:sldMk cId="0" sldId="318"/>
            <ac:spMk id="4" creationId="{8F2BBC4D-E8AA-43BE-E983-6E704529FBAF}"/>
          </ac:spMkLst>
        </pc:spChg>
        <pc:spChg chg="mod">
          <ac:chgData name="Rosmin Elsa Mohan" userId="7f6a9fc7-46b4-4eac-90cd-058eb48f67de" providerId="ADAL" clId="{0AC7E7B7-68C1-4DB4-AFF3-A69DF48AAA35}" dt="2024-03-06T15:56:56.768" v="1043" actId="20577"/>
          <ac:spMkLst>
            <pc:docMk/>
            <pc:sldMk cId="0" sldId="318"/>
            <ac:spMk id="95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5:25:22.676" v="1037" actId="20577"/>
          <ac:spMkLst>
            <pc:docMk/>
            <pc:sldMk cId="0" sldId="318"/>
            <ac:spMk id="96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5:22:07.459" v="1021" actId="6549"/>
          <ac:spMkLst>
            <pc:docMk/>
            <pc:sldMk cId="0" sldId="318"/>
            <ac:spMk id="962" creationId="{00000000-0000-0000-0000-000000000000}"/>
          </ac:spMkLst>
        </pc:spChg>
      </pc:sldChg>
      <pc:sldChg chg="addSp modSp mod">
        <pc:chgData name="Rosmin Elsa Mohan" userId="7f6a9fc7-46b4-4eac-90cd-058eb48f67de" providerId="ADAL" clId="{0AC7E7B7-68C1-4DB4-AFF3-A69DF48AAA35}" dt="2024-03-06T15:22:37.514" v="1025"/>
        <pc:sldMkLst>
          <pc:docMk/>
          <pc:sldMk cId="0" sldId="319"/>
        </pc:sldMkLst>
        <pc:spChg chg="add mod">
          <ac:chgData name="Rosmin Elsa Mohan" userId="7f6a9fc7-46b4-4eac-90cd-058eb48f67de" providerId="ADAL" clId="{0AC7E7B7-68C1-4DB4-AFF3-A69DF48AAA35}" dt="2024-03-06T15:22:37.514" v="1025"/>
          <ac:spMkLst>
            <pc:docMk/>
            <pc:sldMk cId="0" sldId="319"/>
            <ac:spMk id="2" creationId="{3F36791B-05CE-73CC-9148-2571B0370D1F}"/>
          </ac:spMkLst>
        </pc:spChg>
        <pc:spChg chg="mod">
          <ac:chgData name="Rosmin Elsa Mohan" userId="7f6a9fc7-46b4-4eac-90cd-058eb48f67de" providerId="ADAL" clId="{0AC7E7B7-68C1-4DB4-AFF3-A69DF48AAA35}" dt="2024-02-24T09:21:00.551" v="202"/>
          <ac:spMkLst>
            <pc:docMk/>
            <pc:sldMk cId="0" sldId="319"/>
            <ac:spMk id="967" creationId="{00000000-0000-0000-0000-000000000000}"/>
          </ac:spMkLst>
        </pc:spChg>
      </pc:sldChg>
      <pc:sldChg chg="modSp add mod">
        <pc:chgData name="Rosmin Elsa Mohan" userId="7f6a9fc7-46b4-4eac-90cd-058eb48f67de" providerId="ADAL" clId="{0AC7E7B7-68C1-4DB4-AFF3-A69DF48AAA35}" dt="2024-03-08T10:00:12.753" v="1074" actId="20577"/>
        <pc:sldMkLst>
          <pc:docMk/>
          <pc:sldMk cId="1078144209" sldId="320"/>
        </pc:sldMkLst>
        <pc:spChg chg="mod">
          <ac:chgData name="Rosmin Elsa Mohan" userId="7f6a9fc7-46b4-4eac-90cd-058eb48f67de" providerId="ADAL" clId="{0AC7E7B7-68C1-4DB4-AFF3-A69DF48AAA35}" dt="2024-03-06T15:03:33.565" v="999"/>
          <ac:spMkLst>
            <pc:docMk/>
            <pc:sldMk cId="1078144209" sldId="320"/>
            <ac:spMk id="86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8T10:00:12.753" v="1074" actId="20577"/>
          <ac:spMkLst>
            <pc:docMk/>
            <pc:sldMk cId="1078144209" sldId="320"/>
            <ac:spMk id="867" creationId="{00000000-0000-0000-0000-000000000000}"/>
          </ac:spMkLst>
        </pc:spChg>
      </pc:sldChg>
      <pc:sldChg chg="modSp add mod">
        <pc:chgData name="Rosmin Elsa Mohan" userId="7f6a9fc7-46b4-4eac-90cd-058eb48f67de" providerId="ADAL" clId="{0AC7E7B7-68C1-4DB4-AFF3-A69DF48AAA35}" dt="2024-03-08T10:00:19.096" v="1076" actId="20577"/>
        <pc:sldMkLst>
          <pc:docMk/>
          <pc:sldMk cId="1003677686" sldId="321"/>
        </pc:sldMkLst>
        <pc:spChg chg="mod">
          <ac:chgData name="Rosmin Elsa Mohan" userId="7f6a9fc7-46b4-4eac-90cd-058eb48f67de" providerId="ADAL" clId="{0AC7E7B7-68C1-4DB4-AFF3-A69DF48AAA35}" dt="2024-03-08T10:00:19.096" v="1076" actId="20577"/>
          <ac:spMkLst>
            <pc:docMk/>
            <pc:sldMk cId="1003677686" sldId="321"/>
            <ac:spMk id="875" creationId="{00000000-0000-0000-0000-000000000000}"/>
          </ac:spMkLst>
        </pc:spChg>
      </pc:sldChg>
      <pc:sldChg chg="modSp add mod">
        <pc:chgData name="Rosmin Elsa Mohan" userId="7f6a9fc7-46b4-4eac-90cd-058eb48f67de" providerId="ADAL" clId="{0AC7E7B7-68C1-4DB4-AFF3-A69DF48AAA35}" dt="2024-03-08T10:00:28.653" v="1078" actId="20577"/>
        <pc:sldMkLst>
          <pc:docMk/>
          <pc:sldMk cId="2448927656" sldId="322"/>
        </pc:sldMkLst>
        <pc:spChg chg="mod">
          <ac:chgData name="Rosmin Elsa Mohan" userId="7f6a9fc7-46b4-4eac-90cd-058eb48f67de" providerId="ADAL" clId="{0AC7E7B7-68C1-4DB4-AFF3-A69DF48AAA35}" dt="2024-03-06T15:03:50.546" v="1002"/>
          <ac:spMkLst>
            <pc:docMk/>
            <pc:sldMk cId="2448927656" sldId="322"/>
            <ac:spMk id="86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8T10:00:28.653" v="1078" actId="20577"/>
          <ac:spMkLst>
            <pc:docMk/>
            <pc:sldMk cId="2448927656" sldId="322"/>
            <ac:spMk id="867" creationId="{00000000-0000-0000-0000-000000000000}"/>
          </ac:spMkLst>
        </pc:spChg>
      </pc:sldChg>
      <pc:sldChg chg="modSp add mod">
        <pc:chgData name="Rosmin Elsa Mohan" userId="7f6a9fc7-46b4-4eac-90cd-058eb48f67de" providerId="ADAL" clId="{0AC7E7B7-68C1-4DB4-AFF3-A69DF48AAA35}" dt="2024-03-08T10:00:35.849" v="1080" actId="20577"/>
        <pc:sldMkLst>
          <pc:docMk/>
          <pc:sldMk cId="1690940709" sldId="323"/>
        </pc:sldMkLst>
        <pc:spChg chg="mod">
          <ac:chgData name="Rosmin Elsa Mohan" userId="7f6a9fc7-46b4-4eac-90cd-058eb48f67de" providerId="ADAL" clId="{0AC7E7B7-68C1-4DB4-AFF3-A69DF48AAA35}" dt="2024-03-08T10:00:35.849" v="1080" actId="20577"/>
          <ac:spMkLst>
            <pc:docMk/>
            <pc:sldMk cId="1690940709" sldId="323"/>
            <ac:spMk id="875" creationId="{00000000-0000-0000-0000-000000000000}"/>
          </ac:spMkLst>
        </pc:spChg>
      </pc:sldChg>
      <pc:sldChg chg="modSp add mod">
        <pc:chgData name="Rosmin Elsa Mohan" userId="7f6a9fc7-46b4-4eac-90cd-058eb48f67de" providerId="ADAL" clId="{0AC7E7B7-68C1-4DB4-AFF3-A69DF48AAA35}" dt="2024-03-08T10:00:43.728" v="1081" actId="20577"/>
        <pc:sldMkLst>
          <pc:docMk/>
          <pc:sldMk cId="634067763" sldId="324"/>
        </pc:sldMkLst>
        <pc:spChg chg="mod">
          <ac:chgData name="Rosmin Elsa Mohan" userId="7f6a9fc7-46b4-4eac-90cd-058eb48f67de" providerId="ADAL" clId="{0AC7E7B7-68C1-4DB4-AFF3-A69DF48AAA35}" dt="2024-03-06T15:56:50.910" v="1042" actId="20577"/>
          <ac:spMkLst>
            <pc:docMk/>
            <pc:sldMk cId="634067763" sldId="324"/>
            <ac:spMk id="95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8T10:00:43.728" v="1081" actId="20577"/>
          <ac:spMkLst>
            <pc:docMk/>
            <pc:sldMk cId="634067763" sldId="324"/>
            <ac:spMk id="96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3-06T15:23:14.156" v="1032" actId="122"/>
          <ac:spMkLst>
            <pc:docMk/>
            <pc:sldMk cId="634067763" sldId="324"/>
            <ac:spMk id="9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92" name="Google Shape;4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97" name="Google Shape;4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03" name="Google Shape;5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11" name="Google Shape;5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698468b87b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19" name="Google Shape;519;g2698468b87b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698468b87b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28" name="Google Shape;528;g2698468b87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37" name="Google Shape;5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2" name="Google Shape;5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8" name="Google Shape;5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55" name="Google Shape;5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7" name="Google Shape;5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698468b87b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6" name="Google Shape;576;g2698468b87b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698468b87b_1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85" name="Google Shape;585;g2698468b87b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698468b87b_1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94" name="Google Shape;594;g2698468b87b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698468b87b_1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03" name="Google Shape;603;g2698468b87b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21" name="Google Shape;6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27" name="Google Shape;6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33" name="Google Shape;6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39" name="Google Shape;6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46" name="Google Shape;6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51" name="Google Shape;6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698468b87b_1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58" name="Google Shape;658;g2698468b87b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66" name="Google Shape;6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698468b87b_1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74" name="Google Shape;674;g2698468b87b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82" name="Google Shape;6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89" name="Google Shape;6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bb80c83a8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97" name="Google Shape;697;g2bb80c83a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698468b87b_1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05" name="Google Shape;705;g2698468b87b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bb80c83a80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13" name="Google Shape;713;g2bb80c83a8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69" name="Google Shape;76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76" name="Google Shape;7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698468b87b_1_1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4" name="Google Shape;784;g2698468b87b_1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698468b87b_1_1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92" name="Google Shape;792;g2698468b87b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08" name="Google Shape;8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5" name="Google Shape;81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698468b87b_1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23" name="Google Shape;823;g2698468b87b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698468b87b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31" name="Google Shape;831;g2698468b87b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5" name="Google Shape;85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2" name="Google Shape;8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698468b87b_1_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0" name="Google Shape;870;g2698468b87b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2" name="Google Shape;8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18789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698468b87b_1_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0" name="Google Shape;870;g2698468b87b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46641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2" name="Google Shape;8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55131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698468b87b_1_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0" name="Google Shape;870;g2698468b87b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30413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3" name="Google Shape;93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0" name="Google Shape;94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5" name="Google Shape;94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51" name="Google Shape;95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57" name="Google Shape;95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57" name="Google Shape;95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9509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5" name="Google Shape;96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C - DD MMM 2021, 9:00AM">
  <p:cSld name="HC - DD MMM 2021, 9:00AM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6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6"/>
          <p:cNvSpPr txBox="1"/>
          <p:nvPr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10 Mar 2024 , 9:00 AM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6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 Thoma Syrian Church, Singapore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C - DD MMM 2021">
  <p:cSld name="HC - DD MMM 2021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7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7"/>
          <p:cNvSpPr txBox="1"/>
          <p:nvPr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10 Mar 2024</a:t>
            </a: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57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 Thoma Syrian Church, Singapore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C - DD MMM 2021">
  <p:cSld name="1_HC - DD MMM 2021">
    <p:bg>
      <p:bgPr>
        <a:solidFill>
          <a:schemeClr val="dk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0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0"/>
          <p:cNvSpPr txBox="1"/>
          <p:nvPr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10 Mar 2024</a:t>
            </a: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60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 Thoma Syrian Church, Singapore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" name="Google Shape;30;p8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8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8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8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8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8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8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8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p8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8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8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8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8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5" name="Google Shape;65;p8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8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8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73" name="Google Shape;73;p8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4" name="Google Shape;74;p8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8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8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81" name="Google Shape;81;p8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8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8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8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9" name="Google Shape;89;p8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0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9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9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4" name="Google Shape;94;p9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9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Header - HC - DD MMM 2021">
  <p:cSld name="Sub Header - HC - DD MMM 2021"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91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1"/>
          <p:cNvSpPr txBox="1"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ill Sans"/>
              <a:buNone/>
              <a:defRPr sz="2000" b="0" i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1"/>
          <p:cNvSpPr txBox="1"/>
          <p:nvPr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11 Feb 2024</a:t>
            </a: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9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9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2" name="Google Shape;112;p9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9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4" name="Google Shape;114;p9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9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9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0" name="Google Shape;120;p9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9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9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5" name="Google Shape;125;p9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6" name="Google Shape;126;p9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9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9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2" name="Google Shape;132;p9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3" name="Google Shape;133;p9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96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7" name="Google Shape;137;p96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9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9" name="Google Shape;139;p9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9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1" name="Google Shape;141;p9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2" name="Google Shape;142;p9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9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6" name="Google Shape;146;p9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7" name="Google Shape;147;p9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9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1" name="Google Shape;151;p9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9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55" name="Google Shape;155;p9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56" name="Google Shape;156;p9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7" name="Google Shape;157;p9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8" name="Google Shape;158;p9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0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0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63" name="Google Shape;163;p10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4" name="Google Shape;164;p10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5" name="Google Shape;165;p10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0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0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0" name="Google Shape;170;p10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1" name="Google Shape;171;p10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2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0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10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6" name="Google Shape;176;p10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7" name="Google Shape;177;p10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2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62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0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0" name="Google Shape;190;p10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1" name="Google Shape;191;p10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2" name="Google Shape;192;p10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0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10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7" name="Google Shape;197;p10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8" name="Google Shape;198;p10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05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0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3" name="Google Shape;203;p10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4" name="Google Shape;204;p10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0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10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10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0" name="Google Shape;210;p10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1" name="Google Shape;211;p10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0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5" name="Google Shape;215;p10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10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7" name="Google Shape;217;p10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10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9" name="Google Shape;219;p10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0" name="Google Shape;220;p10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0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4" name="Google Shape;224;p10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5" name="Google Shape;225;p10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8" name="Google Shape;228;p10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9" name="Google Shape;229;p10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1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33" name="Google Shape;233;p11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34" name="Google Shape;234;p1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5" name="Google Shape;235;p1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6" name="Google Shape;236;p1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1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11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41" name="Google Shape;241;p1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2" name="Google Shape;242;p1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3" name="Google Shape;243;p1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12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1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8" name="Google Shape;248;p1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9" name="Google Shape;249;p1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3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13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1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4" name="Google Shape;254;p1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5" name="Google Shape;255;p1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64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8" name="Google Shape;268;p1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9" name="Google Shape;269;p1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0" name="Google Shape;270;p1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1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5" name="Google Shape;275;p1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6" name="Google Shape;276;p1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1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1" name="Google Shape;281;p1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2" name="Google Shape;282;p1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1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1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8" name="Google Shape;288;p1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9" name="Google Shape;289;p1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18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93" name="Google Shape;293;p118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1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95" name="Google Shape;295;p1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7" name="Google Shape;297;p1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8" name="Google Shape;298;p1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2" name="Google Shape;302;p1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3" name="Google Shape;303;p1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6" name="Google Shape;306;p1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7" name="Google Shape;307;p1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11" name="Google Shape;311;p1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12" name="Google Shape;312;p1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3" name="Google Shape;313;p1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4" name="Google Shape;314;p1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p1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19" name="Google Shape;319;p1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0" name="Google Shape;320;p1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1" name="Google Shape;321;p1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1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6" name="Google Shape;326;p1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7" name="Google Shape;327;p1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1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2" name="Google Shape;332;p1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3" name="Google Shape;333;p1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6"/>
          <p:cNvSpPr txBox="1"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66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6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6" name="Google Shape;346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7" name="Google Shape;347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8" name="Google Shape;348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7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3" name="Google Shape;353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4" name="Google Shape;354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71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9" name="Google Shape;359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0" name="Google Shape;360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7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72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6" name="Google Shape;366;p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7" name="Google Shape;367;p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3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73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1" name="Google Shape;371;p73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73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3" name="Google Shape;373;p73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5" name="Google Shape;375;p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6" name="Google Shape;376;p7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0" name="Google Shape;380;p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1" name="Google Shape;381;p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4" name="Google Shape;384;p7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5" name="Google Shape;385;p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7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89" name="Google Shape;389;p7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90" name="Google Shape;390;p7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1" name="Google Shape;391;p7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2" name="Google Shape;392;p7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77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77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97" name="Google Shape;397;p7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8" name="Google Shape;398;p7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9" name="Google Shape;399;p7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78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4" name="Google Shape;404;p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5" name="Google Shape;405;p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9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79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7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0" name="Google Shape;410;p7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1" name="Google Shape;411;p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68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12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4" name="Google Shape;424;p1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5" name="Google Shape;425;p1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6" name="Google Shape;426;p1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1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1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1" name="Google Shape;431;p1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2" name="Google Shape;432;p1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2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1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7" name="Google Shape;437;p1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8" name="Google Shape;438;p1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1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12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1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4" name="Google Shape;444;p1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5" name="Google Shape;445;p1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12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49" name="Google Shape;449;p12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0" name="Google Shape;450;p12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1" name="Google Shape;451;p12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2" name="Google Shape;452;p1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3" name="Google Shape;453;p1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4" name="Google Shape;454;p1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8" name="Google Shape;458;p1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9" name="Google Shape;459;p1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2" name="Google Shape;462;p1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3" name="Google Shape;463;p1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3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67" name="Google Shape;467;p13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68" name="Google Shape;468;p1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9" name="Google Shape;469;p1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0" name="Google Shape;470;p1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13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13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75" name="Google Shape;475;p1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6" name="Google Shape;476;p1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7" name="Google Shape;477;p1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3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1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2" name="Google Shape;482;p1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3" name="Google Shape;483;p1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5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3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1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8" name="Google Shape;488;p1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9" name="Google Shape;489;p1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5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03" name="Google Shape;103;p5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104" name="Google Shape;104;p5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105" name="Google Shape;105;p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6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81" name="Google Shape;181;p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182" name="Google Shape;182;p6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183" name="Google Shape;183;p6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6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259" name="Google Shape;259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260" name="Google Shape;260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261" name="Google Shape;261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6" name="Google Shape;336;p6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337" name="Google Shape;337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338" name="Google Shape;338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339" name="Google Shape;339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6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415" name="Google Shape;415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416" name="Google Shape;416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417" name="Google Shape;417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"/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"/>
          <p:cNvSpPr txBox="1"/>
          <p:nvPr/>
        </p:nvSpPr>
        <p:spPr>
          <a:xfrm>
            <a:off x="1670550" y="1755777"/>
            <a:ext cx="5802900" cy="220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20F0502020204030204" pitchFamily="2" charset="0"/>
                <a:sym typeface="Arial"/>
              </a:rPr>
              <a:t>Opening Hymn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A52"/>
              </a:buClr>
              <a:buSzPts val="4800"/>
              <a:buFont typeface="Arial"/>
              <a:buNone/>
            </a:pPr>
            <a:r>
              <a:rPr lang="en-US" sz="4800" b="1" dirty="0">
                <a:solidFill>
                  <a:srgbClr val="001A52"/>
                </a:solidFill>
                <a:latin typeface="Tenorite" panose="020F0502020204030204" pitchFamily="2" charset="0"/>
              </a:rPr>
              <a:t>Praise, my soul</a:t>
            </a:r>
            <a:endParaRPr lang="en-US" sz="4800" b="1" i="0" u="none" strike="noStrike" cap="none" dirty="0">
              <a:solidFill>
                <a:schemeClr val="lt1"/>
              </a:solidFill>
              <a:latin typeface="Tenorite" panose="020F0502020204030204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06" name="Google Shape;506;p3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7" name="Google Shape;507;p3"/>
          <p:cNvSpPr txBox="1"/>
          <p:nvPr/>
        </p:nvSpPr>
        <p:spPr>
          <a:xfrm>
            <a:off x="161242" y="756342"/>
            <a:ext cx="882150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Praise, my soul, the King of heaven;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To His feet thy tribute bring;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Ransomed, healed, restored, forgiven,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Who like thee His praise shall sing 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Alleluia! Alleluia!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Praise the everlasting King !</a:t>
            </a:r>
            <a:endParaRPr lang="en-SG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1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14" name="Google Shape;514;p4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5" name="Google Shape;515;p4"/>
          <p:cNvSpPr txBox="1"/>
          <p:nvPr/>
        </p:nvSpPr>
        <p:spPr>
          <a:xfrm>
            <a:off x="161242" y="714292"/>
            <a:ext cx="882150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Praise Him for His grace and favour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To our fathers in distress;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Praise Him, still the same as ever,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Slow to chide, and swift to bless: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Alleluia! Alleluia!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Glorious in His faithfulness !</a:t>
            </a:r>
          </a:p>
        </p:txBody>
      </p:sp>
      <p:sp>
        <p:nvSpPr>
          <p:cNvPr id="516" name="Google Shape;516;p4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2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698468b87b_1_2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22" name="Google Shape;522;g2698468b87b_1_2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3" name="Google Shape;523;g2698468b87b_1_2"/>
          <p:cNvSpPr txBox="1"/>
          <p:nvPr/>
        </p:nvSpPr>
        <p:spPr>
          <a:xfrm>
            <a:off x="161242" y="714292"/>
            <a:ext cx="882150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Father-like He tends and spares us,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Well our feeble frame He knows;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 His hands He gently bears us,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Rescues us from all our foes: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Alleluia! Alleluia!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Widely as His mercy flows.</a:t>
            </a:r>
          </a:p>
        </p:txBody>
      </p:sp>
      <p:sp>
        <p:nvSpPr>
          <p:cNvPr id="524" name="Google Shape;524;g2698468b87b_1_2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3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2698468b87b_1_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698468b87b_1_12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31" name="Google Shape;531;g2698468b87b_1_12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2" name="Google Shape;532;g2698468b87b_1_12"/>
          <p:cNvSpPr txBox="1"/>
          <p:nvPr/>
        </p:nvSpPr>
        <p:spPr>
          <a:xfrm>
            <a:off x="161242" y="714292"/>
            <a:ext cx="8821500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Angels, help us to adore Him,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Ye behold Him face to face 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Sun and moon, bow down before Him 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Dwellers all in time and space,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Alleluia! Alleluia!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Praise with us the God of grace !</a:t>
            </a:r>
            <a:b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Amen.</a:t>
            </a:r>
          </a:p>
        </p:txBody>
      </p:sp>
      <p:sp>
        <p:nvSpPr>
          <p:cNvPr id="533" name="Google Shape;533;g2698468b87b_1_12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4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2698468b87b_1_1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"/>
          <p:cNvSpPr txBox="1"/>
          <p:nvPr/>
        </p:nvSpPr>
        <p:spPr>
          <a:xfrm>
            <a:off x="1009567" y="1654307"/>
            <a:ext cx="7125000" cy="18348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"/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"/>
          <p:cNvSpPr txBox="1"/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Thanksgiving Prayers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SG" sz="4800" b="1" dirty="0">
                <a:solidFill>
                  <a:schemeClr val="lt1"/>
                </a:solidFill>
                <a:latin typeface="Tenorite" panose="00000500000000000000" pitchFamily="2" charset="0"/>
              </a:rPr>
              <a:t>For the beauty of the earth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Thanksgiving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the beauty v1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51" name="Google Shape;551;p7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Quattrocento San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2" name="Google Shape;552;p7"/>
          <p:cNvSpPr txBox="1"/>
          <p:nvPr/>
        </p:nvSpPr>
        <p:spPr>
          <a:xfrm>
            <a:off x="1571702" y="910774"/>
            <a:ext cx="6324000" cy="3467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 the beauty of the earth,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 the glory of the skies,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 the love which from our birth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Over and around us lies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Lord of all ,to Thee we raise 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This our hymn of grateful praise</a:t>
            </a:r>
            <a:endParaRPr lang="en-SG"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"/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4800" b="0" i="0" u="none" strike="noStrike" cap="none" dirty="0">
              <a:solidFill>
                <a:schemeClr val="lt1"/>
              </a:solidFill>
              <a:latin typeface="Tenorite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8"/>
          <p:cNvSpPr txBox="1"/>
          <p:nvPr/>
        </p:nvSpPr>
        <p:spPr>
          <a:xfrm>
            <a:off x="1513336" y="1754365"/>
            <a:ext cx="6117328" cy="88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Thanksgiving Prayers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 txBox="1"/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Offertory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Song no: 857</a:t>
            </a:r>
            <a:endParaRPr lang="en-SG"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857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0" name="Google Shape;570;p10"/>
          <p:cNvSpPr txBox="1"/>
          <p:nvPr/>
        </p:nvSpPr>
        <p:spPr>
          <a:xfrm>
            <a:off x="5458120" y="4330422"/>
            <a:ext cx="3540695" cy="45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7" cy="3340907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0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1 of 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0"/>
          <p:cNvSpPr txBox="1"/>
          <p:nvPr/>
        </p:nvSpPr>
        <p:spPr>
          <a:xfrm>
            <a:off x="0" y="724655"/>
            <a:ext cx="57774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I know not why God's wondrous grace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To me hath been made known;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Nor why—unworthy as I am—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He claimed me for His own.</a:t>
            </a:r>
          </a:p>
          <a:p>
            <a:pPr algn="ctr">
              <a:spcAft>
                <a:spcPts val="400"/>
              </a:spcAft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" I know whom I have believed;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am persuaded that He is able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keep that which I've committed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unto Him against that day."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698468b87b_1_42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857</a:t>
            </a:r>
            <a:endParaRPr dirty="0"/>
          </a:p>
        </p:txBody>
      </p:sp>
      <p:sp>
        <p:nvSpPr>
          <p:cNvPr id="579" name="Google Shape;579;g2698468b87b_1_42"/>
          <p:cNvSpPr txBox="1"/>
          <p:nvPr/>
        </p:nvSpPr>
        <p:spPr>
          <a:xfrm>
            <a:off x="5524107" y="4330422"/>
            <a:ext cx="3474741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g2698468b87b_1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2698468b87b_1_42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2 of 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2698468b87b_1_42"/>
          <p:cNvSpPr txBox="1"/>
          <p:nvPr/>
        </p:nvSpPr>
        <p:spPr>
          <a:xfrm>
            <a:off x="52546" y="724655"/>
            <a:ext cx="5710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I know not how this saving faith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To me He did impart;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Or how believing in His Word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Wrought peace within my heart.</a:t>
            </a:r>
          </a:p>
          <a:p>
            <a:pPr algn="ctr">
              <a:spcAft>
                <a:spcPts val="400"/>
              </a:spcAft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" I know whom I have believed;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am persuaded that He is able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keep that which I've committed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unto Him against that day."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698468b87b_1_5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857</a:t>
            </a:r>
            <a:endParaRPr dirty="0"/>
          </a:p>
        </p:txBody>
      </p:sp>
      <p:sp>
        <p:nvSpPr>
          <p:cNvPr id="588" name="Google Shape;588;g2698468b87b_1_50"/>
          <p:cNvSpPr txBox="1"/>
          <p:nvPr/>
        </p:nvSpPr>
        <p:spPr>
          <a:xfrm>
            <a:off x="5486400" y="4330422"/>
            <a:ext cx="3512448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g2698468b87b_1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g2698468b87b_1_5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3 of 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2698468b87b_1_50"/>
          <p:cNvSpPr txBox="1"/>
          <p:nvPr/>
        </p:nvSpPr>
        <p:spPr>
          <a:xfrm>
            <a:off x="52546" y="695955"/>
            <a:ext cx="5710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I know not how the Spirit moves,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Convincing men of sin;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Revealing Jesus through the Word,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Creating faith in Him</a:t>
            </a:r>
          </a:p>
          <a:p>
            <a:pPr algn="ctr">
              <a:spcAft>
                <a:spcPts val="400"/>
              </a:spcAft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" I know whom I have believed;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am persuaded that He is able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keep that which I've committed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unto Him against that day."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698468b87b_1_6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857</a:t>
            </a:r>
            <a:endParaRPr dirty="0"/>
          </a:p>
        </p:txBody>
      </p:sp>
      <p:sp>
        <p:nvSpPr>
          <p:cNvPr id="597" name="Google Shape;597;g2698468b87b_1_60"/>
          <p:cNvSpPr txBox="1"/>
          <p:nvPr/>
        </p:nvSpPr>
        <p:spPr>
          <a:xfrm>
            <a:off x="5509967" y="4330422"/>
            <a:ext cx="3488881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g2698468b87b_1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2698468b87b_1_6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4 of 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2698468b87b_1_60"/>
          <p:cNvSpPr txBox="1"/>
          <p:nvPr/>
        </p:nvSpPr>
        <p:spPr>
          <a:xfrm>
            <a:off x="52546" y="695955"/>
            <a:ext cx="5710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I know not what of good or ill 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May be reserved for me—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Of weary ways or golden days</a:t>
            </a:r>
          </a:p>
          <a:p>
            <a:pPr algn="ctr">
              <a:spcAft>
                <a:spcPts val="400"/>
              </a:spcAft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Before His face I see. </a:t>
            </a:r>
          </a:p>
          <a:p>
            <a:pPr algn="ctr">
              <a:spcAft>
                <a:spcPts val="400"/>
              </a:spcAft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" I know whom I have believed;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am persuaded that He is able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keep that which I've committed </a:t>
            </a:r>
          </a:p>
          <a:p>
            <a:pPr algn="ctr">
              <a:spcAft>
                <a:spcPts val="400"/>
              </a:spcAft>
            </a:pPr>
            <a:r>
              <a:rPr lang="en-US" sz="2600" i="1" dirty="0">
                <a:solidFill>
                  <a:srgbClr val="77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unto Him against that day."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698468b87b_1_69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857</a:t>
            </a:r>
            <a:endParaRPr dirty="0"/>
          </a:p>
        </p:txBody>
      </p:sp>
      <p:sp>
        <p:nvSpPr>
          <p:cNvPr id="606" name="Google Shape;606;g2698468b87b_1_69"/>
          <p:cNvSpPr txBox="1"/>
          <p:nvPr/>
        </p:nvSpPr>
        <p:spPr>
          <a:xfrm>
            <a:off x="5524107" y="4330422"/>
            <a:ext cx="3474741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7" name="Google Shape;607;g2698468b87b_1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2698468b87b_1_69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5 of 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2698468b87b_1_69"/>
          <p:cNvSpPr txBox="1"/>
          <p:nvPr/>
        </p:nvSpPr>
        <p:spPr>
          <a:xfrm>
            <a:off x="123421" y="691605"/>
            <a:ext cx="5710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know not when my Lord may come;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know not how, nor where: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If I shall pass the vale of death,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 " meet Him in the air.“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77262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But " I know whom I have believed;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77262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am persuaded that He is able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77262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keep that which I've committed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77262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unto Him against that day."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6"/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 txBox="1"/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Offertory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7"/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7"/>
          <p:cNvSpPr txBox="1"/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Message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"/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 txBox="1"/>
          <p:nvPr/>
        </p:nvSpPr>
        <p:spPr>
          <a:xfrm>
            <a:off x="2106541" y="2156263"/>
            <a:ext cx="4930917" cy="83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Prayer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9"/>
          <p:cNvSpPr txBox="1"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Confession – Song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42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v1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2" name="Google Shape;642;p19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1102935" y="851451"/>
            <a:ext cx="7121951" cy="394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no love like the love of Jesus,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Never to fade or fall,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into the fold of the peace of God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has gathered us all.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Jesus' love, precious love,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Boundless and pure and free;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turn to that love, weary wandering soul,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pleadeth for thee. </a:t>
            </a: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0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42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54" name="Google Shape;654;p21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55" name="Google Shape;655;p21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698468b87b_1_9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42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61" name="Google Shape;661;g2698468b87b_1_9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2" name="Google Shape;662;g2698468b87b_1_9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1 : 1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2698468b87b_1_97"/>
          <p:cNvSpPr/>
          <p:nvPr/>
        </p:nvSpPr>
        <p:spPr>
          <a:xfrm>
            <a:off x="1226974" y="750725"/>
            <a:ext cx="713121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no love like the love of Jesus,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Never to fade or fall,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into the fold of the peace of God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has gathered us all.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Jesus' love, precious love,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Boundless and pure and free;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turn to that love, weary wandering soul,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pleadeth for thee.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2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42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9" name="Google Shape;669;p22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0" name="Google Shape;670;p22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1 : 2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1226974" y="750725"/>
            <a:ext cx="7209795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no heart like the heart of Jesus,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Filled with a tender love;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 throb nor throe that our hearts can know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 He feels it above.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Jesus' love, precious love,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Boundless and pure and free;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turn to that love, weary wandering soul,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pleadeth for thee.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n-SG"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698468b87b_1_10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42</a:t>
            </a:r>
            <a:endParaRPr lang="en-SG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7" name="Google Shape;677;g2698468b87b_1_104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8" name="Google Shape;678;g2698468b87b_1_104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1 : 3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2698468b87b_1_104"/>
          <p:cNvSpPr/>
          <p:nvPr/>
        </p:nvSpPr>
        <p:spPr>
          <a:xfrm>
            <a:off x="1226974" y="750725"/>
            <a:ext cx="763841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Oh, let us hark to the voice of Jesus !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Oh, may we never roam,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Till safe we rest on His loving breast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dear heavenly home.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Jesus' love, precious love,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Boundless and pure and free;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turn to that love, weary wandering soul,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pleadeth for thee.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6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498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86" name="Google Shape;686;p26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SG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498</a:t>
            </a:r>
            <a:endParaRPr lang="en-SG"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92" name="Google Shape;692;p27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3" name="Google Shape;693;p27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02;g2bb80c83a80_0_0">
            <a:extLst>
              <a:ext uri="{FF2B5EF4-FFF2-40B4-BE49-F238E27FC236}">
                <a16:creationId xmlns:a16="http://schemas.microsoft.com/office/drawing/2014/main" id="{9F8BA8D6-2CA6-89A0-2E0A-1C1B1212BD78}"/>
              </a:ext>
            </a:extLst>
          </p:cNvPr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my bondage, sorrow, and night,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! Jesus, I come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Into Thy freedom, gladness, and light,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my sickness into Thy health,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my want and into Thy wealth,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my sin and into Thyself,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bb80c83a80_0_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498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00" name="Google Shape;700;g2bb80c83a80_0_0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1" name="Google Shape;701;g2bb80c83a80_0_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2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2bb80c83a80_0_0"/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my shameful failure and loss,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I come ! Jesus, I come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Into the glorious gain of Thy cross,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earth's sorrows into Thy balm,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life's storm and into Thy calm,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distress to jubilant psalm,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698468b87b_1_13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498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8" name="Google Shape;708;g2698468b87b_1_138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9" name="Google Shape;709;g2698468b87b_1_138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3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02;g2bb80c83a80_0_0">
            <a:extLst>
              <a:ext uri="{FF2B5EF4-FFF2-40B4-BE49-F238E27FC236}">
                <a16:creationId xmlns:a16="http://schemas.microsoft.com/office/drawing/2014/main" id="{7B5338A4-FF7D-8166-C183-1032F63A8022}"/>
              </a:ext>
            </a:extLst>
          </p:cNvPr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unrest and arrogant pride,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! Jesus, I come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Into Thy blessed will to abide,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myself to dwell in Thy love,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despair into raptures above,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Upward for aye on wings like a dove,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bb80c83a80_0_1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498</a:t>
            </a:r>
            <a:endParaRPr lang="en-SG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6" name="Google Shape;716;g2bb80c83a80_0_1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7" name="Google Shape;717;g2bb80c83a80_0_1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4 of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02;g2bb80c83a80_0_0">
            <a:extLst>
              <a:ext uri="{FF2B5EF4-FFF2-40B4-BE49-F238E27FC236}">
                <a16:creationId xmlns:a16="http://schemas.microsoft.com/office/drawing/2014/main" id="{9431A3B3-7778-BCB1-C343-81A8E0B8F800}"/>
              </a:ext>
            </a:extLst>
          </p:cNvPr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the fear and dread of the tomb,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! Jesus, I come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Into the joy and light of Thy home,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 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Out of the depths of ruin untold,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Into the peace of Thy sheltering fold,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Ever Thy glorious face to behold,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I come to Thee 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Forty days &amp; forty nights</a:t>
            </a:r>
            <a:endParaRPr i="1"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72" name="Google Shape;772;p30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73" name="Google Shape;773;p30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Forty days &amp; forty nights</a:t>
            </a:r>
            <a:endParaRPr i="1"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79" name="Google Shape;779;p31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0" name="Google Shape;780;p31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3 : 1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378995" y="750600"/>
            <a:ext cx="838601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Forty days and forty nights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Thou wast fasting in the wild;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Forty days and forty nights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Tempted, and yet undefiled.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Sunbeams scorching all the day;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Chilly dew-drops nightly shed;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Prowling beasts about Thy way;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Stones Thy pillow; earth Thy bed.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698468b87b_1_173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Forty days &amp; forty nights</a:t>
            </a:r>
            <a:endParaRPr i="1"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87" name="Google Shape;787;g2698468b87b_1_173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8" name="Google Shape;788;g2698468b87b_1_173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3 : 2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2698468b87b_1_173"/>
          <p:cNvSpPr/>
          <p:nvPr/>
        </p:nvSpPr>
        <p:spPr>
          <a:xfrm>
            <a:off x="378995" y="750600"/>
            <a:ext cx="8385900" cy="3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Shall not we Thy sorrow share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from earthly joys abstain,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Fasting with unceasing prayer,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Glad with Thee to suffer pain?</a:t>
            </a:r>
            <a:endParaRPr lang="en-SG"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if Satan, vexing sore,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Flesh or spirit should assail,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Thou, his vanquisher before,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Grant we may not faint nor fail.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698468b87b_1_18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Forty days &amp; forty nights</a:t>
            </a:r>
            <a:endParaRPr i="1"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95" name="Google Shape;795;g2698468b87b_1_18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6" name="Google Shape;796;g2698468b87b_1_18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3 : 3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2698468b87b_1_187"/>
          <p:cNvSpPr/>
          <p:nvPr/>
        </p:nvSpPr>
        <p:spPr>
          <a:xfrm>
            <a:off x="378995" y="750600"/>
            <a:ext cx="8385900" cy="3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So shall we have peace divine: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Holier gladness ours shall be;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Round us, too, shall angels shine,</a:t>
            </a:r>
          </a:p>
          <a:p>
            <a:pPr marL="0" lvl="0" indent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Such as ministered to Thee.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Keep, O keep us, Savior dear,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Ever constant by Thy side;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That with Thee we may appear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tx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At the eternal Eastertide.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5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541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11" name="Google Shape;811;p35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12" name="Google Shape;812;p35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6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541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18" name="Google Shape;818;p36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9" name="Google Shape;819;p36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1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6"/>
          <p:cNvSpPr/>
          <p:nvPr/>
        </p:nvSpPr>
        <p:spPr>
          <a:xfrm>
            <a:off x="391213" y="724972"/>
            <a:ext cx="8361574" cy="394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 I am safely abiding; 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Though the night deepens and tempests are wild, 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Still I can trust Him—I know He will keep me; 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has redeemed me, and I am His child.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wings, under His wings,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Who from His love can sever ? 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 my soul shall abide,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Safely abide for ever.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698468b87b_1_20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541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26" name="Google Shape;826;g2698468b87b_1_200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37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7" name="Google Shape;827;g2698468b87b_1_20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2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20;p36">
            <a:extLst>
              <a:ext uri="{FF2B5EF4-FFF2-40B4-BE49-F238E27FC236}">
                <a16:creationId xmlns:a16="http://schemas.microsoft.com/office/drawing/2014/main" id="{EB25FB22-B060-F02A-9B12-D430516ECB10}"/>
              </a:ext>
            </a:extLst>
          </p:cNvPr>
          <p:cNvSpPr/>
          <p:nvPr/>
        </p:nvSpPr>
        <p:spPr>
          <a:xfrm>
            <a:off x="391213" y="724972"/>
            <a:ext cx="8361574" cy="394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wings, what a refuge in sorrow ! </a:t>
            </a:r>
          </a:p>
          <a:p>
            <a:pPr algn="ctr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How the heart yearningly turns to [its rest !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Often when earth has no balm for my healing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 I find comfort, and there I am blest.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wings, under His wings,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Who from His love can sever ? 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 my soul shall abide,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Safely abide for ever.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698468b87b_1_20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541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34" name="Google Shape;834;g2698468b87b_1_20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5" name="Google Shape;835;g2698468b87b_1_20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3 of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20;p36">
            <a:extLst>
              <a:ext uri="{FF2B5EF4-FFF2-40B4-BE49-F238E27FC236}">
                <a16:creationId xmlns:a16="http://schemas.microsoft.com/office/drawing/2014/main" id="{4F6E4ABC-45A9-2952-50B0-DA0D228C2769}"/>
              </a:ext>
            </a:extLst>
          </p:cNvPr>
          <p:cNvSpPr/>
          <p:nvPr/>
        </p:nvSpPr>
        <p:spPr>
          <a:xfrm>
            <a:off x="391213" y="724972"/>
            <a:ext cx="8361574" cy="394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wings, oh, what precious enjoyment ! </a:t>
            </a:r>
          </a:p>
          <a:p>
            <a:pPr algn="ctr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 will I hide till life's trials are o'er;</a:t>
            </a:r>
          </a:p>
          <a:p>
            <a:pPr algn="ctr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Sheltered, protected, no evil can harm me;</a:t>
            </a:r>
          </a:p>
          <a:p>
            <a:pPr algn="ctr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Resting in Jesus I'm safe evermore.</a:t>
            </a:r>
          </a:p>
          <a:p>
            <a:pPr algn="ctr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wings, under His wings,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Who from His love can sever ? 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Under His wings my soul shall abide,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Safely abide for ever.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9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58" name="Google Shape;858;p39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59" name="Google Shape;859;p39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65" name="Google Shape;865;p40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6" name="Google Shape;866;p40"/>
          <p:cNvSpPr/>
          <p:nvPr/>
        </p:nvSpPr>
        <p:spPr>
          <a:xfrm>
            <a:off x="1006744" y="613695"/>
            <a:ext cx="743400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Blessed be the Fountain of blood,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To a world of sinners revealed;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Blessed be the dear Son of God: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Only by His stripes we are healed.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Tho' I've wandered far from His fold,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Bringing to my heart pain and woe,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Wash me in the Blood of the Lamb,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 shall be whiter than snow !</a:t>
            </a:r>
          </a:p>
          <a:p>
            <a:pPr marL="446088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7" name="Google Shape;867;p40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1 of </a:t>
            </a:r>
            <a:r>
              <a:rPr lang="en-US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698468b87b_1_25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3" name="Google Shape;873;g2698468b87b_1_258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4" name="Google Shape;874;g2698468b87b_1_258"/>
          <p:cNvSpPr/>
          <p:nvPr/>
        </p:nvSpPr>
        <p:spPr>
          <a:xfrm>
            <a:off x="997325" y="1213000"/>
            <a:ext cx="766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Whiter than the snow,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Whiter than the snow,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Wash me in the Blood of the Lamb.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 shall be whiter than snow ! . . .</a:t>
            </a:r>
            <a:endParaRPr lang="en-SG" sz="2800" b="0" i="1" u="none" strike="noStrike" cap="none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5" name="Google Shape;875;g2698468b87b_1_258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2 of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65" name="Google Shape;865;p40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6" name="Google Shape;866;p40"/>
          <p:cNvSpPr/>
          <p:nvPr/>
        </p:nvSpPr>
        <p:spPr>
          <a:xfrm>
            <a:off x="1006744" y="613695"/>
            <a:ext cx="743400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Thorny was the crown that He wore,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the cross His body o'ercame;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Grievous were the sorrows He bore,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But He suffered not thus in vain.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May I to that Fountain be led,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Made to cleanse my sins here below !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Wash me in the Blood that He shed,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 shall be whiter than snow !</a:t>
            </a:r>
          </a:p>
          <a:p>
            <a:pPr marL="446088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7" name="Google Shape;867;p40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3 of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8144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698468b87b_1_25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3" name="Google Shape;873;g2698468b87b_1_258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4" name="Google Shape;874;g2698468b87b_1_258"/>
          <p:cNvSpPr/>
          <p:nvPr/>
        </p:nvSpPr>
        <p:spPr>
          <a:xfrm>
            <a:off x="997325" y="1213000"/>
            <a:ext cx="766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Whiter than the snow,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Whiter than the snow,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Wash me in the Blood of the Lamb.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 shall be whiter than snow ! . . .</a:t>
            </a:r>
            <a:endParaRPr lang="en-SG" sz="2800" b="0" i="1" u="none" strike="noStrike" cap="none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5" name="Google Shape;875;g2698468b87b_1_258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4 of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3677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65" name="Google Shape;865;p40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6" name="Google Shape;866;p40"/>
          <p:cNvSpPr/>
          <p:nvPr/>
        </p:nvSpPr>
        <p:spPr>
          <a:xfrm>
            <a:off x="1006744" y="613695"/>
            <a:ext cx="743400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Father, I have wandered from Thee,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Often has my heart gone astray;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Crimson do my sins seem to me—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Water cannot wash them away.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to that Fountain of Thine,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Leaning on Thy promise I go;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Cleanse me by Thy washing divine,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 shall be whiter than snow !</a:t>
            </a:r>
          </a:p>
          <a:p>
            <a:pPr marL="446088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7" name="Google Shape;867;p40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5 of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89276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698468b87b_1_25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3" name="Google Shape;873;g2698468b87b_1_258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4" name="Google Shape;874;g2698468b87b_1_258"/>
          <p:cNvSpPr/>
          <p:nvPr/>
        </p:nvSpPr>
        <p:spPr>
          <a:xfrm>
            <a:off x="997325" y="1213000"/>
            <a:ext cx="766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Whiter than the snow,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Whiter than the snow,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Wash me in the Blood of the Lamb. . . 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 shall be whiter than snow ! . . .</a:t>
            </a:r>
            <a:endParaRPr lang="en-SG" sz="2800" b="0" i="1" u="none" strike="noStrike" cap="none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5" name="Google Shape;875;g2698468b87b_1_258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6 of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9407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9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36" name="Google Shape;936;p49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37" name="Google Shape;937;p49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0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1"/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51"/>
          <p:cNvSpPr txBox="1"/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Announcements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2"/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2"/>
          <p:cNvSpPr txBox="1"/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Closing Hymn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Song No. – </a:t>
            </a:r>
            <a:r>
              <a:rPr lang="en-US" sz="4800" b="1" dirty="0">
                <a:solidFill>
                  <a:schemeClr val="lt1"/>
                </a:solidFill>
                <a:latin typeface="Tenorite" panose="00000500000000000000" pitchFamily="2" charset="0"/>
              </a:rPr>
              <a:t>38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 v1&amp;v4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53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Closing Hymn -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 v1&amp; v4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60" name="Google Shape;960;p53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1" name="Google Shape;961;p53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Closing : 1 of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3"/>
          <p:cNvSpPr/>
          <p:nvPr/>
        </p:nvSpPr>
        <p:spPr>
          <a:xfrm>
            <a:off x="389964" y="815690"/>
            <a:ext cx="8364071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Sing the wondrous love of Jesus,</a:t>
            </a: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Sing His mercy and His grace;</a:t>
            </a: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 the mansions bright and blessed</a:t>
            </a: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He'll prepare for us a place.</a:t>
            </a:r>
            <a:b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endParaRPr lang="en-SG"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When we all get to heaven,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what a day of rejoicing that will be!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When we all see Jesus,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we'll sing and shout the victory!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53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Closing Hymn -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38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 v1&amp; v4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60" name="Google Shape;960;p53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fld>
            <a:endParaRPr sz="1400" b="0" i="0" u="none" strike="noStrike" cap="none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1" name="Google Shape;961;p53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Closing </a:t>
            </a: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2 of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3"/>
          <p:cNvSpPr/>
          <p:nvPr/>
        </p:nvSpPr>
        <p:spPr>
          <a:xfrm>
            <a:off x="389964" y="815690"/>
            <a:ext cx="8364071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Onward to the prize before us!</a:t>
            </a: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Soon His beauty we'll behold;</a:t>
            </a: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Soon the pearly gates will open–</a:t>
            </a: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 shall tread the streets of gold.</a:t>
            </a: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SG" sz="2800" i="1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When we all get to heaven,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what a day of rejoicing that will be!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When we all see Jesus,</a:t>
            </a: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we'll sing and shout the victory!</a:t>
            </a:r>
          </a:p>
        </p:txBody>
      </p:sp>
    </p:spTree>
    <p:extLst>
      <p:ext uri="{BB962C8B-B14F-4D97-AF65-F5344CB8AC3E}">
        <p14:creationId xmlns:p14="http://schemas.microsoft.com/office/powerpoint/2010/main" val="634067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4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1883</TotalTime>
  <Words>2253</Words>
  <Application>Microsoft Office PowerPoint</Application>
  <PresentationFormat>On-screen Show (16:9)</PresentationFormat>
  <Paragraphs>375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Calibri</vt:lpstr>
      <vt:lpstr>Gill Sans</vt:lpstr>
      <vt:lpstr>Footlight MT Light</vt:lpstr>
      <vt:lpstr>Tenorite</vt:lpstr>
      <vt:lpstr>Segoe UI</vt:lpstr>
      <vt:lpstr>Arial</vt:lpstr>
      <vt:lpstr>Quattrocento Sans</vt:lpstr>
      <vt:lpstr>1_Office Theme</vt:lpstr>
      <vt:lpstr>4_Office Theme</vt:lpstr>
      <vt:lpstr>3_Office Theme</vt:lpstr>
      <vt:lpstr>5_Office Theme</vt:lpstr>
      <vt:lpstr>Office Theme</vt:lpstr>
      <vt:lpstr>6_Office Theme</vt:lpstr>
      <vt:lpstr>PowerPoint Presentation</vt:lpstr>
      <vt:lpstr>PowerPoint Presentation</vt:lpstr>
      <vt:lpstr>Opening Hymn</vt:lpstr>
      <vt:lpstr>Opening Hymn</vt:lpstr>
      <vt:lpstr>Opening Hymn</vt:lpstr>
      <vt:lpstr>Opening Hymn</vt:lpstr>
      <vt:lpstr>PowerPoint Presentation</vt:lpstr>
      <vt:lpstr>PowerPoint Presentation</vt:lpstr>
      <vt:lpstr>Thanksgiving – For the beauty v1</vt:lpstr>
      <vt:lpstr>PowerPoint Presentation</vt:lpstr>
      <vt:lpstr>PowerPoint Presentation</vt:lpstr>
      <vt:lpstr>Offertory – Song No. 857</vt:lpstr>
      <vt:lpstr>Offertory – Song No. 857</vt:lpstr>
      <vt:lpstr>Offertory – Song No. 857</vt:lpstr>
      <vt:lpstr>Offertory – Song No. 857</vt:lpstr>
      <vt:lpstr>Offertory – Song No. 857</vt:lpstr>
      <vt:lpstr>PowerPoint Presentation</vt:lpstr>
      <vt:lpstr>PowerPoint Presentation</vt:lpstr>
      <vt:lpstr>PowerPoint Presentation</vt:lpstr>
      <vt:lpstr>Confession – Song No. 42 v1</vt:lpstr>
      <vt:lpstr>PowerPoint Presentation</vt:lpstr>
      <vt:lpstr>Holy Communion – Song No. 42</vt:lpstr>
      <vt:lpstr>Holy Communion – Song No. 42</vt:lpstr>
      <vt:lpstr>Holy Communion – Song No. 42</vt:lpstr>
      <vt:lpstr>Holy Communion – Song No. 42</vt:lpstr>
      <vt:lpstr>Holy Communion – Song No. 498</vt:lpstr>
      <vt:lpstr>Holy Communion – Song No. 498</vt:lpstr>
      <vt:lpstr>Holy Communion – Song No. 498</vt:lpstr>
      <vt:lpstr>Holy Communion – Song No. 498</vt:lpstr>
      <vt:lpstr>Holy Communion – Song No. 498</vt:lpstr>
      <vt:lpstr>Holy Communion – Forty days &amp; forty nights</vt:lpstr>
      <vt:lpstr>Holy Communion – Forty days &amp; forty nights</vt:lpstr>
      <vt:lpstr>Holy Communion – Forty days &amp; forty nights</vt:lpstr>
      <vt:lpstr>Holy Communion – Forty days &amp; forty nights</vt:lpstr>
      <vt:lpstr>Holy Communion – Song No. 541</vt:lpstr>
      <vt:lpstr>Holy Communion – Song No. 541</vt:lpstr>
      <vt:lpstr>Holy Communion – Song No. 541</vt:lpstr>
      <vt:lpstr>Holy Communion – Song No. 541</vt:lpstr>
      <vt:lpstr>Holy Communion – Song No. 113</vt:lpstr>
      <vt:lpstr>Holy Communion – Song No. 113</vt:lpstr>
      <vt:lpstr>Holy Communion – Song No. 113</vt:lpstr>
      <vt:lpstr>Holy Communion – Song No. 113</vt:lpstr>
      <vt:lpstr>Holy Communion – Song No. 113</vt:lpstr>
      <vt:lpstr>Holy Communion – Song No. 113</vt:lpstr>
      <vt:lpstr>Holy Communion – Song No. 113</vt:lpstr>
      <vt:lpstr>Holy Communion</vt:lpstr>
      <vt:lpstr>PowerPoint Presentation</vt:lpstr>
      <vt:lpstr>PowerPoint Presentation</vt:lpstr>
      <vt:lpstr>PowerPoint Presentation</vt:lpstr>
      <vt:lpstr>Closing Hymn - 38 v1&amp; v4</vt:lpstr>
      <vt:lpstr>Closing Hymn - 38 v1&amp; v4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3</cp:revision>
  <dcterms:created xsi:type="dcterms:W3CDTF">2020-09-02T02:55:07Z</dcterms:created>
  <dcterms:modified xsi:type="dcterms:W3CDTF">2024-03-09T15:40:38Z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