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75"/>
  </p:notesMasterIdLst>
  <p:sldIdLst>
    <p:sldId id="511" r:id="rId4"/>
    <p:sldId id="2529" r:id="rId5"/>
    <p:sldId id="2127" r:id="rId6"/>
    <p:sldId id="2128" r:id="rId7"/>
    <p:sldId id="2129" r:id="rId8"/>
    <p:sldId id="2130" r:id="rId9"/>
    <p:sldId id="952" r:id="rId10"/>
    <p:sldId id="2228" r:id="rId11"/>
    <p:sldId id="2567" r:id="rId12"/>
    <p:sldId id="2568" r:id="rId13"/>
    <p:sldId id="2531" r:id="rId14"/>
    <p:sldId id="1545" r:id="rId15"/>
    <p:sldId id="2532" r:id="rId16"/>
    <p:sldId id="2533" r:id="rId17"/>
    <p:sldId id="2534" r:id="rId18"/>
    <p:sldId id="2535" r:id="rId19"/>
    <p:sldId id="2536" r:id="rId20"/>
    <p:sldId id="2563" r:id="rId21"/>
    <p:sldId id="2538" r:id="rId22"/>
    <p:sldId id="2450" r:id="rId23"/>
    <p:sldId id="2530" r:id="rId24"/>
    <p:sldId id="1888" r:id="rId25"/>
    <p:sldId id="1539" r:id="rId26"/>
    <p:sldId id="1564" r:id="rId27"/>
    <p:sldId id="528" r:id="rId28"/>
    <p:sldId id="1121" r:id="rId29"/>
    <p:sldId id="529" r:id="rId30"/>
    <p:sldId id="530" r:id="rId31"/>
    <p:sldId id="531" r:id="rId32"/>
    <p:sldId id="532" r:id="rId33"/>
    <p:sldId id="533" r:id="rId34"/>
    <p:sldId id="534" r:id="rId35"/>
    <p:sldId id="535" r:id="rId36"/>
    <p:sldId id="536" r:id="rId37"/>
    <p:sldId id="2539" r:id="rId38"/>
    <p:sldId id="2557" r:id="rId39"/>
    <p:sldId id="2562" r:id="rId40"/>
    <p:sldId id="2558" r:id="rId41"/>
    <p:sldId id="2559" r:id="rId42"/>
    <p:sldId id="2560" r:id="rId43"/>
    <p:sldId id="2561" r:id="rId44"/>
    <p:sldId id="2540" r:id="rId45"/>
    <p:sldId id="848" r:id="rId46"/>
    <p:sldId id="849" r:id="rId47"/>
    <p:sldId id="850" r:id="rId48"/>
    <p:sldId id="851" r:id="rId49"/>
    <p:sldId id="852" r:id="rId50"/>
    <p:sldId id="853" r:id="rId51"/>
    <p:sldId id="854" r:id="rId52"/>
    <p:sldId id="855" r:id="rId53"/>
    <p:sldId id="2541" r:id="rId54"/>
    <p:sldId id="1114" r:id="rId55"/>
    <p:sldId id="1115" r:id="rId56"/>
    <p:sldId id="2564" r:id="rId57"/>
    <p:sldId id="1117" r:id="rId58"/>
    <p:sldId id="2565" r:id="rId59"/>
    <p:sldId id="1119" r:id="rId60"/>
    <p:sldId id="2566" r:id="rId61"/>
    <p:sldId id="2542" r:id="rId62"/>
    <p:sldId id="309" r:id="rId63"/>
    <p:sldId id="2547" r:id="rId64"/>
    <p:sldId id="2548" r:id="rId65"/>
    <p:sldId id="2549" r:id="rId66"/>
    <p:sldId id="2543" r:id="rId67"/>
    <p:sldId id="2550" r:id="rId68"/>
    <p:sldId id="2552" r:id="rId69"/>
    <p:sldId id="2556" r:id="rId70"/>
    <p:sldId id="2553" r:id="rId71"/>
    <p:sldId id="2554" r:id="rId72"/>
    <p:sldId id="1444" r:id="rId73"/>
    <p:sldId id="2231" r:id="rId74"/>
  </p:sldIdLst>
  <p:sldSz cx="9144000" cy="5143500" type="screen16x9"/>
  <p:notesSz cx="6858000" cy="9144000"/>
  <p:custDataLst>
    <p:tags r:id="rId7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CEA9F-B121-4BF7-9782-C568B12237AF}" v="139" dt="2025-08-02T14:41:18.053"/>
    <p1510:client id="{18D28151-105B-44DC-8958-80EF22EA3409}" v="2" dt="2025-08-01T16:16:15.491"/>
    <p1510:client id="{3905046C-5C5C-39CF-1943-7FCB5D2CF8DE}" v="22" dt="2025-08-01T16:22:08.820"/>
    <p1510:client id="{3E46B6EF-CCF8-4550-9F25-9E8C3435D0A8}" v="234" dt="2025-08-02T14:49:08.668"/>
    <p1510:client id="{42FAD6B6-00C1-406A-A6CD-470F2AFFD6BE}" v="20" dt="2025-08-01T09:18:59.565"/>
    <p1510:client id="{E4481CB7-0352-4646-B6EF-E66E507550C1}" v="1143" dt="2025-08-01T09:14:19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microsoft.com/office/2018/10/relationships/authors" Target="author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microsoft.com/office/2016/11/relationships/changesInfo" Target="changesInfos/changesInfo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gs" Target="tags/tag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8D28151-105B-44DC-8958-80EF22EA3409}"/>
    <pc:docChg chg="delSld">
      <pc:chgData name="Guest User" userId="" providerId="Windows Live" clId="Web-{18D28151-105B-44DC-8958-80EF22EA3409}" dt="2025-08-01T16:16:15.491" v="1"/>
      <pc:docMkLst>
        <pc:docMk/>
      </pc:docMkLst>
      <pc:sldChg chg="del">
        <pc:chgData name="Guest User" userId="" providerId="Windows Live" clId="Web-{18D28151-105B-44DC-8958-80EF22EA3409}" dt="2025-08-01T16:16:09.896" v="0"/>
        <pc:sldMkLst>
          <pc:docMk/>
          <pc:sldMk cId="993827321" sldId="2131"/>
        </pc:sldMkLst>
      </pc:sldChg>
      <pc:sldChg chg="del">
        <pc:chgData name="Guest User" userId="" providerId="Windows Live" clId="Web-{18D28151-105B-44DC-8958-80EF22EA3409}" dt="2025-08-01T16:16:15.491" v="1"/>
        <pc:sldMkLst>
          <pc:docMk/>
          <pc:sldMk cId="868127692" sldId="2132"/>
        </pc:sldMkLst>
      </pc:sldChg>
    </pc:docChg>
  </pc:docChgLst>
  <pc:docChgLst>
    <pc:chgData name="Prince Chandapillai" userId="4fad049182ddc57b" providerId="Windows Live" clId="Web-{3905046C-5C5C-39CF-1943-7FCB5D2CF8DE}"/>
    <pc:docChg chg="modSld">
      <pc:chgData name="Prince Chandapillai" userId="4fad049182ddc57b" providerId="Windows Live" clId="Web-{3905046C-5C5C-39CF-1943-7FCB5D2CF8DE}" dt="2025-08-01T16:22:08.820" v="6" actId="20577"/>
      <pc:docMkLst>
        <pc:docMk/>
      </pc:docMkLst>
      <pc:sldChg chg="modSp">
        <pc:chgData name="Prince Chandapillai" userId="4fad049182ddc57b" providerId="Windows Live" clId="Web-{3905046C-5C5C-39CF-1943-7FCB5D2CF8DE}" dt="2025-08-01T16:21:51.647" v="2" actId="20577"/>
        <pc:sldMkLst>
          <pc:docMk/>
          <pc:sldMk cId="4046410781" sldId="2127"/>
        </pc:sldMkLst>
        <pc:spChg chg="mod">
          <ac:chgData name="Prince Chandapillai" userId="4fad049182ddc57b" providerId="Windows Live" clId="Web-{3905046C-5C5C-39CF-1943-7FCB5D2CF8DE}" dt="2025-08-01T16:21:51.647" v="2" actId="20577"/>
          <ac:spMkLst>
            <pc:docMk/>
            <pc:sldMk cId="4046410781" sldId="2127"/>
            <ac:spMk id="4" creationId="{7F37C43C-13BC-E44C-668E-3E33C87FC7CD}"/>
          </ac:spMkLst>
        </pc:spChg>
      </pc:sldChg>
      <pc:sldChg chg="modSp">
        <pc:chgData name="Prince Chandapillai" userId="4fad049182ddc57b" providerId="Windows Live" clId="Web-{3905046C-5C5C-39CF-1943-7FCB5D2CF8DE}" dt="2025-08-01T16:21:57.085" v="3" actId="20577"/>
        <pc:sldMkLst>
          <pc:docMk/>
          <pc:sldMk cId="1278113787" sldId="2128"/>
        </pc:sldMkLst>
        <pc:spChg chg="mod">
          <ac:chgData name="Prince Chandapillai" userId="4fad049182ddc57b" providerId="Windows Live" clId="Web-{3905046C-5C5C-39CF-1943-7FCB5D2CF8DE}" dt="2025-08-01T16:21:57.085" v="3" actId="20577"/>
          <ac:spMkLst>
            <pc:docMk/>
            <pc:sldMk cId="1278113787" sldId="2128"/>
            <ac:spMk id="4" creationId="{4E28219F-D797-75DD-9504-40800806AFAB}"/>
          </ac:spMkLst>
        </pc:spChg>
      </pc:sldChg>
      <pc:sldChg chg="modSp">
        <pc:chgData name="Prince Chandapillai" userId="4fad049182ddc57b" providerId="Windows Live" clId="Web-{3905046C-5C5C-39CF-1943-7FCB5D2CF8DE}" dt="2025-08-01T16:22:03.070" v="5" actId="20577"/>
        <pc:sldMkLst>
          <pc:docMk/>
          <pc:sldMk cId="616756977" sldId="2129"/>
        </pc:sldMkLst>
        <pc:spChg chg="mod">
          <ac:chgData name="Prince Chandapillai" userId="4fad049182ddc57b" providerId="Windows Live" clId="Web-{3905046C-5C5C-39CF-1943-7FCB5D2CF8DE}" dt="2025-08-01T16:22:03.070" v="5" actId="20577"/>
          <ac:spMkLst>
            <pc:docMk/>
            <pc:sldMk cId="616756977" sldId="2129"/>
            <ac:spMk id="4" creationId="{08B579D6-1AB3-D9AD-986F-A21FA9EE47C8}"/>
          </ac:spMkLst>
        </pc:spChg>
      </pc:sldChg>
      <pc:sldChg chg="modSp">
        <pc:chgData name="Prince Chandapillai" userId="4fad049182ddc57b" providerId="Windows Live" clId="Web-{3905046C-5C5C-39CF-1943-7FCB5D2CF8DE}" dt="2025-08-01T16:22:08.820" v="6" actId="20577"/>
        <pc:sldMkLst>
          <pc:docMk/>
          <pc:sldMk cId="3667561014" sldId="2130"/>
        </pc:sldMkLst>
        <pc:spChg chg="mod">
          <ac:chgData name="Prince Chandapillai" userId="4fad049182ddc57b" providerId="Windows Live" clId="Web-{3905046C-5C5C-39CF-1943-7FCB5D2CF8DE}" dt="2025-08-01T16:22:08.820" v="6" actId="20577"/>
          <ac:spMkLst>
            <pc:docMk/>
            <pc:sldMk cId="3667561014" sldId="2130"/>
            <ac:spMk id="4" creationId="{001A3FFD-DFB0-267E-7D65-D1285A50AFC6}"/>
          </ac:spMkLst>
        </pc:spChg>
      </pc:sldChg>
      <pc:sldChg chg="modSp">
        <pc:chgData name="Prince Chandapillai" userId="4fad049182ddc57b" providerId="Windows Live" clId="Web-{3905046C-5C5C-39CF-1943-7FCB5D2CF8DE}" dt="2025-08-01T16:21:44.397" v="1" actId="20577"/>
        <pc:sldMkLst>
          <pc:docMk/>
          <pc:sldMk cId="878737466" sldId="2529"/>
        </pc:sldMkLst>
        <pc:spChg chg="mod">
          <ac:chgData name="Prince Chandapillai" userId="4fad049182ddc57b" providerId="Windows Live" clId="Web-{3905046C-5C5C-39CF-1943-7FCB5D2CF8DE}" dt="2025-08-01T16:21:44.397" v="1" actId="20577"/>
          <ac:spMkLst>
            <pc:docMk/>
            <pc:sldMk cId="878737466" sldId="2529"/>
            <ac:spMk id="4" creationId="{11638D45-CE17-40C1-F11F-770D918C473D}"/>
          </ac:spMkLst>
        </pc:spChg>
      </pc:sldChg>
    </pc:docChg>
  </pc:docChgLst>
  <pc:docChgLst>
    <pc:chgData name="Prince Chandapillai" userId="4fad049182ddc57b" providerId="Windows Live" clId="Web-{3E46B6EF-CCF8-4550-9F25-9E8C3435D0A8}"/>
    <pc:docChg chg="modSld">
      <pc:chgData name="Prince Chandapillai" userId="4fad049182ddc57b" providerId="Windows Live" clId="Web-{3E46B6EF-CCF8-4550-9F25-9E8C3435D0A8}" dt="2025-08-02T14:49:07.793" v="126" actId="20577"/>
      <pc:docMkLst>
        <pc:docMk/>
      </pc:docMkLst>
      <pc:sldChg chg="modSp">
        <pc:chgData name="Prince Chandapillai" userId="4fad049182ddc57b" providerId="Windows Live" clId="Web-{3E46B6EF-CCF8-4550-9F25-9E8C3435D0A8}" dt="2025-08-02T14:49:07.793" v="126" actId="20577"/>
        <pc:sldMkLst>
          <pc:docMk/>
          <pc:sldMk cId="3486427165" sldId="2568"/>
        </pc:sldMkLst>
        <pc:spChg chg="mod">
          <ac:chgData name="Prince Chandapillai" userId="4fad049182ddc57b" providerId="Windows Live" clId="Web-{3E46B6EF-CCF8-4550-9F25-9E8C3435D0A8}" dt="2025-08-02T14:49:07.793" v="126" actId="20577"/>
          <ac:spMkLst>
            <pc:docMk/>
            <pc:sldMk cId="3486427165" sldId="2568"/>
            <ac:spMk id="5" creationId="{010A4ED0-EBC9-82A6-AFB8-F8565AF19878}"/>
          </ac:spMkLst>
        </pc:spChg>
        <pc:spChg chg="mod">
          <ac:chgData name="Prince Chandapillai" userId="4fad049182ddc57b" providerId="Windows Live" clId="Web-{3E46B6EF-CCF8-4550-9F25-9E8C3435D0A8}" dt="2025-08-02T14:47:17.832" v="11" actId="20577"/>
          <ac:spMkLst>
            <pc:docMk/>
            <pc:sldMk cId="3486427165" sldId="2568"/>
            <ac:spMk id="10" creationId="{83295A22-6348-FD0A-2C39-2CF55F3F052E}"/>
          </ac:spMkLst>
        </pc:spChg>
      </pc:sldChg>
    </pc:docChg>
  </pc:docChgLst>
  <pc:docChgLst>
    <pc:chgData name="Guest User" providerId="Windows Live" clId="Web-{0C5CEA9F-B121-4BF7-9782-C568B12237AF}"/>
    <pc:docChg chg="addSld modSld">
      <pc:chgData name="Guest User" userId="" providerId="Windows Live" clId="Web-{0C5CEA9F-B121-4BF7-9782-C568B12237AF}" dt="2025-08-02T14:41:18.053" v="87" actId="20577"/>
      <pc:docMkLst>
        <pc:docMk/>
      </pc:docMkLst>
      <pc:sldChg chg="modSp">
        <pc:chgData name="Guest User" userId="" providerId="Windows Live" clId="Web-{0C5CEA9F-B121-4BF7-9782-C568B12237AF}" dt="2025-08-02T14:21:12.595" v="36" actId="20577"/>
        <pc:sldMkLst>
          <pc:docMk/>
          <pc:sldMk cId="3780779953" sldId="2228"/>
        </pc:sldMkLst>
        <pc:spChg chg="mod">
          <ac:chgData name="Guest User" userId="" providerId="Windows Live" clId="Web-{0C5CEA9F-B121-4BF7-9782-C568B12237AF}" dt="2025-08-02T14:15:11.446" v="1" actId="20577"/>
          <ac:spMkLst>
            <pc:docMk/>
            <pc:sldMk cId="3780779953" sldId="2228"/>
            <ac:spMk id="2" creationId="{28119393-2E07-9BA8-3601-874709AD6190}"/>
          </ac:spMkLst>
        </pc:spChg>
        <pc:spChg chg="mod">
          <ac:chgData name="Guest User" userId="" providerId="Windows Live" clId="Web-{0C5CEA9F-B121-4BF7-9782-C568B12237AF}" dt="2025-08-02T14:21:12.595" v="36" actId="20577"/>
          <ac:spMkLst>
            <pc:docMk/>
            <pc:sldMk cId="3780779953" sldId="2228"/>
            <ac:spMk id="4" creationId="{E384F7B6-9E31-10FC-E2D5-95C9D46485E8}"/>
          </ac:spMkLst>
        </pc:spChg>
      </pc:sldChg>
      <pc:sldChg chg="modSp add replId">
        <pc:chgData name="Guest User" userId="" providerId="Windows Live" clId="Web-{0C5CEA9F-B121-4BF7-9782-C568B12237AF}" dt="2025-08-02T14:41:18.053" v="87" actId="20577"/>
        <pc:sldMkLst>
          <pc:docMk/>
          <pc:sldMk cId="3906018364" sldId="2567"/>
        </pc:sldMkLst>
        <pc:spChg chg="mod">
          <ac:chgData name="Guest User" userId="" providerId="Windows Live" clId="Web-{0C5CEA9F-B121-4BF7-9782-C568B12237AF}" dt="2025-08-02T14:33:15.154" v="82" actId="20577"/>
          <ac:spMkLst>
            <pc:docMk/>
            <pc:sldMk cId="3906018364" sldId="2567"/>
            <ac:spMk id="2" creationId="{E7454894-30A7-BE84-F4A6-5FB15EABD16F}"/>
          </ac:spMkLst>
        </pc:spChg>
        <pc:spChg chg="mod">
          <ac:chgData name="Guest User" userId="" providerId="Windows Live" clId="Web-{0C5CEA9F-B121-4BF7-9782-C568B12237AF}" dt="2025-08-02T14:21:47.752" v="39" actId="20577"/>
          <ac:spMkLst>
            <pc:docMk/>
            <pc:sldMk cId="3906018364" sldId="2567"/>
            <ac:spMk id="4" creationId="{7BCCAF4F-E769-ADE5-3F85-C338E12CFC36}"/>
          </ac:spMkLst>
        </pc:spChg>
        <pc:spChg chg="mod">
          <ac:chgData name="Guest User" userId="" providerId="Windows Live" clId="Web-{0C5CEA9F-B121-4BF7-9782-C568B12237AF}" dt="2025-08-02T14:41:18.053" v="87" actId="20577"/>
          <ac:spMkLst>
            <pc:docMk/>
            <pc:sldMk cId="3906018364" sldId="2567"/>
            <ac:spMk id="5" creationId="{20E13421-03EA-D4BA-28EA-ED4300CA9D40}"/>
          </ac:spMkLst>
        </pc:spChg>
        <pc:spChg chg="mod">
          <ac:chgData name="Guest User" userId="" providerId="Windows Live" clId="Web-{0C5CEA9F-B121-4BF7-9782-C568B12237AF}" dt="2025-08-02T14:21:07.517" v="35" actId="20577"/>
          <ac:spMkLst>
            <pc:docMk/>
            <pc:sldMk cId="3906018364" sldId="2567"/>
            <ac:spMk id="10" creationId="{CBA9AE97-D145-29F8-3DC7-3AF828736F7E}"/>
          </ac:spMkLst>
        </pc:spChg>
      </pc:sldChg>
      <pc:sldChg chg="modSp add replId">
        <pc:chgData name="Guest User" userId="" providerId="Windows Live" clId="Web-{0C5CEA9F-B121-4BF7-9782-C568B12237AF}" dt="2025-08-02T14:36:41.627" v="85" actId="20577"/>
        <pc:sldMkLst>
          <pc:docMk/>
          <pc:sldMk cId="3486427165" sldId="2568"/>
        </pc:sldMkLst>
        <pc:spChg chg="mod">
          <ac:chgData name="Guest User" userId="" providerId="Windows Live" clId="Web-{0C5CEA9F-B121-4BF7-9782-C568B12237AF}" dt="2025-08-02T14:36:41.627" v="85" actId="20577"/>
          <ac:spMkLst>
            <pc:docMk/>
            <pc:sldMk cId="3486427165" sldId="2568"/>
            <ac:spMk id="2" creationId="{E1651BA9-8D69-E393-964E-C7A5B1141668}"/>
          </ac:spMkLst>
        </pc:spChg>
        <pc:spChg chg="mod">
          <ac:chgData name="Guest User" userId="" providerId="Windows Live" clId="Web-{0C5CEA9F-B121-4BF7-9782-C568B12237AF}" dt="2025-08-02T14:24:43.836" v="71" actId="20577"/>
          <ac:spMkLst>
            <pc:docMk/>
            <pc:sldMk cId="3486427165" sldId="2568"/>
            <ac:spMk id="4" creationId="{DBA683A8-8266-E424-81C7-A996D41055C8}"/>
          </ac:spMkLst>
        </pc:spChg>
        <pc:spChg chg="mod">
          <ac:chgData name="Guest User" userId="" providerId="Windows Live" clId="Web-{0C5CEA9F-B121-4BF7-9782-C568B12237AF}" dt="2025-08-02T14:26:25.421" v="80" actId="20577"/>
          <ac:spMkLst>
            <pc:docMk/>
            <pc:sldMk cId="3486427165" sldId="2568"/>
            <ac:spMk id="5" creationId="{010A4ED0-EBC9-82A6-AFB8-F8565AF19878}"/>
          </ac:spMkLst>
        </pc:spChg>
        <pc:spChg chg="mod">
          <ac:chgData name="Guest User" userId="" providerId="Windows Live" clId="Web-{0C5CEA9F-B121-4BF7-9782-C568B12237AF}" dt="2025-08-02T14:24:38.007" v="69" actId="20577"/>
          <ac:spMkLst>
            <pc:docMk/>
            <pc:sldMk cId="3486427165" sldId="2568"/>
            <ac:spMk id="10" creationId="{83295A22-6348-FD0A-2C39-2CF55F3F052E}"/>
          </ac:spMkLst>
        </pc:spChg>
      </pc:sldChg>
    </pc:docChg>
  </pc:docChgLst>
  <pc:docChgLst>
    <pc:chgData name="Guest User" providerId="Windows Live" clId="Web-{42FAD6B6-00C1-406A-A6CD-470F2AFFD6BE}"/>
    <pc:docChg chg="delSld modSld">
      <pc:chgData name="Guest User" userId="" providerId="Windows Live" clId="Web-{42FAD6B6-00C1-406A-A6CD-470F2AFFD6BE}" dt="2025-08-01T09:18:59.565" v="18"/>
      <pc:docMkLst>
        <pc:docMk/>
      </pc:docMkLst>
      <pc:sldChg chg="addSp delSp modSp">
        <pc:chgData name="Guest User" userId="" providerId="Windows Live" clId="Web-{42FAD6B6-00C1-406A-A6CD-470F2AFFD6BE}" dt="2025-08-01T09:18:41.189" v="17"/>
        <pc:sldMkLst>
          <pc:docMk/>
          <pc:sldMk cId="1922933263" sldId="1114"/>
        </pc:sldMkLst>
        <pc:spChg chg="add del mod">
          <ac:chgData name="Guest User" userId="" providerId="Windows Live" clId="Web-{42FAD6B6-00C1-406A-A6CD-470F2AFFD6BE}" dt="2025-08-01T09:18:41.189" v="17"/>
          <ac:spMkLst>
            <pc:docMk/>
            <pc:sldMk cId="1922933263" sldId="1114"/>
            <ac:spMk id="3" creationId="{B6B9D365-93EE-7846-7F87-11C274D207CB}"/>
          </ac:spMkLst>
        </pc:spChg>
        <pc:spChg chg="mod">
          <ac:chgData name="Guest User" userId="" providerId="Windows Live" clId="Web-{42FAD6B6-00C1-406A-A6CD-470F2AFFD6BE}" dt="2025-08-01T09:18:34.673" v="16" actId="20577"/>
          <ac:spMkLst>
            <pc:docMk/>
            <pc:sldMk cId="1922933263" sldId="1114"/>
            <ac:spMk id="9" creationId="{22CF0560-3F22-41A3-82CC-2D2BAD840D7B}"/>
          </ac:spMkLst>
        </pc:spChg>
      </pc:sldChg>
      <pc:sldChg chg="del">
        <pc:chgData name="Guest User" userId="" providerId="Windows Live" clId="Web-{42FAD6B6-00C1-406A-A6CD-470F2AFFD6BE}" dt="2025-08-01T09:18:59.565" v="18"/>
        <pc:sldMkLst>
          <pc:docMk/>
          <pc:sldMk cId="2193089941" sldId="2537"/>
        </pc:sldMkLst>
      </pc:sldChg>
    </pc:docChg>
  </pc:docChgLst>
  <pc:docChgLst>
    <pc:chgData name="Guest User" providerId="Windows Live" clId="Web-{E4481CB7-0352-4646-B6EF-E66E507550C1}"/>
    <pc:docChg chg="addSld delSld modSld sldOrd">
      <pc:chgData name="Guest User" userId="" providerId="Windows Live" clId="Web-{E4481CB7-0352-4646-B6EF-E66E507550C1}" dt="2025-08-01T09:14:19.274" v="875" actId="20577"/>
      <pc:docMkLst>
        <pc:docMk/>
      </pc:docMkLst>
      <pc:sldChg chg="modSp">
        <pc:chgData name="Guest User" userId="" providerId="Windows Live" clId="Web-{E4481CB7-0352-4646-B6EF-E66E507550C1}" dt="2025-08-01T08:56:41.357" v="735" actId="20577"/>
        <pc:sldMkLst>
          <pc:docMk/>
          <pc:sldMk cId="178564752" sldId="309"/>
        </pc:sldMkLst>
        <pc:spChg chg="mod">
          <ac:chgData name="Guest User" userId="" providerId="Windows Live" clId="Web-{E4481CB7-0352-4646-B6EF-E66E507550C1}" dt="2025-08-01T08:56:41.357" v="735" actId="20577"/>
          <ac:spMkLst>
            <pc:docMk/>
            <pc:sldMk cId="178564752" sldId="309"/>
            <ac:spMk id="5" creationId="{B1ECC087-A2F1-2A9F-86D9-4AC1489DFEF5}"/>
          </ac:spMkLst>
        </pc:spChg>
        <pc:spChg chg="mod">
          <ac:chgData name="Guest User" userId="" providerId="Windows Live" clId="Web-{E4481CB7-0352-4646-B6EF-E66E507550C1}" dt="2025-08-01T08:54:57.368" v="731" actId="14100"/>
          <ac:spMkLst>
            <pc:docMk/>
            <pc:sldMk cId="178564752" sldId="309"/>
            <ac:spMk id="11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0:29.111" v="324" actId="1076"/>
        <pc:sldMkLst>
          <pc:docMk/>
          <pc:sldMk cId="996924738" sldId="528"/>
        </pc:sldMkLst>
        <pc:spChg chg="mod">
          <ac:chgData name="Guest User" userId="" providerId="Windows Live" clId="Web-{E4481CB7-0352-4646-B6EF-E66E507550C1}" dt="2025-08-01T02:50:17.861" v="323" actId="20577"/>
          <ac:spMkLst>
            <pc:docMk/>
            <pc:sldMk cId="996924738" sldId="528"/>
            <ac:spMk id="8" creationId="{00000000-0000-0000-0000-000000000000}"/>
          </ac:spMkLst>
        </pc:spChg>
        <pc:spChg chg="mod">
          <ac:chgData name="Guest User" userId="" providerId="Windows Live" clId="Web-{E4481CB7-0352-4646-B6EF-E66E507550C1}" dt="2025-08-01T02:50:29.111" v="324" actId="1076"/>
          <ac:spMkLst>
            <pc:docMk/>
            <pc:sldMk cId="996924738" sldId="528"/>
            <ac:spMk id="10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1:14.815" v="334" actId="20577"/>
        <pc:sldMkLst>
          <pc:docMk/>
          <pc:sldMk cId="1209821104" sldId="529"/>
        </pc:sldMkLst>
        <pc:spChg chg="mod">
          <ac:chgData name="Guest User" userId="" providerId="Windows Live" clId="Web-{E4481CB7-0352-4646-B6EF-E66E507550C1}" dt="2025-08-01T02:51:14.815" v="334" actId="20577"/>
          <ac:spMkLst>
            <pc:docMk/>
            <pc:sldMk cId="1209821104" sldId="529"/>
            <ac:spMk id="8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1:01.721" v="332" actId="20577"/>
        <pc:sldMkLst>
          <pc:docMk/>
          <pc:sldMk cId="3250654333" sldId="530"/>
        </pc:sldMkLst>
        <pc:spChg chg="mod">
          <ac:chgData name="Guest User" userId="" providerId="Windows Live" clId="Web-{E4481CB7-0352-4646-B6EF-E66E507550C1}" dt="2025-08-01T02:51:01.721" v="332" actId="20577"/>
          <ac:spMkLst>
            <pc:docMk/>
            <pc:sldMk cId="3250654333" sldId="530"/>
            <ac:spMk id="7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1:33.534" v="337" actId="20577"/>
        <pc:sldMkLst>
          <pc:docMk/>
          <pc:sldMk cId="4228325932" sldId="531"/>
        </pc:sldMkLst>
        <pc:spChg chg="mod">
          <ac:chgData name="Guest User" userId="" providerId="Windows Live" clId="Web-{E4481CB7-0352-4646-B6EF-E66E507550C1}" dt="2025-08-01T02:51:33.534" v="337" actId="20577"/>
          <ac:spMkLst>
            <pc:docMk/>
            <pc:sldMk cId="4228325932" sldId="531"/>
            <ac:spMk id="8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1:45.067" v="340" actId="20577"/>
        <pc:sldMkLst>
          <pc:docMk/>
          <pc:sldMk cId="571754151" sldId="532"/>
        </pc:sldMkLst>
        <pc:spChg chg="mod">
          <ac:chgData name="Guest User" userId="" providerId="Windows Live" clId="Web-{E4481CB7-0352-4646-B6EF-E66E507550C1}" dt="2025-08-01T02:51:45.067" v="340" actId="20577"/>
          <ac:spMkLst>
            <pc:docMk/>
            <pc:sldMk cId="571754151" sldId="532"/>
            <ac:spMk id="7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2:01.834" v="343" actId="20577"/>
        <pc:sldMkLst>
          <pc:docMk/>
          <pc:sldMk cId="43598325" sldId="533"/>
        </pc:sldMkLst>
        <pc:spChg chg="mod">
          <ac:chgData name="Guest User" userId="" providerId="Windows Live" clId="Web-{E4481CB7-0352-4646-B6EF-E66E507550C1}" dt="2025-08-01T02:52:01.834" v="343" actId="20577"/>
          <ac:spMkLst>
            <pc:docMk/>
            <pc:sldMk cId="43598325" sldId="533"/>
            <ac:spMk id="8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2:18.196" v="346" actId="20577"/>
        <pc:sldMkLst>
          <pc:docMk/>
          <pc:sldMk cId="1015956353" sldId="534"/>
        </pc:sldMkLst>
        <pc:spChg chg="mod">
          <ac:chgData name="Guest User" userId="" providerId="Windows Live" clId="Web-{E4481CB7-0352-4646-B6EF-E66E507550C1}" dt="2025-08-01T02:52:18.196" v="346" actId="20577"/>
          <ac:spMkLst>
            <pc:docMk/>
            <pc:sldMk cId="1015956353" sldId="534"/>
            <ac:spMk id="7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2:35.276" v="349" actId="20577"/>
        <pc:sldMkLst>
          <pc:docMk/>
          <pc:sldMk cId="108644054" sldId="535"/>
        </pc:sldMkLst>
        <pc:spChg chg="mod">
          <ac:chgData name="Guest User" userId="" providerId="Windows Live" clId="Web-{E4481CB7-0352-4646-B6EF-E66E507550C1}" dt="2025-08-01T02:52:35.276" v="349" actId="20577"/>
          <ac:spMkLst>
            <pc:docMk/>
            <pc:sldMk cId="108644054" sldId="535"/>
            <ac:spMk id="8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2:52:48.480" v="352" actId="20577"/>
        <pc:sldMkLst>
          <pc:docMk/>
          <pc:sldMk cId="421783662" sldId="536"/>
        </pc:sldMkLst>
        <pc:spChg chg="mod">
          <ac:chgData name="Guest User" userId="" providerId="Windows Live" clId="Web-{E4481CB7-0352-4646-B6EF-E66E507550C1}" dt="2025-08-01T02:52:48.480" v="352" actId="20577"/>
          <ac:spMkLst>
            <pc:docMk/>
            <pc:sldMk cId="421783662" sldId="536"/>
            <ac:spMk id="7" creationId="{00000000-0000-0000-0000-000000000000}"/>
          </ac:spMkLst>
        </pc:spChg>
      </pc:sldChg>
      <pc:sldChg chg="modSp">
        <pc:chgData name="Guest User" userId="" providerId="Windows Live" clId="Web-{E4481CB7-0352-4646-B6EF-E66E507550C1}" dt="2025-08-01T08:27:51.920" v="578" actId="1076"/>
        <pc:sldMkLst>
          <pc:docMk/>
          <pc:sldMk cId="3840289386" sldId="848"/>
        </pc:sldMkLst>
        <pc:spChg chg="mod">
          <ac:chgData name="Guest User" userId="" providerId="Windows Live" clId="Web-{E4481CB7-0352-4646-B6EF-E66E507550C1}" dt="2025-08-01T08:27:51.920" v="578" actId="1076"/>
          <ac:spMkLst>
            <pc:docMk/>
            <pc:sldMk cId="3840289386" sldId="848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27:45.498" v="577" actId="1076"/>
          <ac:spMkLst>
            <pc:docMk/>
            <pc:sldMk cId="3840289386" sldId="848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28:15.358" v="580" actId="1076"/>
        <pc:sldMkLst>
          <pc:docMk/>
          <pc:sldMk cId="2130905988" sldId="849"/>
        </pc:sldMkLst>
        <pc:spChg chg="mod">
          <ac:chgData name="Guest User" userId="" providerId="Windows Live" clId="Web-{E4481CB7-0352-4646-B6EF-E66E507550C1}" dt="2025-08-01T08:28:15.358" v="580" actId="1076"/>
          <ac:spMkLst>
            <pc:docMk/>
            <pc:sldMk cId="2130905988" sldId="849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28:04.249" v="579" actId="1076"/>
          <ac:spMkLst>
            <pc:docMk/>
            <pc:sldMk cId="2130905988" sldId="849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28:35.624" v="582" actId="1076"/>
        <pc:sldMkLst>
          <pc:docMk/>
          <pc:sldMk cId="120360577" sldId="850"/>
        </pc:sldMkLst>
        <pc:spChg chg="mod">
          <ac:chgData name="Guest User" userId="" providerId="Windows Live" clId="Web-{E4481CB7-0352-4646-B6EF-E66E507550C1}" dt="2025-08-01T08:28:35.624" v="582" actId="1076"/>
          <ac:spMkLst>
            <pc:docMk/>
            <pc:sldMk cId="120360577" sldId="850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28:29.327" v="581" actId="1076"/>
          <ac:spMkLst>
            <pc:docMk/>
            <pc:sldMk cId="120360577" sldId="850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29:35.203" v="590" actId="1076"/>
        <pc:sldMkLst>
          <pc:docMk/>
          <pc:sldMk cId="482766465" sldId="851"/>
        </pc:sldMkLst>
        <pc:spChg chg="mod">
          <ac:chgData name="Guest User" userId="" providerId="Windows Live" clId="Web-{E4481CB7-0352-4646-B6EF-E66E507550C1}" dt="2025-08-01T08:29:35.203" v="590" actId="1076"/>
          <ac:spMkLst>
            <pc:docMk/>
            <pc:sldMk cId="482766465" sldId="851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29:27.813" v="589" actId="1076"/>
          <ac:spMkLst>
            <pc:docMk/>
            <pc:sldMk cId="482766465" sldId="851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31:03.954" v="604" actId="1076"/>
        <pc:sldMkLst>
          <pc:docMk/>
          <pc:sldMk cId="3305385266" sldId="852"/>
        </pc:sldMkLst>
        <pc:spChg chg="mod">
          <ac:chgData name="Guest User" userId="" providerId="Windows Live" clId="Web-{E4481CB7-0352-4646-B6EF-E66E507550C1}" dt="2025-08-01T08:31:03.954" v="604" actId="1076"/>
          <ac:spMkLst>
            <pc:docMk/>
            <pc:sldMk cId="3305385266" sldId="852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30:57.470" v="603" actId="1076"/>
          <ac:spMkLst>
            <pc:docMk/>
            <pc:sldMk cId="3305385266" sldId="852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33:37.840" v="629" actId="20577"/>
        <pc:sldMkLst>
          <pc:docMk/>
          <pc:sldMk cId="1093981366" sldId="853"/>
        </pc:sldMkLst>
        <pc:spChg chg="mod">
          <ac:chgData name="Guest User" userId="" providerId="Windows Live" clId="Web-{E4481CB7-0352-4646-B6EF-E66E507550C1}" dt="2025-08-01T08:31:19.845" v="606" actId="1076"/>
          <ac:spMkLst>
            <pc:docMk/>
            <pc:sldMk cId="1093981366" sldId="853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33:37.840" v="629" actId="20577"/>
          <ac:spMkLst>
            <pc:docMk/>
            <pc:sldMk cId="1093981366" sldId="853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33:20.838" v="627" actId="1076"/>
        <pc:sldMkLst>
          <pc:docMk/>
          <pc:sldMk cId="405111269" sldId="854"/>
        </pc:sldMkLst>
        <pc:spChg chg="mod">
          <ac:chgData name="Guest User" userId="" providerId="Windows Live" clId="Web-{E4481CB7-0352-4646-B6EF-E66E507550C1}" dt="2025-08-01T08:33:20.838" v="627" actId="1076"/>
          <ac:spMkLst>
            <pc:docMk/>
            <pc:sldMk cId="405111269" sldId="854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33:12.868" v="626" actId="20577"/>
          <ac:spMkLst>
            <pc:docMk/>
            <pc:sldMk cId="405111269" sldId="854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8:31:50.627" v="612" actId="20577"/>
        <pc:sldMkLst>
          <pc:docMk/>
          <pc:sldMk cId="3039154516" sldId="855"/>
        </pc:sldMkLst>
        <pc:spChg chg="mod">
          <ac:chgData name="Guest User" userId="" providerId="Windows Live" clId="Web-{E4481CB7-0352-4646-B6EF-E66E507550C1}" dt="2025-08-01T08:31:40.955" v="610" actId="1076"/>
          <ac:spMkLst>
            <pc:docMk/>
            <pc:sldMk cId="3039154516" sldId="855"/>
            <ac:spMk id="10" creationId="{B59A55C3-6162-42A2-B11B-78D558091B4A}"/>
          </ac:spMkLst>
        </pc:spChg>
        <pc:spChg chg="mod">
          <ac:chgData name="Guest User" userId="" providerId="Windows Live" clId="Web-{E4481CB7-0352-4646-B6EF-E66E507550C1}" dt="2025-08-01T08:31:50.627" v="612" actId="20577"/>
          <ac:spMkLst>
            <pc:docMk/>
            <pc:sldMk cId="3039154516" sldId="855"/>
            <ac:spMk id="11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1:51:17.367" v="47" actId="20577"/>
        <pc:sldMkLst>
          <pc:docMk/>
          <pc:sldMk cId="347759732" sldId="952"/>
        </pc:sldMkLst>
        <pc:spChg chg="mod">
          <ac:chgData name="Guest User" userId="" providerId="Windows Live" clId="Web-{E4481CB7-0352-4646-B6EF-E66E507550C1}" dt="2025-08-01T01:51:17.367" v="47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addSp delSp modSp">
        <pc:chgData name="Guest User" userId="" providerId="Windows Live" clId="Web-{E4481CB7-0352-4646-B6EF-E66E507550C1}" dt="2025-08-01T09:08:13.067" v="837" actId="20577"/>
        <pc:sldMkLst>
          <pc:docMk/>
          <pc:sldMk cId="1922933263" sldId="1114"/>
        </pc:sldMkLst>
        <pc:spChg chg="add del mod">
          <ac:chgData name="Guest User" userId="" providerId="Windows Live" clId="Web-{E4481CB7-0352-4646-B6EF-E66E507550C1}" dt="2025-08-01T09:00:31.441" v="756"/>
          <ac:spMkLst>
            <pc:docMk/>
            <pc:sldMk cId="1922933263" sldId="1114"/>
            <ac:spMk id="2" creationId="{0158843C-AC0D-B7E9-224C-B99AF59D8859}"/>
          </ac:spMkLst>
        </pc:spChg>
        <pc:spChg chg="add del mod">
          <ac:chgData name="Guest User" userId="" providerId="Windows Live" clId="Web-{E4481CB7-0352-4646-B6EF-E66E507550C1}" dt="2025-08-01T09:01:22.942" v="764"/>
          <ac:spMkLst>
            <pc:docMk/>
            <pc:sldMk cId="1922933263" sldId="1114"/>
            <ac:spMk id="3" creationId="{F9D99681-3E8C-FACD-4F45-DC33A0A81DD3}"/>
          </ac:spMkLst>
        </pc:spChg>
        <pc:spChg chg="mod">
          <ac:chgData name="Guest User" userId="" providerId="Windows Live" clId="Web-{E4481CB7-0352-4646-B6EF-E66E507550C1}" dt="2025-08-01T09:02:08.474" v="781" actId="20577"/>
          <ac:spMkLst>
            <pc:docMk/>
            <pc:sldMk cId="1922933263" sldId="1114"/>
            <ac:spMk id="6" creationId="{B59A55C3-6162-42A2-B11B-78D558091B4A}"/>
          </ac:spMkLst>
        </pc:spChg>
        <pc:spChg chg="mod">
          <ac:chgData name="Guest User" userId="" providerId="Windows Live" clId="Web-{E4481CB7-0352-4646-B6EF-E66E507550C1}" dt="2025-08-01T09:08:13.067" v="837" actId="20577"/>
          <ac:spMkLst>
            <pc:docMk/>
            <pc:sldMk cId="1922933263" sldId="1114"/>
            <ac:spMk id="9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9:10:12.045" v="851" actId="20577"/>
        <pc:sldMkLst>
          <pc:docMk/>
          <pc:sldMk cId="3426289556" sldId="1115"/>
        </pc:sldMkLst>
        <pc:spChg chg="mod">
          <ac:chgData name="Guest User" userId="" providerId="Windows Live" clId="Web-{E4481CB7-0352-4646-B6EF-E66E507550C1}" dt="2025-08-01T09:10:12.045" v="851" actId="20577"/>
          <ac:spMkLst>
            <pc:docMk/>
            <pc:sldMk cId="3426289556" sldId="1115"/>
            <ac:spMk id="9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9:12:10.332" v="860" actId="20577"/>
        <pc:sldMkLst>
          <pc:docMk/>
          <pc:sldMk cId="2184806370" sldId="1117"/>
        </pc:sldMkLst>
        <pc:spChg chg="mod">
          <ac:chgData name="Guest User" userId="" providerId="Windows Live" clId="Web-{E4481CB7-0352-4646-B6EF-E66E507550C1}" dt="2025-08-01T09:11:26.580" v="857" actId="20577"/>
          <ac:spMkLst>
            <pc:docMk/>
            <pc:sldMk cId="2184806370" sldId="1117"/>
            <ac:spMk id="6" creationId="{B59A55C3-6162-42A2-B11B-78D558091B4A}"/>
          </ac:spMkLst>
        </pc:spChg>
        <pc:spChg chg="mod">
          <ac:chgData name="Guest User" userId="" providerId="Windows Live" clId="Web-{E4481CB7-0352-4646-B6EF-E66E507550C1}" dt="2025-08-01T09:10:36.343" v="853" actId="20577"/>
          <ac:spMkLst>
            <pc:docMk/>
            <pc:sldMk cId="2184806370" sldId="1117"/>
            <ac:spMk id="9" creationId="{22CF0560-3F22-41A3-82CC-2D2BAD840D7B}"/>
          </ac:spMkLst>
        </pc:spChg>
        <pc:spChg chg="mod">
          <ac:chgData name="Guest User" userId="" providerId="Windows Live" clId="Web-{E4481CB7-0352-4646-B6EF-E66E507550C1}" dt="2025-08-01T09:12:10.332" v="860" actId="20577"/>
          <ac:spMkLst>
            <pc:docMk/>
            <pc:sldMk cId="2184806370" sldId="1117"/>
            <ac:spMk id="10" creationId="{9A3534C8-09B1-479C-AA3A-056AC0614F65}"/>
          </ac:spMkLst>
        </pc:spChg>
      </pc:sldChg>
      <pc:sldChg chg="modSp">
        <pc:chgData name="Guest User" userId="" providerId="Windows Live" clId="Web-{E4481CB7-0352-4646-B6EF-E66E507550C1}" dt="2025-08-01T09:07:31.532" v="832" actId="20577"/>
        <pc:sldMkLst>
          <pc:docMk/>
          <pc:sldMk cId="1011801760" sldId="1119"/>
        </pc:sldMkLst>
        <pc:spChg chg="mod">
          <ac:chgData name="Guest User" userId="" providerId="Windows Live" clId="Web-{E4481CB7-0352-4646-B6EF-E66E507550C1}" dt="2025-08-01T09:07:31.532" v="832" actId="20577"/>
          <ac:spMkLst>
            <pc:docMk/>
            <pc:sldMk cId="1011801760" sldId="1119"/>
            <ac:spMk id="6" creationId="{B59A55C3-6162-42A2-B11B-78D558091B4A}"/>
          </ac:spMkLst>
        </pc:spChg>
        <pc:spChg chg="mod">
          <ac:chgData name="Guest User" userId="" providerId="Windows Live" clId="Web-{E4481CB7-0352-4646-B6EF-E66E507550C1}" dt="2025-08-01T09:06:06.368" v="825" actId="1076"/>
          <ac:spMkLst>
            <pc:docMk/>
            <pc:sldMk cId="1011801760" sldId="1119"/>
            <ac:spMk id="9" creationId="{22CF0560-3F22-41A3-82CC-2D2BAD840D7B}"/>
          </ac:spMkLst>
        </pc:spChg>
      </pc:sldChg>
      <pc:sldChg chg="modSp">
        <pc:chgData name="Guest User" userId="" providerId="Windows Live" clId="Web-{E4481CB7-0352-4646-B6EF-E66E507550C1}" dt="2025-08-01T02:50:38.689" v="326" actId="20577"/>
        <pc:sldMkLst>
          <pc:docMk/>
          <pc:sldMk cId="1640369384" sldId="1121"/>
        </pc:sldMkLst>
        <pc:spChg chg="mod">
          <ac:chgData name="Guest User" userId="" providerId="Windows Live" clId="Web-{E4481CB7-0352-4646-B6EF-E66E507550C1}" dt="2025-08-01T02:50:38.689" v="326" actId="20577"/>
          <ac:spMkLst>
            <pc:docMk/>
            <pc:sldMk cId="1640369384" sldId="1121"/>
            <ac:spMk id="7" creationId="{00000000-0000-0000-0000-000000000000}"/>
          </ac:spMkLst>
        </pc:spChg>
      </pc:sldChg>
      <pc:sldChg chg="addSp delSp modSp">
        <pc:chgData name="Guest User" userId="" providerId="Windows Live" clId="Web-{E4481CB7-0352-4646-B6EF-E66E507550C1}" dt="2025-08-01T02:34:16.132" v="251" actId="20577"/>
        <pc:sldMkLst>
          <pc:docMk/>
          <pc:sldMk cId="2430628198" sldId="1888"/>
        </pc:sldMkLst>
        <pc:spChg chg="mod">
          <ac:chgData name="Guest User" userId="" providerId="Windows Live" clId="Web-{E4481CB7-0352-4646-B6EF-E66E507550C1}" dt="2025-08-01T02:34:16.132" v="251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Guest User" userId="" providerId="Windows Live" clId="Web-{E4481CB7-0352-4646-B6EF-E66E507550C1}" dt="2025-08-01T02:32:50.881" v="248" actId="1076"/>
          <ac:spMkLst>
            <pc:docMk/>
            <pc:sldMk cId="2430628198" sldId="1888"/>
            <ac:spMk id="4" creationId="{F55C0027-7B95-D15E-FF72-BE5EC6C04B0E}"/>
          </ac:spMkLst>
        </pc:spChg>
        <pc:spChg chg="del mod">
          <ac:chgData name="Guest User" userId="" providerId="Windows Live" clId="Web-{E4481CB7-0352-4646-B6EF-E66E507550C1}" dt="2025-08-01T02:28:52.534" v="215"/>
          <ac:spMkLst>
            <pc:docMk/>
            <pc:sldMk cId="2430628198" sldId="1888"/>
            <ac:spMk id="5" creationId="{A199DB9F-6214-A324-8D8E-1FC083C11011}"/>
          </ac:spMkLst>
        </pc:spChg>
        <pc:spChg chg="add mod">
          <ac:chgData name="Guest User" userId="" providerId="Windows Live" clId="Web-{E4481CB7-0352-4646-B6EF-E66E507550C1}" dt="2025-08-01T02:32:54.647" v="249" actId="1076"/>
          <ac:spMkLst>
            <pc:docMk/>
            <pc:sldMk cId="2430628198" sldId="1888"/>
            <ac:spMk id="6" creationId="{05910A4F-B842-1063-B538-A5D4E268884D}"/>
          </ac:spMkLst>
        </pc:spChg>
      </pc:sldChg>
      <pc:sldChg chg="modSp">
        <pc:chgData name="Guest User" userId="" providerId="Windows Live" clId="Web-{E4481CB7-0352-4646-B6EF-E66E507550C1}" dt="2025-08-01T02:47:35.452" v="302" actId="20577"/>
        <pc:sldMkLst>
          <pc:docMk/>
          <pc:sldMk cId="4046410781" sldId="2127"/>
        </pc:sldMkLst>
        <pc:spChg chg="mod">
          <ac:chgData name="Guest User" userId="" providerId="Windows Live" clId="Web-{E4481CB7-0352-4646-B6EF-E66E507550C1}" dt="2025-08-01T02:47:35.452" v="302" actId="20577"/>
          <ac:spMkLst>
            <pc:docMk/>
            <pc:sldMk cId="4046410781" sldId="2127"/>
            <ac:spMk id="12" creationId="{68F1D7EB-0773-4AEA-08EA-3371F7148245}"/>
          </ac:spMkLst>
        </pc:spChg>
      </pc:sldChg>
      <pc:sldChg chg="modSp">
        <pc:chgData name="Guest User" userId="" providerId="Windows Live" clId="Web-{E4481CB7-0352-4646-B6EF-E66E507550C1}" dt="2025-08-01T02:47:45.046" v="304" actId="20577"/>
        <pc:sldMkLst>
          <pc:docMk/>
          <pc:sldMk cId="1278113787" sldId="2128"/>
        </pc:sldMkLst>
        <pc:spChg chg="mod">
          <ac:chgData name="Guest User" userId="" providerId="Windows Live" clId="Web-{E4481CB7-0352-4646-B6EF-E66E507550C1}" dt="2025-08-01T02:47:45.046" v="304" actId="20577"/>
          <ac:spMkLst>
            <pc:docMk/>
            <pc:sldMk cId="1278113787" sldId="2128"/>
            <ac:spMk id="12" creationId="{88F4B2BD-87D6-30F3-4DE9-508D01EF9A25}"/>
          </ac:spMkLst>
        </pc:spChg>
      </pc:sldChg>
      <pc:sldChg chg="modSp">
        <pc:chgData name="Guest User" userId="" providerId="Windows Live" clId="Web-{E4481CB7-0352-4646-B6EF-E66E507550C1}" dt="2025-08-01T02:47:53.390" v="306" actId="20577"/>
        <pc:sldMkLst>
          <pc:docMk/>
          <pc:sldMk cId="616756977" sldId="2129"/>
        </pc:sldMkLst>
        <pc:spChg chg="mod">
          <ac:chgData name="Guest User" userId="" providerId="Windows Live" clId="Web-{E4481CB7-0352-4646-B6EF-E66E507550C1}" dt="2025-08-01T02:47:53.390" v="306" actId="20577"/>
          <ac:spMkLst>
            <pc:docMk/>
            <pc:sldMk cId="616756977" sldId="2129"/>
            <ac:spMk id="12" creationId="{518E15F4-4EE9-65FE-8644-BA65174FE0A0}"/>
          </ac:spMkLst>
        </pc:spChg>
      </pc:sldChg>
      <pc:sldChg chg="modSp">
        <pc:chgData name="Guest User" userId="" providerId="Windows Live" clId="Web-{E4481CB7-0352-4646-B6EF-E66E507550C1}" dt="2025-08-01T02:48:31.015" v="311" actId="20577"/>
        <pc:sldMkLst>
          <pc:docMk/>
          <pc:sldMk cId="3667561014" sldId="2130"/>
        </pc:sldMkLst>
        <pc:spChg chg="mod">
          <ac:chgData name="Guest User" userId="" providerId="Windows Live" clId="Web-{E4481CB7-0352-4646-B6EF-E66E507550C1}" dt="2025-08-01T02:48:31.015" v="311" actId="20577"/>
          <ac:spMkLst>
            <pc:docMk/>
            <pc:sldMk cId="3667561014" sldId="2130"/>
            <ac:spMk id="12" creationId="{C1585363-9F7B-619B-FF46-6702E813D77C}"/>
          </ac:spMkLst>
        </pc:spChg>
      </pc:sldChg>
      <pc:sldChg chg="modSp">
        <pc:chgData name="Guest User" userId="" providerId="Windows Live" clId="Web-{E4481CB7-0352-4646-B6EF-E66E507550C1}" dt="2025-08-01T02:48:45.766" v="313" actId="20577"/>
        <pc:sldMkLst>
          <pc:docMk/>
          <pc:sldMk cId="993827321" sldId="2131"/>
        </pc:sldMkLst>
        <pc:spChg chg="mod">
          <ac:chgData name="Guest User" userId="" providerId="Windows Live" clId="Web-{E4481CB7-0352-4646-B6EF-E66E507550C1}" dt="2025-08-01T02:48:45.766" v="313" actId="20577"/>
          <ac:spMkLst>
            <pc:docMk/>
            <pc:sldMk cId="993827321" sldId="2131"/>
            <ac:spMk id="12" creationId="{2F92463D-C8BA-5796-96F6-DACECDD6CF80}"/>
          </ac:spMkLst>
        </pc:spChg>
      </pc:sldChg>
      <pc:sldChg chg="modSp">
        <pc:chgData name="Guest User" userId="" providerId="Windows Live" clId="Web-{E4481CB7-0352-4646-B6EF-E66E507550C1}" dt="2025-08-01T02:48:57.156" v="315" actId="20577"/>
        <pc:sldMkLst>
          <pc:docMk/>
          <pc:sldMk cId="868127692" sldId="2132"/>
        </pc:sldMkLst>
        <pc:spChg chg="mod">
          <ac:chgData name="Guest User" userId="" providerId="Windows Live" clId="Web-{E4481CB7-0352-4646-B6EF-E66E507550C1}" dt="2025-08-01T02:48:57.156" v="315" actId="20577"/>
          <ac:spMkLst>
            <pc:docMk/>
            <pc:sldMk cId="868127692" sldId="2132"/>
            <ac:spMk id="12" creationId="{C8879947-17EC-DBBD-E6C1-6BD9DF27850C}"/>
          </ac:spMkLst>
        </pc:spChg>
      </pc:sldChg>
      <pc:sldChg chg="modSp">
        <pc:chgData name="Guest User" userId="" providerId="Windows Live" clId="Web-{E4481CB7-0352-4646-B6EF-E66E507550C1}" dt="2025-08-01T01:59:46.282" v="96" actId="20577"/>
        <pc:sldMkLst>
          <pc:docMk/>
          <pc:sldMk cId="3780779953" sldId="2228"/>
        </pc:sldMkLst>
        <pc:spChg chg="mod">
          <ac:chgData name="Guest User" userId="" providerId="Windows Live" clId="Web-{E4481CB7-0352-4646-B6EF-E66E507550C1}" dt="2025-08-01T01:58:08.359" v="84" actId="1076"/>
          <ac:spMkLst>
            <pc:docMk/>
            <pc:sldMk cId="3780779953" sldId="2228"/>
            <ac:spMk id="5" creationId="{38AA8282-5CF8-B618-8ED3-A8397EE553D9}"/>
          </ac:spMkLst>
        </pc:spChg>
        <pc:spChg chg="mod">
          <ac:chgData name="Guest User" userId="" providerId="Windows Live" clId="Web-{E4481CB7-0352-4646-B6EF-E66E507550C1}" dt="2025-08-01T01:59:46.282" v="96" actId="20577"/>
          <ac:spMkLst>
            <pc:docMk/>
            <pc:sldMk cId="3780779953" sldId="2228"/>
            <ac:spMk id="10" creationId="{E2C9521C-65DC-81F3-F15F-B71F644B15F7}"/>
          </ac:spMkLst>
        </pc:spChg>
      </pc:sldChg>
      <pc:sldChg chg="modSp">
        <pc:chgData name="Guest User" userId="" providerId="Windows Live" clId="Web-{E4481CB7-0352-4646-B6EF-E66E507550C1}" dt="2025-08-01T08:37:33.872" v="648" actId="20577"/>
        <pc:sldMkLst>
          <pc:docMk/>
          <pc:sldMk cId="3489297901" sldId="2231"/>
        </pc:sldMkLst>
        <pc:spChg chg="mod">
          <ac:chgData name="Guest User" userId="" providerId="Windows Live" clId="Web-{E4481CB7-0352-4646-B6EF-E66E507550C1}" dt="2025-08-01T08:37:33.872" v="648" actId="20577"/>
          <ac:spMkLst>
            <pc:docMk/>
            <pc:sldMk cId="3489297901" sldId="2231"/>
            <ac:spMk id="5" creationId="{3DD7E497-16E3-4D0B-D67F-B0783CD0DB3A}"/>
          </ac:spMkLst>
        </pc:spChg>
      </pc:sldChg>
      <pc:sldChg chg="modSp">
        <pc:chgData name="Guest User" userId="" providerId="Windows Live" clId="Web-{E4481CB7-0352-4646-B6EF-E66E507550C1}" dt="2025-08-01T02:47:17.577" v="300" actId="20577"/>
        <pc:sldMkLst>
          <pc:docMk/>
          <pc:sldMk cId="878737466" sldId="2529"/>
        </pc:sldMkLst>
        <pc:spChg chg="mod">
          <ac:chgData name="Guest User" userId="" providerId="Windows Live" clId="Web-{E4481CB7-0352-4646-B6EF-E66E507550C1}" dt="2025-08-01T02:47:17.577" v="300" actId="20577"/>
          <ac:spMkLst>
            <pc:docMk/>
            <pc:sldMk cId="878737466" sldId="2529"/>
            <ac:spMk id="12" creationId="{7905A2DF-1131-91B8-F9F4-29C2BA98F4E1}"/>
          </ac:spMkLst>
        </pc:spChg>
      </pc:sldChg>
      <pc:sldChg chg="modSp">
        <pc:chgData name="Guest User" userId="" providerId="Windows Live" clId="Web-{E4481CB7-0352-4646-B6EF-E66E507550C1}" dt="2025-08-01T02:04:09.789" v="115" actId="20577"/>
        <pc:sldMkLst>
          <pc:docMk/>
          <pc:sldMk cId="937874253" sldId="2532"/>
        </pc:sldMkLst>
        <pc:spChg chg="mod">
          <ac:chgData name="Guest User" userId="" providerId="Windows Live" clId="Web-{E4481CB7-0352-4646-B6EF-E66E507550C1}" dt="2025-08-01T02:04:09.789" v="115" actId="20577"/>
          <ac:spMkLst>
            <pc:docMk/>
            <pc:sldMk cId="937874253" sldId="2532"/>
            <ac:spMk id="3" creationId="{43F6199C-DC54-66EF-B9B4-045016E5D1C8}"/>
          </ac:spMkLst>
        </pc:spChg>
      </pc:sldChg>
      <pc:sldChg chg="modSp">
        <pc:chgData name="Guest User" userId="" providerId="Windows Live" clId="Web-{E4481CB7-0352-4646-B6EF-E66E507550C1}" dt="2025-08-01T02:03:51.178" v="110" actId="20577"/>
        <pc:sldMkLst>
          <pc:docMk/>
          <pc:sldMk cId="3833528310" sldId="2533"/>
        </pc:sldMkLst>
        <pc:spChg chg="mod">
          <ac:chgData name="Guest User" userId="" providerId="Windows Live" clId="Web-{E4481CB7-0352-4646-B6EF-E66E507550C1}" dt="2025-08-01T02:03:51.178" v="110" actId="20577"/>
          <ac:spMkLst>
            <pc:docMk/>
            <pc:sldMk cId="3833528310" sldId="2533"/>
            <ac:spMk id="3" creationId="{43B954FC-F59E-A29E-4A49-49B5611E0152}"/>
          </ac:spMkLst>
        </pc:spChg>
      </pc:sldChg>
      <pc:sldChg chg="modSp">
        <pc:chgData name="Guest User" userId="" providerId="Windows Live" clId="Web-{E4481CB7-0352-4646-B6EF-E66E507550C1}" dt="2025-08-01T02:04:22.868" v="117" actId="20577"/>
        <pc:sldMkLst>
          <pc:docMk/>
          <pc:sldMk cId="4132870420" sldId="2534"/>
        </pc:sldMkLst>
        <pc:spChg chg="mod">
          <ac:chgData name="Guest User" userId="" providerId="Windows Live" clId="Web-{E4481CB7-0352-4646-B6EF-E66E507550C1}" dt="2025-08-01T02:04:22.868" v="117" actId="20577"/>
          <ac:spMkLst>
            <pc:docMk/>
            <pc:sldMk cId="4132870420" sldId="2534"/>
            <ac:spMk id="3" creationId="{6FF0ACA4-2882-EDCE-A6F5-FDD7D2F9B1E0}"/>
          </ac:spMkLst>
        </pc:spChg>
      </pc:sldChg>
      <pc:sldChg chg="modSp">
        <pc:chgData name="Guest User" userId="" providerId="Windows Live" clId="Web-{E4481CB7-0352-4646-B6EF-E66E507550C1}" dt="2025-08-01T02:05:05.979" v="119" actId="20577"/>
        <pc:sldMkLst>
          <pc:docMk/>
          <pc:sldMk cId="2860845061" sldId="2535"/>
        </pc:sldMkLst>
        <pc:spChg chg="mod">
          <ac:chgData name="Guest User" userId="" providerId="Windows Live" clId="Web-{E4481CB7-0352-4646-B6EF-E66E507550C1}" dt="2025-08-01T02:05:05.979" v="119" actId="20577"/>
          <ac:spMkLst>
            <pc:docMk/>
            <pc:sldMk cId="2860845061" sldId="2535"/>
            <ac:spMk id="3" creationId="{7680250F-EB54-9933-03AC-C5E84A63B6A7}"/>
          </ac:spMkLst>
        </pc:spChg>
      </pc:sldChg>
      <pc:sldChg chg="ord">
        <pc:chgData name="Guest User" userId="" providerId="Windows Live" clId="Web-{E4481CB7-0352-4646-B6EF-E66E507550C1}" dt="2025-08-01T08:19:54.172" v="537"/>
        <pc:sldMkLst>
          <pc:docMk/>
          <pc:sldMk cId="2193089941" sldId="2537"/>
        </pc:sldMkLst>
      </pc:sldChg>
      <pc:sldChg chg="add del">
        <pc:chgData name="Guest User" userId="" providerId="Windows Live" clId="Web-{E4481CB7-0352-4646-B6EF-E66E507550C1}" dt="2025-08-01T09:09:04.571" v="844"/>
        <pc:sldMkLst>
          <pc:docMk/>
          <pc:sldMk cId="3406604691" sldId="2544"/>
        </pc:sldMkLst>
      </pc:sldChg>
      <pc:sldChg chg="modSp del">
        <pc:chgData name="Guest User" userId="" providerId="Windows Live" clId="Web-{E4481CB7-0352-4646-B6EF-E66E507550C1}" dt="2025-08-01T09:09:27.026" v="846"/>
        <pc:sldMkLst>
          <pc:docMk/>
          <pc:sldMk cId="4246169118" sldId="2545"/>
        </pc:sldMkLst>
        <pc:spChg chg="mod">
          <ac:chgData name="Guest User" userId="" providerId="Windows Live" clId="Web-{E4481CB7-0352-4646-B6EF-E66E507550C1}" dt="2025-08-01T09:07:51.097" v="835" actId="20577"/>
          <ac:spMkLst>
            <pc:docMk/>
            <pc:sldMk cId="4246169118" sldId="2545"/>
            <ac:spMk id="9" creationId="{AE3009EB-2186-090E-8035-560E72D55E97}"/>
          </ac:spMkLst>
        </pc:spChg>
      </pc:sldChg>
      <pc:sldChg chg="modSp del">
        <pc:chgData name="Guest User" userId="" providerId="Windows Live" clId="Web-{E4481CB7-0352-4646-B6EF-E66E507550C1}" dt="2025-08-01T09:09:29.370" v="847"/>
        <pc:sldMkLst>
          <pc:docMk/>
          <pc:sldMk cId="2921239754" sldId="2546"/>
        </pc:sldMkLst>
        <pc:spChg chg="mod">
          <ac:chgData name="Guest User" userId="" providerId="Windows Live" clId="Web-{E4481CB7-0352-4646-B6EF-E66E507550C1}" dt="2025-08-01T09:04:13.929" v="803" actId="20577"/>
          <ac:spMkLst>
            <pc:docMk/>
            <pc:sldMk cId="2921239754" sldId="2546"/>
            <ac:spMk id="9" creationId="{6A78C89A-FB15-F3DE-32A1-1F5DA6EF12AA}"/>
          </ac:spMkLst>
        </pc:spChg>
      </pc:sldChg>
      <pc:sldChg chg="modSp">
        <pc:chgData name="Guest User" userId="" providerId="Windows Live" clId="Web-{E4481CB7-0352-4646-B6EF-E66E507550C1}" dt="2025-08-01T08:44:14.649" v="698" actId="20577"/>
        <pc:sldMkLst>
          <pc:docMk/>
          <pc:sldMk cId="3222053443" sldId="2550"/>
        </pc:sldMkLst>
        <pc:spChg chg="mod">
          <ac:chgData name="Guest User" userId="" providerId="Windows Live" clId="Web-{E4481CB7-0352-4646-B6EF-E66E507550C1}" dt="2025-08-01T08:39:35.111" v="664" actId="20577"/>
          <ac:spMkLst>
            <pc:docMk/>
            <pc:sldMk cId="3222053443" sldId="2550"/>
            <ac:spMk id="5" creationId="{DD5E66AA-E715-FC87-0B9C-F1C472D05CD4}"/>
          </ac:spMkLst>
        </pc:spChg>
        <pc:spChg chg="mod">
          <ac:chgData name="Guest User" userId="" providerId="Windows Live" clId="Web-{E4481CB7-0352-4646-B6EF-E66E507550C1}" dt="2025-08-01T08:44:14.649" v="698" actId="20577"/>
          <ac:spMkLst>
            <pc:docMk/>
            <pc:sldMk cId="3222053443" sldId="2550"/>
            <ac:spMk id="11" creationId="{C9EE68C6-6DDD-11A6-76A4-0CAEFB0BC107}"/>
          </ac:spMkLst>
        </pc:spChg>
      </pc:sldChg>
      <pc:sldChg chg="modSp">
        <pc:chgData name="Guest User" userId="" providerId="Windows Live" clId="Web-{E4481CB7-0352-4646-B6EF-E66E507550C1}" dt="2025-08-01T08:45:00.806" v="699" actId="1076"/>
        <pc:sldMkLst>
          <pc:docMk/>
          <pc:sldMk cId="843527850" sldId="2552"/>
        </pc:sldMkLst>
        <pc:spChg chg="mod">
          <ac:chgData name="Guest User" userId="" providerId="Windows Live" clId="Web-{E4481CB7-0352-4646-B6EF-E66E507550C1}" dt="2025-08-01T08:45:00.806" v="699" actId="1076"/>
          <ac:spMkLst>
            <pc:docMk/>
            <pc:sldMk cId="843527850" sldId="2552"/>
            <ac:spMk id="5" creationId="{9116B4BC-A623-7640-59B1-1A02D720A110}"/>
          </ac:spMkLst>
        </pc:spChg>
        <pc:spChg chg="mod">
          <ac:chgData name="Guest User" userId="" providerId="Windows Live" clId="Web-{E4481CB7-0352-4646-B6EF-E66E507550C1}" dt="2025-08-01T08:42:03.256" v="683" actId="20577"/>
          <ac:spMkLst>
            <pc:docMk/>
            <pc:sldMk cId="843527850" sldId="2552"/>
            <ac:spMk id="11" creationId="{C1F7DFB9-F8CA-9740-78EC-6A2B43AEB03D}"/>
          </ac:spMkLst>
        </pc:spChg>
      </pc:sldChg>
      <pc:sldChg chg="modSp">
        <pc:chgData name="Guest User" userId="" providerId="Windows Live" clId="Web-{E4481CB7-0352-4646-B6EF-E66E507550C1}" dt="2025-08-01T08:46:42.152" v="715" actId="20577"/>
        <pc:sldMkLst>
          <pc:docMk/>
          <pc:sldMk cId="511641275" sldId="2553"/>
        </pc:sldMkLst>
        <pc:spChg chg="mod">
          <ac:chgData name="Guest User" userId="" providerId="Windows Live" clId="Web-{E4481CB7-0352-4646-B6EF-E66E507550C1}" dt="2025-08-01T08:45:54.151" v="710" actId="1076"/>
          <ac:spMkLst>
            <pc:docMk/>
            <pc:sldMk cId="511641275" sldId="2553"/>
            <ac:spMk id="5" creationId="{BF411723-FA55-CDC6-CFD5-DFA8C85C2E13}"/>
          </ac:spMkLst>
        </pc:spChg>
        <pc:spChg chg="mod">
          <ac:chgData name="Guest User" userId="" providerId="Windows Live" clId="Web-{E4481CB7-0352-4646-B6EF-E66E507550C1}" dt="2025-08-01T08:46:42.152" v="715" actId="20577"/>
          <ac:spMkLst>
            <pc:docMk/>
            <pc:sldMk cId="511641275" sldId="2553"/>
            <ac:spMk id="11" creationId="{1348C7F1-A392-22F3-3927-C197D8D410DE}"/>
          </ac:spMkLst>
        </pc:spChg>
      </pc:sldChg>
      <pc:sldChg chg="modSp">
        <pc:chgData name="Guest User" userId="" providerId="Windows Live" clId="Web-{E4481CB7-0352-4646-B6EF-E66E507550C1}" dt="2025-08-01T08:49:24.201" v="727" actId="1076"/>
        <pc:sldMkLst>
          <pc:docMk/>
          <pc:sldMk cId="3743245928" sldId="2554"/>
        </pc:sldMkLst>
        <pc:spChg chg="mod">
          <ac:chgData name="Guest User" userId="" providerId="Windows Live" clId="Web-{E4481CB7-0352-4646-B6EF-E66E507550C1}" dt="2025-08-01T08:49:24.201" v="727" actId="1076"/>
          <ac:spMkLst>
            <pc:docMk/>
            <pc:sldMk cId="3743245928" sldId="2554"/>
            <ac:spMk id="5" creationId="{E9624234-D913-88B0-0BF6-F5A325DBB4EF}"/>
          </ac:spMkLst>
        </pc:spChg>
        <pc:spChg chg="mod">
          <ac:chgData name="Guest User" userId="" providerId="Windows Live" clId="Web-{E4481CB7-0352-4646-B6EF-E66E507550C1}" dt="2025-08-01T08:47:16.761" v="721" actId="1076"/>
          <ac:spMkLst>
            <pc:docMk/>
            <pc:sldMk cId="3743245928" sldId="2554"/>
            <ac:spMk id="11" creationId="{56D316B7-CA83-B426-B98F-1AFCE695466E}"/>
          </ac:spMkLst>
        </pc:spChg>
      </pc:sldChg>
      <pc:sldChg chg="modSp">
        <pc:chgData name="Guest User" userId="" providerId="Windows Live" clId="Web-{E4481CB7-0352-4646-B6EF-E66E507550C1}" dt="2025-08-01T08:45:18.885" v="702" actId="1076"/>
        <pc:sldMkLst>
          <pc:docMk/>
          <pc:sldMk cId="60262653" sldId="2556"/>
        </pc:sldMkLst>
        <pc:spChg chg="mod">
          <ac:chgData name="Guest User" userId="" providerId="Windows Live" clId="Web-{E4481CB7-0352-4646-B6EF-E66E507550C1}" dt="2025-08-01T08:45:18.885" v="702" actId="1076"/>
          <ac:spMkLst>
            <pc:docMk/>
            <pc:sldMk cId="60262653" sldId="2556"/>
            <ac:spMk id="5" creationId="{90E0FB1B-C756-3446-D6CB-DE3EB5DD939D}"/>
          </ac:spMkLst>
        </pc:spChg>
        <pc:spChg chg="mod">
          <ac:chgData name="Guest User" userId="" providerId="Windows Live" clId="Web-{E4481CB7-0352-4646-B6EF-E66E507550C1}" dt="2025-08-01T08:43:48.242" v="695" actId="1076"/>
          <ac:spMkLst>
            <pc:docMk/>
            <pc:sldMk cId="60262653" sldId="2556"/>
            <ac:spMk id="11" creationId="{0E3D5B34-B54A-044F-EC79-B3760E365746}"/>
          </ac:spMkLst>
        </pc:spChg>
      </pc:sldChg>
      <pc:sldChg chg="modSp">
        <pc:chgData name="Guest User" userId="" providerId="Windows Live" clId="Web-{E4481CB7-0352-4646-B6EF-E66E507550C1}" dt="2025-08-01T09:13:27.694" v="865" actId="20577"/>
        <pc:sldMkLst>
          <pc:docMk/>
          <pc:sldMk cId="819684660" sldId="2557"/>
        </pc:sldMkLst>
        <pc:spChg chg="mod">
          <ac:chgData name="Guest User" userId="" providerId="Windows Live" clId="Web-{E4481CB7-0352-4646-B6EF-E66E507550C1}" dt="2025-08-01T09:13:27.694" v="865" actId="20577"/>
          <ac:spMkLst>
            <pc:docMk/>
            <pc:sldMk cId="819684660" sldId="2557"/>
            <ac:spMk id="10" creationId="{01536423-B1AE-54AF-86A3-A8DC16CA157D}"/>
          </ac:spMkLst>
        </pc:spChg>
        <pc:spChg chg="mod">
          <ac:chgData name="Guest User" userId="" providerId="Windows Live" clId="Web-{E4481CB7-0352-4646-B6EF-E66E507550C1}" dt="2025-08-01T02:57:01.857" v="373" actId="20577"/>
          <ac:spMkLst>
            <pc:docMk/>
            <pc:sldMk cId="819684660" sldId="2557"/>
            <ac:spMk id="11" creationId="{E65EF2D5-4F48-0127-7C28-561CCC79E00E}"/>
          </ac:spMkLst>
        </pc:spChg>
      </pc:sldChg>
      <pc:sldChg chg="modSp">
        <pc:chgData name="Guest User" userId="" providerId="Windows Live" clId="Web-{E4481CB7-0352-4646-B6EF-E66E507550C1}" dt="2025-08-01T09:13:39.226" v="869" actId="20577"/>
        <pc:sldMkLst>
          <pc:docMk/>
          <pc:sldMk cId="2966438663" sldId="2558"/>
        </pc:sldMkLst>
        <pc:spChg chg="mod">
          <ac:chgData name="Guest User" userId="" providerId="Windows Live" clId="Web-{E4481CB7-0352-4646-B6EF-E66E507550C1}" dt="2025-08-01T09:13:39.226" v="869" actId="20577"/>
          <ac:spMkLst>
            <pc:docMk/>
            <pc:sldMk cId="2966438663" sldId="2558"/>
            <ac:spMk id="10" creationId="{873FA713-CDBA-A383-5FEC-78F169CBAEF3}"/>
          </ac:spMkLst>
        </pc:spChg>
        <pc:spChg chg="mod">
          <ac:chgData name="Guest User" userId="" providerId="Windows Live" clId="Web-{E4481CB7-0352-4646-B6EF-E66E507550C1}" dt="2025-08-01T07:59:51.492" v="434" actId="20577"/>
          <ac:spMkLst>
            <pc:docMk/>
            <pc:sldMk cId="2966438663" sldId="2558"/>
            <ac:spMk id="11" creationId="{990F6D8B-B040-F397-16DB-0CF71322C8B9}"/>
          </ac:spMkLst>
        </pc:spChg>
      </pc:sldChg>
      <pc:sldChg chg="modSp">
        <pc:chgData name="Guest User" userId="" providerId="Windows Live" clId="Web-{E4481CB7-0352-4646-B6EF-E66E507550C1}" dt="2025-08-01T09:13:46.617" v="871" actId="20577"/>
        <pc:sldMkLst>
          <pc:docMk/>
          <pc:sldMk cId="1818719754" sldId="2559"/>
        </pc:sldMkLst>
        <pc:spChg chg="mod">
          <ac:chgData name="Guest User" userId="" providerId="Windows Live" clId="Web-{E4481CB7-0352-4646-B6EF-E66E507550C1}" dt="2025-08-01T09:13:46.617" v="871" actId="20577"/>
          <ac:spMkLst>
            <pc:docMk/>
            <pc:sldMk cId="1818719754" sldId="2559"/>
            <ac:spMk id="10" creationId="{E72393EB-8333-4B35-CFDC-81212BB2052D}"/>
          </ac:spMkLst>
        </pc:spChg>
        <pc:spChg chg="mod">
          <ac:chgData name="Guest User" userId="" providerId="Windows Live" clId="Web-{E4481CB7-0352-4646-B6EF-E66E507550C1}" dt="2025-08-01T08:05:59.699" v="476" actId="1076"/>
          <ac:spMkLst>
            <pc:docMk/>
            <pc:sldMk cId="1818719754" sldId="2559"/>
            <ac:spMk id="11" creationId="{E94E6658-0D27-B5DF-D6CA-111B703E800B}"/>
          </ac:spMkLst>
        </pc:spChg>
      </pc:sldChg>
      <pc:sldChg chg="modSp">
        <pc:chgData name="Guest User" userId="" providerId="Windows Live" clId="Web-{E4481CB7-0352-4646-B6EF-E66E507550C1}" dt="2025-08-01T09:13:57.711" v="873" actId="20577"/>
        <pc:sldMkLst>
          <pc:docMk/>
          <pc:sldMk cId="1416082201" sldId="2560"/>
        </pc:sldMkLst>
        <pc:spChg chg="mod">
          <ac:chgData name="Guest User" userId="" providerId="Windows Live" clId="Web-{E4481CB7-0352-4646-B6EF-E66E507550C1}" dt="2025-08-01T09:13:57.711" v="873" actId="20577"/>
          <ac:spMkLst>
            <pc:docMk/>
            <pc:sldMk cId="1416082201" sldId="2560"/>
            <ac:spMk id="10" creationId="{406D3512-AF80-5993-C755-F09CE814D9D2}"/>
          </ac:spMkLst>
        </pc:spChg>
        <pc:spChg chg="mod">
          <ac:chgData name="Guest User" userId="" providerId="Windows Live" clId="Web-{E4481CB7-0352-4646-B6EF-E66E507550C1}" dt="2025-08-01T08:14:58.788" v="526" actId="14100"/>
          <ac:spMkLst>
            <pc:docMk/>
            <pc:sldMk cId="1416082201" sldId="2560"/>
            <ac:spMk id="11" creationId="{C514A5E9-6CBC-983D-9FFE-674E3DE7A937}"/>
          </ac:spMkLst>
        </pc:spChg>
      </pc:sldChg>
      <pc:sldChg chg="modSp">
        <pc:chgData name="Guest User" userId="" providerId="Windows Live" clId="Web-{E4481CB7-0352-4646-B6EF-E66E507550C1}" dt="2025-08-01T09:14:19.274" v="875" actId="20577"/>
        <pc:sldMkLst>
          <pc:docMk/>
          <pc:sldMk cId="2754820775" sldId="2561"/>
        </pc:sldMkLst>
        <pc:spChg chg="mod">
          <ac:chgData name="Guest User" userId="" providerId="Windows Live" clId="Web-{E4481CB7-0352-4646-B6EF-E66E507550C1}" dt="2025-08-01T08:14:13.850" v="519" actId="1076"/>
          <ac:spMkLst>
            <pc:docMk/>
            <pc:sldMk cId="2754820775" sldId="2561"/>
            <ac:spMk id="9" creationId="{EA5EA26B-53D1-B8FA-2C6F-9B646F76CF18}"/>
          </ac:spMkLst>
        </pc:spChg>
        <pc:spChg chg="mod">
          <ac:chgData name="Guest User" userId="" providerId="Windows Live" clId="Web-{E4481CB7-0352-4646-B6EF-E66E507550C1}" dt="2025-08-01T09:14:19.274" v="875" actId="20577"/>
          <ac:spMkLst>
            <pc:docMk/>
            <pc:sldMk cId="2754820775" sldId="2561"/>
            <ac:spMk id="10" creationId="{43D21AE5-CBCD-A870-9619-C6DE0F67DA23}"/>
          </ac:spMkLst>
        </pc:spChg>
        <pc:spChg chg="mod">
          <ac:chgData name="Guest User" userId="" providerId="Windows Live" clId="Web-{E4481CB7-0352-4646-B6EF-E66E507550C1}" dt="2025-08-01T08:15:55.481" v="530" actId="1076"/>
          <ac:spMkLst>
            <pc:docMk/>
            <pc:sldMk cId="2754820775" sldId="2561"/>
            <ac:spMk id="11" creationId="{D10F7FAF-FC35-97A2-22FE-1A7B4C6A0ADB}"/>
          </ac:spMkLst>
        </pc:spChg>
      </pc:sldChg>
      <pc:sldChg chg="modSp">
        <pc:chgData name="Guest User" userId="" providerId="Windows Live" clId="Web-{E4481CB7-0352-4646-B6EF-E66E507550C1}" dt="2025-08-01T09:13:33.460" v="867" actId="20577"/>
        <pc:sldMkLst>
          <pc:docMk/>
          <pc:sldMk cId="2097912809" sldId="2562"/>
        </pc:sldMkLst>
        <pc:spChg chg="mod">
          <ac:chgData name="Guest User" userId="" providerId="Windows Live" clId="Web-{E4481CB7-0352-4646-B6EF-E66E507550C1}" dt="2025-08-01T09:13:33.460" v="867" actId="20577"/>
          <ac:spMkLst>
            <pc:docMk/>
            <pc:sldMk cId="2097912809" sldId="2562"/>
            <ac:spMk id="10" creationId="{B9DD8B5F-83D3-820C-0C0D-FBD445D44115}"/>
          </ac:spMkLst>
        </pc:spChg>
        <pc:spChg chg="mod">
          <ac:chgData name="Guest User" userId="" providerId="Windows Live" clId="Web-{E4481CB7-0352-4646-B6EF-E66E507550C1}" dt="2025-08-01T07:57:00.745" v="420" actId="20577"/>
          <ac:spMkLst>
            <pc:docMk/>
            <pc:sldMk cId="2097912809" sldId="2562"/>
            <ac:spMk id="11" creationId="{02BAA2F9-AB39-82D4-29AC-1EB7063327EB}"/>
          </ac:spMkLst>
        </pc:spChg>
      </pc:sldChg>
      <pc:sldChg chg="modSp add replId">
        <pc:chgData name="Guest User" userId="" providerId="Windows Live" clId="Web-{E4481CB7-0352-4646-B6EF-E66E507550C1}" dt="2025-08-01T02:23:28.478" v="211" actId="20577"/>
        <pc:sldMkLst>
          <pc:docMk/>
          <pc:sldMk cId="2760541648" sldId="2563"/>
        </pc:sldMkLst>
        <pc:spChg chg="mod">
          <ac:chgData name="Guest User" userId="" providerId="Windows Live" clId="Web-{E4481CB7-0352-4646-B6EF-E66E507550C1}" dt="2025-08-01T02:22:27.538" v="207" actId="20577"/>
          <ac:spMkLst>
            <pc:docMk/>
            <pc:sldMk cId="2760541648" sldId="2563"/>
            <ac:spMk id="3" creationId="{5F21A599-5D5B-F52B-F619-7025EF783A6F}"/>
          </ac:spMkLst>
        </pc:spChg>
        <pc:spChg chg="mod">
          <ac:chgData name="Guest User" userId="" providerId="Windows Live" clId="Web-{E4481CB7-0352-4646-B6EF-E66E507550C1}" dt="2025-08-01T02:23:28.478" v="211" actId="20577"/>
          <ac:spMkLst>
            <pc:docMk/>
            <pc:sldMk cId="2760541648" sldId="2563"/>
            <ac:spMk id="4" creationId="{577AE8EF-6C9F-F1C4-C983-D2327CE76B8E}"/>
          </ac:spMkLst>
        </pc:spChg>
        <pc:spChg chg="mod">
          <ac:chgData name="Guest User" userId="" providerId="Windows Live" clId="Web-{E4481CB7-0352-4646-B6EF-E66E507550C1}" dt="2025-08-01T02:17:45.359" v="122" actId="20577"/>
          <ac:spMkLst>
            <pc:docMk/>
            <pc:sldMk cId="2760541648" sldId="2563"/>
            <ac:spMk id="5" creationId="{83B7E83F-BE08-9C1D-ABAD-EDCBC1D96692}"/>
          </ac:spMkLst>
        </pc:spChg>
      </pc:sldChg>
      <pc:sldChg chg="modSp add del replId">
        <pc:chgData name="Guest User" userId="" providerId="Windows Live" clId="Web-{E4481CB7-0352-4646-B6EF-E66E507550C1}" dt="2025-08-01T02:59:45.675" v="393"/>
        <pc:sldMkLst>
          <pc:docMk/>
          <pc:sldMk cId="94025612" sldId="2564"/>
        </pc:sldMkLst>
        <pc:spChg chg="mod">
          <ac:chgData name="Guest User" userId="" providerId="Windows Live" clId="Web-{E4481CB7-0352-4646-B6EF-E66E507550C1}" dt="2025-08-01T02:55:55.182" v="366" actId="20577"/>
          <ac:spMkLst>
            <pc:docMk/>
            <pc:sldMk cId="94025612" sldId="2564"/>
            <ac:spMk id="7" creationId="{38A78B65-09E3-9EFD-8845-6D750860CF7C}"/>
          </ac:spMkLst>
        </pc:spChg>
        <pc:spChg chg="mod">
          <ac:chgData name="Guest User" userId="" providerId="Windows Live" clId="Web-{E4481CB7-0352-4646-B6EF-E66E507550C1}" dt="2025-08-01T02:54:49.037" v="361" actId="20577"/>
          <ac:spMkLst>
            <pc:docMk/>
            <pc:sldMk cId="94025612" sldId="2564"/>
            <ac:spMk id="10" creationId="{AE97DA66-1900-E510-EF0F-E55CC61615A0}"/>
          </ac:spMkLst>
        </pc:spChg>
        <pc:spChg chg="mod">
          <ac:chgData name="Guest User" userId="" providerId="Windows Live" clId="Web-{E4481CB7-0352-4646-B6EF-E66E507550C1}" dt="2025-08-01T02:54:38.489" v="359" actId="20577"/>
          <ac:spMkLst>
            <pc:docMk/>
            <pc:sldMk cId="94025612" sldId="2564"/>
            <ac:spMk id="11" creationId="{240E16E4-2050-5117-2C15-568F69BF60C6}"/>
          </ac:spMkLst>
        </pc:spChg>
      </pc:sldChg>
      <pc:sldChg chg="modSp add replId">
        <pc:chgData name="Guest User" userId="" providerId="Windows Live" clId="Web-{E4481CB7-0352-4646-B6EF-E66E507550C1}" dt="2025-08-01T09:12:03.894" v="858" actId="20577"/>
        <pc:sldMkLst>
          <pc:docMk/>
          <pc:sldMk cId="1530940065" sldId="2564"/>
        </pc:sldMkLst>
        <pc:spChg chg="mod">
          <ac:chgData name="Guest User" userId="" providerId="Windows Live" clId="Web-{E4481CB7-0352-4646-B6EF-E66E507550C1}" dt="2025-08-01T09:12:03.894" v="858" actId="20577"/>
          <ac:spMkLst>
            <pc:docMk/>
            <pc:sldMk cId="1530940065" sldId="2564"/>
            <ac:spMk id="5" creationId="{798D881A-6479-EA46-402A-3C81160805F6}"/>
          </ac:spMkLst>
        </pc:spChg>
        <pc:spChg chg="mod">
          <ac:chgData name="Guest User" userId="" providerId="Windows Live" clId="Web-{E4481CB7-0352-4646-B6EF-E66E507550C1}" dt="2025-08-01T09:08:29.459" v="839" actId="20577"/>
          <ac:spMkLst>
            <pc:docMk/>
            <pc:sldMk cId="1530940065" sldId="2564"/>
            <ac:spMk id="9" creationId="{36722905-E1EB-2CF9-E8B0-143180EB4C15}"/>
          </ac:spMkLst>
        </pc:spChg>
      </pc:sldChg>
      <pc:sldChg chg="modSp add ord replId">
        <pc:chgData name="Guest User" userId="" providerId="Windows Live" clId="Web-{E4481CB7-0352-4646-B6EF-E66E507550C1}" dt="2025-08-01T09:12:17.942" v="861" actId="20577"/>
        <pc:sldMkLst>
          <pc:docMk/>
          <pc:sldMk cId="421972984" sldId="2565"/>
        </pc:sldMkLst>
        <pc:spChg chg="mod">
          <ac:chgData name="Guest User" userId="" providerId="Windows Live" clId="Web-{E4481CB7-0352-4646-B6EF-E66E507550C1}" dt="2025-08-01T09:12:17.942" v="861" actId="20577"/>
          <ac:spMkLst>
            <pc:docMk/>
            <pc:sldMk cId="421972984" sldId="2565"/>
            <ac:spMk id="5" creationId="{40BD2C02-7A7F-4377-4CB3-B97B827C219A}"/>
          </ac:spMkLst>
        </pc:spChg>
        <pc:spChg chg="mod">
          <ac:chgData name="Guest User" userId="" providerId="Windows Live" clId="Web-{E4481CB7-0352-4646-B6EF-E66E507550C1}" dt="2025-08-01T09:08:45.039" v="841" actId="20577"/>
          <ac:spMkLst>
            <pc:docMk/>
            <pc:sldMk cId="421972984" sldId="2565"/>
            <ac:spMk id="9" creationId="{58213B4B-3B5B-C257-FB6B-E9ED7935F202}"/>
          </ac:spMkLst>
        </pc:spChg>
      </pc:sldChg>
      <pc:sldChg chg="add del replId">
        <pc:chgData name="Guest User" userId="" providerId="Windows Live" clId="Web-{E4481CB7-0352-4646-B6EF-E66E507550C1}" dt="2025-08-01T03:01:49.194" v="408"/>
        <pc:sldMkLst>
          <pc:docMk/>
          <pc:sldMk cId="2003959655" sldId="2565"/>
        </pc:sldMkLst>
      </pc:sldChg>
      <pc:sldChg chg="modSp add replId">
        <pc:chgData name="Guest User" userId="" providerId="Windows Live" clId="Web-{E4481CB7-0352-4646-B6EF-E66E507550C1}" dt="2025-08-01T09:12:35.458" v="863" actId="20577"/>
        <pc:sldMkLst>
          <pc:docMk/>
          <pc:sldMk cId="504705271" sldId="2566"/>
        </pc:sldMkLst>
        <pc:spChg chg="mod">
          <ac:chgData name="Guest User" userId="" providerId="Windows Live" clId="Web-{E4481CB7-0352-4646-B6EF-E66E507550C1}" dt="2025-08-01T09:12:35.458" v="863" actId="20577"/>
          <ac:spMkLst>
            <pc:docMk/>
            <pc:sldMk cId="504705271" sldId="2566"/>
            <ac:spMk id="5" creationId="{C3F2A00E-FFD7-BDC4-7442-E4B4C3B89EE7}"/>
          </ac:spMkLst>
        </pc:spChg>
      </pc:sldChg>
      <pc:sldChg chg="add del replId">
        <pc:chgData name="Guest User" userId="" providerId="Windows Live" clId="Web-{E4481CB7-0352-4646-B6EF-E66E507550C1}" dt="2025-08-01T09:09:24.088" v="845"/>
        <pc:sldMkLst>
          <pc:docMk/>
          <pc:sldMk cId="4288951403" sldId="25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02/08/2025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11F5-A38D-3C99-E2F1-9856C99F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D0C6-6ED3-E1CB-CB72-0BABD058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FB9F4-92BE-79CA-C2B1-2078FD5CA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FF68-F3FC-04FF-F7CF-F1C9ED636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93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34DE-E92C-8E7B-5561-D10E530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949C-FE5B-795A-7C2C-1C003C124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9FDAD-2FA4-4F2F-191C-8A7CCCE5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E044C-AC93-EFC1-DC2A-2D640510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361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22B0-2DA8-2AE6-BC5F-E3A387C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3EB1-54AA-6568-E35E-9568C06F4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8C77-36A6-3771-408C-2383954F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AAFA-44AC-AD3C-B4A9-784909235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86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214-CD10-C852-15BF-1211AB50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63422-1CCE-8F66-7260-2231BC50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3EDE-187C-1FBD-9B3F-92CD26C2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85B4-4C99-6701-BF8A-CAC82AEDE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34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EFF0-06FD-CC34-822A-68A0D2B8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1FE61-D1AA-84DC-C42F-B68CF1CDA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CBA75-5ABF-9236-4681-644022AF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25C6-C8BF-0D79-C449-CB34F0C3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97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DB3394-51C5-1600-C74D-9C3799EB4105}"/>
              </a:ext>
            </a:extLst>
          </p:cNvPr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77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03 August 2025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179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  <p:extLst>
      <p:ext uri="{BB962C8B-B14F-4D97-AF65-F5344CB8AC3E}">
        <p14:creationId xmlns:p14="http://schemas.microsoft.com/office/powerpoint/2010/main" val="201582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837" r:id="rId13"/>
    <p:sldLayoutId id="214748372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5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  <p:sldLayoutId id="214748385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40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1 of 5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2174400" y="2715262"/>
            <a:ext cx="58463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lm! IqSn \msaÃmcpw tNÀ¶p 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]pIÄ sIm¬SmSWw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kzÀ¤ hmXnemIpw tbip\mYs\ 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hmgv¯n¸mSWw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1323882" y="827042"/>
            <a:ext cx="649623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haa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!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koodi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naam -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ellaarum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chernnu</a:t>
            </a:r>
            <a:endParaRPr lang="en-US" sz="28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Segoe UI"/>
            </a:endParaRP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pukalh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kondaadanham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pPr algn="l" rtl="0" fontAlgn="base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swarga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vaathilaakum</a:t>
            </a:r>
            <a:r>
              <a:rPr lang="en-US" sz="2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yeshu</a:t>
            </a:r>
            <a:r>
              <a:rPr lang="en-US" sz="2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naadhane</a:t>
            </a:r>
            <a:endParaRPr lang="en-US" sz="2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Vaazhththi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-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paadanham</a:t>
            </a:r>
            <a:endParaRPr lang="en-US" sz="2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D761E48-FBBF-E87B-39BE-203A778C1D12}"/>
              </a:ext>
            </a:extLst>
          </p:cNvPr>
          <p:cNvSpPr/>
          <p:nvPr/>
        </p:nvSpPr>
        <p:spPr>
          <a:xfrm>
            <a:off x="7820118" y="1839040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E172B-3707-79DF-9D9C-C3DDA0B6E507}"/>
              </a:ext>
            </a:extLst>
          </p:cNvPr>
          <p:cNvSpPr txBox="1"/>
          <p:nvPr/>
        </p:nvSpPr>
        <p:spPr>
          <a:xfrm>
            <a:off x="7936996" y="1974577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4128A4C-BAEA-E882-5683-99A8C4D40AE1}"/>
              </a:ext>
            </a:extLst>
          </p:cNvPr>
          <p:cNvSpPr/>
          <p:nvPr/>
        </p:nvSpPr>
        <p:spPr>
          <a:xfrm>
            <a:off x="7820118" y="3867761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240E4-D617-E6B9-D5F3-1266297E6737}"/>
              </a:ext>
            </a:extLst>
          </p:cNvPr>
          <p:cNvSpPr txBox="1"/>
          <p:nvPr/>
        </p:nvSpPr>
        <p:spPr>
          <a:xfrm>
            <a:off x="7936996" y="400329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7873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6A4A-C228-FF69-CC41-762C9BB8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0D6-A24B-09A1-4FED-9139A446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043F89-EF71-FC6A-184E-A7C5C7399A4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C43C-13BC-E44C-668E-3E33C87FC7C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2 of 5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B0097-91C4-5FB0-4E23-F379E290453E}"/>
              </a:ext>
            </a:extLst>
          </p:cNvPr>
          <p:cNvSpPr txBox="1"/>
          <p:nvPr/>
        </p:nvSpPr>
        <p:spPr>
          <a:xfrm>
            <a:off x="2174400" y="2715262"/>
            <a:ext cx="56225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thZ\s¸Spw GgIÄ</a:t>
            </a:r>
            <a:r>
              <a:rPr lang="pt-BR" sz="3200">
                <a:solidFill>
                  <a:srgbClr val="000000"/>
                </a:solidFill>
                <a:latin typeface="ML-TTKarthika" panose="04000000000000000000" pitchFamily="82" charset="0"/>
              </a:rPr>
              <a:t>-þ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>
                <a:solidFill>
                  <a:srgbClr val="000000"/>
                </a:solidFill>
                <a:latin typeface="ML-TTKarthika" panose="04000000000000000000" pitchFamily="82" charset="0"/>
              </a:rPr>
              <a:t>¡gep 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Xocphm³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h¶p taZn\nbXnÂ am\pjymhþ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XmcamÀ¶nXm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1D7EB-0773-4AEA-08EA-3371F7148245}"/>
              </a:ext>
            </a:extLst>
          </p:cNvPr>
          <p:cNvSpPr txBox="1"/>
          <p:nvPr/>
        </p:nvSpPr>
        <p:spPr>
          <a:xfrm>
            <a:off x="1324800" y="827042"/>
            <a:ext cx="600492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vedanappedum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ezhakalh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-</a:t>
            </a:r>
            <a:endParaRPr lang="en-US" sz="28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Segoe UI"/>
            </a:endParaRPr>
          </a:p>
          <a:p>
            <a:pPr algn="l" rtl="0" fontAlgn="base"/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kkazhalu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theeruvaan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vannu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edhiniyathil</a:t>
            </a:r>
            <a:r>
              <a:rPr lang="en-US" sz="28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maanushyaa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thaaramaarnnitha</a:t>
            </a:r>
            <a:endParaRPr lang="en-US" sz="2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685C7FB-D20D-8A7C-2EA8-E2D154D7703D}"/>
              </a:ext>
            </a:extLst>
          </p:cNvPr>
          <p:cNvSpPr/>
          <p:nvPr/>
        </p:nvSpPr>
        <p:spPr>
          <a:xfrm>
            <a:off x="7670938" y="1872014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39E81-6AB8-76DD-1327-514EFF5E33F5}"/>
              </a:ext>
            </a:extLst>
          </p:cNvPr>
          <p:cNvSpPr txBox="1"/>
          <p:nvPr/>
        </p:nvSpPr>
        <p:spPr>
          <a:xfrm>
            <a:off x="7787816" y="2007551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A0D72CF-CCFA-F2F8-8880-883B27D3E582}"/>
              </a:ext>
            </a:extLst>
          </p:cNvPr>
          <p:cNvSpPr/>
          <p:nvPr/>
        </p:nvSpPr>
        <p:spPr>
          <a:xfrm>
            <a:off x="7670938" y="3897337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2AE4-0D3C-9FB6-35F0-702DA1F4DC71}"/>
              </a:ext>
            </a:extLst>
          </p:cNvPr>
          <p:cNvSpPr txBox="1"/>
          <p:nvPr/>
        </p:nvSpPr>
        <p:spPr>
          <a:xfrm>
            <a:off x="7787816" y="4032874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641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6CD5-BA11-4249-F72E-0A91835D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DA80-E738-DD19-3300-61CD767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AE5603-D841-3BD5-8EB0-F1CFB0B1D8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19F-D797-75DD-9504-40800806AFA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3 of 5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63216-045F-8329-CDF9-485999340A9F}"/>
              </a:ext>
            </a:extLst>
          </p:cNvPr>
          <p:cNvSpPr txBox="1"/>
          <p:nvPr/>
        </p:nvSpPr>
        <p:spPr>
          <a:xfrm>
            <a:off x="2172511" y="2715262"/>
            <a:ext cx="47989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am\hÀ hmgv¯n¸mSp¶ IÀ¯\mb Xm³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Zpã am\h³ CutSdphm³ HcSnabmbnXm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4B2BD-87D6-30F3-4DE9-508D01EF9A25}"/>
              </a:ext>
            </a:extLst>
          </p:cNvPr>
          <p:cNvSpPr txBox="1"/>
          <p:nvPr/>
        </p:nvSpPr>
        <p:spPr>
          <a:xfrm>
            <a:off x="1324800" y="827042"/>
            <a:ext cx="547861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maanavar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vaazhththi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ppaadunna</a:t>
            </a:r>
            <a:endParaRPr lang="en-US" sz="28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karthanaaya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thaan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dhushta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maanavan</a:t>
            </a:r>
            <a:r>
              <a:rPr lang="en-US" sz="2800" b="0" i="0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eederruvaan</a:t>
            </a:r>
            <a:endParaRPr lang="en-US" sz="2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oradimayaayithaa</a:t>
            </a:r>
            <a:endParaRPr lang="en-US" sz="2800" b="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16E1E22-AABE-36C0-BBD9-2453AB50BAC0}"/>
              </a:ext>
            </a:extLst>
          </p:cNvPr>
          <p:cNvSpPr/>
          <p:nvPr/>
        </p:nvSpPr>
        <p:spPr>
          <a:xfrm>
            <a:off x="7068968" y="187146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24873-19B5-8310-2156-DCCDBF4E8DC3}"/>
              </a:ext>
            </a:extLst>
          </p:cNvPr>
          <p:cNvSpPr txBox="1"/>
          <p:nvPr/>
        </p:nvSpPr>
        <p:spPr>
          <a:xfrm>
            <a:off x="7185846" y="200700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22447E3-6398-8EAB-E981-2D3CCC8E99C8}"/>
              </a:ext>
            </a:extLst>
          </p:cNvPr>
          <p:cNvSpPr/>
          <p:nvPr/>
        </p:nvSpPr>
        <p:spPr>
          <a:xfrm>
            <a:off x="7068968" y="389632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2DDE9-86E7-58C1-0066-D3C601D2CB17}"/>
              </a:ext>
            </a:extLst>
          </p:cNvPr>
          <p:cNvSpPr txBox="1"/>
          <p:nvPr/>
        </p:nvSpPr>
        <p:spPr>
          <a:xfrm>
            <a:off x="7185846" y="403186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81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3992-C310-D61F-6BD6-303D8B72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2A20-A48C-FD0D-24A1-AF886DDA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EAE8B3-7492-5918-EBFB-5210F9F45C6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79D6-1AB3-D9AD-986F-A21FA9EE47C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4 of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F004-7DED-8987-7F5D-BD659FC46ADF}"/>
              </a:ext>
            </a:extLst>
          </p:cNvPr>
          <p:cNvSpPr txBox="1"/>
          <p:nvPr/>
        </p:nvSpPr>
        <p:spPr>
          <a:xfrm>
            <a:off x="2174400" y="2715262"/>
            <a:ext cx="43255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BZchäp `qanbnÂ shdnbcmw \cÀ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acWm[nIsfmgnhXn¶p XmWp tZh\pw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E15F4-4EE9-65FE-8644-BA65174FE0A0}"/>
              </a:ext>
            </a:extLst>
          </p:cNvPr>
          <p:cNvSpPr txBox="1"/>
          <p:nvPr/>
        </p:nvSpPr>
        <p:spPr>
          <a:xfrm>
            <a:off x="1324800" y="827042"/>
            <a:ext cx="5078583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aadharavattu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bhoomiyil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Segoe UI"/>
              </a:rPr>
              <a:t> </a:t>
            </a:r>
          </a:p>
          <a:p>
            <a:pPr algn="l" rtl="0" fontAlgn="base"/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veriyaraam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narar</a:t>
            </a:r>
            <a:endParaRPr lang="en-US" sz="28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pPr algn="l" rtl="0" fontAlgn="base"/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maranaadhikalh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ozhivathinnu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thaanhu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devanum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EAA311DE-2691-98CC-22AC-BE24E2F51806}"/>
              </a:ext>
            </a:extLst>
          </p:cNvPr>
          <p:cNvSpPr/>
          <p:nvPr/>
        </p:nvSpPr>
        <p:spPr>
          <a:xfrm>
            <a:off x="7068968" y="187146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2264-7363-4CC8-7942-CA12C4AABEF2}"/>
              </a:ext>
            </a:extLst>
          </p:cNvPr>
          <p:cNvSpPr txBox="1"/>
          <p:nvPr/>
        </p:nvSpPr>
        <p:spPr>
          <a:xfrm>
            <a:off x="7185846" y="200700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8F21A44-C57B-E97D-6C7D-53EF038080B5}"/>
              </a:ext>
            </a:extLst>
          </p:cNvPr>
          <p:cNvSpPr/>
          <p:nvPr/>
        </p:nvSpPr>
        <p:spPr>
          <a:xfrm>
            <a:off x="7068968" y="389632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3E9CD-CA2B-79D2-1527-4E1B90FF1BE0}"/>
              </a:ext>
            </a:extLst>
          </p:cNvPr>
          <p:cNvSpPr txBox="1"/>
          <p:nvPr/>
        </p:nvSpPr>
        <p:spPr>
          <a:xfrm>
            <a:off x="7185846" y="403186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675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6A9E-2DC3-9B02-09CC-296689B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4F16-9A81-DEFE-BB49-223A73BF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E9C9336-A4CD-6C0B-41BF-01C1420B7F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A3FFD-DFB0-267E-7D65-D1285A50AFC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5 of 5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4A1CD-E871-3C06-AECC-E0FA1BB58762}"/>
              </a:ext>
            </a:extLst>
          </p:cNvPr>
          <p:cNvSpPr txBox="1"/>
          <p:nvPr/>
        </p:nvSpPr>
        <p:spPr>
          <a:xfrm>
            <a:off x="2174400" y="2715262"/>
            <a:ext cx="43255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tk\Ifn³ A[n]Xn Ahs\¶mInepw</a:t>
            </a:r>
          </a:p>
          <a:p>
            <a:r>
              <a:rPr lang="pt-BR" sz="32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\c Pohs\ aofm\h³ X¶pbncns\ hn«m³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85363-9F7B-619B-FF46-6702E813D77C}"/>
              </a:ext>
            </a:extLst>
          </p:cNvPr>
          <p:cNvSpPr txBox="1"/>
          <p:nvPr/>
        </p:nvSpPr>
        <p:spPr>
          <a:xfrm>
            <a:off x="1324800" y="827042"/>
            <a:ext cx="463398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 rtl="0" fontAlgn="base"/>
            <a:r>
              <a:rPr lang="en-US" sz="2800" err="1">
                <a:latin typeface="Calibri"/>
                <a:ea typeface="Calibri"/>
                <a:cs typeface="Segoe UI"/>
              </a:rPr>
              <a:t>senakalhin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adhipathi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algn="l" rtl="0" fontAlgn="base"/>
            <a:r>
              <a:rPr lang="en-US" sz="2800" err="1">
                <a:latin typeface="Calibri"/>
                <a:ea typeface="Calibri"/>
                <a:cs typeface="Segoe UI"/>
              </a:rPr>
              <a:t>avan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ennaakilum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algn="l" rtl="0" fontAlgn="base"/>
            <a:r>
              <a:rPr lang="en-US" sz="2800" err="1">
                <a:latin typeface="Calibri"/>
                <a:ea typeface="Calibri"/>
                <a:cs typeface="Segoe UI"/>
              </a:rPr>
              <a:t>nara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jeevane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meelhaanavan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algn="l" rtl="0" fontAlgn="base"/>
            <a:r>
              <a:rPr lang="en-US" sz="2800" err="1">
                <a:latin typeface="Calibri"/>
                <a:ea typeface="Calibri"/>
                <a:cs typeface="Segoe UI"/>
              </a:rPr>
              <a:t>thannuyirine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vittaan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F4B5277-0007-07A5-CBF0-BC72D8E5330C}"/>
              </a:ext>
            </a:extLst>
          </p:cNvPr>
          <p:cNvSpPr/>
          <p:nvPr/>
        </p:nvSpPr>
        <p:spPr>
          <a:xfrm>
            <a:off x="7068968" y="187146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F53C3-D622-A5D2-CC05-AA527F4371F8}"/>
              </a:ext>
            </a:extLst>
          </p:cNvPr>
          <p:cNvSpPr txBox="1"/>
          <p:nvPr/>
        </p:nvSpPr>
        <p:spPr>
          <a:xfrm>
            <a:off x="7185846" y="200700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BF4872F-385C-A2A1-A44F-0DF72067320E}"/>
              </a:ext>
            </a:extLst>
          </p:cNvPr>
          <p:cNvSpPr/>
          <p:nvPr/>
        </p:nvSpPr>
        <p:spPr>
          <a:xfrm>
            <a:off x="7068968" y="389632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C1836-14B2-7736-38EC-C3B36F6F8E0D}"/>
              </a:ext>
            </a:extLst>
          </p:cNvPr>
          <p:cNvSpPr txBox="1"/>
          <p:nvPr/>
        </p:nvSpPr>
        <p:spPr>
          <a:xfrm>
            <a:off x="7185846" y="403186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756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innayolam</a:t>
            </a:r>
            <a:r>
              <a:rPr lang="en-GB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enne</a:t>
            </a:r>
            <a:r>
              <a:rPr lang="en-GB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nadathi</a:t>
            </a:r>
            <a:endParaRPr lang="en-GB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5D6-263B-3E11-7BEE-94815392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9393-2E07-9BA8-3601-874709AD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Thanksgiving Prayers – </a:t>
            </a:r>
            <a:r>
              <a:rPr lang="en-SG" i="1" err="1">
                <a:latin typeface="Segoe UI"/>
                <a:cs typeface="Segoe UI"/>
              </a:rPr>
              <a:t>innayolam</a:t>
            </a:r>
            <a:r>
              <a:rPr lang="en-SG" i="1">
                <a:latin typeface="Segoe UI"/>
                <a:cs typeface="Segoe UI"/>
              </a:rPr>
              <a:t> </a:t>
            </a:r>
            <a:r>
              <a:rPr lang="en-SG" i="1" err="1">
                <a:latin typeface="Segoe UI"/>
                <a:cs typeface="Segoe UI"/>
              </a:rPr>
              <a:t>enne</a:t>
            </a:r>
            <a:r>
              <a:rPr lang="en-SG" i="1">
                <a:latin typeface="Segoe UI"/>
                <a:cs typeface="Segoe UI"/>
              </a:rPr>
              <a:t> </a:t>
            </a:r>
            <a:r>
              <a:rPr lang="en-SG" i="1" err="1">
                <a:latin typeface="Segoe UI"/>
                <a:cs typeface="Segoe UI"/>
              </a:rPr>
              <a:t>nadathi</a:t>
            </a:r>
            <a:endParaRPr lang="en-US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0C6967-EF0A-E504-0E46-4C1AF83739E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4F7B6-9E31-10FC-E2D5-95C9D46485E8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1 of 3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8AA8282-5CF8-B618-8ED3-A8397EE553D9}"/>
              </a:ext>
            </a:extLst>
          </p:cNvPr>
          <p:cNvSpPr txBox="1"/>
          <p:nvPr/>
        </p:nvSpPr>
        <p:spPr>
          <a:xfrm>
            <a:off x="534626" y="553156"/>
            <a:ext cx="6310968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700" err="1"/>
              <a:t>innayolam</a:t>
            </a:r>
            <a:r>
              <a:rPr lang="en-SG" sz="2700"/>
              <a:t> </a:t>
            </a:r>
            <a:r>
              <a:rPr lang="en-SG" sz="2700" err="1"/>
              <a:t>enne</a:t>
            </a:r>
            <a:r>
              <a:rPr lang="en-SG" sz="2700"/>
              <a:t> </a:t>
            </a:r>
            <a:r>
              <a:rPr lang="en-SG" sz="2700" err="1"/>
              <a:t>nadathi</a:t>
            </a:r>
            <a:br>
              <a:rPr lang="en-SG" sz="2700"/>
            </a:br>
            <a:r>
              <a:rPr lang="en-SG" sz="2700" err="1"/>
              <a:t>innayolam</a:t>
            </a:r>
            <a:r>
              <a:rPr lang="en-SG" sz="2700"/>
              <a:t> </a:t>
            </a:r>
            <a:r>
              <a:rPr lang="en-SG" sz="2700" err="1"/>
              <a:t>enne</a:t>
            </a:r>
            <a:r>
              <a:rPr lang="en-SG" sz="2700"/>
              <a:t> </a:t>
            </a:r>
            <a:r>
              <a:rPr lang="en-SG" sz="2700" err="1"/>
              <a:t>pularthi</a:t>
            </a:r>
            <a:br>
              <a:rPr lang="en-SG" sz="2700"/>
            </a:br>
            <a:r>
              <a:rPr lang="en-SG" sz="2700" err="1"/>
              <a:t>ente</a:t>
            </a:r>
            <a:r>
              <a:rPr lang="en-SG" sz="2700"/>
              <a:t> </a:t>
            </a:r>
            <a:r>
              <a:rPr lang="en-SG" sz="2700" err="1"/>
              <a:t>yeshu</a:t>
            </a:r>
            <a:r>
              <a:rPr lang="en-SG" sz="2700"/>
              <a:t> </a:t>
            </a:r>
            <a:r>
              <a:rPr lang="en-SG" sz="2700" err="1"/>
              <a:t>ethra</a:t>
            </a:r>
            <a:r>
              <a:rPr lang="en-SG" sz="2700"/>
              <a:t> </a:t>
            </a:r>
            <a:r>
              <a:rPr lang="en-SG" sz="2700" err="1"/>
              <a:t>nallavan</a:t>
            </a:r>
            <a:br>
              <a:rPr lang="en-SG" sz="2700"/>
            </a:br>
            <a:r>
              <a:rPr lang="en-SG" sz="2700" err="1"/>
              <a:t>avan</a:t>
            </a:r>
            <a:r>
              <a:rPr lang="en-SG" sz="2700"/>
              <a:t> </a:t>
            </a:r>
            <a:r>
              <a:rPr lang="en-SG" sz="2700" err="1"/>
              <a:t>ennennum</a:t>
            </a:r>
            <a:r>
              <a:rPr lang="en-SG" sz="2700"/>
              <a:t> </a:t>
            </a:r>
            <a:r>
              <a:rPr lang="en-SG" sz="2700" err="1"/>
              <a:t>mathiyaayavan</a:t>
            </a:r>
            <a:br>
              <a:rPr lang="en-SG" sz="2700"/>
            </a:br>
            <a:r>
              <a:rPr lang="en-SG" sz="2700" err="1"/>
              <a:t>ente</a:t>
            </a:r>
            <a:r>
              <a:rPr lang="en-SG" sz="2700"/>
              <a:t> </a:t>
            </a:r>
            <a:r>
              <a:rPr lang="en-SG" sz="2700" err="1"/>
              <a:t>yeshu</a:t>
            </a:r>
            <a:r>
              <a:rPr lang="en-SG" sz="2700"/>
              <a:t> </a:t>
            </a:r>
            <a:r>
              <a:rPr lang="en-SG" sz="2700" err="1"/>
              <a:t>ethra</a:t>
            </a:r>
            <a:r>
              <a:rPr lang="en-SG" sz="2700"/>
              <a:t> </a:t>
            </a:r>
            <a:r>
              <a:rPr lang="en-SG" sz="2700" err="1"/>
              <a:t>nallavan</a:t>
            </a:r>
            <a:br>
              <a:rPr lang="en-SG" sz="2700"/>
            </a:br>
            <a:r>
              <a:rPr lang="en-SG" sz="2700" err="1"/>
              <a:t>avan</a:t>
            </a:r>
            <a:r>
              <a:rPr lang="en-SG" sz="2700"/>
              <a:t> </a:t>
            </a:r>
            <a:r>
              <a:rPr lang="en-SG" sz="2700" err="1"/>
              <a:t>ennennum</a:t>
            </a:r>
            <a:r>
              <a:rPr lang="en-SG" sz="2700"/>
              <a:t> </a:t>
            </a:r>
            <a:r>
              <a:rPr lang="en-SG" sz="2700" err="1"/>
              <a:t>mathiyaayavan</a:t>
            </a:r>
            <a:endParaRPr lang="en-SG" sz="2700" b="0" i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2C9521C-65DC-81F3-F15F-B71F644B15F7}"/>
              </a:ext>
            </a:extLst>
          </p:cNvPr>
          <p:cNvSpPr txBox="1"/>
          <p:nvPr/>
        </p:nvSpPr>
        <p:spPr>
          <a:xfrm>
            <a:off x="1807813" y="3203666"/>
            <a:ext cx="6479637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ഇന്നയോളം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എന്നെ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നടത്തി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 </a:t>
            </a:r>
            <a:br>
              <a:rPr lang="en-SG" sz="2000"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ഇന്നയോളം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എന്നെ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പുലര്‍ത്തി</a:t>
            </a:r>
            <a:br>
              <a:rPr lang="en-SG" sz="2000"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യേശു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എത്ര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നല്ലവന്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 </a:t>
            </a:r>
            <a:br>
              <a:rPr lang="en-SG" sz="2000"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അവന്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എന്നെന്നും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മതിയായവന്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</a:t>
            </a:r>
            <a:endParaRPr lang="en-US" sz="2000">
              <a:solidFill>
                <a:srgbClr val="000000"/>
              </a:solidFill>
              <a:latin typeface="Calibri" panose="020F0502020204030204"/>
              <a:ea typeface="+mn-lt"/>
              <a:cs typeface="Calibri"/>
            </a:endParaRPr>
          </a:p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യേശു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എത്ര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നല്ലവന്</a:t>
            </a:r>
            <a:endParaRPr lang="en-SG" err="1"/>
          </a:p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അവന്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എന്നെന്നും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മതിയായവന്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 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077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5D636-0DFF-7BE0-2458-6C8C4688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4894-30A7-BE84-F4A6-5FB15EAB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Dedication – </a:t>
            </a:r>
            <a:r>
              <a:rPr lang="en-SG" i="1" err="1">
                <a:latin typeface="Segoe UI"/>
                <a:cs typeface="Segoe UI"/>
              </a:rPr>
              <a:t>innayolam</a:t>
            </a:r>
            <a:r>
              <a:rPr lang="en-SG" i="1">
                <a:latin typeface="Segoe UI"/>
                <a:cs typeface="Segoe UI"/>
              </a:rPr>
              <a:t> </a:t>
            </a:r>
            <a:r>
              <a:rPr lang="en-SG" i="1" err="1">
                <a:latin typeface="Segoe UI"/>
                <a:cs typeface="Segoe UI"/>
              </a:rPr>
              <a:t>enne</a:t>
            </a:r>
            <a:r>
              <a:rPr lang="en-SG" i="1">
                <a:latin typeface="Segoe UI"/>
                <a:cs typeface="Segoe UI"/>
              </a:rPr>
              <a:t> </a:t>
            </a:r>
            <a:r>
              <a:rPr lang="en-SG" i="1" err="1">
                <a:latin typeface="Segoe UI"/>
                <a:cs typeface="Segoe UI"/>
              </a:rPr>
              <a:t>nadathi</a:t>
            </a:r>
            <a:endParaRPr lang="en-US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8852A07-ADDE-5B87-F531-28F2775EB32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CAF4F-E769-ADE5-3F85-C338E12CFC36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2 of 3 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0E13421-03EA-D4BA-28EA-ED4300CA9D40}"/>
              </a:ext>
            </a:extLst>
          </p:cNvPr>
          <p:cNvSpPr txBox="1"/>
          <p:nvPr/>
        </p:nvSpPr>
        <p:spPr>
          <a:xfrm>
            <a:off x="534626" y="553156"/>
            <a:ext cx="6310968" cy="30008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ente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aavashyangal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arinju</a:t>
            </a:r>
            <a:br>
              <a:rPr lang="en-SG" sz="270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aakasathin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kilivathil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thurannu</a:t>
            </a:r>
            <a:br>
              <a:rPr lang="en-SG" sz="270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ellam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samruthiyai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nalkidunna</a:t>
            </a:r>
            <a:br>
              <a:rPr lang="en-SG" sz="270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ente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yeshu</a:t>
            </a:r>
            <a:r>
              <a:rPr lang="en-SG" sz="2700">
                <a:solidFill>
                  <a:srgbClr val="000000"/>
                </a:solidFill>
                <a:ea typeface="+mn-lt"/>
                <a:cs typeface="+mn-lt"/>
              </a:rPr>
              <a:t> nalla </a:t>
            </a:r>
            <a:r>
              <a:rPr lang="en-SG" sz="2700" err="1">
                <a:solidFill>
                  <a:srgbClr val="000000"/>
                </a:solidFill>
                <a:ea typeface="+mn-lt"/>
                <a:cs typeface="+mn-lt"/>
              </a:rPr>
              <a:t>idayan</a:t>
            </a:r>
            <a:endParaRPr lang="en-SG" sz="27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SG" sz="2700" err="1">
                <a:ea typeface="Calibri"/>
                <a:cs typeface="Calibri"/>
              </a:rPr>
              <a:t>ellam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samruthiyai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nalkidunna</a:t>
            </a:r>
            <a:br>
              <a:rPr lang="en-SG" sz="2700">
                <a:ea typeface="Calibri"/>
                <a:cs typeface="Calibri"/>
              </a:rPr>
            </a:br>
            <a:r>
              <a:rPr lang="en-SG" sz="2700" err="1">
                <a:ea typeface="Calibri"/>
                <a:cs typeface="Calibri"/>
              </a:rPr>
              <a:t>ente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yeshu</a:t>
            </a:r>
            <a:r>
              <a:rPr lang="en-SG" sz="2700">
                <a:ea typeface="Calibri"/>
                <a:cs typeface="Calibri"/>
              </a:rPr>
              <a:t> nalla </a:t>
            </a:r>
            <a:r>
              <a:rPr lang="en-SG" sz="2700" err="1">
                <a:ea typeface="Calibri"/>
                <a:cs typeface="Calibri"/>
              </a:rPr>
              <a:t>idayan</a:t>
            </a:r>
            <a:endParaRPr lang="en-SG" sz="2700">
              <a:ea typeface="Calibri"/>
              <a:cs typeface="Calibri"/>
            </a:endParaRPr>
          </a:p>
          <a:p>
            <a:endParaRPr lang="en-SG" sz="2700">
              <a:ea typeface="Calibri"/>
              <a:cs typeface="Calibri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CBA9AE97-D145-29F8-3DC7-3AF828736F7E}"/>
              </a:ext>
            </a:extLst>
          </p:cNvPr>
          <p:cNvSpPr txBox="1"/>
          <p:nvPr/>
        </p:nvSpPr>
        <p:spPr>
          <a:xfrm>
            <a:off x="1807813" y="3203666"/>
            <a:ext cx="6479637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ആവശ്യങ്ങള്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അറിഞ്ഞ്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ആകാശത്തിന്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 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കിളിവാതില്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തുറന്നു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 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എല്ലാം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സമൃദ്ധിയായ്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‌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നല്‍കിടുന്ന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 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യേശു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നല്ല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ഇടയന്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എല്ലാം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സമൃദ്ധിയായ്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‌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നല്‍കിടുന്ന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 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യേശു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നല്ല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ഇടയന്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 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601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2B22-970C-D7B0-4FC2-E3A4142A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1BA9-8D69-E393-964E-C7A5B114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Dedication – </a:t>
            </a:r>
            <a:r>
              <a:rPr lang="en-SG" i="1" err="1">
                <a:latin typeface="Segoe UI"/>
                <a:cs typeface="Segoe UI"/>
              </a:rPr>
              <a:t>innayolam</a:t>
            </a:r>
            <a:r>
              <a:rPr lang="en-SG" i="1">
                <a:latin typeface="Segoe UI"/>
                <a:cs typeface="Segoe UI"/>
              </a:rPr>
              <a:t> </a:t>
            </a:r>
            <a:r>
              <a:rPr lang="en-SG" i="1" err="1">
                <a:latin typeface="Segoe UI"/>
                <a:cs typeface="Segoe UI"/>
              </a:rPr>
              <a:t>enne</a:t>
            </a:r>
            <a:r>
              <a:rPr lang="en-SG" i="1">
                <a:latin typeface="Segoe UI"/>
                <a:cs typeface="Segoe UI"/>
              </a:rPr>
              <a:t> </a:t>
            </a:r>
            <a:r>
              <a:rPr lang="en-SG" i="1" err="1">
                <a:latin typeface="Segoe UI"/>
                <a:cs typeface="Segoe UI"/>
              </a:rPr>
              <a:t>nadathi</a:t>
            </a:r>
            <a:endParaRPr lang="en-US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49EB782-68D8-29C3-7C3E-6C416608D19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10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3A8-8266-E424-81C7-A996D41055C8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3 of 3 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10A4ED0-EBC9-82A6-AFB8-F8565AF19878}"/>
              </a:ext>
            </a:extLst>
          </p:cNvPr>
          <p:cNvSpPr txBox="1"/>
          <p:nvPr/>
        </p:nvSpPr>
        <p:spPr>
          <a:xfrm>
            <a:off x="534626" y="553156"/>
            <a:ext cx="6310968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700" err="1">
                <a:ea typeface="Calibri"/>
                <a:cs typeface="Calibri"/>
              </a:rPr>
              <a:t>oru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naalum</a:t>
            </a:r>
            <a:r>
              <a:rPr lang="en-SG" sz="2700">
                <a:ea typeface="Calibri"/>
                <a:cs typeface="Calibri"/>
              </a:rPr>
              <a:t> kai </a:t>
            </a:r>
            <a:r>
              <a:rPr lang="en-SG" sz="2700" err="1">
                <a:ea typeface="Calibri"/>
                <a:cs typeface="Calibri"/>
              </a:rPr>
              <a:t>vidilla</a:t>
            </a:r>
            <a:br>
              <a:rPr lang="en-SG" sz="2700">
                <a:ea typeface="Calibri"/>
                <a:cs typeface="Calibri"/>
              </a:rPr>
            </a:br>
            <a:r>
              <a:rPr lang="en-SG" sz="2700" err="1">
                <a:ea typeface="Calibri"/>
                <a:cs typeface="Calibri"/>
              </a:rPr>
              <a:t>oru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naalum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upekshikkilla</a:t>
            </a:r>
          </a:p>
          <a:p>
            <a:r>
              <a:rPr lang="en-SG" sz="2700" err="1">
                <a:ea typeface="Calibri"/>
                <a:cs typeface="Calibri"/>
              </a:rPr>
              <a:t>oru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naalum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marakkukilla</a:t>
            </a:r>
          </a:p>
          <a:p>
            <a:r>
              <a:rPr lang="en-SG" sz="2700" err="1">
                <a:ea typeface="Calibri"/>
                <a:cs typeface="Calibri"/>
              </a:rPr>
              <a:t>ente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yeshu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ethra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vishwasthan</a:t>
            </a:r>
            <a:endParaRPr lang="en-SG" sz="2700">
              <a:ea typeface="Calibri"/>
              <a:cs typeface="Calibri"/>
            </a:endParaRPr>
          </a:p>
          <a:p>
            <a:r>
              <a:rPr lang="en-SG" sz="2700" err="1">
                <a:ea typeface="Calibri"/>
                <a:cs typeface="Calibri"/>
              </a:rPr>
              <a:t>oru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naalum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marakkukilla</a:t>
            </a:r>
            <a:endParaRPr lang="en-US" sz="2700" err="1">
              <a:ea typeface="Calibri"/>
              <a:cs typeface="Calibri"/>
            </a:endParaRPr>
          </a:p>
          <a:p>
            <a:r>
              <a:rPr lang="en-SG" sz="2700" err="1">
                <a:ea typeface="Calibri"/>
                <a:cs typeface="Calibri"/>
              </a:rPr>
              <a:t>ente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yeshu</a:t>
            </a:r>
            <a:r>
              <a:rPr lang="en-SG" sz="2700">
                <a:ea typeface="Calibri"/>
                <a:cs typeface="Calibri"/>
              </a:rPr>
              <a:t> </a:t>
            </a:r>
            <a:r>
              <a:rPr lang="en-SG" sz="2700" err="1">
                <a:ea typeface="Calibri"/>
                <a:cs typeface="Calibri"/>
              </a:rPr>
              <a:t>ethra</a:t>
            </a:r>
            <a:r>
              <a:rPr lang="en-SG" sz="2700">
                <a:ea typeface="Calibri"/>
                <a:cs typeface="Calibri"/>
              </a:rPr>
              <a:t> vishwasthan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83295A22-6348-FD0A-2C39-2CF55F3F052E}"/>
              </a:ext>
            </a:extLst>
          </p:cNvPr>
          <p:cNvSpPr txBox="1"/>
          <p:nvPr/>
        </p:nvSpPr>
        <p:spPr>
          <a:xfrm>
            <a:off x="1807813" y="3203666"/>
            <a:ext cx="6479637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ഒരുനാളും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കൈവിടില്ല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 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ഒരുനാളും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ഉപേക്ഷിക്കില്ല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ഒരുനാളും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മറക്കുകില്ല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യേശു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എത്ര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വിശ്വസ്തന്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 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ഒരുനാളും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മറക്കുകില്ല</a:t>
            </a:r>
            <a:b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</a:b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എന്‍റെ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യേശു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എത്ര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 </a:t>
            </a:r>
            <a:r>
              <a:rPr lang="en-SG" sz="2000" err="1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വിശ്വസ്തന്</a:t>
            </a:r>
            <a:r>
              <a:rPr lang="en-SG" sz="2000">
                <a:solidFill>
                  <a:srgbClr val="000000"/>
                </a:solidFill>
                <a:latin typeface="Kartika"/>
                <a:ea typeface="+mn-lt"/>
                <a:cs typeface="Kartika"/>
              </a:rPr>
              <a:t>‍ 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42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8003-2318-D7EB-7E99-80913E6F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F0CF-E130-1E56-09B5-C304D8804A80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yeshuve</a:t>
            </a:r>
            <a:r>
              <a:rPr lang="en-GB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pole </a:t>
            </a: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aakuvaan</a:t>
            </a:r>
            <a:endParaRPr lang="en-GB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940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yeshuveppole aakuvaan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yeshuvin vakku kaakkuvaan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yeshuve nokki jeevippaan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ivaye kamkshikkunnu njaan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959771" y="2817501"/>
            <a:ext cx="4497368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err="1">
                <a:effectLst/>
                <a:latin typeface="ML-TTKarthika" panose="04000000000000000000" pitchFamily="82" charset="0"/>
              </a:rPr>
              <a:t>tbiptht¸mse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BIphm³</a:t>
            </a: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tbiphn³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hm¡p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Im¡phm³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tbipsh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t\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m¡n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Pohn¸m³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Chsb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Imw£n¡p¶p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Rm³</a:t>
            </a: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FCFC-C7C8-BA56-1B19-6F97B7E3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166F-8C42-B5CB-96A9-1BD6ECD0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B4E78-6F5F-C5DF-DC2D-B1DDAD25A8D7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99E474-9551-C0EF-0AA4-B907351C7AEB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952AD08-396A-BFF0-E3C1-D2FB78BD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F6199C-DC54-66EF-B9B4-045016E5D1C8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urappikkenne en naadha</a:t>
            </a:r>
          </a:p>
          <a:p>
            <a:r>
              <a:rPr lang="sv-SE" sz="2800" err="1">
                <a:latin typeface="Calibri"/>
                <a:ea typeface="Calibri"/>
                <a:cs typeface="Calibri"/>
              </a:rPr>
              <a:t>nirrakka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enne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shuddhaathma</a:t>
            </a:r>
            <a:endParaRPr lang="sv-SE" sz="2800" b="0" i="0">
              <a:effectLst/>
              <a:latin typeface="Calibri"/>
              <a:ea typeface="Calibri"/>
              <a:cs typeface="Calibri"/>
            </a:endParaRP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kristhen mahathwathaale njaan</a:t>
            </a:r>
          </a:p>
          <a:p>
            <a:r>
              <a:rPr lang="sv-SE" sz="2800" err="1">
                <a:latin typeface="Calibri"/>
                <a:ea typeface="Calibri"/>
                <a:cs typeface="Calibri"/>
              </a:rPr>
              <a:t>mutthum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nirranju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shobhippaan</a:t>
            </a:r>
            <a:endParaRPr lang="en-US" sz="28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68AE9A2-88F0-C5AF-881A-601E59E98B3A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err="1">
                <a:effectLst/>
                <a:latin typeface="ML-TTKarthika" panose="04000000000000000000" pitchFamily="82" charset="0"/>
              </a:rPr>
              <a:t>Dd¸ns¡s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F³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mYm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nsd¡sbs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ip²mßm</a:t>
            </a: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{InkvX³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alXz¯mse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Rm³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apäpw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ndªp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tim`n¸m³</a:t>
            </a:r>
          </a:p>
          <a:p>
            <a:endParaRPr lang="en-SG" sz="28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74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A48C-6BBC-0923-C3E1-07843CDB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A544-5179-8CC3-F37C-54381CDD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81F75-7C6C-6D23-12B9-352ACBA37AE1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947423-8FCE-6423-DFF7-A69E02B24701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7345B40-49B7-22FF-9B45-A1CD24EB4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B954FC-F59E-A29E-4A49-49B5611E0152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shaishava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praaya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veezhchakalh</a:t>
            </a:r>
            <a:endParaRPr lang="sv-SE" sz="2800" b="0" i="0" err="1">
              <a:effectLst/>
              <a:latin typeface="Calibri"/>
              <a:ea typeface="Calibri"/>
              <a:cs typeface="Calibri"/>
            </a:endParaRPr>
          </a:p>
          <a:p>
            <a:r>
              <a:rPr lang="sv-SE" sz="2800" err="1">
                <a:latin typeface="Calibri"/>
                <a:ea typeface="Calibri"/>
                <a:cs typeface="Calibri"/>
              </a:rPr>
              <a:t>mosheyaalullha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thaazhchchakalh</a:t>
            </a:r>
            <a:endParaRPr lang="sv-SE" sz="2800" b="0" i="0" err="1">
              <a:effectLst/>
              <a:latin typeface="Calibri"/>
              <a:ea typeface="Calibri"/>
              <a:cs typeface="Calibri"/>
            </a:endParaRPr>
          </a:p>
          <a:p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neekkuka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ellaam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naayaka</a:t>
            </a:r>
            <a:endParaRPr lang="sv-SE" sz="2800" b="0" i="0" err="1">
              <a:effectLst/>
              <a:latin typeface="Calibri"/>
              <a:ea typeface="Calibri"/>
              <a:cs typeface="Calibri"/>
            </a:endParaRPr>
          </a:p>
          <a:p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ekuka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sampoornhatha</a:t>
            </a:r>
            <a:endParaRPr lang="en-US" sz="28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AA26CAF-880D-EDA2-FDCF-C35151702633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err="1">
                <a:effectLst/>
                <a:latin typeface="ML-TTKarthika" panose="04000000000000000000" pitchFamily="82" charset="0"/>
              </a:rPr>
              <a:t>ssiih</a:t>
            </a:r>
            <a:r>
              <a:rPr lang="en-SG" sz="2800" i="0">
                <a:effectLst/>
                <a:latin typeface="ML-TTKarthika" panose="04000000000000000000" pitchFamily="82" charset="0"/>
              </a:rPr>
              <a:t>{]mb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hogvNIÄ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tamsibmepÅ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XmgvNIÄ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o¡pI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FÃmw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mbI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GIpI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\n³ k¼qÀ®X </a:t>
            </a:r>
          </a:p>
          <a:p>
            <a:endParaRPr lang="en-SG" sz="28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52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75F4-8A10-CF23-301C-496460A8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CA21-6728-77E3-3CF8-ECB6026E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AC0F8-0DBD-D121-AF61-AAF98EECE0D3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386EAD-BC9B-EFA6-5ABE-524385751FA6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136558E-7315-30B3-2C65-F4106EABA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F0ACA4-2882-EDCE-A6F5-FDD7D2F9B1E0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urappikkenne en naadha</a:t>
            </a:r>
          </a:p>
          <a:p>
            <a:r>
              <a:rPr lang="sv-SE" sz="2800" err="1">
                <a:latin typeface="Calibri"/>
                <a:ea typeface="Calibri"/>
                <a:cs typeface="Calibri"/>
              </a:rPr>
              <a:t>nirrakka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enne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shuddhaathma</a:t>
            </a:r>
            <a:endParaRPr lang="sv-SE" sz="2800" b="0" i="0">
              <a:effectLst/>
              <a:latin typeface="Calibri"/>
              <a:ea typeface="Calibri"/>
              <a:cs typeface="Calibri"/>
            </a:endParaRP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kristhen mahathwathaale njaan</a:t>
            </a:r>
          </a:p>
          <a:p>
            <a:r>
              <a:rPr lang="sv-SE" sz="2800" err="1">
                <a:latin typeface="Calibri"/>
                <a:ea typeface="Calibri"/>
                <a:cs typeface="Calibri"/>
              </a:rPr>
              <a:t>mutthum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nirranju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shobhippaan</a:t>
            </a:r>
            <a:endParaRPr lang="en-US" sz="28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B162D31-C3AB-BA14-3445-C2D90A377D47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err="1">
                <a:effectLst/>
                <a:latin typeface="ML-TTKarthika" panose="04000000000000000000" pitchFamily="82" charset="0"/>
              </a:rPr>
              <a:t>Dd¸ns¡s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F³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mYm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nsd¡sbs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ip²mßm</a:t>
            </a: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{InkvX³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alXz¯mse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Rm³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apäpw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ndªp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tim`n¸m³</a:t>
            </a:r>
          </a:p>
          <a:p>
            <a:endParaRPr lang="en-SG" sz="28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87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7856-E441-1C0F-7EBB-785DC692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4496-85C2-708D-3678-8A39AD54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232C1-22F5-F664-9F18-73DBC14B259D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86AA991-F3C9-BE2D-F377-81D31FDB32BF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C7371E7E-4DB5-293C-8F3E-2D3D813B5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80250F-EB54-9933-03AC-C5E84A63B6A7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prarthanayaal eppozhum njaan</a:t>
            </a:r>
          </a:p>
          <a:p>
            <a:r>
              <a:rPr lang="sv-SE" sz="2800" b="0" i="0" err="1">
                <a:effectLst/>
                <a:latin typeface="Calibri"/>
                <a:ea typeface="Calibri"/>
                <a:cs typeface="Calibri"/>
              </a:rPr>
              <a:t>jaagarichu</a:t>
            </a: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poraaduvaan</a:t>
            </a:r>
            <a:endParaRPr lang="sv-SE" sz="2800" b="0" i="0" err="1">
              <a:effectLst/>
              <a:latin typeface="Calibri"/>
              <a:ea typeface="Calibri"/>
              <a:cs typeface="Calibri"/>
            </a:endParaRP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ninte sahaayam nalkuka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ente mahaapurohitha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F3206F9-E890-58AC-0628-DDAF51E2655E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>
                <a:effectLst/>
                <a:latin typeface="ML-TTKarthika" panose="04000000000000000000" pitchFamily="82" charset="0"/>
              </a:rPr>
              <a:t>{]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mÀ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°\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bmÂ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Ft¸mgpw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Rm³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PmKcn¨p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t]mcmSphm³</a:t>
            </a: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nsâ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klmbw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evIpI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Fsâ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alm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]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ptcmlnXm</a:t>
            </a:r>
            <a:endParaRPr lang="en-SG" sz="28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845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F360-0DF3-1C31-E6BD-B0BD8C1A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DAD8-A1DC-8E56-7B10-77BB3FA6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0424D-F0E1-8E18-5C16-8A515E5FAF9C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1D2852-7778-B5E3-81E9-DB1D33D3578F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AA8C78ED-8297-D21F-DE7B-DFE971CC8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D9483A-1760-3E37-97F8-8E17BC0CF454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urappikkenne en naadha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nirakka enne shuddhaathma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kristhen mahathwathaale njaan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muttum niranju shobhippaan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BB8AB75-7977-1279-0C4F-7C954F61D580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err="1">
                <a:effectLst/>
                <a:latin typeface="ML-TTKarthika" panose="04000000000000000000" pitchFamily="82" charset="0"/>
              </a:rPr>
              <a:t>Dd¸ns¡s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F³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mYm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nsd¡sbs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ip²mßm</a:t>
            </a: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{InkvX³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alXz¯mse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Rm³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apäpw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ndªp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tim`n¸m³</a:t>
            </a:r>
          </a:p>
          <a:p>
            <a:endParaRPr lang="en-SG" sz="28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012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18EB-111B-E7F5-993D-2F997CC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F670-F0BD-51FA-069B-44974213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7E83F-BE08-9C1D-ABAD-EDCBC1D96692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7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C79CF43-7711-8E10-F40B-C1F05EB76E5B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42E155D2-E76B-8F52-788B-1E8FFB8B3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21A599-5D5B-F52B-F619-7025EF783A6F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err="1">
                <a:latin typeface="Calibri"/>
                <a:ea typeface="Calibri"/>
                <a:cs typeface="Calibri"/>
              </a:rPr>
              <a:t>yeshuvin</a:t>
            </a:r>
            <a:r>
              <a:rPr lang="sv-SE" sz="2800"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koode</a:t>
            </a:r>
            <a:r>
              <a:rPr lang="sv-SE" sz="2800"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latin typeface="Calibri"/>
                <a:ea typeface="Calibri"/>
                <a:cs typeface="Calibri"/>
              </a:rPr>
              <a:t>thaazhuvaan</a:t>
            </a:r>
            <a:r>
              <a:rPr lang="sv-SE" sz="2800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sv-SE" sz="2800" err="1">
                <a:ea typeface="Calibri"/>
                <a:cs typeface="Calibri"/>
              </a:rPr>
              <a:t>yeshuvin</a:t>
            </a:r>
            <a:r>
              <a:rPr lang="sv-SE" sz="280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koode</a:t>
            </a:r>
            <a:r>
              <a:rPr lang="sv-SE" sz="280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vaazhuvaan</a:t>
            </a:r>
          </a:p>
          <a:p>
            <a:r>
              <a:rPr lang="sv-SE" sz="2800" err="1">
                <a:ea typeface="Calibri"/>
                <a:cs typeface="Calibri"/>
              </a:rPr>
              <a:t>Yeshuvil</a:t>
            </a:r>
            <a:r>
              <a:rPr lang="sv-SE" sz="280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nithyam</a:t>
            </a:r>
            <a:r>
              <a:rPr lang="sv-SE" sz="280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cheruvaan</a:t>
            </a:r>
          </a:p>
          <a:p>
            <a:r>
              <a:rPr lang="sv-SE" sz="2800" err="1">
                <a:ea typeface="Calibri"/>
                <a:cs typeface="Calibri"/>
              </a:rPr>
              <a:t>evaye</a:t>
            </a:r>
            <a:r>
              <a:rPr lang="sv-SE" sz="280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kaamshikkunnu</a:t>
            </a:r>
            <a:r>
              <a:rPr lang="sv-SE" sz="2800">
                <a:ea typeface="Calibri"/>
                <a:cs typeface="Calibri"/>
              </a:rPr>
              <a:t> </a:t>
            </a:r>
            <a:r>
              <a:rPr lang="sv-SE" sz="2800" err="1">
                <a:ea typeface="Calibri"/>
                <a:cs typeface="Calibri"/>
              </a:rPr>
              <a:t>njaan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77AE8EF-6C9F-F1C4-C983-D2327CE76B8E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യേശുവി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ൻ </a:t>
            </a:r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കൂടെ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 </a:t>
            </a:r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താഴുവാ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ൻ</a:t>
            </a:r>
            <a:endParaRPr lang="en-US" sz="2100">
              <a:latin typeface="Kartika"/>
              <a:ea typeface="Calibri"/>
              <a:cs typeface="Calibri"/>
            </a:endParaRPr>
          </a:p>
          <a:p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യേശുവി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ൻ </a:t>
            </a:r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കൂടെ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 </a:t>
            </a:r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വാഴുവാ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ൻ</a:t>
            </a:r>
            <a:endParaRPr lang="en-SG" sz="2100">
              <a:latin typeface="Kartika"/>
              <a:ea typeface="Calibri"/>
              <a:cs typeface="Calibri"/>
            </a:endParaRPr>
          </a:p>
          <a:p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യേശുവി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ൽ </a:t>
            </a:r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നിത്യം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 </a:t>
            </a:r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ചേരുവാ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ൻ</a:t>
            </a:r>
            <a:endParaRPr lang="en-SG" sz="2100">
              <a:latin typeface="Kartika"/>
              <a:ea typeface="Calibri"/>
              <a:cs typeface="Calibri"/>
            </a:endParaRPr>
          </a:p>
          <a:p>
            <a:r>
              <a:rPr lang="en-SG" sz="2100" err="1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ഇവയെ</a:t>
            </a:r>
            <a:r>
              <a:rPr lang="en-SG" sz="2100">
                <a:solidFill>
                  <a:srgbClr val="000000"/>
                </a:solidFill>
                <a:latin typeface="Kartika"/>
                <a:ea typeface="+mn-lt"/>
                <a:cs typeface="+mn-lt"/>
              </a:rPr>
              <a:t> </a:t>
            </a:r>
            <a:r>
              <a:rPr lang="en-SG" sz="2100" err="1">
                <a:latin typeface="Kartika"/>
                <a:ea typeface="+mn-lt"/>
                <a:cs typeface="+mn-lt"/>
              </a:rPr>
              <a:t>കാംക്ഷിക്കുന്നു</a:t>
            </a:r>
            <a:r>
              <a:rPr lang="en-SG" sz="2100">
                <a:latin typeface="Kartika"/>
                <a:ea typeface="+mn-lt"/>
                <a:cs typeface="+mn-lt"/>
              </a:rPr>
              <a:t> </a:t>
            </a:r>
            <a:r>
              <a:rPr lang="en-SG" sz="2100" err="1">
                <a:latin typeface="Kartika"/>
                <a:ea typeface="+mn-lt"/>
                <a:cs typeface="+mn-lt"/>
              </a:rPr>
              <a:t>ഞാ</a:t>
            </a:r>
            <a:r>
              <a:rPr lang="en-SG" sz="2100">
                <a:latin typeface="Kartika"/>
                <a:ea typeface="+mn-lt"/>
                <a:cs typeface="+mn-lt"/>
              </a:rPr>
              <a:t>ൻ.</a:t>
            </a:r>
            <a:endParaRPr lang="en-SG" sz="2100">
              <a:latin typeface="Kartika"/>
              <a:ea typeface="Calibri"/>
              <a:cs typeface="Calibri"/>
            </a:endParaRPr>
          </a:p>
          <a:p>
            <a:endParaRPr lang="en-SG" sz="2100">
              <a:latin typeface="Kartika"/>
              <a:ea typeface="Calibri"/>
              <a:cs typeface="Calibri"/>
            </a:endParaRPr>
          </a:p>
          <a:p>
            <a:endParaRPr lang="en-SG" sz="23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41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1569-5AEC-09D2-98BA-70DD7CB7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FAD3-7719-0F1C-D437-AC9BEC21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 - </a:t>
            </a:r>
            <a:r>
              <a:rPr lang="en-GB" i="1" err="1">
                <a:latin typeface="Segoe UI"/>
                <a:cs typeface="Segoe UI"/>
              </a:rPr>
              <a:t>yeshuveppole</a:t>
            </a:r>
            <a:r>
              <a:rPr lang="en-GB" i="1">
                <a:latin typeface="Segoe UI"/>
                <a:cs typeface="Segoe UI"/>
              </a:rPr>
              <a:t> </a:t>
            </a:r>
            <a:r>
              <a:rPr lang="en-GB" i="1" err="1">
                <a:latin typeface="Segoe UI"/>
                <a:cs typeface="Segoe UI"/>
              </a:rPr>
              <a:t>aakuvaan</a:t>
            </a:r>
            <a:endParaRPr lang="en-GB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0A533-2C33-ED3A-462B-A80847320B36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8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BBD9DC-5943-F905-2B96-79A483E14584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DE816CD6-8511-1076-66E8-CE4C18E35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210A68-EDAC-693D-30B1-30B3CEC83C03}"/>
              </a:ext>
            </a:extLst>
          </p:cNvPr>
          <p:cNvSpPr/>
          <p:nvPr/>
        </p:nvSpPr>
        <p:spPr>
          <a:xfrm>
            <a:off x="62093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urappikkenne en naadha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nirakka enne shuddhaathma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kristhen mahathwathaale njaan</a:t>
            </a:r>
          </a:p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muttum niranju shobhippaan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E902230-B9AB-AE7E-7AC7-892C858DBD80}"/>
              </a:ext>
            </a:extLst>
          </p:cNvPr>
          <p:cNvSpPr txBox="1"/>
          <p:nvPr/>
        </p:nvSpPr>
        <p:spPr>
          <a:xfrm>
            <a:off x="959771" y="2817501"/>
            <a:ext cx="4994802" cy="166509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0" err="1">
                <a:effectLst/>
                <a:latin typeface="ML-TTKarthika" panose="04000000000000000000" pitchFamily="82" charset="0"/>
              </a:rPr>
              <a:t>Dd¸ns¡s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F³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mYm</a:t>
            </a:r>
            <a:endParaRPr lang="en-SG" sz="2800" i="0">
              <a:effectLst/>
              <a:latin typeface="ML-TTKarthika" panose="04000000000000000000" pitchFamily="82" charset="0"/>
            </a:endParaRP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nsd¡sbs</a:t>
            </a:r>
            <a:r>
              <a:rPr lang="en-SG" sz="2800" i="0">
                <a:effectLst/>
                <a:latin typeface="ML-TTKarthika" panose="04000000000000000000" pitchFamily="82" charset="0"/>
              </a:rPr>
              <a:t>¶ ip²mßm</a:t>
            </a:r>
          </a:p>
          <a:p>
            <a:r>
              <a:rPr lang="en-SG" sz="2800" i="0">
                <a:effectLst/>
                <a:latin typeface="ML-TTKarthika" panose="04000000000000000000" pitchFamily="82" charset="0"/>
              </a:rPr>
              <a:t>{InkvX³ 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alXz¯mse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Rm³</a:t>
            </a:r>
          </a:p>
          <a:p>
            <a:r>
              <a:rPr lang="en-SG" sz="2800" i="0" err="1">
                <a:effectLst/>
                <a:latin typeface="ML-TTKarthika" panose="04000000000000000000" pitchFamily="82" charset="0"/>
              </a:rPr>
              <a:t>apäpw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\</a:t>
            </a:r>
            <a:r>
              <a:rPr lang="en-SG" sz="2800" i="0" err="1">
                <a:effectLst/>
                <a:latin typeface="ML-TTKarthika" panose="04000000000000000000" pitchFamily="82" charset="0"/>
              </a:rPr>
              <a:t>ndªp</a:t>
            </a:r>
            <a:r>
              <a:rPr lang="en-SG" sz="2800" i="0">
                <a:effectLst/>
                <a:latin typeface="ML-TTKarthika" panose="04000000000000000000" pitchFamily="82" charset="0"/>
              </a:rPr>
              <a:t> tim`n¸m³</a:t>
            </a:r>
          </a:p>
          <a:p>
            <a:endParaRPr lang="en-SG" sz="2800" i="0">
              <a:effectLst/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52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7255-1FAC-CCC8-F9C0-70805AC9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A8894A-03E8-2A4A-31A5-D5170570F7F7}"/>
              </a:ext>
            </a:extLst>
          </p:cNvPr>
          <p:cNvSpPr txBox="1">
            <a:spLocks/>
          </p:cNvSpPr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2068073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C4298-C2CF-3D69-4C36-764DECDE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9FEA-70BD-3426-4FD8-749CA82CB5F0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ente</a:t>
            </a:r>
            <a:r>
              <a:rPr lang="en-GB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paapa</a:t>
            </a:r>
            <a:r>
              <a:rPr lang="en-GB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6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bhaaramellaam</a:t>
            </a:r>
            <a:endParaRPr lang="en-GB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167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Confession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466D9-7833-DDA1-D1BC-EBA82DC637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/>
                <a:cs typeface="Segoe UI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ion: 1 of 1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55C0027-7B95-D15E-FF72-BE5EC6C04B0E}"/>
              </a:ext>
            </a:extLst>
          </p:cNvPr>
          <p:cNvSpPr txBox="1"/>
          <p:nvPr/>
        </p:nvSpPr>
        <p:spPr>
          <a:xfrm>
            <a:off x="1208405" y="573019"/>
            <a:ext cx="4069618" cy="24929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600" err="1"/>
              <a:t>ente</a:t>
            </a:r>
            <a:r>
              <a:rPr lang="en-SG" sz="2600"/>
              <a:t> </a:t>
            </a:r>
            <a:r>
              <a:rPr lang="en-SG" sz="2600" err="1"/>
              <a:t>paapa</a:t>
            </a:r>
            <a:r>
              <a:rPr lang="en-SG" sz="2600"/>
              <a:t> </a:t>
            </a:r>
            <a:r>
              <a:rPr lang="en-SG" sz="2600" err="1"/>
              <a:t>bhaaramellaam</a:t>
            </a:r>
            <a:endParaRPr lang="en-SG" sz="2600">
              <a:ea typeface="Calibri"/>
              <a:cs typeface="Calibri"/>
            </a:endParaRPr>
          </a:p>
          <a:p>
            <a:r>
              <a:rPr lang="en-SG" sz="2600" err="1"/>
              <a:t>thante</a:t>
            </a:r>
            <a:r>
              <a:rPr lang="en-SG" sz="2600"/>
              <a:t> </a:t>
            </a:r>
            <a:r>
              <a:rPr lang="en-SG" sz="2600" err="1"/>
              <a:t>chumalil</a:t>
            </a:r>
            <a:r>
              <a:rPr lang="en-SG" sz="2600"/>
              <a:t> </a:t>
            </a:r>
            <a:r>
              <a:rPr lang="en-SG" sz="2600" err="1"/>
              <a:t>ettukondu</a:t>
            </a:r>
            <a:endParaRPr lang="en-SG" sz="2600">
              <a:ea typeface="Calibri"/>
              <a:cs typeface="Calibri"/>
            </a:endParaRPr>
          </a:p>
          <a:p>
            <a:r>
              <a:rPr lang="en-SG" sz="2600" err="1"/>
              <a:t>enikkaai</a:t>
            </a:r>
            <a:r>
              <a:rPr lang="en-SG" sz="2600"/>
              <a:t> </a:t>
            </a:r>
            <a:r>
              <a:rPr lang="en-SG" sz="2600" err="1"/>
              <a:t>kurishil</a:t>
            </a:r>
            <a:r>
              <a:rPr lang="en-SG" sz="2600"/>
              <a:t> </a:t>
            </a:r>
            <a:r>
              <a:rPr lang="en-SG" sz="2600" err="1"/>
              <a:t>marichu</a:t>
            </a:r>
            <a:endParaRPr lang="en-SG" sz="2600">
              <a:ea typeface="Calibri"/>
              <a:cs typeface="Calibri"/>
            </a:endParaRPr>
          </a:p>
          <a:p>
            <a:r>
              <a:rPr lang="en-SG" sz="2600" err="1"/>
              <a:t>ente</a:t>
            </a:r>
            <a:r>
              <a:rPr lang="en-SG" sz="2600"/>
              <a:t> </a:t>
            </a:r>
            <a:r>
              <a:rPr lang="en-SG" sz="2600" err="1"/>
              <a:t>yeshu</a:t>
            </a:r>
            <a:r>
              <a:rPr lang="en-SG" sz="2600"/>
              <a:t> </a:t>
            </a:r>
            <a:r>
              <a:rPr lang="en-SG" sz="2600" err="1"/>
              <a:t>ethra</a:t>
            </a:r>
            <a:r>
              <a:rPr lang="en-SG" sz="2600"/>
              <a:t> </a:t>
            </a:r>
            <a:r>
              <a:rPr lang="en-SG" sz="2600" err="1"/>
              <a:t>nallavan</a:t>
            </a:r>
            <a:endParaRPr lang="en-SG" sz="2600">
              <a:ea typeface="Calibri"/>
              <a:cs typeface="Calibri"/>
            </a:endParaRPr>
          </a:p>
          <a:p>
            <a:r>
              <a:rPr lang="en-SG" sz="2600" err="1"/>
              <a:t>enikkaai</a:t>
            </a:r>
            <a:r>
              <a:rPr lang="en-SG" sz="2600"/>
              <a:t> </a:t>
            </a:r>
            <a:r>
              <a:rPr lang="en-SG" sz="2600" err="1"/>
              <a:t>kurishil</a:t>
            </a:r>
            <a:r>
              <a:rPr lang="en-SG" sz="2600"/>
              <a:t> </a:t>
            </a:r>
            <a:r>
              <a:rPr lang="en-SG" sz="2600" err="1"/>
              <a:t>marichu</a:t>
            </a:r>
            <a:endParaRPr lang="en-SG" sz="2600">
              <a:ea typeface="Calibri"/>
              <a:cs typeface="Calibri"/>
            </a:endParaRPr>
          </a:p>
          <a:p>
            <a:r>
              <a:rPr lang="en-SG" sz="2600" err="1"/>
              <a:t>ente</a:t>
            </a:r>
            <a:r>
              <a:rPr lang="en-SG" sz="2600"/>
              <a:t> </a:t>
            </a:r>
            <a:r>
              <a:rPr lang="en-SG" sz="2600" err="1"/>
              <a:t>yeshu</a:t>
            </a:r>
            <a:r>
              <a:rPr lang="en-SG" sz="2600"/>
              <a:t> </a:t>
            </a:r>
            <a:r>
              <a:rPr lang="en-SG" sz="2600" err="1"/>
              <a:t>ethra</a:t>
            </a:r>
            <a:r>
              <a:rPr lang="en-SG" sz="2600"/>
              <a:t> </a:t>
            </a:r>
            <a:r>
              <a:rPr lang="en-SG" sz="2600" err="1"/>
              <a:t>nallavan</a:t>
            </a:r>
            <a:endParaRPr lang="en-SG" sz="2600" b="0" i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10A4F-B842-1063-B538-A5D4E268884D}"/>
              </a:ext>
            </a:extLst>
          </p:cNvPr>
          <p:cNvSpPr txBox="1"/>
          <p:nvPr/>
        </p:nvSpPr>
        <p:spPr>
          <a:xfrm>
            <a:off x="2512815" y="3124497"/>
            <a:ext cx="499794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latin typeface="open sans"/>
                <a:ea typeface="open sans"/>
                <a:cs typeface="open sans"/>
              </a:rPr>
              <a:t>എന്‍റെ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പാപ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ഭാരമെല്ലാം</a:t>
            </a: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br>
              <a:rPr lang="en-US" sz="2000"/>
            </a:br>
            <a:r>
              <a:rPr lang="en-US" sz="2000" err="1">
                <a:latin typeface="open sans"/>
                <a:ea typeface="open sans"/>
                <a:cs typeface="open sans"/>
              </a:rPr>
              <a:t>തന്‍റെ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ചുമലില്</a:t>
            </a:r>
            <a:r>
              <a:rPr lang="en-US" sz="2000">
                <a:latin typeface="open sans"/>
                <a:ea typeface="open sans"/>
                <a:cs typeface="open sans"/>
              </a:rPr>
              <a:t>‍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ഏറ്റുകൊണ്ട്</a:t>
            </a: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br>
              <a:rPr lang="en-US" sz="2000"/>
            </a:br>
            <a:r>
              <a:rPr lang="en-US" sz="2000" err="1">
                <a:latin typeface="open sans"/>
                <a:ea typeface="open sans"/>
                <a:cs typeface="open sans"/>
              </a:rPr>
              <a:t>എനിക്കായ്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കുരിശില്</a:t>
            </a:r>
            <a:r>
              <a:rPr lang="en-US" sz="2000">
                <a:latin typeface="open sans"/>
                <a:ea typeface="open sans"/>
                <a:cs typeface="open sans"/>
              </a:rPr>
              <a:t>‍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മരിച്ചു</a:t>
            </a:r>
            <a:r>
              <a:rPr lang="en-US" sz="2000">
                <a:latin typeface="open sans"/>
                <a:ea typeface="open sans"/>
                <a:cs typeface="open sans"/>
              </a:rPr>
              <a:t>  </a:t>
            </a:r>
            <a:br>
              <a:rPr lang="en-US" sz="2000"/>
            </a:br>
            <a:r>
              <a:rPr lang="en-US" sz="2000" err="1">
                <a:latin typeface="open sans"/>
                <a:ea typeface="open sans"/>
                <a:cs typeface="open sans"/>
              </a:rPr>
              <a:t>എന്‍റെ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യേശു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എത്ര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നല്ലവന്</a:t>
            </a:r>
            <a:r>
              <a:rPr lang="en-US" sz="2000">
                <a:latin typeface="open sans"/>
                <a:ea typeface="open sans"/>
                <a:cs typeface="open sans"/>
              </a:rPr>
              <a:t>‍</a:t>
            </a:r>
            <a:endParaRPr lang="en-US" sz="2000">
              <a:latin typeface="Calibri" panose="020F0502020204030204"/>
              <a:ea typeface="Calibri"/>
              <a:cs typeface="Calibri"/>
            </a:endParaRPr>
          </a:p>
          <a:p>
            <a:r>
              <a:rPr lang="en-US" sz="2000" err="1">
                <a:ea typeface="+mn-lt"/>
                <a:cs typeface="+mn-lt"/>
              </a:rPr>
              <a:t>എനിക്കായ്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കുരിശില്</a:t>
            </a:r>
            <a:r>
              <a:rPr lang="en-US" sz="2000">
                <a:ea typeface="+mn-lt"/>
                <a:cs typeface="+mn-lt"/>
              </a:rPr>
              <a:t>‍ </a:t>
            </a:r>
            <a:r>
              <a:rPr lang="en-US" sz="2000" err="1">
                <a:ea typeface="+mn-lt"/>
                <a:cs typeface="+mn-lt"/>
              </a:rPr>
              <a:t>മരിച്ചു</a:t>
            </a:r>
            <a:r>
              <a:rPr lang="en-US" sz="2000">
                <a:ea typeface="+mn-lt"/>
                <a:cs typeface="+mn-lt"/>
              </a:rPr>
              <a:t>  </a:t>
            </a:r>
            <a:br>
              <a:rPr lang="en-US" sz="2000">
                <a:ea typeface="+mn-lt"/>
                <a:cs typeface="+mn-lt"/>
              </a:rPr>
            </a:br>
            <a:r>
              <a:rPr lang="en-US" sz="2000" err="1">
                <a:ea typeface="+mn-lt"/>
                <a:cs typeface="+mn-lt"/>
              </a:rPr>
              <a:t>എന്‍റെ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യേശു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എത്ര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നല്ലവന്</a:t>
            </a:r>
            <a:r>
              <a:rPr lang="en-US" sz="2000">
                <a:ea typeface="+mn-lt"/>
                <a:cs typeface="+mn-lt"/>
              </a:rPr>
              <a:t>‍ </a:t>
            </a: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D121BB2-361F-2D09-A542-46F9AC7E6634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0306" y="760024"/>
            <a:ext cx="8694644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mannaaye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 </a:t>
            </a:r>
            <a:r>
              <a:rPr lang="en-US" sz="2800" err="1">
                <a:latin typeface="Calibri"/>
                <a:ea typeface="Calibri"/>
                <a:cs typeface="Segoe UI"/>
              </a:rPr>
              <a:t>jeeva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appamaam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!... </a:t>
            </a:r>
            <a:r>
              <a:rPr lang="en-US" sz="2800" err="1">
                <a:latin typeface="Calibri"/>
                <a:ea typeface="Calibri"/>
                <a:cs typeface="Segoe UI"/>
              </a:rPr>
              <a:t>divya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mozhiyaam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mannaayaam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yeshuve</a:t>
            </a:r>
            <a:r>
              <a:rPr lang="en-US" sz="2800">
                <a:latin typeface="Calibri"/>
                <a:ea typeface="Calibri"/>
                <a:cs typeface="Segoe UI"/>
              </a:rPr>
              <a:t>  naam </a:t>
            </a:r>
            <a:r>
              <a:rPr lang="en-US" sz="2800" err="1">
                <a:latin typeface="Calibri"/>
                <a:ea typeface="Calibri"/>
                <a:cs typeface="Segoe UI"/>
              </a:rPr>
              <a:t>modhamode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ennekkum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jeevichu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nithyaanandham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labhyamaakaan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3701" y="2895057"/>
            <a:ext cx="86946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A¸amw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¡!..... </a:t>
            </a:r>
            <a:r>
              <a:rPr lang="en-US" sz="2800" err="1">
                <a:latin typeface="ML-TTKarthika" panose="04000000000000000000" pitchFamily="82" charset="0"/>
              </a:rPr>
              <a:t>Znhysamgnbmw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a¶mbmw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tbipth</a:t>
            </a:r>
            <a:r>
              <a:rPr lang="en-US" sz="2800">
                <a:latin typeface="ML-TTKarthika" panose="04000000000000000000" pitchFamily="82" charset="0"/>
              </a:rPr>
              <a:t> \mw </a:t>
            </a:r>
            <a:r>
              <a:rPr lang="en-US" sz="2800" err="1">
                <a:latin typeface="ML-TTKarthika" panose="04000000000000000000" pitchFamily="82" charset="0"/>
              </a:rPr>
              <a:t>tamZtamsS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 </a:t>
            </a:r>
          </a:p>
          <a:p>
            <a:r>
              <a:rPr lang="en-US" sz="2800">
                <a:latin typeface="ML-TTKarthika" panose="04000000000000000000" pitchFamily="82" charset="0"/>
              </a:rPr>
              <a:t>Ft¶¡pw </a:t>
            </a:r>
            <a:r>
              <a:rPr lang="en-US" sz="2800" err="1">
                <a:latin typeface="ML-TTKarthika" panose="04000000000000000000" pitchFamily="82" charset="0"/>
              </a:rPr>
              <a:t>Pohn¨p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nXy</a:t>
            </a:r>
            <a:r>
              <a:rPr lang="en-US" sz="2800">
                <a:latin typeface="ML-TTKarthika" panose="04000000000000000000" pitchFamily="82" charset="0"/>
              </a:rPr>
              <a:t>\\</a:t>
            </a:r>
            <a:r>
              <a:rPr lang="en-US" sz="2800" err="1">
                <a:latin typeface="ML-TTKarthika" panose="04000000000000000000" pitchFamily="82" charset="0"/>
              </a:rPr>
              <a:t>vZw</a:t>
            </a:r>
            <a:r>
              <a:rPr lang="en-US" sz="2800">
                <a:latin typeface="ML-TTKarthika" panose="04000000000000000000" pitchFamily="82" charset="0"/>
              </a:rPr>
              <a:t> e`yamIm³</a:t>
            </a:r>
            <a:endParaRPr lang="en-US" sz="260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1 of 10</a:t>
            </a:r>
          </a:p>
        </p:txBody>
      </p:sp>
    </p:spTree>
    <p:extLst>
      <p:ext uri="{BB962C8B-B14F-4D97-AF65-F5344CB8AC3E}">
        <p14:creationId xmlns:p14="http://schemas.microsoft.com/office/powerpoint/2010/main" val="996924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0306" y="2801296"/>
            <a:ext cx="86946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A¸amw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¡!..... </a:t>
            </a:r>
            <a:r>
              <a:rPr lang="en-US" sz="2800" err="1">
                <a:latin typeface="ML-TTKarthika" panose="04000000000000000000" pitchFamily="82" charset="0"/>
              </a:rPr>
              <a:t>Znhysamgnbmw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1278435"/>
            <a:ext cx="869464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 </a:t>
            </a:r>
            <a:r>
              <a:rPr lang="en-US" sz="2800" err="1">
                <a:latin typeface="Calibri"/>
                <a:ea typeface="Calibri"/>
                <a:cs typeface="Segoe UI"/>
              </a:rPr>
              <a:t>jeeva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appamaam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!... </a:t>
            </a:r>
            <a:r>
              <a:rPr lang="en-US" sz="2800" err="1">
                <a:latin typeface="Calibri"/>
                <a:ea typeface="Calibri"/>
                <a:cs typeface="Segoe UI"/>
              </a:rPr>
              <a:t>dhivya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mozhiyaam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EE8EE-EB1A-C378-B39D-0A63B6C3857C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69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30307" y="1017458"/>
            <a:ext cx="869388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naasha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valayil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aashayattoraai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vaasam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cheyyaathe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shreeyeshuve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nambuka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krooshil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pathikka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kankalh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kaarunhyavaane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kaanhmaan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>
                <a:latin typeface="Calibri"/>
                <a:ea typeface="Calibri"/>
                <a:cs typeface="Segoe UI"/>
              </a:rPr>
              <a:t>maa </a:t>
            </a:r>
            <a:r>
              <a:rPr lang="en-US" sz="2800" err="1">
                <a:latin typeface="Calibri"/>
                <a:ea typeface="Calibri"/>
                <a:cs typeface="Segoe UI"/>
              </a:rPr>
              <a:t>shaapam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ellaam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ettha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maanuvel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chonnapole</a:t>
            </a:r>
            <a:endParaRPr lang="en-US" sz="2800">
              <a:latin typeface="Calibri"/>
              <a:ea typeface="Calibri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0306" y="2801295"/>
            <a:ext cx="869464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\mi </a:t>
            </a:r>
            <a:r>
              <a:rPr lang="en-US" sz="2800" err="1">
                <a:latin typeface="ML-TTKarthika" panose="04000000000000000000" pitchFamily="82" charset="0"/>
              </a:rPr>
              <a:t>hebnÂ</a:t>
            </a:r>
            <a:r>
              <a:rPr lang="en-US" sz="2800">
                <a:latin typeface="ML-TTKarthika" panose="04000000000000000000" pitchFamily="82" charset="0"/>
              </a:rPr>
              <a:t> \mw </a:t>
            </a:r>
            <a:r>
              <a:rPr lang="en-US" sz="2800" err="1">
                <a:latin typeface="ML-TTKarthika" panose="04000000000000000000" pitchFamily="82" charset="0"/>
              </a:rPr>
              <a:t>Bibtämcmbv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hmkw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sN¿msX</a:t>
            </a:r>
            <a:r>
              <a:rPr lang="en-US" sz="2800">
                <a:latin typeface="ML-TTKarthika" panose="04000000000000000000" pitchFamily="82" charset="0"/>
              </a:rPr>
              <a:t> {</a:t>
            </a:r>
            <a:r>
              <a:rPr lang="en-US" sz="2800" err="1">
                <a:latin typeface="ML-TTKarthika" panose="04000000000000000000" pitchFamily="82" charset="0"/>
              </a:rPr>
              <a:t>iotbipth</a:t>
            </a:r>
            <a:r>
              <a:rPr lang="en-US" sz="2800">
                <a:latin typeface="ML-TTKarthika" panose="04000000000000000000" pitchFamily="82" charset="0"/>
              </a:rPr>
              <a:t> \¼pI </a:t>
            </a:r>
          </a:p>
          <a:p>
            <a:r>
              <a:rPr lang="en-US" sz="2800">
                <a:latin typeface="ML-TTKarthika" panose="04000000000000000000" pitchFamily="82" charset="0"/>
              </a:rPr>
              <a:t>{</a:t>
            </a:r>
            <a:r>
              <a:rPr lang="en-US" sz="2800" err="1">
                <a:latin typeface="ML-TTKarthika" panose="04000000000000000000" pitchFamily="82" charset="0"/>
              </a:rPr>
              <a:t>IqinÂ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¡ I¬IÄ </a:t>
            </a:r>
            <a:r>
              <a:rPr lang="en-US" sz="2800" err="1">
                <a:latin typeface="ML-TTKarthika" panose="04000000000000000000" pitchFamily="82" charset="0"/>
              </a:rPr>
              <a:t>ImcpWyhms</a:t>
            </a:r>
            <a:r>
              <a:rPr lang="en-US" sz="2800">
                <a:latin typeface="ML-TTKarthika" panose="04000000000000000000" pitchFamily="82" charset="0"/>
              </a:rPr>
              <a:t>\ Im¬am³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amim</a:t>
            </a:r>
            <a:r>
              <a:rPr lang="en-US" sz="2800">
                <a:latin typeface="ML-TTKarthika" panose="04000000000000000000" pitchFamily="82" charset="0"/>
              </a:rPr>
              <a:t>] </a:t>
            </a:r>
            <a:r>
              <a:rPr lang="en-US" sz="2800" err="1">
                <a:latin typeface="ML-TTKarthika" panose="04000000000000000000" pitchFamily="82" charset="0"/>
              </a:rPr>
              <a:t>saÃmtaä</a:t>
            </a:r>
            <a:r>
              <a:rPr lang="en-US" sz="2800">
                <a:latin typeface="ML-TTKarthika" panose="04000000000000000000" pitchFamily="82" charset="0"/>
              </a:rPr>
              <a:t> am\</a:t>
            </a:r>
            <a:r>
              <a:rPr lang="en-US" sz="2800" err="1">
                <a:latin typeface="ML-TTKarthika" panose="04000000000000000000" pitchFamily="82" charset="0"/>
              </a:rPr>
              <a:t>pthÂ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sNm¶t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60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3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28F9E-241D-97E7-0BAD-BCA0226850F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1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0306" y="2801296"/>
            <a:ext cx="86946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A¸amw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¡!..... </a:t>
            </a:r>
            <a:r>
              <a:rPr lang="en-US" sz="2800" err="1">
                <a:latin typeface="ML-TTKarthika" panose="04000000000000000000" pitchFamily="82" charset="0"/>
              </a:rPr>
              <a:t>Znhysamgnbmw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4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1278435"/>
            <a:ext cx="869464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 </a:t>
            </a:r>
            <a:r>
              <a:rPr lang="en-US" sz="2800" err="1">
                <a:latin typeface="Calibri"/>
                <a:ea typeface="Calibri"/>
                <a:cs typeface="Segoe UI"/>
              </a:rPr>
              <a:t>jeeva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appamaam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!... </a:t>
            </a:r>
            <a:r>
              <a:rPr lang="en-US" sz="2800" err="1">
                <a:latin typeface="Calibri"/>
                <a:ea typeface="Calibri"/>
                <a:cs typeface="Segoe UI"/>
              </a:rPr>
              <a:t>dhivya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mozhiyaam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5F934-E77A-C501-6F0E-F72D62812C11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54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30306" y="1017458"/>
            <a:ext cx="869388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thinnunnavan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ennaale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jeevikkum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ennilor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paapi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vishvaasam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vachidukil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jeevikkum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avan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vishakkayilla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dhaahikkayilla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chonna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yeshuvaam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0306" y="2801296"/>
            <a:ext cx="869464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Fs¶ Xn¶p¶h³ </a:t>
            </a:r>
            <a:r>
              <a:rPr lang="en-US" sz="2800" err="1">
                <a:latin typeface="ML-TTKarthika" panose="04000000000000000000" pitchFamily="82" charset="0"/>
              </a:rPr>
              <a:t>F¶mse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Pohn¡pw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F¶ntemÀ</a:t>
            </a:r>
            <a:r>
              <a:rPr lang="en-US" sz="2800">
                <a:latin typeface="ML-TTKarthika" panose="04000000000000000000" pitchFamily="82" charset="0"/>
              </a:rPr>
              <a:t> ]m]n </a:t>
            </a:r>
            <a:r>
              <a:rPr lang="en-US" sz="2800" err="1">
                <a:latin typeface="ML-TTKarthika" panose="04000000000000000000" pitchFamily="82" charset="0"/>
              </a:rPr>
              <a:t>hnizmkw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h¨nSpInÂ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Pohn¡pahs</a:t>
            </a:r>
            <a:r>
              <a:rPr lang="en-US" sz="2800">
                <a:latin typeface="ML-TTKarthika" panose="04000000000000000000" pitchFamily="82" charset="0"/>
              </a:rPr>
              <a:t>\¶pw </a:t>
            </a:r>
            <a:r>
              <a:rPr lang="en-US" sz="2800" err="1">
                <a:latin typeface="ML-TTKarthika" panose="04000000000000000000" pitchFamily="82" charset="0"/>
              </a:rPr>
              <a:t>hni¡bnÃ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Zmln¡bnÃ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F¶psNm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  <a:r>
              <a:rPr lang="en-US" sz="2800" err="1">
                <a:latin typeface="ML-TTKarthika" panose="04000000000000000000" pitchFamily="82" charset="0"/>
              </a:rPr>
              <a:t>tbiphmw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60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5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7F3D5-9814-94F6-1A95-772CC050C3CF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25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0306" y="2801296"/>
            <a:ext cx="86946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A¸amw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¡!..... </a:t>
            </a:r>
            <a:r>
              <a:rPr lang="en-US" sz="2800" err="1">
                <a:latin typeface="ML-TTKarthika" panose="04000000000000000000" pitchFamily="82" charset="0"/>
              </a:rPr>
              <a:t>Znhysamgnbmw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6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1278435"/>
            <a:ext cx="869464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 </a:t>
            </a:r>
            <a:r>
              <a:rPr lang="en-US" sz="2800" err="1">
                <a:latin typeface="Calibri"/>
                <a:ea typeface="Calibri"/>
                <a:cs typeface="Segoe UI"/>
              </a:rPr>
              <a:t>jeeva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appamaam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!... </a:t>
            </a:r>
            <a:r>
              <a:rPr lang="en-US" sz="2800" err="1">
                <a:latin typeface="Calibri"/>
                <a:ea typeface="Calibri"/>
                <a:cs typeface="Segoe UI"/>
              </a:rPr>
              <a:t>dhivya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mozhiyaam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66367-E4B5-009B-F600-E0F1709EF1A4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54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30306" y="1017458"/>
            <a:ext cx="871369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jeeva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pithaavenne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bhoovinkal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ayachchu</a:t>
            </a:r>
            <a:endParaRPr lang="en-US" sz="2800">
              <a:latin typeface="Calibri"/>
              <a:ea typeface="Calibri"/>
              <a:cs typeface="Segoe UI" panose="020B0502040204020203" pitchFamily="34" charset="0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jeevicheedunnathum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thaathan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moolamallo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bhujippavannum</a:t>
            </a:r>
            <a:r>
              <a:rPr lang="en-US" sz="2800"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latin typeface="Calibri"/>
                <a:ea typeface="Calibri"/>
                <a:cs typeface="Segoe UI"/>
              </a:rPr>
              <a:t>awannham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moolamaai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unnatha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jeevanundaam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chonna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naadhanaam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0306" y="2801296"/>
            <a:ext cx="869464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nXmshs</a:t>
            </a:r>
            <a:r>
              <a:rPr lang="en-US" sz="2800">
                <a:latin typeface="ML-TTKarthika" panose="04000000000000000000" pitchFamily="82" charset="0"/>
              </a:rPr>
              <a:t>¶ `</a:t>
            </a:r>
            <a:r>
              <a:rPr lang="en-US" sz="2800" err="1">
                <a:latin typeface="ML-TTKarthika" panose="04000000000000000000" pitchFamily="82" charset="0"/>
              </a:rPr>
              <a:t>qhn¦eb¨p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Pohn¨oSp¶Xpw</a:t>
            </a:r>
            <a:r>
              <a:rPr lang="en-US" sz="2800">
                <a:latin typeface="ML-TTKarthika" panose="04000000000000000000" pitchFamily="82" charset="0"/>
              </a:rPr>
              <a:t> XmX³ </a:t>
            </a:r>
            <a:r>
              <a:rPr lang="en-US" sz="2800" err="1">
                <a:latin typeface="ML-TTKarthika" panose="04000000000000000000" pitchFamily="82" charset="0"/>
              </a:rPr>
              <a:t>aqeatÃm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</a:p>
          <a:p>
            <a:r>
              <a:rPr lang="en-US" sz="2800">
                <a:latin typeface="ML-TTKarthika" panose="04000000000000000000" pitchFamily="82" charset="0"/>
              </a:rPr>
              <a:t>Fs¶ `</a:t>
            </a:r>
            <a:r>
              <a:rPr lang="en-US" sz="2800" err="1">
                <a:latin typeface="ML-TTKarthika" panose="04000000000000000000" pitchFamily="82" charset="0"/>
              </a:rPr>
              <a:t>pPn¸h¶pw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AÆ®w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aqeambv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D¶X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p¬Smw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F¶psNm</a:t>
            </a:r>
            <a:r>
              <a:rPr lang="en-US" sz="2800">
                <a:latin typeface="ML-TTKarthika" panose="04000000000000000000" pitchFamily="82" charset="0"/>
              </a:rPr>
              <a:t>¶ \</a:t>
            </a:r>
            <a:r>
              <a:rPr lang="en-US" sz="2800" err="1">
                <a:latin typeface="ML-TTKarthika" panose="04000000000000000000" pitchFamily="82" charset="0"/>
              </a:rPr>
              <a:t>mY</a:t>
            </a:r>
            <a:r>
              <a:rPr lang="en-US" sz="2800">
                <a:latin typeface="ML-TTKarthika" panose="04000000000000000000" pitchFamily="82" charset="0"/>
              </a:rPr>
              <a:t>\mw</a:t>
            </a:r>
            <a:endParaRPr lang="en-US" sz="260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7 of 10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C07D1-8D6D-3807-FD9D-D0BB4B6FA8F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8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0306" y="2801296"/>
            <a:ext cx="86946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A¸amw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¡!..... </a:t>
            </a:r>
            <a:r>
              <a:rPr lang="en-US" sz="2800" err="1">
                <a:latin typeface="ML-TTKarthika" panose="04000000000000000000" pitchFamily="82" charset="0"/>
              </a:rPr>
              <a:t>Znhysamgnbmw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8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1278435"/>
            <a:ext cx="869464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 </a:t>
            </a:r>
            <a:r>
              <a:rPr lang="en-US" sz="2800" err="1">
                <a:latin typeface="Calibri"/>
                <a:ea typeface="Calibri"/>
                <a:cs typeface="Segoe UI"/>
              </a:rPr>
              <a:t>jeeva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appamaam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r>
              <a:rPr lang="en-US" sz="2800">
                <a:latin typeface="Calibri"/>
                <a:ea typeface="Calibri"/>
                <a:cs typeface="Segoe UI"/>
              </a:rPr>
              <a:t>!... </a:t>
            </a:r>
            <a:r>
              <a:rPr lang="en-US" sz="2800" err="1">
                <a:latin typeface="Calibri"/>
                <a:ea typeface="Calibri"/>
                <a:cs typeface="Segoe UI"/>
              </a:rPr>
              <a:t>dhivya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mozhiyaam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mannaye</a:t>
            </a:r>
            <a:r>
              <a:rPr lang="en-US" sz="2800">
                <a:latin typeface="Calibri"/>
                <a:ea typeface="Calibri"/>
                <a:cs typeface="Segoe UI"/>
              </a:rPr>
              <a:t> naam </a:t>
            </a:r>
            <a:r>
              <a:rPr lang="en-US" sz="2800" err="1">
                <a:latin typeface="Calibri"/>
                <a:ea typeface="Calibri"/>
                <a:cs typeface="Segoe UI"/>
              </a:rPr>
              <a:t>bhujikka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5F46F-6405-E3DD-F190-312CF18434DF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56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30306" y="1017458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vishvasikka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nee </a:t>
            </a:r>
            <a:r>
              <a:rPr lang="en-US" sz="2800" err="1">
                <a:latin typeface="Calibri"/>
                <a:ea typeface="Calibri"/>
                <a:cs typeface="Segoe UI"/>
              </a:rPr>
              <a:t>jeevikka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ennude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aathma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prakaasham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kaikkollhuka</a:t>
            </a:r>
            <a:endParaRPr lang="en-US" sz="2800">
              <a:latin typeface="Calibri"/>
              <a:ea typeface="Calibri"/>
              <a:cs typeface="Segoe UI" panose="020B0502040204020203" pitchFamily="34" charset="0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iruttil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nadakkayilla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idarri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veezhukayilla</a:t>
            </a:r>
            <a:endParaRPr lang="en-US" sz="2800">
              <a:latin typeface="Calibri"/>
              <a:ea typeface="Calibri"/>
              <a:cs typeface="Segoe UI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800" err="1">
                <a:latin typeface="Calibri"/>
                <a:ea typeface="Calibri"/>
                <a:cs typeface="Segoe UI"/>
              </a:rPr>
              <a:t>marikkilum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jeevichcheedum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vishwasippavan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0306" y="2801296"/>
            <a:ext cx="869464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hnizkn</a:t>
            </a:r>
            <a:r>
              <a:rPr lang="en-US" sz="2800">
                <a:latin typeface="ML-TTKarthika" panose="04000000000000000000" pitchFamily="82" charset="0"/>
              </a:rPr>
              <a:t>¡ </a:t>
            </a:r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Pohn</a:t>
            </a:r>
            <a:r>
              <a:rPr lang="en-US" sz="2800">
                <a:latin typeface="ML-TTKarthika" panose="04000000000000000000" pitchFamily="82" charset="0"/>
              </a:rPr>
              <a:t>¡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F¶psS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Bß</a:t>
            </a:r>
            <a:r>
              <a:rPr lang="en-US" sz="2800">
                <a:latin typeface="ML-TTKarthika" panose="04000000000000000000" pitchFamily="82" charset="0"/>
              </a:rPr>
              <a:t>{]</a:t>
            </a:r>
            <a:r>
              <a:rPr lang="en-US" sz="2800" err="1">
                <a:latin typeface="ML-TTKarthika" panose="04000000000000000000" pitchFamily="82" charset="0"/>
              </a:rPr>
              <a:t>Imiw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ssIs¡mÅpI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Ccp«nÂ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S¡bnÃ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CSdn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hogpIbnÃ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acn¡nepw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Pohn¨oSpw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hnizkn¸h³</a:t>
            </a:r>
            <a:endParaRPr lang="en-US" sz="260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9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19ABF-FD3D-B028-9A09-E8372EE48337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4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0306" y="2801296"/>
            <a:ext cx="86946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A¸amw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¡!..... </a:t>
            </a:r>
            <a:r>
              <a:rPr lang="en-US" sz="2800" err="1">
                <a:latin typeface="ML-TTKarthika" panose="04000000000000000000" pitchFamily="82" charset="0"/>
              </a:rPr>
              <a:t>Znhysamgnbmw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685783"/>
            <a:r>
              <a:rPr lang="en-US" sz="2800" err="1">
                <a:latin typeface="ML-TTKarthika" panose="04000000000000000000" pitchFamily="82" charset="0"/>
              </a:rPr>
              <a:t>a¶msb</a:t>
            </a:r>
            <a:r>
              <a:rPr lang="en-US" sz="2800">
                <a:latin typeface="ML-TTKarthika" panose="04000000000000000000" pitchFamily="82" charset="0"/>
              </a:rPr>
              <a:t> \mw `</a:t>
            </a:r>
            <a:r>
              <a:rPr lang="en-US" sz="2800" err="1">
                <a:latin typeface="ML-TTKarthika" panose="04000000000000000000" pitchFamily="82" charset="0"/>
              </a:rPr>
              <a:t>pPn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8468" y="4831355"/>
            <a:ext cx="1926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10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1278435"/>
            <a:ext cx="8694644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Segoe UI"/>
                <a:cs typeface="Segoe UI"/>
              </a:rPr>
              <a:t>mannaye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bhujikka</a:t>
            </a:r>
            <a:r>
              <a:rPr lang="en-US" sz="2800">
                <a:latin typeface="Segoe UI"/>
                <a:cs typeface="Segoe UI"/>
              </a:rPr>
              <a:t>! </a:t>
            </a:r>
            <a:r>
              <a:rPr lang="en-US" sz="2800" err="1">
                <a:latin typeface="Segoe UI"/>
                <a:cs typeface="Segoe UI"/>
              </a:rPr>
              <a:t>jeeva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appamaam</a:t>
            </a:r>
            <a:endParaRPr lang="en-US" sz="2800">
              <a:latin typeface="Segoe U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Segoe UI"/>
                <a:cs typeface="Segoe UI"/>
              </a:rPr>
              <a:t>mannaye</a:t>
            </a:r>
            <a:r>
              <a:rPr lang="en-US" sz="2800">
                <a:latin typeface="Segoe UI"/>
                <a:cs typeface="Segoe UI"/>
              </a:rPr>
              <a:t> naam </a:t>
            </a:r>
            <a:r>
              <a:rPr lang="en-US" sz="2800" err="1">
                <a:latin typeface="Segoe UI"/>
                <a:cs typeface="Segoe UI"/>
              </a:rPr>
              <a:t>bhujikka</a:t>
            </a:r>
            <a:r>
              <a:rPr lang="en-US" sz="2800">
                <a:latin typeface="Segoe UI"/>
                <a:cs typeface="Segoe UI"/>
              </a:rPr>
              <a:t>!... </a:t>
            </a:r>
            <a:r>
              <a:rPr lang="en-US" sz="2800" err="1">
                <a:latin typeface="Segoe UI"/>
                <a:cs typeface="Segoe UI"/>
              </a:rPr>
              <a:t>dhivya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mozhiyaam</a:t>
            </a:r>
            <a:endParaRPr lang="en-US" sz="2800">
              <a:latin typeface="Segoe UI"/>
              <a:cs typeface="Segoe UI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err="1">
                <a:latin typeface="Segoe UI"/>
                <a:cs typeface="Segoe UI"/>
              </a:rPr>
              <a:t>mannaye</a:t>
            </a:r>
            <a:r>
              <a:rPr lang="en-US" sz="2800">
                <a:latin typeface="Segoe UI"/>
                <a:cs typeface="Segoe UI"/>
              </a:rPr>
              <a:t> naam </a:t>
            </a:r>
            <a:r>
              <a:rPr lang="en-US" sz="2800" err="1">
                <a:latin typeface="Segoe UI"/>
                <a:cs typeface="Segoe UI"/>
              </a:rPr>
              <a:t>bhujikka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D8EEE-FA7A-08D5-5873-59ECF33D35C4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3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9F89-3C96-78C6-E5D2-E8983A91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3B9288D-0E7C-DD73-26C7-776EB86D35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C90B172-1F83-F2CC-2F41-3A872907702A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43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2A72-CC9E-7C97-9CB2-949A22CF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B20573-BC52-9CF2-66F9-2544B6BEBD23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2 : 1 of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36423-B1AE-54AF-86A3-A8DC16CA157D}"/>
              </a:ext>
            </a:extLst>
          </p:cNvPr>
          <p:cNvSpPr txBox="1"/>
          <p:nvPr/>
        </p:nvSpPr>
        <p:spPr>
          <a:xfrm>
            <a:off x="265338" y="2906783"/>
            <a:ext cx="8229601" cy="228662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PmXn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t`ZhmZw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XoÀ¶p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PmXnIsfm¶mbnSp¶p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bqZ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PmXnbpw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apXnÀ¶p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PmX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]</a:t>
            </a:r>
            <a:r>
              <a:rPr lang="en-US" sz="2400" err="1">
                <a:latin typeface="ML-TTKarthika"/>
              </a:rPr>
              <a:t>mSoSp¶p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latin typeface="ML-TTKarthika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EF2D5-4F48-0127-7C28-561CCC79E00E}"/>
              </a:ext>
            </a:extLst>
          </p:cNvPr>
          <p:cNvSpPr/>
          <p:nvPr/>
        </p:nvSpPr>
        <p:spPr>
          <a:xfrm>
            <a:off x="174642" y="468628"/>
            <a:ext cx="8409214" cy="243859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500" err="1">
                <a:latin typeface="Calibri"/>
                <a:ea typeface="Calibri"/>
                <a:cs typeface="Segoe UI"/>
              </a:rPr>
              <a:t>modham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athimodham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modham</a:t>
            </a:r>
            <a:r>
              <a:rPr lang="en-US" sz="2500">
                <a:latin typeface="Calibri"/>
                <a:ea typeface="Calibri"/>
                <a:cs typeface="Segoe UI"/>
              </a:rPr>
              <a:t> hey </a:t>
            </a:r>
            <a:r>
              <a:rPr lang="en-US" sz="2500" err="1">
                <a:latin typeface="Calibri"/>
                <a:ea typeface="Calibri"/>
                <a:cs typeface="Segoe UI"/>
              </a:rPr>
              <a:t>vaagdhathakaalam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saadharamananjeedunna</a:t>
            </a:r>
            <a:r>
              <a:rPr lang="en-US" sz="2500">
                <a:latin typeface="Calibri"/>
                <a:ea typeface="Calibri"/>
                <a:cs typeface="Segoe UI"/>
              </a:rPr>
              <a:t> ho</a:t>
            </a: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jaathi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bhedha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vaadham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theernnu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jaathikalh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onnaayidunnu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yoodha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jaathiyum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muthirnnu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jaathamodam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padeedunnu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athimodham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hey </a:t>
            </a:r>
            <a:r>
              <a:rPr lang="en-US" sz="2500" err="1">
                <a:latin typeface="Calibri"/>
                <a:ea typeface="Calibri"/>
                <a:cs typeface="Calibri"/>
              </a:rPr>
              <a:t>vaagdhathakaalam</a:t>
            </a:r>
            <a:endParaRPr lang="en-US" sz="2500">
              <a:latin typeface="Calibri"/>
              <a:ea typeface="Calibri"/>
              <a:cs typeface="Calibr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saadharamananjeedunna</a:t>
            </a:r>
            <a:r>
              <a:rPr lang="en-US" sz="2500">
                <a:latin typeface="Calibri"/>
                <a:ea typeface="Calibri"/>
                <a:cs typeface="Calibri"/>
              </a:rPr>
              <a:t> ho</a:t>
            </a:r>
          </a:p>
          <a:p>
            <a:endParaRPr lang="en-US" sz="2700">
              <a:latin typeface="Calibri"/>
              <a:ea typeface="Calibr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DD49AD9-F8BE-0E08-E48E-65882A9B3D8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846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70E4-6E07-8BF6-05F5-CC9F4952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C94E1D-4DDA-29D0-2CFF-B8C39700F39F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2 : 2 of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D8B5F-83D3-820C-0C0D-FBD445D44115}"/>
              </a:ext>
            </a:extLst>
          </p:cNvPr>
          <p:cNvSpPr txBox="1"/>
          <p:nvPr/>
        </p:nvSpPr>
        <p:spPr>
          <a:xfrm>
            <a:off x="184971" y="2906783"/>
            <a:ext cx="8229601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A¶p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Im</a:t>
            </a:r>
            <a:r>
              <a:rPr lang="en-US" sz="2400">
                <a:latin typeface="ML-TTKarthika"/>
              </a:rPr>
              <a:t>\\§Ä ]</a:t>
            </a:r>
            <a:r>
              <a:rPr lang="en-US" sz="2400" err="1">
                <a:latin typeface="ML-TTKarthika"/>
              </a:rPr>
              <a:t>q¡psa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kosbmsâ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a¡Ä</a:t>
            </a:r>
            <a:endParaRPr lang="en-US" sz="2400">
              <a:latin typeface="ML-TTKarthika"/>
            </a:endParaRPr>
          </a:p>
          <a:p>
            <a:r>
              <a:rPr lang="en-US" sz="2400">
                <a:latin typeface="ML-TTKarthika"/>
              </a:rPr>
              <a:t>\µ</a:t>
            </a:r>
            <a:r>
              <a:rPr lang="en-US" sz="2400" err="1">
                <a:latin typeface="ML-TTKarthika"/>
              </a:rPr>
              <a:t>ntbmsS</a:t>
            </a:r>
            <a:r>
              <a:rPr lang="en-US" sz="2400">
                <a:latin typeface="ML-TTKarthika"/>
              </a:rPr>
              <a:t> ]</a:t>
            </a:r>
            <a:r>
              <a:rPr lang="en-US" sz="2400" err="1">
                <a:latin typeface="ML-TTKarthika"/>
              </a:rPr>
              <a:t>mSnbmÀ¡pta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A¶p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kphntijs¡mSn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a¶nsS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Pbw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sImWvSmSn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D¶Xamb¶p</a:t>
            </a:r>
            <a:r>
              <a:rPr lang="en-US" sz="2400">
                <a:latin typeface="ML-TTKarthika"/>
              </a:rPr>
              <a:t> P\w </a:t>
            </a:r>
            <a:r>
              <a:rPr lang="en-US" sz="2400" err="1">
                <a:latin typeface="ML-TTKarthika"/>
              </a:rPr>
              <a:t>k¶n</a:t>
            </a:r>
            <a:r>
              <a:rPr lang="en-US" sz="2400">
                <a:latin typeface="ML-TTKarthika"/>
              </a:rPr>
              <a:t>[n ]</a:t>
            </a:r>
            <a:r>
              <a:rPr lang="en-US" sz="2400" err="1">
                <a:latin typeface="ML-TTKarthika"/>
              </a:rPr>
              <a:t>mSn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hkn¡pw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BAA2F9-AB39-82D4-29AC-1EB7063327EB}"/>
              </a:ext>
            </a:extLst>
          </p:cNvPr>
          <p:cNvSpPr/>
          <p:nvPr/>
        </p:nvSpPr>
        <p:spPr>
          <a:xfrm>
            <a:off x="183571" y="468628"/>
            <a:ext cx="8409214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500" err="1">
                <a:latin typeface="Calibri"/>
                <a:ea typeface="Calibri"/>
                <a:cs typeface="Segoe UI"/>
              </a:rPr>
              <a:t>annu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kaananangal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pookkume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seeyonte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makkal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nandhiyode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paadiyaarkkume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annu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suvisheshakkodi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mannide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jayam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kondaadi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unnathamaayannu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janam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sannidhi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paadi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vasikkum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athimodham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hey </a:t>
            </a:r>
            <a:r>
              <a:rPr lang="en-US" sz="2500" err="1">
                <a:latin typeface="Calibri"/>
                <a:ea typeface="Calibri"/>
                <a:cs typeface="Calibri"/>
              </a:rPr>
              <a:t>vaagdhathakaalam</a:t>
            </a:r>
            <a:endParaRPr lang="en-US" sz="2500">
              <a:latin typeface="Calibri"/>
              <a:ea typeface="Calibri"/>
              <a:cs typeface="Calibr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saadharamananjeedunna</a:t>
            </a:r>
            <a:r>
              <a:rPr lang="en-US" sz="2500">
                <a:latin typeface="Calibri"/>
                <a:ea typeface="Calibri"/>
                <a:cs typeface="Calibri"/>
              </a:rPr>
              <a:t> ho</a:t>
            </a:r>
          </a:p>
          <a:p>
            <a:endParaRPr lang="en-US" sz="2700">
              <a:latin typeface="Calibri"/>
              <a:ea typeface="Calibri"/>
              <a:cs typeface="Calibri"/>
            </a:endParaRPr>
          </a:p>
          <a:p>
            <a:endParaRPr lang="en-US" sz="2500">
              <a:latin typeface="Calibri"/>
              <a:ea typeface="Calibr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D44BC5-32AB-9A3C-CBA5-C2D82082BC4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12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C028-756F-D768-C599-99B69F01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95560F-B318-4F1C-37A0-ADE492D3578C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2 : 3 of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FA713-CDBA-A383-5FEC-78F169CBAEF3}"/>
              </a:ext>
            </a:extLst>
          </p:cNvPr>
          <p:cNvSpPr txBox="1"/>
          <p:nvPr/>
        </p:nvSpPr>
        <p:spPr>
          <a:xfrm>
            <a:off x="171576" y="2862135"/>
            <a:ext cx="8229601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A¶p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kotbm</a:t>
            </a:r>
            <a:r>
              <a:rPr lang="en-US" sz="2400">
                <a:latin typeface="ML-TTKarthika"/>
              </a:rPr>
              <a:t>\</a:t>
            </a:r>
            <a:r>
              <a:rPr lang="en-US" sz="2400" err="1">
                <a:latin typeface="ML-TTKarthika"/>
              </a:rPr>
              <a:t>nÂ</a:t>
            </a:r>
            <a:r>
              <a:rPr lang="en-US" sz="2400">
                <a:latin typeface="ML-TTKarthika"/>
              </a:rPr>
              <a:t> \</a:t>
            </a:r>
            <a:r>
              <a:rPr lang="en-US" sz="2400" err="1">
                <a:latin typeface="ML-TTKarthika"/>
              </a:rPr>
              <a:t>n¶pWvSmIpw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BÚm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hntijw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a¶nSsaÃmaXp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tIÄ¡pw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a¶hÀ</a:t>
            </a:r>
            <a:r>
              <a:rPr lang="en-US" sz="2400">
                <a:latin typeface="ML-TTKarthika"/>
              </a:rPr>
              <a:t> a{´n {]PIÄ </a:t>
            </a:r>
            <a:r>
              <a:rPr lang="en-US" sz="2400" err="1">
                <a:latin typeface="ML-TTKarthika"/>
              </a:rPr>
              <a:t>F¶nhscÃmhcnepw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H¶pt</a:t>
            </a:r>
            <a:r>
              <a:rPr lang="en-US" sz="2400">
                <a:latin typeface="ML-TTKarthika"/>
              </a:rPr>
              <a:t>]</a:t>
            </a:r>
            <a:r>
              <a:rPr lang="en-US" sz="2400" err="1">
                <a:latin typeface="ML-TTKarthika"/>
              </a:rPr>
              <a:t>mÂ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Bhkn¨oSpw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h¶p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kXym</a:t>
            </a:r>
            <a:r>
              <a:rPr lang="en-US" sz="2400">
                <a:latin typeface="ML-TTKarthika"/>
              </a:rPr>
              <a:t>\p{</a:t>
            </a:r>
            <a:r>
              <a:rPr lang="en-US" sz="2400" err="1">
                <a:latin typeface="ML-TTKarthika"/>
              </a:rPr>
              <a:t>Kl§Ä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latin typeface="ML-TTKarthika"/>
            </a:endParaRPr>
          </a:p>
          <a:p>
            <a:endParaRPr lang="en-US" sz="2400">
              <a:latin typeface="ML-TTKarthik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0F6D8B-B040-F397-16DB-0CF71322C8B9}"/>
              </a:ext>
            </a:extLst>
          </p:cNvPr>
          <p:cNvSpPr/>
          <p:nvPr/>
        </p:nvSpPr>
        <p:spPr>
          <a:xfrm>
            <a:off x="170177" y="468628"/>
            <a:ext cx="8409214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500" err="1">
                <a:latin typeface="Calibri"/>
                <a:ea typeface="Calibri"/>
                <a:cs typeface="Segoe UI"/>
              </a:rPr>
              <a:t>annu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seeyonil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ninnundaakum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aanjnavishesham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mannidamellaamathu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kelkkum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mannavar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manthri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prajakal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ennivar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ellaavarilum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onnupol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aavasicheedum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vannu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sathyaanugrahangal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athimodham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hey </a:t>
            </a:r>
            <a:r>
              <a:rPr lang="en-US" sz="2500" err="1">
                <a:latin typeface="Calibri"/>
                <a:ea typeface="Calibri"/>
                <a:cs typeface="Calibri"/>
              </a:rPr>
              <a:t>vaagdhathakaalam</a:t>
            </a:r>
            <a:endParaRPr lang="en-US" sz="2500">
              <a:latin typeface="Calibri"/>
              <a:ea typeface="Calibri"/>
              <a:cs typeface="Calibr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saadharamananjeedunna</a:t>
            </a:r>
            <a:r>
              <a:rPr lang="en-US" sz="2500">
                <a:latin typeface="Calibri"/>
                <a:ea typeface="Calibri"/>
                <a:cs typeface="Calibri"/>
              </a:rPr>
              <a:t> ho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4A7176-B37F-8ED1-91B9-B4DAEFC31D2C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8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E182-F382-DD70-515A-B1BFABF0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A4B52F-74AF-1D9C-61C6-E977311D2C91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2 : 4 of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393EB-8333-4B35-CFDC-81212BB2052D}"/>
              </a:ext>
            </a:extLst>
          </p:cNvPr>
          <p:cNvSpPr txBox="1"/>
          <p:nvPr/>
        </p:nvSpPr>
        <p:spPr>
          <a:xfrm>
            <a:off x="149252" y="2929108"/>
            <a:ext cx="8229601" cy="231787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Im«p</a:t>
            </a:r>
            <a:r>
              <a:rPr lang="en-US" sz="2400">
                <a:latin typeface="ML-TTKarthika"/>
              </a:rPr>
              <a:t>]mt¼mSp¯p </a:t>
            </a:r>
            <a:r>
              <a:rPr lang="en-US" sz="2400" err="1">
                <a:latin typeface="ML-TTKarthika"/>
              </a:rPr>
              <a:t>tafn¡pw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Ip«nIÄ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F¶mÂ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hm«ap­WvSmIbntÃXpta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Im«p</a:t>
            </a:r>
            <a:r>
              <a:rPr lang="en-US" sz="2400">
                <a:latin typeface="ML-TTKarthika"/>
              </a:rPr>
              <a:t>]penIfpam«n³ </a:t>
            </a:r>
            <a:r>
              <a:rPr lang="en-US" sz="2400" err="1">
                <a:latin typeface="ML-TTKarthika"/>
              </a:rPr>
              <a:t>Iq«hpsam¶n¨p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tabpw</a:t>
            </a:r>
            <a:endParaRPr lang="en-US" sz="2400">
              <a:latin typeface="ML-TTKarthika"/>
            </a:endParaRPr>
          </a:p>
          <a:p>
            <a:r>
              <a:rPr lang="en-US" sz="2400">
                <a:latin typeface="ML-TTKarthika"/>
              </a:rPr>
              <a:t>\</a:t>
            </a:r>
            <a:r>
              <a:rPr lang="en-US" sz="2400" err="1">
                <a:latin typeface="ML-TTKarthika"/>
              </a:rPr>
              <a:t>m«nseÃm</a:t>
            </a:r>
            <a:r>
              <a:rPr lang="en-US" sz="2400">
                <a:latin typeface="ML-TTKarthika"/>
              </a:rPr>
              <a:t> \·</a:t>
            </a:r>
            <a:r>
              <a:rPr lang="en-US" sz="2400" err="1">
                <a:latin typeface="ML-TTKarthika"/>
              </a:rPr>
              <a:t>Ifpwþ</a:t>
            </a:r>
            <a:r>
              <a:rPr lang="en-US" sz="2400">
                <a:latin typeface="ML-TTKarthika"/>
              </a:rPr>
              <a:t>]</a:t>
            </a:r>
            <a:r>
              <a:rPr lang="en-US" sz="2400" err="1">
                <a:latin typeface="ML-TTKarthika"/>
              </a:rPr>
              <a:t>pãnbmbn</a:t>
            </a:r>
            <a:r>
              <a:rPr lang="en-US" sz="2400">
                <a:latin typeface="ML-TTKarthika"/>
              </a:rPr>
              <a:t> hÀ²n¨oSpw</a:t>
            </a:r>
          </a:p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latin typeface="ML-TTKarthika"/>
            </a:endParaRPr>
          </a:p>
          <a:p>
            <a:endParaRPr lang="en-US" sz="2400">
              <a:latin typeface="ML-TTKarthik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4E6658-0D27-B5DF-D6CA-111B703E800B}"/>
              </a:ext>
            </a:extLst>
          </p:cNvPr>
          <p:cNvSpPr/>
          <p:nvPr/>
        </p:nvSpPr>
        <p:spPr>
          <a:xfrm>
            <a:off x="147853" y="468628"/>
            <a:ext cx="8409214" cy="236715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500" err="1">
                <a:latin typeface="Calibri"/>
                <a:ea typeface="Calibri"/>
                <a:cs typeface="Segoe UI"/>
              </a:rPr>
              <a:t>kaattupamboduthu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melhikkum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kuttikalh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ennaal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vattamundaaka</a:t>
            </a:r>
            <a:r>
              <a:rPr lang="en-US" sz="2500">
                <a:latin typeface="Calibri"/>
                <a:ea typeface="Calibri"/>
                <a:cs typeface="Segoe UI"/>
              </a:rPr>
              <a:t> -</a:t>
            </a:r>
            <a:r>
              <a:rPr lang="en-US" sz="2500" err="1">
                <a:latin typeface="Calibri"/>
                <a:ea typeface="Calibri"/>
                <a:cs typeface="Segoe UI"/>
              </a:rPr>
              <a:t>illaethume</a:t>
            </a:r>
            <a:endParaRPr lang="en-US" sz="2500">
              <a:latin typeface="Calibri"/>
              <a:ea typeface="Calibri"/>
              <a:cs typeface="Segoe UI" panose="020B0502040204020203" pitchFamily="34" charset="0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kaattupulikalhum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aattin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koottavum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onnichchu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meyum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nattilella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nanmakalhum-pushtiyaai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vardhicheedum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athimodham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hey </a:t>
            </a:r>
            <a:r>
              <a:rPr lang="en-US" sz="2500" err="1">
                <a:latin typeface="Calibri"/>
                <a:ea typeface="Calibri"/>
                <a:cs typeface="Calibri"/>
              </a:rPr>
              <a:t>vaagdhathakaalam</a:t>
            </a:r>
            <a:endParaRPr lang="en-US" sz="2500">
              <a:latin typeface="Calibri"/>
              <a:ea typeface="Calibri"/>
              <a:cs typeface="Calibr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saadharamananjeedunna</a:t>
            </a:r>
            <a:r>
              <a:rPr lang="en-US" sz="2500">
                <a:latin typeface="Calibri"/>
                <a:ea typeface="Calibri"/>
                <a:cs typeface="Calibri"/>
              </a:rPr>
              <a:t> ho</a:t>
            </a:r>
          </a:p>
          <a:p>
            <a:endParaRPr lang="en-US" sz="2500">
              <a:latin typeface="Calibri"/>
              <a:ea typeface="Calibr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8AE87E-3715-F9EE-034F-9B00F2F9895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97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FC1A-BC8C-DD58-EFCC-DE8514D57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97E7F0-DA3F-EF29-0101-87750668975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2 : 5 of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D3512-AF80-5993-C755-F09CE814D9D2}"/>
              </a:ext>
            </a:extLst>
          </p:cNvPr>
          <p:cNvSpPr txBox="1"/>
          <p:nvPr/>
        </p:nvSpPr>
        <p:spPr>
          <a:xfrm>
            <a:off x="180506" y="2906783"/>
            <a:ext cx="8229601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hmfp</a:t>
            </a:r>
            <a:r>
              <a:rPr lang="en-US" sz="2400">
                <a:latin typeface="ML-TTKarthika"/>
              </a:rPr>
              <a:t> Ip´§</a:t>
            </a:r>
            <a:r>
              <a:rPr lang="en-US" sz="2400" err="1">
                <a:latin typeface="ML-TTKarthika"/>
              </a:rPr>
              <a:t>Ä¡nÃmhiywþsImgp¡fm¡n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Nmep</a:t>
            </a:r>
            <a:r>
              <a:rPr lang="en-US" sz="2400">
                <a:latin typeface="ML-TTKarthika"/>
              </a:rPr>
              <a:t> s]</a:t>
            </a:r>
            <a:r>
              <a:rPr lang="en-US" sz="2400" err="1">
                <a:latin typeface="ML-TTKarthika"/>
              </a:rPr>
              <a:t>m¡m</a:t>
            </a:r>
            <a:r>
              <a:rPr lang="en-US" sz="2400">
                <a:latin typeface="ML-TTKarthika"/>
              </a:rPr>
              <a:t>\</a:t>
            </a:r>
            <a:r>
              <a:rPr lang="en-US" sz="2400" err="1">
                <a:latin typeface="ML-TTKarthika"/>
              </a:rPr>
              <a:t>m¡pambh</a:t>
            </a:r>
            <a:endParaRPr lang="en-US" sz="2400">
              <a:latin typeface="ML-TTKarthika"/>
            </a:endParaRPr>
          </a:p>
          <a:p>
            <a:r>
              <a:rPr lang="en-US" sz="2400">
                <a:latin typeface="ML-TTKarthika"/>
              </a:rPr>
              <a:t>\</a:t>
            </a:r>
            <a:r>
              <a:rPr lang="en-US" sz="2400" err="1">
                <a:latin typeface="ML-TTKarthika"/>
              </a:rPr>
              <a:t>mep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Znçw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kam</a:t>
            </a:r>
            <a:r>
              <a:rPr lang="en-US" sz="2400">
                <a:latin typeface="ML-TTKarthika"/>
              </a:rPr>
              <a:t>[m\</a:t>
            </a:r>
            <a:r>
              <a:rPr lang="en-US" sz="2400" err="1">
                <a:latin typeface="ML-TTKarthika"/>
              </a:rPr>
              <a:t>wþNmesh</a:t>
            </a:r>
            <a:r>
              <a:rPr lang="en-US" sz="2400">
                <a:latin typeface="ML-TTKarthika"/>
              </a:rPr>
              <a:t> ]</a:t>
            </a:r>
            <a:r>
              <a:rPr lang="en-US" sz="2400" err="1">
                <a:latin typeface="ML-TTKarthika"/>
              </a:rPr>
              <a:t>c¶ncn¡pw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hmsfSp¡bnÃmcpsa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tNepsISnsÃm¶n</a:t>
            </a:r>
            <a:r>
              <a:rPr lang="en-US" sz="2400">
                <a:latin typeface="ML-TTKarthika"/>
              </a:rPr>
              <a:t>\</a:t>
            </a:r>
            <a:r>
              <a:rPr lang="en-US" sz="2400" err="1">
                <a:latin typeface="ML-TTKarthika"/>
              </a:rPr>
              <a:t>pta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latin typeface="ML-TTKarthika"/>
            </a:endParaRPr>
          </a:p>
          <a:p>
            <a:endParaRPr lang="en-US" sz="2400">
              <a:latin typeface="ML-TTKarthik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14A5E9-6CBC-983D-9FFE-674E3DE7A937}"/>
              </a:ext>
            </a:extLst>
          </p:cNvPr>
          <p:cNvSpPr/>
          <p:nvPr/>
        </p:nvSpPr>
        <p:spPr>
          <a:xfrm>
            <a:off x="179107" y="468627"/>
            <a:ext cx="8409214" cy="2340369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500" err="1">
                <a:latin typeface="Calibri"/>
                <a:ea typeface="Calibri"/>
                <a:cs typeface="Segoe UI"/>
              </a:rPr>
              <a:t>vaalhu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kunthangalh-killaavashyam-kozhukkalhaakki</a:t>
            </a: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chaalu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pokkaanaakkumaayava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naalu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dikkum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samaadhaanam-chaalave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parannirikkum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Segoe UI"/>
              </a:rPr>
              <a:t>vaalhedukka-illaarume</a:t>
            </a:r>
            <a:r>
              <a:rPr lang="en-US" sz="2500">
                <a:latin typeface="Calibri"/>
                <a:ea typeface="Calibri"/>
                <a:cs typeface="Segoe UI"/>
              </a:rPr>
              <a:t> </a:t>
            </a:r>
            <a:r>
              <a:rPr lang="en-US" sz="2500" err="1">
                <a:latin typeface="Calibri"/>
                <a:ea typeface="Calibri"/>
                <a:cs typeface="Segoe UI"/>
              </a:rPr>
              <a:t>chelukedill-onninume</a:t>
            </a:r>
            <a:endParaRPr lang="en-US" sz="25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athimodham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hey </a:t>
            </a:r>
            <a:r>
              <a:rPr lang="en-US" sz="2500" err="1">
                <a:latin typeface="Calibri"/>
                <a:ea typeface="Calibri"/>
                <a:cs typeface="Calibri"/>
              </a:rPr>
              <a:t>vaagdhathakaalam</a:t>
            </a: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saadharamananjeedunna</a:t>
            </a:r>
            <a:r>
              <a:rPr lang="en-US" sz="2500">
                <a:latin typeface="Calibri"/>
                <a:ea typeface="Calibri"/>
                <a:cs typeface="Calibri"/>
              </a:rPr>
              <a:t> ho</a:t>
            </a:r>
          </a:p>
          <a:p>
            <a:endParaRPr lang="en-US" sz="2500">
              <a:latin typeface="Calibri"/>
              <a:ea typeface="Calibri"/>
              <a:cs typeface="Calibri"/>
            </a:endParaRPr>
          </a:p>
          <a:p>
            <a:endParaRPr lang="en-US" sz="2500">
              <a:latin typeface="Calibri"/>
              <a:ea typeface="Calibr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1CF0B0-2D3E-7A57-9749-2368D33AD56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822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6DDD-7611-550B-AA47-7A45F121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E0FEB9-A540-7EAF-E397-428F19DF4EE0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2 : 6 of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21AE5-CBCD-A870-9619-C6DE0F67DA23}"/>
              </a:ext>
            </a:extLst>
          </p:cNvPr>
          <p:cNvSpPr txBox="1"/>
          <p:nvPr/>
        </p:nvSpPr>
        <p:spPr>
          <a:xfrm>
            <a:off x="109068" y="2772838"/>
            <a:ext cx="8229601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Bteep</a:t>
            </a:r>
            <a:r>
              <a:rPr lang="en-US" sz="2400">
                <a:latin typeface="ML-TTKarthika"/>
              </a:rPr>
              <a:t>¿ </a:t>
            </a:r>
            <a:r>
              <a:rPr lang="en-US" sz="2400" err="1">
                <a:latin typeface="ML-TTKarthika"/>
              </a:rPr>
              <a:t>KoXw</a:t>
            </a:r>
            <a:r>
              <a:rPr lang="en-US" sz="2400">
                <a:latin typeface="ML-TTKarthika"/>
              </a:rPr>
              <a:t> ]</a:t>
            </a:r>
            <a:r>
              <a:rPr lang="en-US" sz="2400" err="1">
                <a:latin typeface="ML-TTKarthika"/>
              </a:rPr>
              <a:t>mSpta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sbcpiteapw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Bteep</a:t>
            </a:r>
            <a:r>
              <a:rPr lang="en-US" sz="2400">
                <a:latin typeface="ML-TTKarthika"/>
              </a:rPr>
              <a:t>¿ </a:t>
            </a:r>
            <a:r>
              <a:rPr lang="en-US" sz="2400" err="1">
                <a:latin typeface="ML-TTKarthika"/>
              </a:rPr>
              <a:t>cmKw</a:t>
            </a:r>
            <a:r>
              <a:rPr lang="en-US" sz="2400">
                <a:latin typeface="ML-TTKarthika"/>
              </a:rPr>
              <a:t> ]</a:t>
            </a:r>
            <a:r>
              <a:rPr lang="en-US" sz="2400" err="1">
                <a:latin typeface="ML-TTKarthika"/>
              </a:rPr>
              <a:t>mSpta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Bteep</a:t>
            </a:r>
            <a:r>
              <a:rPr lang="en-US" sz="2400">
                <a:latin typeface="ML-TTKarthika"/>
              </a:rPr>
              <a:t>¿ hm\¯</a:t>
            </a:r>
            <a:r>
              <a:rPr lang="en-US" sz="2400" err="1">
                <a:latin typeface="ML-TTKarthika"/>
              </a:rPr>
              <a:t>nepwþBteep</a:t>
            </a:r>
            <a:r>
              <a:rPr lang="en-US" sz="2400">
                <a:latin typeface="ML-TTKarthika"/>
              </a:rPr>
              <a:t>¿ `</a:t>
            </a:r>
            <a:r>
              <a:rPr lang="en-US" sz="2400" err="1">
                <a:latin typeface="ML-TTKarthika"/>
              </a:rPr>
              <a:t>qanbnepw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Bteep</a:t>
            </a:r>
            <a:r>
              <a:rPr lang="en-US" sz="2400">
                <a:latin typeface="ML-TTKarthika"/>
              </a:rPr>
              <a:t>¿ </a:t>
            </a:r>
            <a:r>
              <a:rPr lang="en-US" sz="2400" err="1">
                <a:latin typeface="ML-TTKarthika"/>
              </a:rPr>
              <a:t>amemJamÀþsNmÃpta</a:t>
            </a:r>
            <a:r>
              <a:rPr lang="en-US" sz="2400">
                <a:latin typeface="ML-TTKarthika"/>
              </a:rPr>
              <a:t> am\</a:t>
            </a:r>
            <a:r>
              <a:rPr lang="en-US" sz="2400" err="1">
                <a:latin typeface="ML-TTKarthika"/>
              </a:rPr>
              <a:t>pjscÃmw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AXntamZw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tamZw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tl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hmKvZ¯Imew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kmZcaWªoSp¶tlm</a:t>
            </a:r>
            <a:endParaRPr lang="en-US" sz="2400">
              <a:latin typeface="ML-TTKarthika"/>
            </a:endParaRPr>
          </a:p>
          <a:p>
            <a:endParaRPr lang="en-US" sz="24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F7FAF-FC35-97A2-22FE-1A7B4C6A0ADB}"/>
              </a:ext>
            </a:extLst>
          </p:cNvPr>
          <p:cNvSpPr/>
          <p:nvPr/>
        </p:nvSpPr>
        <p:spPr>
          <a:xfrm>
            <a:off x="107669" y="468628"/>
            <a:ext cx="8409214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Calibri"/>
                <a:ea typeface="Calibri"/>
                <a:cs typeface="Segoe UI"/>
              </a:rPr>
              <a:t>aalleluiah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geetham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paadume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yerrushalemum</a:t>
            </a:r>
            <a:endParaRPr lang="en-US" sz="2400">
              <a:latin typeface="Calibri"/>
              <a:ea typeface="Calibri"/>
              <a:cs typeface="Segoe UI" panose="020B0502040204020203" pitchFamily="34" charset="0"/>
            </a:endParaRPr>
          </a:p>
          <a:p>
            <a:r>
              <a:rPr lang="en-US" sz="2400" err="1">
                <a:latin typeface="Calibri"/>
                <a:ea typeface="Calibri"/>
                <a:cs typeface="Segoe UI"/>
              </a:rPr>
              <a:t>aalleluiah</a:t>
            </a:r>
            <a:r>
              <a:rPr lang="en-US" sz="2400">
                <a:latin typeface="Calibri"/>
                <a:ea typeface="Calibri"/>
                <a:cs typeface="Segoe UI"/>
              </a:rPr>
              <a:t> </a:t>
            </a:r>
            <a:r>
              <a:rPr lang="en-US" sz="2400" err="1">
                <a:latin typeface="Calibri"/>
                <a:ea typeface="Calibri"/>
                <a:cs typeface="Segoe UI"/>
              </a:rPr>
              <a:t>raagam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paadume</a:t>
            </a:r>
            <a:endParaRPr lang="en-US" sz="2400">
              <a:latin typeface="Calibri"/>
              <a:ea typeface="Calibri"/>
              <a:cs typeface="Segoe UI"/>
            </a:endParaRPr>
          </a:p>
          <a:p>
            <a:r>
              <a:rPr lang="en-US" sz="2400" err="1">
                <a:latin typeface="Calibri"/>
                <a:ea typeface="Calibri"/>
                <a:cs typeface="Segoe UI"/>
              </a:rPr>
              <a:t>aalleluiah</a:t>
            </a:r>
            <a:r>
              <a:rPr lang="en-US" sz="2400">
                <a:latin typeface="Calibri"/>
                <a:ea typeface="Calibri"/>
                <a:cs typeface="Segoe UI"/>
              </a:rPr>
              <a:t> </a:t>
            </a:r>
            <a:r>
              <a:rPr lang="en-US" sz="2400" err="1">
                <a:latin typeface="Calibri"/>
                <a:ea typeface="Calibri"/>
                <a:cs typeface="Segoe UI"/>
              </a:rPr>
              <a:t>vaanaththilum-aalleluiah</a:t>
            </a:r>
            <a:r>
              <a:rPr lang="en-US" sz="2400">
                <a:latin typeface="Calibri"/>
                <a:ea typeface="Calibri"/>
                <a:cs typeface="Segoe UI"/>
              </a:rPr>
              <a:t> </a:t>
            </a:r>
            <a:r>
              <a:rPr lang="en-US" sz="2400" err="1">
                <a:latin typeface="Calibri"/>
                <a:ea typeface="Calibri"/>
                <a:cs typeface="Segoe UI"/>
              </a:rPr>
              <a:t>bhoomiyilum</a:t>
            </a:r>
            <a:endParaRPr lang="en-US" sz="2400">
              <a:latin typeface="Calibri"/>
              <a:ea typeface="Calibri"/>
              <a:cs typeface="Segoe UI"/>
            </a:endParaRPr>
          </a:p>
          <a:p>
            <a:r>
              <a:rPr lang="en-US" sz="2400" err="1">
                <a:latin typeface="Calibri"/>
                <a:ea typeface="Calibri"/>
                <a:cs typeface="Segoe UI"/>
              </a:rPr>
              <a:t>aalleluiah</a:t>
            </a:r>
            <a:r>
              <a:rPr lang="en-US" sz="2400">
                <a:latin typeface="Calibri"/>
                <a:ea typeface="Calibri"/>
                <a:cs typeface="Segoe UI"/>
              </a:rPr>
              <a:t> </a:t>
            </a:r>
            <a:r>
              <a:rPr lang="en-US" sz="2400" err="1">
                <a:latin typeface="Calibri"/>
                <a:ea typeface="Calibri"/>
                <a:cs typeface="Segoe UI"/>
              </a:rPr>
              <a:t>maalaakhamaar-chollume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maanusharellaam</a:t>
            </a:r>
            <a:endParaRPr lang="en-US" sz="2400">
              <a:latin typeface="Calibri"/>
              <a:ea typeface="Calibri"/>
              <a:cs typeface="Segoe U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athimodham</a:t>
            </a:r>
            <a:r>
              <a:rPr lang="en-US" sz="2500"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latin typeface="Calibri"/>
                <a:ea typeface="Calibri"/>
                <a:cs typeface="Calibri"/>
              </a:rPr>
              <a:t>modham</a:t>
            </a:r>
            <a:r>
              <a:rPr lang="en-US" sz="2500">
                <a:latin typeface="Calibri"/>
                <a:ea typeface="Calibri"/>
                <a:cs typeface="Calibri"/>
              </a:rPr>
              <a:t> hey </a:t>
            </a:r>
            <a:r>
              <a:rPr lang="en-US" sz="2500" err="1">
                <a:latin typeface="Calibri"/>
                <a:ea typeface="Calibri"/>
                <a:cs typeface="Calibri"/>
              </a:rPr>
              <a:t>vaagdhathakaalam</a:t>
            </a:r>
            <a:endParaRPr lang="en-US" sz="2500">
              <a:latin typeface="Calibri"/>
              <a:ea typeface="Calibri"/>
              <a:cs typeface="Calibri"/>
            </a:endParaRPr>
          </a:p>
          <a:p>
            <a:r>
              <a:rPr lang="en-US" sz="2500" err="1">
                <a:latin typeface="Calibri"/>
                <a:ea typeface="Calibri"/>
                <a:cs typeface="Calibri"/>
              </a:rPr>
              <a:t>saadharamananjeedunna</a:t>
            </a:r>
            <a:r>
              <a:rPr lang="en-US" sz="2500">
                <a:latin typeface="Calibri"/>
                <a:ea typeface="Calibri"/>
                <a:cs typeface="Calibri"/>
              </a:rPr>
              <a:t> ho</a:t>
            </a:r>
          </a:p>
          <a:p>
            <a:endParaRPr lang="en-US" sz="2400">
              <a:latin typeface="Calibri"/>
              <a:ea typeface="Calibr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5EA26B-53D1-B8FA-2C6F-9B646F76CF1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299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20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C1AE5-6F7E-D3AD-68CF-7CF426DE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20B6BE40-9BE2-1F05-3434-97368EF230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F7F013-DB8B-87FF-15D7-03A34A9077B4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83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1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767059" y="2906287"/>
            <a:ext cx="8229601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>
                <a:latin typeface="ML-TTKarthika" panose="04000000000000000000" pitchFamily="82" charset="0"/>
              </a:rPr>
              <a:t>kzÀ¤ob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nXmsh</a:t>
            </a:r>
            <a:r>
              <a:rPr lang="en-US" sz="2800">
                <a:latin typeface="ML-TTKarthika" panose="04000000000000000000" pitchFamily="82" charset="0"/>
              </a:rPr>
              <a:t> \n³XncplnXw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kzÀ</a:t>
            </a:r>
            <a:r>
              <a:rPr lang="en-US" sz="2800">
                <a:latin typeface="ML-TTKarthika" panose="04000000000000000000" pitchFamily="82" charset="0"/>
              </a:rPr>
              <a:t>¤¯</a:t>
            </a:r>
            <a:r>
              <a:rPr lang="en-US" sz="2800" err="1">
                <a:latin typeface="ML-TTKarthika" panose="04000000000000000000" pitchFamily="82" charset="0"/>
              </a:rPr>
              <a:t>nset¸mse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qhnÂ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B¡tW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\n³lnXw </a:t>
            </a:r>
            <a:r>
              <a:rPr lang="en-US" sz="2800" err="1">
                <a:latin typeface="ML-TTKarthika" panose="04000000000000000000" pitchFamily="82" charset="0"/>
              </a:rPr>
              <a:t>sNbvtXm</a:t>
            </a:r>
            <a:r>
              <a:rPr lang="en-US" sz="2800">
                <a:latin typeface="ML-TTKarthika" panose="04000000000000000000" pitchFamily="82" charset="0"/>
              </a:rPr>
              <a:t>\mw \n³ </a:t>
            </a:r>
            <a:r>
              <a:rPr lang="en-US" sz="2800" err="1">
                <a:latin typeface="ML-TTKarthika" panose="04000000000000000000" pitchFamily="82" charset="0"/>
              </a:rPr>
              <a:t>kpXs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t¸mse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C¶p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hcpt</a:t>
            </a:r>
            <a:r>
              <a:rPr lang="en-US" sz="2800">
                <a:latin typeface="ML-TTKarthika" panose="04000000000000000000" pitchFamily="82" charset="0"/>
              </a:rPr>
              <a:t>¶ \n³lnXw sNbvhm³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767059" y="624670"/>
            <a:ext cx="7610007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swargeeya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pithaave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thiru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hitham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swargathile</a:t>
            </a:r>
            <a:r>
              <a:rPr lang="en-US" sz="2800">
                <a:latin typeface="Calibri"/>
                <a:ea typeface="Calibri"/>
                <a:cs typeface="Segoe UI"/>
              </a:rPr>
              <a:t> pole </a:t>
            </a:r>
            <a:r>
              <a:rPr lang="en-US" sz="2800" err="1">
                <a:latin typeface="Calibri"/>
                <a:ea typeface="Calibri"/>
                <a:cs typeface="Segoe UI"/>
              </a:rPr>
              <a:t>bhoovil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aakkanhe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hitham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cheithonaam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suthane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ppole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innu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varunne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hitham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cheivaan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F6DD95-76F6-B38E-4A4E-75D3AFDF9DD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89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2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733510" y="2906287"/>
            <a:ext cx="7347857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F³ </a:t>
            </a:r>
            <a:r>
              <a:rPr lang="en-US" sz="2800" err="1">
                <a:latin typeface="ML-TTKarthika" panose="04000000000000000000" pitchFamily="82" charset="0"/>
              </a:rPr>
              <a:t>ssZhta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sN¿phm³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h¶oSpt</a:t>
            </a:r>
            <a:r>
              <a:rPr lang="en-US" sz="2800">
                <a:latin typeface="ML-TTKarthika" panose="04000000000000000000" pitchFamily="82" charset="0"/>
              </a:rPr>
              <a:t>¶ Rm\</a:t>
            </a:r>
            <a:r>
              <a:rPr lang="en-US" sz="2800" err="1">
                <a:latin typeface="ML-TTKarthika" panose="04000000000000000000" pitchFamily="82" charset="0"/>
              </a:rPr>
              <a:t>n¶ptamZambv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th¬S</a:t>
            </a:r>
            <a:r>
              <a:rPr lang="en-US" sz="2800">
                <a:latin typeface="ML-TTKarthika" panose="04000000000000000000" pitchFamily="82" charset="0"/>
              </a:rPr>
              <a:t> {]</a:t>
            </a:r>
            <a:r>
              <a:rPr lang="en-US" sz="2800" err="1">
                <a:latin typeface="ML-TTKarthika" panose="04000000000000000000" pitchFamily="82" charset="0"/>
              </a:rPr>
              <a:t>nbs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qÀ®am¡tW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733510" y="685521"/>
            <a:ext cx="7527469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en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daivame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ninnishtam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cheiyuvaan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vanneedunne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njaaninnu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modhamaai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ente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onnum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venda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priyane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poornnham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aakkanhe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EBAAB3-CC0C-7A9F-BDDF-169F50F4FFFC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5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3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906108" y="2906287"/>
            <a:ext cx="7331529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\·</a:t>
            </a:r>
            <a:r>
              <a:rPr lang="en-US" sz="2800" err="1">
                <a:latin typeface="ML-TTKarthika" panose="04000000000000000000" pitchFamily="82" charset="0"/>
              </a:rPr>
              <a:t>bpw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qÀ</a:t>
            </a:r>
            <a:r>
              <a:rPr lang="en-US" sz="2800">
                <a:latin typeface="ML-TTKarthika" panose="04000000000000000000" pitchFamily="82" charset="0"/>
              </a:rPr>
              <a:t>® {]</a:t>
            </a:r>
            <a:r>
              <a:rPr lang="en-US" sz="2800" err="1">
                <a:latin typeface="ML-TTKarthika" panose="04000000000000000000" pitchFamily="82" charset="0"/>
              </a:rPr>
              <a:t>kmZhpapÅ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\n³ </a:t>
            </a:r>
            <a:r>
              <a:rPr lang="en-US" sz="2800" err="1">
                <a:latin typeface="ML-TTKarthika" panose="04000000000000000000" pitchFamily="82" charset="0"/>
              </a:rPr>
              <a:t>lnXsas</a:t>
            </a:r>
            <a:r>
              <a:rPr lang="en-US" sz="2800">
                <a:latin typeface="ML-TTKarthika" panose="04000000000000000000" pitchFamily="82" charset="0"/>
              </a:rPr>
              <a:t>´¶p Rm\dnbphm³ </a:t>
            </a:r>
          </a:p>
          <a:p>
            <a:r>
              <a:rPr lang="en-US" sz="2800">
                <a:latin typeface="ML-TTKarthika" panose="04000000000000000000" pitchFamily="82" charset="0"/>
              </a:rPr>
              <a:t>F³ a\w ]</a:t>
            </a:r>
            <a:r>
              <a:rPr lang="en-US" sz="2800" err="1">
                <a:latin typeface="ML-TTKarthika" panose="04000000000000000000" pitchFamily="82" charset="0"/>
              </a:rPr>
              <a:t>pXp¡n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amdnSpt</a:t>
            </a:r>
            <a:r>
              <a:rPr lang="en-US" sz="2800">
                <a:latin typeface="ML-TTKarthika" panose="04000000000000000000" pitchFamily="82" charset="0"/>
              </a:rPr>
              <a:t>¶ \</a:t>
            </a:r>
            <a:r>
              <a:rPr lang="en-US" sz="2800" err="1">
                <a:latin typeface="ML-TTKarthika" panose="04000000000000000000" pitchFamily="82" charset="0"/>
              </a:rPr>
              <a:t>nXyw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\n\</a:t>
            </a:r>
            <a:r>
              <a:rPr lang="en-US" sz="2800" err="1">
                <a:latin typeface="ML-TTKarthika" panose="04000000000000000000" pitchFamily="82" charset="0"/>
              </a:rPr>
              <a:t>vZyamsW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n¡o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temIemhWyw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816812" y="825587"/>
            <a:ext cx="7511142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nanmayum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poornha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prasaadhavumullha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hitham-enthennu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ariyuvaan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en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manam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puthukki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maarridunne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nithyam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nindhyamaanenikkee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loka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laavanyam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F5600E-885E-AE19-FA01-AA33A890961A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05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4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809413" y="2906287"/>
            <a:ext cx="7347857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F³ </a:t>
            </a:r>
            <a:r>
              <a:rPr lang="en-US" sz="2800" err="1">
                <a:latin typeface="ML-TTKarthika" panose="04000000000000000000" pitchFamily="82" charset="0"/>
              </a:rPr>
              <a:t>ssZhta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sN¿phm³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h¶oSpt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  <a:r>
              <a:rPr lang="en-US" sz="2800" err="1">
                <a:latin typeface="ML-TTKarthika" panose="04000000000000000000" pitchFamily="82" charset="0"/>
              </a:rPr>
              <a:t>Rm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n¶ptamZambv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th¬S</a:t>
            </a:r>
            <a:r>
              <a:rPr lang="en-US" sz="2800">
                <a:latin typeface="ML-TTKarthika" panose="04000000000000000000" pitchFamily="82" charset="0"/>
              </a:rPr>
              <a:t> {]</a:t>
            </a:r>
            <a:r>
              <a:rPr lang="en-US" sz="2800" err="1">
                <a:latin typeface="ML-TTKarthika" panose="04000000000000000000" pitchFamily="82" charset="0"/>
              </a:rPr>
              <a:t>nbs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qÀ®am¡tW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809413" y="685520"/>
            <a:ext cx="7527469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en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dhaivame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ninnishtam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cheyyuvaan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vanneedunne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njaaninnu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modhamaai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ente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onnum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venda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priyane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poornamaakkane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11AA0A8-D47C-9C7A-3F20-5D30D1BED40F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664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5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699195" y="2906287"/>
            <a:ext cx="7315200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Rm\h\</a:t>
            </a:r>
            <a:r>
              <a:rPr lang="en-US" sz="2800" err="1">
                <a:latin typeface="ML-TTKarthika" panose="04000000000000000000" pitchFamily="82" charset="0"/>
              </a:rPr>
              <a:t>pÅw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ssI¿nencn¡bmÂ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BcpansÃ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n¡p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tZmjw</a:t>
            </a:r>
            <a:r>
              <a:rPr lang="en-US" sz="2800">
                <a:latin typeface="ML-TTKarthika" panose="04000000000000000000" pitchFamily="82" charset="0"/>
              </a:rPr>
              <a:t> sN¿phm³ </a:t>
            </a:r>
          </a:p>
          <a:p>
            <a:r>
              <a:rPr lang="en-US" sz="2800">
                <a:latin typeface="ML-TTKarthika" panose="04000000000000000000" pitchFamily="82" charset="0"/>
              </a:rPr>
              <a:t>Cs¶\</a:t>
            </a:r>
            <a:r>
              <a:rPr lang="en-US" sz="2800" err="1">
                <a:latin typeface="ML-TTKarthika" panose="04000000000000000000" pitchFamily="82" charset="0"/>
              </a:rPr>
              <a:t>n¡ph¶p</a:t>
            </a:r>
            <a:r>
              <a:rPr lang="en-US" sz="2800">
                <a:latin typeface="ML-TTKarthika" panose="04000000000000000000" pitchFamily="82" charset="0"/>
              </a:rPr>
              <a:t> t\</a:t>
            </a:r>
            <a:r>
              <a:rPr lang="en-US" sz="2800" err="1">
                <a:latin typeface="ML-TTKarthika" panose="04000000000000000000" pitchFamily="82" charset="0"/>
              </a:rPr>
              <a:t>cnSp¶sXÃmw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X³ </a:t>
            </a:r>
            <a:r>
              <a:rPr lang="en-US" sz="2800" err="1">
                <a:latin typeface="ML-TTKarthika" panose="04000000000000000000" pitchFamily="82" charset="0"/>
              </a:rPr>
              <a:t>lnXamsW¶p</a:t>
            </a:r>
            <a:r>
              <a:rPr lang="en-US" sz="2800">
                <a:latin typeface="ML-TTKarthika" panose="04000000000000000000" pitchFamily="82" charset="0"/>
              </a:rPr>
              <a:t> Rm\</a:t>
            </a:r>
            <a:r>
              <a:rPr lang="en-US" sz="2800" err="1">
                <a:latin typeface="ML-TTKarthika" panose="04000000000000000000" pitchFamily="82" charset="0"/>
              </a:rPr>
              <a:t>dnbp¶p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699194" y="812194"/>
            <a:ext cx="7494813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njaanavan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ullham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kayyilirikkayaal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aarumillenikku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dhosham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cheiyuvaan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innenikku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vannu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neridunnath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ellam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>
                <a:latin typeface="Calibri"/>
                <a:ea typeface="Calibri"/>
                <a:cs typeface="Segoe UI"/>
              </a:rPr>
              <a:t>than </a:t>
            </a:r>
            <a:r>
              <a:rPr lang="en-US" sz="2800" err="1">
                <a:latin typeface="Calibri"/>
                <a:ea typeface="Calibri"/>
                <a:cs typeface="Segoe UI"/>
              </a:rPr>
              <a:t>hitham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aanennu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ariyunnu</a:t>
            </a:r>
            <a:endParaRPr lang="en-US" sz="2800" err="1">
              <a:latin typeface="Calibri"/>
              <a:ea typeface="Calibri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747CE6A-4BDA-1A07-3C38-B2B3F869393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5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6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934428" y="2986654"/>
            <a:ext cx="7347857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F³ </a:t>
            </a:r>
            <a:r>
              <a:rPr lang="en-US" sz="2800" err="1">
                <a:latin typeface="ML-TTKarthika" panose="04000000000000000000" pitchFamily="82" charset="0"/>
              </a:rPr>
              <a:t>ssZhta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sN¿phm³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h¶oSpt</a:t>
            </a:r>
            <a:r>
              <a:rPr lang="en-US" sz="2800">
                <a:latin typeface="ML-TTKarthika" panose="04000000000000000000" pitchFamily="82" charset="0"/>
              </a:rPr>
              <a:t>¶ Rm\</a:t>
            </a:r>
            <a:r>
              <a:rPr lang="en-US" sz="2800" err="1">
                <a:latin typeface="ML-TTKarthika" panose="04000000000000000000" pitchFamily="82" charset="0"/>
              </a:rPr>
              <a:t>n¶ptamZambv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th¬S</a:t>
            </a:r>
            <a:r>
              <a:rPr lang="en-US" sz="2800">
                <a:latin typeface="ML-TTKarthika" panose="04000000000000000000" pitchFamily="82" charset="0"/>
              </a:rPr>
              <a:t> {]</a:t>
            </a:r>
            <a:r>
              <a:rPr lang="en-US" sz="2800" err="1">
                <a:latin typeface="ML-TTKarthika" panose="04000000000000000000" pitchFamily="82" charset="0"/>
              </a:rPr>
              <a:t>nbs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qÀ®am¡tW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934428" y="810537"/>
            <a:ext cx="7527469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en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daivame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ninnishtam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cheyyuvaan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vanneedunne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njaaninnu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modhamaai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ente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onnum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venda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priyane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poornamaakkane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9B24EF-1FCF-1267-280E-B3A9DCD24370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813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7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810630" y="2950935"/>
            <a:ext cx="7315200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>
                <a:latin typeface="ML-TTKarthika" panose="04000000000000000000" pitchFamily="82" charset="0"/>
              </a:rPr>
              <a:t>tbip</a:t>
            </a:r>
            <a:r>
              <a:rPr lang="en-US" sz="2800">
                <a:latin typeface="ML-TTKarthika" panose="04000000000000000000" pitchFamily="82" charset="0"/>
              </a:rPr>
              <a:t> {InkvXphn³ </a:t>
            </a:r>
            <a:r>
              <a:rPr lang="en-US" sz="2800" err="1">
                <a:latin typeface="ML-TTKarthika" panose="04000000000000000000" pitchFamily="82" charset="0"/>
              </a:rPr>
              <a:t>icocbmK¯mÂ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DÅ </a:t>
            </a:r>
            <a:r>
              <a:rPr lang="en-US" sz="2800" err="1">
                <a:latin typeface="ML-TTKarthika" panose="04000000000000000000" pitchFamily="82" charset="0"/>
              </a:rPr>
              <a:t>Cã¯nÂ</a:t>
            </a:r>
            <a:r>
              <a:rPr lang="en-US" sz="2800">
                <a:latin typeface="ML-TTKarthika" panose="04000000000000000000" pitchFamily="82" charset="0"/>
              </a:rPr>
              <a:t> Rm³ ip²\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XoÀ¶p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ssZh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sNbvXp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hmKvZ¯w</a:t>
            </a:r>
            <a:r>
              <a:rPr lang="en-US" sz="2800">
                <a:latin typeface="ML-TTKarthika" panose="04000000000000000000" pitchFamily="82" charset="0"/>
              </a:rPr>
              <a:t> {]m]n¸m³ </a:t>
            </a:r>
          </a:p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qÀ</a:t>
            </a:r>
            <a:r>
              <a:rPr lang="en-US" sz="2800">
                <a:latin typeface="ML-TTKarthika" panose="04000000000000000000" pitchFamily="82" charset="0"/>
              </a:rPr>
              <a:t>® </a:t>
            </a:r>
            <a:r>
              <a:rPr lang="en-US" sz="2800" err="1">
                <a:latin typeface="ML-TTKarthika" panose="04000000000000000000" pitchFamily="82" charset="0"/>
              </a:rPr>
              <a:t>klnjvWpX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GItW</a:t>
            </a:r>
            <a:r>
              <a:rPr lang="en-US" sz="2800">
                <a:latin typeface="ML-TTKarthika" panose="04000000000000000000" pitchFamily="82" charset="0"/>
              </a:rPr>
              <a:t> {]</a:t>
            </a:r>
            <a:r>
              <a:rPr lang="en-US" sz="2800" err="1">
                <a:latin typeface="ML-TTKarthika" panose="04000000000000000000" pitchFamily="82" charset="0"/>
              </a:rPr>
              <a:t>nb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763048" y="825588"/>
            <a:ext cx="7511142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yeshu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kristhuvin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shareera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yaagaththaal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ullha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ishtaththil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shudhanaai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theernnu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600" err="1">
                <a:latin typeface="Calibri"/>
                <a:ea typeface="Calibri"/>
                <a:cs typeface="Segoe UI"/>
              </a:rPr>
              <a:t>daiva</a:t>
            </a:r>
            <a:r>
              <a:rPr lang="en-US" sz="2600">
                <a:latin typeface="Calibri"/>
                <a:ea typeface="Calibri"/>
                <a:cs typeface="Segoe UI"/>
              </a:rPr>
              <a:t> </a:t>
            </a:r>
            <a:r>
              <a:rPr lang="en-US" sz="2600" err="1">
                <a:latin typeface="Calibri"/>
                <a:ea typeface="Calibri"/>
                <a:cs typeface="Segoe UI"/>
              </a:rPr>
              <a:t>ishtam</a:t>
            </a:r>
            <a:r>
              <a:rPr lang="en-US" sz="2600">
                <a:latin typeface="Calibri"/>
                <a:ea typeface="Calibri"/>
                <a:cs typeface="Segoe UI"/>
              </a:rPr>
              <a:t> </a:t>
            </a:r>
            <a:r>
              <a:rPr lang="en-US" sz="2600" err="1">
                <a:latin typeface="Calibri"/>
                <a:ea typeface="Calibri"/>
                <a:cs typeface="Segoe UI"/>
              </a:rPr>
              <a:t>cheythu</a:t>
            </a:r>
            <a:r>
              <a:rPr lang="en-US" sz="2600">
                <a:latin typeface="Calibri"/>
                <a:ea typeface="Calibri"/>
                <a:cs typeface="Segoe UI"/>
              </a:rPr>
              <a:t> </a:t>
            </a:r>
            <a:r>
              <a:rPr lang="en-US" sz="2600" err="1">
                <a:latin typeface="Calibri"/>
                <a:ea typeface="Calibri"/>
                <a:cs typeface="Segoe UI"/>
              </a:rPr>
              <a:t>vaagdaththam</a:t>
            </a:r>
            <a:r>
              <a:rPr lang="en-US" sz="2600">
                <a:latin typeface="Calibri"/>
                <a:ea typeface="Calibri"/>
                <a:cs typeface="Segoe UI"/>
              </a:rPr>
              <a:t> </a:t>
            </a:r>
            <a:r>
              <a:rPr lang="en-US" sz="2600" err="1">
                <a:latin typeface="Calibri"/>
                <a:ea typeface="Calibri"/>
                <a:cs typeface="Segoe UI"/>
              </a:rPr>
              <a:t>praapippaan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poorna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sahishnhatha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ekanhe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priya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EC3A98-CA7E-2F2B-058E-96DBB24844DC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12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7102929" y="4835723"/>
            <a:ext cx="204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prstClr val="black"/>
                </a:solidFill>
              </a:rPr>
              <a:t>Communion 3 : 8 of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773694" y="3013443"/>
            <a:ext cx="7347857" cy="192943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F³ </a:t>
            </a:r>
            <a:r>
              <a:rPr lang="en-US" sz="2800" err="1">
                <a:latin typeface="ML-TTKarthika" panose="04000000000000000000" pitchFamily="82" charset="0"/>
              </a:rPr>
              <a:t>ssZhta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n¶nãw</a:t>
            </a:r>
            <a:r>
              <a:rPr lang="en-US" sz="2800">
                <a:latin typeface="ML-TTKarthika" panose="04000000000000000000" pitchFamily="82" charset="0"/>
              </a:rPr>
              <a:t> sN¿phm³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h¶oSpt</a:t>
            </a:r>
            <a:r>
              <a:rPr lang="en-US" sz="2800">
                <a:latin typeface="ML-TTKarthika" panose="04000000000000000000" pitchFamily="82" charset="0"/>
              </a:rPr>
              <a:t>¶ Rm\</a:t>
            </a:r>
            <a:r>
              <a:rPr lang="en-US" sz="2800" err="1">
                <a:latin typeface="ML-TTKarthika" panose="04000000000000000000" pitchFamily="82" charset="0"/>
              </a:rPr>
              <a:t>n¶ptamZambv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th¬S</a:t>
            </a:r>
            <a:r>
              <a:rPr lang="en-US" sz="2800">
                <a:latin typeface="ML-TTKarthika" panose="04000000000000000000" pitchFamily="82" charset="0"/>
              </a:rPr>
              <a:t> {]</a:t>
            </a:r>
            <a:r>
              <a:rPr lang="en-US" sz="2800" err="1">
                <a:latin typeface="ML-TTKarthika" panose="04000000000000000000" pitchFamily="82" charset="0"/>
              </a:rPr>
              <a:t>nbs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</a:p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Cãw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F¶nÂ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qÀ®am¡tW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endParaRPr lang="en-US" sz="2700">
              <a:latin typeface="ML-TTKarthika" panose="04000000000000000000" pitchFamily="8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755834" y="806072"/>
            <a:ext cx="7527469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Calibri"/>
                <a:ea typeface="Calibri"/>
                <a:cs typeface="Segoe UI"/>
              </a:rPr>
              <a:t>en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daivame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ninnishtam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cheyyuvaan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vanneedunne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njaaninnu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modhamaai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ente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onnum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venda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priyane</a:t>
            </a:r>
            <a:br>
              <a:rPr lang="en-US" sz="2800">
                <a:latin typeface="Calibri"/>
                <a:cs typeface="Segoe UI" panose="020B0502040204020203" pitchFamily="34" charset="0"/>
              </a:rPr>
            </a:br>
            <a:r>
              <a:rPr lang="en-US" sz="2800" err="1">
                <a:latin typeface="Calibri"/>
                <a:ea typeface="Calibri"/>
                <a:cs typeface="Segoe UI"/>
              </a:rPr>
              <a:t>ninte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ishtam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ennil</a:t>
            </a:r>
            <a:r>
              <a:rPr lang="en-US" sz="2800"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latin typeface="Calibri"/>
                <a:ea typeface="Calibri"/>
                <a:cs typeface="Segoe UI"/>
              </a:rPr>
              <a:t>poornamaakkane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9EFE5A-4352-DAA6-AEC1-AF000D69602A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229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545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DEA1-0684-B3A4-659E-AC5DBEB6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83C91A7-C6FF-9681-6D92-4EEFFE2286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A66A2D-732A-B173-824E-693B870B6FF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80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1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ML-TTKarthika"/>
              </a:rPr>
              <a:t>kpJIme¯nepw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ZpxJthfbnepw</a:t>
            </a:r>
            <a:endParaRPr lang="en-US" sz="2800">
              <a:latin typeface="ML-TTKarthika"/>
            </a:endParaRPr>
          </a:p>
          <a:p>
            <a:r>
              <a:rPr lang="en-US" sz="2800" err="1">
                <a:latin typeface="ML-TTKarthika"/>
              </a:rPr>
              <a:t>AIem</a:t>
            </a:r>
            <a:r>
              <a:rPr lang="en-US" sz="2800">
                <a:latin typeface="ML-TTKarthika"/>
              </a:rPr>
              <a:t>¯ \Â </a:t>
            </a:r>
            <a:r>
              <a:rPr lang="en-US" sz="2800" err="1">
                <a:latin typeface="ML-TTKarthika"/>
              </a:rPr>
              <a:t>kvt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lnXt</a:t>
            </a:r>
            <a:r>
              <a:rPr lang="en-US" sz="2800">
                <a:latin typeface="ML-TTKarthika"/>
              </a:rPr>
              <a:t>\ </a:t>
            </a:r>
          </a:p>
          <a:p>
            <a:r>
              <a:rPr lang="en-US" sz="2800" err="1">
                <a:latin typeface="ML-TTKarthika"/>
              </a:rPr>
              <a:t>tbipth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Xncp¸mZ¯nÂ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Im¯ncns</a:t>
            </a:r>
            <a:r>
              <a:rPr lang="en-US" sz="2800">
                <a:latin typeface="ML-TTKarthika"/>
              </a:rPr>
              <a:t>¡ </a:t>
            </a:r>
          </a:p>
          <a:p>
            <a:r>
              <a:rPr lang="en-US" sz="2800" err="1">
                <a:latin typeface="ML-TTKarthika"/>
              </a:rPr>
              <a:t>F´p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tamZw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lrZ´w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hcpw</a:t>
            </a:r>
            <a:r>
              <a:rPr lang="en-US" sz="2800">
                <a:latin typeface="ML-TTKarthika"/>
              </a:rPr>
              <a:t>     (2)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kaalaththilum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dukha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velhayilum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akalaatha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snehithane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yeshuve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thiru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paadaththil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kaaththirikke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enthu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modam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hridantham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varum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   (2)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3EE27E5-F700-0774-0EC4-82EC8DD26A65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3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]m]temI¯n³ </a:t>
            </a:r>
            <a:r>
              <a:rPr lang="en-US" sz="2800" err="1">
                <a:latin typeface="ML-TTKarthika" panose="04000000000000000000" pitchFamily="82" charset="0"/>
              </a:rPr>
              <a:t>im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tZm</a:t>
            </a:r>
            <a:r>
              <a:rPr lang="en-US" sz="1800" err="1">
                <a:latin typeface="ML-TTKarthika" panose="04000000000000000000" pitchFamily="82" charset="0"/>
              </a:rPr>
              <a:t>ഷ</a:t>
            </a:r>
            <a:r>
              <a:rPr lang="en-US" sz="2800" err="1">
                <a:latin typeface="ML-TTKarthika" panose="04000000000000000000" pitchFamily="82" charset="0"/>
              </a:rPr>
              <a:t>§Ä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mtS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o¡m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h¶n§p</a:t>
            </a:r>
            <a:r>
              <a:rPr lang="en-US" sz="2800">
                <a:latin typeface="ML-TTKarthika" panose="04000000000000000000" pitchFamily="82" charset="0"/>
              </a:rPr>
              <a:t> c£I³</a:t>
            </a:r>
          </a:p>
          <a:p>
            <a:r>
              <a:rPr lang="en-US" sz="2800">
                <a:latin typeface="ML-TTKarthika" panose="04000000000000000000" pitchFamily="82" charset="0"/>
              </a:rPr>
              <a:t>kw{`</a:t>
            </a:r>
            <a:r>
              <a:rPr lang="en-US" sz="2800" err="1">
                <a:latin typeface="ML-TTKarthika" panose="04000000000000000000" pitchFamily="82" charset="0"/>
              </a:rPr>
              <a:t>a¯nepw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kwib¯nepw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k¦S¯nepw</a:t>
            </a:r>
            <a:r>
              <a:rPr lang="en-US" sz="2800">
                <a:latin typeface="ML-TTKarthika" panose="04000000000000000000" pitchFamily="82" charset="0"/>
              </a:rPr>
              <a:t> {]</a:t>
            </a:r>
            <a:r>
              <a:rPr lang="en-US" sz="2800" err="1">
                <a:latin typeface="ML-TTKarthika" panose="04000000000000000000" pitchFamily="82" charset="0"/>
              </a:rPr>
              <a:t>Xymi</a:t>
            </a:r>
            <a:r>
              <a:rPr lang="en-US" sz="2800">
                <a:latin typeface="ML-TTKarthika" panose="04000000000000000000" pitchFamily="82" charset="0"/>
              </a:rPr>
              <a:t> \ÂIpt¶m³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1101600" y="928800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paapa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lokathin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shaapa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dhoshangal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paade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neekkaanaai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vanningu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rakshakan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sambhramaththilum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samshayaththilum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sankadaththilum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prathyaasha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nalkunnon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2 of 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B10B96-99CD-8572-0877-06E77B8935B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89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5C92-FB21-200D-2D69-F8846237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8D881A-6479-EA46-402A-3C81160805F6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3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4E7ED-39DD-5EB0-0E26-D8B066E68163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ML-TTKarthika"/>
              </a:rPr>
              <a:t>kpJIme¯nepw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ZpxJthfbnepw</a:t>
            </a:r>
            <a:endParaRPr lang="en-US" sz="2800">
              <a:latin typeface="ML-TTKarthika"/>
            </a:endParaRPr>
          </a:p>
          <a:p>
            <a:r>
              <a:rPr lang="en-US" sz="2800" err="1">
                <a:latin typeface="ML-TTKarthika"/>
              </a:rPr>
              <a:t>AIem</a:t>
            </a:r>
            <a:r>
              <a:rPr lang="en-US" sz="2800">
                <a:latin typeface="ML-TTKarthika"/>
              </a:rPr>
              <a:t>¯ \Â </a:t>
            </a:r>
            <a:r>
              <a:rPr lang="en-US" sz="2800" err="1">
                <a:latin typeface="ML-TTKarthika"/>
              </a:rPr>
              <a:t>kvt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lnXt</a:t>
            </a:r>
            <a:r>
              <a:rPr lang="en-US" sz="2800">
                <a:latin typeface="ML-TTKarthika"/>
              </a:rPr>
              <a:t>\ </a:t>
            </a:r>
          </a:p>
          <a:p>
            <a:r>
              <a:rPr lang="en-US" sz="2800" err="1">
                <a:latin typeface="ML-TTKarthika"/>
              </a:rPr>
              <a:t>tbipth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Xncp¸mZ¯nÂ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Im¯ncns</a:t>
            </a:r>
            <a:r>
              <a:rPr lang="en-US" sz="2800">
                <a:latin typeface="ML-TTKarthika"/>
              </a:rPr>
              <a:t>¡ </a:t>
            </a:r>
          </a:p>
          <a:p>
            <a:r>
              <a:rPr lang="en-US" sz="2800" err="1">
                <a:latin typeface="ML-TTKarthika"/>
              </a:rPr>
              <a:t>F´p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tamZw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lrZ´w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hcpw</a:t>
            </a:r>
            <a:r>
              <a:rPr lang="en-US" sz="2800">
                <a:latin typeface="ML-TTKarthika"/>
              </a:rPr>
              <a:t>     (2)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722905-E1EB-2CF9-E8B0-143180EB4C15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sukha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kaalaththilum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dukha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velhayilum</a:t>
            </a: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akalaatha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nal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snehithane</a:t>
            </a: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yeshuve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thiru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paadaththil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kaaththirikke</a:t>
            </a: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enthu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modam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hridantham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varum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   (2)</a:t>
            </a: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Segoe UI"/>
              <a:cs typeface="Segoe U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A831A94-A370-8040-26D4-41D29FAB3433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400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000" err="1">
                <a:latin typeface="ML-TTKarthika"/>
              </a:rPr>
              <a:t>ഏ</a:t>
            </a:r>
            <a:r>
              <a:rPr lang="en-US" sz="2800" err="1">
                <a:latin typeface="ML-TTKarthika"/>
              </a:rPr>
              <a:t>Xp</a:t>
            </a:r>
            <a:r>
              <a:rPr lang="en-US" sz="2800">
                <a:latin typeface="ML-TTKarthika"/>
              </a:rPr>
              <a:t> t\</a:t>
            </a:r>
            <a:r>
              <a:rPr lang="en-US" sz="2800" err="1">
                <a:latin typeface="ML-TTKarthika"/>
              </a:rPr>
              <a:t>c¯pw</a:t>
            </a:r>
            <a:r>
              <a:rPr lang="en-US" sz="2800">
                <a:latin typeface="ML-TTKarthika"/>
              </a:rPr>
              <a:t> </a:t>
            </a:r>
            <a:r>
              <a:rPr lang="en-US" sz="2000" err="1">
                <a:latin typeface="ML-TTKarthika"/>
              </a:rPr>
              <a:t>ഏ</a:t>
            </a:r>
            <a:r>
              <a:rPr lang="en-US" sz="2800" err="1">
                <a:latin typeface="ML-TTKarthika"/>
              </a:rPr>
              <a:t>I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Nn´bmÂ</a:t>
            </a:r>
            <a:endParaRPr lang="en-US" sz="2800">
              <a:latin typeface="ML-TTKarthika"/>
            </a:endParaRPr>
          </a:p>
          <a:p>
            <a:r>
              <a:rPr lang="en-US" sz="2000" err="1">
                <a:latin typeface="ML-TTKarthika"/>
              </a:rPr>
              <a:t>ഏ</a:t>
            </a:r>
            <a:r>
              <a:rPr lang="en-US" sz="2800" err="1">
                <a:latin typeface="ML-TTKarthika"/>
              </a:rPr>
              <a:t>hcpw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tNÀ¶p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kvtXm</a:t>
            </a:r>
            <a:r>
              <a:rPr lang="en-US" sz="2800">
                <a:latin typeface="ML-TTKarthika"/>
              </a:rPr>
              <a:t>{X§Ä </a:t>
            </a:r>
            <a:r>
              <a:rPr lang="en-US" sz="2800" err="1">
                <a:latin typeface="ML-TTKarthika"/>
              </a:rPr>
              <a:t>AÀ¸n¡mw</a:t>
            </a:r>
            <a:endParaRPr lang="en-US" sz="2800">
              <a:latin typeface="ML-TTKarthika"/>
            </a:endParaRPr>
          </a:p>
          <a:p>
            <a:r>
              <a:rPr lang="en-US" sz="2800">
                <a:latin typeface="ML-TTKarthika"/>
              </a:rPr>
              <a:t>`</a:t>
            </a:r>
            <a:r>
              <a:rPr lang="en-US" sz="2800" err="1">
                <a:latin typeface="ML-TTKarthika"/>
              </a:rPr>
              <a:t>àn</a:t>
            </a:r>
            <a:r>
              <a:rPr lang="en-US" sz="2800">
                <a:latin typeface="ML-TTKarthika"/>
              </a:rPr>
              <a:t> ]men¡m³ </a:t>
            </a:r>
            <a:r>
              <a:rPr lang="en-US" sz="2800" err="1">
                <a:latin typeface="ML-TTKarthika"/>
              </a:rPr>
              <a:t>iàn</a:t>
            </a:r>
            <a:r>
              <a:rPr lang="en-US" sz="2800">
                <a:latin typeface="ML-TTKarthika"/>
              </a:rPr>
              <a:t> {]m]n¡m³ </a:t>
            </a:r>
          </a:p>
          <a:p>
            <a:r>
              <a:rPr lang="en-US" sz="2800" err="1">
                <a:latin typeface="ML-TTKarthika"/>
              </a:rPr>
              <a:t>apàn</a:t>
            </a:r>
            <a:r>
              <a:rPr lang="en-US" sz="2800">
                <a:latin typeface="ML-TTKarthika"/>
              </a:rPr>
              <a:t> t\SnSm³ ]cnip²s\ </a:t>
            </a:r>
            <a:r>
              <a:rPr lang="en-US" sz="2800" err="1">
                <a:latin typeface="ML-TTKarthika"/>
              </a:rPr>
              <a:t>tXSmw</a:t>
            </a:r>
            <a:endParaRPr lang="en-US" sz="2800">
              <a:latin typeface="ML-TTKarthik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1101600" y="928800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ethu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nerathum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eka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chinthayaal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evarum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chernnu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sthothrangal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arppikkaam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bhakthi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paalikkaan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shakthi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praapikkaan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mukthi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nedidaan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parishuddhane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thedaam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4 of 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263BDC-16D6-3309-238B-F58F918913F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063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3A42-BADF-09BB-7B97-3CBC5588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BD2C02-7A7F-4377-4CB3-B97B827C219A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5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ABA56-458B-CB00-1C3E-CE29C8263884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ML-TTKarthika"/>
              </a:rPr>
              <a:t>kpJIme¯nepw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ZpxJthfbnepw</a:t>
            </a:r>
            <a:endParaRPr lang="en-US" sz="2800">
              <a:latin typeface="ML-TTKarthika"/>
            </a:endParaRPr>
          </a:p>
          <a:p>
            <a:r>
              <a:rPr lang="en-US" sz="2800" err="1">
                <a:latin typeface="ML-TTKarthika"/>
              </a:rPr>
              <a:t>AIem</a:t>
            </a:r>
            <a:r>
              <a:rPr lang="en-US" sz="2800">
                <a:latin typeface="ML-TTKarthika"/>
              </a:rPr>
              <a:t>¯ \Â </a:t>
            </a:r>
            <a:r>
              <a:rPr lang="en-US" sz="2800" err="1">
                <a:latin typeface="ML-TTKarthika"/>
              </a:rPr>
              <a:t>kvt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lnXt</a:t>
            </a:r>
            <a:r>
              <a:rPr lang="en-US" sz="2800">
                <a:latin typeface="ML-TTKarthika"/>
              </a:rPr>
              <a:t>\ </a:t>
            </a:r>
          </a:p>
          <a:p>
            <a:r>
              <a:rPr lang="en-US" sz="2800" err="1">
                <a:latin typeface="ML-TTKarthika"/>
              </a:rPr>
              <a:t>tbipth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Xncp¸mZ¯nÂ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Im¯ncns</a:t>
            </a:r>
            <a:r>
              <a:rPr lang="en-US" sz="2800">
                <a:latin typeface="ML-TTKarthika"/>
              </a:rPr>
              <a:t>¡ </a:t>
            </a:r>
          </a:p>
          <a:p>
            <a:r>
              <a:rPr lang="en-US" sz="2800" err="1">
                <a:latin typeface="ML-TTKarthika"/>
              </a:rPr>
              <a:t>F´p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tamZw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lrZ´w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hcpw</a:t>
            </a:r>
            <a:r>
              <a:rPr lang="en-US" sz="2800">
                <a:latin typeface="ML-TTKarthika"/>
              </a:rPr>
              <a:t>     (2)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13B4B-3B5B-C257-FB6B-E9ED7935F202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sukha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kaalaththilum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dukha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velhayilum</a:t>
            </a: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akalaatha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nal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snehithane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yeshuve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thiru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paadaththil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kaaththirikke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enthu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modam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hridantham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varum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   (2)</a:t>
            </a:r>
            <a:endParaRPr lang="en-US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Segoe UI"/>
              <a:cs typeface="Segoe U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1967C4D-86EF-6389-71A2-EEAA745F692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29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ML-TTKarthika"/>
              </a:rPr>
              <a:t>lr¯S§fmw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ssI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hnf¡pIÄ</a:t>
            </a:r>
            <a:endParaRPr lang="en-US" sz="2800">
              <a:latin typeface="ML-TTKarthika"/>
            </a:endParaRPr>
          </a:p>
          <a:p>
            <a:r>
              <a:rPr lang="en-US" sz="2800" err="1">
                <a:latin typeface="ML-TTKarthika"/>
              </a:rPr>
              <a:t>I¯n</a:t>
            </a:r>
            <a:r>
              <a:rPr lang="en-US" sz="2800">
                <a:latin typeface="ML-TTKarthika"/>
              </a:rPr>
              <a:t> tim`n¸m³ </a:t>
            </a:r>
            <a:r>
              <a:rPr lang="en-US" sz="2800" err="1">
                <a:latin typeface="ML-TTKarthika"/>
              </a:rPr>
              <a:t>IcptXWw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F®sb</a:t>
            </a:r>
            <a:endParaRPr lang="en-US" sz="2800">
              <a:latin typeface="ML-TTKarthika"/>
            </a:endParaRPr>
          </a:p>
          <a:p>
            <a:r>
              <a:rPr lang="en-US" sz="2800">
                <a:latin typeface="ML-TTKarthika"/>
              </a:rPr>
              <a:t>\n{Z </a:t>
            </a:r>
            <a:r>
              <a:rPr lang="en-US" sz="2800" err="1">
                <a:latin typeface="ML-TTKarthika"/>
              </a:rPr>
              <a:t>amtäWw</a:t>
            </a:r>
            <a:r>
              <a:rPr lang="en-US" sz="2800">
                <a:latin typeface="ML-TTKarthika"/>
              </a:rPr>
              <a:t> </a:t>
            </a:r>
            <a:r>
              <a:rPr lang="en-US" sz="2000">
                <a:latin typeface="ML-TTKarthika"/>
              </a:rPr>
              <a:t>ആ </a:t>
            </a:r>
            <a:r>
              <a:rPr lang="en-US" sz="2800">
                <a:latin typeface="ML-TTKarthika"/>
              </a:rPr>
              <a:t>`{Z Zo]§Ä</a:t>
            </a:r>
          </a:p>
          <a:p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nXyw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ant¶Ww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aWhmfs</a:t>
            </a:r>
            <a:r>
              <a:rPr lang="en-US" sz="2800">
                <a:latin typeface="ML-TTKarthika"/>
              </a:rPr>
              <a:t>\¯pt¼mÄ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936401" y="843968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hriththadangalhaam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kai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vilhakkukalh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kaththi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shobhippaan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karuthenam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ennhaye</a:t>
            </a:r>
            <a:endParaRPr lang="sv-SE" sz="2800" err="1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 panose="020B0502040204020203" pitchFamily="34" charset="0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nidhra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maattenam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bhadra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dheepangalh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nithyam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minnenham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manavaalhan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eththumbol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6 of 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5959EB-2521-FE67-7295-2D0A5E8F9766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01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6BCD-53A1-C7DE-13C0-3FE57C45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F2A00E-FFD7-BDC4-7442-E4B4C3B89EE7}"/>
              </a:ext>
            </a:extLst>
          </p:cNvPr>
          <p:cNvSpPr txBox="1"/>
          <p:nvPr/>
        </p:nvSpPr>
        <p:spPr>
          <a:xfrm>
            <a:off x="6935639" y="4843418"/>
            <a:ext cx="220836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4 : 7 of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399E1-491F-FAF4-AECA-38381C2EB94D}"/>
              </a:ext>
            </a:extLst>
          </p:cNvPr>
          <p:cNvSpPr txBox="1"/>
          <p:nvPr/>
        </p:nvSpPr>
        <p:spPr>
          <a:xfrm>
            <a:off x="1830851" y="2939229"/>
            <a:ext cx="7254570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800" err="1">
                <a:latin typeface="ML-TTKarthika"/>
              </a:rPr>
              <a:t>kpJIme¯nepw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ZpxJthfbnepw</a:t>
            </a:r>
            <a:endParaRPr lang="en-US" sz="2800">
              <a:latin typeface="ML-TTKarthika"/>
            </a:endParaRPr>
          </a:p>
          <a:p>
            <a:r>
              <a:rPr lang="en-US" sz="2800" err="1">
                <a:latin typeface="ML-TTKarthika"/>
              </a:rPr>
              <a:t>AIem</a:t>
            </a:r>
            <a:r>
              <a:rPr lang="en-US" sz="2800">
                <a:latin typeface="ML-TTKarthika"/>
              </a:rPr>
              <a:t>¯ \Â </a:t>
            </a:r>
            <a:r>
              <a:rPr lang="en-US" sz="2800" err="1">
                <a:latin typeface="ML-TTKarthika"/>
              </a:rPr>
              <a:t>kvt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lnXt</a:t>
            </a:r>
            <a:r>
              <a:rPr lang="en-US" sz="2800">
                <a:latin typeface="ML-TTKarthika"/>
              </a:rPr>
              <a:t>\ </a:t>
            </a:r>
          </a:p>
          <a:p>
            <a:r>
              <a:rPr lang="en-US" sz="2800" err="1">
                <a:latin typeface="ML-TTKarthika"/>
              </a:rPr>
              <a:t>tbipth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Xncp¸mZ¯nÂ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Im¯ncns</a:t>
            </a:r>
            <a:r>
              <a:rPr lang="en-US" sz="2800">
                <a:latin typeface="ML-TTKarthika"/>
              </a:rPr>
              <a:t>¡ </a:t>
            </a:r>
          </a:p>
          <a:p>
            <a:r>
              <a:rPr lang="en-US" sz="2800" err="1">
                <a:latin typeface="ML-TTKarthika"/>
              </a:rPr>
              <a:t>F´p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tamZw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lrZ´w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hcpw</a:t>
            </a:r>
            <a:r>
              <a:rPr lang="en-US" sz="2800">
                <a:latin typeface="ML-TTKarthika"/>
              </a:rPr>
              <a:t>     (2)</a:t>
            </a:r>
            <a:endParaRPr lang="en-US" sz="2800">
              <a:latin typeface="ML-TTKarthika" panose="04000000000000000000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ABF1D-D05F-3128-742C-3B7C0B2999C8}"/>
              </a:ext>
            </a:extLst>
          </p:cNvPr>
          <p:cNvSpPr/>
          <p:nvPr/>
        </p:nvSpPr>
        <p:spPr>
          <a:xfrm>
            <a:off x="1103086" y="929425"/>
            <a:ext cx="7274509" cy="17267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kaalaththilum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dukha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velhayilum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akalaatha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snehithane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yeshuve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thiru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paadaththil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kaaththirikke</a:t>
            </a:r>
            <a:endParaRPr lang="sv-SE" sz="28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enthu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modam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hridantham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sv-SE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varum</a:t>
            </a:r>
            <a:r>
              <a:rPr lang="sv-SE" sz="28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   (2)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1A3954-A561-1BAE-3C89-BCD923FD24F7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052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4987-B4C8-F4D2-DA43-BC1EEF60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6C61488-521E-A1C5-E2B6-38C3859FC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0C487E-D8D1-86F5-281E-654E7499ED3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302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964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217375" y="644963"/>
            <a:ext cx="85473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verum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kaiyaai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chellumo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sannidhiyil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r>
              <a:rPr lang="fi-FI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otta naalin seva polum kazhcha vekkaathe munpil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verum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kaiyaai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chellumo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nilpaan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oru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dhehi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illaathengane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vanangum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1 of 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BAE819-93B3-B1C2-ABF4-10C7D955F1B2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302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CC087-A2F1-2A9F-86D9-4AC1489DFEF5}"/>
              </a:ext>
            </a:extLst>
          </p:cNvPr>
          <p:cNvSpPr txBox="1"/>
          <p:nvPr/>
        </p:nvSpPr>
        <p:spPr>
          <a:xfrm>
            <a:off x="217374" y="2842439"/>
            <a:ext cx="8919127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US" sz="2400" err="1">
                <a:latin typeface="ML-TTKarthika"/>
              </a:rPr>
              <a:t>shdpw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ssIbmbv</a:t>
            </a:r>
            <a:r>
              <a:rPr lang="en-US" sz="2400">
                <a:latin typeface="ML-TTKarthika"/>
              </a:rPr>
              <a:t> Rm³ </a:t>
            </a:r>
            <a:r>
              <a:rPr lang="en-US" sz="2400" err="1">
                <a:latin typeface="ML-TTKarthika"/>
              </a:rPr>
              <a:t>sNÃptam</a:t>
            </a:r>
            <a:r>
              <a:rPr lang="en-US" sz="2400">
                <a:latin typeface="ML-TTKarthika"/>
              </a:rPr>
              <a:t>? c£I³ </a:t>
            </a:r>
            <a:r>
              <a:rPr lang="en-US" sz="2400" err="1">
                <a:latin typeface="ML-TTKarthika"/>
              </a:rPr>
              <a:t>k¶n</a:t>
            </a:r>
            <a:r>
              <a:rPr lang="en-US" sz="2400">
                <a:latin typeface="ML-TTKarthika"/>
              </a:rPr>
              <a:t>[</a:t>
            </a:r>
            <a:r>
              <a:rPr lang="en-US" sz="2400" err="1">
                <a:latin typeface="ML-TTKarthika"/>
              </a:rPr>
              <a:t>nbnÂ</a:t>
            </a:r>
            <a:endParaRPr lang="en-US" sz="2400">
              <a:latin typeface="ML-TTKarthika"/>
            </a:endParaRPr>
          </a:p>
          <a:p>
            <a:r>
              <a:rPr lang="en-US" sz="2400" err="1">
                <a:latin typeface="ML-TTKarthika"/>
              </a:rPr>
              <a:t>Hä</a:t>
            </a:r>
            <a:r>
              <a:rPr lang="en-US" sz="2400">
                <a:latin typeface="ML-TTKarthika"/>
              </a:rPr>
              <a:t>\mfn³ </a:t>
            </a:r>
            <a:r>
              <a:rPr lang="en-US" sz="2400" err="1">
                <a:latin typeface="ML-TTKarthika"/>
              </a:rPr>
              <a:t>tkht</a:t>
            </a:r>
            <a:r>
              <a:rPr lang="en-US" sz="2400">
                <a:latin typeface="ML-TTKarthika"/>
              </a:rPr>
              <a:t>]</a:t>
            </a:r>
            <a:r>
              <a:rPr lang="en-US" sz="2400" err="1">
                <a:latin typeface="ML-TTKarthika"/>
              </a:rPr>
              <a:t>mepw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ImgvNshbv¡msX</a:t>
            </a:r>
            <a:r>
              <a:rPr lang="en-US" sz="2400">
                <a:latin typeface="ML-TTKarthika"/>
              </a:rPr>
              <a:t> ap¼nÂ</a:t>
            </a:r>
          </a:p>
          <a:p>
            <a:endParaRPr lang="en-US" sz="2400">
              <a:latin typeface="ML-TTKarthika" panose="04000000000000000000" pitchFamily="82" charset="0"/>
            </a:endParaRPr>
          </a:p>
          <a:p>
            <a:r>
              <a:rPr lang="en-US" sz="2400">
                <a:latin typeface="ML-TTKarthika"/>
              </a:rPr>
              <a:t>	</a:t>
            </a:r>
            <a:r>
              <a:rPr lang="en-US" sz="2400" err="1">
                <a:latin typeface="ML-TTKarthika"/>
              </a:rPr>
              <a:t>shdpw</a:t>
            </a:r>
            <a:r>
              <a:rPr lang="en-US" sz="2400">
                <a:latin typeface="ML-TTKarthika"/>
              </a:rPr>
              <a:t> </a:t>
            </a:r>
            <a:r>
              <a:rPr lang="en-US" sz="2400" err="1">
                <a:latin typeface="ML-TTKarthika"/>
              </a:rPr>
              <a:t>ssIbmbv</a:t>
            </a:r>
            <a:r>
              <a:rPr lang="en-US" sz="2400">
                <a:latin typeface="ML-TTKarthika"/>
              </a:rPr>
              <a:t> Rm³ </a:t>
            </a:r>
            <a:r>
              <a:rPr lang="en-US" sz="2400" err="1">
                <a:latin typeface="ML-TTKarthika"/>
              </a:rPr>
              <a:t>sNÃptam</a:t>
            </a:r>
            <a:r>
              <a:rPr lang="en-US" sz="2400">
                <a:latin typeface="ML-TTKarthika"/>
              </a:rPr>
              <a:t> c£I³ ap¼nÂ \</a:t>
            </a:r>
            <a:r>
              <a:rPr lang="en-US" sz="2400" err="1">
                <a:latin typeface="ML-TTKarthika"/>
              </a:rPr>
              <a:t>nev</a:t>
            </a:r>
            <a:r>
              <a:rPr lang="en-US" sz="2400">
                <a:latin typeface="ML-TTKarthika"/>
              </a:rPr>
              <a:t>]m³?</a:t>
            </a:r>
          </a:p>
          <a:p>
            <a:r>
              <a:rPr lang="en-US" sz="2400">
                <a:latin typeface="ML-TTKarthika"/>
              </a:rPr>
              <a:t>	Hcp </a:t>
            </a:r>
            <a:r>
              <a:rPr lang="en-US" sz="2400" err="1">
                <a:latin typeface="ML-TTKarthika"/>
              </a:rPr>
              <a:t>tZln</a:t>
            </a:r>
            <a:r>
              <a:rPr lang="en-US" sz="2400">
                <a:latin typeface="ML-TTKarthika"/>
              </a:rPr>
              <a:t> t]</a:t>
            </a:r>
            <a:r>
              <a:rPr lang="en-US" sz="2400" err="1">
                <a:latin typeface="ML-TTKarthika"/>
              </a:rPr>
              <a:t>mepanÃmsX§s</a:t>
            </a:r>
            <a:r>
              <a:rPr lang="en-US" sz="2400">
                <a:latin typeface="ML-TTKarthika"/>
              </a:rPr>
              <a:t>\ </a:t>
            </a:r>
            <a:r>
              <a:rPr lang="en-US" sz="2400" err="1">
                <a:latin typeface="ML-TTKarthika"/>
              </a:rPr>
              <a:t>hW§pw</a:t>
            </a:r>
            <a:r>
              <a:rPr lang="en-US" sz="2400">
                <a:latin typeface="ML-TTKarthika"/>
              </a:rPr>
              <a:t> Rm³?</a:t>
            </a:r>
          </a:p>
        </p:txBody>
      </p:sp>
    </p:spTree>
    <p:extLst>
      <p:ext uri="{BB962C8B-B14F-4D97-AF65-F5344CB8AC3E}">
        <p14:creationId xmlns:p14="http://schemas.microsoft.com/office/powerpoint/2010/main" val="1785647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B8A1D-FAB9-4FD0-8AFE-BAD0D155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001A6E82-BF35-EA3F-E722-A9565AE59978}"/>
              </a:ext>
            </a:extLst>
          </p:cNvPr>
          <p:cNvSpPr txBox="1"/>
          <p:nvPr/>
        </p:nvSpPr>
        <p:spPr>
          <a:xfrm>
            <a:off x="217375" y="644963"/>
            <a:ext cx="840444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veendeduthathaal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mrithuyuve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bhayamilla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verum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kaiyyaai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thanne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kaanmaan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undennikettam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bhayam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verum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kaiyaai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chellumo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nilpaan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oru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dhehi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illaathengane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vanangum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26806F-9112-A05D-F108-75D0983FACC4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2 of 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51278C-3D39-5697-11DC-9517C7C4AA45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302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3A994-06FE-6ABE-7A52-F3BD227D24FF}"/>
              </a:ext>
            </a:extLst>
          </p:cNvPr>
          <p:cNvSpPr txBox="1"/>
          <p:nvPr/>
        </p:nvSpPr>
        <p:spPr>
          <a:xfrm>
            <a:off x="217374" y="2744212"/>
            <a:ext cx="8628913" cy="170599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400">
                <a:latin typeface="ML-TTKarthika" panose="04000000000000000000" pitchFamily="82" charset="0"/>
              </a:rPr>
              <a:t>c£I³ </a:t>
            </a:r>
            <a:r>
              <a:rPr lang="en-US" sz="2400" err="1">
                <a:latin typeface="ML-TTKarthika" panose="04000000000000000000" pitchFamily="82" charset="0"/>
              </a:rPr>
              <a:t>hoWvsSSp¯XmÂ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arXypsh</a:t>
            </a:r>
            <a:r>
              <a:rPr lang="en-US" sz="2400">
                <a:latin typeface="ML-TTKarthika" panose="04000000000000000000" pitchFamily="82" charset="0"/>
              </a:rPr>
              <a:t> `</a:t>
            </a:r>
            <a:r>
              <a:rPr lang="en-US" sz="2400" err="1">
                <a:latin typeface="ML-TTKarthika" panose="04000000000000000000" pitchFamily="82" charset="0"/>
              </a:rPr>
              <a:t>banÃ</a:t>
            </a:r>
            <a:endParaRPr lang="en-US" sz="2400">
              <a:latin typeface="ML-TTKarthika" panose="04000000000000000000" pitchFamily="82" charset="0"/>
            </a:endParaRPr>
          </a:p>
          <a:p>
            <a:r>
              <a:rPr lang="en-US" sz="2400" err="1">
                <a:latin typeface="ML-TTKarthika" panose="04000000000000000000" pitchFamily="82" charset="0"/>
              </a:rPr>
              <a:t>shdpw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ssIbmbv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Xs</a:t>
            </a:r>
            <a:r>
              <a:rPr lang="en-US" sz="2400">
                <a:latin typeface="ML-TTKarthika" panose="04000000000000000000" pitchFamily="82" charset="0"/>
              </a:rPr>
              <a:t>¶ Im×m³	D</a:t>
            </a:r>
            <a:r>
              <a:rPr lang="en-SG" sz="2400" err="1">
                <a:latin typeface="ML-TTKarthika" panose="04000000000000000000" pitchFamily="82" charset="0"/>
              </a:rPr>
              <a:t>WvsS</a:t>
            </a:r>
            <a:r>
              <a:rPr lang="en-US" sz="2400">
                <a:latin typeface="ML-TTKarthika" panose="04000000000000000000" pitchFamily="82" charset="0"/>
              </a:rPr>
              <a:t>­\</a:t>
            </a:r>
            <a:r>
              <a:rPr lang="en-US" sz="2400" err="1">
                <a:latin typeface="ML-TTKarthika" panose="04000000000000000000" pitchFamily="82" charset="0"/>
              </a:rPr>
              <a:t>nt¡äw</a:t>
            </a:r>
            <a:r>
              <a:rPr lang="en-US" sz="2400">
                <a:latin typeface="ML-TTKarthika" panose="04000000000000000000" pitchFamily="82" charset="0"/>
              </a:rPr>
              <a:t> `</a:t>
            </a:r>
            <a:r>
              <a:rPr lang="en-US" sz="2400" err="1">
                <a:latin typeface="ML-TTKarthika" panose="04000000000000000000" pitchFamily="82" charset="0"/>
              </a:rPr>
              <a:t>bw</a:t>
            </a:r>
            <a:endParaRPr lang="en-US" sz="2400">
              <a:latin typeface="ML-TTKarthika" panose="04000000000000000000" pitchFamily="82" charset="0"/>
            </a:endParaRPr>
          </a:p>
          <a:p>
            <a:endParaRPr lang="en-US" sz="1050">
              <a:latin typeface="ML-TTKarthika" panose="04000000000000000000" pitchFamily="82" charset="0"/>
            </a:endParaRPr>
          </a:p>
          <a:p>
            <a:r>
              <a:rPr lang="en-US" sz="2400" i="1">
                <a:latin typeface="ML-TTKarthika" panose="04000000000000000000" pitchFamily="82" charset="0"/>
              </a:rPr>
              <a:t>	</a:t>
            </a:r>
            <a:r>
              <a:rPr lang="en-US" sz="2400" i="1" err="1">
                <a:latin typeface="ML-TTKarthika" panose="04000000000000000000" pitchFamily="82" charset="0"/>
              </a:rPr>
              <a:t>shdpw</a:t>
            </a:r>
            <a:r>
              <a:rPr lang="en-US" sz="2400" i="1">
                <a:latin typeface="ML-TTKarthika" panose="04000000000000000000" pitchFamily="82" charset="0"/>
              </a:rPr>
              <a:t> </a:t>
            </a:r>
            <a:r>
              <a:rPr lang="en-US" sz="2400" i="1" err="1">
                <a:latin typeface="ML-TTKarthika" panose="04000000000000000000" pitchFamily="82" charset="0"/>
              </a:rPr>
              <a:t>ssIbmbv</a:t>
            </a:r>
            <a:r>
              <a:rPr lang="en-US" sz="2400" i="1">
                <a:latin typeface="ML-TTKarthika" panose="04000000000000000000" pitchFamily="82" charset="0"/>
              </a:rPr>
              <a:t> Rm³ </a:t>
            </a:r>
            <a:r>
              <a:rPr lang="en-US" sz="2400" i="1" err="1">
                <a:latin typeface="ML-TTKarthika" panose="04000000000000000000" pitchFamily="82" charset="0"/>
              </a:rPr>
              <a:t>sNÃptam</a:t>
            </a:r>
            <a:r>
              <a:rPr lang="en-US" sz="2400" i="1">
                <a:latin typeface="ML-TTKarthika" panose="04000000000000000000" pitchFamily="82" charset="0"/>
              </a:rPr>
              <a:t> c£I³ ap¼nÂ \</a:t>
            </a:r>
            <a:r>
              <a:rPr lang="en-US" sz="2400" i="1" err="1">
                <a:latin typeface="ML-TTKarthika" panose="04000000000000000000" pitchFamily="82" charset="0"/>
              </a:rPr>
              <a:t>nev</a:t>
            </a:r>
            <a:r>
              <a:rPr lang="en-US" sz="2400" i="1">
                <a:latin typeface="ML-TTKarthika" panose="04000000000000000000" pitchFamily="82" charset="0"/>
              </a:rPr>
              <a:t>]m³?</a:t>
            </a:r>
          </a:p>
          <a:p>
            <a:r>
              <a:rPr lang="en-US" sz="2400" i="1">
                <a:latin typeface="ML-TTKarthika" panose="04000000000000000000" pitchFamily="82" charset="0"/>
              </a:rPr>
              <a:t>	Hcp </a:t>
            </a:r>
            <a:r>
              <a:rPr lang="en-US" sz="2400" i="1" err="1">
                <a:latin typeface="ML-TTKarthika" panose="04000000000000000000" pitchFamily="82" charset="0"/>
              </a:rPr>
              <a:t>tZln</a:t>
            </a:r>
            <a:r>
              <a:rPr lang="en-US" sz="2400" i="1">
                <a:latin typeface="ML-TTKarthika" panose="04000000000000000000" pitchFamily="82" charset="0"/>
              </a:rPr>
              <a:t> t]</a:t>
            </a:r>
            <a:r>
              <a:rPr lang="en-US" sz="2400" i="1" err="1">
                <a:latin typeface="ML-TTKarthika" panose="04000000000000000000" pitchFamily="82" charset="0"/>
              </a:rPr>
              <a:t>mepanÃmsX§s</a:t>
            </a:r>
            <a:r>
              <a:rPr lang="en-US" sz="2400" i="1">
                <a:latin typeface="ML-TTKarthika" panose="04000000000000000000" pitchFamily="82" charset="0"/>
              </a:rPr>
              <a:t>\ </a:t>
            </a:r>
            <a:r>
              <a:rPr lang="en-US" sz="2400" i="1" err="1">
                <a:latin typeface="ML-TTKarthika" panose="04000000000000000000" pitchFamily="82" charset="0"/>
              </a:rPr>
              <a:t>hW§pw</a:t>
            </a:r>
            <a:r>
              <a:rPr lang="en-US" sz="2400" i="1">
                <a:latin typeface="ML-TTKarthika" panose="04000000000000000000" pitchFamily="82" charset="0"/>
              </a:rPr>
              <a:t> Rm³?</a:t>
            </a:r>
          </a:p>
        </p:txBody>
      </p:sp>
    </p:spTree>
    <p:extLst>
      <p:ext uri="{BB962C8B-B14F-4D97-AF65-F5344CB8AC3E}">
        <p14:creationId xmlns:p14="http://schemas.microsoft.com/office/powerpoint/2010/main" val="6245997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00F9-F090-C4E4-20DE-AC43C65C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E69459B6-FE7A-9484-29C3-4DAE829A4CEB}"/>
              </a:ext>
            </a:extLst>
          </p:cNvPr>
          <p:cNvSpPr txBox="1"/>
          <p:nvPr/>
        </p:nvSpPr>
        <p:spPr>
          <a:xfrm>
            <a:off x="217375" y="644963"/>
            <a:ext cx="840444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cheithu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kazhicha-thuddharicheedaamenkil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defTabSz="457200"/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paadhathil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kaazhcha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vechupayogichidaam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verum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kaiyaai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chellumo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nilpaan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oru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dhehi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illaathengane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vanangum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78AD2-69B0-13BE-7FC2-82571F2CED17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3 of 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E39342-41B7-CD80-41EF-A8940EC30F69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302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9BBF1-9E15-245B-9500-E5BC5C97A95A}"/>
              </a:ext>
            </a:extLst>
          </p:cNvPr>
          <p:cNvSpPr txBox="1"/>
          <p:nvPr/>
        </p:nvSpPr>
        <p:spPr>
          <a:xfrm>
            <a:off x="217374" y="2744212"/>
            <a:ext cx="8628913" cy="170599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400">
                <a:latin typeface="ML-TTKarthika" panose="04000000000000000000" pitchFamily="82" charset="0"/>
              </a:rPr>
              <a:t>]m]</a:t>
            </a:r>
            <a:r>
              <a:rPr lang="en-US" sz="2400" err="1">
                <a:latin typeface="ML-TTKarthika" panose="04000000000000000000" pitchFamily="82" charset="0"/>
              </a:rPr>
              <a:t>wsNbvXp</a:t>
            </a:r>
            <a:r>
              <a:rPr lang="en-US" sz="2400">
                <a:latin typeface="ML-TTKarthika" panose="04000000000000000000" pitchFamily="82" charset="0"/>
              </a:rPr>
              <a:t> \</a:t>
            </a:r>
            <a:r>
              <a:rPr lang="en-US" sz="2400" err="1">
                <a:latin typeface="ML-TTKarthika" panose="04000000000000000000" pitchFamily="82" charset="0"/>
              </a:rPr>
              <a:t>mÄ</a:t>
            </a:r>
            <a:r>
              <a:rPr lang="en-US" sz="2400">
                <a:latin typeface="ML-TTKarthika" panose="04000000000000000000" pitchFamily="82" charset="0"/>
              </a:rPr>
              <a:t> Ign¨Xp²cn¨oSmsa¦nÂ</a:t>
            </a:r>
          </a:p>
          <a:p>
            <a:r>
              <a:rPr lang="en-US" sz="2400">
                <a:latin typeface="ML-TTKarthika" panose="04000000000000000000" pitchFamily="82" charset="0"/>
              </a:rPr>
              <a:t>c£I³ ]</a:t>
            </a:r>
            <a:r>
              <a:rPr lang="en-US" sz="2400" err="1">
                <a:latin typeface="ML-TTKarthika" panose="04000000000000000000" pitchFamily="82" charset="0"/>
              </a:rPr>
              <a:t>mZ¯nÂ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ImgvN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sh¨p</a:t>
            </a:r>
            <a:r>
              <a:rPr lang="en-US" sz="2400">
                <a:latin typeface="ML-TTKarthika" panose="04000000000000000000" pitchFamily="82" charset="0"/>
              </a:rPr>
              <a:t>]</a:t>
            </a:r>
            <a:r>
              <a:rPr lang="en-US" sz="2400" err="1">
                <a:latin typeface="ML-TTKarthika" panose="04000000000000000000" pitchFamily="82" charset="0"/>
              </a:rPr>
              <a:t>tbmKn¨oSmw</a:t>
            </a:r>
            <a:endParaRPr lang="en-US" sz="2400">
              <a:latin typeface="ML-TTKarthika" panose="04000000000000000000" pitchFamily="82" charset="0"/>
            </a:endParaRPr>
          </a:p>
          <a:p>
            <a:endParaRPr lang="en-US" sz="1050">
              <a:latin typeface="ML-TTKarthika" panose="04000000000000000000" pitchFamily="82" charset="0"/>
            </a:endParaRPr>
          </a:p>
          <a:p>
            <a:r>
              <a:rPr lang="en-US" sz="2400" i="1">
                <a:latin typeface="ML-TTKarthika" panose="04000000000000000000" pitchFamily="82" charset="0"/>
              </a:rPr>
              <a:t>	</a:t>
            </a:r>
            <a:r>
              <a:rPr lang="en-US" sz="2400" i="1" err="1">
                <a:latin typeface="ML-TTKarthika" panose="04000000000000000000" pitchFamily="82" charset="0"/>
              </a:rPr>
              <a:t>shdpw</a:t>
            </a:r>
            <a:r>
              <a:rPr lang="en-US" sz="2400" i="1">
                <a:latin typeface="ML-TTKarthika" panose="04000000000000000000" pitchFamily="82" charset="0"/>
              </a:rPr>
              <a:t> </a:t>
            </a:r>
            <a:r>
              <a:rPr lang="en-US" sz="2400" i="1" err="1">
                <a:latin typeface="ML-TTKarthika" panose="04000000000000000000" pitchFamily="82" charset="0"/>
              </a:rPr>
              <a:t>ssIbmbv</a:t>
            </a:r>
            <a:r>
              <a:rPr lang="en-US" sz="2400" i="1">
                <a:latin typeface="ML-TTKarthika" panose="04000000000000000000" pitchFamily="82" charset="0"/>
              </a:rPr>
              <a:t> Rm³ </a:t>
            </a:r>
            <a:r>
              <a:rPr lang="en-US" sz="2400" i="1" err="1">
                <a:latin typeface="ML-TTKarthika" panose="04000000000000000000" pitchFamily="82" charset="0"/>
              </a:rPr>
              <a:t>sNÃptam</a:t>
            </a:r>
            <a:r>
              <a:rPr lang="en-US" sz="2400" i="1">
                <a:latin typeface="ML-TTKarthika" panose="04000000000000000000" pitchFamily="82" charset="0"/>
              </a:rPr>
              <a:t> c£I³ ap¼nÂ \</a:t>
            </a:r>
            <a:r>
              <a:rPr lang="en-US" sz="2400" i="1" err="1">
                <a:latin typeface="ML-TTKarthika" panose="04000000000000000000" pitchFamily="82" charset="0"/>
              </a:rPr>
              <a:t>nev</a:t>
            </a:r>
            <a:r>
              <a:rPr lang="en-US" sz="2400" i="1">
                <a:latin typeface="ML-TTKarthika" panose="04000000000000000000" pitchFamily="82" charset="0"/>
              </a:rPr>
              <a:t>]m³?</a:t>
            </a:r>
          </a:p>
          <a:p>
            <a:r>
              <a:rPr lang="en-US" sz="2400" i="1">
                <a:latin typeface="ML-TTKarthika" panose="04000000000000000000" pitchFamily="82" charset="0"/>
              </a:rPr>
              <a:t>	Hcp </a:t>
            </a:r>
            <a:r>
              <a:rPr lang="en-US" sz="2400" i="1" err="1">
                <a:latin typeface="ML-TTKarthika" panose="04000000000000000000" pitchFamily="82" charset="0"/>
              </a:rPr>
              <a:t>tZln</a:t>
            </a:r>
            <a:r>
              <a:rPr lang="en-US" sz="2400" i="1">
                <a:latin typeface="ML-TTKarthika" panose="04000000000000000000" pitchFamily="82" charset="0"/>
              </a:rPr>
              <a:t> t]</a:t>
            </a:r>
            <a:r>
              <a:rPr lang="en-US" sz="2400" i="1" err="1">
                <a:latin typeface="ML-TTKarthika" panose="04000000000000000000" pitchFamily="82" charset="0"/>
              </a:rPr>
              <a:t>mepanÃmsX§s</a:t>
            </a:r>
            <a:r>
              <a:rPr lang="en-US" sz="2400" i="1">
                <a:latin typeface="ML-TTKarthika" panose="04000000000000000000" pitchFamily="82" charset="0"/>
              </a:rPr>
              <a:t>\ </a:t>
            </a:r>
            <a:r>
              <a:rPr lang="en-US" sz="2400" i="1" err="1">
                <a:latin typeface="ML-TTKarthika" panose="04000000000000000000" pitchFamily="82" charset="0"/>
              </a:rPr>
              <a:t>hW§pw</a:t>
            </a:r>
            <a:r>
              <a:rPr lang="en-US" sz="2400" i="1">
                <a:latin typeface="ML-TTKarthika" panose="04000000000000000000" pitchFamily="82" charset="0"/>
              </a:rPr>
              <a:t> Rm³?</a:t>
            </a:r>
          </a:p>
        </p:txBody>
      </p:sp>
    </p:spTree>
    <p:extLst>
      <p:ext uri="{BB962C8B-B14F-4D97-AF65-F5344CB8AC3E}">
        <p14:creationId xmlns:p14="http://schemas.microsoft.com/office/powerpoint/2010/main" val="14863144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2221-1D6D-F6F7-DFA5-CC566CB9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171046D6-7303-5D6C-D7CA-3A8D396CC9E7}"/>
              </a:ext>
            </a:extLst>
          </p:cNvPr>
          <p:cNvSpPr txBox="1"/>
          <p:nvPr/>
        </p:nvSpPr>
        <p:spPr>
          <a:xfrm>
            <a:off x="217375" y="644963"/>
            <a:ext cx="840444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shuddhare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unarnnu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pakal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neram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yathnippin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raathrri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varum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munpe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thanne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aathmanettam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cheitheedin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457200"/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verum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kaiyaai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chellumo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nilpaan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 </a:t>
            </a:r>
          </a:p>
          <a:p>
            <a:pPr marL="0" lvl="1" defTabSz="457200"/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oru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dhehi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illaathengane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vanangum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i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9F93A-E68A-6DF8-7807-BCA3890B5D5E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4 of 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11241D-95A8-A680-BABE-F9A1533A853D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302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FD186-0C9C-7893-D989-976115BD4584}"/>
              </a:ext>
            </a:extLst>
          </p:cNvPr>
          <p:cNvSpPr txBox="1"/>
          <p:nvPr/>
        </p:nvSpPr>
        <p:spPr>
          <a:xfrm>
            <a:off x="217374" y="2744212"/>
            <a:ext cx="8628913" cy="1705993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400">
                <a:latin typeface="ML-TTKarthika" panose="04000000000000000000" pitchFamily="82" charset="0"/>
              </a:rPr>
              <a:t>ip²tc </a:t>
            </a:r>
            <a:r>
              <a:rPr lang="en-US" sz="2400" err="1">
                <a:latin typeface="ML-TTKarthika" panose="04000000000000000000" pitchFamily="82" charset="0"/>
              </a:rPr>
              <a:t>thKapWÀ¶p</a:t>
            </a:r>
            <a:r>
              <a:rPr lang="en-US" sz="2400">
                <a:latin typeface="ML-TTKarthika" panose="04000000000000000000" pitchFamily="82" charset="0"/>
              </a:rPr>
              <a:t> ]IÂ t\</a:t>
            </a:r>
            <a:r>
              <a:rPr lang="en-US" sz="2400" err="1">
                <a:latin typeface="ML-TTKarthika" panose="04000000000000000000" pitchFamily="82" charset="0"/>
              </a:rPr>
              <a:t>cw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bXv</a:t>
            </a:r>
            <a:r>
              <a:rPr lang="en-US" sz="2400">
                <a:latin typeface="ML-TTKarthika" panose="04000000000000000000" pitchFamily="82" charset="0"/>
              </a:rPr>
              <a:t>\n¸n³</a:t>
            </a:r>
          </a:p>
          <a:p>
            <a:r>
              <a:rPr lang="en-US" sz="2400">
                <a:latin typeface="ML-TTKarthika" panose="04000000000000000000" pitchFamily="82" charset="0"/>
              </a:rPr>
              <a:t>cm{</a:t>
            </a:r>
            <a:r>
              <a:rPr lang="en-US" sz="2400" err="1">
                <a:latin typeface="ML-TTKarthika" panose="04000000000000000000" pitchFamily="82" charset="0"/>
              </a:rPr>
              <a:t>Xn</a:t>
            </a:r>
            <a:r>
              <a:rPr lang="en-US" sz="2400">
                <a:latin typeface="ML-TTKarthika" panose="04000000000000000000" pitchFamily="82" charset="0"/>
              </a:rPr>
              <a:t> </a:t>
            </a:r>
            <a:r>
              <a:rPr lang="en-US" sz="2400" err="1">
                <a:latin typeface="ML-TTKarthika" panose="04000000000000000000" pitchFamily="82" charset="0"/>
              </a:rPr>
              <a:t>hcpw</a:t>
            </a:r>
            <a:r>
              <a:rPr lang="en-US" sz="2400">
                <a:latin typeface="ML-TTKarthika" panose="04000000000000000000" pitchFamily="82" charset="0"/>
              </a:rPr>
              <a:t> aps¼ </a:t>
            </a:r>
            <a:r>
              <a:rPr lang="en-US" sz="2400" err="1">
                <a:latin typeface="ML-TTKarthika" panose="04000000000000000000" pitchFamily="82" charset="0"/>
              </a:rPr>
              <a:t>Xs</a:t>
            </a:r>
            <a:r>
              <a:rPr lang="en-US" sz="2400">
                <a:latin typeface="ML-TTKarthika" panose="04000000000000000000" pitchFamily="82" charset="0"/>
              </a:rPr>
              <a:t>¶ </a:t>
            </a:r>
            <a:r>
              <a:rPr lang="en-US" sz="2400" err="1">
                <a:latin typeface="ML-TTKarthika" panose="04000000000000000000" pitchFamily="82" charset="0"/>
              </a:rPr>
              <a:t>Bßt</a:t>
            </a:r>
            <a:r>
              <a:rPr lang="en-US" sz="2400">
                <a:latin typeface="ML-TTKarthika" panose="04000000000000000000" pitchFamily="82" charset="0"/>
              </a:rPr>
              <a:t>\«w sNbvXoSn³</a:t>
            </a:r>
          </a:p>
          <a:p>
            <a:endParaRPr lang="en-US" sz="1050">
              <a:latin typeface="ML-TTKarthika" panose="04000000000000000000" pitchFamily="82" charset="0"/>
            </a:endParaRPr>
          </a:p>
          <a:p>
            <a:r>
              <a:rPr lang="en-US" sz="2400" i="1">
                <a:latin typeface="ML-TTKarthika" panose="04000000000000000000" pitchFamily="82" charset="0"/>
              </a:rPr>
              <a:t>	</a:t>
            </a:r>
            <a:r>
              <a:rPr lang="en-US" sz="2400" i="1" err="1">
                <a:latin typeface="ML-TTKarthika" panose="04000000000000000000" pitchFamily="82" charset="0"/>
              </a:rPr>
              <a:t>shdpw</a:t>
            </a:r>
            <a:r>
              <a:rPr lang="en-US" sz="2400" i="1">
                <a:latin typeface="ML-TTKarthika" panose="04000000000000000000" pitchFamily="82" charset="0"/>
              </a:rPr>
              <a:t> </a:t>
            </a:r>
            <a:r>
              <a:rPr lang="en-US" sz="2400" i="1" err="1">
                <a:latin typeface="ML-TTKarthika" panose="04000000000000000000" pitchFamily="82" charset="0"/>
              </a:rPr>
              <a:t>ssIbmbv</a:t>
            </a:r>
            <a:r>
              <a:rPr lang="en-US" sz="2400" i="1">
                <a:latin typeface="ML-TTKarthika" panose="04000000000000000000" pitchFamily="82" charset="0"/>
              </a:rPr>
              <a:t> Rm³ </a:t>
            </a:r>
            <a:r>
              <a:rPr lang="en-US" sz="2400" i="1" err="1">
                <a:latin typeface="ML-TTKarthika" panose="04000000000000000000" pitchFamily="82" charset="0"/>
              </a:rPr>
              <a:t>sNÃptam</a:t>
            </a:r>
            <a:r>
              <a:rPr lang="en-US" sz="2400" i="1">
                <a:latin typeface="ML-TTKarthika" panose="04000000000000000000" pitchFamily="82" charset="0"/>
              </a:rPr>
              <a:t> c£I³ ap¼nÂ \</a:t>
            </a:r>
            <a:r>
              <a:rPr lang="en-US" sz="2400" i="1" err="1">
                <a:latin typeface="ML-TTKarthika" panose="04000000000000000000" pitchFamily="82" charset="0"/>
              </a:rPr>
              <a:t>nev</a:t>
            </a:r>
            <a:r>
              <a:rPr lang="en-US" sz="2400" i="1">
                <a:latin typeface="ML-TTKarthika" panose="04000000000000000000" pitchFamily="82" charset="0"/>
              </a:rPr>
              <a:t>]m³?</a:t>
            </a:r>
          </a:p>
          <a:p>
            <a:r>
              <a:rPr lang="en-US" sz="2400" i="1">
                <a:latin typeface="ML-TTKarthika" panose="04000000000000000000" pitchFamily="82" charset="0"/>
              </a:rPr>
              <a:t>	Hcp </a:t>
            </a:r>
            <a:r>
              <a:rPr lang="en-US" sz="2400" i="1" err="1">
                <a:latin typeface="ML-TTKarthika" panose="04000000000000000000" pitchFamily="82" charset="0"/>
              </a:rPr>
              <a:t>tZln</a:t>
            </a:r>
            <a:r>
              <a:rPr lang="en-US" sz="2400" i="1">
                <a:latin typeface="ML-TTKarthika" panose="04000000000000000000" pitchFamily="82" charset="0"/>
              </a:rPr>
              <a:t> t]</a:t>
            </a:r>
            <a:r>
              <a:rPr lang="en-US" sz="2400" i="1" err="1">
                <a:latin typeface="ML-TTKarthika" panose="04000000000000000000" pitchFamily="82" charset="0"/>
              </a:rPr>
              <a:t>mepanÃmsX§s</a:t>
            </a:r>
            <a:r>
              <a:rPr lang="en-US" sz="2400" i="1">
                <a:latin typeface="ML-TTKarthika" panose="04000000000000000000" pitchFamily="82" charset="0"/>
              </a:rPr>
              <a:t>\ </a:t>
            </a:r>
            <a:r>
              <a:rPr lang="en-US" sz="2400" i="1" err="1">
                <a:latin typeface="ML-TTKarthika" panose="04000000000000000000" pitchFamily="82" charset="0"/>
              </a:rPr>
              <a:t>hW§pw</a:t>
            </a:r>
            <a:r>
              <a:rPr lang="en-US" sz="2400" i="1">
                <a:latin typeface="ML-TTKarthika" panose="04000000000000000000" pitchFamily="82" charset="0"/>
              </a:rPr>
              <a:t> Rm³?</a:t>
            </a:r>
          </a:p>
        </p:txBody>
      </p:sp>
    </p:spTree>
    <p:extLst>
      <p:ext uri="{BB962C8B-B14F-4D97-AF65-F5344CB8AC3E}">
        <p14:creationId xmlns:p14="http://schemas.microsoft.com/office/powerpoint/2010/main" val="29059523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9221-879A-F2C9-77FE-8F0F861A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22B4A263-F2AB-4125-309E-1C6168262F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6C01C3-FA99-6AD2-068E-4EA3EF1EFEF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383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729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5C8E-7366-0CF4-CBC8-91A6FEDC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C9EE68C6-6DDD-11A6-76A4-0CAEFB0BC107}"/>
              </a:ext>
            </a:extLst>
          </p:cNvPr>
          <p:cNvSpPr txBox="1"/>
          <p:nvPr/>
        </p:nvSpPr>
        <p:spPr>
          <a:xfrm>
            <a:off x="477350" y="805637"/>
            <a:ext cx="8515706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ninneedin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yeshuvinnaai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kristhya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senakalhe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 panose="020B0502040204020203" pitchFamily="34" charset="0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uyartheedin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kodiye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nashtam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neridalle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jayam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jayam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thanikkum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thante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senakalhkkum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 panose="020B0502040204020203" pitchFamily="34" charset="0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vairikalh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ellaam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tholkkum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thaan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karththavaai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vaazhum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16C3C-3222-97CC-2F15-8B8842E3E41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1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93D100-51EE-AEAB-1934-C58F2387E880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383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E66AA-E715-FC87-0B9C-F1C472D05CD4}"/>
              </a:ext>
            </a:extLst>
          </p:cNvPr>
          <p:cNvSpPr txBox="1"/>
          <p:nvPr/>
        </p:nvSpPr>
        <p:spPr>
          <a:xfrm>
            <a:off x="494400" y="2890771"/>
            <a:ext cx="75514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SG" sz="2600">
                <a:latin typeface="ML-TTKarthika"/>
              </a:rPr>
              <a:t>\n¶oSn³ </a:t>
            </a:r>
            <a:r>
              <a:rPr lang="en-SG" sz="2600" err="1">
                <a:latin typeface="ML-TTKarthika"/>
              </a:rPr>
              <a:t>tbiphn¶mbv</a:t>
            </a:r>
            <a:r>
              <a:rPr lang="en-SG" sz="2600">
                <a:latin typeface="ML-TTKarthika"/>
              </a:rPr>
              <a:t> {</a:t>
            </a:r>
            <a:r>
              <a:rPr lang="en-SG" sz="2600" err="1">
                <a:latin typeface="ML-TTKarthika"/>
              </a:rPr>
              <a:t>InkvXy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tk</a:t>
            </a:r>
            <a:r>
              <a:rPr lang="en-SG" sz="2600">
                <a:latin typeface="ML-TTKarthika"/>
              </a:rPr>
              <a:t>\</a:t>
            </a:r>
            <a:r>
              <a:rPr lang="en-SG" sz="2600" err="1">
                <a:latin typeface="ML-TTKarthika"/>
              </a:rPr>
              <a:t>Isf</a:t>
            </a:r>
            <a:endParaRPr lang="ml-IN" sz="2600">
              <a:latin typeface="ML-TTKarthika"/>
              <a:cs typeface="Kartika"/>
            </a:endParaRPr>
          </a:p>
          <a:p>
            <a:r>
              <a:rPr lang="en-US" sz="2600">
                <a:latin typeface="ML-TTKarthika"/>
              </a:rPr>
              <a:t>DbÀ¯oSn³ </a:t>
            </a:r>
            <a:r>
              <a:rPr lang="en-US" sz="2600" err="1">
                <a:latin typeface="ML-TTKarthika"/>
              </a:rPr>
              <a:t>sImSnsb</a:t>
            </a:r>
            <a:r>
              <a:rPr lang="en-US" sz="2600">
                <a:latin typeface="ML-TTKarthika"/>
              </a:rPr>
              <a:t> \</a:t>
            </a:r>
            <a:r>
              <a:rPr lang="en-US" sz="2600" err="1">
                <a:latin typeface="ML-TTKarthika"/>
              </a:rPr>
              <a:t>jvSw</a:t>
            </a:r>
            <a:r>
              <a:rPr lang="en-US" sz="2600">
                <a:latin typeface="ML-TTKarthika"/>
              </a:rPr>
              <a:t> </a:t>
            </a:r>
            <a:r>
              <a:rPr lang="en-SG" sz="2600">
                <a:latin typeface="ML-TTKarthika"/>
              </a:rPr>
              <a:t>t</a:t>
            </a:r>
            <a:r>
              <a:rPr lang="en-US" sz="2600">
                <a:latin typeface="ML-TTKarthika"/>
              </a:rPr>
              <a:t>\</a:t>
            </a:r>
            <a:r>
              <a:rPr lang="en-US" sz="2600" err="1">
                <a:latin typeface="ML-TTKarthika"/>
              </a:rPr>
              <a:t>coStÃ</a:t>
            </a:r>
            <a:endParaRPr lang="en-US" sz="2600">
              <a:latin typeface="ML-TTKarthika"/>
            </a:endParaRPr>
          </a:p>
          <a:p>
            <a:r>
              <a:rPr lang="en-US" sz="2600" err="1">
                <a:latin typeface="ML-TTKarthika"/>
              </a:rPr>
              <a:t>Pbw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Pbw</a:t>
            </a:r>
            <a:r>
              <a:rPr lang="en-US" sz="2600">
                <a:latin typeface="ML-TTKarthika"/>
              </a:rPr>
              <a:t> X\</a:t>
            </a:r>
            <a:r>
              <a:rPr lang="en-US" sz="2600" err="1">
                <a:latin typeface="ML-TTKarthika"/>
              </a:rPr>
              <a:t>n¡pw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Xsâ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tk</a:t>
            </a:r>
            <a:r>
              <a:rPr lang="en-US" sz="2600">
                <a:latin typeface="ML-TTKarthika"/>
              </a:rPr>
              <a:t>\</a:t>
            </a:r>
            <a:r>
              <a:rPr lang="en-US" sz="2600" err="1">
                <a:latin typeface="ML-TTKarthika"/>
              </a:rPr>
              <a:t>IÄ¡pw</a:t>
            </a:r>
            <a:endParaRPr lang="en-US" sz="2600">
              <a:latin typeface="ML-TTKarthika"/>
            </a:endParaRPr>
          </a:p>
          <a:p>
            <a:r>
              <a:rPr lang="en-US" sz="2600" err="1">
                <a:latin typeface="ML-TTKarthika"/>
              </a:rPr>
              <a:t>sshcnIÄ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FÃmw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sXmÂ¡pw</a:t>
            </a:r>
            <a:r>
              <a:rPr lang="en-US" sz="2600">
                <a:latin typeface="ML-TTKarthika"/>
              </a:rPr>
              <a:t> Xm³ </a:t>
            </a:r>
            <a:r>
              <a:rPr lang="en-US" sz="2600" err="1">
                <a:latin typeface="ML-TTKarthika"/>
              </a:rPr>
              <a:t>IÀ¯mhmbv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hmgpw</a:t>
            </a:r>
            <a:endParaRPr lang="ml-IN" sz="26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32220534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2A5-1103-FB92-0305-55273AE6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C1F7DFB9-F8CA-9740-78EC-6A2B43AEB03D}"/>
              </a:ext>
            </a:extLst>
          </p:cNvPr>
          <p:cNvSpPr txBox="1"/>
          <p:nvPr/>
        </p:nvSpPr>
        <p:spPr>
          <a:xfrm>
            <a:off x="562182" y="970836"/>
            <a:ext cx="7345918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ninneedin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yeshuvinnaai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ennee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porvilhli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kelh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ningalh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nidhra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kondaalo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avannu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lajja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thaan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ullilum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purathum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kaanhunna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thinmaye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nee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nerittu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poraadi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illaayma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aakkuka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4CD88-9A42-4E05-E628-D34A3FCE738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2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BBEDD6-2E81-6F98-6372-90A09B70CEA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383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6B4BC-A623-7640-59B1-1A02D720A110}"/>
              </a:ext>
            </a:extLst>
          </p:cNvPr>
          <p:cNvSpPr txBox="1"/>
          <p:nvPr/>
        </p:nvSpPr>
        <p:spPr>
          <a:xfrm>
            <a:off x="561373" y="2859517"/>
            <a:ext cx="75514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SG" sz="2600">
                <a:latin typeface="ML-TTKarthika"/>
              </a:rPr>
              <a:t>\n¶oSn³ </a:t>
            </a:r>
            <a:r>
              <a:rPr lang="en-SG" sz="2600" err="1">
                <a:latin typeface="ML-TTKarthika"/>
              </a:rPr>
              <a:t>tbiphn¶mbv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F¶o</a:t>
            </a:r>
            <a:r>
              <a:rPr lang="en-SG" sz="2600">
                <a:latin typeface="ML-TTKarthika"/>
              </a:rPr>
              <a:t> t]</a:t>
            </a:r>
            <a:r>
              <a:rPr lang="en-SG" sz="2600" err="1">
                <a:latin typeface="ML-TTKarthika"/>
              </a:rPr>
              <a:t>mÀ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hnfntIÄ</a:t>
            </a:r>
            <a:endParaRPr lang="en-SG" sz="2600">
              <a:latin typeface="ML-TTKarthika"/>
            </a:endParaRPr>
          </a:p>
          <a:p>
            <a:r>
              <a:rPr lang="en-SG" sz="2600">
                <a:latin typeface="ML-TTKarthika"/>
              </a:rPr>
              <a:t>\</a:t>
            </a:r>
            <a:r>
              <a:rPr lang="en-SG" sz="2600" err="1">
                <a:latin typeface="ML-TTKarthika"/>
              </a:rPr>
              <a:t>n§Ä</a:t>
            </a:r>
            <a:r>
              <a:rPr lang="en-SG" sz="2600">
                <a:latin typeface="ML-TTKarthika"/>
              </a:rPr>
              <a:t> \n{Z </a:t>
            </a:r>
            <a:r>
              <a:rPr lang="en-SG" sz="2600" err="1">
                <a:latin typeface="ML-TTKarthika"/>
              </a:rPr>
              <a:t>sIm­WvSmtem</a:t>
            </a:r>
            <a:r>
              <a:rPr lang="en-SG" sz="2600">
                <a:latin typeface="ML-TTKarthika"/>
              </a:rPr>
              <a:t> Ah\p </a:t>
            </a:r>
            <a:r>
              <a:rPr lang="en-SG" sz="2600" err="1">
                <a:latin typeface="ML-TTKarthika"/>
              </a:rPr>
              <a:t>ePvP</a:t>
            </a:r>
            <a:r>
              <a:rPr lang="en-SG" sz="2600">
                <a:latin typeface="ML-TTKarthika"/>
              </a:rPr>
              <a:t> Xm³</a:t>
            </a:r>
          </a:p>
          <a:p>
            <a:r>
              <a:rPr lang="en-SG" sz="2600">
                <a:latin typeface="ML-TTKarthika"/>
              </a:rPr>
              <a:t>\n³ </a:t>
            </a:r>
            <a:r>
              <a:rPr lang="en-SG" sz="2600" err="1">
                <a:latin typeface="ML-TTKarthika"/>
              </a:rPr>
              <a:t>DÅnepw</a:t>
            </a:r>
            <a:r>
              <a:rPr lang="en-SG" sz="2600">
                <a:latin typeface="ML-TTKarthika"/>
              </a:rPr>
              <a:t> ]</a:t>
            </a:r>
            <a:r>
              <a:rPr lang="en-SG" sz="2600" err="1">
                <a:latin typeface="ML-TTKarthika"/>
              </a:rPr>
              <a:t>pd¯pw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ImWp</a:t>
            </a:r>
            <a:r>
              <a:rPr lang="en-SG" sz="2600">
                <a:latin typeface="ML-TTKarthika"/>
              </a:rPr>
              <a:t>¶ </a:t>
            </a:r>
            <a:r>
              <a:rPr lang="en-SG" sz="2600" err="1">
                <a:latin typeface="ML-TTKarthika"/>
              </a:rPr>
              <a:t>Xn·sb</a:t>
            </a:r>
            <a:endParaRPr lang="en-SG" sz="2600">
              <a:latin typeface="ML-TTKarthika"/>
            </a:endParaRPr>
          </a:p>
          <a:p>
            <a:r>
              <a:rPr lang="en-SG" sz="2600">
                <a:latin typeface="ML-TTKarthika"/>
              </a:rPr>
              <a:t>\o t\</a:t>
            </a:r>
            <a:r>
              <a:rPr lang="en-SG" sz="2600" err="1">
                <a:latin typeface="ML-TTKarthika"/>
              </a:rPr>
              <a:t>cn«p</a:t>
            </a:r>
            <a:r>
              <a:rPr lang="en-SG" sz="2600">
                <a:latin typeface="ML-TTKarthika"/>
              </a:rPr>
              <a:t> t]</a:t>
            </a:r>
            <a:r>
              <a:rPr lang="en-SG" sz="2600" err="1">
                <a:latin typeface="ML-TTKarthika"/>
              </a:rPr>
              <a:t>mcmSn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CÃmbva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B¡pI</a:t>
            </a:r>
            <a:endParaRPr lang="ml-IN" sz="26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8435278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873B-0084-9D8F-69F1-C31C24B0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0E3D5B34-B54A-044F-EC79-B3760E365746}"/>
              </a:ext>
            </a:extLst>
          </p:cNvPr>
          <p:cNvSpPr txBox="1"/>
          <p:nvPr/>
        </p:nvSpPr>
        <p:spPr>
          <a:xfrm>
            <a:off x="428236" y="819031"/>
            <a:ext cx="7345918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ninneedin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yeshuvinnaai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kaahala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naadham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kelh</a:t>
            </a: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munnottu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cherin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poril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ee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neram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veerare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ennham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illaa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vairikalh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ettham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shouryam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ullhor</a:t>
            </a: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pedichidendavare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dhairyamaai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cheika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por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043A3-59E3-F960-4E9E-5D52FF6029A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3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A6C6BC-AEAF-EB5B-A31C-AB840CCDC0B5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383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0FB1B-C756-3446-D6CB-DE3EB5DD939D}"/>
              </a:ext>
            </a:extLst>
          </p:cNvPr>
          <p:cNvSpPr txBox="1"/>
          <p:nvPr/>
        </p:nvSpPr>
        <p:spPr>
          <a:xfrm>
            <a:off x="494400" y="2895235"/>
            <a:ext cx="75514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SG" sz="2600">
                <a:latin typeface="ML-TTKarthika"/>
              </a:rPr>
              <a:t>\n¶oSn³ </a:t>
            </a:r>
            <a:r>
              <a:rPr lang="en-SG" sz="2600" err="1">
                <a:latin typeface="ML-TTKarthika"/>
              </a:rPr>
              <a:t>tbiphn¶mbv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Imlf</a:t>
            </a:r>
            <a:r>
              <a:rPr lang="en-SG" sz="2600">
                <a:latin typeface="ML-TTKarthika"/>
              </a:rPr>
              <a:t> \</a:t>
            </a:r>
            <a:r>
              <a:rPr lang="en-SG" sz="2600" err="1">
                <a:latin typeface="ML-TTKarthika"/>
              </a:rPr>
              <a:t>mZw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tIÄ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apt¶m«p</a:t>
            </a:r>
            <a:r>
              <a:rPr lang="en-SG" sz="2600">
                <a:latin typeface="ML-TTKarthika"/>
              </a:rPr>
              <a:t> tNcn³ t]</a:t>
            </a:r>
            <a:r>
              <a:rPr lang="en-SG" sz="2600" err="1">
                <a:latin typeface="ML-TTKarthika"/>
              </a:rPr>
              <a:t>mcnÂ</a:t>
            </a:r>
            <a:r>
              <a:rPr lang="en-SG" sz="2600">
                <a:latin typeface="ML-TTKarthika"/>
              </a:rPr>
              <a:t> Cu t\</a:t>
            </a:r>
            <a:r>
              <a:rPr lang="en-SG" sz="2600" err="1">
                <a:latin typeface="ML-TTKarthika"/>
              </a:rPr>
              <a:t>cw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hocsc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F®w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CÃm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sshcnIÄ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Gäw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iucyw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DtÅmÀ</a:t>
            </a:r>
            <a:endParaRPr lang="en-SG" sz="2600">
              <a:latin typeface="ML-TTKarthika"/>
            </a:endParaRPr>
          </a:p>
          <a:p>
            <a:r>
              <a:rPr lang="en-SG" sz="2600">
                <a:latin typeface="ML-TTKarthika"/>
              </a:rPr>
              <a:t>s]</a:t>
            </a:r>
            <a:r>
              <a:rPr lang="en-SG" sz="2600" err="1">
                <a:latin typeface="ML-TTKarthika"/>
              </a:rPr>
              <a:t>Sn¨ntSWvShsc</a:t>
            </a:r>
            <a:r>
              <a:rPr lang="en-SG" sz="2600">
                <a:latin typeface="ML-TTKarthika"/>
              </a:rPr>
              <a:t> ss[</a:t>
            </a:r>
            <a:r>
              <a:rPr lang="en-SG" sz="2600" err="1">
                <a:latin typeface="ML-TTKarthika"/>
              </a:rPr>
              <a:t>cyambv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sNbvI</a:t>
            </a:r>
            <a:r>
              <a:rPr lang="en-SG" sz="2600">
                <a:latin typeface="ML-TTKarthika"/>
              </a:rPr>
              <a:t> t]</a:t>
            </a:r>
            <a:r>
              <a:rPr lang="en-SG" sz="2600" err="1">
                <a:latin typeface="ML-TTKarthika"/>
              </a:rPr>
              <a:t>mÀ</a:t>
            </a:r>
            <a:endParaRPr lang="ml-IN" sz="26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602626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9113-757D-9A47-F82B-3DAED02D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1348C7F1-A392-22F3-3927-C197D8D410DE}"/>
              </a:ext>
            </a:extLst>
          </p:cNvPr>
          <p:cNvSpPr txBox="1"/>
          <p:nvPr/>
        </p:nvSpPr>
        <p:spPr>
          <a:xfrm>
            <a:off x="490744" y="868145"/>
            <a:ext cx="7345918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ninneedin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yeshuvinnaai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than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shakthi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sharanham</a:t>
            </a: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swashakthi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phalicheedaa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swa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aashrayam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vridhaa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sarvaayudha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varggam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nee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aathmaavil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dharikka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aapaththin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naduvilum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aavathu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cheika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nee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536B7-B34A-1BAA-B241-5046808CAC02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4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A1797E-5F25-EE96-307D-CAC2443B3D82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383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11723-FA55-CDC6-CFD5-DFA8C85C2E13}"/>
              </a:ext>
            </a:extLst>
          </p:cNvPr>
          <p:cNvSpPr txBox="1"/>
          <p:nvPr/>
        </p:nvSpPr>
        <p:spPr>
          <a:xfrm>
            <a:off x="489935" y="2868446"/>
            <a:ext cx="75514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SG" sz="2600">
                <a:latin typeface="ML-TTKarthika"/>
              </a:rPr>
              <a:t>\n¶oSn³ </a:t>
            </a:r>
            <a:r>
              <a:rPr lang="en-SG" sz="2600" err="1">
                <a:latin typeface="ML-TTKarthika"/>
              </a:rPr>
              <a:t>tbiphn¶mbv</a:t>
            </a:r>
            <a:r>
              <a:rPr lang="en-SG" sz="2600">
                <a:latin typeface="ML-TTKarthika"/>
              </a:rPr>
              <a:t> X³ </a:t>
            </a:r>
            <a:r>
              <a:rPr lang="en-SG" sz="2600" err="1">
                <a:latin typeface="ML-TTKarthika"/>
              </a:rPr>
              <a:t>iIvXn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icWw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kziàn</a:t>
            </a:r>
            <a:r>
              <a:rPr lang="en-SG" sz="2600">
                <a:latin typeface="ML-TTKarthika"/>
              </a:rPr>
              <a:t> ^</a:t>
            </a:r>
            <a:r>
              <a:rPr lang="en-SG" sz="2600" err="1">
                <a:latin typeface="ML-TTKarthika"/>
              </a:rPr>
              <a:t>en¨oSm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kz</a:t>
            </a:r>
            <a:r>
              <a:rPr lang="en-SG" sz="2600">
                <a:latin typeface="ML-TTKarthika"/>
              </a:rPr>
              <a:t> B{</a:t>
            </a:r>
            <a:r>
              <a:rPr lang="en-SG" sz="2600" err="1">
                <a:latin typeface="ML-TTKarthika"/>
              </a:rPr>
              <a:t>ibw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hrYm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kÀhmbp</a:t>
            </a:r>
            <a:r>
              <a:rPr lang="en-SG" sz="2600">
                <a:latin typeface="ML-TTKarthika"/>
              </a:rPr>
              <a:t>[ </a:t>
            </a:r>
            <a:r>
              <a:rPr lang="en-SG" sz="2600" err="1">
                <a:latin typeface="ML-TTKarthika"/>
              </a:rPr>
              <a:t>hÀ¤w</a:t>
            </a:r>
            <a:r>
              <a:rPr lang="en-SG" sz="2600">
                <a:latin typeface="ML-TTKarthika"/>
              </a:rPr>
              <a:t> \o </a:t>
            </a:r>
            <a:r>
              <a:rPr lang="en-SG" sz="2600" err="1">
                <a:latin typeface="ML-TTKarthika"/>
              </a:rPr>
              <a:t>BßmhnÂ</a:t>
            </a:r>
            <a:r>
              <a:rPr lang="en-SG" sz="2600">
                <a:latin typeface="ML-TTKarthika"/>
              </a:rPr>
              <a:t> [</a:t>
            </a:r>
            <a:r>
              <a:rPr lang="en-SG" sz="2600" err="1">
                <a:latin typeface="ML-TTKarthika"/>
              </a:rPr>
              <a:t>cn</a:t>
            </a:r>
            <a:r>
              <a:rPr lang="en-SG" sz="2600">
                <a:latin typeface="ML-TTKarthika"/>
              </a:rPr>
              <a:t>¡</a:t>
            </a:r>
          </a:p>
          <a:p>
            <a:r>
              <a:rPr lang="en-SG" sz="2600">
                <a:latin typeface="ML-TTKarthika"/>
              </a:rPr>
              <a:t>B]¯n³ \</a:t>
            </a:r>
            <a:r>
              <a:rPr lang="en-SG" sz="2600" err="1">
                <a:latin typeface="ML-TTKarthika"/>
              </a:rPr>
              <a:t>Sphnepw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BhXp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sNbvI</a:t>
            </a:r>
            <a:r>
              <a:rPr lang="en-SG" sz="2600">
                <a:latin typeface="ML-TTKarthika"/>
              </a:rPr>
              <a:t> \o</a:t>
            </a:r>
            <a:endParaRPr lang="ml-IN" sz="26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5116412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F9DF-F09C-C268-5F8B-AB514B0A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56D316B7-CA83-B426-B98F-1AFCE695466E}"/>
              </a:ext>
            </a:extLst>
          </p:cNvPr>
          <p:cNvSpPr txBox="1"/>
          <p:nvPr/>
        </p:nvSpPr>
        <p:spPr>
          <a:xfrm>
            <a:off x="455026" y="819031"/>
            <a:ext cx="7345918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ninneedin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yeshuvinnaai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yudham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vegam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theerum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innu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porin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sannaaham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naale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jayageetham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jayaalikku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labhikkum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jeevante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kireedam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  <a:p>
            <a:pPr defTabSz="457200"/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thejassil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yeshuvodu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vaaneedum</a:t>
            </a: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70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Segoe UI"/>
              </a:rPr>
              <a:t>ennume</a:t>
            </a:r>
            <a:endParaRPr lang="en-US" sz="270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200D7-6B61-3F52-9574-8FCF93A99122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5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B948B0-E413-88DC-C50F-B946AF723758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383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24234-D913-88B0-0BF6-F5A325DBB4EF}"/>
              </a:ext>
            </a:extLst>
          </p:cNvPr>
          <p:cNvSpPr txBox="1"/>
          <p:nvPr/>
        </p:nvSpPr>
        <p:spPr>
          <a:xfrm>
            <a:off x="1579357" y="2792544"/>
            <a:ext cx="75514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r>
              <a:rPr lang="en-SG" sz="2600">
                <a:latin typeface="ML-TTKarthika"/>
              </a:rPr>
              <a:t>\n¶oSn³ </a:t>
            </a:r>
            <a:r>
              <a:rPr lang="en-SG" sz="2600" err="1">
                <a:latin typeface="ML-TTKarthika"/>
              </a:rPr>
              <a:t>tbiphn¶mbv</a:t>
            </a:r>
            <a:r>
              <a:rPr lang="en-SG" sz="2600">
                <a:latin typeface="ML-TTKarthika"/>
              </a:rPr>
              <a:t> bp²w </a:t>
            </a:r>
            <a:r>
              <a:rPr lang="en-SG" sz="2600" err="1">
                <a:latin typeface="ML-TTKarthika"/>
              </a:rPr>
              <a:t>thKw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Xocpw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C¶p</a:t>
            </a:r>
            <a:r>
              <a:rPr lang="en-SG" sz="2600">
                <a:latin typeface="ML-TTKarthika"/>
              </a:rPr>
              <a:t> t]mcn³ </a:t>
            </a:r>
            <a:r>
              <a:rPr lang="en-SG" sz="2600" err="1">
                <a:latin typeface="ML-TTKarthika"/>
              </a:rPr>
              <a:t>k¶mlw</a:t>
            </a:r>
            <a:r>
              <a:rPr lang="en-SG" sz="2600">
                <a:latin typeface="ML-TTKarthika"/>
              </a:rPr>
              <a:t> \</a:t>
            </a:r>
            <a:r>
              <a:rPr lang="en-SG" sz="2600" err="1">
                <a:latin typeface="ML-TTKarthika"/>
              </a:rPr>
              <a:t>msf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PbKoXw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Pbmfn¡p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e`n¡pw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Pohsâ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IncoSw</a:t>
            </a:r>
            <a:endParaRPr lang="en-SG" sz="2600">
              <a:latin typeface="ML-TTKarthika"/>
            </a:endParaRPr>
          </a:p>
          <a:p>
            <a:r>
              <a:rPr lang="en-SG" sz="2600" err="1">
                <a:latin typeface="ML-TTKarthika"/>
              </a:rPr>
              <a:t>sXPÊnÂ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tbipthmSp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hmWoSpw</a:t>
            </a:r>
            <a:r>
              <a:rPr lang="en-SG" sz="2600">
                <a:latin typeface="ML-TTKarthika"/>
              </a:rPr>
              <a:t> </a:t>
            </a:r>
            <a:r>
              <a:rPr lang="en-SG" sz="2600" err="1">
                <a:latin typeface="ML-TTKarthika"/>
              </a:rPr>
              <a:t>F¶psa</a:t>
            </a:r>
            <a:endParaRPr lang="ml-IN" sz="26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37432459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Doxology</a:t>
            </a: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sarva</a:t>
            </a:r>
            <a:r>
              <a:rPr kumimoji="0" lang="en-US" sz="6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 </a:t>
            </a:r>
            <a:r>
              <a:rPr kumimoji="0" lang="en-US" sz="6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budhiyum</a:t>
            </a:r>
            <a:r>
              <a:rPr kumimoji="0" lang="en-US" sz="6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 </a:t>
            </a:r>
            <a:r>
              <a:rPr kumimoji="0" lang="en-US" sz="60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kaviyum</a:t>
            </a:r>
            <a:endParaRPr kumimoji="0" lang="en-US" sz="6000" i="0" u="none" strike="noStrike" kern="1200" cap="none" spc="0" normalizeH="0" baseline="0" noProof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EDBA-98A6-F1DC-2FBA-2FAFF74C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6BEB-C3C6-C44E-CCA6-FA4251F6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Doxology – </a:t>
            </a:r>
            <a:r>
              <a:rPr lang="en-SG" i="1" err="1">
                <a:latin typeface="Segoe UI" panose="020B0502040204020203" pitchFamily="34" charset="0"/>
                <a:cs typeface="Segoe UI" panose="020B0502040204020203" pitchFamily="34" charset="0"/>
              </a:rPr>
              <a:t>sarva</a:t>
            </a:r>
            <a:r>
              <a:rPr lang="en-SG" i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i="1" err="1">
                <a:latin typeface="Segoe UI" panose="020B0502040204020203" pitchFamily="34" charset="0"/>
                <a:cs typeface="Segoe UI" panose="020B0502040204020203" pitchFamily="34" charset="0"/>
              </a:rPr>
              <a:t>budhiyum</a:t>
            </a:r>
            <a:r>
              <a:rPr lang="en-SG" i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i="1" err="1">
                <a:latin typeface="Segoe UI" panose="020B0502040204020203" pitchFamily="34" charset="0"/>
                <a:cs typeface="Segoe UI" panose="020B0502040204020203" pitchFamily="34" charset="0"/>
              </a:rPr>
              <a:t>kaviyum</a:t>
            </a:r>
            <a:endParaRPr lang="en-US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6BFFFC-A89D-E303-EA68-94E0C1D9980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C7B14-A3FF-EB74-3B0F-E6394D2682B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376999" y="782956"/>
            <a:ext cx="838162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sarva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budhiyum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kaviyum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daiva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samaadhaanam</a:t>
            </a:r>
            <a:endParaRPr lang="en-SG" sz="280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yeshu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mashihaa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than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arrivilum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snehaththilum</a:t>
            </a:r>
            <a:endParaRPr lang="en-SG" sz="280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kaakkatte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nammude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manassukalh</a:t>
            </a:r>
            <a:endParaRPr lang="en-SG" sz="280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chinthakalh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sarvam</a:t>
            </a:r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ennannekkume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BBD47-7977-4655-A781-8B38BA463E61}"/>
              </a:ext>
            </a:extLst>
          </p:cNvPr>
          <p:cNvSpPr txBox="1"/>
          <p:nvPr/>
        </p:nvSpPr>
        <p:spPr>
          <a:xfrm>
            <a:off x="1568586" y="2861289"/>
            <a:ext cx="66681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err="1">
                <a:latin typeface="ML-TTKarthika" panose="04000000000000000000" pitchFamily="82" charset="0"/>
              </a:rPr>
              <a:t>kÀÆ</a:t>
            </a:r>
            <a:r>
              <a:rPr lang="en-SG" sz="2800">
                <a:latin typeface="ML-TTKarthika" panose="04000000000000000000" pitchFamily="82" charset="0"/>
              </a:rPr>
              <a:t> _p²nbpw </a:t>
            </a:r>
            <a:r>
              <a:rPr lang="en-SG" sz="2800" err="1">
                <a:latin typeface="ML-TTKarthika" panose="04000000000000000000" pitchFamily="82" charset="0"/>
              </a:rPr>
              <a:t>Ihnbpw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ssZh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kam</a:t>
            </a:r>
            <a:r>
              <a:rPr lang="en-SG" sz="2800">
                <a:latin typeface="ML-TTKarthika" panose="04000000000000000000" pitchFamily="82" charset="0"/>
              </a:rPr>
              <a:t>[m\w</a:t>
            </a:r>
          </a:p>
          <a:p>
            <a:r>
              <a:rPr lang="en-SG" sz="2800">
                <a:latin typeface="ML-TTKarthika" panose="04000000000000000000" pitchFamily="82" charset="0"/>
              </a:rPr>
              <a:t>tbipainlmX³ </a:t>
            </a:r>
            <a:r>
              <a:rPr lang="en-SG" sz="2800" err="1">
                <a:latin typeface="ML-TTKarthika" panose="04000000000000000000" pitchFamily="82" charset="0"/>
              </a:rPr>
              <a:t>Adnhnepw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kvt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l¯nepw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 err="1">
                <a:latin typeface="ML-TTKarthika" panose="04000000000000000000" pitchFamily="82" charset="0"/>
              </a:rPr>
              <a:t>Im¡s</a:t>
            </a:r>
            <a:r>
              <a:rPr lang="en-SG" sz="2800">
                <a:latin typeface="ML-TTKarthika" panose="04000000000000000000" pitchFamily="82" charset="0"/>
              </a:rPr>
              <a:t>« \½psS a\</a:t>
            </a:r>
            <a:r>
              <a:rPr lang="en-SG" sz="2800" err="1">
                <a:latin typeface="ML-TTKarthika" panose="04000000000000000000" pitchFamily="82" charset="0"/>
              </a:rPr>
              <a:t>ÊpIÄ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 err="1">
                <a:latin typeface="ML-TTKarthika" panose="04000000000000000000" pitchFamily="82" charset="0"/>
              </a:rPr>
              <a:t>Nn´IÄ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kÀÆw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F¶t</a:t>
            </a:r>
            <a:r>
              <a:rPr lang="en-SG" sz="2800">
                <a:latin typeface="ML-TTKarthika" panose="04000000000000000000" pitchFamily="82" charset="0"/>
              </a:rPr>
              <a:t>¶¡</a:t>
            </a:r>
            <a:r>
              <a:rPr lang="en-SG" sz="2800" err="1">
                <a:latin typeface="ML-TTKarthika" panose="04000000000000000000" pitchFamily="82" charset="0"/>
              </a:rPr>
              <a:t>pta</a:t>
            </a:r>
            <a:endParaRPr lang="en-SG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97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71</Slides>
  <Notes>6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1_Office Theme</vt:lpstr>
      <vt:lpstr>6_Office Theme</vt:lpstr>
      <vt:lpstr>Office 2013 - 2022 Theme</vt:lpstr>
      <vt:lpstr>PowerPoint Presentation</vt:lpstr>
      <vt:lpstr>Opening Song – Hymn 40</vt:lpstr>
      <vt:lpstr>Opening Song – Hymn 40</vt:lpstr>
      <vt:lpstr>Opening Song – Hymn 40</vt:lpstr>
      <vt:lpstr>Opening Song – Hymn 40</vt:lpstr>
      <vt:lpstr>Opening Song – Hymn 40</vt:lpstr>
      <vt:lpstr>PowerPoint Presentation</vt:lpstr>
      <vt:lpstr>Thanksgiving Prayers – innayolam enne nadathi</vt:lpstr>
      <vt:lpstr>Dedication – innayolam enne nadathi</vt:lpstr>
      <vt:lpstr>Dedication – innayolam enne nadathi</vt:lpstr>
      <vt:lpstr>PowerPoint Presentation</vt:lpstr>
      <vt:lpstr>Offertory Hymn - yeshuveppole aakuvaan</vt:lpstr>
      <vt:lpstr>Offertory Hymn - yeshuveppole aakuvaan</vt:lpstr>
      <vt:lpstr>Offertory Hymn - yeshuveppole aakuvaan</vt:lpstr>
      <vt:lpstr>Offertory Hymn - yeshuveppole aakuvaan</vt:lpstr>
      <vt:lpstr>Offertory Hymn - yeshuveppole aakuvaan</vt:lpstr>
      <vt:lpstr>Offertory Hymn - yeshuveppole aakuvaan</vt:lpstr>
      <vt:lpstr>Offertory Hymn - yeshuveppole aakuvaan</vt:lpstr>
      <vt:lpstr>Offertory Hymn - yeshuveppole aakuvaan</vt:lpstr>
      <vt:lpstr>PowerPoint Presentation</vt:lpstr>
      <vt:lpstr>PowerPoint Presentation</vt:lpstr>
      <vt:lpstr>Confession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Doxology – sarva budhiyum kaviyum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cp:lastPrinted>2025-07-05T14:18:11Z</cp:lastPrinted>
  <dcterms:created xsi:type="dcterms:W3CDTF">2020-09-02T02:55:07Z</dcterms:created>
  <dcterms:modified xsi:type="dcterms:W3CDTF">2025-08-02T14:49:48Z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