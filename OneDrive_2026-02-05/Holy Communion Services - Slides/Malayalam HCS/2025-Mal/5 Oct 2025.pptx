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83" r:id="rId3"/>
  </p:sldMasterIdLst>
  <p:notesMasterIdLst>
    <p:notesMasterId r:id="rId75"/>
  </p:notesMasterIdLst>
  <p:sldIdLst>
    <p:sldId id="511" r:id="rId4"/>
    <p:sldId id="2569" r:id="rId5"/>
    <p:sldId id="2529" r:id="rId6"/>
    <p:sldId id="2127" r:id="rId7"/>
    <p:sldId id="2128" r:id="rId8"/>
    <p:sldId id="2130" r:id="rId9"/>
    <p:sldId id="952" r:id="rId10"/>
    <p:sldId id="2228" r:id="rId11"/>
    <p:sldId id="2531" r:id="rId12"/>
    <p:sldId id="1545" r:id="rId13"/>
    <p:sldId id="2611" r:id="rId14"/>
    <p:sldId id="2532" r:id="rId15"/>
    <p:sldId id="2643" r:id="rId16"/>
    <p:sldId id="2533" r:id="rId17"/>
    <p:sldId id="2642" r:id="rId18"/>
    <p:sldId id="2534" r:id="rId19"/>
    <p:sldId id="2644" r:id="rId20"/>
    <p:sldId id="2571" r:id="rId21"/>
    <p:sldId id="2645" r:id="rId22"/>
    <p:sldId id="2450" r:id="rId23"/>
    <p:sldId id="2530" r:id="rId24"/>
    <p:sldId id="1888" r:id="rId25"/>
    <p:sldId id="1539" r:id="rId26"/>
    <p:sldId id="2628" r:id="rId27"/>
    <p:sldId id="2621" r:id="rId28"/>
    <p:sldId id="2622" r:id="rId29"/>
    <p:sldId id="2629" r:id="rId30"/>
    <p:sldId id="2630" r:id="rId31"/>
    <p:sldId id="2631" r:id="rId32"/>
    <p:sldId id="2576" r:id="rId33"/>
    <p:sldId id="2606" r:id="rId34"/>
    <p:sldId id="2599" r:id="rId35"/>
    <p:sldId id="2600" r:id="rId36"/>
    <p:sldId id="2601" r:id="rId37"/>
    <p:sldId id="2602" r:id="rId38"/>
    <p:sldId id="2597" r:id="rId39"/>
    <p:sldId id="2577" r:id="rId40"/>
    <p:sldId id="1121" r:id="rId41"/>
    <p:sldId id="529" r:id="rId42"/>
    <p:sldId id="2604" r:id="rId43"/>
    <p:sldId id="530" r:id="rId44"/>
    <p:sldId id="2603" r:id="rId45"/>
    <p:sldId id="2650" r:id="rId46"/>
    <p:sldId id="2651" r:id="rId47"/>
    <p:sldId id="2652" r:id="rId48"/>
    <p:sldId id="2653" r:id="rId49"/>
    <p:sldId id="2636" r:id="rId50"/>
    <p:sldId id="2637" r:id="rId51"/>
    <p:sldId id="2638" r:id="rId52"/>
    <p:sldId id="2639" r:id="rId53"/>
    <p:sldId id="2640" r:id="rId54"/>
    <p:sldId id="2641" r:id="rId55"/>
    <p:sldId id="2634" r:id="rId56"/>
    <p:sldId id="2615" r:id="rId57"/>
    <p:sldId id="2616" r:id="rId58"/>
    <p:sldId id="2617" r:id="rId59"/>
    <p:sldId id="2618" r:id="rId60"/>
    <p:sldId id="2619" r:id="rId61"/>
    <p:sldId id="2620" r:id="rId62"/>
    <p:sldId id="2635" r:id="rId63"/>
    <p:sldId id="1689" r:id="rId64"/>
    <p:sldId id="1758" r:id="rId65"/>
    <p:sldId id="2646" r:id="rId66"/>
    <p:sldId id="1759" r:id="rId67"/>
    <p:sldId id="2647" r:id="rId68"/>
    <p:sldId id="1760" r:id="rId69"/>
    <p:sldId id="2648" r:id="rId70"/>
    <p:sldId id="1761" r:id="rId71"/>
    <p:sldId id="2649" r:id="rId72"/>
    <p:sldId id="1444" r:id="rId73"/>
    <p:sldId id="2231" r:id="rId7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E9B917-8559-67C4-E1CF-D5F1B3C0575D}" v="7" dt="2025-10-04T03:44:24.336"/>
    <p1510:client id="{A0053162-1906-4E6E-B5ED-8517F997F1C6}" v="25" dt="2025-10-04T02:48:08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microsoft.com/office/2015/10/relationships/revisionInfo" Target="revisionInfo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commentAuthors" Target="commentAuthor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Anjith" userId="5585c8a44a0edd06" providerId="Windows Live" clId="Web-{E4ECCB75-B3E2-F5FC-FA97-89CCED60B8A0}"/>
    <pc:docChg chg="addSld delSld modSld">
      <pc:chgData name="Divya Anjith" userId="5585c8a44a0edd06" providerId="Windows Live" clId="Web-{E4ECCB75-B3E2-F5FC-FA97-89CCED60B8A0}" dt="2025-10-01T16:53:27.265" v="30"/>
      <pc:docMkLst>
        <pc:docMk/>
      </pc:docMkLst>
      <pc:sldChg chg="modSp">
        <pc:chgData name="Divya Anjith" userId="5585c8a44a0edd06" providerId="Windows Live" clId="Web-{E4ECCB75-B3E2-F5FC-FA97-89CCED60B8A0}" dt="2025-10-01T16:50:00.717" v="5" actId="20577"/>
        <pc:sldMkLst>
          <pc:docMk/>
          <pc:sldMk cId="0" sldId="1888"/>
        </pc:sldMkLst>
        <pc:spChg chg="mod">
          <ac:chgData name="Divya Anjith" userId="5585c8a44a0edd06" providerId="Windows Live" clId="Web-{E4ECCB75-B3E2-F5FC-FA97-89CCED60B8A0}" dt="2025-10-01T16:50:00.717" v="5" actId="20577"/>
          <ac:spMkLst>
            <pc:docMk/>
            <pc:sldMk cId="0" sldId="1888"/>
            <ac:spMk id="5" creationId="{00000000-0000-0000-0000-000000000000}"/>
          </ac:spMkLst>
        </pc:spChg>
        <pc:spChg chg="mod">
          <ac:chgData name="Divya Anjith" userId="5585c8a44a0edd06" providerId="Windows Live" clId="Web-{E4ECCB75-B3E2-F5FC-FA97-89CCED60B8A0}" dt="2025-10-01T16:49:55.998" v="4" actId="20577"/>
          <ac:spMkLst>
            <pc:docMk/>
            <pc:sldMk cId="0" sldId="1888"/>
            <ac:spMk id="6" creationId="{00000000-0000-0000-0000-000000000000}"/>
          </ac:spMkLst>
        </pc:spChg>
      </pc:sldChg>
      <pc:sldChg chg="modSp">
        <pc:chgData name="Divya Anjith" userId="5585c8a44a0edd06" providerId="Windows Live" clId="Web-{E4ECCB75-B3E2-F5FC-FA97-89CCED60B8A0}" dt="2025-10-01T16:53:02.500" v="22" actId="20577"/>
        <pc:sldMkLst>
          <pc:docMk/>
          <pc:sldMk cId="0" sldId="2600"/>
        </pc:sldMkLst>
        <pc:spChg chg="mod">
          <ac:chgData name="Divya Anjith" userId="5585c8a44a0edd06" providerId="Windows Live" clId="Web-{E4ECCB75-B3E2-F5FC-FA97-89CCED60B8A0}" dt="2025-10-01T16:53:02.500" v="22" actId="20577"/>
          <ac:spMkLst>
            <pc:docMk/>
            <pc:sldMk cId="0" sldId="2600"/>
            <ac:spMk id="10" creationId="{00000000-0000-0000-0000-000000000000}"/>
          </ac:spMkLst>
        </pc:spChg>
        <pc:spChg chg="mod">
          <ac:chgData name="Divya Anjith" userId="5585c8a44a0edd06" providerId="Windows Live" clId="Web-{E4ECCB75-B3E2-F5FC-FA97-89CCED60B8A0}" dt="2025-10-01T16:52:48.734" v="21" actId="14100"/>
          <ac:spMkLst>
            <pc:docMk/>
            <pc:sldMk cId="0" sldId="2600"/>
            <ac:spMk id="12" creationId="{00000000-0000-0000-0000-000000000000}"/>
          </ac:spMkLst>
        </pc:spChg>
        <pc:spChg chg="mod">
          <ac:chgData name="Divya Anjith" userId="5585c8a44a0edd06" providerId="Windows Live" clId="Web-{E4ECCB75-B3E2-F5FC-FA97-89CCED60B8A0}" dt="2025-10-01T16:52:42.874" v="20" actId="14100"/>
          <ac:spMkLst>
            <pc:docMk/>
            <pc:sldMk cId="0" sldId="2600"/>
            <ac:spMk id="13" creationId="{00000000-0000-0000-0000-000000000000}"/>
          </ac:spMkLst>
        </pc:spChg>
      </pc:sldChg>
      <pc:sldChg chg="addSp delSp">
        <pc:chgData name="Divya Anjith" userId="5585c8a44a0edd06" providerId="Windows Live" clId="Web-{E4ECCB75-B3E2-F5FC-FA97-89CCED60B8A0}" dt="2025-10-01T16:53:20.312" v="26"/>
        <pc:sldMkLst>
          <pc:docMk/>
          <pc:sldMk cId="0" sldId="2601"/>
        </pc:sldMkLst>
        <pc:spChg chg="add">
          <ac:chgData name="Divya Anjith" userId="5585c8a44a0edd06" providerId="Windows Live" clId="Web-{E4ECCB75-B3E2-F5FC-FA97-89CCED60B8A0}" dt="2025-10-01T16:53:20.297" v="25"/>
          <ac:spMkLst>
            <pc:docMk/>
            <pc:sldMk cId="0" sldId="2601"/>
            <ac:spMk id="4" creationId="{E1CCA179-8A96-4AC5-F534-B59656BBAA49}"/>
          </ac:spMkLst>
        </pc:spChg>
        <pc:spChg chg="add">
          <ac:chgData name="Divya Anjith" userId="5585c8a44a0edd06" providerId="Windows Live" clId="Web-{E4ECCB75-B3E2-F5FC-FA97-89CCED60B8A0}" dt="2025-10-01T16:53:20.312" v="26"/>
          <ac:spMkLst>
            <pc:docMk/>
            <pc:sldMk cId="0" sldId="2601"/>
            <ac:spMk id="6" creationId="{FEC10A11-E29C-2ABE-E92F-5226F2FAC387}"/>
          </ac:spMkLst>
        </pc:spChg>
      </pc:sldChg>
      <pc:sldChg chg="addSp delSp">
        <pc:chgData name="Divya Anjith" userId="5585c8a44a0edd06" providerId="Windows Live" clId="Web-{E4ECCB75-B3E2-F5FC-FA97-89CCED60B8A0}" dt="2025-10-01T16:53:27.265" v="30"/>
        <pc:sldMkLst>
          <pc:docMk/>
          <pc:sldMk cId="0" sldId="2602"/>
        </pc:sldMkLst>
        <pc:spChg chg="add">
          <ac:chgData name="Divya Anjith" userId="5585c8a44a0edd06" providerId="Windows Live" clId="Web-{E4ECCB75-B3E2-F5FC-FA97-89CCED60B8A0}" dt="2025-10-01T16:53:27.250" v="29"/>
          <ac:spMkLst>
            <pc:docMk/>
            <pc:sldMk cId="0" sldId="2602"/>
            <ac:spMk id="4" creationId="{7C61A3F2-DB95-23C1-360F-B77643B7FFD9}"/>
          </ac:spMkLst>
        </pc:spChg>
        <pc:spChg chg="add">
          <ac:chgData name="Divya Anjith" userId="5585c8a44a0edd06" providerId="Windows Live" clId="Web-{E4ECCB75-B3E2-F5FC-FA97-89CCED60B8A0}" dt="2025-10-01T16:53:27.265" v="30"/>
          <ac:spMkLst>
            <pc:docMk/>
            <pc:sldMk cId="0" sldId="2602"/>
            <ac:spMk id="6" creationId="{F2C943DF-A81C-2842-5C0E-2846D5C89F4E}"/>
          </ac:spMkLst>
        </pc:spChg>
      </pc:sldChg>
      <pc:sldChg chg="modSp">
        <pc:chgData name="Divya Anjith" userId="5585c8a44a0edd06" providerId="Windows Live" clId="Web-{E4ECCB75-B3E2-F5FC-FA97-89CCED60B8A0}" dt="2025-10-01T16:50:54.171" v="11" actId="20577"/>
        <pc:sldMkLst>
          <pc:docMk/>
          <pc:sldMk cId="0" sldId="2622"/>
        </pc:sldMkLst>
        <pc:spChg chg="mod">
          <ac:chgData name="Divya Anjith" userId="5585c8a44a0edd06" providerId="Windows Live" clId="Web-{E4ECCB75-B3E2-F5FC-FA97-89CCED60B8A0}" dt="2025-10-01T16:50:54.171" v="11" actId="20577"/>
          <ac:spMkLst>
            <pc:docMk/>
            <pc:sldMk cId="0" sldId="2622"/>
            <ac:spMk id="5" creationId="{00000000-0000-0000-0000-000000000000}"/>
          </ac:spMkLst>
        </pc:spChg>
        <pc:spChg chg="mod">
          <ac:chgData name="Divya Anjith" userId="5585c8a44a0edd06" providerId="Windows Live" clId="Web-{E4ECCB75-B3E2-F5FC-FA97-89CCED60B8A0}" dt="2025-10-01T16:50:53.514" v="10" actId="1076"/>
          <ac:spMkLst>
            <pc:docMk/>
            <pc:sldMk cId="0" sldId="2622"/>
            <ac:spMk id="7" creationId="{00000000-0000-0000-0000-000000000000}"/>
          </ac:spMkLst>
        </pc:spChg>
        <pc:spChg chg="mod">
          <ac:chgData name="Divya Anjith" userId="5585c8a44a0edd06" providerId="Windows Live" clId="Web-{E4ECCB75-B3E2-F5FC-FA97-89CCED60B8A0}" dt="2025-10-01T16:50:53.311" v="9" actId="1076"/>
          <ac:spMkLst>
            <pc:docMk/>
            <pc:sldMk cId="0" sldId="2622"/>
            <ac:spMk id="8" creationId="{00000000-0000-0000-0000-000000000000}"/>
          </ac:spMkLst>
        </pc:spChg>
      </pc:sldChg>
      <pc:sldChg chg="modSp">
        <pc:chgData name="Divya Anjith" userId="5585c8a44a0edd06" providerId="Windows Live" clId="Web-{E4ECCB75-B3E2-F5FC-FA97-89CCED60B8A0}" dt="2025-10-01T16:51:29.780" v="13" actId="1076"/>
        <pc:sldMkLst>
          <pc:docMk/>
          <pc:sldMk cId="0" sldId="2631"/>
        </pc:sldMkLst>
        <pc:spChg chg="mod">
          <ac:chgData name="Divya Anjith" userId="5585c8a44a0edd06" providerId="Windows Live" clId="Web-{E4ECCB75-B3E2-F5FC-FA97-89CCED60B8A0}" dt="2025-10-01T16:51:29.780" v="13" actId="1076"/>
          <ac:spMkLst>
            <pc:docMk/>
            <pc:sldMk cId="0" sldId="2631"/>
            <ac:spMk id="7" creationId="{00000000-0000-0000-0000-000000000000}"/>
          </ac:spMkLst>
        </pc:spChg>
        <pc:spChg chg="mod">
          <ac:chgData name="Divya Anjith" userId="5585c8a44a0edd06" providerId="Windows Live" clId="Web-{E4ECCB75-B3E2-F5FC-FA97-89CCED60B8A0}" dt="2025-10-01T16:51:24.405" v="12" actId="1076"/>
          <ac:spMkLst>
            <pc:docMk/>
            <pc:sldMk cId="0" sldId="2631"/>
            <ac:spMk id="8" creationId="{00000000-0000-0000-0000-000000000000}"/>
          </ac:spMkLst>
        </pc:spChg>
      </pc:sldChg>
    </pc:docChg>
  </pc:docChgLst>
  <pc:docChgLst>
    <pc:chgData name="Divya Anjith" userId="5585c8a44a0edd06" providerId="Windows Live" clId="Web-{55E9B917-8559-67C4-E1CF-D5F1B3C0575D}"/>
    <pc:docChg chg="modSld">
      <pc:chgData name="Divya Anjith" userId="5585c8a44a0edd06" providerId="Windows Live" clId="Web-{55E9B917-8559-67C4-E1CF-D5F1B3C0575D}" dt="2025-10-04T03:44:24.336" v="6" actId="1076"/>
      <pc:docMkLst>
        <pc:docMk/>
      </pc:docMkLst>
      <pc:sldChg chg="modSp">
        <pc:chgData name="Divya Anjith" userId="5585c8a44a0edd06" providerId="Windows Live" clId="Web-{55E9B917-8559-67C4-E1CF-D5F1B3C0575D}" dt="2025-10-04T03:44:13.164" v="4" actId="1076"/>
        <pc:sldMkLst>
          <pc:docMk/>
          <pc:sldMk cId="0" sldId="529"/>
        </pc:sldMkLst>
        <pc:spChg chg="mod">
          <ac:chgData name="Divya Anjith" userId="5585c8a44a0edd06" providerId="Windows Live" clId="Web-{55E9B917-8559-67C4-E1CF-D5F1B3C0575D}" dt="2025-10-04T03:44:13.164" v="4" actId="1076"/>
          <ac:spMkLst>
            <pc:docMk/>
            <pc:sldMk cId="0" sldId="529"/>
            <ac:spMk id="13" creationId="{00000000-0000-0000-0000-000000000000}"/>
          </ac:spMkLst>
        </pc:spChg>
      </pc:sldChg>
      <pc:sldChg chg="modSp">
        <pc:chgData name="Divya Anjith" userId="5585c8a44a0edd06" providerId="Windows Live" clId="Web-{55E9B917-8559-67C4-E1CF-D5F1B3C0575D}" dt="2025-10-04T03:43:43.398" v="3" actId="1076"/>
        <pc:sldMkLst>
          <pc:docMk/>
          <pc:sldMk cId="0" sldId="2600"/>
        </pc:sldMkLst>
        <pc:spChg chg="mod">
          <ac:chgData name="Divya Anjith" userId="5585c8a44a0edd06" providerId="Windows Live" clId="Web-{55E9B917-8559-67C4-E1CF-D5F1B3C0575D}" dt="2025-10-04T03:43:43.398" v="3" actId="1076"/>
          <ac:spMkLst>
            <pc:docMk/>
            <pc:sldMk cId="0" sldId="2600"/>
            <ac:spMk id="12" creationId="{00000000-0000-0000-0000-000000000000}"/>
          </ac:spMkLst>
        </pc:spChg>
      </pc:sldChg>
      <pc:sldChg chg="modSp">
        <pc:chgData name="Divya Anjith" userId="5585c8a44a0edd06" providerId="Windows Live" clId="Web-{55E9B917-8559-67C4-E1CF-D5F1B3C0575D}" dt="2025-10-04T03:43:32.351" v="2" actId="1076"/>
        <pc:sldMkLst>
          <pc:docMk/>
          <pc:sldMk cId="0" sldId="2601"/>
        </pc:sldMkLst>
        <pc:spChg chg="mod">
          <ac:chgData name="Divya Anjith" userId="5585c8a44a0edd06" providerId="Windows Live" clId="Web-{55E9B917-8559-67C4-E1CF-D5F1B3C0575D}" dt="2025-10-04T03:43:32.351" v="2" actId="1076"/>
          <ac:spMkLst>
            <pc:docMk/>
            <pc:sldMk cId="0" sldId="2601"/>
            <ac:spMk id="4" creationId="{E1CCA179-8A96-4AC5-F534-B59656BBAA49}"/>
          </ac:spMkLst>
        </pc:spChg>
      </pc:sldChg>
      <pc:sldChg chg="modSp">
        <pc:chgData name="Divya Anjith" userId="5585c8a44a0edd06" providerId="Windows Live" clId="Web-{55E9B917-8559-67C4-E1CF-D5F1B3C0575D}" dt="2025-10-04T03:44:24.336" v="6" actId="1076"/>
        <pc:sldMkLst>
          <pc:docMk/>
          <pc:sldMk cId="0" sldId="2604"/>
        </pc:sldMkLst>
        <pc:spChg chg="mod">
          <ac:chgData name="Divya Anjith" userId="5585c8a44a0edd06" providerId="Windows Live" clId="Web-{55E9B917-8559-67C4-E1CF-D5F1B3C0575D}" dt="2025-10-04T03:44:24.336" v="6" actId="1076"/>
          <ac:spMkLst>
            <pc:docMk/>
            <pc:sldMk cId="0" sldId="2604"/>
            <ac:spMk id="3" creationId="{57275B80-CFA4-B3D5-1E96-5E587BD0332D}"/>
          </ac:spMkLst>
        </pc:spChg>
      </pc:sldChg>
      <pc:sldChg chg="modSp">
        <pc:chgData name="Divya Anjith" userId="5585c8a44a0edd06" providerId="Windows Live" clId="Web-{55E9B917-8559-67C4-E1CF-D5F1B3C0575D}" dt="2025-10-04T03:43:06.850" v="0" actId="1076"/>
        <pc:sldMkLst>
          <pc:docMk/>
          <pc:sldMk cId="0" sldId="2631"/>
        </pc:sldMkLst>
        <pc:spChg chg="mod">
          <ac:chgData name="Divya Anjith" userId="5585c8a44a0edd06" providerId="Windows Live" clId="Web-{55E9B917-8559-67C4-E1CF-D5F1B3C0575D}" dt="2025-10-04T03:43:06.850" v="0" actId="1076"/>
          <ac:spMkLst>
            <pc:docMk/>
            <pc:sldMk cId="0" sldId="2631"/>
            <ac:spMk id="8" creationId="{00000000-0000-0000-0000-000000000000}"/>
          </ac:spMkLst>
        </pc:spChg>
      </pc:sldChg>
    </pc:docChg>
  </pc:docChgLst>
  <pc:docChgLst>
    <pc:chgData name="Reuben Stephen" userId="6a6eda1f0b9c2b70" providerId="LiveId" clId="{5AF20240-4744-4A1F-9614-8AA47247F12D}"/>
    <pc:docChg chg="undo custSel addSld modSld">
      <pc:chgData name="Reuben Stephen" userId="6a6eda1f0b9c2b70" providerId="LiveId" clId="{5AF20240-4744-4A1F-9614-8AA47247F12D}" dt="2025-10-04T04:22:26.640" v="1564" actId="20577"/>
      <pc:docMkLst>
        <pc:docMk/>
      </pc:docMkLst>
      <pc:sldChg chg="modSp mod">
        <pc:chgData name="Reuben Stephen" userId="6a6eda1f0b9c2b70" providerId="LiveId" clId="{5AF20240-4744-4A1F-9614-8AA47247F12D}" dt="2025-10-04T01:49:53.183" v="287" actId="20577"/>
        <pc:sldMkLst>
          <pc:docMk/>
          <pc:sldMk cId="0" sldId="529"/>
        </pc:sldMkLst>
        <pc:spChg chg="mod">
          <ac:chgData name="Reuben Stephen" userId="6a6eda1f0b9c2b70" providerId="LiveId" clId="{5AF20240-4744-4A1F-9614-8AA47247F12D}" dt="2025-10-04T01:48:28.945" v="271" actId="20577"/>
          <ac:spMkLst>
            <pc:docMk/>
            <pc:sldMk cId="0" sldId="529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48:49.880" v="274" actId="1076"/>
          <ac:spMkLst>
            <pc:docMk/>
            <pc:sldMk cId="0" sldId="529"/>
            <ac:spMk id="10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48:36.444" v="272" actId="20577"/>
          <ac:spMkLst>
            <pc:docMk/>
            <pc:sldMk cId="0" sldId="529"/>
            <ac:spMk id="12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49:53.183" v="287" actId="20577"/>
          <ac:spMkLst>
            <pc:docMk/>
            <pc:sldMk cId="0" sldId="529"/>
            <ac:spMk id="13" creationId="{00000000-0000-0000-0000-000000000000}"/>
          </ac:spMkLst>
        </pc:spChg>
      </pc:sldChg>
      <pc:sldChg chg="addSp delSp modSp mod">
        <pc:chgData name="Reuben Stephen" userId="6a6eda1f0b9c2b70" providerId="LiveId" clId="{5AF20240-4744-4A1F-9614-8AA47247F12D}" dt="2025-10-04T01:54:23.549" v="347" actId="20577"/>
        <pc:sldMkLst>
          <pc:docMk/>
          <pc:sldMk cId="0" sldId="530"/>
        </pc:sldMkLst>
        <pc:spChg chg="add mod">
          <ac:chgData name="Reuben Stephen" userId="6a6eda1f0b9c2b70" providerId="LiveId" clId="{5AF20240-4744-4A1F-9614-8AA47247F12D}" dt="2025-10-04T01:50:45.938" v="297" actId="14100"/>
          <ac:spMkLst>
            <pc:docMk/>
            <pc:sldMk cId="0" sldId="530"/>
            <ac:spMk id="3" creationId="{DEBC98FA-4A3B-D522-BEF9-AF2EAEF55FE3}"/>
          </ac:spMkLst>
        </pc:spChg>
        <pc:spChg chg="add mod">
          <ac:chgData name="Reuben Stephen" userId="6a6eda1f0b9c2b70" providerId="LiveId" clId="{5AF20240-4744-4A1F-9614-8AA47247F12D}" dt="2025-10-04T01:51:44.156" v="314"/>
          <ac:spMkLst>
            <pc:docMk/>
            <pc:sldMk cId="0" sldId="530"/>
            <ac:spMk id="4" creationId="{D9ADC4C8-65F2-40DA-F3A3-A2F7A5D6F0EE}"/>
          </ac:spMkLst>
        </pc:spChg>
        <pc:spChg chg="mod">
          <ac:chgData name="Reuben Stephen" userId="6a6eda1f0b9c2b70" providerId="LiveId" clId="{5AF20240-4744-4A1F-9614-8AA47247F12D}" dt="2025-10-04T01:51:50.143" v="316" actId="1076"/>
          <ac:spMkLst>
            <pc:docMk/>
            <pc:sldMk cId="0" sldId="530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50:39.995" v="296" actId="1076"/>
          <ac:spMkLst>
            <pc:docMk/>
            <pc:sldMk cId="0" sldId="530"/>
            <ac:spMk id="10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54:23.549" v="347" actId="20577"/>
          <ac:spMkLst>
            <pc:docMk/>
            <pc:sldMk cId="0" sldId="530"/>
            <ac:spMk id="11" creationId="{00000000-0000-0000-0000-000000000000}"/>
          </ac:spMkLst>
        </pc:spChg>
        <pc:spChg chg="del mod">
          <ac:chgData name="Reuben Stephen" userId="6a6eda1f0b9c2b70" providerId="LiveId" clId="{5AF20240-4744-4A1F-9614-8AA47247F12D}" dt="2025-10-04T01:51:43.865" v="313" actId="478"/>
          <ac:spMkLst>
            <pc:docMk/>
            <pc:sldMk cId="0" sldId="530"/>
            <ac:spMk id="12" creationId="{00000000-0000-0000-0000-000000000000}"/>
          </ac:spMkLst>
        </pc:spChg>
        <pc:spChg chg="del">
          <ac:chgData name="Reuben Stephen" userId="6a6eda1f0b9c2b70" providerId="LiveId" clId="{5AF20240-4744-4A1F-9614-8AA47247F12D}" dt="2025-10-04T01:49:35.067" v="282" actId="478"/>
          <ac:spMkLst>
            <pc:docMk/>
            <pc:sldMk cId="0" sldId="530"/>
            <ac:spMk id="1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48:41.530" v="273" actId="20577"/>
        <pc:sldMkLst>
          <pc:docMk/>
          <pc:sldMk cId="0" sldId="1121"/>
        </pc:sldMkLst>
        <pc:spChg chg="mod">
          <ac:chgData name="Reuben Stephen" userId="6a6eda1f0b9c2b70" providerId="LiveId" clId="{5AF20240-4744-4A1F-9614-8AA47247F12D}" dt="2025-10-04T01:48:41.530" v="273" actId="20577"/>
          <ac:spMkLst>
            <pc:docMk/>
            <pc:sldMk cId="0" sldId="1121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44:50.908" v="243" actId="20577"/>
          <ac:spMkLst>
            <pc:docMk/>
            <pc:sldMk cId="0" sldId="1121"/>
            <ac:spMk id="10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31:41.329" v="633" actId="20577"/>
        <pc:sldMkLst>
          <pc:docMk/>
          <pc:sldMk cId="0" sldId="1444"/>
        </pc:sldMkLst>
        <pc:spChg chg="mod">
          <ac:chgData name="Reuben Stephen" userId="6a6eda1f0b9c2b70" providerId="LiveId" clId="{5AF20240-4744-4A1F-9614-8AA47247F12D}" dt="2025-10-04T02:31:41.329" v="633" actId="20577"/>
          <ac:spMkLst>
            <pc:docMk/>
            <pc:sldMk cId="0" sldId="1444"/>
            <ac:spMk id="12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26:27.928" v="13" actId="20577"/>
        <pc:sldMkLst>
          <pc:docMk/>
          <pc:sldMk cId="0" sldId="1545"/>
        </pc:sldMkLst>
        <pc:spChg chg="mod">
          <ac:chgData name="Reuben Stephen" userId="6a6eda1f0b9c2b70" providerId="LiveId" clId="{5AF20240-4744-4A1F-9614-8AA47247F12D}" dt="2025-10-03T23:26:27.928" v="13" actId="20577"/>
          <ac:spMkLst>
            <pc:docMk/>
            <pc:sldMk cId="0" sldId="1545"/>
            <ac:spMk id="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22:05.940" v="629" actId="20577"/>
        <pc:sldMkLst>
          <pc:docMk/>
          <pc:sldMk cId="0" sldId="1689"/>
        </pc:sldMkLst>
        <pc:spChg chg="mod">
          <ac:chgData name="Reuben Stephen" userId="6a6eda1f0b9c2b70" providerId="LiveId" clId="{5AF20240-4744-4A1F-9614-8AA47247F12D}" dt="2025-10-04T02:15:49.533" v="562" actId="20577"/>
          <ac:spMkLst>
            <pc:docMk/>
            <pc:sldMk cId="0" sldId="1689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5:58.764" v="565" actId="1076"/>
          <ac:spMkLst>
            <pc:docMk/>
            <pc:sldMk cId="0" sldId="1689"/>
            <ac:spMk id="4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22:05.940" v="629" actId="20577"/>
          <ac:spMkLst>
            <pc:docMk/>
            <pc:sldMk cId="0" sldId="1689"/>
            <ac:spMk id="1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22:01.755" v="628" actId="20577"/>
        <pc:sldMkLst>
          <pc:docMk/>
          <pc:sldMk cId="0" sldId="1758"/>
        </pc:sldMkLst>
        <pc:spChg chg="mod">
          <ac:chgData name="Reuben Stephen" userId="6a6eda1f0b9c2b70" providerId="LiveId" clId="{5AF20240-4744-4A1F-9614-8AA47247F12D}" dt="2025-10-04T02:16:14.573" v="569" actId="1076"/>
          <ac:spMkLst>
            <pc:docMk/>
            <pc:sldMk cId="0" sldId="1758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6:11.783" v="568" actId="1076"/>
          <ac:spMkLst>
            <pc:docMk/>
            <pc:sldMk cId="0" sldId="1758"/>
            <ac:spMk id="4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22:01.755" v="628" actId="20577"/>
          <ac:spMkLst>
            <pc:docMk/>
            <pc:sldMk cId="0" sldId="1758"/>
            <ac:spMk id="1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21:52.514" v="625" actId="20577"/>
        <pc:sldMkLst>
          <pc:docMk/>
          <pc:sldMk cId="0" sldId="1759"/>
        </pc:sldMkLst>
        <pc:spChg chg="mod">
          <ac:chgData name="Reuben Stephen" userId="6a6eda1f0b9c2b70" providerId="LiveId" clId="{5AF20240-4744-4A1F-9614-8AA47247F12D}" dt="2025-10-04T02:17:12.026" v="584" actId="20577"/>
          <ac:spMkLst>
            <pc:docMk/>
            <pc:sldMk cId="0" sldId="1759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7:01.154" v="582" actId="20577"/>
          <ac:spMkLst>
            <pc:docMk/>
            <pc:sldMk cId="0" sldId="1759"/>
            <ac:spMk id="4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21:52.514" v="625" actId="20577"/>
          <ac:spMkLst>
            <pc:docMk/>
            <pc:sldMk cId="0" sldId="1759"/>
            <ac:spMk id="1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21:36.682" v="621" actId="20577"/>
        <pc:sldMkLst>
          <pc:docMk/>
          <pc:sldMk cId="0" sldId="1760"/>
        </pc:sldMkLst>
        <pc:spChg chg="mod">
          <ac:chgData name="Reuben Stephen" userId="6a6eda1f0b9c2b70" providerId="LiveId" clId="{5AF20240-4744-4A1F-9614-8AA47247F12D}" dt="2025-10-04T02:17:44.532" v="590" actId="20577"/>
          <ac:spMkLst>
            <pc:docMk/>
            <pc:sldMk cId="0" sldId="1760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8:21.644" v="600" actId="20577"/>
          <ac:spMkLst>
            <pc:docMk/>
            <pc:sldMk cId="0" sldId="1760"/>
            <ac:spMk id="4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21:36.682" v="621" actId="20577"/>
          <ac:spMkLst>
            <pc:docMk/>
            <pc:sldMk cId="0" sldId="1760"/>
            <ac:spMk id="1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21:25.323" v="617" actId="20577"/>
        <pc:sldMkLst>
          <pc:docMk/>
          <pc:sldMk cId="0" sldId="1761"/>
        </pc:sldMkLst>
        <pc:spChg chg="mod">
          <ac:chgData name="Reuben Stephen" userId="6a6eda1f0b9c2b70" providerId="LiveId" clId="{5AF20240-4744-4A1F-9614-8AA47247F12D}" dt="2025-10-04T02:18:59.047" v="606" actId="20577"/>
          <ac:spMkLst>
            <pc:docMk/>
            <pc:sldMk cId="0" sldId="1761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9:06.504" v="609" actId="1076"/>
          <ac:spMkLst>
            <pc:docMk/>
            <pc:sldMk cId="0" sldId="1761"/>
            <ac:spMk id="4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21:25.323" v="617" actId="20577"/>
          <ac:spMkLst>
            <pc:docMk/>
            <pc:sldMk cId="0" sldId="1761"/>
            <ac:spMk id="1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09:55.673" v="12" actId="20577"/>
        <pc:sldMkLst>
          <pc:docMk/>
          <pc:sldMk cId="0" sldId="2127"/>
        </pc:sldMkLst>
        <pc:spChg chg="mod">
          <ac:chgData name="Reuben Stephen" userId="6a6eda1f0b9c2b70" providerId="LiveId" clId="{5AF20240-4744-4A1F-9614-8AA47247F12D}" dt="2025-10-03T23:09:55.673" v="12" actId="20577"/>
          <ac:spMkLst>
            <pc:docMk/>
            <pc:sldMk cId="0" sldId="2127"/>
            <ac:spMk id="12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09:49.053" v="11" actId="20577"/>
        <pc:sldMkLst>
          <pc:docMk/>
          <pc:sldMk cId="0" sldId="2128"/>
        </pc:sldMkLst>
        <pc:spChg chg="mod">
          <ac:chgData name="Reuben Stephen" userId="6a6eda1f0b9c2b70" providerId="LiveId" clId="{5AF20240-4744-4A1F-9614-8AA47247F12D}" dt="2025-10-03T23:09:49.053" v="11" actId="20577"/>
          <ac:spMkLst>
            <pc:docMk/>
            <pc:sldMk cId="0" sldId="2128"/>
            <ac:spMk id="12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31:55.573" v="634" actId="20577"/>
        <pc:sldMkLst>
          <pc:docMk/>
          <pc:sldMk cId="0" sldId="2231"/>
        </pc:sldMkLst>
        <pc:spChg chg="mod">
          <ac:chgData name="Reuben Stephen" userId="6a6eda1f0b9c2b70" providerId="LiveId" clId="{5AF20240-4744-4A1F-9614-8AA47247F12D}" dt="2025-10-04T02:31:55.573" v="634" actId="20577"/>
          <ac:spMkLst>
            <pc:docMk/>
            <pc:sldMk cId="0" sldId="2231"/>
            <ac:spMk id="5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29:47.608" v="30" actId="2710"/>
        <pc:sldMkLst>
          <pc:docMk/>
          <pc:sldMk cId="0" sldId="2532"/>
        </pc:sldMkLst>
        <pc:spChg chg="mod">
          <ac:chgData name="Reuben Stephen" userId="6a6eda1f0b9c2b70" providerId="LiveId" clId="{5AF20240-4744-4A1F-9614-8AA47247F12D}" dt="2025-10-03T23:26:53.771" v="18" actId="1076"/>
          <ac:spMkLst>
            <pc:docMk/>
            <pc:sldMk cId="0" sldId="2532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3T23:29:47.608" v="30" actId="2710"/>
          <ac:spMkLst>
            <pc:docMk/>
            <pc:sldMk cId="0" sldId="2532"/>
            <ac:spMk id="4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29:31.150" v="27" actId="2710"/>
        <pc:sldMkLst>
          <pc:docMk/>
          <pc:sldMk cId="0" sldId="2533"/>
        </pc:sldMkLst>
        <pc:spChg chg="mod">
          <ac:chgData name="Reuben Stephen" userId="6a6eda1f0b9c2b70" providerId="LiveId" clId="{5AF20240-4744-4A1F-9614-8AA47247F12D}" dt="2025-10-03T23:29:31.150" v="27" actId="2710"/>
          <ac:spMkLst>
            <pc:docMk/>
            <pc:sldMk cId="0" sldId="2533"/>
            <ac:spMk id="4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29:13.965" v="23" actId="2710"/>
        <pc:sldMkLst>
          <pc:docMk/>
          <pc:sldMk cId="0" sldId="2534"/>
        </pc:sldMkLst>
        <pc:spChg chg="mod">
          <ac:chgData name="Reuben Stephen" userId="6a6eda1f0b9c2b70" providerId="LiveId" clId="{5AF20240-4744-4A1F-9614-8AA47247F12D}" dt="2025-10-03T23:28:34.962" v="21" actId="20577"/>
          <ac:spMkLst>
            <pc:docMk/>
            <pc:sldMk cId="0" sldId="2534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3T23:29:13.965" v="23" actId="2710"/>
          <ac:spMkLst>
            <pc:docMk/>
            <pc:sldMk cId="0" sldId="2534"/>
            <ac:spMk id="11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4:22:26.640" v="1564" actId="20577"/>
        <pc:sldMkLst>
          <pc:docMk/>
          <pc:sldMk cId="0" sldId="2571"/>
        </pc:sldMkLst>
        <pc:spChg chg="mod">
          <ac:chgData name="Reuben Stephen" userId="6a6eda1f0b9c2b70" providerId="LiveId" clId="{5AF20240-4744-4A1F-9614-8AA47247F12D}" dt="2025-10-03T23:30:52.906" v="44" actId="20577"/>
          <ac:spMkLst>
            <pc:docMk/>
            <pc:sldMk cId="0" sldId="2571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4:22:26.640" v="1564" actId="20577"/>
          <ac:spMkLst>
            <pc:docMk/>
            <pc:sldMk cId="0" sldId="2571"/>
            <ac:spMk id="4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43:18.195" v="209" actId="1076"/>
        <pc:sldMkLst>
          <pc:docMk/>
          <pc:sldMk cId="0" sldId="2577"/>
        </pc:sldMkLst>
        <pc:spChg chg="mod">
          <ac:chgData name="Reuben Stephen" userId="6a6eda1f0b9c2b70" providerId="LiveId" clId="{5AF20240-4744-4A1F-9614-8AA47247F12D}" dt="2025-10-04T01:43:06.561" v="206" actId="20577"/>
          <ac:spMkLst>
            <pc:docMk/>
            <pc:sldMk cId="0" sldId="2577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43:18.195" v="209" actId="1076"/>
          <ac:spMkLst>
            <pc:docMk/>
            <pc:sldMk cId="0" sldId="2577"/>
            <ac:spMk id="10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39:25.381" v="168" actId="20577"/>
        <pc:sldMkLst>
          <pc:docMk/>
          <pc:sldMk cId="0" sldId="2599"/>
        </pc:sldMkLst>
        <pc:spChg chg="mod">
          <ac:chgData name="Reuben Stephen" userId="6a6eda1f0b9c2b70" providerId="LiveId" clId="{5AF20240-4744-4A1F-9614-8AA47247F12D}" dt="2025-10-04T01:39:25.381" v="168" actId="20577"/>
          <ac:spMkLst>
            <pc:docMk/>
            <pc:sldMk cId="0" sldId="2599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4:11.903" v="142" actId="1076"/>
          <ac:spMkLst>
            <pc:docMk/>
            <pc:sldMk cId="0" sldId="2599"/>
            <ac:spMk id="10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39:38.766" v="176" actId="20577"/>
        <pc:sldMkLst>
          <pc:docMk/>
          <pc:sldMk cId="0" sldId="2600"/>
        </pc:sldMkLst>
        <pc:spChg chg="mod">
          <ac:chgData name="Reuben Stephen" userId="6a6eda1f0b9c2b70" providerId="LiveId" clId="{5AF20240-4744-4A1F-9614-8AA47247F12D}" dt="2025-10-04T01:35:16.202" v="153" actId="14100"/>
          <ac:spMkLst>
            <pc:docMk/>
            <pc:sldMk cId="0" sldId="2600"/>
            <ac:spMk id="10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5:27.907" v="155" actId="1076"/>
          <ac:spMkLst>
            <pc:docMk/>
            <pc:sldMk cId="0" sldId="2600"/>
            <ac:spMk id="12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9:38.766" v="176" actId="20577"/>
          <ac:spMkLst>
            <pc:docMk/>
            <pc:sldMk cId="0" sldId="2600"/>
            <ac:spMk id="13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8:11.720" v="157" actId="14100"/>
          <ac:spMkLst>
            <pc:docMk/>
            <pc:sldMk cId="0" sldId="2600"/>
            <ac:spMk id="14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40:49.165" v="185" actId="20577"/>
        <pc:sldMkLst>
          <pc:docMk/>
          <pc:sldMk cId="0" sldId="2601"/>
        </pc:sldMkLst>
        <pc:spChg chg="mod">
          <ac:chgData name="Reuben Stephen" userId="6a6eda1f0b9c2b70" providerId="LiveId" clId="{5AF20240-4744-4A1F-9614-8AA47247F12D}" dt="2025-10-04T01:40:07.895" v="183" actId="1076"/>
          <ac:spMkLst>
            <pc:docMk/>
            <pc:sldMk cId="0" sldId="2601"/>
            <ac:spMk id="4" creationId="{E1CCA179-8A96-4AC5-F534-B59656BBAA49}"/>
          </ac:spMkLst>
        </pc:spChg>
        <pc:spChg chg="mod">
          <ac:chgData name="Reuben Stephen" userId="6a6eda1f0b9c2b70" providerId="LiveId" clId="{5AF20240-4744-4A1F-9614-8AA47247F12D}" dt="2025-10-04T01:40:49.165" v="185" actId="20577"/>
          <ac:spMkLst>
            <pc:docMk/>
            <pc:sldMk cId="0" sldId="2601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9:57.689" v="180" actId="14100"/>
          <ac:spMkLst>
            <pc:docMk/>
            <pc:sldMk cId="0" sldId="2601"/>
            <ac:spMk id="10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42:01.153" v="203" actId="20577"/>
        <pc:sldMkLst>
          <pc:docMk/>
          <pc:sldMk cId="0" sldId="2602"/>
        </pc:sldMkLst>
        <pc:spChg chg="mod">
          <ac:chgData name="Reuben Stephen" userId="6a6eda1f0b9c2b70" providerId="LiveId" clId="{5AF20240-4744-4A1F-9614-8AA47247F12D}" dt="2025-10-04T01:41:27.778" v="191" actId="1076"/>
          <ac:spMkLst>
            <pc:docMk/>
            <pc:sldMk cId="0" sldId="2602"/>
            <ac:spMk id="4" creationId="{7C61A3F2-DB95-23C1-360F-B77643B7FFD9}"/>
          </ac:spMkLst>
        </pc:spChg>
        <pc:spChg chg="mod">
          <ac:chgData name="Reuben Stephen" userId="6a6eda1f0b9c2b70" providerId="LiveId" clId="{5AF20240-4744-4A1F-9614-8AA47247F12D}" dt="2025-10-04T01:41:38.607" v="193" actId="1076"/>
          <ac:spMkLst>
            <pc:docMk/>
            <pc:sldMk cId="0" sldId="2602"/>
            <ac:spMk id="6" creationId="{F2C943DF-A81C-2842-5C0E-2846D5C89F4E}"/>
          </ac:spMkLst>
        </pc:spChg>
        <pc:spChg chg="mod">
          <ac:chgData name="Reuben Stephen" userId="6a6eda1f0b9c2b70" providerId="LiveId" clId="{5AF20240-4744-4A1F-9614-8AA47247F12D}" dt="2025-10-04T01:42:01.153" v="203" actId="20577"/>
          <ac:spMkLst>
            <pc:docMk/>
            <pc:sldMk cId="0" sldId="2602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41:09.199" v="188" actId="1076"/>
          <ac:spMkLst>
            <pc:docMk/>
            <pc:sldMk cId="0" sldId="2602"/>
            <ac:spMk id="12" creationId="{00000000-0000-0000-0000-000000000000}"/>
          </ac:spMkLst>
        </pc:spChg>
      </pc:sldChg>
      <pc:sldChg chg="addSp delSp modSp mod">
        <pc:chgData name="Reuben Stephen" userId="6a6eda1f0b9c2b70" providerId="LiveId" clId="{5AF20240-4744-4A1F-9614-8AA47247F12D}" dt="2025-10-04T02:47:51.324" v="1559"/>
        <pc:sldMkLst>
          <pc:docMk/>
          <pc:sldMk cId="0" sldId="2603"/>
        </pc:sldMkLst>
        <pc:spChg chg="add mod">
          <ac:chgData name="Reuben Stephen" userId="6a6eda1f0b9c2b70" providerId="LiveId" clId="{5AF20240-4744-4A1F-9614-8AA47247F12D}" dt="2025-10-04T01:51:55.756" v="318"/>
          <ac:spMkLst>
            <pc:docMk/>
            <pc:sldMk cId="0" sldId="2603"/>
            <ac:spMk id="3" creationId="{EBC67FA4-421F-CAEC-4494-42A7B0AD85A5}"/>
          </ac:spMkLst>
        </pc:spChg>
        <pc:spChg chg="mod">
          <ac:chgData name="Reuben Stephen" userId="6a6eda1f0b9c2b70" providerId="LiveId" clId="{5AF20240-4744-4A1F-9614-8AA47247F12D}" dt="2025-10-04T01:53:57.429" v="345" actId="1076"/>
          <ac:spMkLst>
            <pc:docMk/>
            <pc:sldMk cId="0" sldId="2603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53:43.844" v="343" actId="1076"/>
          <ac:spMkLst>
            <pc:docMk/>
            <pc:sldMk cId="0" sldId="2603"/>
            <ac:spMk id="10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54:27.360" v="348" actId="20577"/>
          <ac:spMkLst>
            <pc:docMk/>
            <pc:sldMk cId="0" sldId="2603"/>
            <ac:spMk id="11" creationId="{00000000-0000-0000-0000-000000000000}"/>
          </ac:spMkLst>
        </pc:spChg>
        <pc:spChg chg="del">
          <ac:chgData name="Reuben Stephen" userId="6a6eda1f0b9c2b70" providerId="LiveId" clId="{5AF20240-4744-4A1F-9614-8AA47247F12D}" dt="2025-10-04T01:51:55.388" v="317" actId="478"/>
          <ac:spMkLst>
            <pc:docMk/>
            <pc:sldMk cId="0" sldId="2603"/>
            <ac:spMk id="12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47:51.324" v="1559"/>
          <ac:spMkLst>
            <pc:docMk/>
            <pc:sldMk cId="0" sldId="2603"/>
            <ac:spMk id="13" creationId="{00000000-0000-0000-0000-000000000000}"/>
          </ac:spMkLst>
        </pc:spChg>
      </pc:sldChg>
      <pc:sldChg chg="addSp delSp modSp mod">
        <pc:chgData name="Reuben Stephen" userId="6a6eda1f0b9c2b70" providerId="LiveId" clId="{5AF20240-4744-4A1F-9614-8AA47247F12D}" dt="2025-10-04T01:54:19.666" v="346" actId="20577"/>
        <pc:sldMkLst>
          <pc:docMk/>
          <pc:sldMk cId="0" sldId="2604"/>
        </pc:sldMkLst>
        <pc:spChg chg="add mod">
          <ac:chgData name="Reuben Stephen" userId="6a6eda1f0b9c2b70" providerId="LiveId" clId="{5AF20240-4744-4A1F-9614-8AA47247F12D}" dt="2025-10-04T01:49:50.247" v="286" actId="20577"/>
          <ac:spMkLst>
            <pc:docMk/>
            <pc:sldMk cId="0" sldId="2604"/>
            <ac:spMk id="3" creationId="{57275B80-CFA4-B3D5-1E96-5E587BD0332D}"/>
          </ac:spMkLst>
        </pc:spChg>
        <pc:spChg chg="add mod">
          <ac:chgData name="Reuben Stephen" userId="6a6eda1f0b9c2b70" providerId="LiveId" clId="{5AF20240-4744-4A1F-9614-8AA47247F12D}" dt="2025-10-04T01:51:39.742" v="312"/>
          <ac:spMkLst>
            <pc:docMk/>
            <pc:sldMk cId="0" sldId="2604"/>
            <ac:spMk id="4" creationId="{E5716FFD-29EF-253C-8A2C-F87E5B51561C}"/>
          </ac:spMkLst>
        </pc:spChg>
        <pc:spChg chg="mod">
          <ac:chgData name="Reuben Stephen" userId="6a6eda1f0b9c2b70" providerId="LiveId" clId="{5AF20240-4744-4A1F-9614-8AA47247F12D}" dt="2025-10-04T01:49:13.933" v="278" actId="1076"/>
          <ac:spMkLst>
            <pc:docMk/>
            <pc:sldMk cId="0" sldId="2604"/>
            <ac:spMk id="10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54:19.666" v="346" actId="20577"/>
          <ac:spMkLst>
            <pc:docMk/>
            <pc:sldMk cId="0" sldId="2604"/>
            <ac:spMk id="11" creationId="{00000000-0000-0000-0000-000000000000}"/>
          </ac:spMkLst>
        </pc:spChg>
        <pc:spChg chg="del">
          <ac:chgData name="Reuben Stephen" userId="6a6eda1f0b9c2b70" providerId="LiveId" clId="{5AF20240-4744-4A1F-9614-8AA47247F12D}" dt="2025-10-04T01:51:39.441" v="311" actId="478"/>
          <ac:spMkLst>
            <pc:docMk/>
            <pc:sldMk cId="0" sldId="2604"/>
            <ac:spMk id="12" creationId="{00000000-0000-0000-0000-000000000000}"/>
          </ac:spMkLst>
        </pc:spChg>
        <pc:spChg chg="del mod">
          <ac:chgData name="Reuben Stephen" userId="6a6eda1f0b9c2b70" providerId="LiveId" clId="{5AF20240-4744-4A1F-9614-8AA47247F12D}" dt="2025-10-04T01:49:41.584" v="284" actId="478"/>
          <ac:spMkLst>
            <pc:docMk/>
            <pc:sldMk cId="0" sldId="2604"/>
            <ac:spMk id="1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33:44.353" v="137" actId="1076"/>
        <pc:sldMkLst>
          <pc:docMk/>
          <pc:sldMk cId="0" sldId="2606"/>
        </pc:sldMkLst>
        <pc:spChg chg="mod">
          <ac:chgData name="Reuben Stephen" userId="6a6eda1f0b9c2b70" providerId="LiveId" clId="{5AF20240-4744-4A1F-9614-8AA47247F12D}" dt="2025-10-04T01:32:55.045" v="133" actId="20577"/>
          <ac:spMkLst>
            <pc:docMk/>
            <pc:sldMk cId="0" sldId="2606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3:44.353" v="137" actId="1076"/>
          <ac:spMkLst>
            <pc:docMk/>
            <pc:sldMk cId="0" sldId="2606"/>
            <ac:spMk id="10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29:53.596" v="32" actId="2710"/>
        <pc:sldMkLst>
          <pc:docMk/>
          <pc:sldMk cId="0" sldId="2611"/>
        </pc:sldMkLst>
        <pc:spChg chg="mod">
          <ac:chgData name="Reuben Stephen" userId="6a6eda1f0b9c2b70" providerId="LiveId" clId="{5AF20240-4744-4A1F-9614-8AA47247F12D}" dt="2025-10-03T23:26:32.237" v="14" actId="20577"/>
          <ac:spMkLst>
            <pc:docMk/>
            <pc:sldMk cId="0" sldId="2611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3T23:29:53.596" v="32" actId="2710"/>
          <ac:spMkLst>
            <pc:docMk/>
            <pc:sldMk cId="0" sldId="2611"/>
            <ac:spMk id="4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13:20.298" v="538" actId="14100"/>
        <pc:sldMkLst>
          <pc:docMk/>
          <pc:sldMk cId="0" sldId="2615"/>
        </pc:sldMkLst>
        <pc:spChg chg="mod">
          <ac:chgData name="Reuben Stephen" userId="6a6eda1f0b9c2b70" providerId="LiveId" clId="{5AF20240-4744-4A1F-9614-8AA47247F12D}" dt="2025-10-04T02:13:14.505" v="536" actId="14100"/>
          <ac:spMkLst>
            <pc:docMk/>
            <pc:sldMk cId="0" sldId="2615"/>
            <ac:spMk id="1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3:20.298" v="538" actId="14100"/>
          <ac:spMkLst>
            <pc:docMk/>
            <pc:sldMk cId="0" sldId="2615"/>
            <ac:spMk id="16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13:44.327" v="542" actId="14100"/>
        <pc:sldMkLst>
          <pc:docMk/>
          <pc:sldMk cId="0" sldId="2616"/>
        </pc:sldMkLst>
        <pc:spChg chg="mod">
          <ac:chgData name="Reuben Stephen" userId="6a6eda1f0b9c2b70" providerId="LiveId" clId="{5AF20240-4744-4A1F-9614-8AA47247F12D}" dt="2025-10-04T02:13:36.825" v="540" actId="14100"/>
          <ac:spMkLst>
            <pc:docMk/>
            <pc:sldMk cId="0" sldId="2616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3:44.327" v="542" actId="14100"/>
          <ac:spMkLst>
            <pc:docMk/>
            <pc:sldMk cId="0" sldId="2616"/>
            <ac:spMk id="16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13:59.513" v="545" actId="1076"/>
        <pc:sldMkLst>
          <pc:docMk/>
          <pc:sldMk cId="0" sldId="2617"/>
        </pc:sldMkLst>
        <pc:spChg chg="mod">
          <ac:chgData name="Reuben Stephen" userId="6a6eda1f0b9c2b70" providerId="LiveId" clId="{5AF20240-4744-4A1F-9614-8AA47247F12D}" dt="2025-10-04T02:13:53.795" v="544" actId="14100"/>
          <ac:spMkLst>
            <pc:docMk/>
            <pc:sldMk cId="0" sldId="2617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3:59.513" v="545" actId="1076"/>
          <ac:spMkLst>
            <pc:docMk/>
            <pc:sldMk cId="0" sldId="2617"/>
            <ac:spMk id="16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14:25.466" v="550" actId="14100"/>
        <pc:sldMkLst>
          <pc:docMk/>
          <pc:sldMk cId="0" sldId="2618"/>
        </pc:sldMkLst>
        <pc:spChg chg="mod">
          <ac:chgData name="Reuben Stephen" userId="6a6eda1f0b9c2b70" providerId="LiveId" clId="{5AF20240-4744-4A1F-9614-8AA47247F12D}" dt="2025-10-04T02:14:18.999" v="548" actId="20577"/>
          <ac:spMkLst>
            <pc:docMk/>
            <pc:sldMk cId="0" sldId="2618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4:25.466" v="550" actId="14100"/>
          <ac:spMkLst>
            <pc:docMk/>
            <pc:sldMk cId="0" sldId="2618"/>
            <ac:spMk id="16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14:52.711" v="553" actId="1076"/>
        <pc:sldMkLst>
          <pc:docMk/>
          <pc:sldMk cId="0" sldId="2619"/>
        </pc:sldMkLst>
        <pc:spChg chg="mod">
          <ac:chgData name="Reuben Stephen" userId="6a6eda1f0b9c2b70" providerId="LiveId" clId="{5AF20240-4744-4A1F-9614-8AA47247F12D}" dt="2025-10-04T02:14:49.487" v="552" actId="14100"/>
          <ac:spMkLst>
            <pc:docMk/>
            <pc:sldMk cId="0" sldId="2619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4:52.711" v="553" actId="1076"/>
          <ac:spMkLst>
            <pc:docMk/>
            <pc:sldMk cId="0" sldId="2619"/>
            <ac:spMk id="16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15:07.482" v="557" actId="14100"/>
        <pc:sldMkLst>
          <pc:docMk/>
          <pc:sldMk cId="0" sldId="2620"/>
        </pc:sldMkLst>
        <pc:spChg chg="mod">
          <ac:chgData name="Reuben Stephen" userId="6a6eda1f0b9c2b70" providerId="LiveId" clId="{5AF20240-4744-4A1F-9614-8AA47247F12D}" dt="2025-10-04T02:15:02.424" v="555" actId="14100"/>
          <ac:spMkLst>
            <pc:docMk/>
            <pc:sldMk cId="0" sldId="2620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5:07.482" v="557" actId="14100"/>
          <ac:spMkLst>
            <pc:docMk/>
            <pc:sldMk cId="0" sldId="2620"/>
            <ac:spMk id="16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27:37.406" v="83" actId="6549"/>
        <pc:sldMkLst>
          <pc:docMk/>
          <pc:sldMk cId="0" sldId="2621"/>
        </pc:sldMkLst>
        <pc:spChg chg="mod">
          <ac:chgData name="Reuben Stephen" userId="6a6eda1f0b9c2b70" providerId="LiveId" clId="{5AF20240-4744-4A1F-9614-8AA47247F12D}" dt="2025-10-04T01:27:31.647" v="82" actId="6549"/>
          <ac:spMkLst>
            <pc:docMk/>
            <pc:sldMk cId="0" sldId="2621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27:37.406" v="83" actId="6549"/>
          <ac:spMkLst>
            <pc:docMk/>
            <pc:sldMk cId="0" sldId="2621"/>
            <ac:spMk id="6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29:28.281" v="98" actId="1076"/>
        <pc:sldMkLst>
          <pc:docMk/>
          <pc:sldMk cId="0" sldId="2622"/>
        </pc:sldMkLst>
        <pc:spChg chg="mod">
          <ac:chgData name="Reuben Stephen" userId="6a6eda1f0b9c2b70" providerId="LiveId" clId="{5AF20240-4744-4A1F-9614-8AA47247F12D}" dt="2025-10-04T01:29:14.061" v="95" actId="1076"/>
          <ac:spMkLst>
            <pc:docMk/>
            <pc:sldMk cId="0" sldId="2622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29:28.281" v="98" actId="1076"/>
          <ac:spMkLst>
            <pc:docMk/>
            <pc:sldMk cId="0" sldId="2622"/>
            <ac:spMk id="6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29:18.455" v="96" actId="1076"/>
          <ac:spMkLst>
            <pc:docMk/>
            <pc:sldMk cId="0" sldId="2622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29:24.373" v="97" actId="1076"/>
          <ac:spMkLst>
            <pc:docMk/>
            <pc:sldMk cId="0" sldId="2622"/>
            <ac:spMk id="8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30:40.241" v="106" actId="1076"/>
        <pc:sldMkLst>
          <pc:docMk/>
          <pc:sldMk cId="0" sldId="2629"/>
        </pc:sldMkLst>
        <pc:spChg chg="mod">
          <ac:chgData name="Reuben Stephen" userId="6a6eda1f0b9c2b70" providerId="LiveId" clId="{5AF20240-4744-4A1F-9614-8AA47247F12D}" dt="2025-10-04T01:29:49.083" v="99" actId="1076"/>
          <ac:spMkLst>
            <pc:docMk/>
            <pc:sldMk cId="0" sldId="2629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0:07.715" v="103" actId="1076"/>
          <ac:spMkLst>
            <pc:docMk/>
            <pc:sldMk cId="0" sldId="2629"/>
            <ac:spMk id="6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0:40.241" v="106" actId="1076"/>
          <ac:spMkLst>
            <pc:docMk/>
            <pc:sldMk cId="0" sldId="2629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0:19.488" v="105" actId="14100"/>
          <ac:spMkLst>
            <pc:docMk/>
            <pc:sldMk cId="0" sldId="2629"/>
            <ac:spMk id="8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31:20.526" v="113" actId="14100"/>
        <pc:sldMkLst>
          <pc:docMk/>
          <pc:sldMk cId="0" sldId="2630"/>
        </pc:sldMkLst>
        <pc:spChg chg="mod">
          <ac:chgData name="Reuben Stephen" userId="6a6eda1f0b9c2b70" providerId="LiveId" clId="{5AF20240-4744-4A1F-9614-8AA47247F12D}" dt="2025-10-04T01:30:50.487" v="107" actId="1076"/>
          <ac:spMkLst>
            <pc:docMk/>
            <pc:sldMk cId="0" sldId="2630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1:05.504" v="111" actId="1076"/>
          <ac:spMkLst>
            <pc:docMk/>
            <pc:sldMk cId="0" sldId="2630"/>
            <ac:spMk id="6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0:56.181" v="108" actId="1076"/>
          <ac:spMkLst>
            <pc:docMk/>
            <pc:sldMk cId="0" sldId="2630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1:20.526" v="113" actId="14100"/>
          <ac:spMkLst>
            <pc:docMk/>
            <pc:sldMk cId="0" sldId="2630"/>
            <ac:spMk id="8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1:32:13.322" v="121" actId="14100"/>
        <pc:sldMkLst>
          <pc:docMk/>
          <pc:sldMk cId="0" sldId="2631"/>
        </pc:sldMkLst>
        <pc:spChg chg="mod">
          <ac:chgData name="Reuben Stephen" userId="6a6eda1f0b9c2b70" providerId="LiveId" clId="{5AF20240-4744-4A1F-9614-8AA47247F12D}" dt="2025-10-04T01:31:45.771" v="115" actId="14100"/>
          <ac:spMkLst>
            <pc:docMk/>
            <pc:sldMk cId="0" sldId="2631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2:04.965" v="119" actId="2710"/>
          <ac:spMkLst>
            <pc:docMk/>
            <pc:sldMk cId="0" sldId="2631"/>
            <ac:spMk id="6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1:50.321" v="116" actId="1076"/>
          <ac:spMkLst>
            <pc:docMk/>
            <pc:sldMk cId="0" sldId="2631"/>
            <ac:spMk id="7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1:32:13.322" v="121" actId="14100"/>
          <ac:spMkLst>
            <pc:docMk/>
            <pc:sldMk cId="0" sldId="2631"/>
            <ac:spMk id="8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04:58.865" v="377" actId="20577"/>
        <pc:sldMkLst>
          <pc:docMk/>
          <pc:sldMk cId="0" sldId="2637"/>
        </pc:sldMkLst>
        <pc:spChg chg="mod">
          <ac:chgData name="Reuben Stephen" userId="6a6eda1f0b9c2b70" providerId="LiveId" clId="{5AF20240-4744-4A1F-9614-8AA47247F12D}" dt="2025-10-04T02:04:58.865" v="377" actId="20577"/>
          <ac:spMkLst>
            <pc:docMk/>
            <pc:sldMk cId="0" sldId="2637"/>
            <ac:spMk id="5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06:57.194" v="486"/>
        <pc:sldMkLst>
          <pc:docMk/>
          <pc:sldMk cId="0" sldId="2638"/>
        </pc:sldMkLst>
        <pc:spChg chg="mod">
          <ac:chgData name="Reuben Stephen" userId="6a6eda1f0b9c2b70" providerId="LiveId" clId="{5AF20240-4744-4A1F-9614-8AA47247F12D}" dt="2025-10-04T02:06:57.194" v="486"/>
          <ac:spMkLst>
            <pc:docMk/>
            <pc:sldMk cId="0" sldId="2638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05:35.787" v="395" actId="20577"/>
          <ac:spMkLst>
            <pc:docMk/>
            <pc:sldMk cId="0" sldId="2638"/>
            <ac:spMk id="11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4T02:12:38.221" v="534" actId="20577"/>
        <pc:sldMkLst>
          <pc:docMk/>
          <pc:sldMk cId="0" sldId="2639"/>
        </pc:sldMkLst>
        <pc:spChg chg="mod">
          <ac:chgData name="Reuben Stephen" userId="6a6eda1f0b9c2b70" providerId="LiveId" clId="{5AF20240-4744-4A1F-9614-8AA47247F12D}" dt="2025-10-04T02:08:37.804" v="500" actId="1076"/>
          <ac:spMkLst>
            <pc:docMk/>
            <pc:sldMk cId="0" sldId="2639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2:38.221" v="534" actId="20577"/>
          <ac:spMkLst>
            <pc:docMk/>
            <pc:sldMk cId="0" sldId="2639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08:21.769" v="495" actId="1076"/>
          <ac:spMkLst>
            <pc:docMk/>
            <pc:sldMk cId="0" sldId="2639"/>
            <ac:spMk id="11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08:25.767" v="496" actId="1076"/>
          <ac:spMkLst>
            <pc:docMk/>
            <pc:sldMk cId="0" sldId="2639"/>
            <ac:spMk id="12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08:44.868" v="502" actId="14100"/>
          <ac:spMkLst>
            <pc:docMk/>
            <pc:sldMk cId="0" sldId="2639"/>
            <ac:spMk id="13" creationId="{00000000-0000-0000-0000-000000000000}"/>
          </ac:spMkLst>
        </pc:spChg>
      </pc:sldChg>
      <pc:sldChg chg="addSp delSp modSp mod">
        <pc:chgData name="Reuben Stephen" userId="6a6eda1f0b9c2b70" providerId="LiveId" clId="{5AF20240-4744-4A1F-9614-8AA47247F12D}" dt="2025-10-04T02:12:33.587" v="531" actId="20577"/>
        <pc:sldMkLst>
          <pc:docMk/>
          <pc:sldMk cId="0" sldId="2640"/>
        </pc:sldMkLst>
        <pc:spChg chg="add mod">
          <ac:chgData name="Reuben Stephen" userId="6a6eda1f0b9c2b70" providerId="LiveId" clId="{5AF20240-4744-4A1F-9614-8AA47247F12D}" dt="2025-10-04T02:10:29.990" v="511" actId="1076"/>
          <ac:spMkLst>
            <pc:docMk/>
            <pc:sldMk cId="0" sldId="2640"/>
            <ac:spMk id="2" creationId="{BD186DFF-FB67-C519-6978-A45D769A41D9}"/>
          </ac:spMkLst>
        </pc:spChg>
        <pc:spChg chg="add mod">
          <ac:chgData name="Reuben Stephen" userId="6a6eda1f0b9c2b70" providerId="LiveId" clId="{5AF20240-4744-4A1F-9614-8AA47247F12D}" dt="2025-10-04T02:10:54.432" v="516" actId="1076"/>
          <ac:spMkLst>
            <pc:docMk/>
            <pc:sldMk cId="0" sldId="2640"/>
            <ac:spMk id="3" creationId="{B7694486-18A8-CF00-3DF7-C9E21D3F2447}"/>
          </ac:spMkLst>
        </pc:spChg>
        <pc:spChg chg="mod">
          <ac:chgData name="Reuben Stephen" userId="6a6eda1f0b9c2b70" providerId="LiveId" clId="{5AF20240-4744-4A1F-9614-8AA47247F12D}" dt="2025-10-04T02:10:40.895" v="513" actId="1076"/>
          <ac:spMkLst>
            <pc:docMk/>
            <pc:sldMk cId="0" sldId="2640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2:33.587" v="531" actId="20577"/>
          <ac:spMkLst>
            <pc:docMk/>
            <pc:sldMk cId="0" sldId="2640"/>
            <ac:spMk id="8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0:10.250" v="507" actId="20577"/>
          <ac:spMkLst>
            <pc:docMk/>
            <pc:sldMk cId="0" sldId="2640"/>
            <ac:spMk id="11" creationId="{00000000-0000-0000-0000-000000000000}"/>
          </ac:spMkLst>
        </pc:spChg>
        <pc:spChg chg="del">
          <ac:chgData name="Reuben Stephen" userId="6a6eda1f0b9c2b70" providerId="LiveId" clId="{5AF20240-4744-4A1F-9614-8AA47247F12D}" dt="2025-10-04T02:10:23.447" v="508" actId="478"/>
          <ac:spMkLst>
            <pc:docMk/>
            <pc:sldMk cId="0" sldId="2640"/>
            <ac:spMk id="12" creationId="{00000000-0000-0000-0000-000000000000}"/>
          </ac:spMkLst>
        </pc:spChg>
        <pc:spChg chg="del">
          <ac:chgData name="Reuben Stephen" userId="6a6eda1f0b9c2b70" providerId="LiveId" clId="{5AF20240-4744-4A1F-9614-8AA47247F12D}" dt="2025-10-04T02:10:48.379" v="514" actId="478"/>
          <ac:spMkLst>
            <pc:docMk/>
            <pc:sldMk cId="0" sldId="2640"/>
            <ac:spMk id="13" creationId="{00000000-0000-0000-0000-000000000000}"/>
          </ac:spMkLst>
        </pc:spChg>
      </pc:sldChg>
      <pc:sldChg chg="addSp delSp modSp mod">
        <pc:chgData name="Reuben Stephen" userId="6a6eda1f0b9c2b70" providerId="LiveId" clId="{5AF20240-4744-4A1F-9614-8AA47247F12D}" dt="2025-10-04T02:12:14.698" v="530" actId="14100"/>
        <pc:sldMkLst>
          <pc:docMk/>
          <pc:sldMk cId="0" sldId="2641"/>
        </pc:sldMkLst>
        <pc:spChg chg="add mod">
          <ac:chgData name="Reuben Stephen" userId="6a6eda1f0b9c2b70" providerId="LiveId" clId="{5AF20240-4744-4A1F-9614-8AA47247F12D}" dt="2025-10-04T02:11:38.156" v="524"/>
          <ac:spMkLst>
            <pc:docMk/>
            <pc:sldMk cId="0" sldId="2641"/>
            <ac:spMk id="2" creationId="{616D0EE4-78B6-0488-1BCF-AAE04551A64C}"/>
          </ac:spMkLst>
        </pc:spChg>
        <pc:spChg chg="add mod">
          <ac:chgData name="Reuben Stephen" userId="6a6eda1f0b9c2b70" providerId="LiveId" clId="{5AF20240-4744-4A1F-9614-8AA47247F12D}" dt="2025-10-04T02:12:03.300" v="528"/>
          <ac:spMkLst>
            <pc:docMk/>
            <pc:sldMk cId="0" sldId="2641"/>
            <ac:spMk id="3" creationId="{4C91EEA7-D32E-A9EE-0D7E-69F61CAD9566}"/>
          </ac:spMkLst>
        </pc:spChg>
        <pc:spChg chg="mod">
          <ac:chgData name="Reuben Stephen" userId="6a6eda1f0b9c2b70" providerId="LiveId" clId="{5AF20240-4744-4A1F-9614-8AA47247F12D}" dt="2025-10-04T02:12:14.698" v="530" actId="14100"/>
          <ac:spMkLst>
            <pc:docMk/>
            <pc:sldMk cId="0" sldId="2641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5-10-04T02:11:22.525" v="522" actId="6549"/>
          <ac:spMkLst>
            <pc:docMk/>
            <pc:sldMk cId="0" sldId="2641"/>
            <ac:spMk id="11" creationId="{00000000-0000-0000-0000-000000000000}"/>
          </ac:spMkLst>
        </pc:spChg>
        <pc:spChg chg="del">
          <ac:chgData name="Reuben Stephen" userId="6a6eda1f0b9c2b70" providerId="LiveId" clId="{5AF20240-4744-4A1F-9614-8AA47247F12D}" dt="2025-10-04T02:11:37.851" v="523" actId="478"/>
          <ac:spMkLst>
            <pc:docMk/>
            <pc:sldMk cId="0" sldId="2641"/>
            <ac:spMk id="12" creationId="{00000000-0000-0000-0000-000000000000}"/>
          </ac:spMkLst>
        </pc:spChg>
        <pc:spChg chg="del">
          <ac:chgData name="Reuben Stephen" userId="6a6eda1f0b9c2b70" providerId="LiveId" clId="{5AF20240-4744-4A1F-9614-8AA47247F12D}" dt="2025-10-04T02:12:02.939" v="527" actId="478"/>
          <ac:spMkLst>
            <pc:docMk/>
            <pc:sldMk cId="0" sldId="2641"/>
            <ac:spMk id="1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29:21.396" v="25" actId="2710"/>
        <pc:sldMkLst>
          <pc:docMk/>
          <pc:sldMk cId="0" sldId="2642"/>
        </pc:sldMkLst>
        <pc:spChg chg="mod">
          <ac:chgData name="Reuben Stephen" userId="6a6eda1f0b9c2b70" providerId="LiveId" clId="{5AF20240-4744-4A1F-9614-8AA47247F12D}" dt="2025-10-03T23:28:23.714" v="20" actId="20577"/>
          <ac:spMkLst>
            <pc:docMk/>
            <pc:sldMk cId="0" sldId="2642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3T23:29:21.396" v="25" actId="2710"/>
          <ac:spMkLst>
            <pc:docMk/>
            <pc:sldMk cId="0" sldId="2642"/>
            <ac:spMk id="4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29:41.413" v="29" actId="2710"/>
        <pc:sldMkLst>
          <pc:docMk/>
          <pc:sldMk cId="0" sldId="2643"/>
        </pc:sldMkLst>
        <pc:spChg chg="mod">
          <ac:chgData name="Reuben Stephen" userId="6a6eda1f0b9c2b70" providerId="LiveId" clId="{5AF20240-4744-4A1F-9614-8AA47247F12D}" dt="2025-10-03T23:27:13.839" v="19" actId="20577"/>
          <ac:spMkLst>
            <pc:docMk/>
            <pc:sldMk cId="0" sldId="2643"/>
            <ac:spMk id="3" creationId="{00000000-0000-0000-0000-000000000000}"/>
          </ac:spMkLst>
        </pc:spChg>
        <pc:spChg chg="mod">
          <ac:chgData name="Reuben Stephen" userId="6a6eda1f0b9c2b70" providerId="LiveId" clId="{5AF20240-4744-4A1F-9614-8AA47247F12D}" dt="2025-10-03T23:29:41.413" v="29" actId="2710"/>
          <ac:spMkLst>
            <pc:docMk/>
            <pc:sldMk cId="0" sldId="2643"/>
            <ac:spMk id="4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30:08.097" v="34" actId="2710"/>
        <pc:sldMkLst>
          <pc:docMk/>
          <pc:sldMk cId="0" sldId="2644"/>
        </pc:sldMkLst>
        <pc:spChg chg="mod">
          <ac:chgData name="Reuben Stephen" userId="6a6eda1f0b9c2b70" providerId="LiveId" clId="{5AF20240-4744-4A1F-9614-8AA47247F12D}" dt="2025-10-03T23:30:08.097" v="34" actId="2710"/>
          <ac:spMkLst>
            <pc:docMk/>
            <pc:sldMk cId="0" sldId="2644"/>
            <ac:spMk id="4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0-03T23:31:19.527" v="48" actId="2710"/>
        <pc:sldMkLst>
          <pc:docMk/>
          <pc:sldMk cId="0" sldId="2645"/>
        </pc:sldMkLst>
        <pc:spChg chg="mod">
          <ac:chgData name="Reuben Stephen" userId="6a6eda1f0b9c2b70" providerId="LiveId" clId="{5AF20240-4744-4A1F-9614-8AA47247F12D}" dt="2025-10-03T23:31:19.527" v="48" actId="2710"/>
          <ac:spMkLst>
            <pc:docMk/>
            <pc:sldMk cId="0" sldId="2645"/>
            <ac:spMk id="4" creationId="{00000000-0000-0000-0000-000000000000}"/>
          </ac:spMkLst>
        </pc:spChg>
      </pc:sldChg>
      <pc:sldChg chg="modSp add mod">
        <pc:chgData name="Reuben Stephen" userId="6a6eda1f0b9c2b70" providerId="LiveId" clId="{5AF20240-4744-4A1F-9614-8AA47247F12D}" dt="2025-10-04T02:21:57.865" v="627" actId="20577"/>
        <pc:sldMkLst>
          <pc:docMk/>
          <pc:sldMk cId="1375591913" sldId="2646"/>
        </pc:sldMkLst>
        <pc:spChg chg="mod">
          <ac:chgData name="Reuben Stephen" userId="6a6eda1f0b9c2b70" providerId="LiveId" clId="{5AF20240-4744-4A1F-9614-8AA47247F12D}" dt="2025-10-04T02:21:57.865" v="627" actId="20577"/>
          <ac:spMkLst>
            <pc:docMk/>
            <pc:sldMk cId="1375591913" sldId="2646"/>
            <ac:spMk id="13" creationId="{D2D6299E-53B5-A8D8-DB63-658007E8DB69}"/>
          </ac:spMkLst>
        </pc:spChg>
      </pc:sldChg>
      <pc:sldChg chg="modSp add mod">
        <pc:chgData name="Reuben Stephen" userId="6a6eda1f0b9c2b70" providerId="LiveId" clId="{5AF20240-4744-4A1F-9614-8AA47247F12D}" dt="2025-10-04T02:21:44.835" v="623" actId="20577"/>
        <pc:sldMkLst>
          <pc:docMk/>
          <pc:sldMk cId="3150855328" sldId="2647"/>
        </pc:sldMkLst>
        <pc:spChg chg="mod">
          <ac:chgData name="Reuben Stephen" userId="6a6eda1f0b9c2b70" providerId="LiveId" clId="{5AF20240-4744-4A1F-9614-8AA47247F12D}" dt="2025-10-04T02:21:44.835" v="623" actId="20577"/>
          <ac:spMkLst>
            <pc:docMk/>
            <pc:sldMk cId="3150855328" sldId="2647"/>
            <ac:spMk id="13" creationId="{27EA95C0-C6CD-F5DA-415E-42BEB25A7CA5}"/>
          </ac:spMkLst>
        </pc:spChg>
      </pc:sldChg>
      <pc:sldChg chg="modSp add mod">
        <pc:chgData name="Reuben Stephen" userId="6a6eda1f0b9c2b70" providerId="LiveId" clId="{5AF20240-4744-4A1F-9614-8AA47247F12D}" dt="2025-10-04T02:21:31.173" v="619" actId="20577"/>
        <pc:sldMkLst>
          <pc:docMk/>
          <pc:sldMk cId="1084057257" sldId="2648"/>
        </pc:sldMkLst>
        <pc:spChg chg="mod">
          <ac:chgData name="Reuben Stephen" userId="6a6eda1f0b9c2b70" providerId="LiveId" clId="{5AF20240-4744-4A1F-9614-8AA47247F12D}" dt="2025-10-04T02:21:31.173" v="619" actId="20577"/>
          <ac:spMkLst>
            <pc:docMk/>
            <pc:sldMk cId="1084057257" sldId="2648"/>
            <ac:spMk id="13" creationId="{3E6E185F-5709-85E2-CDD9-1B01E1EA1C8E}"/>
          </ac:spMkLst>
        </pc:spChg>
      </pc:sldChg>
      <pc:sldChg chg="modSp add mod">
        <pc:chgData name="Reuben Stephen" userId="6a6eda1f0b9c2b70" providerId="LiveId" clId="{5AF20240-4744-4A1F-9614-8AA47247F12D}" dt="2025-10-04T02:21:17.070" v="615" actId="20577"/>
        <pc:sldMkLst>
          <pc:docMk/>
          <pc:sldMk cId="195054448" sldId="2649"/>
        </pc:sldMkLst>
        <pc:spChg chg="mod">
          <ac:chgData name="Reuben Stephen" userId="6a6eda1f0b9c2b70" providerId="LiveId" clId="{5AF20240-4744-4A1F-9614-8AA47247F12D}" dt="2025-10-04T02:21:17.070" v="615" actId="20577"/>
          <ac:spMkLst>
            <pc:docMk/>
            <pc:sldMk cId="195054448" sldId="2649"/>
            <ac:spMk id="13" creationId="{6FD8C7ED-272B-4FFF-F565-B58621076741}"/>
          </ac:spMkLst>
        </pc:spChg>
      </pc:sldChg>
      <pc:sldChg chg="modSp add mod">
        <pc:chgData name="Reuben Stephen" userId="6a6eda1f0b9c2b70" providerId="LiveId" clId="{5AF20240-4744-4A1F-9614-8AA47247F12D}" dt="2025-10-04T02:47:56.171" v="1560"/>
        <pc:sldMkLst>
          <pc:docMk/>
          <pc:sldMk cId="3210502833" sldId="2650"/>
        </pc:sldMkLst>
        <pc:spChg chg="mod">
          <ac:chgData name="Reuben Stephen" userId="6a6eda1f0b9c2b70" providerId="LiveId" clId="{5AF20240-4744-4A1F-9614-8AA47247F12D}" dt="2025-10-04T02:34:55.254" v="748" actId="6549"/>
          <ac:spMkLst>
            <pc:docMk/>
            <pc:sldMk cId="3210502833" sldId="2650"/>
            <ac:spMk id="7" creationId="{37BD92BA-5B79-65F5-6220-A562C418874A}"/>
          </ac:spMkLst>
        </pc:spChg>
        <pc:spChg chg="mod">
          <ac:chgData name="Reuben Stephen" userId="6a6eda1f0b9c2b70" providerId="LiveId" clId="{5AF20240-4744-4A1F-9614-8AA47247F12D}" dt="2025-10-04T02:37:09.592" v="891" actId="20577"/>
          <ac:spMkLst>
            <pc:docMk/>
            <pc:sldMk cId="3210502833" sldId="2650"/>
            <ac:spMk id="10" creationId="{AC7EFD94-219F-629D-80D3-8BBCED69E29B}"/>
          </ac:spMkLst>
        </pc:spChg>
        <pc:spChg chg="mod">
          <ac:chgData name="Reuben Stephen" userId="6a6eda1f0b9c2b70" providerId="LiveId" clId="{5AF20240-4744-4A1F-9614-8AA47247F12D}" dt="2025-10-04T02:37:50.310" v="898" actId="20577"/>
          <ac:spMkLst>
            <pc:docMk/>
            <pc:sldMk cId="3210502833" sldId="2650"/>
            <ac:spMk id="11" creationId="{9FC4194E-24C8-012D-339C-4C92C98E0006}"/>
          </ac:spMkLst>
        </pc:spChg>
        <pc:spChg chg="mod">
          <ac:chgData name="Reuben Stephen" userId="6a6eda1f0b9c2b70" providerId="LiveId" clId="{5AF20240-4744-4A1F-9614-8AA47247F12D}" dt="2025-10-04T02:47:56.171" v="1560"/>
          <ac:spMkLst>
            <pc:docMk/>
            <pc:sldMk cId="3210502833" sldId="2650"/>
            <ac:spMk id="13" creationId="{1177C0F5-729A-E1F6-43E4-82F0145B69BA}"/>
          </ac:spMkLst>
        </pc:spChg>
      </pc:sldChg>
      <pc:sldChg chg="addSp delSp modSp add mod">
        <pc:chgData name="Reuben Stephen" userId="6a6eda1f0b9c2b70" providerId="LiveId" clId="{5AF20240-4744-4A1F-9614-8AA47247F12D}" dt="2025-10-04T02:48:01.151" v="1561"/>
        <pc:sldMkLst>
          <pc:docMk/>
          <pc:sldMk cId="3617578153" sldId="2651"/>
        </pc:sldMkLst>
        <pc:spChg chg="add mod">
          <ac:chgData name="Reuben Stephen" userId="6a6eda1f0b9c2b70" providerId="LiveId" clId="{5AF20240-4744-4A1F-9614-8AA47247F12D}" dt="2025-10-04T02:39:06.597" v="996" actId="20577"/>
          <ac:spMkLst>
            <pc:docMk/>
            <pc:sldMk cId="3617578153" sldId="2651"/>
            <ac:spMk id="4" creationId="{01184048-75C3-07F5-568F-BDB87A0D912F}"/>
          </ac:spMkLst>
        </pc:spChg>
        <pc:spChg chg="add mod">
          <ac:chgData name="Reuben Stephen" userId="6a6eda1f0b9c2b70" providerId="LiveId" clId="{5AF20240-4744-4A1F-9614-8AA47247F12D}" dt="2025-10-04T02:42:00.451" v="1115" actId="1076"/>
          <ac:spMkLst>
            <pc:docMk/>
            <pc:sldMk cId="3617578153" sldId="2651"/>
            <ac:spMk id="5" creationId="{C5EDF74B-892E-2208-48B6-594116EA42C1}"/>
          </ac:spMkLst>
        </pc:spChg>
        <pc:spChg chg="del mod">
          <ac:chgData name="Reuben Stephen" userId="6a6eda1f0b9c2b70" providerId="LiveId" clId="{5AF20240-4744-4A1F-9614-8AA47247F12D}" dt="2025-10-04T02:38:05.896" v="902"/>
          <ac:spMkLst>
            <pc:docMk/>
            <pc:sldMk cId="3617578153" sldId="2651"/>
            <ac:spMk id="7" creationId="{4F901A37-8000-0B28-55FD-602874D4722C}"/>
          </ac:spMkLst>
        </pc:spChg>
        <pc:spChg chg="del mod">
          <ac:chgData name="Reuben Stephen" userId="6a6eda1f0b9c2b70" providerId="LiveId" clId="{5AF20240-4744-4A1F-9614-8AA47247F12D}" dt="2025-10-04T02:39:58.447" v="999"/>
          <ac:spMkLst>
            <pc:docMk/>
            <pc:sldMk cId="3617578153" sldId="2651"/>
            <ac:spMk id="10" creationId="{0B448137-2C30-BC1E-EAE1-4B0BFACE3BD1}"/>
          </ac:spMkLst>
        </pc:spChg>
        <pc:spChg chg="mod">
          <ac:chgData name="Reuben Stephen" userId="6a6eda1f0b9c2b70" providerId="LiveId" clId="{5AF20240-4744-4A1F-9614-8AA47247F12D}" dt="2025-10-04T02:42:16.471" v="1119" actId="20577"/>
          <ac:spMkLst>
            <pc:docMk/>
            <pc:sldMk cId="3617578153" sldId="2651"/>
            <ac:spMk id="11" creationId="{D26934D9-127C-AA8D-1063-5FD7CBB71240}"/>
          </ac:spMkLst>
        </pc:spChg>
        <pc:spChg chg="mod">
          <ac:chgData name="Reuben Stephen" userId="6a6eda1f0b9c2b70" providerId="LiveId" clId="{5AF20240-4744-4A1F-9614-8AA47247F12D}" dt="2025-10-04T02:48:01.151" v="1561"/>
          <ac:spMkLst>
            <pc:docMk/>
            <pc:sldMk cId="3617578153" sldId="2651"/>
            <ac:spMk id="13" creationId="{A715CADA-5712-ADF7-A460-CE8F3C3D571F}"/>
          </ac:spMkLst>
        </pc:spChg>
      </pc:sldChg>
      <pc:sldChg chg="modSp add mod">
        <pc:chgData name="Reuben Stephen" userId="6a6eda1f0b9c2b70" providerId="LiveId" clId="{5AF20240-4744-4A1F-9614-8AA47247F12D}" dt="2025-10-04T02:48:04.649" v="1562"/>
        <pc:sldMkLst>
          <pc:docMk/>
          <pc:sldMk cId="2528389127" sldId="2652"/>
        </pc:sldMkLst>
        <pc:spChg chg="mod">
          <ac:chgData name="Reuben Stephen" userId="6a6eda1f0b9c2b70" providerId="LiveId" clId="{5AF20240-4744-4A1F-9614-8AA47247F12D}" dt="2025-10-04T02:43:00.171" v="1226" actId="20577"/>
          <ac:spMkLst>
            <pc:docMk/>
            <pc:sldMk cId="2528389127" sldId="2652"/>
            <ac:spMk id="4" creationId="{086E2260-6785-FB43-D636-EA2505F37496}"/>
          </ac:spMkLst>
        </pc:spChg>
        <pc:spChg chg="mod">
          <ac:chgData name="Reuben Stephen" userId="6a6eda1f0b9c2b70" providerId="LiveId" clId="{5AF20240-4744-4A1F-9614-8AA47247F12D}" dt="2025-10-04T02:44:24.394" v="1341" actId="1076"/>
          <ac:spMkLst>
            <pc:docMk/>
            <pc:sldMk cId="2528389127" sldId="2652"/>
            <ac:spMk id="5" creationId="{F64392B6-05CF-2048-BA30-0A4740B427E8}"/>
          </ac:spMkLst>
        </pc:spChg>
        <pc:spChg chg="mod">
          <ac:chgData name="Reuben Stephen" userId="6a6eda1f0b9c2b70" providerId="LiveId" clId="{5AF20240-4744-4A1F-9614-8AA47247F12D}" dt="2025-10-04T02:44:45.379" v="1347" actId="20577"/>
          <ac:spMkLst>
            <pc:docMk/>
            <pc:sldMk cId="2528389127" sldId="2652"/>
            <ac:spMk id="11" creationId="{2FE933E1-836A-F19C-25BE-345E6B5A1A65}"/>
          </ac:spMkLst>
        </pc:spChg>
        <pc:spChg chg="mod">
          <ac:chgData name="Reuben Stephen" userId="6a6eda1f0b9c2b70" providerId="LiveId" clId="{5AF20240-4744-4A1F-9614-8AA47247F12D}" dt="2025-10-04T02:48:04.649" v="1562"/>
          <ac:spMkLst>
            <pc:docMk/>
            <pc:sldMk cId="2528389127" sldId="2652"/>
            <ac:spMk id="13" creationId="{2A4531E7-15EB-5673-6EE4-E24E7F5FCE04}"/>
          </ac:spMkLst>
        </pc:spChg>
      </pc:sldChg>
      <pc:sldChg chg="modSp add mod">
        <pc:chgData name="Reuben Stephen" userId="6a6eda1f0b9c2b70" providerId="LiveId" clId="{5AF20240-4744-4A1F-9614-8AA47247F12D}" dt="2025-10-04T02:48:08.691" v="1563"/>
        <pc:sldMkLst>
          <pc:docMk/>
          <pc:sldMk cId="1076813587" sldId="2653"/>
        </pc:sldMkLst>
        <pc:spChg chg="mod">
          <ac:chgData name="Reuben Stephen" userId="6a6eda1f0b9c2b70" providerId="LiveId" clId="{5AF20240-4744-4A1F-9614-8AA47247F12D}" dt="2025-10-04T02:45:50.212" v="1444" actId="20577"/>
          <ac:spMkLst>
            <pc:docMk/>
            <pc:sldMk cId="1076813587" sldId="2653"/>
            <ac:spMk id="4" creationId="{0FAF5471-6892-1AB3-DF47-50F6D1B25D67}"/>
          </ac:spMkLst>
        </pc:spChg>
        <pc:spChg chg="mod">
          <ac:chgData name="Reuben Stephen" userId="6a6eda1f0b9c2b70" providerId="LiveId" clId="{5AF20240-4744-4A1F-9614-8AA47247F12D}" dt="2025-10-04T02:46:53.722" v="1550" actId="20577"/>
          <ac:spMkLst>
            <pc:docMk/>
            <pc:sldMk cId="1076813587" sldId="2653"/>
            <ac:spMk id="5" creationId="{51AE4CAB-A5B9-A34C-A9A8-BB8A41142419}"/>
          </ac:spMkLst>
        </pc:spChg>
        <pc:spChg chg="mod">
          <ac:chgData name="Reuben Stephen" userId="6a6eda1f0b9c2b70" providerId="LiveId" clId="{5AF20240-4744-4A1F-9614-8AA47247F12D}" dt="2025-10-04T02:47:11.600" v="1558" actId="14100"/>
          <ac:spMkLst>
            <pc:docMk/>
            <pc:sldMk cId="1076813587" sldId="2653"/>
            <ac:spMk id="11" creationId="{BCC92F62-5813-BCCC-4B7C-2E5CA1A37EEE}"/>
          </ac:spMkLst>
        </pc:spChg>
        <pc:spChg chg="mod">
          <ac:chgData name="Reuben Stephen" userId="6a6eda1f0b9c2b70" providerId="LiveId" clId="{5AF20240-4744-4A1F-9614-8AA47247F12D}" dt="2025-10-04T02:48:08.691" v="1563"/>
          <ac:spMkLst>
            <pc:docMk/>
            <pc:sldMk cId="1076813587" sldId="2653"/>
            <ac:spMk id="13" creationId="{083F81DF-EA8D-99CE-2104-D0F3535846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04/10/2025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0013D67-56E2-4085-B4EC-AD3696C10DD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24471C7-0AD6-4437-9E33-B53C208AB7D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2CF6F6-4A85-442A-979D-5D8DC82D81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D55D278-8EFF-4C2B-B52A-98D6EADF6A7D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0B3AAC3-4243-41E7-9F2E-707505CD19B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99F012-30A1-4D63-90C5-A665D850191E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5160289-E30F-48AE-9DF1-7C06272309C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99F012-30A1-4D63-90C5-A665D850191E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5FC8371-F37E-4417-8474-52BB8231D50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99F012-30A1-4D63-90C5-A665D850191E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9F8D519-DBAD-48F3-97DC-8E23A258723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99F012-30A1-4D63-90C5-A665D850191E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23FAEEB-EAAC-4759-B552-35BFC409E608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99F012-30A1-4D63-90C5-A665D850191E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438090-425B-42D4-BE97-7CA881E7B95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342F3B-6B00-4D42-82E5-CC5A43D39A7C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18184A-CD13-495D-8572-FDCD25D6F078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D61902E-54B5-4F1A-9C93-0A3E409547B8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D61902E-54B5-4F1A-9C93-0A3E409547B8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D61902E-54B5-4F1A-9C93-0A3E409547B8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D61902E-54B5-4F1A-9C93-0A3E409547B8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0E50562-4774-4D1A-969E-DE8A7801C88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E5AF38C-066E-4241-8BC8-8663F9A3F9E4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5DED26D-7619-4613-A8FD-AD0D9A45E698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7E8F33A-A905-4BCF-B291-AA92ABB7EB60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97E46C7-91E3-4C85-97E3-2AE5C96C6DA4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747250-B30D-481B-A2E9-29A84BD0BB9C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66165DE-C67B-4A35-8787-3AE51A4D04B1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387F631-D62E-4578-A0EF-18933BBCF072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76D39B3-C6B6-4E0B-A7DE-49B2162AC657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1B37-851E-2937-1378-7F97AC71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AC450-68D0-7B7C-FA64-CF14C1464AC1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33541-F2CD-1ED7-09F8-4B207948F3E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0C7EE-67D4-28A5-F528-1D12E6B93648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76D39B3-C6B6-4E0B-A7DE-49B2162AC65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505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5C53-E2BB-8AF8-B08B-2C90A07BA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A3425-1C94-E665-425C-2C0F1621D403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7FBC0-BD75-B303-7657-08C447F0D536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3981E-BB14-F643-5E10-2A34F33B684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76D39B3-C6B6-4E0B-A7DE-49B2162AC65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509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B0F1-102E-1998-7BC7-3EDB3182D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7964F-93BD-2112-280C-C00BCA858A5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581B6-0F94-E641-463D-169FCB54CBF4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5BB5B-7DDC-ED71-46BB-12DE855CC997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76D39B3-C6B6-4E0B-A7DE-49B2162AC65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789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7448-37E9-6168-7154-0E726AE2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42BE9-76FB-6A91-F667-2DCED58A25E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2146E-A7DB-C5FA-30C3-C3ACF499C2E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5E62A-BFCA-3897-E23E-A01858240A1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76D39B3-C6B6-4E0B-A7DE-49B2162AC65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267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61BBB0-A159-4ADC-83D9-714AD163E8AF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619A8D6-7D50-48FE-8B84-E4C29943CCFC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D23A5A6-E50E-4C11-A125-7D397D7EAFCC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6A34A20-0694-4FBF-8215-04B953515DA3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6A34A20-0694-4FBF-8215-04B953515DA3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7101210-1209-4196-8C58-6FAB9D63442D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A40526D-D52A-4A29-9485-95312582EA7C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154334-692A-497D-9913-847D4147A943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C187BA1-61A8-47D3-A5C5-4863281E7B38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2A7B85F-17E9-434E-ADC6-CC6CFB6052E6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9C24207-ECFE-47D4-AC63-55428CC29206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41D6-94B3-E4BC-E188-008A196E1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50A76-794F-2CB3-CEC7-383A4F24767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61666-6DFE-1F8B-4380-45F54D6FC447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3B03D-DF12-5998-C2E6-F07E5DEAD717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4254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2BE612B-B140-47B0-9C9E-CB39E5594F45}" type="slidenum">
              <a:rPr lang="en-US" smtClean="0"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DC757-EE36-1B40-B1D4-F4418C9B8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188A5-060E-CBE5-E7AA-6F2AD644DC9D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C9A38-61EC-461C-D530-FC19233AB7C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C0C64-DBC4-36BF-75E9-913A9D1B7025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2939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93082C0-35E2-4462-91AE-EC15A44AE577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B1D50-8773-386B-CA8A-C1933214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2077A-9B55-A03A-5766-D7821DB19C3E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BA827-64CD-3BA8-B71E-83EAB979964F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E0340-73C6-A730-AA4D-C0450793BFE7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1881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A6225D9-AD4C-4C72-AB59-8037CE92560A}" type="slidenum">
              <a:rPr lang="en-US" smtClean="0"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7291-C93A-BC5D-8C06-AE8A437C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5ED69-221F-3450-C970-9E7D810805F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424B5-44F8-669F-FC0F-002C74F4D82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97EC1-63F3-767C-76BE-36C1FE389B7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1181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036F77-56B7-4AA9-95A1-78FBC96E87AF}" type="slidenum">
              <a:rPr lang="en-US" smtClean="0"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346917" y="4986996"/>
            <a:ext cx="436098" cy="135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03 August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838D85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59A2D6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59A2D6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59A2D6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59A2D6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59A2D6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59A2D6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97" r:id="rId15"/>
    <p:sldLayoutId id="2147483698" r:id="rId16"/>
    <p:sldLayoutId id="2147483699" r:id="rId17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4/10/2025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XluPub858QQ" TargetMode="External"/><Relationship Id="rId3" Type="http://schemas.openxmlformats.org/officeDocument/2006/relationships/hyperlink" Target="https://youtu.be/vrw0x--o-DE" TargetMode="External"/><Relationship Id="rId7" Type="http://schemas.openxmlformats.org/officeDocument/2006/relationships/hyperlink" Target="https://youtu.be/UXfuFJHAaTo?si=0vVab74tzYVy1TVQ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youtu.be/LiNEKx2__CU?si=F12YLOCC3CLx8fGI" TargetMode="External"/><Relationship Id="rId5" Type="http://schemas.openxmlformats.org/officeDocument/2006/relationships/hyperlink" Target="https://youtu.be/ibrCsR7LQa0?si=7-NqXdvokP8Brvio" TargetMode="External"/><Relationship Id="rId4" Type="http://schemas.openxmlformats.org/officeDocument/2006/relationships/hyperlink" Target="https://youtu.be/upwXL9qP6XI?si=LMlPIyG5af1hrHt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46038" y="395617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Oct 5</a:t>
            </a:r>
            <a:r>
              <a:rPr lang="en-US" sz="105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HQ( mal)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 :28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Vannidenham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Yeshu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Nadha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hlinkClick r:id="rId3"/>
              </a:rPr>
              <a:t>https://youtu.be/vrw0x--o-DE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B/A363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Sthothrangal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paadi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njaan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  384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Kristhya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Sainame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vaa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hlinkClick r:id="rId4"/>
              </a:rPr>
              <a:t>https://youtu.be/upwXL9qP6XI?si=LMlPIyG5af1hrHtR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Confession 210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Yeshuve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karunhaasana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pathiye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hlinkClick r:id="rId5"/>
              </a:rPr>
              <a:t>https://youtu.be/ibrCsR7LQa0?si=7-NqXdvokP8Brvio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Communion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210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Yeshuve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Karunhaasana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pathiye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500 En Yeshu than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villatheera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sneham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( score :SS 991)https://youtu.be/sEsAJDzY8KI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380 En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Kristhen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yoddhaavakuvaan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hlinkClick r:id="rId6"/>
              </a:rPr>
              <a:t>https://youtu.be/LiNEKx2__CU?si=F12YLOCC3CLx8fGI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493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Kristhu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naamam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ettukol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 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hlinkClick r:id="rId7"/>
              </a:rPr>
              <a:t>https://youtu.be/UXfuFJHAaTo?si=0vVab74tzYVy1TVQ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Score: SS91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186 En Jeevan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njaan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thannu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363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Sthothrangal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paadi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njaan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Closing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Dox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VIIIsarvashishathin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thaathane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hlinkClick r:id="rId8"/>
              </a:rPr>
              <a:t>https://youtu.be/XluPub858QQ</a:t>
            </a: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</a:p>
          <a:p>
            <a:pPr marL="0" indent="0" algn="ctr">
              <a:buNone/>
              <a:tabLst>
                <a:tab pos="1423952" algn="l"/>
              </a:tabLst>
            </a:pPr>
            <a:endParaRPr lang="en-US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  <a:ea typeface="Gabriola" pitchFamily="82" charset="0"/>
                <a:cs typeface="Gabriola" pitchFamily="82" charset="0"/>
              </a:rPr>
              <a:t>. </a:t>
            </a:r>
            <a:r>
              <a:rPr lang="en-GB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28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28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5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4208" y="2961140"/>
            <a:ext cx="5846324" cy="20399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 panose="04000000000000000000" pitchFamily="82" charset="0"/>
                <a:ea typeface="+mn-lt"/>
                <a:cs typeface="+mn-lt"/>
              </a:rPr>
              <a:t>h¶ntSWw tbip\mYm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C¶otbmK at²y \o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X¶cpÄI \n³ hc§Ä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\n³ kvXpXn sImWvSmSphm³</a:t>
            </a:r>
            <a:r>
              <a:rPr lang="en-GB" sz="3200" dirty="0">
                <a:latin typeface="ML-TTKarthika" panose="04000000000000000000" pitchFamily="82" charset="0"/>
              </a:rPr>
              <a:t> </a:t>
            </a:r>
            <a:r>
              <a:rPr lang="en-GB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3882" y="827042"/>
            <a:ext cx="6496237" cy="17999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Vanneedenam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Yeshu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nadha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yogamadhye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</a:t>
            </a:r>
          </a:p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Thannarulka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nin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varangal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Nin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sthuthi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konda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duvan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28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5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4400" y="2927913"/>
            <a:ext cx="5622587" cy="20399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 panose="04000000000000000000" pitchFamily="82" charset="0"/>
                <a:ea typeface="+mn-lt"/>
                <a:cs typeface="+mn-lt"/>
              </a:rPr>
              <a:t>a¶nS¯nÂ h¶ \mYm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s]m¶p Xncpta\ntb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\µntbmSnXm \n³ ZmkÀ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h¶pIqSpt¶ ap¼nÂ</a:t>
            </a:r>
            <a:r>
              <a:rPr lang="en-GB" sz="3200" dirty="0">
                <a:latin typeface="ML-TTKarthika" panose="04000000000000000000" pitchFamily="82" charset="0"/>
              </a:rPr>
              <a:t> </a:t>
            </a:r>
            <a:r>
              <a:rPr lang="en-GB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US" sz="3200" dirty="0" err="1">
              <a:latin typeface="ML-TTKarthika" panose="04000000000000000000" pitchFamily="8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4800" y="827042"/>
            <a:ext cx="6004921" cy="18774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Mannidathil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vanna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naatha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Ponnu thirumeniye</a:t>
            </a:r>
          </a:p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Nandiyoditha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nin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daasar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Vannu koodunne munbil</a:t>
            </a:r>
            <a:r>
              <a:rPr lang="en-GB" sz="3200" dirty="0">
                <a:latin typeface="ML-TTKarthika" panose="04000000000000000000" pitchFamily="82" charset="0"/>
              </a:rPr>
              <a:t>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28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5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2510" y="2874750"/>
            <a:ext cx="5189453" cy="20399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 panose="04000000000000000000" pitchFamily="82" charset="0"/>
                <a:ea typeface="+mn-lt"/>
                <a:cs typeface="+mn-lt"/>
              </a:rPr>
              <a:t>XmXt\ Ir]m\nt[</a:t>
            </a:r>
          </a:p>
          <a:p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+mn-lt"/>
                <a:cs typeface="+mn-lt"/>
              </a:rPr>
              <a:t>{iotbip\maw aqeta</a:t>
            </a:r>
          </a:p>
          <a:p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+mn-lt"/>
                <a:cs typeface="+mn-lt"/>
              </a:rPr>
              <a:t>X¶otSWw BßZm\w</a:t>
            </a:r>
          </a:p>
          <a:p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+mn-lt"/>
                <a:cs typeface="+mn-lt"/>
              </a:rPr>
              <a:t>{]mÀ°\ sNbvXnSphm³</a:t>
            </a:r>
            <a:r>
              <a:rPr lang="en-GB" sz="3200" dirty="0">
                <a:latin typeface="ML-TTKarthika" panose="04000000000000000000" pitchFamily="82" charset="0"/>
              </a:rPr>
              <a:t> </a:t>
            </a:r>
            <a:r>
              <a:rPr lang="en-GB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US" sz="3200" dirty="0">
              <a:solidFill>
                <a:srgbClr val="000000"/>
              </a:solidFill>
              <a:latin typeface="ML-TTKarthika" panose="04000000000000000000" pitchFamily="82" charset="0"/>
              <a:ea typeface="+mn-lt"/>
              <a:cs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4800" y="827042"/>
            <a:ext cx="5478618" cy="18774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Thaathane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krupa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nidhe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ea typeface="Calibri" panose="020F0502020204030204" pitchFamily="34" charset="0"/>
                <a:cs typeface="Segoe UI" panose="020B0502040204020203" pitchFamily="34" charset="0"/>
              </a:rPr>
              <a:t>Sree yes</a:t>
            </a:r>
            <a:r>
              <a:rPr lang="en-GB" sz="2800" dirty="0">
                <a:ea typeface="Calibri" panose="020F0502020204030204" pitchFamily="34" charset="0"/>
                <a:cs typeface="Segoe UI" panose="020B0502040204020203" pitchFamily="34" charset="0"/>
              </a:rPr>
              <a:t>h</a:t>
            </a:r>
            <a:r>
              <a:rPr lang="en-US" sz="2800" dirty="0">
                <a:ea typeface="Calibri" panose="020F0502020204030204" pitchFamily="34" charset="0"/>
                <a:cs typeface="Segoe UI" panose="020B0502040204020203" pitchFamily="34" charset="0"/>
              </a:rPr>
              <a:t>u namam moolame</a:t>
            </a:r>
          </a:p>
          <a:p>
            <a:r>
              <a:rPr lang="en-US" sz="2800" dirty="0" err="1">
                <a:ea typeface="Calibri" panose="020F0502020204030204" pitchFamily="34" charset="0"/>
                <a:cs typeface="Segoe UI" panose="020B0502040204020203" pitchFamily="34" charset="0"/>
              </a:rPr>
              <a:t>Thannidenam</a:t>
            </a:r>
            <a:r>
              <a:rPr lang="en-US" sz="2800" dirty="0"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ea typeface="Calibri" panose="020F0502020204030204" pitchFamily="34" charset="0"/>
                <a:cs typeface="Segoe UI" panose="020B0502040204020203" pitchFamily="34" charset="0"/>
              </a:rPr>
              <a:t>aat</a:t>
            </a:r>
            <a:r>
              <a:rPr lang="en-GB" sz="2800" dirty="0">
                <a:ea typeface="Calibri" panose="020F0502020204030204" pitchFamily="34" charset="0"/>
                <a:cs typeface="Segoe UI" panose="020B0502040204020203" pitchFamily="34" charset="0"/>
              </a:rPr>
              <a:t>h</a:t>
            </a:r>
            <a:r>
              <a:rPr lang="en-US" sz="2800" dirty="0">
                <a:ea typeface="Calibri" panose="020F0502020204030204" pitchFamily="34" charset="0"/>
                <a:cs typeface="Segoe UI" panose="020B0502040204020203" pitchFamily="34" charset="0"/>
              </a:rPr>
              <a:t>ma </a:t>
            </a:r>
            <a:r>
              <a:rPr lang="en-US" sz="2800" dirty="0" err="1">
                <a:ea typeface="Calibri" panose="020F0502020204030204" pitchFamily="34" charset="0"/>
                <a:cs typeface="Segoe UI" panose="020B0502040204020203" pitchFamily="34" charset="0"/>
              </a:rPr>
              <a:t>daanam</a:t>
            </a:r>
            <a:endParaRPr lang="en-US" sz="2800" dirty="0"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ea typeface="Calibri" panose="020F0502020204030204" pitchFamily="34" charset="0"/>
                <a:cs typeface="Segoe UI" panose="020B0502040204020203" pitchFamily="34" charset="0"/>
              </a:rPr>
              <a:t>Praarthana</a:t>
            </a:r>
            <a:r>
              <a:rPr lang="en-US" sz="2800" dirty="0"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ea typeface="Calibri" panose="020F0502020204030204" pitchFamily="34" charset="0"/>
                <a:cs typeface="Segoe UI" panose="020B0502040204020203" pitchFamily="34" charset="0"/>
              </a:rPr>
              <a:t>cheithiduvan</a:t>
            </a:r>
            <a:r>
              <a:rPr lang="en-GB" sz="3200" dirty="0">
                <a:latin typeface="ML-TTKarthika" panose="04000000000000000000" pitchFamily="82" charset="0"/>
              </a:rPr>
              <a:t>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US" sz="2800" dirty="0"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28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1045" y="2848169"/>
            <a:ext cx="5202752" cy="20399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dirty="0">
                <a:solidFill>
                  <a:srgbClr val="000000"/>
                </a:solidFill>
                <a:latin typeface="ML-TTKarthika" panose="04000000000000000000" pitchFamily="82" charset="0"/>
                <a:ea typeface="+mn-lt"/>
                <a:cs typeface="+mn-lt"/>
              </a:rPr>
              <a:t>C¶p \n³ XncphN\w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tjmLn¡pw \n³ Zmk\pw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\n¶\p{Kln¡ \ndhn³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iànsb \evIoSWw</a:t>
            </a:r>
            <a:r>
              <a:rPr lang="en-GB" sz="3200" dirty="0">
                <a:latin typeface="ML-TTKarthika" panose="04000000000000000000" pitchFamily="82" charset="0"/>
              </a:rPr>
              <a:t> </a:t>
            </a:r>
            <a:r>
              <a:rPr lang="en-GB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4800" y="827042"/>
            <a:ext cx="4633980" cy="17999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Innu nin thiru vachanam</a:t>
            </a:r>
          </a:p>
          <a:p>
            <a:r>
              <a:rPr lang="en-US" sz="2800" dirty="0">
                <a:ea typeface="Calibri" panose="020F0502020204030204" pitchFamily="34" charset="0"/>
                <a:cs typeface="Segoe UI" panose="020B0502040204020203" pitchFamily="34" charset="0"/>
              </a:rPr>
              <a:t>Ghoshikkum nin dasanum</a:t>
            </a:r>
          </a:p>
          <a:p>
            <a:r>
              <a:rPr lang="en-US" sz="2800" dirty="0">
                <a:ea typeface="Calibri" panose="020F0502020204030204" pitchFamily="34" charset="0"/>
                <a:cs typeface="Segoe UI" panose="020B0502040204020203" pitchFamily="34" charset="0"/>
              </a:rPr>
              <a:t>Ninnanugraha niravin</a:t>
            </a:r>
          </a:p>
          <a:p>
            <a:r>
              <a:rPr lang="en-US" sz="2800" dirty="0">
                <a:ea typeface="Calibri" panose="020F0502020204030204" pitchFamily="34" charset="0"/>
                <a:cs typeface="Segoe UI" panose="020B0502040204020203" pitchFamily="34" charset="0"/>
              </a:rPr>
              <a:t>Sakthiyenalkeedenam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Sthothrangal paadi njaan</a:t>
            </a: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(363)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Thanksgiving Prayers – </a:t>
            </a:r>
            <a:r>
              <a:rPr lang="sv-SE" sz="2400" dirty="0">
                <a:latin typeface="Segoe UI" panose="020B0502040204020203" pitchFamily="34" charset="0"/>
                <a:cs typeface="Segoe UI" panose="020B0502040204020203" pitchFamily="34" charset="0"/>
              </a:rPr>
              <a:t>sthothrangal paadi njaan</a:t>
            </a:r>
            <a:endParaRPr lang="en-SG" sz="2400" i="1" dirty="0" err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5"/>
            <a:ext cx="2070847" cy="309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</a:t>
            </a:r>
            <a:r>
              <a:rPr lang="en-GB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GB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</p:txBody>
      </p:sp>
      <p:sp>
        <p:nvSpPr>
          <p:cNvPr id="8" name="Content Placeholder 2"/>
          <p:cNvSpPr txBox="1"/>
          <p:nvPr/>
        </p:nvSpPr>
        <p:spPr>
          <a:xfrm>
            <a:off x="1177158" y="1334144"/>
            <a:ext cx="7357242" cy="1468765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sthothrangal paadi njaan vaazhtheedume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devaadhi</a:t>
            </a: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devane</a:t>
            </a: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 raajaadhiraajaave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vaazhththi</a:t>
            </a:r>
            <a:r>
              <a:rPr lang="sv-SE" sz="2800" dirty="0">
                <a:latin typeface="Segoe UI" panose="020B0502040204020203" pitchFamily="34" charset="0"/>
                <a:cs typeface="Segoe UI" panose="020B0502040204020203" pitchFamily="34" charset="0"/>
              </a:rPr>
              <a:t> vanangidume</a:t>
            </a:r>
            <a:endParaRPr lang="en-SG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77158" y="3018849"/>
            <a:ext cx="7115183" cy="1526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kvtXm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{X</a:t>
            </a:r>
            <a:r>
              <a:rPr lang="en-US" sz="3200" dirty="0">
                <a:latin typeface="ML-TTKarthika" panose="04000000000000000000" pitchFamily="82" charset="0"/>
              </a:rPr>
              <a:t>§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Ä ]</a:t>
            </a:r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mSn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 Rm³ </a:t>
            </a:r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hmgv¯nSpta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tZhm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[n </a:t>
            </a:r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tZhs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\ </a:t>
            </a:r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cmPm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[</a:t>
            </a:r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ncmPms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\ </a:t>
            </a:r>
          </a:p>
          <a:p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hmgv¯n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hW</a:t>
            </a:r>
            <a:r>
              <a:rPr lang="en-US" sz="3200" dirty="0" err="1">
                <a:latin typeface="ML-TTKarthika" panose="04000000000000000000" pitchFamily="82" charset="0"/>
              </a:rPr>
              <a:t>§</a:t>
            </a:r>
            <a:r>
              <a:rPr lang="en-US" sz="3200" dirty="0" err="1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nSpta</a:t>
            </a:r>
            <a:r>
              <a:rPr lang="en-US" sz="32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ML-TTKarthika" panose="04000000000000000000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Offertory: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Kristhya sainyame! vaa! </a:t>
            </a:r>
            <a:r>
              <a:rPr lang="en-GB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(384)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5335" y="860541"/>
            <a:ext cx="59791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risthya sainyame! vaa! poril nirayaay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mumpe poya yeshu thanne nokkidin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kristhu raajan ippol vairikalkkethir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mumpottethi poril kaanmeen, than kodi</a:t>
            </a:r>
          </a:p>
          <a:p>
            <a:endParaRPr lang="sv-SE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sv-SE" sz="2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4733" y="3215427"/>
            <a:ext cx="6604000" cy="1496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ക്രിസ്ത്യ സൈന്യമേ! വാ! പോരിൽ നിരയായ്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മുമ്പേ പോയ യേശു തന്നെ നോക്കീടിൻ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ക്രിസ്തു രാജൻ ഇപ്പോൾ വൈരികൾക്കെതിർ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മുമ്പോട്ടെത്തി പോരിൽ കാണ്മീൻ, തൻ കൊടി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322" y="895923"/>
            <a:ext cx="5979191" cy="80618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kristhya sainyame! vaa!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poril nirayaay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mumpe poya yeshu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thanne nokkidin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529323" y="2821991"/>
            <a:ext cx="6507165" cy="71923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ക്രിസ്ത്യ സൈന്യമേ! വാ</a:t>
            </a:r>
            <a:r>
              <a:rPr lang="en-GB" sz="2000" dirty="0"/>
              <a:t>!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പോരില്‍ നിരയായ്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മുമ്പേ പോയ യേശു</a:t>
            </a:r>
            <a:r>
              <a:rPr lang="en-GB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തന്നെ നോക്കിടിന്‍</a:t>
            </a:r>
          </a:p>
        </p:txBody>
      </p:sp>
      <p:pic>
        <p:nvPicPr>
          <p:cNvPr id="11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- 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3338" y="742487"/>
            <a:ext cx="6103666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saathaan sena ellaam paanjodunnu kaan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munnottodi ethin kristhya sainyame!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paathaalam ilaki jaya bheriyaal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ghoshichaanandippin paadin uchathil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290735" y="2817501"/>
            <a:ext cx="6371196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സാത്താന്‍ സേന എല്ലാം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പാഞ്ഞോടുന്നു കാണ്‍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മുന്നോട്ടോടി എത്തിന്‍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ക്രസ്ത്യ സൈന്യമേ!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പാതാളം ഇളകി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ജയ ഭേരിയാല്‍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ഘോഷിച്ചാനന്ദിപ്പിന്‍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പാടിന്‍ ഉച്ചത്തില്‍</a:t>
            </a:r>
            <a:endParaRPr lang="en-SG" sz="2000" i="0" dirty="0">
              <a:effectLst/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322" y="895923"/>
            <a:ext cx="5979191" cy="80618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kristhya sainyame! vaa!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poril nirayaay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mumpe poya yeshu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thanne nokkidin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529323" y="2821991"/>
            <a:ext cx="6507165" cy="71923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ക്രിസ്ത്യ സൈന്യമേ! വാ</a:t>
            </a:r>
            <a:r>
              <a:rPr lang="en-GB" sz="2000" dirty="0"/>
              <a:t>!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പോരില്‍ നിരയായ്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മുമ്പേ പോയ യേശു</a:t>
            </a:r>
            <a:r>
              <a:rPr lang="en-GB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തന്നെ നോക്കിടിന്‍</a:t>
            </a:r>
          </a:p>
        </p:txBody>
      </p:sp>
      <p:pic>
        <p:nvPicPr>
          <p:cNvPr id="11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187" y="895923"/>
            <a:ext cx="6571858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 senaye pole pokunnee sabha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shuddhar poya maargge naamum pokunnu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naam evarum ekam eka shareeram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sneham aashaa bandham ennathil ekam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82185" y="2837437"/>
            <a:ext cx="6164783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വന്‍ സേനയെ പോലെ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പോകുന്നീ സഭ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ശുദ്ധര്‍ പോയ മാര്‍ഗ്ഗേ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നാമും പോകുന്നു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നാം ഏവരും ഏകം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ഏക ശരീരം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സ്നേഹം ആശാ ബന്ധം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എന്നതില്‍ ഏകം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322" y="895923"/>
            <a:ext cx="5979191" cy="80618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kristhya sainyame! vaa!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poril nirayaay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mumpe poya yeshu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thanne nokkidin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529323" y="2821991"/>
            <a:ext cx="6507165" cy="71923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ക്രിസ്ത്യ സൈന്യമേ! വാ</a:t>
            </a:r>
            <a:r>
              <a:rPr lang="en-GB" sz="2000" dirty="0"/>
              <a:t>!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പോരില്‍ നിരയായ്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മുമ്പേ പോയ യേശു</a:t>
            </a:r>
            <a:r>
              <a:rPr lang="en-GB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തന്നെ നോക്കിടിന്‍</a:t>
            </a:r>
          </a:p>
        </p:txBody>
      </p:sp>
      <p:pic>
        <p:nvPicPr>
          <p:cNvPr id="11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9935" y="860541"/>
            <a:ext cx="6004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loka raajyam ellaam pokum illaathaay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kristhu sabha ennum, ennum irikkum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narakathin vaathil ethiraayvaraa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ennu chonna vaakku maatamillaathaam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239935" y="2837437"/>
            <a:ext cx="6164783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ലോക രാജ്യം എല്ലാം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പോകും ഇല്ലാ തായ്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ക്രിസ്തു സഭ എന്നും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എന്നും ഇരിക്കും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നരകത്തിന്‍ വാതില്‍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എതിരായ്വരാ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എന്നുചൊന്ന വാക്കു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മാറ്റമില്ലാതാം</a:t>
            </a:r>
            <a:endParaRPr lang="en-SG" sz="2200" i="0" dirty="0">
              <a:effectLst/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322" y="895923"/>
            <a:ext cx="5979191" cy="80618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kristhya sainyame! vaa!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poril nirayaay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mumpe poya yeshu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thanne nokkedin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529323" y="2821991"/>
            <a:ext cx="6507165" cy="71923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ക്രിസ്ത്യ സൈന്യമേ! വാ</a:t>
            </a:r>
            <a:r>
              <a:rPr lang="en-GB" sz="2000" dirty="0"/>
              <a:t>!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പോരില്‍ നിരയായ്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മുമ്പേ പോയ യേശു</a:t>
            </a:r>
            <a:r>
              <a:rPr lang="en-GB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തന്നെ നോക്കിടിന്‍</a:t>
            </a:r>
          </a:p>
        </p:txBody>
      </p:sp>
      <p:pic>
        <p:nvPicPr>
          <p:cNvPr id="11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- 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0668" y="860541"/>
            <a:ext cx="6063858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janame mumpo-ttodi vannedin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ee kuttathod-onnich aanandicheedin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mahathvam sthuthiyum maanam enniva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yeshu raajanennum aayirikkatte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180668" y="2817501"/>
            <a:ext cx="6244384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ഹേ ജനമേ! </a:t>
            </a:r>
            <a:r>
              <a:rPr lang="en-SG" sz="2000" i="0" dirty="0" err="1">
                <a:effectLst/>
                <a:latin typeface="ML-TTKarthika" panose="04000000000000000000" pitchFamily="82" charset="0"/>
              </a:rPr>
              <a:t>മുമ്പോട്ടോടി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 വന്നീടിന്‍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ഈ കൂട്ടത്തോടൊന്നിച്ചാനന്ദിച്ചീടിന്‍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മഹത്വം സ്തുതിയും മാനം എന്നിവ</a:t>
            </a:r>
          </a:p>
          <a:p>
            <a:pPr>
              <a:lnSpc>
                <a:spcPct val="150000"/>
              </a:lnSpc>
            </a:pPr>
            <a:r>
              <a:rPr lang="en-SG" sz="2000" i="0" dirty="0">
                <a:effectLst/>
                <a:latin typeface="ML-TTKarthika" panose="04000000000000000000" pitchFamily="82" charset="0"/>
              </a:rPr>
              <a:t>യേശു രാജനെന്നും</a:t>
            </a:r>
            <a:r>
              <a:rPr lang="en-GB" sz="2000" i="0" dirty="0">
                <a:effectLst/>
                <a:latin typeface="ML-TTKarthika" panose="04000000000000000000" pitchFamily="82" charset="0"/>
              </a:rPr>
              <a:t> </a:t>
            </a:r>
            <a:r>
              <a:rPr lang="en-SG" sz="2000" i="0" dirty="0">
                <a:effectLst/>
                <a:latin typeface="ML-TTKarthika" panose="04000000000000000000" pitchFamily="82" charset="0"/>
              </a:rPr>
              <a:t>ആയിരിക്കട്ടെ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/>
          <p:cNvSpPr txBox="1"/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322" y="895923"/>
            <a:ext cx="5979191" cy="80618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kristhya sainyame! vaa!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poril nirayaay</a:t>
            </a: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mumpe poya yeshu </a:t>
            </a:r>
            <a:endParaRPr lang="en-GB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800" dirty="0">
                <a:ea typeface="Calibri" panose="020F0502020204030204" pitchFamily="34" charset="0"/>
                <a:cs typeface="Calibri" panose="020F0502020204030204" pitchFamily="34" charset="0"/>
              </a:rPr>
              <a:t>thanne nokkedin</a:t>
            </a:r>
          </a:p>
        </p:txBody>
      </p:sp>
      <p:sp>
        <p:nvSpPr>
          <p:cNvPr id="4" name="TextBox 9"/>
          <p:cNvSpPr txBox="1"/>
          <p:nvPr/>
        </p:nvSpPr>
        <p:spPr>
          <a:xfrm>
            <a:off x="529323" y="2821991"/>
            <a:ext cx="6507165" cy="71923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ക്രിസ്ത്യ സൈന്യമേ! വാ</a:t>
            </a:r>
            <a:r>
              <a:rPr lang="en-GB" sz="2000" dirty="0"/>
              <a:t>!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പോരില്‍ നിരയായ്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മുമ്പേ പോയ യേശു</a:t>
            </a:r>
            <a:r>
              <a:rPr lang="en-GB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തന്നെ നോക്കിടിന്‍</a:t>
            </a:r>
          </a:p>
        </p:txBody>
      </p:sp>
      <p:pic>
        <p:nvPicPr>
          <p:cNvPr id="11" name="Picture 6" descr="Qr code with a pay now text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/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Message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Confession: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600" b="1" i="0" u="none" strike="noStrike">
                <a:solidFill>
                  <a:schemeClr val="tx1"/>
                </a:solidFill>
                <a:latin typeface="Gabriola" pitchFamily="82" charset="0"/>
                <a:ea typeface="+mn-ea"/>
                <a:cs typeface="+mn-cs"/>
              </a:rPr>
              <a:t>Yeshuve karunhaasana pathiye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Confession – Hymn 210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nfess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ion: 1 of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953" y="2571750"/>
            <a:ext cx="8501860" cy="22510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err="1">
                <a:latin typeface="ML-TTKarthika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 കരുണാസനപ്പതിയേ</a:t>
            </a:r>
            <a:endParaRPr lang="en-US" sz="2400">
              <a:latin typeface="ML-TTKarthika"/>
              <a:ea typeface="ML-TTKarthika" panose="04000000000000000000" pitchFamily="82" charset="0"/>
              <a:cs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ML-TTKarthika"/>
                <a:ea typeface="ML-TTKarthika" panose="04000000000000000000" pitchFamily="82" charset="0"/>
                <a:cs typeface="ML-TTKarthika" panose="04000000000000000000" pitchFamily="82" charset="0"/>
              </a:rPr>
              <a:t>നട്ടം തിരിയും എന്നെ വീണ്‍ടുകൊള്‍-</a:t>
            </a:r>
            <a:r>
              <a:rPr lang="en-GB" sz="2400" dirty="0">
                <a:latin typeface="ML-TTKarthika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400" dirty="0">
                <a:latin typeface="ML-TTKarthika"/>
                <a:ea typeface="ML-TTKarthika" panose="04000000000000000000" pitchFamily="82" charset="0"/>
                <a:cs typeface="ML-TTKarthika" panose="04000000000000000000" pitchFamily="82" charset="0"/>
              </a:rPr>
              <a:t>(</a:t>
            </a:r>
            <a:r>
              <a:rPr lang="en-US" sz="2400" err="1">
                <a:latin typeface="ML-TTKarthika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</a:t>
            </a:r>
            <a:r>
              <a:rPr lang="en-US" sz="2400" dirty="0">
                <a:latin typeface="ML-TTKarthika"/>
                <a:ea typeface="ML-TTKarthika" panose="04000000000000000000" pitchFamily="82" charset="0"/>
                <a:cs typeface="ML-TTKarthika" panose="04000000000000000000" pitchFamily="82" charset="0"/>
              </a:rPr>
              <a:t>)</a:t>
            </a:r>
            <a:endParaRPr lang="en-GB" sz="2400" dirty="0">
              <a:latin typeface="ML-TTKarthika"/>
              <a:ea typeface="ML-TTKarthika" panose="04000000000000000000" pitchFamily="82" charset="0"/>
              <a:cs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637953" y="1083953"/>
            <a:ext cx="9052560" cy="124544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3200" dirty="0">
                <a:latin typeface="Calibri"/>
                <a:ea typeface="Calibri"/>
                <a:cs typeface="Segoe UI Light"/>
              </a:rPr>
              <a:t>Yeshuve karunaasanappathiye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3200" dirty="0">
                <a:latin typeface="Calibri"/>
                <a:ea typeface="Calibri"/>
                <a:cs typeface="Segoe UI Light"/>
              </a:rPr>
              <a:t>nattam thiriyum enne veendukol-(yeshu</a:t>
            </a:r>
            <a:r>
              <a:rPr lang="en-GB" sz="3200" dirty="0">
                <a:latin typeface="Calibri"/>
                <a:ea typeface="Calibri"/>
                <a:cs typeface="Segoe UI Light"/>
              </a:rPr>
              <a:t>ve</a:t>
            </a:r>
            <a:r>
              <a:rPr lang="sv-SE" sz="3200" dirty="0">
                <a:latin typeface="Calibri"/>
                <a:ea typeface="Calibri"/>
                <a:cs typeface="Segoe UI Light"/>
              </a:rPr>
              <a:t>)</a:t>
            </a:r>
            <a:endParaRPr lang="en-GB" sz="3200" dirty="0">
              <a:latin typeface="Calibri"/>
              <a:ea typeface="Calibri"/>
              <a:cs typeface="Segoe UI Light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tabLst>
                <a:tab pos="1423880" algn="l"/>
              </a:tabLst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210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210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953" y="2756307"/>
            <a:ext cx="8412045" cy="11541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 കരുണാസനപ്പതിയേ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നട്ടം തിരിയും എന്നെ വീണ്‍ടുകൊള്‍-</a:t>
            </a:r>
            <a:r>
              <a:rPr lang="en-GB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(</a:t>
            </a:r>
            <a:r>
              <a:rPr lang="en-US" sz="24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</a:t>
            </a:r>
            <a:r>
              <a:rPr lang="en-GB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...</a:t>
            </a:r>
            <a:r>
              <a:rPr lang="en-US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)</a:t>
            </a:r>
            <a:endParaRPr lang="en-GB" sz="2400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637953" y="1083953"/>
            <a:ext cx="9052560" cy="124544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Yeshuve karunaasanappathiye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8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nattam thiriyum enne veendukol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      </a:t>
            </a:r>
            <a:r>
              <a:rPr lang="sv-SE" sz="28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(yeshu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ve..</a:t>
            </a:r>
            <a:r>
              <a:rPr lang="sv-SE" sz="28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)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210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640" y="2628563"/>
            <a:ext cx="8706345" cy="171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ഭൂതലത്തില്‍ നീയൊഴിഞ്ഞു ദാസന്‍ എനിക്കാദരവു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കണ്‍ടതില്ല ഹാ! സകല മണ്ഡലാധിപ!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ചേതസില്‍ കൃപയുണ്‍ടായി നാശം അണയാതെ കാത്തു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ചിത്ത ചഞ്ചലം അടക്കി ചേര്‍ക്കസല്‍ബുദ്ധി  വരുത്തി ---   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214640" y="485999"/>
            <a:ext cx="9475167" cy="149053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400" dirty="0">
                <a:latin typeface="Calibri"/>
                <a:ea typeface="Calibri"/>
                <a:cs typeface="Segoe UI Light"/>
              </a:rPr>
              <a:t>bhoothalatthilu neeyozhinju</a:t>
            </a:r>
            <a:r>
              <a:rPr lang="en-GB" sz="2400" dirty="0">
                <a:latin typeface="Calibri"/>
                <a:ea typeface="Calibri"/>
                <a:cs typeface="Segoe UI Light"/>
              </a:rPr>
              <a:t> -daasanu enikkaadaravu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/>
                <a:ea typeface="Calibri"/>
                <a:cs typeface="Segoe UI Light"/>
              </a:rPr>
              <a:t>kandathilla haa! </a:t>
            </a:r>
            <a:r>
              <a:rPr lang="en-GB" sz="2400" dirty="0" err="1">
                <a:latin typeface="Calibri"/>
                <a:ea typeface="Calibri"/>
                <a:cs typeface="Segoe UI Light"/>
              </a:rPr>
              <a:t>sakala-mandalaadhipa</a:t>
            </a:r>
            <a:r>
              <a:rPr lang="en-GB" sz="2400" dirty="0">
                <a:latin typeface="Calibri"/>
                <a:ea typeface="Calibri"/>
                <a:cs typeface="Segoe UI Light"/>
              </a:rPr>
              <a:t>!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 err="1">
                <a:latin typeface="Calibri"/>
                <a:ea typeface="Calibri"/>
                <a:cs typeface="Segoe UI Light"/>
              </a:rPr>
              <a:t>Chethasil</a:t>
            </a:r>
            <a:r>
              <a:rPr lang="en-GB" sz="2400" dirty="0">
                <a:latin typeface="Calibri"/>
                <a:ea typeface="Calibri"/>
                <a:cs typeface="Segoe UI Light"/>
              </a:rPr>
              <a:t> krupayundaayi -naasham anayaathe kaatthu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/>
                <a:ea typeface="Calibri"/>
                <a:cs typeface="Segoe UI Light"/>
              </a:rPr>
              <a:t>chittha chanchalam atakki - cherkkasalbuddhi varutthi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32" y="2117278"/>
            <a:ext cx="8279868" cy="516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Yeshuve karunaasanappathiye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- </a:t>
            </a:r>
            <a:r>
              <a:rPr lang="sv-SE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nattam thiriyum enne veendukol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(yeshuve..) 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864132" y="4343281"/>
            <a:ext cx="668341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 കരുണാസനപ്പതിയേ</a:t>
            </a:r>
            <a:r>
              <a:rPr lang="en-GB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നട്ടം തിരിയും എന്നെ വീണ്‍ടുകൊള്‍</a:t>
            </a:r>
            <a:r>
              <a:rPr lang="en-GB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(</a:t>
            </a:r>
            <a:r>
              <a:rPr lang="en-US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</a:t>
            </a:r>
            <a:r>
              <a:rPr lang="en-GB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...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)</a:t>
            </a:r>
            <a:endParaRPr lang="en-GB" sz="1600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1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210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346" y="2648740"/>
            <a:ext cx="8147561" cy="171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വൈരിയാം പിശാചിനോടും കായ മോഹാദികളോടും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പോരിതില്‍ </a:t>
            </a:r>
            <a:r>
              <a:rPr lang="en-GB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മടങ്ങി</a:t>
            </a: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GB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അടി-പെട്ടുപോ</a:t>
            </a:r>
            <a:r>
              <a:rPr lang="ml-IN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യി </a:t>
            </a:r>
            <a:r>
              <a:rPr lang="en-GB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ഞാന്</a:t>
            </a: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‍-</a:t>
            </a:r>
          </a:p>
          <a:p>
            <a:pPr>
              <a:lnSpc>
                <a:spcPct val="150000"/>
              </a:lnSpc>
            </a:pPr>
            <a:r>
              <a:rPr lang="en-GB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അടിമയെ</a:t>
            </a: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GB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ലോകര്‍ക്കൊഴിച്ചോ-രുടയ</a:t>
            </a: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തമ്പുരാനേ! നല്ല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ഇടയനേ! ഒരേഴയാടാം അടിയനേക്കണ്‍പാര്‍ക്കണമേ-           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215346" y="508473"/>
            <a:ext cx="9475167" cy="162399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Vairiyaam pishachinodum kaaya mohaadikalodum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porithil madangi adipettu poyi njan-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adimaye lokarkkozhichorudaya thamburane! nalla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Idayane! Orezhayaadam adiyane kanparkkename     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32" y="2132471"/>
            <a:ext cx="8279868" cy="516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Yeshuve karunaasanappathiye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- </a:t>
            </a:r>
            <a:r>
              <a:rPr lang="sv-SE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nattam thiriyum enne veendukol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(yeshuve..) 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845081" y="4368442"/>
            <a:ext cx="6597535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 കരുണാസനപ്പതിയേ</a:t>
            </a:r>
            <a:r>
              <a:rPr lang="en-GB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നട്ടം തിരിയും എന്നെ വീണ്‍ടുകൊള്‍</a:t>
            </a:r>
            <a:r>
              <a:rPr lang="en-GB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(</a:t>
            </a:r>
            <a:r>
              <a:rPr lang="en-US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</a:t>
            </a:r>
            <a:r>
              <a:rPr lang="en-GB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...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)</a:t>
            </a:r>
            <a:endParaRPr lang="en-GB" sz="1600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210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640" y="2781110"/>
            <a:ext cx="8706345" cy="171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എണ്ണമറ്റ പാപങ്ങള്‍ ഞാന്‍ ചെയ്തവയാകെ പൊറുത്തു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പുണ്യവാന്‍ ഏകനേ! എന്നെ പുണ്യനാക്കേണം-</a:t>
            </a:r>
          </a:p>
          <a:p>
            <a:pPr>
              <a:lnSpc>
                <a:spcPct val="150000"/>
              </a:lnSpc>
            </a:pPr>
            <a:r>
              <a:rPr lang="en-GB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നിന്നടിമ</a:t>
            </a: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ആ</a:t>
            </a:r>
            <a:r>
              <a:rPr lang="ml-IN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യി</a:t>
            </a:r>
            <a:r>
              <a:rPr lang="en-GB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ടുമോ-രുന്നതി</a:t>
            </a: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GB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എനിക്കുണ്‍ടാവാന്</a:t>
            </a: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‍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നിന്നടിവണങ്ങി നിത്യം വന്ദനം ചെയ്തീടുന്നു ഞാന്‍- (-യേശു...)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214640" y="485999"/>
            <a:ext cx="8637052" cy="177884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ennamatta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papanangal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nja</a:t>
            </a:r>
            <a:r>
              <a:rPr lang="ml-IN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cheythavayaake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poruthu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punyavaan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ekane!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enne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punyanaakkenam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-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Ninnadima aayidumorunnathi enikkundaavan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ninnadi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vanangi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nithyam vandanam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cheytheedunnu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njaan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-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32" y="2264841"/>
            <a:ext cx="8279868" cy="516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Yeshuve karunaasanappathiye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- </a:t>
            </a:r>
            <a:r>
              <a:rPr lang="sv-SE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nattam thiriyum enne veendukol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(yeshuve..) 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710813" y="4431245"/>
            <a:ext cx="687421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 കരുണാസനപ്പതിയേ</a:t>
            </a:r>
            <a:r>
              <a:rPr lang="en-GB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നട്ടം തിരിയും എന്നെ വീണ്‍ടുകൊള്‍</a:t>
            </a:r>
            <a:r>
              <a:rPr lang="en-GB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  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(</a:t>
            </a:r>
            <a:r>
              <a:rPr lang="en-US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</a:t>
            </a:r>
            <a:r>
              <a:rPr lang="en-GB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...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)</a:t>
            </a:r>
            <a:endParaRPr lang="en-GB" sz="1600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210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147" y="2619534"/>
            <a:ext cx="8706345" cy="171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നല്ലവരുലകില്‍ ആരും ഇല്ല നീയൊഴിഞ്ഞു സര്‍വ്വ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വല്ലഭത്വമുള്ളവന്‍ നീ അല്ലയോ ദേവാ-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കൊള്ളരുതാതുള്ളതെന്നില്‍- തള്ളി നീക്കി നിന്നുടയ-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നല്ല നല്ല ദാനങ്ങളാല്‍ ഉള്ളലങ്കരിക്ക എന്‍റെ            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211599" y="485999"/>
            <a:ext cx="8279869" cy="161726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Nallavarulakil aarum illa </a:t>
            </a:r>
            <a:r>
              <a:rPr lang="sv-SE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neeyozhinju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sarvva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vallabhathvamullavan nee allayo deva-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kollaruthaa-thullathennil thalli neekki ninnudaya 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nalla nalla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daanangalaal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ullalankarikka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ente-           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386" y="2103265"/>
            <a:ext cx="8279868" cy="516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v-SE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Yeshuve karunaasanappathiye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- </a:t>
            </a:r>
            <a:r>
              <a:rPr lang="sv-SE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nattam thiriyum enne veendukol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(yeshuve..) 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564584" y="4339236"/>
            <a:ext cx="725350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 കരുണാസനപ്പതിയേ</a:t>
            </a:r>
            <a:r>
              <a:rPr lang="en-GB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നട്ടം തിരിയും എന്നെ വീണ്‍ടുകൊള്‍</a:t>
            </a:r>
            <a:r>
              <a:rPr lang="en-GB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(</a:t>
            </a:r>
            <a:r>
              <a:rPr lang="en-US" sz="16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യേശുവേ</a:t>
            </a:r>
            <a:r>
              <a:rPr lang="en-GB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...</a:t>
            </a:r>
            <a:r>
              <a:rPr lang="en-US" sz="16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)</a:t>
            </a:r>
            <a:endParaRPr lang="en-GB" sz="1600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500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9435" y="2712950"/>
            <a:ext cx="8048922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എന്നേശു തന്‍ വിലതീരാ</a:t>
            </a:r>
            <a:r>
              <a:rPr lang="en-GB" sz="20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സ്നേഹമാര്‍ക്കു </a:t>
            </a:r>
            <a:r>
              <a:rPr lang="en-GB" sz="20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വര്‍ണ്ണിക്കാം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തന്നന്തികെ ചേര്‍ന്നങ്ങായതറി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ഞ്ഞോര്‍ക്കു </a:t>
            </a:r>
            <a:r>
              <a:rPr lang="en-GB" sz="20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താന്‍ സാദ്ധ്യം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1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275" y="939198"/>
            <a:ext cx="8877924" cy="15558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Enneshu</a:t>
            </a:r>
            <a:r>
              <a:rPr lang="en-US" sz="2400" dirty="0">
                <a:ea typeface="+mn-lt"/>
                <a:cs typeface="+mn-lt"/>
              </a:rPr>
              <a:t> than </a:t>
            </a:r>
            <a:r>
              <a:rPr lang="en-US" sz="2400" dirty="0" err="1">
                <a:ea typeface="+mn-lt"/>
                <a:cs typeface="+mn-lt"/>
              </a:rPr>
              <a:t>vilatheera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Sneham aarkku varnnikkaam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Thannanthike chernnangaayathari-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njorkku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thaan</a:t>
            </a:r>
            <a:r>
              <a:rPr lang="en-US" sz="2400" dirty="0">
                <a:ea typeface="+mn-lt"/>
                <a:cs typeface="+mn-lt"/>
              </a:rPr>
              <a:t> saadhyam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500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96820" y="2854985"/>
            <a:ext cx="6085054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യേശുവിന്‍ സ്നേഹം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ആശ്ചര്യ</a:t>
            </a:r>
            <a:r>
              <a:rPr lang="en-GB" sz="20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സ്നേഹം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യേശുവിന്‍ സ്നേഹം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ആശ്ചര്യ</a:t>
            </a:r>
            <a:r>
              <a:rPr lang="en-GB" sz="2000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സ്നേഹമേ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4616" y="886840"/>
            <a:ext cx="6797258" cy="17632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Yesuvin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sneham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Aascharya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sneham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Yesuvin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sneham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Aascharya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snehame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500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9217" y="2804419"/>
            <a:ext cx="4302940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മാ പാപിയെന്നുടെ ദോഷത്തെ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തീര്‍ത്താമോദം നല്‍കി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/>
              </a:rPr>
              <a:t>പാപാന്ധ</a:t>
            </a:r>
            <a:r>
              <a:rPr lang="en-GB" sz="2000" dirty="0">
                <a:latin typeface="ML-TTKarthika"/>
              </a:rPr>
              <a:t> </a:t>
            </a:r>
            <a:r>
              <a:rPr lang="en-US" sz="2000" dirty="0" err="1">
                <a:latin typeface="ML-TTKarthika"/>
              </a:rPr>
              <a:t>ശക്തിയെ</a:t>
            </a:r>
            <a:r>
              <a:rPr lang="en-US" sz="2000" dirty="0">
                <a:latin typeface="ML-TTKarthika"/>
              </a:rPr>
              <a:t> </a:t>
            </a:r>
            <a:r>
              <a:rPr lang="en-US" sz="2000" dirty="0" err="1">
                <a:latin typeface="ML-TTKarthika"/>
              </a:rPr>
              <a:t>വെന്നിടാ</a:t>
            </a:r>
            <a:r>
              <a:rPr lang="en-US" sz="2000" dirty="0">
                <a:latin typeface="ML-TTKarthika"/>
              </a:rPr>
              <a:t>-</a:t>
            </a:r>
            <a:endParaRPr lang="en-US" sz="2000" dirty="0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നുള്ളാത്മാവും നല്‍കി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2758"/>
            <a:ext cx="9124949" cy="8243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endParaRPr lang="en-US" sz="2400" dirty="0">
              <a:ea typeface="+mn-lt"/>
              <a:cs typeface="+mn-lt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500</a:t>
            </a:r>
            <a:endParaRPr lang="en-US" dirty="0"/>
          </a:p>
        </p:txBody>
      </p:sp>
      <p:sp>
        <p:nvSpPr>
          <p:cNvPr id="12" name="Rectangle 9"/>
          <p:cNvSpPr/>
          <p:nvPr/>
        </p:nvSpPr>
        <p:spPr>
          <a:xfrm>
            <a:off x="4150371" y="4051637"/>
            <a:ext cx="5458796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ML-TTKarthika"/>
                <a:ea typeface="+mn-lt"/>
                <a:cs typeface="+mn-lt"/>
              </a:rPr>
              <a:t>യേശുവിന്‍ സ്നേഹം</a:t>
            </a:r>
            <a:r>
              <a:rPr lang="en-GB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>
                <a:latin typeface="ML-TTKarthika"/>
                <a:ea typeface="+mn-lt"/>
                <a:cs typeface="+mn-lt"/>
              </a:rPr>
              <a:t>ആശ്ചര്യ</a:t>
            </a:r>
            <a:r>
              <a:rPr lang="en-GB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>
                <a:latin typeface="ML-TTKarthika"/>
                <a:ea typeface="+mn-lt"/>
                <a:cs typeface="+mn-lt"/>
              </a:rPr>
              <a:t>സ്നേഹം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ML-TTKarthika"/>
                <a:ea typeface="+mn-lt"/>
                <a:cs typeface="+mn-lt"/>
              </a:rPr>
              <a:t>യേശുവിന്‍ സ്നേഹം</a:t>
            </a:r>
            <a:r>
              <a:rPr lang="en-GB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>
                <a:latin typeface="ML-TTKarthika"/>
                <a:ea typeface="+mn-lt"/>
                <a:cs typeface="+mn-lt"/>
              </a:rPr>
              <a:t>ആശ്ചര്യ</a:t>
            </a:r>
            <a:r>
              <a:rPr lang="en-GB" sz="1600" dirty="0">
                <a:latin typeface="ML-TTKarthika"/>
                <a:ea typeface="+mn-lt"/>
                <a:cs typeface="+mn-lt"/>
              </a:rPr>
              <a:t> </a:t>
            </a:r>
            <a:r>
              <a:rPr lang="en-US" sz="1600" dirty="0">
                <a:latin typeface="ML-TTKarthika"/>
                <a:ea typeface="+mn-lt"/>
                <a:cs typeface="+mn-lt"/>
              </a:rPr>
              <a:t>സ്നേഹമേ</a:t>
            </a:r>
          </a:p>
        </p:txBody>
      </p:sp>
      <p:sp>
        <p:nvSpPr>
          <p:cNvPr id="13" name="Rectangle 6"/>
          <p:cNvSpPr/>
          <p:nvPr/>
        </p:nvSpPr>
        <p:spPr>
          <a:xfrm>
            <a:off x="3002055" y="1887565"/>
            <a:ext cx="5999538" cy="9168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Yesuvin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sneham</a:t>
            </a:r>
            <a:r>
              <a:rPr lang="en-GB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aascharya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sneham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Yesuvin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sneham</a:t>
            </a:r>
            <a:r>
              <a:rPr lang="en-GB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aascharya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snehame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320" y="472971"/>
            <a:ext cx="4445729" cy="155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Maa </a:t>
            </a:r>
            <a:r>
              <a:rPr lang="en-US" sz="2400" dirty="0" err="1"/>
              <a:t>Paapi</a:t>
            </a:r>
            <a:r>
              <a:rPr lang="en-US" sz="2400" dirty="0"/>
              <a:t> </a:t>
            </a:r>
            <a:r>
              <a:rPr lang="en-US" sz="2400" dirty="0" err="1"/>
              <a:t>Ennude</a:t>
            </a:r>
            <a:r>
              <a:rPr lang="en-US" sz="2400" dirty="0"/>
              <a:t> </a:t>
            </a:r>
            <a:r>
              <a:rPr lang="en-US" sz="2400" dirty="0" err="1"/>
              <a:t>Dhoshathe</a:t>
            </a:r>
            <a:endParaRPr lang="en-US" sz="2400" dirty="0"/>
          </a:p>
          <a:p>
            <a:r>
              <a:rPr lang="en-US" sz="2400" dirty="0" err="1"/>
              <a:t>Theerthaamodham</a:t>
            </a:r>
            <a:r>
              <a:rPr lang="en-US" sz="2400" dirty="0"/>
              <a:t> </a:t>
            </a:r>
            <a:r>
              <a:rPr lang="en-US" sz="2400" dirty="0" err="1"/>
              <a:t>Nalki</a:t>
            </a:r>
            <a:endParaRPr lang="en-US" sz="2400" dirty="0"/>
          </a:p>
          <a:p>
            <a:r>
              <a:rPr lang="en-US" sz="2400" dirty="0" err="1"/>
              <a:t>Paapaandha</a:t>
            </a:r>
            <a:r>
              <a:rPr lang="en-US" sz="2400" dirty="0"/>
              <a:t> </a:t>
            </a:r>
            <a:r>
              <a:rPr lang="en-US" sz="2400" dirty="0" err="1"/>
              <a:t>Shakthiye</a:t>
            </a:r>
            <a:r>
              <a:rPr lang="en-US" sz="2400" dirty="0"/>
              <a:t> </a:t>
            </a:r>
            <a:r>
              <a:rPr lang="en-US" sz="2400" dirty="0" err="1"/>
              <a:t>Vennidaa</a:t>
            </a:r>
            <a:r>
              <a:rPr lang="en-US" sz="2400" dirty="0"/>
              <a:t>-</a:t>
            </a:r>
          </a:p>
          <a:p>
            <a:r>
              <a:rPr lang="en-US" sz="2400" dirty="0" err="1"/>
              <a:t>Nullaathmaavum</a:t>
            </a:r>
            <a:r>
              <a:rPr lang="en-US" sz="2400" dirty="0"/>
              <a:t> </a:t>
            </a:r>
            <a:r>
              <a:rPr lang="en-US" sz="2400" dirty="0" err="1"/>
              <a:t>Nalki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64892" y="2774147"/>
            <a:ext cx="4661941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തന്‍ നാമം ചൊല്ലുന്നതെത്ര</a:t>
            </a:r>
            <a:r>
              <a:rPr lang="en-GB" sz="2000" dirty="0">
                <a:latin typeface="ML-TTKarthika" panose="04000000000000000000" pitchFamily="82" charset="0"/>
              </a:rPr>
              <a:t> </a:t>
            </a:r>
            <a:r>
              <a:rPr lang="en-US" sz="2000" dirty="0">
                <a:latin typeface="ML-TTKarthika" panose="04000000000000000000" pitchFamily="82" charset="0"/>
              </a:rPr>
              <a:t>മോദം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എന്നകതാരില്‍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വന്നു അവന്‍ ചിന്ത എങ്കില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പ്പോളുണ്‍ടാമാനന്ദം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4892" y="468833"/>
            <a:ext cx="6408295" cy="15558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Than naamam chollunnathethra modham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Ennaka-thaaril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Vannu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avan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chintha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enkil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appo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lundaamaanandham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500</a:t>
            </a:r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1CCA179-8A96-4AC5-F534-B59656BBAA49}"/>
              </a:ext>
            </a:extLst>
          </p:cNvPr>
          <p:cNvSpPr/>
          <p:nvPr/>
        </p:nvSpPr>
        <p:spPr>
          <a:xfrm>
            <a:off x="3870376" y="4351501"/>
            <a:ext cx="5368856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latin typeface="ML-TTKarthika"/>
                <a:ea typeface="+mn-lt"/>
                <a:cs typeface="+mn-lt"/>
              </a:rPr>
              <a:t>യേശുവിന്‍ സ്നേഹം</a:t>
            </a:r>
            <a:r>
              <a:rPr lang="en-GB" dirty="0">
                <a:latin typeface="ML-TTKarthika"/>
                <a:ea typeface="+mn-lt"/>
                <a:cs typeface="+mn-lt"/>
              </a:rPr>
              <a:t> </a:t>
            </a:r>
            <a:r>
              <a:rPr lang="en-US" dirty="0">
                <a:latin typeface="ML-TTKarthika"/>
                <a:ea typeface="+mn-lt"/>
                <a:cs typeface="+mn-lt"/>
              </a:rPr>
              <a:t>ആശ്ചര്യ</a:t>
            </a:r>
            <a:r>
              <a:rPr lang="en-GB" dirty="0">
                <a:latin typeface="ML-TTKarthika"/>
                <a:ea typeface="+mn-lt"/>
                <a:cs typeface="+mn-lt"/>
              </a:rPr>
              <a:t> </a:t>
            </a:r>
            <a:r>
              <a:rPr lang="en-US" dirty="0">
                <a:latin typeface="ML-TTKarthika"/>
                <a:ea typeface="+mn-lt"/>
                <a:cs typeface="+mn-lt"/>
              </a:rPr>
              <a:t>സ്നേഹം</a:t>
            </a:r>
          </a:p>
          <a:p>
            <a:r>
              <a:rPr lang="en-US" dirty="0">
                <a:latin typeface="ML-TTKarthika"/>
                <a:ea typeface="+mn-lt"/>
                <a:cs typeface="+mn-lt"/>
              </a:rPr>
              <a:t>യേശുവിന്‍ സ്നേഹം</a:t>
            </a:r>
            <a:r>
              <a:rPr lang="en-GB" dirty="0">
                <a:latin typeface="ML-TTKarthika"/>
                <a:ea typeface="+mn-lt"/>
                <a:cs typeface="+mn-lt"/>
              </a:rPr>
              <a:t> </a:t>
            </a:r>
            <a:r>
              <a:rPr lang="en-US" dirty="0">
                <a:latin typeface="ML-TTKarthika"/>
                <a:ea typeface="+mn-lt"/>
                <a:cs typeface="+mn-lt"/>
              </a:rPr>
              <a:t>ആശ്ചര്യ</a:t>
            </a:r>
            <a:r>
              <a:rPr lang="en-GB" dirty="0">
                <a:latin typeface="ML-TTKarthika"/>
                <a:ea typeface="+mn-lt"/>
                <a:cs typeface="+mn-lt"/>
              </a:rPr>
              <a:t> </a:t>
            </a:r>
            <a:r>
              <a:rPr lang="en-US" dirty="0">
                <a:latin typeface="ML-TTKarthika"/>
                <a:ea typeface="+mn-lt"/>
                <a:cs typeface="+mn-lt"/>
              </a:rPr>
              <a:t>സ്നേഹമേ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C10A11-E29C-2ABE-E92F-5226F2FAC387}"/>
              </a:ext>
            </a:extLst>
          </p:cNvPr>
          <p:cNvSpPr/>
          <p:nvPr/>
        </p:nvSpPr>
        <p:spPr>
          <a:xfrm>
            <a:off x="3002055" y="1887565"/>
            <a:ext cx="7787502" cy="9168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Yesuvin Sneham</a:t>
            </a:r>
            <a:r>
              <a:rPr lang="en-GB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Aascharya Sneham</a:t>
            </a:r>
          </a:p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Yesuvin Sneham</a:t>
            </a:r>
            <a:r>
              <a:rPr lang="en-GB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Aascharya Snehame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30305" y="2571750"/>
            <a:ext cx="86946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763" y="468833"/>
            <a:ext cx="9044269" cy="15558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Vishvaasa-modalppa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naalihe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njaan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Paarthanantharam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Yes</a:t>
            </a:r>
            <a:r>
              <a:rPr lang="en-GB" sz="2400" dirty="0">
                <a:ea typeface="+mn-lt"/>
                <a:cs typeface="+mn-lt"/>
              </a:rPr>
              <a:t>h</a:t>
            </a:r>
            <a:r>
              <a:rPr lang="en-US" sz="2400" dirty="0">
                <a:ea typeface="+mn-lt"/>
                <a:cs typeface="+mn-lt"/>
              </a:rPr>
              <a:t>u </a:t>
            </a:r>
            <a:r>
              <a:rPr lang="en-US" sz="2400" dirty="0" err="1">
                <a:ea typeface="+mn-lt"/>
                <a:cs typeface="+mn-lt"/>
              </a:rPr>
              <a:t>kondupokumenne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Than </a:t>
            </a:r>
            <a:r>
              <a:rPr lang="en-US" sz="2400" dirty="0" err="1">
                <a:ea typeface="+mn-lt"/>
                <a:cs typeface="+mn-lt"/>
              </a:rPr>
              <a:t>pithaavin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veedathil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500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0221" y="2767910"/>
            <a:ext cx="6400800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വിശ്വാസമോടല്‍പനാളിഹെ</a:t>
            </a:r>
            <a:r>
              <a:rPr lang="en-US" sz="2000" dirty="0"/>
              <a:t> </a:t>
            </a:r>
            <a:r>
              <a:rPr lang="en-GB" sz="2000" dirty="0"/>
              <a:t> </a:t>
            </a:r>
            <a:r>
              <a:rPr lang="en-US" sz="2000" dirty="0" err="1"/>
              <a:t>ഞാന്</a:t>
            </a:r>
            <a:r>
              <a:rPr lang="en-US" sz="2000" dirty="0"/>
              <a:t>‍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പാര്‍ത്തനന്തരം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യേശു</a:t>
            </a:r>
            <a:r>
              <a:rPr lang="en-US" sz="2000" dirty="0"/>
              <a:t> </a:t>
            </a:r>
            <a:r>
              <a:rPr lang="en-US" sz="2000" dirty="0" err="1"/>
              <a:t>കൊണ്‍ടുപോകുമെന്നെ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/>
              <a:t>തന്</a:t>
            </a:r>
            <a:r>
              <a:rPr lang="en-US" sz="2000" dirty="0"/>
              <a:t>‍ </a:t>
            </a:r>
            <a:r>
              <a:rPr lang="en-US" sz="2000" dirty="0" err="1"/>
              <a:t>പിതാവിന്</a:t>
            </a:r>
            <a:r>
              <a:rPr lang="en-US" sz="2000" dirty="0"/>
              <a:t>‍ </a:t>
            </a:r>
            <a:r>
              <a:rPr lang="en-US" sz="2000" dirty="0" err="1"/>
              <a:t>വീടതില്</a:t>
            </a:r>
            <a:r>
              <a:rPr lang="en-US" sz="2000" dirty="0"/>
              <a:t>‍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7C61A3F2-DB95-23C1-360F-B77643B7FFD9}"/>
              </a:ext>
            </a:extLst>
          </p:cNvPr>
          <p:cNvSpPr/>
          <p:nvPr/>
        </p:nvSpPr>
        <p:spPr>
          <a:xfrm>
            <a:off x="3524721" y="4345264"/>
            <a:ext cx="5278915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latin typeface="ML-TTKarthika"/>
                <a:ea typeface="+mn-lt"/>
                <a:cs typeface="+mn-lt"/>
              </a:rPr>
              <a:t>യേശുവിന്‍ സ്നേഹം</a:t>
            </a:r>
            <a:r>
              <a:rPr lang="en-GB" dirty="0">
                <a:latin typeface="ML-TTKarthika"/>
                <a:ea typeface="+mn-lt"/>
                <a:cs typeface="+mn-lt"/>
              </a:rPr>
              <a:t> </a:t>
            </a:r>
            <a:r>
              <a:rPr lang="en-US" dirty="0">
                <a:latin typeface="ML-TTKarthika"/>
                <a:ea typeface="+mn-lt"/>
                <a:cs typeface="+mn-lt"/>
              </a:rPr>
              <a:t>ആശ്ചര്യ</a:t>
            </a:r>
            <a:r>
              <a:rPr lang="en-GB" dirty="0">
                <a:latin typeface="ML-TTKarthika"/>
                <a:ea typeface="+mn-lt"/>
                <a:cs typeface="+mn-lt"/>
              </a:rPr>
              <a:t> </a:t>
            </a:r>
            <a:r>
              <a:rPr lang="en-US" dirty="0">
                <a:latin typeface="ML-TTKarthika"/>
                <a:ea typeface="+mn-lt"/>
                <a:cs typeface="+mn-lt"/>
              </a:rPr>
              <a:t>സ്നേഹം</a:t>
            </a:r>
          </a:p>
          <a:p>
            <a:r>
              <a:rPr lang="en-US" dirty="0">
                <a:latin typeface="ML-TTKarthika"/>
                <a:ea typeface="+mn-lt"/>
                <a:cs typeface="+mn-lt"/>
              </a:rPr>
              <a:t>യേശുവിന്‍ സ്നേഹം</a:t>
            </a:r>
            <a:r>
              <a:rPr lang="en-GB" dirty="0">
                <a:latin typeface="ML-TTKarthika"/>
                <a:ea typeface="+mn-lt"/>
                <a:cs typeface="+mn-lt"/>
              </a:rPr>
              <a:t> </a:t>
            </a:r>
            <a:r>
              <a:rPr lang="en-US" dirty="0">
                <a:latin typeface="ML-TTKarthika"/>
                <a:ea typeface="+mn-lt"/>
                <a:cs typeface="+mn-lt"/>
              </a:rPr>
              <a:t>ആശ്ചര്യ</a:t>
            </a:r>
            <a:r>
              <a:rPr lang="en-GB" dirty="0">
                <a:latin typeface="ML-TTKarthika"/>
                <a:ea typeface="+mn-lt"/>
                <a:cs typeface="+mn-lt"/>
              </a:rPr>
              <a:t> </a:t>
            </a:r>
            <a:r>
              <a:rPr lang="en-US" dirty="0">
                <a:latin typeface="ML-TTKarthika"/>
                <a:ea typeface="+mn-lt"/>
                <a:cs typeface="+mn-lt"/>
              </a:rPr>
              <a:t>സ്നേഹമേ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C943DF-A81C-2842-5C0E-2846D5C89F4E}"/>
              </a:ext>
            </a:extLst>
          </p:cNvPr>
          <p:cNvSpPr/>
          <p:nvPr/>
        </p:nvSpPr>
        <p:spPr>
          <a:xfrm>
            <a:off x="2987065" y="1967787"/>
            <a:ext cx="5489873" cy="9168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Yesuvin Sneham</a:t>
            </a:r>
            <a:r>
              <a:rPr lang="en-GB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Aascharya Sneham</a:t>
            </a:r>
          </a:p>
          <a:p>
            <a:pPr marL="739140" indent="-53340">
              <a:lnSpc>
                <a:spcPct val="115000"/>
              </a:lnSpc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Yesuvin Sneham</a:t>
            </a:r>
            <a:r>
              <a:rPr lang="en-GB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Aascharya Snehame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 panose="020B0502040204020203" pitchFamily="34" charset="0"/>
              </a:rPr>
              <a:t>Holy Communion - Hymn No 380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0306" y="760024"/>
            <a:ext cx="8694644" cy="17999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dirty="0">
                <a:ea typeface="+mn-lt"/>
                <a:cs typeface="+mn-lt"/>
              </a:rPr>
              <a:t>En </a:t>
            </a:r>
            <a:r>
              <a:rPr lang="en-US" sz="2800" dirty="0" err="1">
                <a:ea typeface="+mn-lt"/>
                <a:cs typeface="+mn-lt"/>
              </a:rPr>
              <a:t>kristhan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yodhavaakuvan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chernnen than sainyathil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Than divya vili ke</a:t>
            </a:r>
            <a:r>
              <a:rPr lang="en-GB" sz="2800" dirty="0" err="1"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tu</a:t>
            </a:r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njaan</a:t>
            </a:r>
            <a:endParaRPr lang="en-US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deivaatmashakthiyil</a:t>
            </a:r>
            <a:endParaRPr lang="en-US" sz="2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0314" y="2851155"/>
            <a:ext cx="6156076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 panose="04000000000000000000" pitchFamily="82" charset="0"/>
                <a:ea typeface="+mn-lt"/>
                <a:cs typeface="+mn-lt"/>
              </a:rPr>
              <a:t>എൻ ക്രിസ്തൻ യോദ്ധാവാകുവാൻ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ചേർന്നേൻ തൻ സൈന്യത്തിൽ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തൻ ദിവ്യ വിളി കേട്ടു ഞാൻ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ദൈവാത്മശക്തിയിൽ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1 of 10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93955" y="2945426"/>
            <a:ext cx="4827160" cy="19005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</a:t>
            </a:r>
            <a:endParaRPr lang="en-GB" sz="2000" dirty="0" err="1">
              <a:latin typeface="ML-TTKarthika" panose="04000000000000000000" pitchFamily="82" charset="0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എൻ </a:t>
            </a:r>
            <a:r>
              <a:rPr lang="en-US" sz="2000" dirty="0" err="1">
                <a:latin typeface="ML-TTKarthika" panose="04000000000000000000" pitchFamily="82" charset="0"/>
                <a:ea typeface="+mn-lt"/>
                <a:cs typeface="+mn-lt"/>
              </a:rPr>
              <a:t>ക്രിസ്ത</a:t>
            </a: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ൻ </a:t>
            </a:r>
            <a:r>
              <a:rPr lang="en-US" sz="2000" dirty="0" err="1">
                <a:latin typeface="ML-TTKarthika" panose="04000000000000000000" pitchFamily="82" charset="0"/>
                <a:ea typeface="+mn-lt"/>
                <a:cs typeface="+mn-lt"/>
              </a:rPr>
              <a:t>നാമത്തി</a:t>
            </a:r>
            <a:r>
              <a:rPr lang="en-US" sz="2000" dirty="0">
                <a:latin typeface="ML-TTKarthika" panose="04000000000000000000" pitchFamily="82" charset="0"/>
                <a:ea typeface="+mn-lt"/>
                <a:cs typeface="+mn-lt"/>
              </a:rPr>
              <a:t>ൽ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 panose="04000000000000000000" pitchFamily="82" charset="0"/>
              </a:rPr>
              <a:t>വാടാ</a:t>
            </a:r>
            <a:r>
              <a:rPr lang="en-US" sz="2000" dirty="0">
                <a:latin typeface="ML-TTKarthika" panose="04000000000000000000" pitchFamily="82" charset="0"/>
              </a:rPr>
              <a:t> </a:t>
            </a:r>
            <a:r>
              <a:rPr lang="ml-IN" sz="2000" dirty="0">
                <a:latin typeface="ML-TTKarthika" panose="04000000000000000000" pitchFamily="82" charset="0"/>
              </a:rPr>
              <a:t>കിരീടം</a:t>
            </a:r>
            <a:r>
              <a:rPr lang="en-US" sz="2000" dirty="0">
                <a:latin typeface="ML-TTKarthika" panose="04000000000000000000" pitchFamily="82" charset="0"/>
              </a:rPr>
              <a:t> പ്രാപിപ്പാൻ </a:t>
            </a:r>
            <a:endParaRPr lang="en-GB" sz="2000" dirty="0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തൻ</a:t>
            </a:r>
            <a:r>
              <a:rPr lang="en-GB" sz="2000" dirty="0">
                <a:latin typeface="ML-TTKarthika" panose="04000000000000000000" pitchFamily="82" charset="0"/>
              </a:rPr>
              <a:t> </a:t>
            </a:r>
            <a:r>
              <a:rPr lang="en-US" sz="2000" dirty="0">
                <a:latin typeface="ML-TTKarthika" panose="04000000000000000000" pitchFamily="82" charset="0"/>
              </a:rPr>
              <a:t>നിത്യ രാജ്യത്തിൽ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2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306" y="852985"/>
            <a:ext cx="5490809" cy="17999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800" dirty="0">
                <a:ea typeface="+mn-lt"/>
                <a:cs typeface="+mn-lt"/>
              </a:rPr>
              <a:t>Nalla </a:t>
            </a:r>
            <a:r>
              <a:rPr lang="en-US" sz="2800" dirty="0" err="1">
                <a:ea typeface="+mn-lt"/>
                <a:cs typeface="+mn-lt"/>
              </a:rPr>
              <a:t>por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poruthum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njaan</a:t>
            </a:r>
            <a:endParaRPr lang="en-US" sz="28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endParaRPr lang="en-US" sz="28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37396" y="468834"/>
            <a:ext cx="4314093" cy="15558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41045" indent="-741045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Than krooshu chumanniduvan</a:t>
            </a:r>
          </a:p>
          <a:p>
            <a:pPr marL="741045" indent="-741045"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Illoru lajjayum</a:t>
            </a:r>
          </a:p>
          <a:p>
            <a:pPr marL="741045" indent="-741045"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perkku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kashtapettu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thaan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1045" indent="-741045"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Ennennum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orthidum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927" y="2720719"/>
            <a:ext cx="4681352" cy="1719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ത</a:t>
            </a:r>
            <a:r>
              <a:rPr lang="en-US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ൻക്രൂശു ചുമന്നിടുവാൻ </a:t>
            </a:r>
            <a:endParaRPr lang="en-GB" dirty="0" err="1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ഇല്ലൊരു ലജ്ജയും</a:t>
            </a:r>
            <a:endParaRPr lang="en-US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എൻപേർക്കു കഷ്ടപ്പെട്ടു താൻ </a:t>
            </a:r>
            <a:endParaRPr lang="en-GB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എന്നെന്നും ഓർത്തിടും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3 of 10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  <p:sp>
        <p:nvSpPr>
          <p:cNvPr id="12" name="Rectangle 6"/>
          <p:cNvSpPr/>
          <p:nvPr/>
        </p:nvSpPr>
        <p:spPr>
          <a:xfrm>
            <a:off x="2151339" y="2024702"/>
            <a:ext cx="6853823" cy="7021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000" dirty="0">
                <a:ea typeface="+mn-lt"/>
                <a:cs typeface="+mn-lt"/>
              </a:rPr>
              <a:t>Nalla </a:t>
            </a:r>
            <a:r>
              <a:rPr lang="en-US" sz="2000" dirty="0" err="1">
                <a:ea typeface="+mn-lt"/>
                <a:cs typeface="+mn-lt"/>
              </a:rPr>
              <a:t>por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poruthum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nja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n</a:t>
            </a:r>
            <a:r>
              <a:rPr lang="en-GB" sz="2000" dirty="0">
                <a:ea typeface="+mn-lt"/>
                <a:cs typeface="+mn-lt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9"/>
          <p:cNvSpPr/>
          <p:nvPr/>
        </p:nvSpPr>
        <p:spPr>
          <a:xfrm>
            <a:off x="2031430" y="4308135"/>
            <a:ext cx="6915518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</a:t>
            </a:r>
            <a:r>
              <a:rPr lang="en-GB" sz="1600" dirty="0">
                <a:latin typeface="ML-TTKarthika" panose="04000000000000000000" pitchFamily="82" charset="0"/>
                <a:ea typeface="+mn-lt"/>
                <a:cs typeface="+mn-lt"/>
              </a:rPr>
              <a:t>-- </a:t>
            </a:r>
            <a:r>
              <a:rPr lang="en-US" sz="1600" dirty="0">
                <a:latin typeface="ML-TTKarthika" panose="04000000000000000000" pitchFamily="82" charset="0"/>
                <a:ea typeface="+mn-lt"/>
                <a:cs typeface="+mn-lt"/>
              </a:rPr>
              <a:t>എൻ </a:t>
            </a: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ക്രിസ്ത</a:t>
            </a:r>
            <a:r>
              <a:rPr lang="en-US" sz="1600" dirty="0">
                <a:latin typeface="ML-TTKarthika" panose="04000000000000000000" pitchFamily="82" charset="0"/>
                <a:ea typeface="+mn-lt"/>
                <a:cs typeface="+mn-lt"/>
              </a:rPr>
              <a:t>ൻ </a:t>
            </a: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നാമത്തി</a:t>
            </a:r>
            <a:r>
              <a:rPr lang="en-US" sz="1600" dirty="0">
                <a:latin typeface="ML-TTKarthika" panose="04000000000000000000" pitchFamily="82" charset="0"/>
                <a:ea typeface="+mn-lt"/>
                <a:cs typeface="+mn-lt"/>
              </a:rPr>
              <a:t>ൽ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</a:rPr>
              <a:t>വാടാ</a:t>
            </a:r>
            <a:r>
              <a:rPr lang="en-US" sz="1600" dirty="0">
                <a:latin typeface="ML-TTKarthika" panose="04000000000000000000" pitchFamily="82" charset="0"/>
              </a:rPr>
              <a:t> </a:t>
            </a:r>
            <a:r>
              <a:rPr lang="ml-IN" sz="1600" dirty="0">
                <a:latin typeface="ML-TTKarthika" panose="04000000000000000000" pitchFamily="82" charset="0"/>
              </a:rPr>
              <a:t>കിരീടം</a:t>
            </a:r>
            <a:r>
              <a:rPr lang="en-US" sz="1600" dirty="0">
                <a:latin typeface="ML-TTKarthika" panose="04000000000000000000" pitchFamily="82" charset="0"/>
              </a:rPr>
              <a:t> പ്രാപിപ്പാൻ തൻനിത്യ രാജ്യത്തിൽ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47011" y="2796027"/>
            <a:ext cx="4250038" cy="1719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ML-TTKarthika" panose="04000000000000000000" pitchFamily="82" charset="0"/>
                <a:ea typeface="+mn-lt"/>
                <a:cs typeface="+mn-lt"/>
              </a:rPr>
              <a:t>പിശാചിനോടു ലോകവും </a:t>
            </a:r>
            <a:endParaRPr lang="en-GB" dirty="0" err="1">
              <a:latin typeface="ML-TTKarthika" panose="04000000000000000000" pitchFamily="82" charset="0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ML-TTKarthika" panose="04000000000000000000" pitchFamily="82" charset="0"/>
                <a:ea typeface="+mn-lt"/>
                <a:cs typeface="+mn-lt"/>
              </a:rPr>
              <a:t>ചേർന്നിടും വഞ്ചിപ്പാൻ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</a:rPr>
              <a:t>വേണ്ടാ നിൻ ചപ്പും കുപ്പയും </a:t>
            </a:r>
            <a:endParaRPr lang="en-GB" dirty="0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</a:rPr>
              <a:t>എന്നുരച്ചിടും ഞാൻ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4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305" y="468833"/>
            <a:ext cx="8694644" cy="15558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Pishachinodu lokavum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Chernidum vanjippan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Venda nin chappum kuppayum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Ennuracheedum njan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57275B80-CFA4-B3D5-1E96-5E587BD0332D}"/>
              </a:ext>
            </a:extLst>
          </p:cNvPr>
          <p:cNvSpPr/>
          <p:nvPr/>
        </p:nvSpPr>
        <p:spPr>
          <a:xfrm>
            <a:off x="2174305" y="4308135"/>
            <a:ext cx="6915518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</a:t>
            </a:r>
            <a:r>
              <a:rPr lang="en-GB" sz="1600" dirty="0">
                <a:latin typeface="ML-TTKarthika" panose="04000000000000000000" pitchFamily="82" charset="0"/>
                <a:ea typeface="+mn-lt"/>
                <a:cs typeface="+mn-lt"/>
              </a:rPr>
              <a:t>-- </a:t>
            </a:r>
            <a:r>
              <a:rPr lang="en-US" sz="1600" dirty="0">
                <a:latin typeface="ML-TTKarthika" panose="04000000000000000000" pitchFamily="82" charset="0"/>
                <a:ea typeface="+mn-lt"/>
                <a:cs typeface="+mn-lt"/>
              </a:rPr>
              <a:t>എൻ </a:t>
            </a: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ക്രിസ്ത</a:t>
            </a:r>
            <a:r>
              <a:rPr lang="en-US" sz="1600" dirty="0">
                <a:latin typeface="ML-TTKarthika" panose="04000000000000000000" pitchFamily="82" charset="0"/>
                <a:ea typeface="+mn-lt"/>
                <a:cs typeface="+mn-lt"/>
              </a:rPr>
              <a:t>ൻ </a:t>
            </a: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നാമത്തി</a:t>
            </a:r>
            <a:r>
              <a:rPr lang="en-US" sz="1600" dirty="0">
                <a:latin typeface="ML-TTKarthika" panose="04000000000000000000" pitchFamily="82" charset="0"/>
                <a:ea typeface="+mn-lt"/>
                <a:cs typeface="+mn-lt"/>
              </a:rPr>
              <a:t>ൽ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</a:rPr>
              <a:t>വാടാ</a:t>
            </a:r>
            <a:r>
              <a:rPr lang="en-US" sz="1600" dirty="0">
                <a:latin typeface="ML-TTKarthika" panose="04000000000000000000" pitchFamily="82" charset="0"/>
              </a:rPr>
              <a:t> </a:t>
            </a:r>
            <a:r>
              <a:rPr lang="ml-IN" sz="1600" dirty="0">
                <a:latin typeface="ML-TTKarthika" panose="04000000000000000000" pitchFamily="82" charset="0"/>
              </a:rPr>
              <a:t>കിരീടം</a:t>
            </a:r>
            <a:r>
              <a:rPr lang="en-US" sz="1600" dirty="0">
                <a:latin typeface="ML-TTKarthika" panose="04000000000000000000" pitchFamily="82" charset="0"/>
              </a:rPr>
              <a:t> പ്രാപിപ്പാൻ തൻനിത്യ രാജ്യത്തിൽ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5716FFD-29EF-253C-8A2C-F87E5B51561C}"/>
              </a:ext>
            </a:extLst>
          </p:cNvPr>
          <p:cNvSpPr/>
          <p:nvPr/>
        </p:nvSpPr>
        <p:spPr>
          <a:xfrm>
            <a:off x="2151339" y="2024702"/>
            <a:ext cx="6853823" cy="7021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000" dirty="0">
                <a:ea typeface="+mn-lt"/>
                <a:cs typeface="+mn-lt"/>
              </a:rPr>
              <a:t>Nalla </a:t>
            </a:r>
            <a:r>
              <a:rPr lang="en-US" sz="2000" dirty="0" err="1">
                <a:ea typeface="+mn-lt"/>
                <a:cs typeface="+mn-lt"/>
              </a:rPr>
              <a:t>por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poruthum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nja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n</a:t>
            </a:r>
            <a:r>
              <a:rPr lang="en-GB" sz="2000" dirty="0">
                <a:ea typeface="+mn-lt"/>
                <a:cs typeface="+mn-lt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56126" y="2735217"/>
            <a:ext cx="4095225" cy="1719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ഓ</a:t>
            </a:r>
            <a:r>
              <a:rPr lang="en-US" dirty="0">
                <a:latin typeface="ML-TTKarthika" panose="04000000000000000000" pitchFamily="82" charset="0"/>
              </a:rPr>
              <a:t>ർ </a:t>
            </a:r>
            <a:r>
              <a:rPr lang="en-US" dirty="0" err="1">
                <a:latin typeface="ML-TTKarthika" panose="04000000000000000000" pitchFamily="82" charset="0"/>
              </a:rPr>
              <a:t>മുൾക്കിരീടം</a:t>
            </a:r>
            <a:r>
              <a:rPr lang="en-US" dirty="0">
                <a:latin typeface="ML-TTKarthika" panose="04000000000000000000" pitchFamily="82" charset="0"/>
              </a:rPr>
              <a:t> </a:t>
            </a:r>
            <a:r>
              <a:rPr lang="en-US" dirty="0" err="1">
                <a:latin typeface="ML-TTKarthika" panose="04000000000000000000" pitchFamily="82" charset="0"/>
              </a:rPr>
              <a:t>അല്ലയോ</a:t>
            </a:r>
            <a:r>
              <a:rPr lang="en-US" dirty="0">
                <a:latin typeface="ML-TTKarthika" panose="04000000000000000000" pitchFamily="82" charset="0"/>
              </a:rPr>
              <a:t> </a:t>
            </a:r>
            <a:endParaRPr lang="en-GB" dirty="0" err="1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ML-TTKarthika" panose="04000000000000000000" pitchFamily="82" charset="0"/>
              </a:rPr>
              <a:t>എൻനാഥൻ ലക്ഷണം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</a:rPr>
              <a:t>തൻ യോദ്ധാവാഗ്രഹിക്കുമോ </a:t>
            </a:r>
            <a:endParaRPr lang="en-GB" dirty="0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</a:rPr>
              <a:t>ഈ ലോകാഡംബരം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5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456" y="464654"/>
            <a:ext cx="4271505" cy="15558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Or mulkireedam allayo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/>
              <a:t>En </a:t>
            </a:r>
            <a:r>
              <a:rPr lang="en-US" sz="2400" dirty="0" err="1"/>
              <a:t>naathan</a:t>
            </a:r>
            <a:r>
              <a:rPr lang="en-US" sz="2400" dirty="0"/>
              <a:t> </a:t>
            </a:r>
            <a:r>
              <a:rPr lang="en-US" sz="2400" dirty="0" err="1"/>
              <a:t>lakshanam</a:t>
            </a:r>
            <a:endParaRPr lang="en-US" sz="2400" dirty="0"/>
          </a:p>
          <a:p>
            <a:pPr marL="739140" indent="-53340">
              <a:tabLst>
                <a:tab pos="741326" algn="l"/>
              </a:tabLst>
            </a:pPr>
            <a:r>
              <a:rPr lang="en-US" sz="2400" dirty="0"/>
              <a:t>Than </a:t>
            </a:r>
            <a:r>
              <a:rPr lang="en-US" sz="2400" dirty="0" err="1"/>
              <a:t>yodhavaagrahikumo</a:t>
            </a:r>
            <a:endParaRPr lang="en-US" sz="2400" dirty="0"/>
          </a:p>
          <a:p>
            <a:pPr marL="739140" indent="-53340">
              <a:tabLst>
                <a:tab pos="741326" algn="l"/>
              </a:tabLst>
            </a:pPr>
            <a:r>
              <a:rPr lang="en-US" sz="2400" dirty="0"/>
              <a:t>Ee </a:t>
            </a:r>
            <a:r>
              <a:rPr lang="en-US" sz="2400" dirty="0" err="1"/>
              <a:t>lokaadamabaram</a:t>
            </a:r>
            <a:endParaRPr lang="en-US" sz="2400" dirty="0"/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EBC98FA-4A3B-D522-BEF9-AF2EAEF55FE3}"/>
              </a:ext>
            </a:extLst>
          </p:cNvPr>
          <p:cNvSpPr/>
          <p:nvPr/>
        </p:nvSpPr>
        <p:spPr>
          <a:xfrm>
            <a:off x="1888555" y="4308135"/>
            <a:ext cx="6041242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</a:t>
            </a:r>
            <a:r>
              <a:rPr lang="en-GB" sz="1600" dirty="0" err="1">
                <a:latin typeface="ML-TTKarthika" panose="04000000000000000000" pitchFamily="82" charset="0"/>
                <a:ea typeface="+mn-lt"/>
                <a:cs typeface="+mn-lt"/>
              </a:rPr>
              <a:t>-- </a:t>
            </a: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എൻക്രിസ്തൻ നാമത്തിൽ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</a:rPr>
              <a:t>വാടാ</a:t>
            </a:r>
            <a:r>
              <a:rPr lang="en-US" sz="1600" dirty="0">
                <a:latin typeface="ML-TTKarthika" panose="04000000000000000000" pitchFamily="82" charset="0"/>
              </a:rPr>
              <a:t> </a:t>
            </a:r>
            <a:r>
              <a:rPr lang="ml-IN" sz="1600" dirty="0">
                <a:latin typeface="ML-TTKarthika" panose="04000000000000000000" pitchFamily="82" charset="0"/>
              </a:rPr>
              <a:t>കിരീടം</a:t>
            </a:r>
            <a:r>
              <a:rPr lang="en-US" sz="1600" dirty="0">
                <a:latin typeface="ML-TTKarthika" panose="04000000000000000000" pitchFamily="82" charset="0"/>
              </a:rPr>
              <a:t> പ്രാപിപ്പാൻ തൻനിത്യ രാജ്യത്തിൽ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9ADC4C8-65F2-40DA-F3A3-A2F7A5D6F0EE}"/>
              </a:ext>
            </a:extLst>
          </p:cNvPr>
          <p:cNvSpPr/>
          <p:nvPr/>
        </p:nvSpPr>
        <p:spPr>
          <a:xfrm>
            <a:off x="2151339" y="2024702"/>
            <a:ext cx="6853823" cy="7021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000" dirty="0">
                <a:ea typeface="+mn-lt"/>
                <a:cs typeface="+mn-lt"/>
              </a:rPr>
              <a:t>Nalla </a:t>
            </a:r>
            <a:r>
              <a:rPr lang="en-US" sz="2000" dirty="0" err="1">
                <a:ea typeface="+mn-lt"/>
                <a:cs typeface="+mn-lt"/>
              </a:rPr>
              <a:t>por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poruthum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nja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n</a:t>
            </a:r>
            <a:r>
              <a:rPr lang="en-GB" sz="2000" dirty="0">
                <a:ea typeface="+mn-lt"/>
                <a:cs typeface="+mn-lt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36436" y="2850042"/>
            <a:ext cx="4555485" cy="1719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ML-TTKarthika" panose="04000000000000000000" pitchFamily="82" charset="0"/>
                <a:ea typeface="+mn-lt"/>
                <a:cs typeface="+mn-lt"/>
              </a:rPr>
              <a:t>ഞാ</a:t>
            </a:r>
            <a:r>
              <a:rPr lang="en-US" dirty="0">
                <a:latin typeface="ML-TTKarthika" panose="04000000000000000000" pitchFamily="82" charset="0"/>
                <a:ea typeface="+mn-lt"/>
                <a:cs typeface="+mn-lt"/>
              </a:rPr>
              <a:t>ൻ </a:t>
            </a:r>
            <a:r>
              <a:rPr lang="en-US" dirty="0" err="1">
                <a:latin typeface="ML-TTKarthika" panose="04000000000000000000" pitchFamily="82" charset="0"/>
                <a:ea typeface="+mn-lt"/>
                <a:cs typeface="+mn-lt"/>
              </a:rPr>
              <a:t>കണ്ടു</a:t>
            </a:r>
            <a:r>
              <a:rPr lang="en-US" dirty="0">
                <a:latin typeface="ML-TTKarthika" panose="04000000000000000000" pitchFamily="82" charset="0"/>
                <a:ea typeface="+mn-lt"/>
                <a:cs typeface="+mn-lt"/>
              </a:rPr>
              <a:t> വ</a:t>
            </a:r>
            <a:r>
              <a:rPr lang="ml-IN" dirty="0">
                <a:latin typeface="ML-TTKarthika" panose="04000000000000000000" pitchFamily="82" charset="0"/>
                <a:ea typeface="+mn-lt"/>
                <a:cs typeface="+mn-lt"/>
              </a:rPr>
              <a:t>ലിയ </a:t>
            </a:r>
            <a:r>
              <a:rPr lang="en-US" dirty="0" err="1">
                <a:latin typeface="ML-TTKarthika" panose="04000000000000000000" pitchFamily="82" charset="0"/>
                <a:ea typeface="+mn-lt"/>
                <a:cs typeface="+mn-lt"/>
              </a:rPr>
              <a:t>സൈന്യമാം</a:t>
            </a:r>
            <a:r>
              <a:rPr lang="en-US" dirty="0">
                <a:latin typeface="ML-TTKarthika" panose="04000000000000000000" pitchFamily="82" charset="0"/>
                <a:ea typeface="+mn-lt"/>
                <a:cs typeface="+mn-lt"/>
              </a:rPr>
              <a:t> </a:t>
            </a:r>
            <a:endParaRPr lang="en-GB" dirty="0" err="1">
              <a:latin typeface="ML-TTKarthika" panose="04000000000000000000" pitchFamily="82" charset="0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ML-TTKarthika" panose="04000000000000000000" pitchFamily="82" charset="0"/>
                <a:ea typeface="+mn-lt"/>
                <a:cs typeface="+mn-lt"/>
              </a:rPr>
              <a:t>വിശ്വാസ വീരരെ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</a:rPr>
              <a:t>പിഞ്ചെല്ലും ഞാനും നിശ്ചയം </a:t>
            </a:r>
            <a:endParaRPr lang="en-GB" dirty="0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ML-TTKarthika" panose="04000000000000000000" pitchFamily="82" charset="0"/>
              </a:rPr>
              <a:t>ഈ ദൈവധീരരെ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6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-763" y="468834"/>
            <a:ext cx="5603236" cy="15558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Njan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kandu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valiya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sainyamaam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Vishvaasa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veerare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Pinchellum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njaanum</a:t>
            </a: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  <a:cs typeface="Calibri" panose="020F0502020204030204" pitchFamily="34" charset="0"/>
              </a:rPr>
              <a:t>nishchayam</a:t>
            </a:r>
            <a:endParaRPr lang="en-US" sz="2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Ee deiva dheerare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  <p:sp>
        <p:nvSpPr>
          <p:cNvPr id="13" name="Rectangle 9"/>
          <p:cNvSpPr/>
          <p:nvPr/>
        </p:nvSpPr>
        <p:spPr>
          <a:xfrm>
            <a:off x="2565171" y="4169635"/>
            <a:ext cx="6026158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എൻക്രിസ്തൻ നാമത്തിൽ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</a:rPr>
              <a:t>വാടാ</a:t>
            </a:r>
            <a:r>
              <a:rPr lang="en-US" sz="1600" dirty="0">
                <a:latin typeface="ML-TTKarthika" panose="04000000000000000000" pitchFamily="82" charset="0"/>
              </a:rPr>
              <a:t> </a:t>
            </a:r>
            <a:r>
              <a:rPr lang="ml-IN" sz="1600" dirty="0">
                <a:latin typeface="ML-TTKarthika" panose="04000000000000000000" pitchFamily="82" charset="0"/>
              </a:rPr>
              <a:t>കിരീടം</a:t>
            </a:r>
            <a:r>
              <a:rPr lang="en-US" sz="1600" dirty="0">
                <a:latin typeface="ML-TTKarthika" panose="04000000000000000000" pitchFamily="82" charset="0"/>
              </a:rPr>
              <a:t> പ്രാപിപ്പാൻ തൻനിത്യ രാജ്യത്തിൽ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BC67FA4-421F-CAEC-4494-42A7B0AD85A5}"/>
              </a:ext>
            </a:extLst>
          </p:cNvPr>
          <p:cNvSpPr/>
          <p:nvPr/>
        </p:nvSpPr>
        <p:spPr>
          <a:xfrm>
            <a:off x="2151339" y="2024702"/>
            <a:ext cx="6853823" cy="7021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000" dirty="0">
                <a:ea typeface="+mn-lt"/>
                <a:cs typeface="+mn-lt"/>
              </a:rPr>
              <a:t>Nalla </a:t>
            </a:r>
            <a:r>
              <a:rPr lang="en-US" sz="2000" dirty="0" err="1">
                <a:ea typeface="+mn-lt"/>
                <a:cs typeface="+mn-lt"/>
              </a:rPr>
              <a:t>por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poruthum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nja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n</a:t>
            </a:r>
            <a:r>
              <a:rPr lang="en-GB" sz="2000" dirty="0">
                <a:ea typeface="+mn-lt"/>
                <a:cs typeface="+mn-lt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18EE-4173-7802-5B77-F67FEA7A2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7EFD94-219F-629D-80D3-8BBCED69E29B}"/>
              </a:ext>
            </a:extLst>
          </p:cNvPr>
          <p:cNvSpPr/>
          <p:nvPr/>
        </p:nvSpPr>
        <p:spPr>
          <a:xfrm>
            <a:off x="136436" y="2850042"/>
            <a:ext cx="4555485" cy="1719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കുഞ്ഞാട്ടിൻ തിരു രക്തത്താൽ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എനിക്കും ജയിക്കാം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തൻ സർവായുധ വർഗ്ഗത്താൽ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എല്ലാം സമാപിക്കാം </a:t>
            </a:r>
            <a:endParaRPr lang="en-US" dirty="0">
              <a:latin typeface="ML-TTKarthika" panose="04000000000000000000" pitchFamily="8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4194E-24C8-012D-339C-4C92C98E0006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</a:t>
            </a:r>
            <a:r>
              <a:rPr lang="ml-IN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D92BA-5B79-65F5-6220-A562C418874A}"/>
              </a:ext>
            </a:extLst>
          </p:cNvPr>
          <p:cNvSpPr/>
          <p:nvPr/>
        </p:nvSpPr>
        <p:spPr>
          <a:xfrm>
            <a:off x="-763" y="468834"/>
            <a:ext cx="469268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kunjaattin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thiru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rakthathaal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enikkum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jayikkaam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than </a:t>
            </a:r>
            <a:r>
              <a:rPr lang="en-US" sz="2400" dirty="0" err="1">
                <a:ea typeface="+mn-lt"/>
                <a:cs typeface="+mn-lt"/>
              </a:rPr>
              <a:t>sarvaayudha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vargathaal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ellaam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samaapikkaam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509A1-D3BF-9600-8AE6-FD41B8F47C34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1177C0F5-729A-E1F6-43E4-82F0145B69BA}"/>
              </a:ext>
            </a:extLst>
          </p:cNvPr>
          <p:cNvSpPr/>
          <p:nvPr/>
        </p:nvSpPr>
        <p:spPr>
          <a:xfrm>
            <a:off x="3098791" y="4142950"/>
            <a:ext cx="6026158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എൻക്രിസ്തൻ നാമത്തിൽ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</a:rPr>
              <a:t>വാടാ</a:t>
            </a:r>
            <a:r>
              <a:rPr lang="en-US" sz="1600" dirty="0">
                <a:latin typeface="ML-TTKarthika" panose="04000000000000000000" pitchFamily="82" charset="0"/>
              </a:rPr>
              <a:t> </a:t>
            </a:r>
            <a:r>
              <a:rPr lang="ml-IN" sz="1600" dirty="0">
                <a:latin typeface="ML-TTKarthika" panose="04000000000000000000" pitchFamily="82" charset="0"/>
              </a:rPr>
              <a:t>കിരീടം</a:t>
            </a:r>
            <a:r>
              <a:rPr lang="en-US" sz="1600" dirty="0">
                <a:latin typeface="ML-TTKarthika" panose="04000000000000000000" pitchFamily="82" charset="0"/>
              </a:rPr>
              <a:t> പ്രാപിപ്പാൻ തൻനിത്യ രാജ്യത്തിൽ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1500DD3-3460-CAAA-6A4C-DAB8931731FF}"/>
              </a:ext>
            </a:extLst>
          </p:cNvPr>
          <p:cNvSpPr/>
          <p:nvPr/>
        </p:nvSpPr>
        <p:spPr>
          <a:xfrm>
            <a:off x="2151339" y="2024702"/>
            <a:ext cx="6853823" cy="7021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000" dirty="0">
                <a:ea typeface="+mn-lt"/>
                <a:cs typeface="+mn-lt"/>
              </a:rPr>
              <a:t>Nalla </a:t>
            </a:r>
            <a:r>
              <a:rPr lang="en-US" sz="2000" dirty="0" err="1">
                <a:ea typeface="+mn-lt"/>
                <a:cs typeface="+mn-lt"/>
              </a:rPr>
              <a:t>por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poruthum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nja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n</a:t>
            </a:r>
            <a:r>
              <a:rPr lang="en-GB" sz="2000" dirty="0">
                <a:ea typeface="+mn-lt"/>
                <a:cs typeface="+mn-lt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5028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2855-68AA-C072-4799-850730B8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26934D9-127C-AA8D-1063-5FD7CBB71240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</a:t>
            </a:r>
            <a:r>
              <a:rPr lang="ml-IN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BE4F8-0E39-F1EA-217F-7AF479071E3A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A715CADA-5712-ADF7-A460-CE8F3C3D571F}"/>
              </a:ext>
            </a:extLst>
          </p:cNvPr>
          <p:cNvSpPr/>
          <p:nvPr/>
        </p:nvSpPr>
        <p:spPr>
          <a:xfrm>
            <a:off x="3098791" y="4142950"/>
            <a:ext cx="6026158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എൻക്രിസ്തൻ നാമത്തിൽ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</a:rPr>
              <a:t>വാടാ</a:t>
            </a:r>
            <a:r>
              <a:rPr lang="en-US" sz="1600" dirty="0">
                <a:latin typeface="ML-TTKarthika" panose="04000000000000000000" pitchFamily="82" charset="0"/>
              </a:rPr>
              <a:t> </a:t>
            </a:r>
            <a:r>
              <a:rPr lang="ml-IN" sz="1600" dirty="0">
                <a:latin typeface="ML-TTKarthika" panose="04000000000000000000" pitchFamily="82" charset="0"/>
              </a:rPr>
              <a:t>കിരീടം</a:t>
            </a:r>
            <a:r>
              <a:rPr lang="en-US" sz="1600" dirty="0">
                <a:latin typeface="ML-TTKarthika" panose="04000000000000000000" pitchFamily="82" charset="0"/>
              </a:rPr>
              <a:t> പ്രാപിപ്പാൻ തൻനിത്യ രാജ്യത്തിൽ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F7F7D4B-3A9B-5CBE-5C30-E502B23E107E}"/>
              </a:ext>
            </a:extLst>
          </p:cNvPr>
          <p:cNvSpPr/>
          <p:nvPr/>
        </p:nvSpPr>
        <p:spPr>
          <a:xfrm>
            <a:off x="2151339" y="2024702"/>
            <a:ext cx="6853823" cy="7021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000" dirty="0">
                <a:ea typeface="+mn-lt"/>
                <a:cs typeface="+mn-lt"/>
              </a:rPr>
              <a:t>Nalla </a:t>
            </a:r>
            <a:r>
              <a:rPr lang="en-US" sz="2000" dirty="0" err="1">
                <a:ea typeface="+mn-lt"/>
                <a:cs typeface="+mn-lt"/>
              </a:rPr>
              <a:t>por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poruthum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nja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n</a:t>
            </a:r>
            <a:r>
              <a:rPr lang="en-GB" sz="2000" dirty="0">
                <a:ea typeface="+mn-lt"/>
                <a:cs typeface="+mn-lt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184048-75C3-07F5-568F-BDB87A0D912F}"/>
              </a:ext>
            </a:extLst>
          </p:cNvPr>
          <p:cNvSpPr/>
          <p:nvPr/>
        </p:nvSpPr>
        <p:spPr>
          <a:xfrm>
            <a:off x="-763" y="468834"/>
            <a:ext cx="469268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valloru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murivelkkukil</a:t>
            </a:r>
            <a:r>
              <a:rPr lang="en-US" sz="2400" dirty="0">
                <a:ea typeface="+mn-lt"/>
                <a:cs typeface="+mn-lt"/>
              </a:rPr>
              <a:t> 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nashikkayilla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njaan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than </a:t>
            </a:r>
            <a:r>
              <a:rPr lang="en-US" sz="2400" dirty="0" err="1">
                <a:ea typeface="+mn-lt"/>
                <a:cs typeface="+mn-lt"/>
              </a:rPr>
              <a:t>shathruvinte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kaikalil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elppikkayilla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thaan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DF74B-892E-2208-48B6-594116EA42C1}"/>
              </a:ext>
            </a:extLst>
          </p:cNvPr>
          <p:cNvSpPr/>
          <p:nvPr/>
        </p:nvSpPr>
        <p:spPr>
          <a:xfrm>
            <a:off x="67836" y="2726899"/>
            <a:ext cx="4555485" cy="1719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വല്ലൊരു മുറിവേൽക്കുകിൽ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നശിക്കയില്ല ഞാൻ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തൻ ശത്രുവിന്റെ കൈകളിൽ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എൽപ്പിക്കയില്ല താൻ </a:t>
            </a:r>
            <a:endParaRPr lang="en-US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5781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8E5E2-A499-A284-C0B4-31C2E42C1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FE933E1-836A-F19C-25BE-345E6B5A1A65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</a:t>
            </a:r>
            <a:r>
              <a:rPr lang="ml-IN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99F85-20E4-F5E3-AE07-876ADB6A6865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2A4531E7-15EB-5673-6EE4-E24E7F5FCE04}"/>
              </a:ext>
            </a:extLst>
          </p:cNvPr>
          <p:cNvSpPr/>
          <p:nvPr/>
        </p:nvSpPr>
        <p:spPr>
          <a:xfrm>
            <a:off x="2071964" y="4308135"/>
            <a:ext cx="6026158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എൻക്രിസ്തൻ നാമത്തിൽ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</a:rPr>
              <a:t>വാടാ</a:t>
            </a:r>
            <a:r>
              <a:rPr lang="en-US" sz="1600" dirty="0">
                <a:latin typeface="ML-TTKarthika" panose="04000000000000000000" pitchFamily="82" charset="0"/>
              </a:rPr>
              <a:t> </a:t>
            </a:r>
            <a:r>
              <a:rPr lang="ml-IN" sz="1600" dirty="0">
                <a:latin typeface="ML-TTKarthika" panose="04000000000000000000" pitchFamily="82" charset="0"/>
              </a:rPr>
              <a:t>കിരീടം</a:t>
            </a:r>
            <a:r>
              <a:rPr lang="en-US" sz="1600" dirty="0">
                <a:latin typeface="ML-TTKarthika" panose="04000000000000000000" pitchFamily="82" charset="0"/>
              </a:rPr>
              <a:t> പ്രാപിപ്പാൻ തൻനിത്യ രാജ്യത്തിൽ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DE5810D-AAFE-2381-EC59-1905B9DD9191}"/>
              </a:ext>
            </a:extLst>
          </p:cNvPr>
          <p:cNvSpPr/>
          <p:nvPr/>
        </p:nvSpPr>
        <p:spPr>
          <a:xfrm>
            <a:off x="2151339" y="2024702"/>
            <a:ext cx="6853823" cy="7021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000" dirty="0">
                <a:ea typeface="+mn-lt"/>
                <a:cs typeface="+mn-lt"/>
              </a:rPr>
              <a:t>Nalla </a:t>
            </a:r>
            <a:r>
              <a:rPr lang="en-US" sz="2000" dirty="0" err="1">
                <a:ea typeface="+mn-lt"/>
                <a:cs typeface="+mn-lt"/>
              </a:rPr>
              <a:t>por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poruthum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nja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n</a:t>
            </a:r>
            <a:r>
              <a:rPr lang="en-GB" sz="2000" dirty="0">
                <a:ea typeface="+mn-lt"/>
                <a:cs typeface="+mn-lt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6E2260-6785-FB43-D636-EA2505F37496}"/>
              </a:ext>
            </a:extLst>
          </p:cNvPr>
          <p:cNvSpPr/>
          <p:nvPr/>
        </p:nvSpPr>
        <p:spPr>
          <a:xfrm>
            <a:off x="-763" y="468834"/>
            <a:ext cx="469268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en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jeevaneyum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vekkuvaan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en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naathan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kalppikkil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santhoshathodorungum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njaan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than </a:t>
            </a:r>
            <a:r>
              <a:rPr lang="en-US" sz="2400" dirty="0" err="1">
                <a:ea typeface="+mn-lt"/>
                <a:cs typeface="+mn-lt"/>
              </a:rPr>
              <a:t>krooshin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shakthiyaal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4392B6-05CF-2048-BA30-0A4740B427E8}"/>
              </a:ext>
            </a:extLst>
          </p:cNvPr>
          <p:cNvSpPr/>
          <p:nvPr/>
        </p:nvSpPr>
        <p:spPr>
          <a:xfrm>
            <a:off x="67836" y="2726899"/>
            <a:ext cx="4555485" cy="1719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എൻ ജീവനെയും വെക്കുവാൻ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എൻ നാഥൻ കൽപ്പിക്കിൽ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സന്തോഷത്തോടൊരുങ്ങും ഞാൻ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തൻ ക്രൂശിൻ ശക്തിയാൽ </a:t>
            </a:r>
            <a:endParaRPr lang="en-US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389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311B-3B99-3E1C-FE0A-843477EB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CC92F62-5813-BCCC-4B7C-2E5CA1A37EEE}"/>
              </a:ext>
            </a:extLst>
          </p:cNvPr>
          <p:cNvSpPr txBox="1"/>
          <p:nvPr/>
        </p:nvSpPr>
        <p:spPr>
          <a:xfrm>
            <a:off x="7112834" y="4831355"/>
            <a:ext cx="2012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 : </a:t>
            </a:r>
            <a:r>
              <a:rPr lang="ml-IN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BE40B-8198-E739-6868-89B3D9BF9333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380</a:t>
            </a:r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83F81DF-EA8D-99CE-2104-D0F3535846C6}"/>
              </a:ext>
            </a:extLst>
          </p:cNvPr>
          <p:cNvSpPr/>
          <p:nvPr/>
        </p:nvSpPr>
        <p:spPr>
          <a:xfrm>
            <a:off x="2918908" y="4046491"/>
            <a:ext cx="6026158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  <a:ea typeface="+mn-lt"/>
                <a:cs typeface="+mn-lt"/>
              </a:rPr>
              <a:t>നല്ലപോർ പൊരുതും ഞാൻ എൻക്രിസ്തൻ നാമത്തിൽ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ML-TTKarthika" panose="04000000000000000000" pitchFamily="82" charset="0"/>
              </a:rPr>
              <a:t>വാടാ</a:t>
            </a:r>
            <a:r>
              <a:rPr lang="en-US" sz="1600" dirty="0">
                <a:latin typeface="ML-TTKarthika" panose="04000000000000000000" pitchFamily="82" charset="0"/>
              </a:rPr>
              <a:t> </a:t>
            </a:r>
            <a:r>
              <a:rPr lang="ml-IN" sz="1600" dirty="0">
                <a:latin typeface="ML-TTKarthika" panose="04000000000000000000" pitchFamily="82" charset="0"/>
              </a:rPr>
              <a:t>കിരീടം</a:t>
            </a:r>
            <a:r>
              <a:rPr lang="en-US" sz="1600" dirty="0">
                <a:latin typeface="ML-TTKarthika" panose="04000000000000000000" pitchFamily="82" charset="0"/>
              </a:rPr>
              <a:t> പ്രാപിപ്പാൻ തൻനിത്യ രാജ്യത്തിൽ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F90384-3893-35F8-ACFE-E45BD8B7F7DE}"/>
              </a:ext>
            </a:extLst>
          </p:cNvPr>
          <p:cNvSpPr/>
          <p:nvPr/>
        </p:nvSpPr>
        <p:spPr>
          <a:xfrm>
            <a:off x="2151339" y="2024702"/>
            <a:ext cx="6853823" cy="7021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000" dirty="0">
                <a:ea typeface="+mn-lt"/>
                <a:cs typeface="+mn-lt"/>
              </a:rPr>
              <a:t>Nalla </a:t>
            </a:r>
            <a:r>
              <a:rPr lang="en-US" sz="2000" dirty="0" err="1">
                <a:ea typeface="+mn-lt"/>
                <a:cs typeface="+mn-lt"/>
              </a:rPr>
              <a:t>por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poruthum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nja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n</a:t>
            </a:r>
            <a:r>
              <a:rPr lang="en-GB" sz="2000" dirty="0">
                <a:ea typeface="+mn-lt"/>
                <a:cs typeface="+mn-lt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kristhan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naamathil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Vaada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kireedam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praapippaan</a:t>
            </a:r>
            <a:r>
              <a:rPr lang="en-GB" sz="2000" dirty="0"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nithya</a:t>
            </a:r>
            <a:r>
              <a:rPr lang="en-US" sz="2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a typeface="Calibri" panose="020F0502020204030204" pitchFamily="34" charset="0"/>
                <a:cs typeface="Calibri" panose="020F0502020204030204" pitchFamily="34" charset="0"/>
              </a:rPr>
              <a:t>raajyathil</a:t>
            </a:r>
            <a:endParaRPr lang="en-US" sz="2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AF5471-6892-1AB3-DF47-50F6D1B25D67}"/>
              </a:ext>
            </a:extLst>
          </p:cNvPr>
          <p:cNvSpPr/>
          <p:nvPr/>
        </p:nvSpPr>
        <p:spPr>
          <a:xfrm>
            <a:off x="-763" y="468834"/>
            <a:ext cx="469268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vishwaasathinte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naayakaa</a:t>
            </a:r>
            <a:r>
              <a:rPr lang="en-US" sz="2400" dirty="0">
                <a:ea typeface="+mn-lt"/>
                <a:cs typeface="+mn-lt"/>
              </a:rPr>
              <a:t>!</a:t>
            </a:r>
          </a:p>
          <a:p>
            <a:pPr marL="739140" indent="-53340">
              <a:tabLst>
                <a:tab pos="741326" algn="l"/>
              </a:tabLst>
            </a:pPr>
            <a:r>
              <a:rPr lang="en-US" sz="2400" dirty="0">
                <a:ea typeface="+mn-lt"/>
                <a:cs typeface="+mn-lt"/>
              </a:rPr>
              <a:t>ee </a:t>
            </a:r>
            <a:r>
              <a:rPr lang="en-US" sz="2400" dirty="0" err="1">
                <a:ea typeface="+mn-lt"/>
                <a:cs typeface="+mn-lt"/>
              </a:rPr>
              <a:t>ninte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yoddhaave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vishwasthanaakki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kaakkuka</a:t>
            </a:r>
            <a:endParaRPr lang="en-US" sz="2400" dirty="0">
              <a:ea typeface="+mn-lt"/>
              <a:cs typeface="+mn-lt"/>
            </a:endParaRPr>
          </a:p>
          <a:p>
            <a:pPr marL="739140" indent="-53340">
              <a:tabLst>
                <a:tab pos="741326" algn="l"/>
              </a:tabLst>
            </a:pPr>
            <a:r>
              <a:rPr lang="en-US" sz="2400" dirty="0" err="1">
                <a:ea typeface="+mn-lt"/>
                <a:cs typeface="+mn-lt"/>
              </a:rPr>
              <a:t>nal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anthyatholame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E4CAB-A5B9-A34C-A9A8-BB8A41142419}"/>
              </a:ext>
            </a:extLst>
          </p:cNvPr>
          <p:cNvSpPr/>
          <p:nvPr/>
        </p:nvSpPr>
        <p:spPr>
          <a:xfrm>
            <a:off x="67836" y="2726899"/>
            <a:ext cx="4555485" cy="171970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വിശ്വാസത്തിന്റെ നായകാ!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ഈ നിന്റെ യോദ്ധാവെ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വിശ്വസ്തനാക്കി കാക്കുക </a:t>
            </a:r>
          </a:p>
          <a:p>
            <a:pPr>
              <a:lnSpc>
                <a:spcPct val="150000"/>
              </a:lnSpc>
            </a:pPr>
            <a:r>
              <a:rPr lang="ml-IN" dirty="0">
                <a:latin typeface="ML-TTKarthika" panose="04000000000000000000" pitchFamily="82" charset="0"/>
              </a:rPr>
              <a:t>നൽ അന്ത്യത്തോളമേ </a:t>
            </a:r>
            <a:endParaRPr lang="en-US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135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493</a:t>
            </a: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/>
          <p:cNvSpPr txBox="1"/>
          <p:nvPr/>
        </p:nvSpPr>
        <p:spPr>
          <a:xfrm>
            <a:off x="477350" y="805637"/>
            <a:ext cx="8515706" cy="1555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 dirty="0" err="1">
                <a:ea typeface="+mn-lt"/>
                <a:cs typeface="+mn-lt"/>
              </a:rPr>
              <a:t>Kristhu naamam ettukol nee </a:t>
            </a:r>
          </a:p>
          <a:p>
            <a:pPr defTabSz="457200"/>
            <a:r>
              <a:rPr lang="en-US" sz="2400" dirty="0"/>
              <a:t>Kashtaalishta paithale </a:t>
            </a:r>
          </a:p>
          <a:p>
            <a:pPr defTabSz="457200"/>
            <a:r>
              <a:rPr lang="en-US" sz="2400" dirty="0"/>
              <a:t>Swaasthyam modamathu nalkum </a:t>
            </a:r>
            <a:endParaRPr lang="en-GB" sz="2400" dirty="0"/>
          </a:p>
          <a:p>
            <a:pPr defTabSz="457200"/>
            <a:r>
              <a:rPr lang="en-US" sz="2400" dirty="0"/>
              <a:t>Sarvvathra vahichhukol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1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493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7350" y="2733374"/>
            <a:ext cx="8103932" cy="93764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ക്രിസ്തു നാമം ഏറ്റുകൊൾ നീ 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 panose="04000000000000000000" pitchFamily="82" charset="0"/>
              </a:rPr>
              <a:t>കഷ്ടാ</a:t>
            </a:r>
            <a:r>
              <a:rPr lang="ml-IN" sz="2000" dirty="0">
                <a:latin typeface="ML-TTKarthika" panose="04000000000000000000" pitchFamily="82" charset="0"/>
              </a:rPr>
              <a:t>രിഷ്ട</a:t>
            </a:r>
            <a:r>
              <a:rPr lang="en-US" sz="2000" dirty="0">
                <a:latin typeface="ML-TTKarthika" panose="04000000000000000000" pitchFamily="82" charset="0"/>
              </a:rPr>
              <a:t> പൈതലേ 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ML-TTKarthika" panose="04000000000000000000" pitchFamily="82" charset="0"/>
              </a:rPr>
              <a:t>സ്വാസ്ഥ്യം</a:t>
            </a:r>
            <a:r>
              <a:rPr lang="en-US" sz="2000" dirty="0">
                <a:latin typeface="ML-TTKarthika" panose="04000000000000000000" pitchFamily="82" charset="0"/>
              </a:rPr>
              <a:t> </a:t>
            </a:r>
            <a:r>
              <a:rPr lang="ml-IN" sz="2000" dirty="0">
                <a:latin typeface="ML-TTKarthika" panose="04000000000000000000" pitchFamily="82" charset="0"/>
              </a:rPr>
              <a:t>മോദമതു </a:t>
            </a:r>
            <a:r>
              <a:rPr lang="en-US" sz="2000" dirty="0" err="1">
                <a:latin typeface="ML-TTKarthika" panose="04000000000000000000" pitchFamily="82" charset="0"/>
              </a:rPr>
              <a:t>നൽകും</a:t>
            </a:r>
            <a:r>
              <a:rPr lang="en-US" sz="20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ML-TTKarthika" panose="04000000000000000000" pitchFamily="82" charset="0"/>
              </a:rPr>
              <a:t>സർവ്വത്ര വഹിച്ചുകൊൾ</a:t>
            </a:r>
            <a:endParaRPr lang="en-US" sz="2200" dirty="0"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/>
          <p:cNvSpPr txBox="1"/>
          <p:nvPr/>
        </p:nvSpPr>
        <p:spPr>
          <a:xfrm>
            <a:off x="562182" y="878666"/>
            <a:ext cx="7345918" cy="9465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dirty="0">
                <a:ea typeface="+mn-lt"/>
                <a:cs typeface="+mn-lt"/>
              </a:rPr>
              <a:t>Rat</a:t>
            </a:r>
            <a:r>
              <a:rPr lang="ml-IN" sz="2800" dirty="0">
                <a:ea typeface="+mn-lt"/>
                <a:cs typeface="+mn-lt"/>
              </a:rPr>
              <a:t>h</a:t>
            </a:r>
            <a:r>
              <a:rPr lang="en-US" sz="2800" dirty="0">
                <a:ea typeface="+mn-lt"/>
                <a:cs typeface="+mn-lt"/>
              </a:rPr>
              <a:t>napper </a:t>
            </a:r>
            <a:r>
              <a:rPr lang="en-US" sz="2800" dirty="0" err="1">
                <a:ea typeface="+mn-lt"/>
                <a:cs typeface="+mn-lt"/>
              </a:rPr>
              <a:t>enthinpam</a:t>
            </a:r>
            <a:r>
              <a:rPr lang="en-US" sz="2800" dirty="0">
                <a:ea typeface="+mn-lt"/>
                <a:cs typeface="+mn-lt"/>
              </a:rPr>
              <a:t> </a:t>
            </a:r>
          </a:p>
          <a:p>
            <a:pPr defTabSz="457200"/>
            <a:r>
              <a:rPr lang="en-US" sz="2800" dirty="0" err="1">
                <a:ea typeface="+mn-lt"/>
                <a:cs typeface="+mn-lt"/>
              </a:rPr>
              <a:t>Bhoo-prathyaasha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sw</a:t>
            </a:r>
            <a:r>
              <a:rPr lang="ml-IN" sz="2800" dirty="0">
                <a:ea typeface="+mn-lt"/>
                <a:cs typeface="+mn-lt"/>
              </a:rPr>
              <a:t>a</a:t>
            </a:r>
            <a:r>
              <a:rPr lang="en-US" sz="2800" dirty="0">
                <a:ea typeface="+mn-lt"/>
                <a:cs typeface="+mn-lt"/>
              </a:rPr>
              <a:t>r-</a:t>
            </a:r>
            <a:r>
              <a:rPr lang="en-US" sz="2800" dirty="0" err="1">
                <a:ea typeface="+mn-lt"/>
                <a:cs typeface="+mn-lt"/>
              </a:rPr>
              <a:t>bhaagyam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GB" sz="2800" dirty="0" err="1">
                <a:ea typeface="+mn-lt"/>
                <a:cs typeface="+mn-lt"/>
              </a:rPr>
              <a:t>(</a:t>
            </a:r>
            <a:r>
              <a:rPr lang="en-US" sz="2800" dirty="0" err="1">
                <a:ea typeface="+mn-lt"/>
                <a:cs typeface="+mn-lt"/>
              </a:rPr>
              <a:t>2</a:t>
            </a:r>
            <a:r>
              <a:rPr lang="en-GB" sz="2800" dirty="0" err="1">
                <a:ea typeface="+mn-lt"/>
                <a:cs typeface="+mn-lt"/>
              </a:rPr>
              <a:t>)</a:t>
            </a:r>
            <a:r>
              <a:rPr lang="en-US" sz="2800" dirty="0" err="1">
                <a:ea typeface="+mn-lt"/>
                <a:cs typeface="+mn-lt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6 : 2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493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2182" y="2719898"/>
            <a:ext cx="8300782" cy="110681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ml-IN" sz="2400" dirty="0">
                <a:latin typeface="ML-TTKarthika" panose="04000000000000000000" pitchFamily="82" charset="0"/>
              </a:rPr>
              <a:t>രത്നപ്പേർ എന്തിൻപം</a:t>
            </a:r>
          </a:p>
          <a:p>
            <a:pPr>
              <a:lnSpc>
                <a:spcPct val="150000"/>
              </a:lnSpc>
            </a:pPr>
            <a:r>
              <a:rPr lang="ml-IN" sz="2400" dirty="0">
                <a:latin typeface="ML-TTKarthika" panose="04000000000000000000" pitchFamily="82" charset="0"/>
              </a:rPr>
              <a:t>ഭൂപ്രത്യാശ സ്വർഭാഗ്യം (2)</a:t>
            </a:r>
            <a:endParaRPr lang="en-GB" sz="2400" dirty="0"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/>
          <p:cNvSpPr txBox="1"/>
          <p:nvPr/>
        </p:nvSpPr>
        <p:spPr>
          <a:xfrm>
            <a:off x="489935" y="468833"/>
            <a:ext cx="7345918" cy="1555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 dirty="0" err="1">
                <a:ea typeface="+mn-lt"/>
                <a:cs typeface="+mn-lt"/>
              </a:rPr>
              <a:t>Sadaa vahikkeshu naamam </a:t>
            </a:r>
          </a:p>
          <a:p>
            <a:pPr defTabSz="457200"/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Athaapathil khedakam </a:t>
            </a:r>
          </a:p>
          <a:p>
            <a:pPr defTabSz="457200"/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Pareeksha chuttum vanneedil </a:t>
            </a:r>
          </a:p>
          <a:p>
            <a:pPr defTabSz="457200"/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Praarthikka than naamathil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6 : 3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493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4821" y="2732789"/>
            <a:ext cx="819283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SG" sz="2000" b="0" dirty="0">
                <a:latin typeface="ML-TTKarthika" panose="04000000000000000000" pitchFamily="82" charset="0"/>
              </a:rPr>
              <a:t>സദാ വഹിക്കേശുനാമം</a:t>
            </a:r>
          </a:p>
          <a:p>
            <a:pPr>
              <a:lnSpc>
                <a:spcPct val="150000"/>
              </a:lnSpc>
            </a:pPr>
            <a:r>
              <a:rPr lang="en-SG" sz="2000" b="0" dirty="0">
                <a:latin typeface="ML-TTKarthika" panose="04000000000000000000" pitchFamily="82" charset="0"/>
              </a:rPr>
              <a:t>അതാപത്തില്‍ ഖേടകം</a:t>
            </a:r>
          </a:p>
          <a:p>
            <a:pPr>
              <a:lnSpc>
                <a:spcPct val="150000"/>
              </a:lnSpc>
            </a:pPr>
            <a:r>
              <a:rPr lang="en-SG" sz="2000" b="0" dirty="0">
                <a:latin typeface="ML-TTKarthika" panose="04000000000000000000" pitchFamily="82" charset="0"/>
              </a:rPr>
              <a:t>പരീക്ഷ ചുറ്റും വന്നീടില്‍</a:t>
            </a:r>
          </a:p>
          <a:p>
            <a:pPr>
              <a:lnSpc>
                <a:spcPct val="150000"/>
              </a:lnSpc>
            </a:pPr>
            <a:r>
              <a:rPr lang="en-SG" sz="2000" b="0" dirty="0">
                <a:latin typeface="ML-TTKarthika" panose="04000000000000000000" pitchFamily="82" charset="0"/>
              </a:rPr>
              <a:t>പ്രാര്‍ത്ഥിക്ക തന്‍ നാമത്തില്‍</a:t>
            </a:r>
          </a:p>
        </p:txBody>
      </p:sp>
      <p:sp>
        <p:nvSpPr>
          <p:cNvPr id="12" name="TextBox 4"/>
          <p:cNvSpPr txBox="1"/>
          <p:nvPr/>
        </p:nvSpPr>
        <p:spPr>
          <a:xfrm>
            <a:off x="2255683" y="2029918"/>
            <a:ext cx="655150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000" dirty="0">
                <a:ea typeface="+mn-lt"/>
                <a:cs typeface="+mn-lt"/>
              </a:rPr>
              <a:t>Rat</a:t>
            </a:r>
            <a:r>
              <a:rPr lang="ml-IN" sz="2000" dirty="0">
                <a:ea typeface="+mn-lt"/>
                <a:cs typeface="+mn-lt"/>
              </a:rPr>
              <a:t>h</a:t>
            </a:r>
            <a:r>
              <a:rPr lang="en-US" sz="2000" dirty="0">
                <a:ea typeface="+mn-lt"/>
                <a:cs typeface="+mn-lt"/>
              </a:rPr>
              <a:t>napper </a:t>
            </a:r>
            <a:r>
              <a:rPr lang="en-US" sz="2000" dirty="0" err="1">
                <a:ea typeface="+mn-lt"/>
                <a:cs typeface="+mn-lt"/>
              </a:rPr>
              <a:t>enthinpam</a:t>
            </a:r>
            <a:r>
              <a:rPr lang="en-US" sz="2000" dirty="0">
                <a:ea typeface="+mn-lt"/>
                <a:cs typeface="+mn-lt"/>
              </a:rPr>
              <a:t> </a:t>
            </a:r>
          </a:p>
          <a:p>
            <a:pPr defTabSz="457200"/>
            <a:r>
              <a:rPr lang="en-US" sz="2000" dirty="0" err="1">
                <a:ea typeface="+mn-lt"/>
                <a:cs typeface="+mn-lt"/>
              </a:rPr>
              <a:t>Bhoo-prathyaasha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sw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r-</a:t>
            </a:r>
            <a:r>
              <a:rPr lang="en-US" sz="2000" dirty="0" err="1">
                <a:ea typeface="+mn-lt"/>
                <a:cs typeface="+mn-lt"/>
              </a:rPr>
              <a:t>bhaagyam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GB" sz="2000" dirty="0">
                <a:ea typeface="+mn-lt"/>
                <a:cs typeface="+mn-lt"/>
              </a:rPr>
              <a:t>(</a:t>
            </a:r>
            <a:r>
              <a:rPr lang="en-US" sz="2000" dirty="0">
                <a:ea typeface="+mn-lt"/>
                <a:cs typeface="+mn-lt"/>
              </a:rPr>
              <a:t>2</a:t>
            </a:r>
            <a:r>
              <a:rPr lang="en-GB" sz="2000" dirty="0">
                <a:ea typeface="+mn-lt"/>
                <a:cs typeface="+mn-lt"/>
              </a:rPr>
              <a:t>)</a:t>
            </a:r>
            <a:r>
              <a:rPr lang="en-US" sz="2000" dirty="0">
                <a:ea typeface="+mn-lt"/>
                <a:cs typeface="+mn-lt"/>
              </a:rPr>
              <a:t> </a:t>
            </a:r>
          </a:p>
        </p:txBody>
      </p:sp>
      <p:sp>
        <p:nvSpPr>
          <p:cNvPr id="13" name="TextBox 4"/>
          <p:cNvSpPr txBox="1"/>
          <p:nvPr/>
        </p:nvSpPr>
        <p:spPr>
          <a:xfrm>
            <a:off x="4289500" y="4438782"/>
            <a:ext cx="2995720" cy="68548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ml-IN" sz="1400" dirty="0">
                <a:latin typeface="ML-TTKarthika" panose="04000000000000000000" pitchFamily="82" charset="0"/>
              </a:rPr>
              <a:t>രത്നപ്പേർ എന്തിൻപം</a:t>
            </a:r>
          </a:p>
          <a:p>
            <a:pPr>
              <a:lnSpc>
                <a:spcPct val="150000"/>
              </a:lnSpc>
            </a:pPr>
            <a:r>
              <a:rPr lang="ml-IN" sz="1400" dirty="0">
                <a:latin typeface="ML-TTKarthika" panose="04000000000000000000" pitchFamily="82" charset="0"/>
              </a:rPr>
              <a:t>ഭൂപ്രത്യാശ സ്വർഭാഗ്യം (2)</a:t>
            </a:r>
            <a:endParaRPr lang="en-GB" sz="1400" dirty="0"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/>
          <p:cNvSpPr txBox="1"/>
          <p:nvPr/>
        </p:nvSpPr>
        <p:spPr>
          <a:xfrm>
            <a:off x="455407" y="625913"/>
            <a:ext cx="7345918" cy="1555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 dirty="0" err="1">
                <a:ea typeface="+mn-lt"/>
                <a:cs typeface="+mn-lt"/>
              </a:rPr>
              <a:t>Ethr-amoolya naamam yeshu </a:t>
            </a:r>
          </a:p>
          <a:p>
            <a:pPr defTabSz="457200"/>
            <a:r>
              <a:rPr lang="en-US" sz="2400" dirty="0" err="1"/>
              <a:t>Chithe</a:t>
            </a:r>
            <a:r>
              <a:rPr lang="en-US" sz="2400" dirty="0"/>
              <a:t> modam nirakkum </a:t>
            </a:r>
          </a:p>
          <a:p>
            <a:pPr defTabSz="457200"/>
            <a:r>
              <a:rPr lang="en-US" sz="2400" dirty="0" err="1"/>
              <a:t>Namme-thaan</a:t>
            </a:r>
            <a:r>
              <a:rPr lang="en-US" sz="2400" dirty="0"/>
              <a:t>-</a:t>
            </a:r>
            <a:r>
              <a:rPr lang="ml-IN" sz="2400" dirty="0"/>
              <a:t>a</a:t>
            </a:r>
            <a:r>
              <a:rPr lang="en-US" sz="2400" dirty="0" err="1"/>
              <a:t>ashleshikkumpol</a:t>
            </a:r>
            <a:r>
              <a:rPr lang="en-US" sz="2400" dirty="0"/>
              <a:t> </a:t>
            </a:r>
          </a:p>
          <a:p>
            <a:pPr defTabSz="457200"/>
            <a:r>
              <a:rPr lang="en-US" sz="2400" dirty="0"/>
              <a:t>Nammude naavum paadum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6 : 4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493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5407" y="2734469"/>
            <a:ext cx="4843616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SG" sz="2000" dirty="0">
                <a:latin typeface="ML-TTKarthika" panose="04000000000000000000" pitchFamily="82" charset="0"/>
                <a:cs typeface="Kartika"/>
              </a:rPr>
              <a:t>എത്രമൂല്യനാമം യേശു</a:t>
            </a:r>
          </a:p>
          <a:p>
            <a:pPr>
              <a:lnSpc>
                <a:spcPct val="150000"/>
              </a:lnSpc>
            </a:pPr>
            <a:r>
              <a:rPr lang="en-SG" sz="2000" dirty="0">
                <a:latin typeface="ML-TTKarthika" panose="04000000000000000000" pitchFamily="82" charset="0"/>
                <a:cs typeface="Kartika"/>
              </a:rPr>
              <a:t>ചിത്തേ മോദം നിറക്കും</a:t>
            </a:r>
          </a:p>
          <a:p>
            <a:pPr>
              <a:lnSpc>
                <a:spcPct val="150000"/>
              </a:lnSpc>
            </a:pPr>
            <a:r>
              <a:rPr lang="en-SG" sz="2000" dirty="0">
                <a:latin typeface="ML-TTKarthika" panose="04000000000000000000" pitchFamily="82" charset="0"/>
                <a:cs typeface="Kartika"/>
              </a:rPr>
              <a:t>നമ്മെത്താനാശ്ലേഷിക്കുമ്പോള്‍</a:t>
            </a:r>
          </a:p>
          <a:p>
            <a:pPr>
              <a:lnSpc>
                <a:spcPct val="150000"/>
              </a:lnSpc>
            </a:pPr>
            <a:r>
              <a:rPr lang="en-SG" sz="2000" dirty="0">
                <a:latin typeface="ML-TTKarthika" panose="04000000000000000000" pitchFamily="82" charset="0"/>
                <a:cs typeface="Kartika"/>
              </a:rPr>
              <a:t>നമ്മുടെ നാവും പാടും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BD186DFF-FB67-C519-6978-A45D769A41D9}"/>
              </a:ext>
            </a:extLst>
          </p:cNvPr>
          <p:cNvSpPr txBox="1"/>
          <p:nvPr/>
        </p:nvSpPr>
        <p:spPr>
          <a:xfrm>
            <a:off x="3987048" y="2026583"/>
            <a:ext cx="433249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000" dirty="0">
                <a:ea typeface="+mn-lt"/>
                <a:cs typeface="+mn-lt"/>
              </a:rPr>
              <a:t>Rat</a:t>
            </a:r>
            <a:r>
              <a:rPr lang="ml-IN" sz="2000" dirty="0">
                <a:ea typeface="+mn-lt"/>
                <a:cs typeface="+mn-lt"/>
              </a:rPr>
              <a:t>h</a:t>
            </a:r>
            <a:r>
              <a:rPr lang="en-US" sz="2000" dirty="0">
                <a:ea typeface="+mn-lt"/>
                <a:cs typeface="+mn-lt"/>
              </a:rPr>
              <a:t>napper </a:t>
            </a:r>
            <a:r>
              <a:rPr lang="en-US" sz="2000" dirty="0" err="1">
                <a:ea typeface="+mn-lt"/>
                <a:cs typeface="+mn-lt"/>
              </a:rPr>
              <a:t>enthinpam</a:t>
            </a:r>
            <a:r>
              <a:rPr lang="en-US" sz="2000" dirty="0">
                <a:ea typeface="+mn-lt"/>
                <a:cs typeface="+mn-lt"/>
              </a:rPr>
              <a:t> </a:t>
            </a:r>
          </a:p>
          <a:p>
            <a:pPr defTabSz="457200"/>
            <a:r>
              <a:rPr lang="en-US" sz="2000" dirty="0" err="1">
                <a:ea typeface="+mn-lt"/>
                <a:cs typeface="+mn-lt"/>
              </a:rPr>
              <a:t>Bhoo-prathyaasha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sw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r-</a:t>
            </a:r>
            <a:r>
              <a:rPr lang="en-US" sz="2000" dirty="0" err="1">
                <a:ea typeface="+mn-lt"/>
                <a:cs typeface="+mn-lt"/>
              </a:rPr>
              <a:t>bhaagyam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GB" sz="2000" dirty="0">
                <a:ea typeface="+mn-lt"/>
                <a:cs typeface="+mn-lt"/>
              </a:rPr>
              <a:t>(</a:t>
            </a:r>
            <a:r>
              <a:rPr lang="en-US" sz="2000" dirty="0">
                <a:ea typeface="+mn-lt"/>
                <a:cs typeface="+mn-lt"/>
              </a:rPr>
              <a:t>2</a:t>
            </a:r>
            <a:r>
              <a:rPr lang="en-GB" sz="2000" dirty="0">
                <a:ea typeface="+mn-lt"/>
                <a:cs typeface="+mn-lt"/>
              </a:rPr>
              <a:t>)</a:t>
            </a:r>
            <a:r>
              <a:rPr lang="en-US" sz="2000" dirty="0">
                <a:ea typeface="+mn-lt"/>
                <a:cs typeface="+mn-lt"/>
              </a:rPr>
              <a:t> 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B7694486-18A8-CF00-3DF7-C9E21D3F2447}"/>
              </a:ext>
            </a:extLst>
          </p:cNvPr>
          <p:cNvSpPr txBox="1"/>
          <p:nvPr/>
        </p:nvSpPr>
        <p:spPr>
          <a:xfrm>
            <a:off x="3987048" y="4295592"/>
            <a:ext cx="2995720" cy="68548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ml-IN" sz="1400" dirty="0">
                <a:latin typeface="ML-TTKarthika" panose="04000000000000000000" pitchFamily="82" charset="0"/>
              </a:rPr>
              <a:t>രത്നപ്പേർ എന്തിൻപം</a:t>
            </a:r>
          </a:p>
          <a:p>
            <a:pPr>
              <a:lnSpc>
                <a:spcPct val="150000"/>
              </a:lnSpc>
            </a:pPr>
            <a:r>
              <a:rPr lang="ml-IN" sz="1400" dirty="0">
                <a:latin typeface="ML-TTKarthika" panose="04000000000000000000" pitchFamily="82" charset="0"/>
              </a:rPr>
              <a:t>ഭൂപ്രത്യാശ സ്വർഭാഗ്യം (2)</a:t>
            </a:r>
            <a:endParaRPr lang="en-GB" sz="1400" dirty="0"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/>
          <p:cNvSpPr txBox="1"/>
          <p:nvPr/>
        </p:nvSpPr>
        <p:spPr>
          <a:xfrm>
            <a:off x="455407" y="625913"/>
            <a:ext cx="7345918" cy="1555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400" dirty="0" err="1">
                <a:ea typeface="+mn-lt"/>
                <a:cs typeface="+mn-lt"/>
              </a:rPr>
              <a:t>Nammude yaathra theernnu naam </a:t>
            </a:r>
            <a:endParaRPr lang="en-GB" sz="2400" dirty="0" err="1">
              <a:ea typeface="+mn-lt"/>
              <a:cs typeface="+mn-lt"/>
            </a:endParaRPr>
          </a:p>
          <a:p>
            <a:pPr defTabSz="457200"/>
            <a:r>
              <a:rPr lang="en-US" sz="2400" dirty="0" err="1">
                <a:ea typeface="+mn-lt"/>
                <a:cs typeface="+mn-lt"/>
              </a:rPr>
              <a:t>Kumpitteshu paadathil </a:t>
            </a:r>
          </a:p>
          <a:p>
            <a:pPr defTabSz="457200"/>
            <a:r>
              <a:rPr lang="en-US" sz="2400" dirty="0" err="1"/>
              <a:t>Sw</a:t>
            </a:r>
            <a:r>
              <a:rPr lang="ml-IN" sz="2400" dirty="0"/>
              <a:t>a</a:t>
            </a:r>
            <a:r>
              <a:rPr lang="en-US" sz="2400" dirty="0"/>
              <a:t>r-</a:t>
            </a:r>
            <a:r>
              <a:rPr lang="en-US" sz="2400" dirty="0" err="1"/>
              <a:t>raajaraajanaay</a:t>
            </a:r>
            <a:r>
              <a:rPr lang="en-US" sz="2400" dirty="0"/>
              <a:t> thanne </a:t>
            </a:r>
          </a:p>
          <a:p>
            <a:pPr defTabSz="457200"/>
            <a:r>
              <a:rPr lang="en-US" sz="2400" dirty="0"/>
              <a:t>Dharippikkum kireedam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6 : 5 of 5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493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5407" y="2734469"/>
            <a:ext cx="4332494" cy="190498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-SG" sz="2000" dirty="0">
                <a:latin typeface="ML-TTKarthika" panose="04000000000000000000" pitchFamily="82" charset="0"/>
                <a:cs typeface="Kartika"/>
              </a:rPr>
              <a:t>നമ്മുടെ യാത്ര തീര്‍ന്നു നാം</a:t>
            </a:r>
          </a:p>
          <a:p>
            <a:pPr>
              <a:lnSpc>
                <a:spcPct val="150000"/>
              </a:lnSpc>
            </a:pPr>
            <a:r>
              <a:rPr lang="en-SG" sz="2000" dirty="0">
                <a:latin typeface="ML-TTKarthika" panose="04000000000000000000" pitchFamily="82" charset="0"/>
                <a:cs typeface="Kartika"/>
              </a:rPr>
              <a:t>കുമ്പിട്ടേശു പാദത്തില്‍</a:t>
            </a:r>
          </a:p>
          <a:p>
            <a:pPr>
              <a:lnSpc>
                <a:spcPct val="150000"/>
              </a:lnSpc>
            </a:pPr>
            <a:r>
              <a:rPr lang="en-SG" sz="2000" dirty="0">
                <a:latin typeface="ML-TTKarthika" panose="04000000000000000000" pitchFamily="82" charset="0"/>
                <a:cs typeface="Kartika"/>
              </a:rPr>
              <a:t>സ്വര്‍ രാജരാജനായ് തന്നെ</a:t>
            </a:r>
          </a:p>
          <a:p>
            <a:pPr>
              <a:lnSpc>
                <a:spcPct val="150000"/>
              </a:lnSpc>
            </a:pPr>
            <a:r>
              <a:rPr lang="en-SG" sz="2000" dirty="0">
                <a:latin typeface="ML-TTKarthika" panose="04000000000000000000" pitchFamily="82" charset="0"/>
                <a:cs typeface="Kartika"/>
              </a:rPr>
              <a:t>ധരിപ്പിക്കും കിരീടം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616D0EE4-78B6-0488-1BCF-AAE04551A64C}"/>
              </a:ext>
            </a:extLst>
          </p:cNvPr>
          <p:cNvSpPr txBox="1"/>
          <p:nvPr/>
        </p:nvSpPr>
        <p:spPr>
          <a:xfrm>
            <a:off x="3987048" y="2026583"/>
            <a:ext cx="433249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000" dirty="0">
                <a:ea typeface="+mn-lt"/>
                <a:cs typeface="+mn-lt"/>
              </a:rPr>
              <a:t>Rat</a:t>
            </a:r>
            <a:r>
              <a:rPr lang="ml-IN" sz="2000" dirty="0">
                <a:ea typeface="+mn-lt"/>
                <a:cs typeface="+mn-lt"/>
              </a:rPr>
              <a:t>h</a:t>
            </a:r>
            <a:r>
              <a:rPr lang="en-US" sz="2000" dirty="0">
                <a:ea typeface="+mn-lt"/>
                <a:cs typeface="+mn-lt"/>
              </a:rPr>
              <a:t>napper </a:t>
            </a:r>
            <a:r>
              <a:rPr lang="en-US" sz="2000" dirty="0" err="1">
                <a:ea typeface="+mn-lt"/>
                <a:cs typeface="+mn-lt"/>
              </a:rPr>
              <a:t>enthinpam</a:t>
            </a:r>
            <a:r>
              <a:rPr lang="en-US" sz="2000" dirty="0">
                <a:ea typeface="+mn-lt"/>
                <a:cs typeface="+mn-lt"/>
              </a:rPr>
              <a:t> </a:t>
            </a:r>
          </a:p>
          <a:p>
            <a:pPr defTabSz="457200"/>
            <a:r>
              <a:rPr lang="en-US" sz="2000" dirty="0" err="1">
                <a:ea typeface="+mn-lt"/>
                <a:cs typeface="+mn-lt"/>
              </a:rPr>
              <a:t>Bhoo-prathyaasha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sw</a:t>
            </a:r>
            <a:r>
              <a:rPr lang="ml-IN" sz="2000" dirty="0">
                <a:ea typeface="+mn-lt"/>
                <a:cs typeface="+mn-lt"/>
              </a:rPr>
              <a:t>a</a:t>
            </a:r>
            <a:r>
              <a:rPr lang="en-US" sz="2000" dirty="0">
                <a:ea typeface="+mn-lt"/>
                <a:cs typeface="+mn-lt"/>
              </a:rPr>
              <a:t>r-</a:t>
            </a:r>
            <a:r>
              <a:rPr lang="en-US" sz="2000" dirty="0" err="1">
                <a:ea typeface="+mn-lt"/>
                <a:cs typeface="+mn-lt"/>
              </a:rPr>
              <a:t>bhaagyam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GB" sz="2000" dirty="0">
                <a:ea typeface="+mn-lt"/>
                <a:cs typeface="+mn-lt"/>
              </a:rPr>
              <a:t>(</a:t>
            </a:r>
            <a:r>
              <a:rPr lang="en-US" sz="2000" dirty="0">
                <a:ea typeface="+mn-lt"/>
                <a:cs typeface="+mn-lt"/>
              </a:rPr>
              <a:t>2</a:t>
            </a:r>
            <a:r>
              <a:rPr lang="en-GB" sz="2000" dirty="0">
                <a:ea typeface="+mn-lt"/>
                <a:cs typeface="+mn-lt"/>
              </a:rPr>
              <a:t>)</a:t>
            </a:r>
            <a:r>
              <a:rPr lang="en-US" sz="2000" dirty="0">
                <a:ea typeface="+mn-lt"/>
                <a:cs typeface="+mn-lt"/>
              </a:rPr>
              <a:t> 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4C91EEA7-D32E-A9EE-0D7E-69F61CAD9566}"/>
              </a:ext>
            </a:extLst>
          </p:cNvPr>
          <p:cNvSpPr txBox="1"/>
          <p:nvPr/>
        </p:nvSpPr>
        <p:spPr>
          <a:xfrm>
            <a:off x="3987048" y="4295592"/>
            <a:ext cx="2995720" cy="685487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ml-IN" sz="1400" dirty="0">
                <a:latin typeface="ML-TTKarthika" panose="04000000000000000000" pitchFamily="82" charset="0"/>
              </a:rPr>
              <a:t>രത്നപ്പേർ എന്തിൻപം</a:t>
            </a:r>
          </a:p>
          <a:p>
            <a:pPr>
              <a:lnSpc>
                <a:spcPct val="150000"/>
              </a:lnSpc>
            </a:pPr>
            <a:r>
              <a:rPr lang="ml-IN" sz="1400" dirty="0">
                <a:latin typeface="ML-TTKarthika" panose="04000000000000000000" pitchFamily="82" charset="0"/>
              </a:rPr>
              <a:t>ഭൂപ്രത്യാശ സ്വർഭാഗ്യം (2)</a:t>
            </a:r>
            <a:endParaRPr lang="en-GB" sz="1400" dirty="0">
              <a:latin typeface="ML-TTKarthika" panose="04000000000000000000" pitchFamily="82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186</a:t>
            </a:r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3 : 1 of 6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948" y="692080"/>
            <a:ext cx="7930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chorinju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veend-eduppaan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jeevippaan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thannenikku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1948" y="2786821"/>
            <a:ext cx="820735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F³ þ Poh³ Rm³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X¶p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F³ þ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càw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sNmcnªp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nþs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¶ ho¬sSSp¸m³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\o þ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F¶pw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Pohn¸m³ </a:t>
            </a:r>
          </a:p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F³ þ Poh³ Rm³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X¶p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Fþ´p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Xs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¶\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n¡v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? </a:t>
            </a:r>
            <a:endParaRPr lang="pt-BR" sz="2800" dirty="0">
              <a:solidFill>
                <a:srgbClr val="800000"/>
              </a:solidFill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186</a:t>
            </a:r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3 : 2 of 6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947" y="2951158"/>
            <a:ext cx="77576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ZoÀLImew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t]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m¡n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ZpxJw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IjvS§fnÂ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B\\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vZ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tam£¯n³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AþÀl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Xocm³ \o </a:t>
            </a:r>
          </a:p>
          <a:p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{X {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ian¨p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Rm³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Fþ´p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sNbvsX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n¡mbv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? </a:t>
            </a:r>
            <a:endParaRPr lang="pt-BR" sz="2800" dirty="0">
              <a:solidFill>
                <a:srgbClr val="800000"/>
              </a:solidFill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1948" y="807348"/>
            <a:ext cx="82073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deergha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kaalam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pokki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dukham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kashtangalil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aananda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mokshaththin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arhanaay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shramichchu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cheythenikkaay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186</a:t>
            </a:r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3 : 3 of 6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947" y="2924961"/>
            <a:ext cx="8672053" cy="1346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hnþs«³ ]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nXrKrKw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tXPsÊm¯mk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\w </a:t>
            </a:r>
          </a:p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[m{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XnbnÂ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Aeªp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ZpxJn¨pw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X\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n¨pw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FÃmw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\n³ t]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À¡sÃm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F´p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sNbvsX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n¡mbv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? </a:t>
            </a:r>
            <a:endParaRPr lang="pt-BR" sz="2800" dirty="0">
              <a:solidFill>
                <a:srgbClr val="800000"/>
              </a:solidFill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1947" y="968359"/>
            <a:ext cx="780262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vitten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pithru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gruham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thejassothth-aasanam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dhaathriyil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alanju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dukhichum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thanichum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ellaam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paerkkallo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cheythenikkaay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186</a:t>
            </a:r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3 : 4 of 6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949" y="2924961"/>
            <a:ext cx="80799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msS´p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Rm³ s]«p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  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mXIÀ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I¿mse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mhmÂ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AhÀ®yamw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  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miw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HgnªtX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mtSsd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Rm³ s]«p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þ  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]m]n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Ft´äp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\o? </a:t>
            </a:r>
            <a:endParaRPr lang="pt-BR" sz="2800" dirty="0">
              <a:solidFill>
                <a:srgbClr val="800000"/>
              </a:solidFill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1948" y="968359"/>
            <a:ext cx="80799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paadenthu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paathakar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kayyaalae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naavaal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avarnyamaam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naasham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ozhinjithae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paadaerae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enth-aettu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nee?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186</a:t>
            </a:r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3 : 5 of 6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947" y="2844455"/>
            <a:ext cx="8672053" cy="1346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kzÀ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¤¯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nÂ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n¶p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Rm³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kuP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\y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c£bpw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lw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tamN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hpw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kþÀÆ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hc§fpw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sImþ¬Sp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h¶nÃtbm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sImþ¬Sphs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¶´p \o! </a:t>
            </a:r>
            <a:endParaRPr lang="pt-BR" sz="2800" dirty="0">
              <a:solidFill>
                <a:srgbClr val="800000"/>
              </a:solidFill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1947" y="807348"/>
            <a:ext cx="80199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swarggaththil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soujanya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rakshayum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mochanavum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sarvva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varangalum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konduvannillayo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konduvannenthu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nee?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186</a:t>
            </a:r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3 : 6 of 6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184" y="2951158"/>
            <a:ext cx="764522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n¶mbpsÊ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n¡mb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v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\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oþ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{]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XnjvTn¡nt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¶ </a:t>
            </a:r>
          </a:p>
          <a:p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temIhpw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shdp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¡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tamZn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¡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Xm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]¯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nÂ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kÀÆhpw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shdp¯p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b="1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þ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 c£I³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IqsS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hm</a:t>
            </a:r>
            <a:r>
              <a:rPr lang="en-US" sz="28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 </a:t>
            </a:r>
            <a:endParaRPr lang="pt-BR" sz="2800" dirty="0">
              <a:solidFill>
                <a:srgbClr val="800000"/>
              </a:solidFill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1947" y="807348"/>
            <a:ext cx="764522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ninnaayuss-enikkaay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prathishtikkinnae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lokavum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verukka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thaapaththil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sarvvavum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veruththu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2800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186</a:t>
            </a:r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</a:t>
            </a:r>
            <a:r>
              <a:rPr lang="en-GB">
                <a:latin typeface="Segoe UI" panose="020B0502040204020203" pitchFamily="34" charset="0"/>
              </a:rPr>
              <a:t>363</a:t>
            </a:r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1 of 9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4067" y="809172"/>
            <a:ext cx="7380165" cy="1380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Sthothrangal paadi njan vazhtheedume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Dhevaadhidhevane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rajadhi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vanangeedume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4067" y="2571750"/>
            <a:ext cx="710385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സ്തോത്രങ്ങള്‍ പാടി ഞാന്‍ വാഴ്ത്തിടുമേ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ദേവാധി ദേവനെ രാജാധിരാജാനെ വാഴ്ത്തി വണങ്ങിടുമേ (2)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2 of 9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2366" y="627293"/>
            <a:ext cx="7665278" cy="18070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Albhutha nitya sneham-ennil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Santhathem thanneedum divya sneham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Ennum maaraatha divya sneham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 vasikkum sneham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2366" y="2577540"/>
            <a:ext cx="6979269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അത്ഭുത നിത്യസ്നേഹം എന്നില്‍ സന്തതം തന്നിടും ദിവ്യസ്നേഹം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എന്നും മാറാത്ത ദിവ്യസ്നേഹം എന്നില്‍ വസിക്കും സ്നേഹം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1B511-CB05-C7B0-4B2A-4877AA0A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5D4D-E4DF-B32A-AEEB-24EB5EF9F3A8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2B5D11A-4B27-BE05-C2FF-224EE7AF4737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6299E-53B5-A8D8-DB63-658007E8DB69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3 of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FCC3D-93AD-0BBC-298F-C6F6242CEF8C}"/>
              </a:ext>
            </a:extLst>
          </p:cNvPr>
          <p:cNvSpPr/>
          <p:nvPr/>
        </p:nvSpPr>
        <p:spPr>
          <a:xfrm>
            <a:off x="1444067" y="809172"/>
            <a:ext cx="7380165" cy="1380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Sthothrangal paadi njan vazhtheedume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Dhevaadhidhevane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rajadhi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vanangeedume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E6D37C-9813-2DFA-F10C-C91F81BD0804}"/>
              </a:ext>
            </a:extLst>
          </p:cNvPr>
          <p:cNvSpPr/>
          <p:nvPr/>
        </p:nvSpPr>
        <p:spPr>
          <a:xfrm>
            <a:off x="1444067" y="2571750"/>
            <a:ext cx="710385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സ്തോത്രങ്ങള്‍ പാടി ഞാന്‍ വാഴ്ത്തിടുമേ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ദേവാധി ദേവനെ രാജാധിരാജാനെ വാഴ്ത്തി വണങ്ങിടുമേ (2)</a:t>
            </a:r>
          </a:p>
        </p:txBody>
      </p:sp>
    </p:spTree>
    <p:extLst>
      <p:ext uri="{BB962C8B-B14F-4D97-AF65-F5344CB8AC3E}">
        <p14:creationId xmlns:p14="http://schemas.microsoft.com/office/powerpoint/2010/main" val="13755919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4 of 9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1554" y="606070"/>
            <a:ext cx="6542301" cy="180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Maayalokathin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moham-thedi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Saapametta enne veenda sneham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Ennethediya divya sneham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perukum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82365" y="2730383"/>
            <a:ext cx="6979269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മായാലോകത്തി</a:t>
            </a: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മോഹം തേടി ശാപമേറ്റ എന്നെ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വീണ്‍ട സ്നേഹം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എന്നെത്തേടിയ ദിവ്യ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സ്നേഹം എന്നില്‍ പെരുകും സ്നേഹം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B6E9C-6A0C-6326-9CCC-CF58D44B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61C7-3FDE-C283-B2AE-163A601BB4CF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B635125-619C-7344-3FFB-D0629400B92B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EA95C0-C6CD-F5DA-415E-42BEB25A7CA5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5 of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8F3A47-B471-9F1A-BD56-7CFC68E884C7}"/>
              </a:ext>
            </a:extLst>
          </p:cNvPr>
          <p:cNvSpPr/>
          <p:nvPr/>
        </p:nvSpPr>
        <p:spPr>
          <a:xfrm>
            <a:off x="1444067" y="809172"/>
            <a:ext cx="7380165" cy="1380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Sthothrangal paadi njan vazhtheedume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Dhevaadhidhevane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rajadhi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vanangeedume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4FF28A-C5F7-2D44-1B04-D8357236B091}"/>
              </a:ext>
            </a:extLst>
          </p:cNvPr>
          <p:cNvSpPr/>
          <p:nvPr/>
        </p:nvSpPr>
        <p:spPr>
          <a:xfrm>
            <a:off x="1444067" y="2571750"/>
            <a:ext cx="710385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സ്തോത്രങ്ങള്‍ പാടി ഞാന്‍ വാഴ്ത്തിടുമേ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ദേവാധി ദേവനെ രാജാധിരാജാനെ വാഴ്ത്തി വണങ്ങിടുമേ (2)</a:t>
            </a:r>
          </a:p>
        </p:txBody>
      </p:sp>
    </p:spTree>
    <p:extLst>
      <p:ext uri="{BB962C8B-B14F-4D97-AF65-F5344CB8AC3E}">
        <p14:creationId xmlns:p14="http://schemas.microsoft.com/office/powerpoint/2010/main" val="31508553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6 of 9</a:t>
            </a:r>
          </a:p>
        </p:txBody>
      </p:sp>
      <p:sp>
        <p:nvSpPr>
          <p:cNvPr id="3" name="Rectangle 2"/>
          <p:cNvSpPr/>
          <p:nvPr/>
        </p:nvSpPr>
        <p:spPr>
          <a:xfrm>
            <a:off x="189653" y="626006"/>
            <a:ext cx="7653499" cy="180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Jeevanekiya sneham - sarva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Lokathin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shapathe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neekkum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shakthiyam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krooshin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Ullam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kavarum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neham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82366" y="2483570"/>
            <a:ext cx="7452034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ജീവനേകിയ സ്നേഹം സര്‍വ്വ 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ലോകത്തി</a:t>
            </a:r>
            <a:r>
              <a:rPr kumimoji="0" lang="ml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ശാപത്തെ നീക്കും സ്നേഹം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ജീവശക്തിയാം ക്രൂശിന്‍സ്നേഹം 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ഉള്ളം കവരും സ്നേഹം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23894-EA92-C457-FF21-74858B52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8576-0D63-A306-37C4-A77EA95CB90D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6D907EF-D9B6-127F-2EC8-E7CAC8EF0606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E185F-5709-85E2-CDD9-1B01E1EA1C8E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7 of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1130F1-9262-78BA-4BE3-D6B4B37E89FF}"/>
              </a:ext>
            </a:extLst>
          </p:cNvPr>
          <p:cNvSpPr/>
          <p:nvPr/>
        </p:nvSpPr>
        <p:spPr>
          <a:xfrm>
            <a:off x="1444067" y="809172"/>
            <a:ext cx="7380165" cy="1380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Sthothrangal paadi njan vazhtheedume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Dhevaadhidhevane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rajadhi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vanangeedume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2DBA7-B3EF-66F8-AD5A-229C525BA913}"/>
              </a:ext>
            </a:extLst>
          </p:cNvPr>
          <p:cNvSpPr/>
          <p:nvPr/>
        </p:nvSpPr>
        <p:spPr>
          <a:xfrm>
            <a:off x="1444067" y="2571750"/>
            <a:ext cx="710385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സ്തോത്രങ്ങള്‍ പാടി ഞാന്‍ വാഴ്ത്തിടുമേ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ദേവാധി ദേവനെ രാജാധിരാജാനെ വാഴ്ത്തി വണങ്ങിടുമേ (2)</a:t>
            </a:r>
          </a:p>
        </p:txBody>
      </p:sp>
    </p:spTree>
    <p:extLst>
      <p:ext uri="{BB962C8B-B14F-4D97-AF65-F5344CB8AC3E}">
        <p14:creationId xmlns:p14="http://schemas.microsoft.com/office/powerpoint/2010/main" val="10840572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8 of 9</a:t>
            </a:r>
          </a:p>
        </p:txBody>
      </p:sp>
      <p:sp>
        <p:nvSpPr>
          <p:cNvPr id="3" name="Rectangle 2"/>
          <p:cNvSpPr/>
          <p:nvPr/>
        </p:nvSpPr>
        <p:spPr>
          <a:xfrm>
            <a:off x="944972" y="626006"/>
            <a:ext cx="7254056" cy="180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Vakku maaraatha sneham - thiru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Vaagdhatham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thannenne nirthum sneham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Sarva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vallabhanaamen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naatha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Sthothram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ninakke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4871" y="2571750"/>
            <a:ext cx="7625573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വാക്കുമാറാത്ത സ്നേഹം തിരു 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വാഗ്ദത്തം തന്നെന്നെ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നിര്‍ത്തും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സ്നേഹം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സര്‍വ്വ വല്ലഭനാമെന്‍ നാഥാ 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സ്തോത്രം സ്തുതി നിക്കേ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A534A-3F7E-C6DE-A2C9-0763E490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FB12-DEA2-9BBD-27F6-92C886CEFCC6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GB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363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5111F7-8A55-AB32-FB1E-948D5BA9B005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D8C7ED-272B-4FFF-F565-B58621076741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Communion 5: 9 of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56F107-4FDA-A611-3EC8-D4E34BF87F55}"/>
              </a:ext>
            </a:extLst>
          </p:cNvPr>
          <p:cNvSpPr/>
          <p:nvPr/>
        </p:nvSpPr>
        <p:spPr>
          <a:xfrm>
            <a:off x="1444067" y="809172"/>
            <a:ext cx="7380165" cy="1380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Sthothrangal paadi njan vazhtheedume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Dhevaadhidhevane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rajadhi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vanangeedume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A77A3F-B36D-A297-2943-EB8BAD24F231}"/>
              </a:ext>
            </a:extLst>
          </p:cNvPr>
          <p:cNvSpPr/>
          <p:nvPr/>
        </p:nvSpPr>
        <p:spPr>
          <a:xfrm>
            <a:off x="1444067" y="2571750"/>
            <a:ext cx="710385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സ്തോത്രങ്ങള്‍ പാടി ഞാന്‍ വാഴ്ത്തിടുമേ</a:t>
            </a:r>
          </a:p>
          <a:p>
            <a:pPr marL="0" marR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ദേവാധി ദേവനെ രാജാധിരാജാനെ വാഴ്ത്തി വണങ്ങിടുമേ (2)</a:t>
            </a:r>
          </a:p>
        </p:txBody>
      </p:sp>
    </p:spTree>
    <p:extLst>
      <p:ext uri="{BB962C8B-B14F-4D97-AF65-F5344CB8AC3E}">
        <p14:creationId xmlns:p14="http://schemas.microsoft.com/office/powerpoint/2010/main" val="1950544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/>
          <p:nvPr/>
        </p:nvSpPr>
        <p:spPr>
          <a:xfrm>
            <a:off x="973756" y="1615256"/>
            <a:ext cx="6858100" cy="19129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</a:rPr>
              <a:t>Doxology VIII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kumimoji="0" lang="en-US" sz="6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Sarvvashishatthin thaathane</a:t>
            </a:r>
            <a:endParaRPr kumimoji="0" lang="en-US" sz="600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Doxology – IV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5714" y="641670"/>
            <a:ext cx="8381627" cy="20440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32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Sarvvashishatthin thaathane</a:t>
            </a:r>
            <a:endParaRPr lang="en-SG" sz="3200" dirty="0"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SG" sz="3200" dirty="0" err="1">
                <a:ea typeface="Calibri" panose="020F0502020204030204" pitchFamily="34" charset="0"/>
                <a:cs typeface="Segoe UI" panose="020B0502040204020203" pitchFamily="34" charset="0"/>
              </a:rPr>
              <a:t>Vaazhtthuvin</a:t>
            </a:r>
            <a:r>
              <a:rPr lang="en-SG" sz="3200" dirty="0"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3200" dirty="0" err="1">
                <a:ea typeface="Calibri" panose="020F0502020204030204" pitchFamily="34" charset="0"/>
                <a:cs typeface="Segoe UI" panose="020B0502040204020203" pitchFamily="34" charset="0"/>
              </a:rPr>
              <a:t>lokaraakave</a:t>
            </a:r>
            <a:endParaRPr lang="en-SG" sz="3200" dirty="0">
              <a:ea typeface="Calibri" panose="020F0502020204030204" pitchFamily="34" charset="0"/>
              <a:cs typeface="Segoe UI" panose="020B0502040204020203" pitchFamily="34" charset="0"/>
            </a:endParaRPr>
          </a:p>
          <a:p>
            <a:r>
              <a:rPr lang="en-SG" sz="3200" dirty="0">
                <a:ea typeface="Calibri" panose="020F0502020204030204" pitchFamily="34" charset="0"/>
                <a:cs typeface="Segoe UI" panose="020B0502040204020203" pitchFamily="34" charset="0"/>
              </a:rPr>
              <a:t>Vazhtthuvin swarga senayum</a:t>
            </a:r>
          </a:p>
          <a:p>
            <a:r>
              <a:rPr lang="en-SG" sz="3200" dirty="0">
                <a:ea typeface="Calibri" panose="020F0502020204030204" pitchFamily="34" charset="0"/>
                <a:cs typeface="Segoe UI" panose="020B0502040204020203" pitchFamily="34" charset="0"/>
              </a:rPr>
              <a:t>Vaazhtthin pitha puthrathmane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714" y="2841353"/>
            <a:ext cx="8730673" cy="22582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4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സർവ്വാശിഷത്തി</a:t>
            </a:r>
            <a:r>
              <a:rPr lang="en-SG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ൻ </a:t>
            </a:r>
            <a:r>
              <a:rPr lang="en-SG" sz="2400" dirty="0" err="1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താതനെ</a:t>
            </a:r>
            <a:endParaRPr lang="en-SG" sz="2400" dirty="0">
              <a:latin typeface="ML-TTKarthika" panose="04000000000000000000" pitchFamily="82" charset="0"/>
              <a:ea typeface="ML-TTKarthika" panose="04000000000000000000" pitchFamily="82" charset="0"/>
              <a:cs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en-SG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വാഴ്ത്തുവിൻ ലോകരാകവെ</a:t>
            </a:r>
          </a:p>
          <a:p>
            <a:pPr>
              <a:lnSpc>
                <a:spcPct val="150000"/>
              </a:lnSpc>
            </a:pPr>
            <a:r>
              <a:rPr lang="en-SG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വാഴ്ത്തുവിൻ സ്വർഗസേനയും</a:t>
            </a:r>
          </a:p>
          <a:p>
            <a:pPr>
              <a:lnSpc>
                <a:spcPct val="150000"/>
              </a:lnSpc>
            </a:pPr>
            <a:r>
              <a:rPr lang="en-SG" sz="2400" dirty="0">
                <a:latin typeface="ML-TTKarthika" panose="04000000000000000000" pitchFamily="82" charset="0"/>
                <a:ea typeface="ML-TTKarthika" panose="04000000000000000000" pitchFamily="82" charset="0"/>
                <a:cs typeface="ML-TTKarthika" panose="04000000000000000000" pitchFamily="82" charset="0"/>
              </a:rPr>
              <a:t>വാഴ്ത്തിൻ പിതാ പുത്രാത്മനെ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</TotalTime>
  <Words>3113</Words>
  <Application>Microsoft Office PowerPoint</Application>
  <PresentationFormat>On-screen Show (16:9)</PresentationFormat>
  <Paragraphs>717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85" baseType="lpstr">
      <vt:lpstr>Algerian</vt:lpstr>
      <vt:lpstr>Amasis MT Pro Medium</vt:lpstr>
      <vt:lpstr>Aptos</vt:lpstr>
      <vt:lpstr>Arial</vt:lpstr>
      <vt:lpstr>Bahnschrift</vt:lpstr>
      <vt:lpstr>Calibri</vt:lpstr>
      <vt:lpstr>Calibri Light</vt:lpstr>
      <vt:lpstr>Gabriola</vt:lpstr>
      <vt:lpstr>Gill Sans MT</vt:lpstr>
      <vt:lpstr>ML-TTKarthika</vt:lpstr>
      <vt:lpstr>Segoe UI</vt:lpstr>
      <vt:lpstr>1_Office Theme</vt:lpstr>
      <vt:lpstr>6_Office Theme</vt:lpstr>
      <vt:lpstr>Office 2013 - 2022 Theme</vt:lpstr>
      <vt:lpstr>PowerPoint Presentation</vt:lpstr>
      <vt:lpstr>PowerPoint Presentation</vt:lpstr>
      <vt:lpstr>Opening Song – Hymn 28</vt:lpstr>
      <vt:lpstr>Opening Song – Hymn 28</vt:lpstr>
      <vt:lpstr>Opening Song – Hymn 28</vt:lpstr>
      <vt:lpstr>Opening Song – Hymn 28</vt:lpstr>
      <vt:lpstr>PowerPoint Presentation</vt:lpstr>
      <vt:lpstr>Thanksgiving Prayers – sthothrangal paadi njaan</vt:lpstr>
      <vt:lpstr>PowerPoint Presentation</vt:lpstr>
      <vt:lpstr>Offertory – Hymn 384</vt:lpstr>
      <vt:lpstr>Offertory – Hymn 384</vt:lpstr>
      <vt:lpstr>Offertory - Hymn 384</vt:lpstr>
      <vt:lpstr>Offertory – Hymn 384</vt:lpstr>
      <vt:lpstr>Offertory – Hymn 384</vt:lpstr>
      <vt:lpstr>Offertory – Hymn 384</vt:lpstr>
      <vt:lpstr>Offertory – Hymn 384</vt:lpstr>
      <vt:lpstr>Offertory – Hymn 384</vt:lpstr>
      <vt:lpstr>Offertory - Hymn 384</vt:lpstr>
      <vt:lpstr>Offertory – Hymn 384</vt:lpstr>
      <vt:lpstr>PowerPoint Presentation</vt:lpstr>
      <vt:lpstr>PowerPoint Presentation</vt:lpstr>
      <vt:lpstr>Confession – Hymn 210 </vt:lpstr>
      <vt:lpstr>PowerPoint Presentation</vt:lpstr>
      <vt:lpstr>PowerPoint Presentation</vt:lpstr>
      <vt:lpstr>Holy Communion – Hymn 210 </vt:lpstr>
      <vt:lpstr>Holy Communion – Hymn 210 </vt:lpstr>
      <vt:lpstr>Holy Communion – Hymn 210 </vt:lpstr>
      <vt:lpstr>Holy Communion – Hymn 210 </vt:lpstr>
      <vt:lpstr>Holy Communion – Hymn 210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Holy Communion Hymn – 363</vt:lpstr>
      <vt:lpstr>Holy Communion Hymn – 363</vt:lpstr>
      <vt:lpstr>Holy Communion Hymn – 363</vt:lpstr>
      <vt:lpstr>Holy Communion Hymn – 363</vt:lpstr>
      <vt:lpstr>Holy Communion Hymn – 363</vt:lpstr>
      <vt:lpstr>Holy Communion Hymn – 363</vt:lpstr>
      <vt:lpstr>Holy Communion Hymn – 363</vt:lpstr>
      <vt:lpstr>Holy Communion Hymn – 363</vt:lpstr>
      <vt:lpstr>Holy Communion Hymn – 363</vt:lpstr>
      <vt:lpstr>PowerPoint Presentation</vt:lpstr>
      <vt:lpstr>Doxology – IV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Reuben Stephen</cp:lastModifiedBy>
  <cp:revision>1098</cp:revision>
  <cp:lastPrinted>2025-07-05T14:18:11Z</cp:lastPrinted>
  <dcterms:created xsi:type="dcterms:W3CDTF">2020-09-02T02:55:07Z</dcterms:created>
  <dcterms:modified xsi:type="dcterms:W3CDTF">2025-10-04T04:22:35Z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