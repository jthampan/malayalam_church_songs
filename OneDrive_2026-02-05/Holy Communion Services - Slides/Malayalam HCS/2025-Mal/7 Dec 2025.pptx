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70"/>
  </p:notesMasterIdLst>
  <p:sldIdLst>
    <p:sldId id="511" r:id="rId4"/>
    <p:sldId id="2569" r:id="rId5"/>
    <p:sldId id="2529" r:id="rId6"/>
    <p:sldId id="2712" r:id="rId7"/>
    <p:sldId id="2713" r:id="rId8"/>
    <p:sldId id="2714" r:id="rId9"/>
    <p:sldId id="2715" r:id="rId10"/>
    <p:sldId id="952" r:id="rId11"/>
    <p:sldId id="2228" r:id="rId12"/>
    <p:sldId id="2531" r:id="rId13"/>
    <p:sldId id="1545" r:id="rId14"/>
    <p:sldId id="2685" r:id="rId15"/>
    <p:sldId id="2686" r:id="rId16"/>
    <p:sldId id="2450" r:id="rId17"/>
    <p:sldId id="2530" r:id="rId18"/>
    <p:sldId id="1888" r:id="rId19"/>
    <p:sldId id="2716" r:id="rId20"/>
    <p:sldId id="1539" r:id="rId21"/>
    <p:sldId id="2628" r:id="rId22"/>
    <p:sldId id="2621" r:id="rId23"/>
    <p:sldId id="2717" r:id="rId24"/>
    <p:sldId id="2718" r:id="rId25"/>
    <p:sldId id="2720" r:id="rId26"/>
    <p:sldId id="2719" r:id="rId27"/>
    <p:sldId id="2721" r:id="rId28"/>
    <p:sldId id="2722" r:id="rId29"/>
    <p:sldId id="2723" r:id="rId30"/>
    <p:sldId id="2724" r:id="rId31"/>
    <p:sldId id="2725" r:id="rId32"/>
    <p:sldId id="2726" r:id="rId33"/>
    <p:sldId id="2727" r:id="rId34"/>
    <p:sldId id="2576" r:id="rId35"/>
    <p:sldId id="2606" r:id="rId36"/>
    <p:sldId id="2728" r:id="rId37"/>
    <p:sldId id="2729" r:id="rId38"/>
    <p:sldId id="2737" r:id="rId39"/>
    <p:sldId id="2597" r:id="rId40"/>
    <p:sldId id="2577" r:id="rId41"/>
    <p:sldId id="2695" r:id="rId42"/>
    <p:sldId id="2696" r:id="rId43"/>
    <p:sldId id="2697" r:id="rId44"/>
    <p:sldId id="2698" r:id="rId45"/>
    <p:sldId id="2699" r:id="rId46"/>
    <p:sldId id="2636" r:id="rId47"/>
    <p:sldId id="2637" r:id="rId48"/>
    <p:sldId id="2730" r:id="rId49"/>
    <p:sldId id="2731" r:id="rId50"/>
    <p:sldId id="2732" r:id="rId51"/>
    <p:sldId id="2733" r:id="rId52"/>
    <p:sldId id="2734" r:id="rId53"/>
    <p:sldId id="2735" r:id="rId54"/>
    <p:sldId id="2634" r:id="rId55"/>
    <p:sldId id="2615" r:id="rId56"/>
    <p:sldId id="2700" r:id="rId57"/>
    <p:sldId id="2701" r:id="rId58"/>
    <p:sldId id="2702" r:id="rId59"/>
    <p:sldId id="2635" r:id="rId60"/>
    <p:sldId id="1689" r:id="rId61"/>
    <p:sldId id="2703" r:id="rId62"/>
    <p:sldId id="2704" r:id="rId63"/>
    <p:sldId id="2705" r:id="rId64"/>
    <p:sldId id="2706" r:id="rId65"/>
    <p:sldId id="2707" r:id="rId66"/>
    <p:sldId id="1444" r:id="rId67"/>
    <p:sldId id="2231" r:id="rId68"/>
    <p:sldId id="2736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0428A0-8147-44B7-AF10-68E2EFC41E5E}" v="118" dt="2025-12-06T09:28:07.722"/>
    <p1510:client id="{A4645977-5116-D016-68D0-997D52A0C7A5}" v="226" dt="2025-12-06T14:15:02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0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6/11/relationships/changesInfo" Target="changesInfos/changesInfo1.xml"/><Relationship Id="rId7" Type="http://schemas.openxmlformats.org/officeDocument/2006/relationships/slide" Target="slides/slide4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4645977-5116-D016-68D0-997D52A0C7A5}"/>
    <pc:docChg chg="addSld delSld modSld">
      <pc:chgData name="Guest User" userId="" providerId="Windows Live" clId="Web-{A4645977-5116-D016-68D0-997D52A0C7A5}" dt="2025-12-06T14:15:02.126" v="199" actId="1076"/>
      <pc:docMkLst>
        <pc:docMk/>
      </pc:docMkLst>
      <pc:sldChg chg="modSp">
        <pc:chgData name="Guest User" userId="" providerId="Windows Live" clId="Web-{A4645977-5116-D016-68D0-997D52A0C7A5}" dt="2025-12-06T13:58:10.725" v="59" actId="1076"/>
        <pc:sldMkLst>
          <pc:docMk/>
          <pc:sldMk cId="0" sldId="1545"/>
        </pc:sldMkLst>
        <pc:spChg chg="mod">
          <ac:chgData name="Guest User" userId="" providerId="Windows Live" clId="Web-{A4645977-5116-D016-68D0-997D52A0C7A5}" dt="2025-12-06T13:58:06.881" v="58" actId="1076"/>
          <ac:spMkLst>
            <pc:docMk/>
            <pc:sldMk cId="0" sldId="1545"/>
            <ac:spMk id="4" creationId="{E788F937-957D-149C-3ECC-255A2AA13985}"/>
          </ac:spMkLst>
        </pc:spChg>
        <pc:spChg chg="mod">
          <ac:chgData name="Guest User" userId="" providerId="Windows Live" clId="Web-{A4645977-5116-D016-68D0-997D52A0C7A5}" dt="2025-12-06T13:57:17.033" v="43" actId="1076"/>
          <ac:spMkLst>
            <pc:docMk/>
            <pc:sldMk cId="0" sldId="1545"/>
            <ac:spMk id="6" creationId="{5799F3AE-D01E-4197-0BAB-7444E983DDAD}"/>
          </ac:spMkLst>
        </pc:spChg>
        <pc:spChg chg="mod">
          <ac:chgData name="Guest User" userId="" providerId="Windows Live" clId="Web-{A4645977-5116-D016-68D0-997D52A0C7A5}" dt="2025-12-06T13:58:10.725" v="59" actId="1076"/>
          <ac:spMkLst>
            <pc:docMk/>
            <pc:sldMk cId="0" sldId="1545"/>
            <ac:spMk id="8" creationId="{6E10A47E-B7E0-1666-D535-5A07C36A57BB}"/>
          </ac:spMkLst>
        </pc:spChg>
        <pc:picChg chg="mod">
          <ac:chgData name="Guest User" userId="" providerId="Windows Live" clId="Web-{A4645977-5116-D016-68D0-997D52A0C7A5}" dt="2025-12-06T13:57:17.048" v="44" actId="1076"/>
          <ac:picMkLst>
            <pc:docMk/>
            <pc:sldMk cId="0" sldId="1545"/>
            <ac:picMk id="7" creationId="{5BDE969A-31AC-BE4F-7946-5FF90F572E66}"/>
          </ac:picMkLst>
        </pc:picChg>
      </pc:sldChg>
      <pc:sldChg chg="modSp">
        <pc:chgData name="Guest User" userId="" providerId="Windows Live" clId="Web-{A4645977-5116-D016-68D0-997D52A0C7A5}" dt="2025-12-06T13:58:52.088" v="66" actId="1076"/>
        <pc:sldMkLst>
          <pc:docMk/>
          <pc:sldMk cId="0" sldId="1888"/>
        </pc:sldMkLst>
        <pc:spChg chg="mod">
          <ac:chgData name="Guest User" userId="" providerId="Windows Live" clId="Web-{A4645977-5116-D016-68D0-997D52A0C7A5}" dt="2025-12-06T13:58:52.088" v="66" actId="1076"/>
          <ac:spMkLst>
            <pc:docMk/>
            <pc:sldMk cId="0" sldId="1888"/>
            <ac:spMk id="5" creationId="{BFFE2F62-0D7D-4845-E232-E3F7CBD175FD}"/>
          </ac:spMkLst>
        </pc:spChg>
      </pc:sldChg>
      <pc:sldChg chg="modSp">
        <pc:chgData name="Guest User" userId="" providerId="Windows Live" clId="Web-{A4645977-5116-D016-68D0-997D52A0C7A5}" dt="2025-12-06T14:13:43.150" v="197" actId="20577"/>
        <pc:sldMkLst>
          <pc:docMk/>
          <pc:sldMk cId="0" sldId="2228"/>
        </pc:sldMkLst>
        <pc:spChg chg="mod">
          <ac:chgData name="Guest User" userId="" providerId="Windows Live" clId="Web-{A4645977-5116-D016-68D0-997D52A0C7A5}" dt="2025-12-06T14:13:26.695" v="191" actId="1076"/>
          <ac:spMkLst>
            <pc:docMk/>
            <pc:sldMk cId="0" sldId="2228"/>
            <ac:spMk id="3" creationId="{E073C57E-3037-6F6D-2C08-FDE3E21031B2}"/>
          </ac:spMkLst>
        </pc:spChg>
        <pc:spChg chg="mod">
          <ac:chgData name="Guest User" userId="" providerId="Windows Live" clId="Web-{A4645977-5116-D016-68D0-997D52A0C7A5}" dt="2025-12-06T14:13:43.150" v="197" actId="20577"/>
          <ac:spMkLst>
            <pc:docMk/>
            <pc:sldMk cId="0" sldId="2228"/>
            <ac:spMk id="5" creationId="{97992ACC-33DF-BC57-DE77-1F6AF1C41C43}"/>
          </ac:spMkLst>
        </pc:spChg>
      </pc:sldChg>
      <pc:sldChg chg="modSp">
        <pc:chgData name="Guest User" userId="" providerId="Windows Live" clId="Web-{A4645977-5116-D016-68D0-997D52A0C7A5}" dt="2025-12-06T14:09:38.113" v="163"/>
        <pc:sldMkLst>
          <pc:docMk/>
          <pc:sldMk cId="0" sldId="2231"/>
        </pc:sldMkLst>
        <pc:spChg chg="mod">
          <ac:chgData name="Guest User" userId="" providerId="Windows Live" clId="Web-{A4645977-5116-D016-68D0-997D52A0C7A5}" dt="2025-12-06T14:09:04.331" v="157" actId="1076"/>
          <ac:spMkLst>
            <pc:docMk/>
            <pc:sldMk cId="0" sldId="2231"/>
            <ac:spMk id="3" creationId="{9A30E301-6CDA-CCD3-B463-3CBCC66B75E7}"/>
          </ac:spMkLst>
        </pc:spChg>
        <pc:spChg chg="mod">
          <ac:chgData name="Guest User" userId="" providerId="Windows Live" clId="Web-{A4645977-5116-D016-68D0-997D52A0C7A5}" dt="2025-12-06T14:09:38.113" v="163"/>
          <ac:spMkLst>
            <pc:docMk/>
            <pc:sldMk cId="0" sldId="2231"/>
            <ac:spMk id="5" creationId="{0F78A099-479D-5CC8-7F7F-E2677678C304}"/>
          </ac:spMkLst>
        </pc:spChg>
      </pc:sldChg>
      <pc:sldChg chg="modSp">
        <pc:chgData name="Guest User" userId="" providerId="Windows Live" clId="Web-{A4645977-5116-D016-68D0-997D52A0C7A5}" dt="2025-12-06T14:11:59.646" v="177" actId="14100"/>
        <pc:sldMkLst>
          <pc:docMk/>
          <pc:sldMk cId="0" sldId="2529"/>
        </pc:sldMkLst>
        <pc:spChg chg="mod">
          <ac:chgData name="Guest User" userId="" providerId="Windows Live" clId="Web-{A4645977-5116-D016-68D0-997D52A0C7A5}" dt="2025-12-06T14:11:59.646" v="177" actId="14100"/>
          <ac:spMkLst>
            <pc:docMk/>
            <pc:sldMk cId="0" sldId="2529"/>
            <ac:spMk id="5" creationId="{9C9C5FCF-9788-AA09-9F26-D8CF6A9494AF}"/>
          </ac:spMkLst>
        </pc:spChg>
      </pc:sldChg>
      <pc:sldChg chg="modSp">
        <pc:chgData name="Guest User" userId="" providerId="Windows Live" clId="Web-{A4645977-5116-D016-68D0-997D52A0C7A5}" dt="2025-12-06T14:00:47.704" v="83" actId="20577"/>
        <pc:sldMkLst>
          <pc:docMk/>
          <pc:sldMk cId="0" sldId="2606"/>
        </pc:sldMkLst>
        <pc:spChg chg="mod">
          <ac:chgData name="Guest User" userId="" providerId="Windows Live" clId="Web-{A4645977-5116-D016-68D0-997D52A0C7A5}" dt="2025-12-06T14:00:40.688" v="80" actId="20577"/>
          <ac:spMkLst>
            <pc:docMk/>
            <pc:sldMk cId="0" sldId="2606"/>
            <ac:spMk id="3" creationId="{CDB90F7E-78C9-B430-C44E-4D2E424359DC}"/>
          </ac:spMkLst>
        </pc:spChg>
        <pc:spChg chg="mod">
          <ac:chgData name="Guest User" userId="" providerId="Windows Live" clId="Web-{A4645977-5116-D016-68D0-997D52A0C7A5}" dt="2025-12-06T14:00:47.704" v="83" actId="20577"/>
          <ac:spMkLst>
            <pc:docMk/>
            <pc:sldMk cId="0" sldId="2606"/>
            <ac:spMk id="4" creationId="{AAF53F0A-9CE2-AA57-00F8-014524363F23}"/>
          </ac:spMkLst>
        </pc:spChg>
      </pc:sldChg>
      <pc:sldChg chg="modSp">
        <pc:chgData name="Guest User" userId="" providerId="Windows Live" clId="Web-{A4645977-5116-D016-68D0-997D52A0C7A5}" dt="2025-12-06T14:04:37.900" v="118" actId="20577"/>
        <pc:sldMkLst>
          <pc:docMk/>
          <pc:sldMk cId="0" sldId="2615"/>
        </pc:sldMkLst>
        <pc:spChg chg="mod">
          <ac:chgData name="Guest User" userId="" providerId="Windows Live" clId="Web-{A4645977-5116-D016-68D0-997D52A0C7A5}" dt="2025-12-06T14:04:37.900" v="118" actId="20577"/>
          <ac:spMkLst>
            <pc:docMk/>
            <pc:sldMk cId="0" sldId="2615"/>
            <ac:spMk id="4" creationId="{4DDD432E-DF5F-31B8-3D04-5E3DEEB75FF2}"/>
          </ac:spMkLst>
        </pc:spChg>
        <pc:spChg chg="mod">
          <ac:chgData name="Guest User" userId="" providerId="Windows Live" clId="Web-{A4645977-5116-D016-68D0-997D52A0C7A5}" dt="2025-12-06T14:03:31.664" v="106" actId="1076"/>
          <ac:spMkLst>
            <pc:docMk/>
            <pc:sldMk cId="0" sldId="2615"/>
            <ac:spMk id="8" creationId="{2183E626-08DF-2FCB-BDA9-4202CF766948}"/>
          </ac:spMkLst>
        </pc:spChg>
      </pc:sldChg>
      <pc:sldChg chg="modSp">
        <pc:chgData name="Guest User" userId="" providerId="Windows Live" clId="Web-{A4645977-5116-D016-68D0-997D52A0C7A5}" dt="2025-12-06T13:59:07.433" v="68" actId="1076"/>
        <pc:sldMkLst>
          <pc:docMk/>
          <pc:sldMk cId="0" sldId="2621"/>
        </pc:sldMkLst>
        <pc:spChg chg="mod">
          <ac:chgData name="Guest User" userId="" providerId="Windows Live" clId="Web-{A4645977-5116-D016-68D0-997D52A0C7A5}" dt="2025-12-06T13:59:07.433" v="68" actId="1076"/>
          <ac:spMkLst>
            <pc:docMk/>
            <pc:sldMk cId="0" sldId="2621"/>
            <ac:spMk id="5" creationId="{5B8B2E01-0D00-1EDC-93D2-16823D17E360}"/>
          </ac:spMkLst>
        </pc:spChg>
      </pc:sldChg>
      <pc:sldChg chg="modSp">
        <pc:chgData name="Guest User" userId="" providerId="Windows Live" clId="Web-{A4645977-5116-D016-68D0-997D52A0C7A5}" dt="2025-12-06T14:02:17.615" v="97" actId="1076"/>
        <pc:sldMkLst>
          <pc:docMk/>
          <pc:sldMk cId="0" sldId="2637"/>
        </pc:sldMkLst>
        <pc:spChg chg="mod">
          <ac:chgData name="Guest User" userId="" providerId="Windows Live" clId="Web-{A4645977-5116-D016-68D0-997D52A0C7A5}" dt="2025-12-06T14:02:17.615" v="97" actId="1076"/>
          <ac:spMkLst>
            <pc:docMk/>
            <pc:sldMk cId="0" sldId="2637"/>
            <ac:spMk id="2" creationId="{0D9B6C49-E3DE-C872-2B89-3D39C75285B2}"/>
          </ac:spMkLst>
        </pc:spChg>
      </pc:sldChg>
      <pc:sldChg chg="addSp delSp modSp">
        <pc:chgData name="Guest User" userId="" providerId="Windows Live" clId="Web-{A4645977-5116-D016-68D0-997D52A0C7A5}" dt="2025-12-06T13:57:57.865" v="56" actId="1076"/>
        <pc:sldMkLst>
          <pc:docMk/>
          <pc:sldMk cId="2014860187" sldId="2685"/>
        </pc:sldMkLst>
        <pc:spChg chg="del mod">
          <ac:chgData name="Guest User" userId="" providerId="Windows Live" clId="Web-{A4645977-5116-D016-68D0-997D52A0C7A5}" dt="2025-12-06T13:57:47.536" v="54"/>
          <ac:spMkLst>
            <pc:docMk/>
            <pc:sldMk cId="2014860187" sldId="2685"/>
            <ac:spMk id="6" creationId="{A7C1DD1F-B678-3F73-37A9-6963C11C7370}"/>
          </ac:spMkLst>
        </pc:spChg>
        <pc:spChg chg="del">
          <ac:chgData name="Guest User" userId="" providerId="Windows Live" clId="Web-{A4645977-5116-D016-68D0-997D52A0C7A5}" dt="2025-12-06T13:57:23.205" v="45"/>
          <ac:spMkLst>
            <pc:docMk/>
            <pc:sldMk cId="2014860187" sldId="2685"/>
            <ac:spMk id="7" creationId="{1A8472C9-929E-1C8E-64BD-621B5357FBDF}"/>
          </ac:spMkLst>
        </pc:spChg>
        <pc:spChg chg="mod">
          <ac:chgData name="Guest User" userId="" providerId="Windows Live" clId="Web-{A4645977-5116-D016-68D0-997D52A0C7A5}" dt="2025-12-06T13:57:57.865" v="56" actId="1076"/>
          <ac:spMkLst>
            <pc:docMk/>
            <pc:sldMk cId="2014860187" sldId="2685"/>
            <ac:spMk id="8" creationId="{6578E683-D44E-4B4E-4F4E-59BB78B99107}"/>
          </ac:spMkLst>
        </pc:spChg>
        <pc:spChg chg="add">
          <ac:chgData name="Guest User" userId="" providerId="Windows Live" clId="Web-{A4645977-5116-D016-68D0-997D52A0C7A5}" dt="2025-12-06T13:57:37.972" v="50"/>
          <ac:spMkLst>
            <pc:docMk/>
            <pc:sldMk cId="2014860187" sldId="2685"/>
            <ac:spMk id="9" creationId="{893A06CF-933A-5461-898F-65274EDA175F}"/>
          </ac:spMkLst>
        </pc:spChg>
        <pc:spChg chg="del">
          <ac:chgData name="Guest User" userId="" providerId="Windows Live" clId="Web-{A4645977-5116-D016-68D0-997D52A0C7A5}" dt="2025-12-06T13:57:26.846" v="47"/>
          <ac:spMkLst>
            <pc:docMk/>
            <pc:sldMk cId="2014860187" sldId="2685"/>
            <ac:spMk id="10" creationId="{C5FBA9C6-BA06-6E0F-5894-F05A354FAD15}"/>
          </ac:spMkLst>
        </pc:spChg>
        <pc:spChg chg="add del">
          <ac:chgData name="Guest User" userId="" providerId="Windows Live" clId="Web-{A4645977-5116-D016-68D0-997D52A0C7A5}" dt="2025-12-06T13:57:45.317" v="53"/>
          <ac:spMkLst>
            <pc:docMk/>
            <pc:sldMk cId="2014860187" sldId="2685"/>
            <ac:spMk id="13" creationId="{046E4890-EF7B-AD04-2576-B2701F554360}"/>
          </ac:spMkLst>
        </pc:spChg>
        <pc:spChg chg="add">
          <ac:chgData name="Guest User" userId="" providerId="Windows Live" clId="Web-{A4645977-5116-D016-68D0-997D52A0C7A5}" dt="2025-12-06T13:57:48.458" v="55"/>
          <ac:spMkLst>
            <pc:docMk/>
            <pc:sldMk cId="2014860187" sldId="2685"/>
            <ac:spMk id="14" creationId="{A7C1DD1F-B678-3F73-37A9-6963C11C7370}"/>
          </ac:spMkLst>
        </pc:spChg>
        <pc:picChg chg="del">
          <ac:chgData name="Guest User" userId="" providerId="Windows Live" clId="Web-{A4645977-5116-D016-68D0-997D52A0C7A5}" dt="2025-12-06T13:57:23.205" v="46"/>
          <ac:picMkLst>
            <pc:docMk/>
            <pc:sldMk cId="2014860187" sldId="2685"/>
            <ac:picMk id="4" creationId="{5C65CFFE-27B1-76AA-8C3F-AF8DB159D734}"/>
          </ac:picMkLst>
        </pc:picChg>
        <pc:picChg chg="add">
          <ac:chgData name="Guest User" userId="" providerId="Windows Live" clId="Web-{A4645977-5116-D016-68D0-997D52A0C7A5}" dt="2025-12-06T13:57:38.035" v="51"/>
          <ac:picMkLst>
            <pc:docMk/>
            <pc:sldMk cId="2014860187" sldId="2685"/>
            <ac:picMk id="12" creationId="{634CB83F-1607-8228-E0B7-3DF0C3DF312F}"/>
          </ac:picMkLst>
        </pc:picChg>
      </pc:sldChg>
      <pc:sldChg chg="addSp delSp modSp">
        <pc:chgData name="Guest User" userId="" providerId="Windows Live" clId="Web-{A4645977-5116-D016-68D0-997D52A0C7A5}" dt="2025-12-06T13:58:34.930" v="65"/>
        <pc:sldMkLst>
          <pc:docMk/>
          <pc:sldMk cId="1156122184" sldId="2686"/>
        </pc:sldMkLst>
        <pc:spChg chg="mod">
          <ac:chgData name="Guest User" userId="" providerId="Windows Live" clId="Web-{A4645977-5116-D016-68D0-997D52A0C7A5}" dt="2025-12-06T13:55:01.634" v="26" actId="1076"/>
          <ac:spMkLst>
            <pc:docMk/>
            <pc:sldMk cId="1156122184" sldId="2686"/>
            <ac:spMk id="2" creationId="{6E38AC26-1C7D-87A4-BF8A-AFF9CB43BA06}"/>
          </ac:spMkLst>
        </pc:spChg>
        <pc:spChg chg="del mod">
          <ac:chgData name="Guest User" userId="" providerId="Windows Live" clId="Web-{A4645977-5116-D016-68D0-997D52A0C7A5}" dt="2025-12-06T13:58:34.102" v="64"/>
          <ac:spMkLst>
            <pc:docMk/>
            <pc:sldMk cId="1156122184" sldId="2686"/>
            <ac:spMk id="4" creationId="{EC5935AC-3E6D-8D76-8250-98904B1E61D9}"/>
          </ac:spMkLst>
        </pc:spChg>
        <pc:spChg chg="mod">
          <ac:chgData name="Guest User" userId="" providerId="Windows Live" clId="Web-{A4645977-5116-D016-68D0-997D52A0C7A5}" dt="2025-12-06T13:56:36.106" v="39" actId="1076"/>
          <ac:spMkLst>
            <pc:docMk/>
            <pc:sldMk cId="1156122184" sldId="2686"/>
            <ac:spMk id="6" creationId="{EEEF7C9E-B312-8330-E0BB-558F47F57F07}"/>
          </ac:spMkLst>
        </pc:spChg>
        <pc:spChg chg="add">
          <ac:chgData name="Guest User" userId="" providerId="Windows Live" clId="Web-{A4645977-5116-D016-68D0-997D52A0C7A5}" dt="2025-12-06T13:58:29.586" v="62"/>
          <ac:spMkLst>
            <pc:docMk/>
            <pc:sldMk cId="1156122184" sldId="2686"/>
            <ac:spMk id="8" creationId="{FDEDD573-981B-D1E6-F6AD-72F6F583EB38}"/>
          </ac:spMkLst>
        </pc:spChg>
        <pc:spChg chg="del">
          <ac:chgData name="Guest User" userId="" providerId="Windows Live" clId="Web-{A4645977-5116-D016-68D0-997D52A0C7A5}" dt="2025-12-06T13:58:28.492" v="61"/>
          <ac:spMkLst>
            <pc:docMk/>
            <pc:sldMk cId="1156122184" sldId="2686"/>
            <ac:spMk id="10" creationId="{55191AA9-E457-8624-4B64-FA555A5BA434}"/>
          </ac:spMkLst>
        </pc:spChg>
        <pc:spChg chg="add">
          <ac:chgData name="Guest User" userId="" providerId="Windows Live" clId="Web-{A4645977-5116-D016-68D0-997D52A0C7A5}" dt="2025-12-06T13:58:34.930" v="65"/>
          <ac:spMkLst>
            <pc:docMk/>
            <pc:sldMk cId="1156122184" sldId="2686"/>
            <ac:spMk id="12" creationId="{EC5935AC-3E6D-8D76-8250-98904B1E61D9}"/>
          </ac:spMkLst>
        </pc:spChg>
        <pc:picChg chg="del">
          <ac:chgData name="Guest User" userId="" providerId="Windows Live" clId="Web-{A4645977-5116-D016-68D0-997D52A0C7A5}" dt="2025-12-06T13:58:28.492" v="60"/>
          <ac:picMkLst>
            <pc:docMk/>
            <pc:sldMk cId="1156122184" sldId="2686"/>
            <ac:picMk id="7" creationId="{C186925D-3028-D933-60F6-5D5D4F757DC9}"/>
          </ac:picMkLst>
        </pc:picChg>
        <pc:picChg chg="add">
          <ac:chgData name="Guest User" userId="" providerId="Windows Live" clId="Web-{A4645977-5116-D016-68D0-997D52A0C7A5}" dt="2025-12-06T13:58:29.633" v="63"/>
          <ac:picMkLst>
            <pc:docMk/>
            <pc:sldMk cId="1156122184" sldId="2686"/>
            <ac:picMk id="11" creationId="{F8F065AB-43FA-3C7A-2F14-ABDDE897799E}"/>
          </ac:picMkLst>
        </pc:picChg>
      </pc:sldChg>
      <pc:sldChg chg="modSp">
        <pc:chgData name="Guest User" userId="" providerId="Windows Live" clId="Web-{A4645977-5116-D016-68D0-997D52A0C7A5}" dt="2025-12-06T14:05:11.682" v="124" actId="20577"/>
        <pc:sldMkLst>
          <pc:docMk/>
          <pc:sldMk cId="3143973321" sldId="2700"/>
        </pc:sldMkLst>
        <pc:spChg chg="mod">
          <ac:chgData name="Guest User" userId="" providerId="Windows Live" clId="Web-{A4645977-5116-D016-68D0-997D52A0C7A5}" dt="2025-12-06T14:05:11.682" v="124" actId="20577"/>
          <ac:spMkLst>
            <pc:docMk/>
            <pc:sldMk cId="3143973321" sldId="2700"/>
            <ac:spMk id="2" creationId="{96B99098-3851-5679-5093-1505B5D9BFEA}"/>
          </ac:spMkLst>
        </pc:spChg>
        <pc:spChg chg="mod">
          <ac:chgData name="Guest User" userId="" providerId="Windows Live" clId="Web-{A4645977-5116-D016-68D0-997D52A0C7A5}" dt="2025-12-06T14:04:02.555" v="112"/>
          <ac:spMkLst>
            <pc:docMk/>
            <pc:sldMk cId="3143973321" sldId="2700"/>
            <ac:spMk id="3" creationId="{9075156E-49DA-15CC-1F3E-DE226490ABD8}"/>
          </ac:spMkLst>
        </pc:spChg>
      </pc:sldChg>
      <pc:sldChg chg="modSp">
        <pc:chgData name="Guest User" userId="" providerId="Windows Live" clId="Web-{A4645977-5116-D016-68D0-997D52A0C7A5}" dt="2025-12-06T14:05:48.203" v="129" actId="1076"/>
        <pc:sldMkLst>
          <pc:docMk/>
          <pc:sldMk cId="1541606803" sldId="2701"/>
        </pc:sldMkLst>
        <pc:spChg chg="mod">
          <ac:chgData name="Guest User" userId="" providerId="Windows Live" clId="Web-{A4645977-5116-D016-68D0-997D52A0C7A5}" dt="2025-12-06T14:05:41.984" v="128" actId="20577"/>
          <ac:spMkLst>
            <pc:docMk/>
            <pc:sldMk cId="1541606803" sldId="2701"/>
            <ac:spMk id="4" creationId="{E33EAC07-6D04-E072-2F1E-DA4D1F0CA677}"/>
          </ac:spMkLst>
        </pc:spChg>
        <pc:spChg chg="mod">
          <ac:chgData name="Guest User" userId="" providerId="Windows Live" clId="Web-{A4645977-5116-D016-68D0-997D52A0C7A5}" dt="2025-12-06T14:05:48.203" v="129" actId="1076"/>
          <ac:spMkLst>
            <pc:docMk/>
            <pc:sldMk cId="1541606803" sldId="2701"/>
            <ac:spMk id="8" creationId="{804CA5A9-3676-E0E0-AC2E-C841148C6DF9}"/>
          </ac:spMkLst>
        </pc:spChg>
      </pc:sldChg>
      <pc:sldChg chg="modSp">
        <pc:chgData name="Guest User" userId="" providerId="Windows Live" clId="Web-{A4645977-5116-D016-68D0-997D52A0C7A5}" dt="2025-12-06T14:06:59.189" v="141"/>
        <pc:sldMkLst>
          <pc:docMk/>
          <pc:sldMk cId="4209564333" sldId="2702"/>
        </pc:sldMkLst>
        <pc:spChg chg="mod">
          <ac:chgData name="Guest User" userId="" providerId="Windows Live" clId="Web-{A4645977-5116-D016-68D0-997D52A0C7A5}" dt="2025-12-06T14:06:53.329" v="140" actId="1076"/>
          <ac:spMkLst>
            <pc:docMk/>
            <pc:sldMk cId="4209564333" sldId="2702"/>
            <ac:spMk id="2" creationId="{DD061BE5-DCCC-B5B8-581A-3D7D8A5618E5}"/>
          </ac:spMkLst>
        </pc:spChg>
        <pc:spChg chg="mod">
          <ac:chgData name="Guest User" userId="" providerId="Windows Live" clId="Web-{A4645977-5116-D016-68D0-997D52A0C7A5}" dt="2025-12-06T14:06:59.189" v="141"/>
          <ac:spMkLst>
            <pc:docMk/>
            <pc:sldMk cId="4209564333" sldId="2702"/>
            <ac:spMk id="3" creationId="{6EF73635-F5BF-EC64-4E71-9F53E293A013}"/>
          </ac:spMkLst>
        </pc:spChg>
      </pc:sldChg>
      <pc:sldChg chg="modSp">
        <pc:chgData name="Guest User" userId="" providerId="Windows Live" clId="Web-{A4645977-5116-D016-68D0-997D52A0C7A5}" dt="2025-12-06T14:11:40.567" v="174" actId="14100"/>
        <pc:sldMkLst>
          <pc:docMk/>
          <pc:sldMk cId="4224693155" sldId="2712"/>
        </pc:sldMkLst>
        <pc:spChg chg="mod">
          <ac:chgData name="Guest User" userId="" providerId="Windows Live" clId="Web-{A4645977-5116-D016-68D0-997D52A0C7A5}" dt="2025-12-06T14:11:40.567" v="174" actId="14100"/>
          <ac:spMkLst>
            <pc:docMk/>
            <pc:sldMk cId="4224693155" sldId="2712"/>
            <ac:spMk id="5" creationId="{A44673CB-83A7-BEA0-D6D0-208F08E4BF0C}"/>
          </ac:spMkLst>
        </pc:spChg>
      </pc:sldChg>
      <pc:sldChg chg="modSp">
        <pc:chgData name="Guest User" userId="" providerId="Windows Live" clId="Web-{A4645977-5116-D016-68D0-997D52A0C7A5}" dt="2025-12-06T14:11:52.083" v="176" actId="14100"/>
        <pc:sldMkLst>
          <pc:docMk/>
          <pc:sldMk cId="4098053687" sldId="2713"/>
        </pc:sldMkLst>
        <pc:spChg chg="mod">
          <ac:chgData name="Guest User" userId="" providerId="Windows Live" clId="Web-{A4645977-5116-D016-68D0-997D52A0C7A5}" dt="2025-12-06T14:11:52.083" v="176" actId="14100"/>
          <ac:spMkLst>
            <pc:docMk/>
            <pc:sldMk cId="4098053687" sldId="2713"/>
            <ac:spMk id="7" creationId="{E59DD0FA-8006-A482-2FB0-DEFF4C084AF1}"/>
          </ac:spMkLst>
        </pc:spChg>
      </pc:sldChg>
      <pc:sldChg chg="modSp">
        <pc:chgData name="Guest User" userId="" providerId="Windows Live" clId="Web-{A4645977-5116-D016-68D0-997D52A0C7A5}" dt="2025-12-06T14:12:25.959" v="179" actId="14100"/>
        <pc:sldMkLst>
          <pc:docMk/>
          <pc:sldMk cId="3137617639" sldId="2714"/>
        </pc:sldMkLst>
        <pc:spChg chg="mod">
          <ac:chgData name="Guest User" userId="" providerId="Windows Live" clId="Web-{A4645977-5116-D016-68D0-997D52A0C7A5}" dt="2025-12-06T14:12:25.959" v="179" actId="14100"/>
          <ac:spMkLst>
            <pc:docMk/>
            <pc:sldMk cId="3137617639" sldId="2714"/>
            <ac:spMk id="7" creationId="{E6BD4CBA-BB08-C529-A389-7E1B70B9BDB3}"/>
          </ac:spMkLst>
        </pc:spChg>
      </pc:sldChg>
      <pc:sldChg chg="modSp">
        <pc:chgData name="Guest User" userId="" providerId="Windows Live" clId="Web-{A4645977-5116-D016-68D0-997D52A0C7A5}" dt="2025-12-06T14:12:36.443" v="181" actId="14100"/>
        <pc:sldMkLst>
          <pc:docMk/>
          <pc:sldMk cId="3038184467" sldId="2715"/>
        </pc:sldMkLst>
        <pc:spChg chg="mod">
          <ac:chgData name="Guest User" userId="" providerId="Windows Live" clId="Web-{A4645977-5116-D016-68D0-997D52A0C7A5}" dt="2025-12-06T14:12:36.443" v="181" actId="14100"/>
          <ac:spMkLst>
            <pc:docMk/>
            <pc:sldMk cId="3038184467" sldId="2715"/>
            <ac:spMk id="7" creationId="{69350615-9344-C97F-41CC-A11C421FE59E}"/>
          </ac:spMkLst>
        </pc:spChg>
      </pc:sldChg>
      <pc:sldChg chg="modSp">
        <pc:chgData name="Guest User" userId="" providerId="Windows Live" clId="Web-{A4645977-5116-D016-68D0-997D52A0C7A5}" dt="2025-12-06T13:58:57.838" v="67" actId="1076"/>
        <pc:sldMkLst>
          <pc:docMk/>
          <pc:sldMk cId="2879912194" sldId="2716"/>
        </pc:sldMkLst>
        <pc:spChg chg="mod">
          <ac:chgData name="Guest User" userId="" providerId="Windows Live" clId="Web-{A4645977-5116-D016-68D0-997D52A0C7A5}" dt="2025-12-06T13:58:57.838" v="67" actId="1076"/>
          <ac:spMkLst>
            <pc:docMk/>
            <pc:sldMk cId="2879912194" sldId="2716"/>
            <ac:spMk id="5" creationId="{A2D792A0-FFEA-1E9F-9D66-09402576ADB6}"/>
          </ac:spMkLst>
        </pc:spChg>
      </pc:sldChg>
      <pc:sldChg chg="modSp">
        <pc:chgData name="Guest User" userId="" providerId="Windows Live" clId="Web-{A4645977-5116-D016-68D0-997D52A0C7A5}" dt="2025-12-06T13:59:14.214" v="69" actId="1076"/>
        <pc:sldMkLst>
          <pc:docMk/>
          <pc:sldMk cId="3470146200" sldId="2717"/>
        </pc:sldMkLst>
        <pc:spChg chg="mod">
          <ac:chgData name="Guest User" userId="" providerId="Windows Live" clId="Web-{A4645977-5116-D016-68D0-997D52A0C7A5}" dt="2025-12-06T13:59:14.214" v="69" actId="1076"/>
          <ac:spMkLst>
            <pc:docMk/>
            <pc:sldMk cId="3470146200" sldId="2717"/>
            <ac:spMk id="5" creationId="{8DBF68F4-4372-1797-5663-04FA2E389BB7}"/>
          </ac:spMkLst>
        </pc:spChg>
      </pc:sldChg>
      <pc:sldChg chg="modSp">
        <pc:chgData name="Guest User" userId="" providerId="Windows Live" clId="Web-{A4645977-5116-D016-68D0-997D52A0C7A5}" dt="2025-12-06T13:59:20.621" v="70" actId="1076"/>
        <pc:sldMkLst>
          <pc:docMk/>
          <pc:sldMk cId="953739214" sldId="2718"/>
        </pc:sldMkLst>
        <pc:spChg chg="mod">
          <ac:chgData name="Guest User" userId="" providerId="Windows Live" clId="Web-{A4645977-5116-D016-68D0-997D52A0C7A5}" dt="2025-12-06T13:59:20.621" v="70" actId="1076"/>
          <ac:spMkLst>
            <pc:docMk/>
            <pc:sldMk cId="953739214" sldId="2718"/>
            <ac:spMk id="5" creationId="{C908BBE7-E5A9-9F70-EA90-0333D21F070E}"/>
          </ac:spMkLst>
        </pc:spChg>
      </pc:sldChg>
      <pc:sldChg chg="modSp">
        <pc:chgData name="Guest User" userId="" providerId="Windows Live" clId="Web-{A4645977-5116-D016-68D0-997D52A0C7A5}" dt="2025-12-06T13:59:31.700" v="72" actId="1076"/>
        <pc:sldMkLst>
          <pc:docMk/>
          <pc:sldMk cId="3396112132" sldId="2719"/>
        </pc:sldMkLst>
        <pc:spChg chg="mod">
          <ac:chgData name="Guest User" userId="" providerId="Windows Live" clId="Web-{A4645977-5116-D016-68D0-997D52A0C7A5}" dt="2025-12-06T13:59:31.700" v="72" actId="1076"/>
          <ac:spMkLst>
            <pc:docMk/>
            <pc:sldMk cId="3396112132" sldId="2719"/>
            <ac:spMk id="5" creationId="{B4602305-075A-6CE1-BB6A-9EA8D75F053C}"/>
          </ac:spMkLst>
        </pc:spChg>
      </pc:sldChg>
      <pc:sldChg chg="modSp">
        <pc:chgData name="Guest User" userId="" providerId="Windows Live" clId="Web-{A4645977-5116-D016-68D0-997D52A0C7A5}" dt="2025-12-06T13:59:25.200" v="71" actId="1076"/>
        <pc:sldMkLst>
          <pc:docMk/>
          <pc:sldMk cId="3439601992" sldId="2720"/>
        </pc:sldMkLst>
        <pc:spChg chg="mod">
          <ac:chgData name="Guest User" userId="" providerId="Windows Live" clId="Web-{A4645977-5116-D016-68D0-997D52A0C7A5}" dt="2025-12-06T13:59:25.200" v="71" actId="1076"/>
          <ac:spMkLst>
            <pc:docMk/>
            <pc:sldMk cId="3439601992" sldId="2720"/>
            <ac:spMk id="5" creationId="{684CB0E6-0741-20F9-3C22-DC2D5EF37C6B}"/>
          </ac:spMkLst>
        </pc:spChg>
      </pc:sldChg>
      <pc:sldChg chg="modSp">
        <pc:chgData name="Guest User" userId="" providerId="Windows Live" clId="Web-{A4645977-5116-D016-68D0-997D52A0C7A5}" dt="2025-12-06T14:14:53.188" v="198" actId="1076"/>
        <pc:sldMkLst>
          <pc:docMk/>
          <pc:sldMk cId="4123816421" sldId="2721"/>
        </pc:sldMkLst>
        <pc:spChg chg="mod">
          <ac:chgData name="Guest User" userId="" providerId="Windows Live" clId="Web-{A4645977-5116-D016-68D0-997D52A0C7A5}" dt="2025-12-06T14:14:53.188" v="198" actId="1076"/>
          <ac:spMkLst>
            <pc:docMk/>
            <pc:sldMk cId="4123816421" sldId="2721"/>
            <ac:spMk id="5" creationId="{9CA60B9D-046C-09F3-A815-9C0C335AB4CB}"/>
          </ac:spMkLst>
        </pc:spChg>
      </pc:sldChg>
      <pc:sldChg chg="modSp">
        <pc:chgData name="Guest User" userId="" providerId="Windows Live" clId="Web-{A4645977-5116-D016-68D0-997D52A0C7A5}" dt="2025-12-06T13:59:40.201" v="73" actId="1076"/>
        <pc:sldMkLst>
          <pc:docMk/>
          <pc:sldMk cId="2573578471" sldId="2722"/>
        </pc:sldMkLst>
        <pc:spChg chg="mod">
          <ac:chgData name="Guest User" userId="" providerId="Windows Live" clId="Web-{A4645977-5116-D016-68D0-997D52A0C7A5}" dt="2025-12-06T13:59:40.201" v="73" actId="1076"/>
          <ac:spMkLst>
            <pc:docMk/>
            <pc:sldMk cId="2573578471" sldId="2722"/>
            <ac:spMk id="5" creationId="{996FFE7A-66D6-9C73-0523-F39FCA7030F1}"/>
          </ac:spMkLst>
        </pc:spChg>
      </pc:sldChg>
      <pc:sldChg chg="modSp">
        <pc:chgData name="Guest User" userId="" providerId="Windows Live" clId="Web-{A4645977-5116-D016-68D0-997D52A0C7A5}" dt="2025-12-06T14:00:12.015" v="74" actId="1076"/>
        <pc:sldMkLst>
          <pc:docMk/>
          <pc:sldMk cId="920269744" sldId="2723"/>
        </pc:sldMkLst>
        <pc:spChg chg="mod">
          <ac:chgData name="Guest User" userId="" providerId="Windows Live" clId="Web-{A4645977-5116-D016-68D0-997D52A0C7A5}" dt="2025-12-06T14:00:12.015" v="74" actId="1076"/>
          <ac:spMkLst>
            <pc:docMk/>
            <pc:sldMk cId="920269744" sldId="2723"/>
            <ac:spMk id="5" creationId="{133E90F2-7245-2D09-F45F-C4D9B2764556}"/>
          </ac:spMkLst>
        </pc:spChg>
      </pc:sldChg>
      <pc:sldChg chg="modSp">
        <pc:chgData name="Guest User" userId="" providerId="Windows Live" clId="Web-{A4645977-5116-D016-68D0-997D52A0C7A5}" dt="2025-12-06T14:00:16.953" v="75" actId="1076"/>
        <pc:sldMkLst>
          <pc:docMk/>
          <pc:sldMk cId="2158282030" sldId="2724"/>
        </pc:sldMkLst>
        <pc:spChg chg="mod">
          <ac:chgData name="Guest User" userId="" providerId="Windows Live" clId="Web-{A4645977-5116-D016-68D0-997D52A0C7A5}" dt="2025-12-06T14:00:16.953" v="75" actId="1076"/>
          <ac:spMkLst>
            <pc:docMk/>
            <pc:sldMk cId="2158282030" sldId="2724"/>
            <ac:spMk id="5" creationId="{5D7F0BB0-1B3F-9C1B-149B-1C477CE3F66E}"/>
          </ac:spMkLst>
        </pc:spChg>
      </pc:sldChg>
      <pc:sldChg chg="modSp">
        <pc:chgData name="Guest User" userId="" providerId="Windows Live" clId="Web-{A4645977-5116-D016-68D0-997D52A0C7A5}" dt="2025-12-06T14:15:02.126" v="199" actId="1076"/>
        <pc:sldMkLst>
          <pc:docMk/>
          <pc:sldMk cId="2551074408" sldId="2725"/>
        </pc:sldMkLst>
        <pc:spChg chg="mod">
          <ac:chgData name="Guest User" userId="" providerId="Windows Live" clId="Web-{A4645977-5116-D016-68D0-997D52A0C7A5}" dt="2025-12-06T14:15:02.126" v="199" actId="1076"/>
          <ac:spMkLst>
            <pc:docMk/>
            <pc:sldMk cId="2551074408" sldId="2725"/>
            <ac:spMk id="5" creationId="{AD61C5FC-E158-7CE5-9017-22DC0AF977D6}"/>
          </ac:spMkLst>
        </pc:spChg>
      </pc:sldChg>
      <pc:sldChg chg="modSp">
        <pc:chgData name="Guest User" userId="" providerId="Windows Live" clId="Web-{A4645977-5116-D016-68D0-997D52A0C7A5}" dt="2025-12-06T14:00:29.766" v="77" actId="1076"/>
        <pc:sldMkLst>
          <pc:docMk/>
          <pc:sldMk cId="1980972546" sldId="2727"/>
        </pc:sldMkLst>
        <pc:spChg chg="mod">
          <ac:chgData name="Guest User" userId="" providerId="Windows Live" clId="Web-{A4645977-5116-D016-68D0-997D52A0C7A5}" dt="2025-12-06T14:00:29.766" v="77" actId="1076"/>
          <ac:spMkLst>
            <pc:docMk/>
            <pc:sldMk cId="1980972546" sldId="2727"/>
            <ac:spMk id="5" creationId="{D4A82902-9C18-DED4-63C6-DE43C7FEA69C}"/>
          </ac:spMkLst>
        </pc:spChg>
      </pc:sldChg>
      <pc:sldChg chg="modSp">
        <pc:chgData name="Guest User" userId="" providerId="Windows Live" clId="Web-{A4645977-5116-D016-68D0-997D52A0C7A5}" dt="2025-12-06T14:01:01.580" v="89" actId="20577"/>
        <pc:sldMkLst>
          <pc:docMk/>
          <pc:sldMk cId="2467477940" sldId="2728"/>
        </pc:sldMkLst>
        <pc:spChg chg="mod">
          <ac:chgData name="Guest User" userId="" providerId="Windows Live" clId="Web-{A4645977-5116-D016-68D0-997D52A0C7A5}" dt="2025-12-06T14:00:57.674" v="86" actId="20577"/>
          <ac:spMkLst>
            <pc:docMk/>
            <pc:sldMk cId="2467477940" sldId="2728"/>
            <ac:spMk id="3" creationId="{26640804-0A18-257B-A02B-6C9F6C4736F2}"/>
          </ac:spMkLst>
        </pc:spChg>
        <pc:spChg chg="mod">
          <ac:chgData name="Guest User" userId="" providerId="Windows Live" clId="Web-{A4645977-5116-D016-68D0-997D52A0C7A5}" dt="2025-12-06T14:01:01.580" v="89" actId="20577"/>
          <ac:spMkLst>
            <pc:docMk/>
            <pc:sldMk cId="2467477940" sldId="2728"/>
            <ac:spMk id="4" creationId="{CF95ED5D-2A44-E4C0-484B-386606E61334}"/>
          </ac:spMkLst>
        </pc:spChg>
      </pc:sldChg>
      <pc:sldChg chg="modSp">
        <pc:chgData name="Guest User" userId="" providerId="Windows Live" clId="Web-{A4645977-5116-D016-68D0-997D52A0C7A5}" dt="2025-12-06T14:01:11.768" v="95" actId="20577"/>
        <pc:sldMkLst>
          <pc:docMk/>
          <pc:sldMk cId="560932358" sldId="2729"/>
        </pc:sldMkLst>
        <pc:spChg chg="mod">
          <ac:chgData name="Guest User" userId="" providerId="Windows Live" clId="Web-{A4645977-5116-D016-68D0-997D52A0C7A5}" dt="2025-12-06T14:01:07.471" v="92" actId="20577"/>
          <ac:spMkLst>
            <pc:docMk/>
            <pc:sldMk cId="560932358" sldId="2729"/>
            <ac:spMk id="3" creationId="{4085F2A6-995F-1B11-7551-13E4D2972DA6}"/>
          </ac:spMkLst>
        </pc:spChg>
        <pc:spChg chg="mod">
          <ac:chgData name="Guest User" userId="" providerId="Windows Live" clId="Web-{A4645977-5116-D016-68D0-997D52A0C7A5}" dt="2025-12-06T14:01:11.768" v="95" actId="20577"/>
          <ac:spMkLst>
            <pc:docMk/>
            <pc:sldMk cId="560932358" sldId="2729"/>
            <ac:spMk id="4" creationId="{B3E64818-9373-FA34-0696-70335BA93A51}"/>
          </ac:spMkLst>
        </pc:spChg>
      </pc:sldChg>
      <pc:sldChg chg="modSp">
        <pc:chgData name="Guest User" userId="" providerId="Windows Live" clId="Web-{A4645977-5116-D016-68D0-997D52A0C7A5}" dt="2025-12-06T14:02:24.052" v="98" actId="1076"/>
        <pc:sldMkLst>
          <pc:docMk/>
          <pc:sldMk cId="779352673" sldId="2730"/>
        </pc:sldMkLst>
        <pc:spChg chg="mod">
          <ac:chgData name="Guest User" userId="" providerId="Windows Live" clId="Web-{A4645977-5116-D016-68D0-997D52A0C7A5}" dt="2025-12-06T14:02:24.052" v="98" actId="1076"/>
          <ac:spMkLst>
            <pc:docMk/>
            <pc:sldMk cId="779352673" sldId="2730"/>
            <ac:spMk id="3" creationId="{94B83797-8525-D5BD-693F-D1ED02613BFA}"/>
          </ac:spMkLst>
        </pc:spChg>
      </pc:sldChg>
      <pc:sldChg chg="modSp">
        <pc:chgData name="Guest User" userId="" providerId="Windows Live" clId="Web-{A4645977-5116-D016-68D0-997D52A0C7A5}" dt="2025-12-06T14:02:35.912" v="100" actId="1076"/>
        <pc:sldMkLst>
          <pc:docMk/>
          <pc:sldMk cId="844087858" sldId="2731"/>
        </pc:sldMkLst>
        <pc:spChg chg="mod">
          <ac:chgData name="Guest User" userId="" providerId="Windows Live" clId="Web-{A4645977-5116-D016-68D0-997D52A0C7A5}" dt="2025-12-06T14:02:35.912" v="100" actId="1076"/>
          <ac:spMkLst>
            <pc:docMk/>
            <pc:sldMk cId="844087858" sldId="2731"/>
            <ac:spMk id="2" creationId="{0120F5B8-D35C-E848-0988-BC32568C3F54}"/>
          </ac:spMkLst>
        </pc:spChg>
      </pc:sldChg>
      <pc:sldChg chg="modSp">
        <pc:chgData name="Guest User" userId="" providerId="Windows Live" clId="Web-{A4645977-5116-D016-68D0-997D52A0C7A5}" dt="2025-12-06T14:02:57.632" v="101" actId="1076"/>
        <pc:sldMkLst>
          <pc:docMk/>
          <pc:sldMk cId="1021861759" sldId="2733"/>
        </pc:sldMkLst>
        <pc:spChg chg="mod">
          <ac:chgData name="Guest User" userId="" providerId="Windows Live" clId="Web-{A4645977-5116-D016-68D0-997D52A0C7A5}" dt="2025-12-06T14:02:57.632" v="101" actId="1076"/>
          <ac:spMkLst>
            <pc:docMk/>
            <pc:sldMk cId="1021861759" sldId="2733"/>
            <ac:spMk id="2" creationId="{8C28DB29-5E2C-5A13-7F05-D2BDF17BDF51}"/>
          </ac:spMkLst>
        </pc:spChg>
      </pc:sldChg>
      <pc:sldChg chg="modSp">
        <pc:chgData name="Guest User" userId="" providerId="Windows Live" clId="Web-{A4645977-5116-D016-68D0-997D52A0C7A5}" dt="2025-12-06T14:03:15.085" v="103" actId="1076"/>
        <pc:sldMkLst>
          <pc:docMk/>
          <pc:sldMk cId="620160262" sldId="2735"/>
        </pc:sldMkLst>
        <pc:spChg chg="mod">
          <ac:chgData name="Guest User" userId="" providerId="Windows Live" clId="Web-{A4645977-5116-D016-68D0-997D52A0C7A5}" dt="2025-12-06T14:03:15.085" v="103" actId="1076"/>
          <ac:spMkLst>
            <pc:docMk/>
            <pc:sldMk cId="620160262" sldId="2735"/>
            <ac:spMk id="2" creationId="{3FFAEFC6-9FB0-A4ED-E6B8-BB454732B4D9}"/>
          </ac:spMkLst>
        </pc:spChg>
      </pc:sldChg>
      <pc:sldChg chg="modSp">
        <pc:chgData name="Guest User" userId="" providerId="Windows Live" clId="Web-{A4645977-5116-D016-68D0-997D52A0C7A5}" dt="2025-12-06T14:10:07.957" v="169" actId="14100"/>
        <pc:sldMkLst>
          <pc:docMk/>
          <pc:sldMk cId="3083061843" sldId="2736"/>
        </pc:sldMkLst>
        <pc:spChg chg="mod">
          <ac:chgData name="Guest User" userId="" providerId="Windows Live" clId="Web-{A4645977-5116-D016-68D0-997D52A0C7A5}" dt="2025-12-06T14:09:24.832" v="162" actId="1076"/>
          <ac:spMkLst>
            <pc:docMk/>
            <pc:sldMk cId="3083061843" sldId="2736"/>
            <ac:spMk id="3" creationId="{FB22A6F4-7830-4009-EA52-5F3B5028575F}"/>
          </ac:spMkLst>
        </pc:spChg>
        <pc:spChg chg="mod">
          <ac:chgData name="Guest User" userId="" providerId="Windows Live" clId="Web-{A4645977-5116-D016-68D0-997D52A0C7A5}" dt="2025-12-06T14:10:07.957" v="169" actId="14100"/>
          <ac:spMkLst>
            <pc:docMk/>
            <pc:sldMk cId="3083061843" sldId="2736"/>
            <ac:spMk id="5" creationId="{43E688CA-59BC-C2E3-4F47-D689AAFD4542}"/>
          </ac:spMkLst>
        </pc:spChg>
      </pc:sldChg>
      <pc:sldChg chg="modSp">
        <pc:chgData name="Guest User" userId="" providerId="Windows Live" clId="Web-{A4645977-5116-D016-68D0-997D52A0C7A5}" dt="2025-12-06T14:01:18.753" v="96" actId="1076"/>
        <pc:sldMkLst>
          <pc:docMk/>
          <pc:sldMk cId="1903214476" sldId="2737"/>
        </pc:sldMkLst>
        <pc:spChg chg="mod">
          <ac:chgData name="Guest User" userId="" providerId="Windows Live" clId="Web-{A4645977-5116-D016-68D0-997D52A0C7A5}" dt="2025-12-06T14:01:18.753" v="96" actId="1076"/>
          <ac:spMkLst>
            <pc:docMk/>
            <pc:sldMk cId="1903214476" sldId="2737"/>
            <ac:spMk id="3" creationId="{6635197C-388F-E0F9-E84B-E6C29E437AB4}"/>
          </ac:spMkLst>
        </pc:spChg>
      </pc:sldChg>
      <pc:sldChg chg="add del replId">
        <pc:chgData name="Guest User" userId="" providerId="Windows Live" clId="Web-{A4645977-5116-D016-68D0-997D52A0C7A5}" dt="2025-12-06T13:57:30.643" v="49"/>
        <pc:sldMkLst>
          <pc:docMk/>
          <pc:sldMk cId="605608844" sldId="2738"/>
        </pc:sldMkLst>
      </pc:sldChg>
    </pc:docChg>
  </pc:docChgLst>
  <pc:docChgLst>
    <pc:chgData name="Sini Mathew" userId="3875fe58a975fc01" providerId="LiveId" clId="{01228244-6B25-4D01-85AC-4B8EA41E8750}"/>
    <pc:docChg chg="custSel delSld modSld">
      <pc:chgData name="Sini Mathew" userId="3875fe58a975fc01" providerId="LiveId" clId="{01228244-6B25-4D01-85AC-4B8EA41E8750}" dt="2025-12-01T05:59:56.065" v="32" actId="478"/>
      <pc:docMkLst>
        <pc:docMk/>
      </pc:docMkLst>
      <pc:sldChg chg="modSp mod">
        <pc:chgData name="Sini Mathew" userId="3875fe58a975fc01" providerId="LiveId" clId="{01228244-6B25-4D01-85AC-4B8EA41E8750}" dt="2025-12-01T05:59:17.830" v="25" actId="6549"/>
        <pc:sldMkLst>
          <pc:docMk/>
          <pc:sldMk cId="0" sldId="952"/>
        </pc:sldMkLst>
        <pc:spChg chg="mod">
          <ac:chgData name="Sini Mathew" userId="3875fe58a975fc01" providerId="LiveId" clId="{01228244-6B25-4D01-85AC-4B8EA41E8750}" dt="2025-12-01T05:59:17.830" v="25" actId="6549"/>
          <ac:spMkLst>
            <pc:docMk/>
            <pc:sldMk cId="0" sldId="952"/>
            <ac:spMk id="3" creationId="{00000000-0000-0000-0000-000000000000}"/>
          </ac:spMkLst>
        </pc:spChg>
      </pc:sldChg>
      <pc:sldChg chg="delSp modSp mod">
        <pc:chgData name="Sini Mathew" userId="3875fe58a975fc01" providerId="LiveId" clId="{01228244-6B25-4D01-85AC-4B8EA41E8750}" dt="2025-12-01T05:59:29.560" v="28" actId="6549"/>
        <pc:sldMkLst>
          <pc:docMk/>
          <pc:sldMk cId="0" sldId="2228"/>
        </pc:sldMkLst>
        <pc:spChg chg="mod">
          <ac:chgData name="Sini Mathew" userId="3875fe58a975fc01" providerId="LiveId" clId="{01228244-6B25-4D01-85AC-4B8EA41E8750}" dt="2025-12-01T05:59:29.560" v="28" actId="6549"/>
          <ac:spMkLst>
            <pc:docMk/>
            <pc:sldMk cId="0" sldId="2228"/>
            <ac:spMk id="2" creationId="{00000000-0000-0000-0000-000000000000}"/>
          </ac:spMkLst>
        </pc:spChg>
      </pc:sldChg>
      <pc:sldChg chg="delSp mod">
        <pc:chgData name="Sini Mathew" userId="3875fe58a975fc01" providerId="LiveId" clId="{01228244-6B25-4D01-85AC-4B8EA41E8750}" dt="2025-12-01T05:59:56.065" v="32" actId="478"/>
        <pc:sldMkLst>
          <pc:docMk/>
          <pc:sldMk cId="0" sldId="2231"/>
        </pc:sldMkLst>
      </pc:sldChg>
      <pc:sldChg chg="delSp modSp mod">
        <pc:chgData name="Sini Mathew" userId="3875fe58a975fc01" providerId="LiveId" clId="{01228244-6B25-4D01-85AC-4B8EA41E8750}" dt="2025-12-01T05:59:06.861" v="20" actId="478"/>
        <pc:sldMkLst>
          <pc:docMk/>
          <pc:sldMk cId="0" sldId="2529"/>
        </pc:sldMkLst>
        <pc:spChg chg="mod">
          <ac:chgData name="Sini Mathew" userId="3875fe58a975fc01" providerId="LiveId" clId="{01228244-6B25-4D01-85AC-4B8EA41E8750}" dt="2025-12-01T05:59:01.777" v="18" actId="20577"/>
          <ac:spMkLst>
            <pc:docMk/>
            <pc:sldMk cId="0" sldId="2529"/>
            <ac:spMk id="2" creationId="{00000000-0000-0000-0000-000000000000}"/>
          </ac:spMkLst>
        </pc:spChg>
      </pc:sldChg>
    </pc:docChg>
  </pc:docChgLst>
  <pc:docChgLst>
    <pc:chgData name="Reuben Stephen" userId="6a6eda1f0b9c2b70" providerId="LiveId" clId="{5AF20240-4744-4A1F-9614-8AA47247F12D}"/>
    <pc:docChg chg="undo custSel addSld delSld modSld sldOrd">
      <pc:chgData name="Reuben Stephen" userId="6a6eda1f0b9c2b70" providerId="LiveId" clId="{5AF20240-4744-4A1F-9614-8AA47247F12D}" dt="2025-12-06T09:28:16.414" v="3675" actId="20577"/>
      <pc:docMkLst>
        <pc:docMk/>
      </pc:docMkLst>
      <pc:sldChg chg="modSp mod">
        <pc:chgData name="Reuben Stephen" userId="6a6eda1f0b9c2b70" providerId="LiveId" clId="{5AF20240-4744-4A1F-9614-8AA47247F12D}" dt="2025-12-03T15:17:44.984" v="445" actId="27636"/>
        <pc:sldMkLst>
          <pc:docMk/>
          <pc:sldMk cId="0" sldId="511"/>
        </pc:sldMkLst>
        <pc:spChg chg="mod">
          <ac:chgData name="Reuben Stephen" userId="6a6eda1f0b9c2b70" providerId="LiveId" clId="{5AF20240-4744-4A1F-9614-8AA47247F12D}" dt="2025-12-03T15:17:44.984" v="445" actId="27636"/>
          <ac:spMkLst>
            <pc:docMk/>
            <pc:sldMk cId="0" sldId="511"/>
            <ac:spMk id="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4T14:23:52.666" v="1824" actId="20577"/>
        <pc:sldMkLst>
          <pc:docMk/>
          <pc:sldMk cId="0" sldId="952"/>
        </pc:sldMkLst>
        <pc:spChg chg="mod">
          <ac:chgData name="Reuben Stephen" userId="6a6eda1f0b9c2b70" providerId="LiveId" clId="{5AF20240-4744-4A1F-9614-8AA47247F12D}" dt="2025-12-04T14:23:52.666" v="1824" actId="20577"/>
          <ac:spMkLst>
            <pc:docMk/>
            <pc:sldMk cId="0" sldId="952"/>
            <ac:spMk id="3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4T15:52:20.913" v="3351" actId="20577"/>
        <pc:sldMkLst>
          <pc:docMk/>
          <pc:sldMk cId="0" sldId="1444"/>
        </pc:sldMkLst>
        <pc:spChg chg="mod">
          <ac:chgData name="Reuben Stephen" userId="6a6eda1f0b9c2b70" providerId="LiveId" clId="{5AF20240-4744-4A1F-9614-8AA47247F12D}" dt="2025-12-04T15:52:20.913" v="3351" actId="20577"/>
          <ac:spMkLst>
            <pc:docMk/>
            <pc:sldMk cId="0" sldId="1444"/>
            <ac:spMk id="1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6T08:49:16.374" v="3470"/>
        <pc:sldMkLst>
          <pc:docMk/>
          <pc:sldMk cId="0" sldId="1545"/>
        </pc:sldMkLst>
        <pc:spChg chg="mod">
          <ac:chgData name="Reuben Stephen" userId="6a6eda1f0b9c2b70" providerId="LiveId" clId="{5AF20240-4744-4A1F-9614-8AA47247F12D}" dt="2025-12-06T08:48:57.025" v="3468" actId="14100"/>
          <ac:spMkLst>
            <pc:docMk/>
            <pc:sldMk cId="0" sldId="1545"/>
            <ac:spMk id="4" creationId="{E788F937-957D-149C-3ECC-255A2AA13985}"/>
          </ac:spMkLst>
        </pc:spChg>
        <pc:spChg chg="mod">
          <ac:chgData name="Reuben Stephen" userId="6a6eda1f0b9c2b70" providerId="LiveId" clId="{5AF20240-4744-4A1F-9614-8AA47247F12D}" dt="2025-12-06T08:49:16.374" v="3470"/>
          <ac:spMkLst>
            <pc:docMk/>
            <pc:sldMk cId="0" sldId="1545"/>
            <ac:spMk id="8" creationId="{6E10A47E-B7E0-1666-D535-5A07C36A57BB}"/>
          </ac:spMkLst>
        </pc:spChg>
      </pc:sldChg>
      <pc:sldChg chg="modSp mod">
        <pc:chgData name="Reuben Stephen" userId="6a6eda1f0b9c2b70" providerId="LiveId" clId="{5AF20240-4744-4A1F-9614-8AA47247F12D}" dt="2025-12-06T09:27:19.058" v="3669"/>
        <pc:sldMkLst>
          <pc:docMk/>
          <pc:sldMk cId="0" sldId="1689"/>
        </pc:sldMkLst>
        <pc:spChg chg="mod">
          <ac:chgData name="Reuben Stephen" userId="6a6eda1f0b9c2b70" providerId="LiveId" clId="{5AF20240-4744-4A1F-9614-8AA47247F12D}" dt="2025-12-06T09:27:19.058" v="3669"/>
          <ac:spMkLst>
            <pc:docMk/>
            <pc:sldMk cId="0" sldId="1689"/>
            <ac:spMk id="6" creationId="{D66F7AE3-D256-E4F1-9E60-9CD54F93E055}"/>
          </ac:spMkLst>
        </pc:spChg>
        <pc:spChg chg="mod">
          <ac:chgData name="Reuben Stephen" userId="6a6eda1f0b9c2b70" providerId="LiveId" clId="{5AF20240-4744-4A1F-9614-8AA47247F12D}" dt="2025-12-06T09:23:44.986" v="3649" actId="20577"/>
          <ac:spMkLst>
            <pc:docMk/>
            <pc:sldMk cId="0" sldId="1689"/>
            <ac:spMk id="7" creationId="{7793DC66-FC8F-8615-5F12-D14245AC1F2D}"/>
          </ac:spMkLst>
        </pc:spChg>
      </pc:sldChg>
      <pc:sldChg chg="addSp modSp mod">
        <pc:chgData name="Reuben Stephen" userId="6a6eda1f0b9c2b70" providerId="LiveId" clId="{5AF20240-4744-4A1F-9614-8AA47247F12D}" dt="2025-12-06T08:52:26.307" v="3502" actId="20577"/>
        <pc:sldMkLst>
          <pc:docMk/>
          <pc:sldMk cId="0" sldId="1888"/>
        </pc:sldMkLst>
        <pc:spChg chg="mod">
          <ac:chgData name="Reuben Stephen" userId="6a6eda1f0b9c2b70" providerId="LiveId" clId="{5AF20240-4744-4A1F-9614-8AA47247F12D}" dt="2025-12-04T14:50:01.078" v="2330" actId="20577"/>
          <ac:spMkLst>
            <pc:docMk/>
            <pc:sldMk cId="0" sldId="1888"/>
            <ac:spMk id="3" creationId="{00000000-0000-0000-0000-000000000000}"/>
          </ac:spMkLst>
        </pc:spChg>
        <pc:spChg chg="add mod">
          <ac:chgData name="Reuben Stephen" userId="6a6eda1f0b9c2b70" providerId="LiveId" clId="{5AF20240-4744-4A1F-9614-8AA47247F12D}" dt="2025-12-06T08:52:26.307" v="3502" actId="20577"/>
          <ac:spMkLst>
            <pc:docMk/>
            <pc:sldMk cId="0" sldId="1888"/>
            <ac:spMk id="4" creationId="{4E9836CB-6B55-50BD-3F2A-E09C930C7E77}"/>
          </ac:spMkLst>
        </pc:spChg>
        <pc:spChg chg="add mod">
          <ac:chgData name="Reuben Stephen" userId="6a6eda1f0b9c2b70" providerId="LiveId" clId="{5AF20240-4744-4A1F-9614-8AA47247F12D}" dt="2025-12-04T14:49:29.087" v="2326" actId="12788"/>
          <ac:spMkLst>
            <pc:docMk/>
            <pc:sldMk cId="0" sldId="1888"/>
            <ac:spMk id="5" creationId="{BFFE2F62-0D7D-4845-E232-E3F7CBD175FD}"/>
          </ac:spMkLst>
        </pc:spChg>
      </pc:sldChg>
      <pc:sldChg chg="addSp modSp mod">
        <pc:chgData name="Reuben Stephen" userId="6a6eda1f0b9c2b70" providerId="LiveId" clId="{5AF20240-4744-4A1F-9614-8AA47247F12D}" dt="2025-12-04T14:39:17.047" v="2275" actId="20577"/>
        <pc:sldMkLst>
          <pc:docMk/>
          <pc:sldMk cId="0" sldId="2228"/>
        </pc:sldMkLst>
        <pc:spChg chg="mod">
          <ac:chgData name="Reuben Stephen" userId="6a6eda1f0b9c2b70" providerId="LiveId" clId="{5AF20240-4744-4A1F-9614-8AA47247F12D}" dt="2025-12-04T14:39:17.047" v="2275" actId="20577"/>
          <ac:spMkLst>
            <pc:docMk/>
            <pc:sldMk cId="0" sldId="2228"/>
            <ac:spMk id="2" creationId="{00000000-0000-0000-0000-000000000000}"/>
          </ac:spMkLst>
        </pc:spChg>
        <pc:spChg chg="add mod">
          <ac:chgData name="Reuben Stephen" userId="6a6eda1f0b9c2b70" providerId="LiveId" clId="{5AF20240-4744-4A1F-9614-8AA47247F12D}" dt="2025-12-04T14:35:01.513" v="2003" actId="12788"/>
          <ac:spMkLst>
            <pc:docMk/>
            <pc:sldMk cId="0" sldId="2228"/>
            <ac:spMk id="3" creationId="{E073C57E-3037-6F6D-2C08-FDE3E21031B2}"/>
          </ac:spMkLst>
        </pc:spChg>
        <pc:spChg chg="add mod">
          <ac:chgData name="Reuben Stephen" userId="6a6eda1f0b9c2b70" providerId="LiveId" clId="{5AF20240-4744-4A1F-9614-8AA47247F12D}" dt="2025-12-04T14:38:56.442" v="2237" actId="1076"/>
          <ac:spMkLst>
            <pc:docMk/>
            <pc:sldMk cId="0" sldId="2228"/>
            <ac:spMk id="5" creationId="{97992ACC-33DF-BC57-DE77-1F6AF1C41C43}"/>
          </ac:spMkLst>
        </pc:spChg>
      </pc:sldChg>
      <pc:sldChg chg="addSp modSp mod">
        <pc:chgData name="Reuben Stephen" userId="6a6eda1f0b9c2b70" providerId="LiveId" clId="{5AF20240-4744-4A1F-9614-8AA47247F12D}" dt="2025-12-04T15:53:48.794" v="3375" actId="20577"/>
        <pc:sldMkLst>
          <pc:docMk/>
          <pc:sldMk cId="0" sldId="2231"/>
        </pc:sldMkLst>
        <pc:spChg chg="mod">
          <ac:chgData name="Reuben Stephen" userId="6a6eda1f0b9c2b70" providerId="LiveId" clId="{5AF20240-4744-4A1F-9614-8AA47247F12D}" dt="2025-12-04T15:53:02.697" v="3368" actId="20577"/>
          <ac:spMkLst>
            <pc:docMk/>
            <pc:sldMk cId="0" sldId="2231"/>
            <ac:spMk id="2" creationId="{00000000-0000-0000-0000-000000000000}"/>
          </ac:spMkLst>
        </pc:spChg>
        <pc:spChg chg="add mod">
          <ac:chgData name="Reuben Stephen" userId="6a6eda1f0b9c2b70" providerId="LiveId" clId="{5AF20240-4744-4A1F-9614-8AA47247F12D}" dt="2025-12-04T15:52:53.635" v="3358" actId="12788"/>
          <ac:spMkLst>
            <pc:docMk/>
            <pc:sldMk cId="0" sldId="2231"/>
            <ac:spMk id="3" creationId="{9A30E301-6CDA-CCD3-B463-3CBCC66B75E7}"/>
          </ac:spMkLst>
        </pc:spChg>
        <pc:spChg chg="mod">
          <ac:chgData name="Reuben Stephen" userId="6a6eda1f0b9c2b70" providerId="LiveId" clId="{5AF20240-4744-4A1F-9614-8AA47247F12D}" dt="2025-12-04T15:53:48.794" v="3375" actId="20577"/>
          <ac:spMkLst>
            <pc:docMk/>
            <pc:sldMk cId="0" sldId="2231"/>
            <ac:spMk id="4" creationId="{00000000-0000-0000-0000-000000000000}"/>
          </ac:spMkLst>
        </pc:spChg>
        <pc:spChg chg="add mod">
          <ac:chgData name="Reuben Stephen" userId="6a6eda1f0b9c2b70" providerId="LiveId" clId="{5AF20240-4744-4A1F-9614-8AA47247F12D}" dt="2025-12-04T15:52:50.798" v="3357" actId="12788"/>
          <ac:spMkLst>
            <pc:docMk/>
            <pc:sldMk cId="0" sldId="2231"/>
            <ac:spMk id="5" creationId="{0F78A099-479D-5CC8-7F7F-E2677678C304}"/>
          </ac:spMkLst>
        </pc:spChg>
      </pc:sldChg>
      <pc:sldChg chg="addSp modSp mod chgLayout">
        <pc:chgData name="Reuben Stephen" userId="6a6eda1f0b9c2b70" providerId="LiveId" clId="{5AF20240-4744-4A1F-9614-8AA47247F12D}" dt="2025-12-06T08:43:12.585" v="3436" actId="20577"/>
        <pc:sldMkLst>
          <pc:docMk/>
          <pc:sldMk cId="0" sldId="2529"/>
        </pc:sldMkLst>
        <pc:spChg chg="mod ord">
          <ac:chgData name="Reuben Stephen" userId="6a6eda1f0b9c2b70" providerId="LiveId" clId="{5AF20240-4744-4A1F-9614-8AA47247F12D}" dt="2025-12-06T08:38:18.772" v="3428" actId="20577"/>
          <ac:spMkLst>
            <pc:docMk/>
            <pc:sldMk cId="0" sldId="2529"/>
            <ac:spMk id="2" creationId="{00000000-0000-0000-0000-000000000000}"/>
          </ac:spMkLst>
        </pc:spChg>
        <pc:spChg chg="add mod">
          <ac:chgData name="Reuben Stephen" userId="6a6eda1f0b9c2b70" providerId="LiveId" clId="{5AF20240-4744-4A1F-9614-8AA47247F12D}" dt="2025-12-06T08:43:12.585" v="3436" actId="20577"/>
          <ac:spMkLst>
            <pc:docMk/>
            <pc:sldMk cId="0" sldId="2529"/>
            <ac:spMk id="3" creationId="{28652C57-6EE2-18AA-92D9-EFCE7CF0BF42}"/>
          </ac:spMkLst>
        </pc:spChg>
        <pc:spChg chg="add mod">
          <ac:chgData name="Reuben Stephen" userId="6a6eda1f0b9c2b70" providerId="LiveId" clId="{5AF20240-4744-4A1F-9614-8AA47247F12D}" dt="2025-12-03T15:41:46.138" v="1204" actId="12788"/>
          <ac:spMkLst>
            <pc:docMk/>
            <pc:sldMk cId="0" sldId="2529"/>
            <ac:spMk id="5" creationId="{9C9C5FCF-9788-AA09-9F26-D8CF6A9494AF}"/>
          </ac:spMkLst>
        </pc:spChg>
      </pc:sldChg>
      <pc:sldChg chg="modSp mod">
        <pc:chgData name="Reuben Stephen" userId="6a6eda1f0b9c2b70" providerId="LiveId" clId="{5AF20240-4744-4A1F-9614-8AA47247F12D}" dt="2025-12-03T15:18:33.231" v="464" actId="20577"/>
        <pc:sldMkLst>
          <pc:docMk/>
          <pc:sldMk cId="0" sldId="2569"/>
        </pc:sldMkLst>
        <pc:spChg chg="mod">
          <ac:chgData name="Reuben Stephen" userId="6a6eda1f0b9c2b70" providerId="LiveId" clId="{5AF20240-4744-4A1F-9614-8AA47247F12D}" dt="2025-12-03T15:18:33.231" v="464" actId="20577"/>
          <ac:spMkLst>
            <pc:docMk/>
            <pc:sldMk cId="0" sldId="2569"/>
            <ac:spMk id="2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6T09:06:04.321" v="3545" actId="404"/>
        <pc:sldMkLst>
          <pc:docMk/>
          <pc:sldMk cId="0" sldId="2577"/>
        </pc:sldMkLst>
        <pc:spChg chg="mod">
          <ac:chgData name="Reuben Stephen" userId="6a6eda1f0b9c2b70" providerId="LiveId" clId="{5AF20240-4744-4A1F-9614-8AA47247F12D}" dt="2025-12-06T09:05:37.309" v="3544" actId="20577"/>
          <ac:spMkLst>
            <pc:docMk/>
            <pc:sldMk cId="0" sldId="2577"/>
            <ac:spMk id="4" creationId="{3D723804-07B1-8AD4-6797-CC0063E044DC}"/>
          </ac:spMkLst>
        </pc:spChg>
        <pc:spChg chg="mod">
          <ac:chgData name="Reuben Stephen" userId="6a6eda1f0b9c2b70" providerId="LiveId" clId="{5AF20240-4744-4A1F-9614-8AA47247F12D}" dt="2025-12-06T09:06:04.321" v="3545" actId="404"/>
          <ac:spMkLst>
            <pc:docMk/>
            <pc:sldMk cId="0" sldId="2577"/>
            <ac:spMk id="5" creationId="{23DCF033-BE39-F719-8187-72D7B3F1CA9F}"/>
          </ac:spMkLst>
        </pc:spChg>
      </pc:sldChg>
      <pc:sldChg chg="addSp modSp mod">
        <pc:chgData name="Reuben Stephen" userId="6a6eda1f0b9c2b70" providerId="LiveId" clId="{5AF20240-4744-4A1F-9614-8AA47247F12D}" dt="2025-12-06T09:04:40.959" v="3542" actId="20577"/>
        <pc:sldMkLst>
          <pc:docMk/>
          <pc:sldMk cId="0" sldId="2606"/>
        </pc:sldMkLst>
        <pc:spChg chg="add mod">
          <ac:chgData name="Reuben Stephen" userId="6a6eda1f0b9c2b70" providerId="LiveId" clId="{5AF20240-4744-4A1F-9614-8AA47247F12D}" dt="2025-12-04T15:15:58.245" v="2699" actId="12788"/>
          <ac:spMkLst>
            <pc:docMk/>
            <pc:sldMk cId="0" sldId="2606"/>
            <ac:spMk id="3" creationId="{CDB90F7E-78C9-B430-C44E-4D2E424359DC}"/>
          </ac:spMkLst>
        </pc:spChg>
        <pc:spChg chg="add mod">
          <ac:chgData name="Reuben Stephen" userId="6a6eda1f0b9c2b70" providerId="LiveId" clId="{5AF20240-4744-4A1F-9614-8AA47247F12D}" dt="2025-12-06T09:02:06.159" v="3529" actId="20577"/>
          <ac:spMkLst>
            <pc:docMk/>
            <pc:sldMk cId="0" sldId="2606"/>
            <ac:spMk id="4" creationId="{AAF53F0A-9CE2-AA57-00F8-014524363F23}"/>
          </ac:spMkLst>
        </pc:spChg>
        <pc:spChg chg="mod">
          <ac:chgData name="Reuben Stephen" userId="6a6eda1f0b9c2b70" providerId="LiveId" clId="{5AF20240-4744-4A1F-9614-8AA47247F12D}" dt="2025-12-06T09:04:40.959" v="3542" actId="20577"/>
          <ac:spMkLst>
            <pc:docMk/>
            <pc:sldMk cId="0" sldId="2606"/>
            <ac:spMk id="11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6T09:19:44.740" v="3614" actId="6549"/>
        <pc:sldMkLst>
          <pc:docMk/>
          <pc:sldMk cId="0" sldId="2615"/>
        </pc:sldMkLst>
        <pc:spChg chg="mod">
          <ac:chgData name="Reuben Stephen" userId="6a6eda1f0b9c2b70" providerId="LiveId" clId="{5AF20240-4744-4A1F-9614-8AA47247F12D}" dt="2025-12-06T09:19:44.740" v="3614" actId="6549"/>
          <ac:spMkLst>
            <pc:docMk/>
            <pc:sldMk cId="0" sldId="2615"/>
            <ac:spMk id="4" creationId="{4DDD432E-DF5F-31B8-3D04-5E3DEEB75FF2}"/>
          </ac:spMkLst>
        </pc:spChg>
        <pc:spChg chg="mod">
          <ac:chgData name="Reuben Stephen" userId="6a6eda1f0b9c2b70" providerId="LiveId" clId="{5AF20240-4744-4A1F-9614-8AA47247F12D}" dt="2025-12-06T09:19:06.659" v="3613" actId="207"/>
          <ac:spMkLst>
            <pc:docMk/>
            <pc:sldMk cId="0" sldId="2615"/>
            <ac:spMk id="8" creationId="{2183E626-08DF-2FCB-BDA9-4202CF766948}"/>
          </ac:spMkLst>
        </pc:spChg>
        <pc:spChg chg="mod">
          <ac:chgData name="Reuben Stephen" userId="6a6eda1f0b9c2b70" providerId="LiveId" clId="{5AF20240-4744-4A1F-9614-8AA47247F12D}" dt="2025-12-04T15:50:50.855" v="3337" actId="20577"/>
          <ac:spMkLst>
            <pc:docMk/>
            <pc:sldMk cId="0" sldId="2615"/>
            <ac:spMk id="17" creationId="{00000000-0000-0000-0000-000000000000}"/>
          </ac:spMkLst>
        </pc:spChg>
      </pc:sldChg>
      <pc:sldChg chg="addSp modSp mod">
        <pc:chgData name="Reuben Stephen" userId="6a6eda1f0b9c2b70" providerId="LiveId" clId="{5AF20240-4744-4A1F-9614-8AA47247F12D}" dt="2025-12-04T15:08:45.891" v="2444" actId="1076"/>
        <pc:sldMkLst>
          <pc:docMk/>
          <pc:sldMk cId="0" sldId="2621"/>
        </pc:sldMkLst>
        <pc:spChg chg="mod">
          <ac:chgData name="Reuben Stephen" userId="6a6eda1f0b9c2b70" providerId="LiveId" clId="{5AF20240-4744-4A1F-9614-8AA47247F12D}" dt="2025-12-04T15:08:45.891" v="2444" actId="1076"/>
          <ac:spMkLst>
            <pc:docMk/>
            <pc:sldMk cId="0" sldId="2621"/>
            <ac:spMk id="3" creationId="{700F7C09-BA06-AE9F-C2DE-2729C8AD2C95}"/>
          </ac:spMkLst>
        </pc:spChg>
        <pc:spChg chg="add mod">
          <ac:chgData name="Reuben Stephen" userId="6a6eda1f0b9c2b70" providerId="LiveId" clId="{5AF20240-4744-4A1F-9614-8AA47247F12D}" dt="2025-12-04T14:50:56.504" v="2338"/>
          <ac:spMkLst>
            <pc:docMk/>
            <pc:sldMk cId="0" sldId="2621"/>
            <ac:spMk id="4" creationId="{72B9600D-DD52-1E0E-A8A2-41F8BA6902AC}"/>
          </ac:spMkLst>
        </pc:spChg>
        <pc:spChg chg="add mod">
          <ac:chgData name="Reuben Stephen" userId="6a6eda1f0b9c2b70" providerId="LiveId" clId="{5AF20240-4744-4A1F-9614-8AA47247F12D}" dt="2025-12-04T14:50:56.504" v="2338"/>
          <ac:spMkLst>
            <pc:docMk/>
            <pc:sldMk cId="0" sldId="2621"/>
            <ac:spMk id="5" creationId="{5B8B2E01-0D00-1EDC-93D2-16823D17E360}"/>
          </ac:spMkLst>
        </pc:spChg>
      </pc:sldChg>
      <pc:sldChg chg="modSp">
        <pc:chgData name="Reuben Stephen" userId="6a6eda1f0b9c2b70" providerId="LiveId" clId="{5AF20240-4744-4A1F-9614-8AA47247F12D}" dt="2025-12-04T14:50:48.276" v="2337"/>
        <pc:sldMkLst>
          <pc:docMk/>
          <pc:sldMk cId="0" sldId="2628"/>
        </pc:sldMkLst>
        <pc:spChg chg="mod">
          <ac:chgData name="Reuben Stephen" userId="6a6eda1f0b9c2b70" providerId="LiveId" clId="{5AF20240-4744-4A1F-9614-8AA47247F12D}" dt="2025-12-04T14:50:48.276" v="2337"/>
          <ac:spMkLst>
            <pc:docMk/>
            <pc:sldMk cId="0" sldId="2628"/>
            <ac:spMk id="6" creationId="{00000000-0000-0000-0000-000000000000}"/>
          </ac:spMkLst>
        </pc:spChg>
      </pc:sldChg>
      <pc:sldChg chg="addSp modSp mod">
        <pc:chgData name="Reuben Stephen" userId="6a6eda1f0b9c2b70" providerId="LiveId" clId="{5AF20240-4744-4A1F-9614-8AA47247F12D}" dt="2025-12-04T15:55:07.806" v="3409" actId="20577"/>
        <pc:sldMkLst>
          <pc:docMk/>
          <pc:sldMk cId="0" sldId="2637"/>
        </pc:sldMkLst>
        <pc:spChg chg="add mod">
          <ac:chgData name="Reuben Stephen" userId="6a6eda1f0b9c2b70" providerId="LiveId" clId="{5AF20240-4744-4A1F-9614-8AA47247F12D}" dt="2025-12-04T15:38:10.762" v="3248" actId="12788"/>
          <ac:spMkLst>
            <pc:docMk/>
            <pc:sldMk cId="0" sldId="2637"/>
            <ac:spMk id="2" creationId="{0D9B6C49-E3DE-C872-2B89-3D39C75285B2}"/>
          </ac:spMkLst>
        </pc:spChg>
        <pc:spChg chg="add mod">
          <ac:chgData name="Reuben Stephen" userId="6a6eda1f0b9c2b70" providerId="LiveId" clId="{5AF20240-4744-4A1F-9614-8AA47247F12D}" dt="2025-12-04T15:49:57.096" v="3333" actId="12788"/>
          <ac:spMkLst>
            <pc:docMk/>
            <pc:sldMk cId="0" sldId="2637"/>
            <ac:spMk id="3" creationId="{0C047D48-AE0D-3F2E-4E80-E64E4C942197}"/>
          </ac:spMkLst>
        </pc:spChg>
        <pc:spChg chg="mod">
          <ac:chgData name="Reuben Stephen" userId="6a6eda1f0b9c2b70" providerId="LiveId" clId="{5AF20240-4744-4A1F-9614-8AA47247F12D}" dt="2025-12-04T15:55:07.806" v="3409" actId="20577"/>
          <ac:spMkLst>
            <pc:docMk/>
            <pc:sldMk cId="0" sldId="2637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5-12-06T08:49:57.225" v="3482" actId="20577"/>
        <pc:sldMkLst>
          <pc:docMk/>
          <pc:sldMk cId="2014860187" sldId="2685"/>
        </pc:sldMkLst>
        <pc:spChg chg="mod">
          <ac:chgData name="Reuben Stephen" userId="6a6eda1f0b9c2b70" providerId="LiveId" clId="{5AF20240-4744-4A1F-9614-8AA47247F12D}" dt="2025-12-06T08:49:57.225" v="3482" actId="20577"/>
          <ac:spMkLst>
            <pc:docMk/>
            <pc:sldMk cId="2014860187" sldId="2685"/>
            <ac:spMk id="6" creationId="{A7C1DD1F-B678-3F73-37A9-6963C11C7370}"/>
          </ac:spMkLst>
        </pc:spChg>
      </pc:sldChg>
      <pc:sldChg chg="modSp mod">
        <pc:chgData name="Reuben Stephen" userId="6a6eda1f0b9c2b70" providerId="LiveId" clId="{5AF20240-4744-4A1F-9614-8AA47247F12D}" dt="2025-12-06T08:51:09.388" v="3501" actId="20577"/>
        <pc:sldMkLst>
          <pc:docMk/>
          <pc:sldMk cId="1156122184" sldId="2686"/>
        </pc:sldMkLst>
        <pc:spChg chg="mod">
          <ac:chgData name="Reuben Stephen" userId="6a6eda1f0b9c2b70" providerId="LiveId" clId="{5AF20240-4744-4A1F-9614-8AA47247F12D}" dt="2025-12-06T08:51:09.388" v="3501" actId="20577"/>
          <ac:spMkLst>
            <pc:docMk/>
            <pc:sldMk cId="1156122184" sldId="2686"/>
            <ac:spMk id="4" creationId="{EC5935AC-3E6D-8D76-8250-98904B1E61D9}"/>
          </ac:spMkLst>
        </pc:spChg>
        <pc:spChg chg="mod">
          <ac:chgData name="Reuben Stephen" userId="6a6eda1f0b9c2b70" providerId="LiveId" clId="{5AF20240-4744-4A1F-9614-8AA47247F12D}" dt="2025-12-06T08:50:33.665" v="3483" actId="20577"/>
          <ac:spMkLst>
            <pc:docMk/>
            <pc:sldMk cId="1156122184" sldId="2686"/>
            <ac:spMk id="6" creationId="{EEEF7C9E-B312-8330-E0BB-558F47F57F07}"/>
          </ac:spMkLst>
        </pc:spChg>
      </pc:sldChg>
      <pc:sldChg chg="modSp mod">
        <pc:chgData name="Reuben Stephen" userId="6a6eda1f0b9c2b70" providerId="LiveId" clId="{5AF20240-4744-4A1F-9614-8AA47247F12D}" dt="2025-12-06T09:06:28.994" v="3548" actId="404"/>
        <pc:sldMkLst>
          <pc:docMk/>
          <pc:sldMk cId="2557284197" sldId="2695"/>
        </pc:sldMkLst>
        <pc:spChg chg="mod">
          <ac:chgData name="Reuben Stephen" userId="6a6eda1f0b9c2b70" providerId="LiveId" clId="{5AF20240-4744-4A1F-9614-8AA47247F12D}" dt="2025-12-06T09:06:21.548" v="3546" actId="114"/>
          <ac:spMkLst>
            <pc:docMk/>
            <pc:sldMk cId="2557284197" sldId="2695"/>
            <ac:spMk id="2" creationId="{4B824409-C5F2-6A75-DFC5-BCA04202120F}"/>
          </ac:spMkLst>
        </pc:spChg>
        <pc:spChg chg="mod">
          <ac:chgData name="Reuben Stephen" userId="6a6eda1f0b9c2b70" providerId="LiveId" clId="{5AF20240-4744-4A1F-9614-8AA47247F12D}" dt="2025-12-06T09:06:28.994" v="3548" actId="404"/>
          <ac:spMkLst>
            <pc:docMk/>
            <pc:sldMk cId="2557284197" sldId="2695"/>
            <ac:spMk id="3" creationId="{A74AB83B-5CD0-64F4-11F1-323BFF3D890A}"/>
          </ac:spMkLst>
        </pc:spChg>
      </pc:sldChg>
      <pc:sldChg chg="modSp mod">
        <pc:chgData name="Reuben Stephen" userId="6a6eda1f0b9c2b70" providerId="LiveId" clId="{5AF20240-4744-4A1F-9614-8AA47247F12D}" dt="2025-12-06T09:07:10.964" v="3553" actId="404"/>
        <pc:sldMkLst>
          <pc:docMk/>
          <pc:sldMk cId="4024881809" sldId="2696"/>
        </pc:sldMkLst>
        <pc:spChg chg="mod">
          <ac:chgData name="Reuben Stephen" userId="6a6eda1f0b9c2b70" providerId="LiveId" clId="{5AF20240-4744-4A1F-9614-8AA47247F12D}" dt="2025-12-06T09:06:59.546" v="3552" actId="6549"/>
          <ac:spMkLst>
            <pc:docMk/>
            <pc:sldMk cId="4024881809" sldId="2696"/>
            <ac:spMk id="4" creationId="{D859E57F-A27C-5E0D-E7D8-F81342F05E1D}"/>
          </ac:spMkLst>
        </pc:spChg>
        <pc:spChg chg="mod">
          <ac:chgData name="Reuben Stephen" userId="6a6eda1f0b9c2b70" providerId="LiveId" clId="{5AF20240-4744-4A1F-9614-8AA47247F12D}" dt="2025-12-06T09:07:10.964" v="3553" actId="404"/>
          <ac:spMkLst>
            <pc:docMk/>
            <pc:sldMk cId="4024881809" sldId="2696"/>
            <ac:spMk id="5" creationId="{16DAEC10-DE8D-BC19-AA40-F96CEBCE1317}"/>
          </ac:spMkLst>
        </pc:spChg>
      </pc:sldChg>
      <pc:sldChg chg="modSp mod">
        <pc:chgData name="Reuben Stephen" userId="6a6eda1f0b9c2b70" providerId="LiveId" clId="{5AF20240-4744-4A1F-9614-8AA47247F12D}" dt="2025-12-06T09:07:57.040" v="3566" actId="404"/>
        <pc:sldMkLst>
          <pc:docMk/>
          <pc:sldMk cId="214959513" sldId="2697"/>
        </pc:sldMkLst>
        <pc:spChg chg="mod">
          <ac:chgData name="Reuben Stephen" userId="6a6eda1f0b9c2b70" providerId="LiveId" clId="{5AF20240-4744-4A1F-9614-8AA47247F12D}" dt="2025-12-06T09:07:45.319" v="3560"/>
          <ac:spMkLst>
            <pc:docMk/>
            <pc:sldMk cId="214959513" sldId="2697"/>
            <ac:spMk id="2" creationId="{3D3F5B3A-3E29-F404-FE13-C649FF496021}"/>
          </ac:spMkLst>
        </pc:spChg>
        <pc:spChg chg="mod">
          <ac:chgData name="Reuben Stephen" userId="6a6eda1f0b9c2b70" providerId="LiveId" clId="{5AF20240-4744-4A1F-9614-8AA47247F12D}" dt="2025-12-06T09:07:57.040" v="3566" actId="404"/>
          <ac:spMkLst>
            <pc:docMk/>
            <pc:sldMk cId="214959513" sldId="2697"/>
            <ac:spMk id="3" creationId="{76BBE295-BF22-DC9D-70AE-B8B0BDD625D8}"/>
          </ac:spMkLst>
        </pc:spChg>
      </pc:sldChg>
      <pc:sldChg chg="modSp mod">
        <pc:chgData name="Reuben Stephen" userId="6a6eda1f0b9c2b70" providerId="LiveId" clId="{5AF20240-4744-4A1F-9614-8AA47247F12D}" dt="2025-12-06T09:08:38.318" v="3571" actId="404"/>
        <pc:sldMkLst>
          <pc:docMk/>
          <pc:sldMk cId="2679456220" sldId="2698"/>
        </pc:sldMkLst>
        <pc:spChg chg="mod">
          <ac:chgData name="Reuben Stephen" userId="6a6eda1f0b9c2b70" providerId="LiveId" clId="{5AF20240-4744-4A1F-9614-8AA47247F12D}" dt="2025-12-06T09:08:25.937" v="3570" actId="6549"/>
          <ac:spMkLst>
            <pc:docMk/>
            <pc:sldMk cId="2679456220" sldId="2698"/>
            <ac:spMk id="4" creationId="{2E4BE89F-D0DA-64EC-2E2D-9CF272926268}"/>
          </ac:spMkLst>
        </pc:spChg>
        <pc:spChg chg="mod">
          <ac:chgData name="Reuben Stephen" userId="6a6eda1f0b9c2b70" providerId="LiveId" clId="{5AF20240-4744-4A1F-9614-8AA47247F12D}" dt="2025-12-06T09:08:38.318" v="3571" actId="404"/>
          <ac:spMkLst>
            <pc:docMk/>
            <pc:sldMk cId="2679456220" sldId="2698"/>
            <ac:spMk id="5" creationId="{1F2053AE-FC8B-47BC-EF62-A788162A7493}"/>
          </ac:spMkLst>
        </pc:spChg>
      </pc:sldChg>
      <pc:sldChg chg="modSp mod">
        <pc:chgData name="Reuben Stephen" userId="6a6eda1f0b9c2b70" providerId="LiveId" clId="{5AF20240-4744-4A1F-9614-8AA47247F12D}" dt="2025-12-06T09:08:54.501" v="3574" actId="404"/>
        <pc:sldMkLst>
          <pc:docMk/>
          <pc:sldMk cId="1574075688" sldId="2699"/>
        </pc:sldMkLst>
        <pc:spChg chg="mod">
          <ac:chgData name="Reuben Stephen" userId="6a6eda1f0b9c2b70" providerId="LiveId" clId="{5AF20240-4744-4A1F-9614-8AA47247F12D}" dt="2025-12-06T09:08:46.202" v="3572"/>
          <ac:spMkLst>
            <pc:docMk/>
            <pc:sldMk cId="1574075688" sldId="2699"/>
            <ac:spMk id="2" creationId="{114D4A84-2E59-50E1-5CA1-90429151DD61}"/>
          </ac:spMkLst>
        </pc:spChg>
        <pc:spChg chg="mod">
          <ac:chgData name="Reuben Stephen" userId="6a6eda1f0b9c2b70" providerId="LiveId" clId="{5AF20240-4744-4A1F-9614-8AA47247F12D}" dt="2025-12-06T09:08:54.501" v="3574" actId="404"/>
          <ac:spMkLst>
            <pc:docMk/>
            <pc:sldMk cId="1574075688" sldId="2699"/>
            <ac:spMk id="3" creationId="{44F6052F-0DBA-6467-73A2-AC0616984128}"/>
          </ac:spMkLst>
        </pc:spChg>
      </pc:sldChg>
      <pc:sldChg chg="modSp mod">
        <pc:chgData name="Reuben Stephen" userId="6a6eda1f0b9c2b70" providerId="LiveId" clId="{5AF20240-4744-4A1F-9614-8AA47247F12D}" dt="2025-12-06T09:20:28.941" v="3625" actId="207"/>
        <pc:sldMkLst>
          <pc:docMk/>
          <pc:sldMk cId="3143973321" sldId="2700"/>
        </pc:sldMkLst>
        <pc:spChg chg="mod">
          <ac:chgData name="Reuben Stephen" userId="6a6eda1f0b9c2b70" providerId="LiveId" clId="{5AF20240-4744-4A1F-9614-8AA47247F12D}" dt="2025-12-06T09:20:17.935" v="3623" actId="20577"/>
          <ac:spMkLst>
            <pc:docMk/>
            <pc:sldMk cId="3143973321" sldId="2700"/>
            <ac:spMk id="2" creationId="{96B99098-3851-5679-5093-1505B5D9BFEA}"/>
          </ac:spMkLst>
        </pc:spChg>
        <pc:spChg chg="mod">
          <ac:chgData name="Reuben Stephen" userId="6a6eda1f0b9c2b70" providerId="LiveId" clId="{5AF20240-4744-4A1F-9614-8AA47247F12D}" dt="2025-12-06T09:20:28.941" v="3625" actId="207"/>
          <ac:spMkLst>
            <pc:docMk/>
            <pc:sldMk cId="3143973321" sldId="2700"/>
            <ac:spMk id="3" creationId="{9075156E-49DA-15CC-1F3E-DE226490ABD8}"/>
          </ac:spMkLst>
        </pc:spChg>
        <pc:spChg chg="mod">
          <ac:chgData name="Reuben Stephen" userId="6a6eda1f0b9c2b70" providerId="LiveId" clId="{5AF20240-4744-4A1F-9614-8AA47247F12D}" dt="2025-12-04T15:50:48.215" v="3336" actId="20577"/>
          <ac:spMkLst>
            <pc:docMk/>
            <pc:sldMk cId="3143973321" sldId="2700"/>
            <ac:spMk id="17" creationId="{D55FD744-FD95-7392-7CF2-CA27FF892665}"/>
          </ac:spMkLst>
        </pc:spChg>
      </pc:sldChg>
      <pc:sldChg chg="modSp mod">
        <pc:chgData name="Reuben Stephen" userId="6a6eda1f0b9c2b70" providerId="LiveId" clId="{5AF20240-4744-4A1F-9614-8AA47247F12D}" dt="2025-12-06T09:21:24.652" v="3631" actId="207"/>
        <pc:sldMkLst>
          <pc:docMk/>
          <pc:sldMk cId="1541606803" sldId="2701"/>
        </pc:sldMkLst>
        <pc:spChg chg="mod">
          <ac:chgData name="Reuben Stephen" userId="6a6eda1f0b9c2b70" providerId="LiveId" clId="{5AF20240-4744-4A1F-9614-8AA47247F12D}" dt="2025-12-06T09:21:17.415" v="3629" actId="207"/>
          <ac:spMkLst>
            <pc:docMk/>
            <pc:sldMk cId="1541606803" sldId="2701"/>
            <ac:spMk id="4" creationId="{E33EAC07-6D04-E072-2F1E-DA4D1F0CA677}"/>
          </ac:spMkLst>
        </pc:spChg>
        <pc:spChg chg="mod">
          <ac:chgData name="Reuben Stephen" userId="6a6eda1f0b9c2b70" providerId="LiveId" clId="{5AF20240-4744-4A1F-9614-8AA47247F12D}" dt="2025-12-06T09:21:24.652" v="3631" actId="207"/>
          <ac:spMkLst>
            <pc:docMk/>
            <pc:sldMk cId="1541606803" sldId="2701"/>
            <ac:spMk id="8" creationId="{804CA5A9-3676-E0E0-AC2E-C841148C6DF9}"/>
          </ac:spMkLst>
        </pc:spChg>
        <pc:spChg chg="mod">
          <ac:chgData name="Reuben Stephen" userId="6a6eda1f0b9c2b70" providerId="LiveId" clId="{5AF20240-4744-4A1F-9614-8AA47247F12D}" dt="2025-12-04T15:50:45.399" v="3335" actId="20577"/>
          <ac:spMkLst>
            <pc:docMk/>
            <pc:sldMk cId="1541606803" sldId="2701"/>
            <ac:spMk id="17" creationId="{1A11C72E-DD09-9C79-3CBE-379B09ED6E29}"/>
          </ac:spMkLst>
        </pc:spChg>
      </pc:sldChg>
      <pc:sldChg chg="modSp mod">
        <pc:chgData name="Reuben Stephen" userId="6a6eda1f0b9c2b70" providerId="LiveId" clId="{5AF20240-4744-4A1F-9614-8AA47247F12D}" dt="2025-12-06T09:22:18.427" v="3639" actId="207"/>
        <pc:sldMkLst>
          <pc:docMk/>
          <pc:sldMk cId="4209564333" sldId="2702"/>
        </pc:sldMkLst>
        <pc:spChg chg="mod">
          <ac:chgData name="Reuben Stephen" userId="6a6eda1f0b9c2b70" providerId="LiveId" clId="{5AF20240-4744-4A1F-9614-8AA47247F12D}" dt="2025-12-06T09:22:11.149" v="3637" actId="12788"/>
          <ac:spMkLst>
            <pc:docMk/>
            <pc:sldMk cId="4209564333" sldId="2702"/>
            <ac:spMk id="2" creationId="{DD061BE5-DCCC-B5B8-581A-3D7D8A5618E5}"/>
          </ac:spMkLst>
        </pc:spChg>
        <pc:spChg chg="mod">
          <ac:chgData name="Reuben Stephen" userId="6a6eda1f0b9c2b70" providerId="LiveId" clId="{5AF20240-4744-4A1F-9614-8AA47247F12D}" dt="2025-12-06T09:22:18.427" v="3639" actId="207"/>
          <ac:spMkLst>
            <pc:docMk/>
            <pc:sldMk cId="4209564333" sldId="2702"/>
            <ac:spMk id="3" creationId="{6EF73635-F5BF-EC64-4E71-9F53E293A013}"/>
          </ac:spMkLst>
        </pc:spChg>
        <pc:spChg chg="mod">
          <ac:chgData name="Reuben Stephen" userId="6a6eda1f0b9c2b70" providerId="LiveId" clId="{5AF20240-4744-4A1F-9614-8AA47247F12D}" dt="2025-12-04T15:50:41.835" v="3334" actId="20577"/>
          <ac:spMkLst>
            <pc:docMk/>
            <pc:sldMk cId="4209564333" sldId="2702"/>
            <ac:spMk id="17" creationId="{84BD14A3-53C0-6ED1-D63E-A0F88DF7C75D}"/>
          </ac:spMkLst>
        </pc:spChg>
      </pc:sldChg>
      <pc:sldChg chg="modSp mod">
        <pc:chgData name="Reuben Stephen" userId="6a6eda1f0b9c2b70" providerId="LiveId" clId="{5AF20240-4744-4A1F-9614-8AA47247F12D}" dt="2025-12-06T09:27:15.786" v="3668"/>
        <pc:sldMkLst>
          <pc:docMk/>
          <pc:sldMk cId="564529259" sldId="2703"/>
        </pc:sldMkLst>
        <pc:spChg chg="mod">
          <ac:chgData name="Reuben Stephen" userId="6a6eda1f0b9c2b70" providerId="LiveId" clId="{5AF20240-4744-4A1F-9614-8AA47247F12D}" dt="2025-12-06T09:27:15.786" v="3668"/>
          <ac:spMkLst>
            <pc:docMk/>
            <pc:sldMk cId="564529259" sldId="2703"/>
            <ac:spMk id="3" creationId="{4B48A691-5755-D9D8-76B7-65D43ADB8B5F}"/>
          </ac:spMkLst>
        </pc:spChg>
      </pc:sldChg>
      <pc:sldChg chg="modSp mod">
        <pc:chgData name="Reuben Stephen" userId="6a6eda1f0b9c2b70" providerId="LiveId" clId="{5AF20240-4744-4A1F-9614-8AA47247F12D}" dt="2025-12-06T09:27:12.272" v="3667"/>
        <pc:sldMkLst>
          <pc:docMk/>
          <pc:sldMk cId="3144836519" sldId="2704"/>
        </pc:sldMkLst>
        <pc:spChg chg="mod">
          <ac:chgData name="Reuben Stephen" userId="6a6eda1f0b9c2b70" providerId="LiveId" clId="{5AF20240-4744-4A1F-9614-8AA47247F12D}" dt="2025-12-06T09:27:12.272" v="3667"/>
          <ac:spMkLst>
            <pc:docMk/>
            <pc:sldMk cId="3144836519" sldId="2704"/>
            <ac:spMk id="6" creationId="{8EC4C975-73CE-A9DD-9CFB-0185E098290F}"/>
          </ac:spMkLst>
        </pc:spChg>
        <pc:spChg chg="mod">
          <ac:chgData name="Reuben Stephen" userId="6a6eda1f0b9c2b70" providerId="LiveId" clId="{5AF20240-4744-4A1F-9614-8AA47247F12D}" dt="2025-12-06T09:25:20.102" v="3654" actId="1076"/>
          <ac:spMkLst>
            <pc:docMk/>
            <pc:sldMk cId="3144836519" sldId="2704"/>
            <ac:spMk id="7" creationId="{473DADA5-E888-3AAC-29AF-FBCB2B9261A1}"/>
          </ac:spMkLst>
        </pc:spChg>
      </pc:sldChg>
      <pc:sldChg chg="modSp mod">
        <pc:chgData name="Reuben Stephen" userId="6a6eda1f0b9c2b70" providerId="LiveId" clId="{5AF20240-4744-4A1F-9614-8AA47247F12D}" dt="2025-12-06T09:27:09.199" v="3666"/>
        <pc:sldMkLst>
          <pc:docMk/>
          <pc:sldMk cId="3640681939" sldId="2705"/>
        </pc:sldMkLst>
        <pc:spChg chg="mod">
          <ac:chgData name="Reuben Stephen" userId="6a6eda1f0b9c2b70" providerId="LiveId" clId="{5AF20240-4744-4A1F-9614-8AA47247F12D}" dt="2025-12-06T09:27:09.199" v="3666"/>
          <ac:spMkLst>
            <pc:docMk/>
            <pc:sldMk cId="3640681939" sldId="2705"/>
            <ac:spMk id="3" creationId="{5A624E93-2826-BFF9-EFCD-FAD3E1E89912}"/>
          </ac:spMkLst>
        </pc:spChg>
      </pc:sldChg>
      <pc:sldChg chg="modSp mod">
        <pc:chgData name="Reuben Stephen" userId="6a6eda1f0b9c2b70" providerId="LiveId" clId="{5AF20240-4744-4A1F-9614-8AA47247F12D}" dt="2025-12-06T09:26:57.483" v="3664" actId="20577"/>
        <pc:sldMkLst>
          <pc:docMk/>
          <pc:sldMk cId="734665622" sldId="2706"/>
        </pc:sldMkLst>
        <pc:spChg chg="mod">
          <ac:chgData name="Reuben Stephen" userId="6a6eda1f0b9c2b70" providerId="LiveId" clId="{5AF20240-4744-4A1F-9614-8AA47247F12D}" dt="2025-12-06T09:26:57.483" v="3664" actId="20577"/>
          <ac:spMkLst>
            <pc:docMk/>
            <pc:sldMk cId="734665622" sldId="2706"/>
            <ac:spMk id="6" creationId="{1951D537-1C1A-6CD8-4938-668F62ED27B2}"/>
          </ac:spMkLst>
        </pc:spChg>
      </pc:sldChg>
      <pc:sldChg chg="modSp mod">
        <pc:chgData name="Reuben Stephen" userId="6a6eda1f0b9c2b70" providerId="LiveId" clId="{5AF20240-4744-4A1F-9614-8AA47247F12D}" dt="2025-12-06T09:28:16.414" v="3675" actId="20577"/>
        <pc:sldMkLst>
          <pc:docMk/>
          <pc:sldMk cId="4114081268" sldId="2707"/>
        </pc:sldMkLst>
        <pc:spChg chg="mod">
          <ac:chgData name="Reuben Stephen" userId="6a6eda1f0b9c2b70" providerId="LiveId" clId="{5AF20240-4744-4A1F-9614-8AA47247F12D}" dt="2025-12-06T09:28:16.414" v="3675" actId="20577"/>
          <ac:spMkLst>
            <pc:docMk/>
            <pc:sldMk cId="4114081268" sldId="2707"/>
            <ac:spMk id="3" creationId="{DABF2027-CFF5-F483-4242-BA4E1000A734}"/>
          </ac:spMkLst>
        </pc:spChg>
        <pc:spChg chg="mod">
          <ac:chgData name="Reuben Stephen" userId="6a6eda1f0b9c2b70" providerId="LiveId" clId="{5AF20240-4744-4A1F-9614-8AA47247F12D}" dt="2025-12-06T09:28:09.886" v="3673" actId="20577"/>
          <ac:spMkLst>
            <pc:docMk/>
            <pc:sldMk cId="4114081268" sldId="2707"/>
            <ac:spMk id="4" creationId="{D6CB229E-D9FE-DEA0-A872-BFE9938F4FDE}"/>
          </ac:spMkLst>
        </pc:spChg>
      </pc:sldChg>
      <pc:sldChg chg="modSp add mod">
        <pc:chgData name="Reuben Stephen" userId="6a6eda1f0b9c2b70" providerId="LiveId" clId="{5AF20240-4744-4A1F-9614-8AA47247F12D}" dt="2025-12-06T08:43:28.109" v="3442" actId="12788"/>
        <pc:sldMkLst>
          <pc:docMk/>
          <pc:sldMk cId="4224693155" sldId="2712"/>
        </pc:sldMkLst>
        <pc:spChg chg="mod">
          <ac:chgData name="Reuben Stephen" userId="6a6eda1f0b9c2b70" providerId="LiveId" clId="{5AF20240-4744-4A1F-9614-8AA47247F12D}" dt="2025-12-06T08:38:53.228" v="3429"/>
          <ac:spMkLst>
            <pc:docMk/>
            <pc:sldMk cId="4224693155" sldId="2712"/>
            <ac:spMk id="2" creationId="{27A3F9C1-1EEA-83C8-3BBC-17AE42C71418}"/>
          </ac:spMkLst>
        </pc:spChg>
        <pc:spChg chg="mod">
          <ac:chgData name="Reuben Stephen" userId="6a6eda1f0b9c2b70" providerId="LiveId" clId="{5AF20240-4744-4A1F-9614-8AA47247F12D}" dt="2025-12-06T08:43:28.109" v="3442" actId="12788"/>
          <ac:spMkLst>
            <pc:docMk/>
            <pc:sldMk cId="4224693155" sldId="2712"/>
            <ac:spMk id="3" creationId="{F42B8D5E-09BD-1139-07FB-40A9B3450B9B}"/>
          </ac:spMkLst>
        </pc:spChg>
        <pc:spChg chg="mod">
          <ac:chgData name="Reuben Stephen" userId="6a6eda1f0b9c2b70" providerId="LiveId" clId="{5AF20240-4744-4A1F-9614-8AA47247F12D}" dt="2025-12-03T16:03:38.935" v="1794" actId="20577"/>
          <ac:spMkLst>
            <pc:docMk/>
            <pc:sldMk cId="4224693155" sldId="2712"/>
            <ac:spMk id="4" creationId="{AA4487D0-6D67-A225-5385-A07F47EB4BA5}"/>
          </ac:spMkLst>
        </pc:spChg>
        <pc:spChg chg="mod">
          <ac:chgData name="Reuben Stephen" userId="6a6eda1f0b9c2b70" providerId="LiveId" clId="{5AF20240-4744-4A1F-9614-8AA47247F12D}" dt="2025-12-03T15:52:04.992" v="1346" actId="12788"/>
          <ac:spMkLst>
            <pc:docMk/>
            <pc:sldMk cId="4224693155" sldId="2712"/>
            <ac:spMk id="5" creationId="{A44673CB-83A7-BEA0-D6D0-208F08E4BF0C}"/>
          </ac:spMkLst>
        </pc:spChg>
      </pc:sldChg>
      <pc:sldChg chg="addSp delSp modSp add mod">
        <pc:chgData name="Reuben Stephen" userId="6a6eda1f0b9c2b70" providerId="LiveId" clId="{5AF20240-4744-4A1F-9614-8AA47247F12D}" dt="2025-12-06T08:44:09.387" v="3447" actId="20577"/>
        <pc:sldMkLst>
          <pc:docMk/>
          <pc:sldMk cId="4098053687" sldId="2713"/>
        </pc:sldMkLst>
        <pc:spChg chg="mod">
          <ac:chgData name="Reuben Stephen" userId="6a6eda1f0b9c2b70" providerId="LiveId" clId="{5AF20240-4744-4A1F-9614-8AA47247F12D}" dt="2025-12-06T08:38:57.282" v="3430"/>
          <ac:spMkLst>
            <pc:docMk/>
            <pc:sldMk cId="4098053687" sldId="2713"/>
            <ac:spMk id="2" creationId="{253356CD-A0C6-5764-A550-CAADFE78899A}"/>
          </ac:spMkLst>
        </pc:spChg>
        <pc:spChg chg="mod">
          <ac:chgData name="Reuben Stephen" userId="6a6eda1f0b9c2b70" providerId="LiveId" clId="{5AF20240-4744-4A1F-9614-8AA47247F12D}" dt="2025-12-06T08:44:09.387" v="3447" actId="20577"/>
          <ac:spMkLst>
            <pc:docMk/>
            <pc:sldMk cId="4098053687" sldId="2713"/>
            <ac:spMk id="3" creationId="{87C096A3-4893-EF8D-034B-E301EB95D7C1}"/>
          </ac:spMkLst>
        </pc:spChg>
        <pc:spChg chg="mod">
          <ac:chgData name="Reuben Stephen" userId="6a6eda1f0b9c2b70" providerId="LiveId" clId="{5AF20240-4744-4A1F-9614-8AA47247F12D}" dt="2025-12-03T16:03:36.105" v="1793" actId="20577"/>
          <ac:spMkLst>
            <pc:docMk/>
            <pc:sldMk cId="4098053687" sldId="2713"/>
            <ac:spMk id="4" creationId="{985A0045-A27C-11CE-BE70-C975D37FC0C9}"/>
          </ac:spMkLst>
        </pc:spChg>
        <pc:spChg chg="add mod">
          <ac:chgData name="Reuben Stephen" userId="6a6eda1f0b9c2b70" providerId="LiveId" clId="{5AF20240-4744-4A1F-9614-8AA47247F12D}" dt="2025-12-03T15:54:38.663" v="1495" actId="12788"/>
          <ac:spMkLst>
            <pc:docMk/>
            <pc:sldMk cId="4098053687" sldId="2713"/>
            <ac:spMk id="7" creationId="{E59DD0FA-8006-A482-2FB0-DEFF4C084AF1}"/>
          </ac:spMkLst>
        </pc:spChg>
      </pc:sldChg>
      <pc:sldChg chg="addSp delSp modSp add mod">
        <pc:chgData name="Reuben Stephen" userId="6a6eda1f0b9c2b70" providerId="LiveId" clId="{5AF20240-4744-4A1F-9614-8AA47247F12D}" dt="2025-12-06T08:45:28.676" v="3463" actId="20577"/>
        <pc:sldMkLst>
          <pc:docMk/>
          <pc:sldMk cId="3137617639" sldId="2714"/>
        </pc:sldMkLst>
        <pc:spChg chg="mod">
          <ac:chgData name="Reuben Stephen" userId="6a6eda1f0b9c2b70" providerId="LiveId" clId="{5AF20240-4744-4A1F-9614-8AA47247F12D}" dt="2025-12-06T08:39:01.139" v="3431"/>
          <ac:spMkLst>
            <pc:docMk/>
            <pc:sldMk cId="3137617639" sldId="2714"/>
            <ac:spMk id="2" creationId="{771AF224-A674-45ED-CE08-2BEEF52B807A}"/>
          </ac:spMkLst>
        </pc:spChg>
        <pc:spChg chg="mod">
          <ac:chgData name="Reuben Stephen" userId="6a6eda1f0b9c2b70" providerId="LiveId" clId="{5AF20240-4744-4A1F-9614-8AA47247F12D}" dt="2025-12-06T08:45:01.448" v="3456" actId="20577"/>
          <ac:spMkLst>
            <pc:docMk/>
            <pc:sldMk cId="3137617639" sldId="2714"/>
            <ac:spMk id="3" creationId="{B290EFA0-20D6-8A0D-E8E9-A0EA7483F9A2}"/>
          </ac:spMkLst>
        </pc:spChg>
        <pc:spChg chg="mod">
          <ac:chgData name="Reuben Stephen" userId="6a6eda1f0b9c2b70" providerId="LiveId" clId="{5AF20240-4744-4A1F-9614-8AA47247F12D}" dt="2025-12-03T16:03:31.649" v="1792" actId="20577"/>
          <ac:spMkLst>
            <pc:docMk/>
            <pc:sldMk cId="3137617639" sldId="2714"/>
            <ac:spMk id="4" creationId="{CF42F875-128F-3FB1-FFA3-40F52C30C013}"/>
          </ac:spMkLst>
        </pc:spChg>
        <pc:spChg chg="add mod">
          <ac:chgData name="Reuben Stephen" userId="6a6eda1f0b9c2b70" providerId="LiveId" clId="{5AF20240-4744-4A1F-9614-8AA47247F12D}" dt="2025-12-06T08:45:28.676" v="3463" actId="20577"/>
          <ac:spMkLst>
            <pc:docMk/>
            <pc:sldMk cId="3137617639" sldId="2714"/>
            <ac:spMk id="7" creationId="{E6BD4CBA-BB08-C529-A389-7E1B70B9BDB3}"/>
          </ac:spMkLst>
        </pc:spChg>
      </pc:sldChg>
      <pc:sldChg chg="addSp delSp modSp add mod">
        <pc:chgData name="Reuben Stephen" userId="6a6eda1f0b9c2b70" providerId="LiveId" clId="{5AF20240-4744-4A1F-9614-8AA47247F12D}" dt="2025-12-06T08:45:47.770" v="3464" actId="20577"/>
        <pc:sldMkLst>
          <pc:docMk/>
          <pc:sldMk cId="3038184467" sldId="2715"/>
        </pc:sldMkLst>
        <pc:spChg chg="mod">
          <ac:chgData name="Reuben Stephen" userId="6a6eda1f0b9c2b70" providerId="LiveId" clId="{5AF20240-4744-4A1F-9614-8AA47247F12D}" dt="2025-12-06T08:39:04.600" v="3432"/>
          <ac:spMkLst>
            <pc:docMk/>
            <pc:sldMk cId="3038184467" sldId="2715"/>
            <ac:spMk id="2" creationId="{D4C681ED-758F-9E98-DFB6-C09681D79673}"/>
          </ac:spMkLst>
        </pc:spChg>
        <pc:spChg chg="mod">
          <ac:chgData name="Reuben Stephen" userId="6a6eda1f0b9c2b70" providerId="LiveId" clId="{5AF20240-4744-4A1F-9614-8AA47247F12D}" dt="2025-12-06T08:45:47.770" v="3464" actId="20577"/>
          <ac:spMkLst>
            <pc:docMk/>
            <pc:sldMk cId="3038184467" sldId="2715"/>
            <ac:spMk id="3" creationId="{00EEB486-6385-B39D-78C9-5E12332B7715}"/>
          </ac:spMkLst>
        </pc:spChg>
        <pc:spChg chg="mod">
          <ac:chgData name="Reuben Stephen" userId="6a6eda1f0b9c2b70" providerId="LiveId" clId="{5AF20240-4744-4A1F-9614-8AA47247F12D}" dt="2025-12-03T16:03:27.541" v="1791" actId="20577"/>
          <ac:spMkLst>
            <pc:docMk/>
            <pc:sldMk cId="3038184467" sldId="2715"/>
            <ac:spMk id="4" creationId="{6C860859-D982-60A2-C968-E1BAFBE295A1}"/>
          </ac:spMkLst>
        </pc:spChg>
        <pc:spChg chg="add mod">
          <ac:chgData name="Reuben Stephen" userId="6a6eda1f0b9c2b70" providerId="LiveId" clId="{5AF20240-4744-4A1F-9614-8AA47247F12D}" dt="2025-12-03T16:02:41.921" v="1786" actId="20577"/>
          <ac:spMkLst>
            <pc:docMk/>
            <pc:sldMk cId="3038184467" sldId="2715"/>
            <ac:spMk id="7" creationId="{69350615-9344-C97F-41CC-A11C421FE59E}"/>
          </ac:spMkLst>
        </pc:spChg>
      </pc:sldChg>
      <pc:sldChg chg="modSp add mod">
        <pc:chgData name="Reuben Stephen" userId="6a6eda1f0b9c2b70" providerId="LiveId" clId="{5AF20240-4744-4A1F-9614-8AA47247F12D}" dt="2025-12-06T08:52:48.143" v="3503" actId="20577"/>
        <pc:sldMkLst>
          <pc:docMk/>
          <pc:sldMk cId="2879912194" sldId="2716"/>
        </pc:sldMkLst>
        <pc:spChg chg="mod">
          <ac:chgData name="Reuben Stephen" userId="6a6eda1f0b9c2b70" providerId="LiveId" clId="{5AF20240-4744-4A1F-9614-8AA47247F12D}" dt="2025-12-04T14:50:38.110" v="2336" actId="20577"/>
          <ac:spMkLst>
            <pc:docMk/>
            <pc:sldMk cId="2879912194" sldId="2716"/>
            <ac:spMk id="3" creationId="{B0098030-CF7B-CA08-24A0-E167D00E5494}"/>
          </ac:spMkLst>
        </pc:spChg>
        <pc:spChg chg="mod">
          <ac:chgData name="Reuben Stephen" userId="6a6eda1f0b9c2b70" providerId="LiveId" clId="{5AF20240-4744-4A1F-9614-8AA47247F12D}" dt="2025-12-06T08:52:48.143" v="3503" actId="20577"/>
          <ac:spMkLst>
            <pc:docMk/>
            <pc:sldMk cId="2879912194" sldId="2716"/>
            <ac:spMk id="4" creationId="{83169008-62A0-5C1F-DF89-8B20DA3DACA4}"/>
          </ac:spMkLst>
        </pc:spChg>
        <pc:spChg chg="mod">
          <ac:chgData name="Reuben Stephen" userId="6a6eda1f0b9c2b70" providerId="LiveId" clId="{5AF20240-4744-4A1F-9614-8AA47247F12D}" dt="2025-12-04T14:50:30.603" v="2335"/>
          <ac:spMkLst>
            <pc:docMk/>
            <pc:sldMk cId="2879912194" sldId="2716"/>
            <ac:spMk id="5" creationId="{A2D792A0-FFEA-1E9F-9D66-09402576ADB6}"/>
          </ac:spMkLst>
        </pc:spChg>
      </pc:sldChg>
      <pc:sldChg chg="modSp add mod">
        <pc:chgData name="Reuben Stephen" userId="6a6eda1f0b9c2b70" providerId="LiveId" clId="{5AF20240-4744-4A1F-9614-8AA47247F12D}" dt="2025-12-06T08:55:33.456" v="3516" actId="6549"/>
        <pc:sldMkLst>
          <pc:docMk/>
          <pc:sldMk cId="3470146200" sldId="2717"/>
        </pc:sldMkLst>
        <pc:spChg chg="mod">
          <ac:chgData name="Reuben Stephen" userId="6a6eda1f0b9c2b70" providerId="LiveId" clId="{5AF20240-4744-4A1F-9614-8AA47247F12D}" dt="2025-12-04T15:08:39.539" v="2441" actId="1076"/>
          <ac:spMkLst>
            <pc:docMk/>
            <pc:sldMk cId="3470146200" sldId="2717"/>
            <ac:spMk id="3" creationId="{0A6BC321-F6F2-FAD3-B13C-A1B46C16BD89}"/>
          </ac:spMkLst>
        </pc:spChg>
        <pc:spChg chg="mod">
          <ac:chgData name="Reuben Stephen" userId="6a6eda1f0b9c2b70" providerId="LiveId" clId="{5AF20240-4744-4A1F-9614-8AA47247F12D}" dt="2025-12-06T08:55:33.456" v="3516" actId="6549"/>
          <ac:spMkLst>
            <pc:docMk/>
            <pc:sldMk cId="3470146200" sldId="2717"/>
            <ac:spMk id="4" creationId="{F1CAFE94-0DAD-AD1F-FE2A-46793489087F}"/>
          </ac:spMkLst>
        </pc:spChg>
        <pc:spChg chg="mod">
          <ac:chgData name="Reuben Stephen" userId="6a6eda1f0b9c2b70" providerId="LiveId" clId="{5AF20240-4744-4A1F-9614-8AA47247F12D}" dt="2025-12-04T14:56:11.112" v="2342"/>
          <ac:spMkLst>
            <pc:docMk/>
            <pc:sldMk cId="3470146200" sldId="2717"/>
            <ac:spMk id="5" creationId="{8DBF68F4-4372-1797-5663-04FA2E389BB7}"/>
          </ac:spMkLst>
        </pc:spChg>
      </pc:sldChg>
      <pc:sldChg chg="modSp add mod">
        <pc:chgData name="Reuben Stephen" userId="6a6eda1f0b9c2b70" providerId="LiveId" clId="{5AF20240-4744-4A1F-9614-8AA47247F12D}" dt="2025-12-06T08:53:53.735" v="3508" actId="20577"/>
        <pc:sldMkLst>
          <pc:docMk/>
          <pc:sldMk cId="953739214" sldId="2718"/>
        </pc:sldMkLst>
        <pc:spChg chg="mod">
          <ac:chgData name="Reuben Stephen" userId="6a6eda1f0b9c2b70" providerId="LiveId" clId="{5AF20240-4744-4A1F-9614-8AA47247F12D}" dt="2025-12-04T15:08:31.512" v="2437" actId="1076"/>
          <ac:spMkLst>
            <pc:docMk/>
            <pc:sldMk cId="953739214" sldId="2718"/>
            <ac:spMk id="3" creationId="{881FD9B2-FCD0-15E2-FDE6-F0E2D250F43D}"/>
          </ac:spMkLst>
        </pc:spChg>
        <pc:spChg chg="mod">
          <ac:chgData name="Reuben Stephen" userId="6a6eda1f0b9c2b70" providerId="LiveId" clId="{5AF20240-4744-4A1F-9614-8AA47247F12D}" dt="2025-12-06T08:53:53.735" v="3508" actId="20577"/>
          <ac:spMkLst>
            <pc:docMk/>
            <pc:sldMk cId="953739214" sldId="2718"/>
            <ac:spMk id="4" creationId="{EDB4612E-421F-7518-4F27-5B4B154E8C42}"/>
          </ac:spMkLst>
        </pc:spChg>
        <pc:spChg chg="mod">
          <ac:chgData name="Reuben Stephen" userId="6a6eda1f0b9c2b70" providerId="LiveId" clId="{5AF20240-4744-4A1F-9614-8AA47247F12D}" dt="2025-12-04T14:56:49.969" v="2347"/>
          <ac:spMkLst>
            <pc:docMk/>
            <pc:sldMk cId="953739214" sldId="2718"/>
            <ac:spMk id="5" creationId="{C908BBE7-E5A9-9F70-EA90-0333D21F070E}"/>
          </ac:spMkLst>
        </pc:spChg>
      </pc:sldChg>
      <pc:sldChg chg="modSp add mod">
        <pc:chgData name="Reuben Stephen" userId="6a6eda1f0b9c2b70" providerId="LiveId" clId="{5AF20240-4744-4A1F-9614-8AA47247F12D}" dt="2025-12-06T08:54:48.108" v="3509" actId="6549"/>
        <pc:sldMkLst>
          <pc:docMk/>
          <pc:sldMk cId="3396112132" sldId="2719"/>
        </pc:sldMkLst>
        <pc:spChg chg="mod">
          <ac:chgData name="Reuben Stephen" userId="6a6eda1f0b9c2b70" providerId="LiveId" clId="{5AF20240-4744-4A1F-9614-8AA47247F12D}" dt="2025-12-04T15:08:12.830" v="2428" actId="1076"/>
          <ac:spMkLst>
            <pc:docMk/>
            <pc:sldMk cId="3396112132" sldId="2719"/>
            <ac:spMk id="3" creationId="{763D2E0A-3D96-FAF9-D390-DDC33B03E71F}"/>
          </ac:spMkLst>
        </pc:spChg>
        <pc:spChg chg="mod">
          <ac:chgData name="Reuben Stephen" userId="6a6eda1f0b9c2b70" providerId="LiveId" clId="{5AF20240-4744-4A1F-9614-8AA47247F12D}" dt="2025-12-06T08:54:48.108" v="3509" actId="6549"/>
          <ac:spMkLst>
            <pc:docMk/>
            <pc:sldMk cId="3396112132" sldId="2719"/>
            <ac:spMk id="4" creationId="{4D3E3573-F215-FB4B-E330-3DA5100AEF1E}"/>
          </ac:spMkLst>
        </pc:spChg>
        <pc:spChg chg="mod">
          <ac:chgData name="Reuben Stephen" userId="6a6eda1f0b9c2b70" providerId="LiveId" clId="{5AF20240-4744-4A1F-9614-8AA47247F12D}" dt="2025-12-04T14:57:32.220" v="2353"/>
          <ac:spMkLst>
            <pc:docMk/>
            <pc:sldMk cId="3396112132" sldId="2719"/>
            <ac:spMk id="5" creationId="{B4602305-075A-6CE1-BB6A-9EA8D75F053C}"/>
          </ac:spMkLst>
        </pc:spChg>
      </pc:sldChg>
      <pc:sldChg chg="modSp add mod">
        <pc:chgData name="Reuben Stephen" userId="6a6eda1f0b9c2b70" providerId="LiveId" clId="{5AF20240-4744-4A1F-9614-8AA47247F12D}" dt="2025-12-06T08:55:18.982" v="3514" actId="20577"/>
        <pc:sldMkLst>
          <pc:docMk/>
          <pc:sldMk cId="3439601992" sldId="2720"/>
        </pc:sldMkLst>
        <pc:spChg chg="mod">
          <ac:chgData name="Reuben Stephen" userId="6a6eda1f0b9c2b70" providerId="LiveId" clId="{5AF20240-4744-4A1F-9614-8AA47247F12D}" dt="2025-12-04T15:08:23.391" v="2433" actId="1076"/>
          <ac:spMkLst>
            <pc:docMk/>
            <pc:sldMk cId="3439601992" sldId="2720"/>
            <ac:spMk id="3" creationId="{B939E1E5-3E10-85C7-F7E6-EC2E3AAD1BCD}"/>
          </ac:spMkLst>
        </pc:spChg>
        <pc:spChg chg="mod">
          <ac:chgData name="Reuben Stephen" userId="6a6eda1f0b9c2b70" providerId="LiveId" clId="{5AF20240-4744-4A1F-9614-8AA47247F12D}" dt="2025-12-06T08:55:18.982" v="3514" actId="20577"/>
          <ac:spMkLst>
            <pc:docMk/>
            <pc:sldMk cId="3439601992" sldId="2720"/>
            <ac:spMk id="4" creationId="{8C10A444-50A1-2EEE-8434-3358256B45EF}"/>
          </ac:spMkLst>
        </pc:spChg>
      </pc:sldChg>
      <pc:sldChg chg="modSp add mod">
        <pc:chgData name="Reuben Stephen" userId="6a6eda1f0b9c2b70" providerId="LiveId" clId="{5AF20240-4744-4A1F-9614-8AA47247F12D}" dt="2025-12-06T08:55:12.237" v="3511" actId="6549"/>
        <pc:sldMkLst>
          <pc:docMk/>
          <pc:sldMk cId="4123816421" sldId="2721"/>
        </pc:sldMkLst>
        <pc:spChg chg="mod">
          <ac:chgData name="Reuben Stephen" userId="6a6eda1f0b9c2b70" providerId="LiveId" clId="{5AF20240-4744-4A1F-9614-8AA47247F12D}" dt="2025-12-04T15:08:02.121" v="2423" actId="1076"/>
          <ac:spMkLst>
            <pc:docMk/>
            <pc:sldMk cId="4123816421" sldId="2721"/>
            <ac:spMk id="3" creationId="{1349C7C4-B176-26B1-F5E4-C1E861CBE2F6}"/>
          </ac:spMkLst>
        </pc:spChg>
        <pc:spChg chg="mod">
          <ac:chgData name="Reuben Stephen" userId="6a6eda1f0b9c2b70" providerId="LiveId" clId="{5AF20240-4744-4A1F-9614-8AA47247F12D}" dt="2025-12-06T08:55:12.237" v="3511" actId="6549"/>
          <ac:spMkLst>
            <pc:docMk/>
            <pc:sldMk cId="4123816421" sldId="2721"/>
            <ac:spMk id="4" creationId="{4D58FEAB-4B8D-FE07-D0FF-E3A132BA2E38}"/>
          </ac:spMkLst>
        </pc:spChg>
      </pc:sldChg>
      <pc:sldChg chg="modSp add mod ord">
        <pc:chgData name="Reuben Stephen" userId="6a6eda1f0b9c2b70" providerId="LiveId" clId="{5AF20240-4744-4A1F-9614-8AA47247F12D}" dt="2025-12-04T15:07:51.268" v="2418" actId="1076"/>
        <pc:sldMkLst>
          <pc:docMk/>
          <pc:sldMk cId="2573578471" sldId="2722"/>
        </pc:sldMkLst>
        <pc:spChg chg="mod">
          <ac:chgData name="Reuben Stephen" userId="6a6eda1f0b9c2b70" providerId="LiveId" clId="{5AF20240-4744-4A1F-9614-8AA47247F12D}" dt="2025-12-04T15:07:51.268" v="2418" actId="1076"/>
          <ac:spMkLst>
            <pc:docMk/>
            <pc:sldMk cId="2573578471" sldId="2722"/>
            <ac:spMk id="3" creationId="{C9A4351D-48CA-3E50-757A-A9F60DDAB4C5}"/>
          </ac:spMkLst>
        </pc:spChg>
        <pc:spChg chg="mod">
          <ac:chgData name="Reuben Stephen" userId="6a6eda1f0b9c2b70" providerId="LiveId" clId="{5AF20240-4744-4A1F-9614-8AA47247F12D}" dt="2025-12-04T14:59:03.395" v="2360"/>
          <ac:spMkLst>
            <pc:docMk/>
            <pc:sldMk cId="2573578471" sldId="2722"/>
            <ac:spMk id="4" creationId="{7F7EEFEE-25E4-4941-1259-C90E1FE80BE3}"/>
          </ac:spMkLst>
        </pc:spChg>
        <pc:spChg chg="mod">
          <ac:chgData name="Reuben Stephen" userId="6a6eda1f0b9c2b70" providerId="LiveId" clId="{5AF20240-4744-4A1F-9614-8AA47247F12D}" dt="2025-12-04T14:59:26.308" v="2362"/>
          <ac:spMkLst>
            <pc:docMk/>
            <pc:sldMk cId="2573578471" sldId="2722"/>
            <ac:spMk id="5" creationId="{996FFE7A-66D6-9C73-0523-F39FCA7030F1}"/>
          </ac:spMkLst>
        </pc:spChg>
      </pc:sldChg>
      <pc:sldChg chg="modSp add mod">
        <pc:chgData name="Reuben Stephen" userId="6a6eda1f0b9c2b70" providerId="LiveId" clId="{5AF20240-4744-4A1F-9614-8AA47247F12D}" dt="2025-12-06T08:56:46.497" v="3518" actId="6549"/>
        <pc:sldMkLst>
          <pc:docMk/>
          <pc:sldMk cId="920269744" sldId="2723"/>
        </pc:sldMkLst>
        <pc:spChg chg="mod">
          <ac:chgData name="Reuben Stephen" userId="6a6eda1f0b9c2b70" providerId="LiveId" clId="{5AF20240-4744-4A1F-9614-8AA47247F12D}" dt="2025-12-04T15:07:39.546" v="2413" actId="1076"/>
          <ac:spMkLst>
            <pc:docMk/>
            <pc:sldMk cId="920269744" sldId="2723"/>
            <ac:spMk id="3" creationId="{5DB58658-58A4-E6BA-C158-74D39B7B6FC1}"/>
          </ac:spMkLst>
        </pc:spChg>
        <pc:spChg chg="mod">
          <ac:chgData name="Reuben Stephen" userId="6a6eda1f0b9c2b70" providerId="LiveId" clId="{5AF20240-4744-4A1F-9614-8AA47247F12D}" dt="2025-12-06T08:56:46.497" v="3518" actId="6549"/>
          <ac:spMkLst>
            <pc:docMk/>
            <pc:sldMk cId="920269744" sldId="2723"/>
            <ac:spMk id="4" creationId="{A14D0107-7304-08AF-9480-2D83D48C4CAE}"/>
          </ac:spMkLst>
        </pc:spChg>
      </pc:sldChg>
      <pc:sldChg chg="modSp add mod">
        <pc:chgData name="Reuben Stephen" userId="6a6eda1f0b9c2b70" providerId="LiveId" clId="{5AF20240-4744-4A1F-9614-8AA47247F12D}" dt="2025-12-04T15:07:29.098" v="2408" actId="1076"/>
        <pc:sldMkLst>
          <pc:docMk/>
          <pc:sldMk cId="2158282030" sldId="2724"/>
        </pc:sldMkLst>
        <pc:spChg chg="mod">
          <ac:chgData name="Reuben Stephen" userId="6a6eda1f0b9c2b70" providerId="LiveId" clId="{5AF20240-4744-4A1F-9614-8AA47247F12D}" dt="2025-12-04T15:07:29.098" v="2408" actId="1076"/>
          <ac:spMkLst>
            <pc:docMk/>
            <pc:sldMk cId="2158282030" sldId="2724"/>
            <ac:spMk id="3" creationId="{A357AA4F-680F-4540-107B-7C96C05A1216}"/>
          </ac:spMkLst>
        </pc:spChg>
        <pc:spChg chg="mod">
          <ac:chgData name="Reuben Stephen" userId="6a6eda1f0b9c2b70" providerId="LiveId" clId="{5AF20240-4744-4A1F-9614-8AA47247F12D}" dt="2025-12-04T15:00:06.910" v="2367"/>
          <ac:spMkLst>
            <pc:docMk/>
            <pc:sldMk cId="2158282030" sldId="2724"/>
            <ac:spMk id="4" creationId="{67BF24ED-0FF2-E74B-262D-C64FCF544AC6}"/>
          </ac:spMkLst>
        </pc:spChg>
        <pc:spChg chg="mod">
          <ac:chgData name="Reuben Stephen" userId="6a6eda1f0b9c2b70" providerId="LiveId" clId="{5AF20240-4744-4A1F-9614-8AA47247F12D}" dt="2025-12-04T15:00:14.325" v="2368"/>
          <ac:spMkLst>
            <pc:docMk/>
            <pc:sldMk cId="2158282030" sldId="2724"/>
            <ac:spMk id="5" creationId="{5D7F0BB0-1B3F-9C1B-149B-1C477CE3F66E}"/>
          </ac:spMkLst>
        </pc:spChg>
      </pc:sldChg>
      <pc:sldChg chg="modSp add mod">
        <pc:chgData name="Reuben Stephen" userId="6a6eda1f0b9c2b70" providerId="LiveId" clId="{5AF20240-4744-4A1F-9614-8AA47247F12D}" dt="2025-12-06T08:57:38.123" v="3520" actId="6549"/>
        <pc:sldMkLst>
          <pc:docMk/>
          <pc:sldMk cId="2551074408" sldId="2725"/>
        </pc:sldMkLst>
        <pc:spChg chg="mod">
          <ac:chgData name="Reuben Stephen" userId="6a6eda1f0b9c2b70" providerId="LiveId" clId="{5AF20240-4744-4A1F-9614-8AA47247F12D}" dt="2025-12-04T15:07:08.789" v="2403" actId="1076"/>
          <ac:spMkLst>
            <pc:docMk/>
            <pc:sldMk cId="2551074408" sldId="2725"/>
            <ac:spMk id="3" creationId="{AF69560E-A9F0-B156-87EF-12B6E6D1D792}"/>
          </ac:spMkLst>
        </pc:spChg>
        <pc:spChg chg="mod">
          <ac:chgData name="Reuben Stephen" userId="6a6eda1f0b9c2b70" providerId="LiveId" clId="{5AF20240-4744-4A1F-9614-8AA47247F12D}" dt="2025-12-06T08:57:38.123" v="3520" actId="6549"/>
          <ac:spMkLst>
            <pc:docMk/>
            <pc:sldMk cId="2551074408" sldId="2725"/>
            <ac:spMk id="4" creationId="{2F5F2D68-648E-FA0D-E559-273A90A328C8}"/>
          </ac:spMkLst>
        </pc:spChg>
      </pc:sldChg>
      <pc:sldChg chg="modSp add mod">
        <pc:chgData name="Reuben Stephen" userId="6a6eda1f0b9c2b70" providerId="LiveId" clId="{5AF20240-4744-4A1F-9614-8AA47247F12D}" dt="2025-12-06T09:00:42.930" v="3522" actId="20577"/>
        <pc:sldMkLst>
          <pc:docMk/>
          <pc:sldMk cId="3966586072" sldId="2726"/>
        </pc:sldMkLst>
        <pc:spChg chg="mod">
          <ac:chgData name="Reuben Stephen" userId="6a6eda1f0b9c2b70" providerId="LiveId" clId="{5AF20240-4744-4A1F-9614-8AA47247F12D}" dt="2025-12-04T15:02:40.952" v="2397" actId="1076"/>
          <ac:spMkLst>
            <pc:docMk/>
            <pc:sldMk cId="3966586072" sldId="2726"/>
            <ac:spMk id="3" creationId="{80E67167-AE8B-4E3E-74A9-1DC5C1A919BD}"/>
          </ac:spMkLst>
        </pc:spChg>
        <pc:spChg chg="mod">
          <ac:chgData name="Reuben Stephen" userId="6a6eda1f0b9c2b70" providerId="LiveId" clId="{5AF20240-4744-4A1F-9614-8AA47247F12D}" dt="2025-12-06T09:00:42.930" v="3522" actId="20577"/>
          <ac:spMkLst>
            <pc:docMk/>
            <pc:sldMk cId="3966586072" sldId="2726"/>
            <ac:spMk id="4" creationId="{B5169BA4-377F-392F-5794-314E0C737384}"/>
          </ac:spMkLst>
        </pc:spChg>
        <pc:spChg chg="mod">
          <ac:chgData name="Reuben Stephen" userId="6a6eda1f0b9c2b70" providerId="LiveId" clId="{5AF20240-4744-4A1F-9614-8AA47247F12D}" dt="2025-12-04T15:01:19.112" v="2380" actId="14100"/>
          <ac:spMkLst>
            <pc:docMk/>
            <pc:sldMk cId="3966586072" sldId="2726"/>
            <ac:spMk id="5" creationId="{53EAB92B-9EC4-78C2-CF6C-5CA5AF2C28B2}"/>
          </ac:spMkLst>
        </pc:spChg>
      </pc:sldChg>
      <pc:sldChg chg="modSp add mod">
        <pc:chgData name="Reuben Stephen" userId="6a6eda1f0b9c2b70" providerId="LiveId" clId="{5AF20240-4744-4A1F-9614-8AA47247F12D}" dt="2025-12-06T09:01:09.738" v="3524" actId="6549"/>
        <pc:sldMkLst>
          <pc:docMk/>
          <pc:sldMk cId="1980972546" sldId="2727"/>
        </pc:sldMkLst>
        <pc:spChg chg="mod">
          <ac:chgData name="Reuben Stephen" userId="6a6eda1f0b9c2b70" providerId="LiveId" clId="{5AF20240-4744-4A1F-9614-8AA47247F12D}" dt="2025-12-04T15:02:22.555" v="2390" actId="1076"/>
          <ac:spMkLst>
            <pc:docMk/>
            <pc:sldMk cId="1980972546" sldId="2727"/>
            <ac:spMk id="3" creationId="{E23E7262-C26C-60F8-845B-44633D6C63F8}"/>
          </ac:spMkLst>
        </pc:spChg>
        <pc:spChg chg="mod">
          <ac:chgData name="Reuben Stephen" userId="6a6eda1f0b9c2b70" providerId="LiveId" clId="{5AF20240-4744-4A1F-9614-8AA47247F12D}" dt="2025-12-06T09:01:09.738" v="3524" actId="6549"/>
          <ac:spMkLst>
            <pc:docMk/>
            <pc:sldMk cId="1980972546" sldId="2727"/>
            <ac:spMk id="4" creationId="{B0A6D974-525E-CD7D-2FF1-D9C6738C95CC}"/>
          </ac:spMkLst>
        </pc:spChg>
      </pc:sldChg>
      <pc:sldChg chg="modSp add mod">
        <pc:chgData name="Reuben Stephen" userId="6a6eda1f0b9c2b70" providerId="LiveId" clId="{5AF20240-4744-4A1F-9614-8AA47247F12D}" dt="2025-12-06T09:04:36.775" v="3541" actId="20577"/>
        <pc:sldMkLst>
          <pc:docMk/>
          <pc:sldMk cId="2467477940" sldId="2728"/>
        </pc:sldMkLst>
        <pc:spChg chg="mod">
          <ac:chgData name="Reuben Stephen" userId="6a6eda1f0b9c2b70" providerId="LiveId" clId="{5AF20240-4744-4A1F-9614-8AA47247F12D}" dt="2025-12-06T09:02:54.545" v="3530" actId="20577"/>
          <ac:spMkLst>
            <pc:docMk/>
            <pc:sldMk cId="2467477940" sldId="2728"/>
            <ac:spMk id="3" creationId="{26640804-0A18-257B-A02B-6C9F6C4736F2}"/>
          </ac:spMkLst>
        </pc:spChg>
        <pc:spChg chg="mod">
          <ac:chgData name="Reuben Stephen" userId="6a6eda1f0b9c2b70" providerId="LiveId" clId="{5AF20240-4744-4A1F-9614-8AA47247F12D}" dt="2025-12-04T15:20:00.457" v="2927" actId="12788"/>
          <ac:spMkLst>
            <pc:docMk/>
            <pc:sldMk cId="2467477940" sldId="2728"/>
            <ac:spMk id="4" creationId="{CF95ED5D-2A44-E4C0-484B-386606E61334}"/>
          </ac:spMkLst>
        </pc:spChg>
        <pc:spChg chg="mod">
          <ac:chgData name="Reuben Stephen" userId="6a6eda1f0b9c2b70" providerId="LiveId" clId="{5AF20240-4744-4A1F-9614-8AA47247F12D}" dt="2025-12-06T09:04:36.775" v="3541" actId="20577"/>
          <ac:spMkLst>
            <pc:docMk/>
            <pc:sldMk cId="2467477940" sldId="2728"/>
            <ac:spMk id="11" creationId="{9B376D4A-47C6-EC96-C3F1-D6E4F2A5E918}"/>
          </ac:spMkLst>
        </pc:spChg>
      </pc:sldChg>
      <pc:sldChg chg="modSp add mod">
        <pc:chgData name="Reuben Stephen" userId="6a6eda1f0b9c2b70" providerId="LiveId" clId="{5AF20240-4744-4A1F-9614-8AA47247F12D}" dt="2025-12-06T09:04:33.577" v="3540" actId="20577"/>
        <pc:sldMkLst>
          <pc:docMk/>
          <pc:sldMk cId="560932358" sldId="2729"/>
        </pc:sldMkLst>
        <pc:spChg chg="mod">
          <ac:chgData name="Reuben Stephen" userId="6a6eda1f0b9c2b70" providerId="LiveId" clId="{5AF20240-4744-4A1F-9614-8AA47247F12D}" dt="2025-12-04T15:24:00.729" v="3170" actId="20577"/>
          <ac:spMkLst>
            <pc:docMk/>
            <pc:sldMk cId="560932358" sldId="2729"/>
            <ac:spMk id="3" creationId="{4085F2A6-995F-1B11-7551-13E4D2972DA6}"/>
          </ac:spMkLst>
        </pc:spChg>
        <pc:spChg chg="mod">
          <ac:chgData name="Reuben Stephen" userId="6a6eda1f0b9c2b70" providerId="LiveId" clId="{5AF20240-4744-4A1F-9614-8AA47247F12D}" dt="2025-12-04T15:24:25.431" v="3174" actId="20577"/>
          <ac:spMkLst>
            <pc:docMk/>
            <pc:sldMk cId="560932358" sldId="2729"/>
            <ac:spMk id="4" creationId="{B3E64818-9373-FA34-0696-70335BA93A51}"/>
          </ac:spMkLst>
        </pc:spChg>
        <pc:spChg chg="mod">
          <ac:chgData name="Reuben Stephen" userId="6a6eda1f0b9c2b70" providerId="LiveId" clId="{5AF20240-4744-4A1F-9614-8AA47247F12D}" dt="2025-12-06T09:04:33.577" v="3540" actId="20577"/>
          <ac:spMkLst>
            <pc:docMk/>
            <pc:sldMk cId="560932358" sldId="2729"/>
            <ac:spMk id="11" creationId="{35974DAE-4080-9B7D-2744-24C6D3A2B770}"/>
          </ac:spMkLst>
        </pc:spChg>
      </pc:sldChg>
      <pc:sldChg chg="modSp add mod">
        <pc:chgData name="Reuben Stephen" userId="6a6eda1f0b9c2b70" providerId="LiveId" clId="{5AF20240-4744-4A1F-9614-8AA47247F12D}" dt="2025-12-06T09:15:15.169" v="3603"/>
        <pc:sldMkLst>
          <pc:docMk/>
          <pc:sldMk cId="779352673" sldId="2730"/>
        </pc:sldMkLst>
        <pc:spChg chg="mod">
          <ac:chgData name="Reuben Stephen" userId="6a6eda1f0b9c2b70" providerId="LiveId" clId="{5AF20240-4744-4A1F-9614-8AA47247F12D}" dt="2025-12-04T15:33:50.013" v="3225" actId="12788"/>
          <ac:spMkLst>
            <pc:docMk/>
            <pc:sldMk cId="779352673" sldId="2730"/>
            <ac:spMk id="2" creationId="{5DCCFFA0-F167-C1C4-F4C3-766F803F5634}"/>
          </ac:spMkLst>
        </pc:spChg>
        <pc:spChg chg="mod">
          <ac:chgData name="Reuben Stephen" userId="6a6eda1f0b9c2b70" providerId="LiveId" clId="{5AF20240-4744-4A1F-9614-8AA47247F12D}" dt="2025-12-06T09:15:15.169" v="3603"/>
          <ac:spMkLst>
            <pc:docMk/>
            <pc:sldMk cId="779352673" sldId="2730"/>
            <ac:spMk id="3" creationId="{94B83797-8525-D5BD-693F-D1ED02613BFA}"/>
          </ac:spMkLst>
        </pc:spChg>
        <pc:spChg chg="mod">
          <ac:chgData name="Reuben Stephen" userId="6a6eda1f0b9c2b70" providerId="LiveId" clId="{5AF20240-4744-4A1F-9614-8AA47247F12D}" dt="2025-12-04T15:55:00.255" v="3406" actId="20577"/>
          <ac:spMkLst>
            <pc:docMk/>
            <pc:sldMk cId="779352673" sldId="2730"/>
            <ac:spMk id="8" creationId="{1357E6E6-3107-EF7B-78FA-D9C9884DB624}"/>
          </ac:spMkLst>
        </pc:spChg>
      </pc:sldChg>
      <pc:sldChg chg="modSp add mod ord">
        <pc:chgData name="Reuben Stephen" userId="6a6eda1f0b9c2b70" providerId="LiveId" clId="{5AF20240-4744-4A1F-9614-8AA47247F12D}" dt="2025-12-04T15:54:51.884" v="3401" actId="20577"/>
        <pc:sldMkLst>
          <pc:docMk/>
          <pc:sldMk cId="844087858" sldId="2731"/>
        </pc:sldMkLst>
        <pc:spChg chg="mod">
          <ac:chgData name="Reuben Stephen" userId="6a6eda1f0b9c2b70" providerId="LiveId" clId="{5AF20240-4744-4A1F-9614-8AA47247F12D}" dt="2025-12-04T15:39:47.199" v="3269" actId="12788"/>
          <ac:spMkLst>
            <pc:docMk/>
            <pc:sldMk cId="844087858" sldId="2731"/>
            <ac:spMk id="2" creationId="{0120F5B8-D35C-E848-0988-BC32568C3F54}"/>
          </ac:spMkLst>
        </pc:spChg>
        <pc:spChg chg="mod">
          <ac:chgData name="Reuben Stephen" userId="6a6eda1f0b9c2b70" providerId="LiveId" clId="{5AF20240-4744-4A1F-9614-8AA47247F12D}" dt="2025-12-04T15:39:44.312" v="3268" actId="12788"/>
          <ac:spMkLst>
            <pc:docMk/>
            <pc:sldMk cId="844087858" sldId="2731"/>
            <ac:spMk id="3" creationId="{2719F72D-04A1-ECFC-1383-DD6D4AB82966}"/>
          </ac:spMkLst>
        </pc:spChg>
        <pc:spChg chg="mod">
          <ac:chgData name="Reuben Stephen" userId="6a6eda1f0b9c2b70" providerId="LiveId" clId="{5AF20240-4744-4A1F-9614-8AA47247F12D}" dt="2025-12-04T15:54:51.884" v="3401" actId="20577"/>
          <ac:spMkLst>
            <pc:docMk/>
            <pc:sldMk cId="844087858" sldId="2731"/>
            <ac:spMk id="8" creationId="{991BE889-2E0B-598B-57A6-3B7669851AFF}"/>
          </ac:spMkLst>
        </pc:spChg>
      </pc:sldChg>
      <pc:sldChg chg="modSp add mod">
        <pc:chgData name="Reuben Stephen" userId="6a6eda1f0b9c2b70" providerId="LiveId" clId="{5AF20240-4744-4A1F-9614-8AA47247F12D}" dt="2025-12-06T09:15:30.573" v="3608" actId="20577"/>
        <pc:sldMkLst>
          <pc:docMk/>
          <pc:sldMk cId="3107850157" sldId="2732"/>
        </pc:sldMkLst>
        <pc:spChg chg="mod">
          <ac:chgData name="Reuben Stephen" userId="6a6eda1f0b9c2b70" providerId="LiveId" clId="{5AF20240-4744-4A1F-9614-8AA47247F12D}" dt="2025-12-06T09:15:30.573" v="3608" actId="20577"/>
          <ac:spMkLst>
            <pc:docMk/>
            <pc:sldMk cId="3107850157" sldId="2732"/>
            <ac:spMk id="2" creationId="{04095889-E1E0-2F72-B630-0DA2A53E6F8B}"/>
          </ac:spMkLst>
        </pc:spChg>
        <pc:spChg chg="mod">
          <ac:chgData name="Reuben Stephen" userId="6a6eda1f0b9c2b70" providerId="LiveId" clId="{5AF20240-4744-4A1F-9614-8AA47247F12D}" dt="2025-12-06T09:15:08.374" v="3602" actId="20577"/>
          <ac:spMkLst>
            <pc:docMk/>
            <pc:sldMk cId="3107850157" sldId="2732"/>
            <ac:spMk id="3" creationId="{EC8A5B88-0780-28D9-FE9A-6A25C1FE51E0}"/>
          </ac:spMkLst>
        </pc:spChg>
        <pc:spChg chg="mod">
          <ac:chgData name="Reuben Stephen" userId="6a6eda1f0b9c2b70" providerId="LiveId" clId="{5AF20240-4744-4A1F-9614-8AA47247F12D}" dt="2025-12-04T15:54:42.469" v="3396" actId="20577"/>
          <ac:spMkLst>
            <pc:docMk/>
            <pc:sldMk cId="3107850157" sldId="2732"/>
            <ac:spMk id="8" creationId="{0A0DE87C-CB76-6AD4-16F4-F138543D17E1}"/>
          </ac:spMkLst>
        </pc:spChg>
      </pc:sldChg>
      <pc:sldChg chg="modSp add mod ord">
        <pc:chgData name="Reuben Stephen" userId="6a6eda1f0b9c2b70" providerId="LiveId" clId="{5AF20240-4744-4A1F-9614-8AA47247F12D}" dt="2025-12-04T15:54:33.908" v="3391" actId="20577"/>
        <pc:sldMkLst>
          <pc:docMk/>
          <pc:sldMk cId="1021861759" sldId="2733"/>
        </pc:sldMkLst>
        <pc:spChg chg="mod">
          <ac:chgData name="Reuben Stephen" userId="6a6eda1f0b9c2b70" providerId="LiveId" clId="{5AF20240-4744-4A1F-9614-8AA47247F12D}" dt="2025-12-04T15:44:41.091" v="3310" actId="12788"/>
          <ac:spMkLst>
            <pc:docMk/>
            <pc:sldMk cId="1021861759" sldId="2733"/>
            <ac:spMk id="2" creationId="{8C28DB29-5E2C-5A13-7F05-D2BDF17BDF51}"/>
          </ac:spMkLst>
        </pc:spChg>
        <pc:spChg chg="mod">
          <ac:chgData name="Reuben Stephen" userId="6a6eda1f0b9c2b70" providerId="LiveId" clId="{5AF20240-4744-4A1F-9614-8AA47247F12D}" dt="2025-12-04T15:44:38.218" v="3309" actId="12788"/>
          <ac:spMkLst>
            <pc:docMk/>
            <pc:sldMk cId="1021861759" sldId="2733"/>
            <ac:spMk id="3" creationId="{68EDBA9F-EC47-40C4-9DDC-0263642ECF98}"/>
          </ac:spMkLst>
        </pc:spChg>
        <pc:spChg chg="mod">
          <ac:chgData name="Reuben Stephen" userId="6a6eda1f0b9c2b70" providerId="LiveId" clId="{5AF20240-4744-4A1F-9614-8AA47247F12D}" dt="2025-12-04T15:54:33.908" v="3391" actId="20577"/>
          <ac:spMkLst>
            <pc:docMk/>
            <pc:sldMk cId="1021861759" sldId="2733"/>
            <ac:spMk id="8" creationId="{0EA7060A-C764-7325-D596-BF6889FD69C0}"/>
          </ac:spMkLst>
        </pc:spChg>
      </pc:sldChg>
      <pc:sldChg chg="modSp add mod ord">
        <pc:chgData name="Reuben Stephen" userId="6a6eda1f0b9c2b70" providerId="LiveId" clId="{5AF20240-4744-4A1F-9614-8AA47247F12D}" dt="2025-12-06T09:15:52.387" v="3609" actId="404"/>
        <pc:sldMkLst>
          <pc:docMk/>
          <pc:sldMk cId="2361955429" sldId="2734"/>
        </pc:sldMkLst>
        <pc:spChg chg="mod">
          <ac:chgData name="Reuben Stephen" userId="6a6eda1f0b9c2b70" providerId="LiveId" clId="{5AF20240-4744-4A1F-9614-8AA47247F12D}" dt="2025-12-04T15:48:07.460" v="3317" actId="12788"/>
          <ac:spMkLst>
            <pc:docMk/>
            <pc:sldMk cId="2361955429" sldId="2734"/>
            <ac:spMk id="2" creationId="{6E0FBB2F-671E-C4E7-463F-7DF33607D3BE}"/>
          </ac:spMkLst>
        </pc:spChg>
        <pc:spChg chg="mod">
          <ac:chgData name="Reuben Stephen" userId="6a6eda1f0b9c2b70" providerId="LiveId" clId="{5AF20240-4744-4A1F-9614-8AA47247F12D}" dt="2025-12-06T09:15:52.387" v="3609" actId="404"/>
          <ac:spMkLst>
            <pc:docMk/>
            <pc:sldMk cId="2361955429" sldId="2734"/>
            <ac:spMk id="3" creationId="{D4AB1A9E-62E7-57D4-91E9-11305C600FBF}"/>
          </ac:spMkLst>
        </pc:spChg>
        <pc:spChg chg="mod">
          <ac:chgData name="Reuben Stephen" userId="6a6eda1f0b9c2b70" providerId="LiveId" clId="{5AF20240-4744-4A1F-9614-8AA47247F12D}" dt="2025-12-04T15:54:25.176" v="3386" actId="20577"/>
          <ac:spMkLst>
            <pc:docMk/>
            <pc:sldMk cId="2361955429" sldId="2734"/>
            <ac:spMk id="8" creationId="{30EC6847-FDB9-8EF2-DF8A-C2E8688A9A78}"/>
          </ac:spMkLst>
        </pc:spChg>
      </pc:sldChg>
      <pc:sldChg chg="modSp add mod">
        <pc:chgData name="Reuben Stephen" userId="6a6eda1f0b9c2b70" providerId="LiveId" clId="{5AF20240-4744-4A1F-9614-8AA47247F12D}" dt="2025-12-04T15:54:14.519" v="3381" actId="20577"/>
        <pc:sldMkLst>
          <pc:docMk/>
          <pc:sldMk cId="620160262" sldId="2735"/>
        </pc:sldMkLst>
        <pc:spChg chg="mod">
          <ac:chgData name="Reuben Stephen" userId="6a6eda1f0b9c2b70" providerId="LiveId" clId="{5AF20240-4744-4A1F-9614-8AA47247F12D}" dt="2025-12-04T15:49:39.863" v="3328" actId="12788"/>
          <ac:spMkLst>
            <pc:docMk/>
            <pc:sldMk cId="620160262" sldId="2735"/>
            <ac:spMk id="3" creationId="{DCFE26F8-6DEE-C182-17D1-46740E72A1DB}"/>
          </ac:spMkLst>
        </pc:spChg>
        <pc:spChg chg="mod">
          <ac:chgData name="Reuben Stephen" userId="6a6eda1f0b9c2b70" providerId="LiveId" clId="{5AF20240-4744-4A1F-9614-8AA47247F12D}" dt="2025-12-04T15:54:14.519" v="3381" actId="20577"/>
          <ac:spMkLst>
            <pc:docMk/>
            <pc:sldMk cId="620160262" sldId="2735"/>
            <ac:spMk id="8" creationId="{F2925F67-6C3F-E658-3941-205E2EADA6C8}"/>
          </ac:spMkLst>
        </pc:spChg>
      </pc:sldChg>
      <pc:sldChg chg="modSp add mod">
        <pc:chgData name="Reuben Stephen" userId="6a6eda1f0b9c2b70" providerId="LiveId" clId="{5AF20240-4744-4A1F-9614-8AA47247F12D}" dt="2025-12-04T15:53:46.050" v="3374" actId="20577"/>
        <pc:sldMkLst>
          <pc:docMk/>
          <pc:sldMk cId="3083061843" sldId="2736"/>
        </pc:sldMkLst>
        <pc:spChg chg="mod">
          <ac:chgData name="Reuben Stephen" userId="6a6eda1f0b9c2b70" providerId="LiveId" clId="{5AF20240-4744-4A1F-9614-8AA47247F12D}" dt="2025-12-04T15:53:22.407" v="3370"/>
          <ac:spMkLst>
            <pc:docMk/>
            <pc:sldMk cId="3083061843" sldId="2736"/>
            <ac:spMk id="3" creationId="{FB22A6F4-7830-4009-EA52-5F3B5028575F}"/>
          </ac:spMkLst>
        </pc:spChg>
        <pc:spChg chg="mod">
          <ac:chgData name="Reuben Stephen" userId="6a6eda1f0b9c2b70" providerId="LiveId" clId="{5AF20240-4744-4A1F-9614-8AA47247F12D}" dt="2025-12-04T15:53:46.050" v="3374" actId="20577"/>
          <ac:spMkLst>
            <pc:docMk/>
            <pc:sldMk cId="3083061843" sldId="2736"/>
            <ac:spMk id="4" creationId="{B7C5845E-B246-EAE5-3F31-B24146CC41FF}"/>
          </ac:spMkLst>
        </pc:spChg>
        <pc:spChg chg="mod">
          <ac:chgData name="Reuben Stephen" userId="6a6eda1f0b9c2b70" providerId="LiveId" clId="{5AF20240-4744-4A1F-9614-8AA47247F12D}" dt="2025-12-04T15:53:36.513" v="3372"/>
          <ac:spMkLst>
            <pc:docMk/>
            <pc:sldMk cId="3083061843" sldId="2736"/>
            <ac:spMk id="5" creationId="{43E688CA-59BC-C2E3-4F47-D689AAFD4542}"/>
          </ac:spMkLst>
        </pc:spChg>
      </pc:sldChg>
      <pc:sldChg chg="modSp add mod">
        <pc:chgData name="Reuben Stephen" userId="6a6eda1f0b9c2b70" providerId="LiveId" clId="{5AF20240-4744-4A1F-9614-8AA47247F12D}" dt="2025-12-06T09:04:29.942" v="3539" actId="20577"/>
        <pc:sldMkLst>
          <pc:docMk/>
          <pc:sldMk cId="1903214476" sldId="2737"/>
        </pc:sldMkLst>
        <pc:spChg chg="mod">
          <ac:chgData name="Reuben Stephen" userId="6a6eda1f0b9c2b70" providerId="LiveId" clId="{5AF20240-4744-4A1F-9614-8AA47247F12D}" dt="2025-12-06T09:04:17.799" v="3534" actId="20577"/>
          <ac:spMkLst>
            <pc:docMk/>
            <pc:sldMk cId="1903214476" sldId="2737"/>
            <ac:spMk id="3" creationId="{6635197C-388F-E0F9-E84B-E6C29E437AB4}"/>
          </ac:spMkLst>
        </pc:spChg>
        <pc:spChg chg="mod">
          <ac:chgData name="Reuben Stephen" userId="6a6eda1f0b9c2b70" providerId="LiveId" clId="{5AF20240-4744-4A1F-9614-8AA47247F12D}" dt="2025-12-06T09:04:21.564" v="3536" actId="20577"/>
          <ac:spMkLst>
            <pc:docMk/>
            <pc:sldMk cId="1903214476" sldId="2737"/>
            <ac:spMk id="4" creationId="{AB3E03AA-2F84-4F28-57EC-A7CD96FEB54E}"/>
          </ac:spMkLst>
        </pc:spChg>
        <pc:spChg chg="mod">
          <ac:chgData name="Reuben Stephen" userId="6a6eda1f0b9c2b70" providerId="LiveId" clId="{5AF20240-4744-4A1F-9614-8AA47247F12D}" dt="2025-12-06T09:04:29.942" v="3539" actId="20577"/>
          <ac:spMkLst>
            <pc:docMk/>
            <pc:sldMk cId="1903214476" sldId="2737"/>
            <ac:spMk id="11" creationId="{0CE749D7-23BF-8BCC-01E7-8FE5AC45F1BC}"/>
          </ac:spMkLst>
        </pc:spChg>
      </pc:sldChg>
      <pc:sldChg chg="add del">
        <pc:chgData name="Reuben Stephen" userId="6a6eda1f0b9c2b70" providerId="LiveId" clId="{5AF20240-4744-4A1F-9614-8AA47247F12D}" dt="2025-12-06T09:07:38.370" v="3559"/>
        <pc:sldMkLst>
          <pc:docMk/>
          <pc:sldMk cId="625594379" sldId="27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8FA1-5020-E5B7-DC1E-505A69F0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75BD7-1533-AF40-6F6D-0B572312FD5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DEAD3-86BF-AF78-698D-BA30CF25FB1B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3051-2B3D-C83D-99A7-C1A693E717B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10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22DE-F18E-53C7-8500-158902F2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C790B-FF14-AB8B-5405-6501949FBAA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EEA46-75EB-3BBB-C790-B11ED8DC7A2D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29D02-417A-B358-C5C5-E9174D888D7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6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33F7-18A9-F80A-2FFF-907F4E04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EFCEB-4E86-56E4-382A-D1EA6601A4F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532BC-B1FB-14E5-CBD3-6C6D1D14A6CB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6B576-2937-F748-328D-E78E73CDE2A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116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CB91-E012-A16A-5451-A4F07309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9A36C-B0A4-C099-9C6E-AEFDE577C08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C9A43-8140-9BFF-6ACE-6062B27325BF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C6D8B-113F-34C9-E1E2-B43B4F67837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6959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55D278-8EFF-4C2B-B52A-98D6EADF6A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B3AAC3-4243-41E7-9F2E-707505CD19B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7505-E211-D31B-6189-17AA15CD3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481F2-0EC3-7AEB-DD46-2BF7A9A1F12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0515-F478-CD44-D022-5A5526A6D3D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D3454-BE9F-944E-6333-A88E99A6B81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65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CCB4-1F70-19B0-9B93-F7AA0FC3F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4BB5C-1AA5-5C39-3D02-73D8DD2AA64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EEF7-595F-B06D-DB09-AE9FB15078AF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7EBE6-2FC3-4133-7646-A0DF01631D8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98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ECD0-7686-7CA1-B72A-05CC12AE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7874A-0380-09D0-49C1-568051C0CE4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C4400-2AE6-40D9-C06D-45043F064BE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74B78-80BA-B114-B298-568F2E80A51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70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0A85-0451-B9DA-90BE-3D1EBA8E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CA846-244F-DEB0-B9E2-8D8594700B4E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10793-F69B-DC1D-6370-8867D19CCF1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1A3A4-9B4D-002C-ECE7-0E97FA6C666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123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BA9-1C07-10C1-E805-5121E968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2EFF1-9BC1-9BC6-968C-006E79C7794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D7CC-0E57-34F4-7D4F-44EA3243E123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653E3-E1EB-0D70-76C8-FA202C9A46B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58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482F-18A5-1A0D-8855-87CD8A8D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F6A5B-C716-7904-1238-A440DE286BB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B353-40AB-0DA7-85A5-AC9474C48A2D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C06D0-26EF-07A2-1D62-9C17B9AB8CD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75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F967-42D9-384A-A638-FC3FADD5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9BD20-97AF-8F7B-C5DF-5CDD94FDE16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A1BE3-7225-DEE9-1775-6511633B6FA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E4654-F3B9-127D-8806-2A847E587C0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47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8019-20A3-4701-901E-C6FE1BDC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76B56-7D00-E3D5-396C-D133312D8DD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CD889-6CE9-231A-489B-DF4F18EC7FE3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490D-A4DF-6613-A1E9-23167B315E0D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94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7169-06A1-BBDA-D5D5-DF036379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0612C-FD1D-3983-D8AE-652011ACB44F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B675B-78CA-B761-87AD-569066FEEB4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C2E40-3051-7B85-8003-30BD6C36A7B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34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8737-5FA6-E190-204A-FD086B46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E4031-94E4-962E-F197-951681A58B2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F095D-BE4B-FCA7-83AB-730AF77D0FA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54B58-B818-F2BA-2975-BB68E1557902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07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A5BC-F455-2610-A1AA-3C804157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F89A8-3DEA-C61D-4019-2AF5A3E791C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928F-3B21-1672-6818-DF0938D62B5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BEFA6-1F60-45CE-CB65-7650343C4A1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010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1A85-6406-D1D3-0E06-3D068BD4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582AA-A59B-3163-C77B-3C53CB81B90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B4824-E792-6FB8-8A26-162E6ADD6FE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34031-57CD-2C05-2FFC-D78D833B14C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90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D30E-2A17-1A4A-2BDB-4C980573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1C275-ACEC-FD7E-DDA5-B4CAFD5EFDF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68DB-5CC5-9050-AAD1-1594599CBC4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1942-D0D7-A9C0-8F6A-13CBB6E0299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87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0175-68DE-2694-B74D-78AD8372D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050F4-7FB4-AB55-ECDB-C6582A6D574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8BC84-6429-2D02-9A45-80B20C5C8EE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D6E5-A2B0-0AB1-A903-B054922275B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068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1FC3-D0C9-7369-9DA0-C5E02641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09F8C-0516-6E06-BD55-AB066DCFD20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002D5-C464-1177-1178-4F6CAF9CE61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9C2E6-9D03-FEE0-4348-4E6FFCF3D8D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765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0DBE5-73F1-7E7E-4278-E344B5D4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94B06-EA5E-0D2E-DF66-D54AAD39D7A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4567C-43B6-4B15-C75D-0EF1734C5C9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E45EF-A008-F3A6-52A0-23EBEA713A6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95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C7B1-E085-6158-72E0-9BF4860D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BF053-D0B4-ED83-7C73-95C133C809B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D2CFC-BC8B-1DA2-7BF2-E4E6FACFE8E7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3FA06-3485-AC4D-6ACC-D8C3B1CCD276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9090293-A0E3-4055-858E-D5DF7719B7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942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400A-44AB-9B88-DA2F-F84160DDA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A3623-3446-866D-C8CD-10E6E6E1644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A576A-AEEA-11FD-9DDA-DD8D45572E6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EDEDF-5084-1B29-1A9C-221D1AE20F2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27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0128-F0C1-9267-CFA1-CCA811D5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65AE9-5B7C-B815-EF70-1A4BF771393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94F9F-838C-CCF5-48F7-8F78985D339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41E81-4840-279A-FCF3-33F39CC9FE2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032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7035-5F24-AE9B-A19B-3962819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46EDE-C612-C648-DFD9-A1B1B640634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1CE5-3E27-4B2D-B4C1-B17C2CB1BB0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98548-1186-60F1-F420-7C33FB9D1912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083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F7DD-19E5-24B7-1F5E-F6B232A7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B9119-4109-EABB-9B14-7D2FA9FDFFB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CC0C2-7272-DFF3-DFEC-6877CA77A23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FFC54-E943-2037-9FC5-3C3B01D0CC0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378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98033-93B1-AE90-33DF-EFF45090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79AC8-628C-051D-09FF-E891165341E1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06B40-2EE8-C367-5BD1-7B08A161ECFC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C4590-4A4D-ABC7-194B-08F876D5030F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C9EA96C-8EF3-4836-80F4-2987D48843C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343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61BBB0-A159-4ADC-83D9-714AD163E8A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F2A8-F0F0-DEE1-96A9-6D769698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6C4BC-FCB5-5578-9F36-DA842D93B1E0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BBAC6-1061-E0C6-B369-4C7C48735B4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5E756-436B-D48B-9726-0D92D7110298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01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E175-5C4D-FC88-5FDC-D21ABAA6D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83D92-47C1-3BA0-1ADC-2DD36DC26EE6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75196-EA4F-367D-0CA3-612CF500DD82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30AD4-72E2-CAEE-13E4-7D766ADD0EA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128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0B57-390B-AB38-19CC-651213FD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3AA3D-73F3-6CBC-0B4D-3A23C472B297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DBC34-A6D4-F8A6-1025-F5B03DFFCC96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D582A-5E0B-AFC9-13A4-CDE87FA0BC3B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490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B558-C451-A0ED-604E-F2977A40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70747-CE4E-C0D3-E46A-171531A61D4C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5DEA-5CEA-EACB-AEF3-8912F64E275B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C60B8-912A-35D7-7684-B3E380F67B80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26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762C-0F61-509E-5557-742B9162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629F-226E-6178-FB73-6590EFF776D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C721D-FA35-E6DE-4B3C-FCBA39DF45C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3E987-4B60-73D5-3B65-159C92754A6B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734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973A-EF0B-1364-EF31-8A4097A5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33456-8B61-64C6-9B8C-ECE4AD6FA4E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CF89C-442C-4AB9-4081-7FD711FA22F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85408-2A82-FD96-E593-FE985EAEFB95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57AD72-1A83-4275-8AEB-B7E14F2ECD6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676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1EFB0-E92E-6B4B-A8E3-F3F09389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4E37E-182C-B0F1-0870-0345C4E754E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4D7E4-5061-A334-F11B-DC6F1205D5B3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20D68-2A74-329F-9C1D-06288B4D238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1494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5B2B-2349-1BB5-6DC5-AF8D62182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8DE1B-DBDB-5FFA-0384-BE38BF4C2898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24347-ED29-B2A4-1A5E-48AF5CB1DA8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17442-9EC6-B2AB-4C28-3BAA3BBBC7C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663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8FDA-D87B-1187-FD44-F3ECDDEB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B831D-3D6B-1598-9A15-11B30224A815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8F501-C61A-9D1B-BED5-23BC99704E75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524E8-AC08-DFE1-7711-C016537A83EE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1CA129C-900B-45AA-8507-DB71050CA2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410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B004-50D8-D7E6-EFFC-0B2E74A7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3BFD-1645-70E3-DB78-6AC641D6B8CB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70988-E62A-A68C-2C19-91FBC14FF654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FF8B5-B77B-C52E-25C6-DBE15262EEB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357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A573-2FFA-2499-5CCD-C343DF88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92743-88E2-4BDA-5E9F-1095AEC891E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F231D-E0BD-6783-4D91-98197678A4D8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AF83-5F4F-1E69-F33D-3EE42D4B6163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215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1FD3-CE19-945F-193B-2887DBE2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C7280-8B63-1503-1072-856CA546673A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CF138-B805-4971-7A74-5FAA4E870F1E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2BB7E-BBB8-FD08-286E-BC6CBB41A63A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6743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B275-5E09-4E3B-4788-BB15D637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1531F-51D6-CA6C-D21F-0747F91943D4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E0EE7-6180-F5D9-DE73-D49682AA831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97CE4-2C95-7CB2-E74C-DF932AA756A1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9354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0A8B-4ED3-D622-5076-BCBA5D7A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76FD3-592D-1DF9-0460-F95F99A288F2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0C651-A831-B806-9319-374D52E0ACA1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7960-ADB9-36DF-639D-A3BB7A767F2C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586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88FE-C5BD-7A25-08A6-441D34BB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B88C4-6AB0-75FD-EA4A-83BFA2DD742E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9A863-9D14-0EA6-5E9D-DA95FF66B6F7}"/>
              </a:ext>
            </a:extLst>
          </p:cNvPr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9CB78-2D2B-3A38-57E5-9EF955AAF0E9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74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02 November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59A2D6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6/12/2025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TunlaP3OIk?si=QyqClW0r6GsFZEe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youtu.be/wc8WA6NBSd4" TargetMode="External"/><Relationship Id="rId4" Type="http://schemas.openxmlformats.org/officeDocument/2006/relationships/hyperlink" Target="https://youtu.be/9Np2x_xqdbY?si=CHQDXn6FtjMmtMy9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46038" y="395617"/>
            <a:ext cx="9156031" cy="4341275"/>
          </a:xfrm>
          <a:prstGeom prst="rect">
            <a:avLst/>
          </a:prstGeom>
          <a:noFill/>
        </p:spPr>
        <p:txBody>
          <a:bodyPr lIns="91440" tIns="45720" rIns="91440" bIns="45720" anchor="t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Dec 7th  HQ( mal)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Birth of John the Baptist; 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Word of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God:The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source of peace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Opening: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varika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Immanuel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https://youtu.be/aTunlaP3OIk?si=QyqClW0r6GsFZEei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B/A: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Ps 103:1-2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https://youtu.be/9Np2x_xqdbY?si=CHQDXn6FtjMmtMy9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Offertory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114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Nararodathi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sneham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https://youtu.be/wc8WA6NBSd4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Confession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416 Enne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rakshipaan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unatham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vittu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Communion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416 Enne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rakshipaan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122 Raja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Raja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daivaraajan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119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Paaridam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mangalha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geethiyaal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Thedi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Alanju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njaan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130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Yeshuvin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jananathe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naam( tune: wonderful words of life)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411 Ente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Jeevanaam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Yeshuve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Closing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Dox 5 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Daivame</a:t>
            </a: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 Nin </a:t>
            </a:r>
            <a:r>
              <a:rPr lang="en-US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Snehathode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SG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Vaa</a:t>
            </a:r>
            <a:r>
              <a:rPr lang="en-SG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SG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varika</a:t>
            </a:r>
            <a:r>
              <a:rPr lang="en-SG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Immanuel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Immanuel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5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52C57-6EE2-18AA-92D9-EFCE7CF0BF42}"/>
              </a:ext>
            </a:extLst>
          </p:cNvPr>
          <p:cNvSpPr txBox="1"/>
          <p:nvPr/>
        </p:nvSpPr>
        <p:spPr>
          <a:xfrm>
            <a:off x="452224" y="605961"/>
            <a:ext cx="82395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kezhunnadima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deva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suthaa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vannavare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adima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neekki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paalikka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ml-IN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varum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ninakk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C5FCF-9788-AA09-9F26-D8CF6A9494AF}"/>
              </a:ext>
            </a:extLst>
          </p:cNvPr>
          <p:cNvSpPr txBox="1"/>
          <p:nvPr/>
        </p:nvSpPr>
        <p:spPr>
          <a:xfrm>
            <a:off x="624185" y="2567275"/>
            <a:ext cx="852891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വാ വരിക ഇമ്മാനുവേൽ കെഴുന്നടിമ യിസ്രായേൽ </a:t>
            </a:r>
          </a:p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ദേവ സുതാ വന്നവരെ അടിമ നീക്കി പാലിക്ക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പാടിൻ പാടിൻ ഹേ യിസ്രായേൽ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വരും നിനക്കിമ്മാനുവേൽ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24BF-58AC-A63C-5AD1-B9AEB263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F9C1-1EEA-83C8-3BBC-17AE42C7141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Immanuel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3BEC00E-EC8A-63C5-7A35-BD6D9849D91C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487D0-6D67-A225-5385-A07F47EB4BA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5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B8D5E-09BD-1139-07FB-40A9B3450B9B}"/>
              </a:ext>
            </a:extLst>
          </p:cNvPr>
          <p:cNvSpPr txBox="1"/>
          <p:nvPr/>
        </p:nvSpPr>
        <p:spPr>
          <a:xfrm>
            <a:off x="161774" y="605961"/>
            <a:ext cx="88204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yisshaayi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dande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makkalhe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pishaachil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rakshikka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maranha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paathaalhangalh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mel;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avarrkku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jayam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nalkuke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ml-IN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varum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ninakk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673CB-83A7-BEA0-D6D0-208F08E4BF0C}"/>
              </a:ext>
            </a:extLst>
          </p:cNvPr>
          <p:cNvSpPr txBox="1"/>
          <p:nvPr/>
        </p:nvSpPr>
        <p:spPr>
          <a:xfrm>
            <a:off x="475917" y="2567275"/>
            <a:ext cx="8663267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യിശ്ശായി ദണ്ഡേ മക്കളെ പിശാചിൽ നിന്നു രക്ഷിക്ക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മരണ പാതാളങ്ങൾ മേൽ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അവർക്കു ജയം നല്കുകെ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പാടിൻ പാടിൻ ഹേ യിസ്രായേൽ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വരും നിനക്കിമ്മാനുവേൽ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 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69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1381E-9C77-1CAF-462C-CD5DAD22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56CD-A0C6-5764-A550-CAADFE78899A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Immanuel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23C61B3-AB9D-56E7-0570-2E5069466B9D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A0045-A27C-11CE-BE70-C975D37FC0C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5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096A3-4893-EF8D-034B-E301EB95D7C1}"/>
              </a:ext>
            </a:extLst>
          </p:cNvPr>
          <p:cNvSpPr txBox="1"/>
          <p:nvPr/>
        </p:nvSpPr>
        <p:spPr>
          <a:xfrm>
            <a:off x="226111" y="605961"/>
            <a:ext cx="86917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arunhodayame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thoshippikk-engalh-ullhathe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paayikka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meghathe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chaavin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ghoranizhal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maatti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varum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ninakk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DD0FA-8006-A482-2FB0-DEFF4C084AF1}"/>
              </a:ext>
            </a:extLst>
          </p:cNvPr>
          <p:cNvSpPr txBox="1"/>
          <p:nvPr/>
        </p:nvSpPr>
        <p:spPr>
          <a:xfrm>
            <a:off x="240568" y="2567275"/>
            <a:ext cx="8910001" cy="240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അരുണോദയമേ വന്നു തോഷിപ്പിക്കെങ്ങളുള്ളത്തെ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പായിക്ക രാവിൻ മേഘത്തെ ചാവിൻ ഘോരനിഴൽ മാറ്റി </a:t>
            </a: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പാടിൻ പാടിൻ ഹേ യിസ്രായേൽ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വരും നിനക്കിമ്മാനുവേൽ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 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05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42D8-B05B-6A38-84DF-51BBAE1C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F224-A674-45ED-CE08-2BEEF52B807A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Immanuel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E45FBDF-B048-DD71-8EA5-C2CF99B682B5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2F875-128F-3FB1-FFA3-40F52C30C01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5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0EFA0-20D6-8A0D-E8E9-A0EA7483F9A2}"/>
              </a:ext>
            </a:extLst>
          </p:cNvPr>
          <p:cNvSpPr txBox="1"/>
          <p:nvPr/>
        </p:nvSpPr>
        <p:spPr>
          <a:xfrm>
            <a:off x="-50372" y="605961"/>
            <a:ext cx="924474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daaveedin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suthane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thurrakkengalh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swarbhavanam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maargam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thelhikka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durgathi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vaathiladekka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varum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ninakk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D4CBA-BB08-C529-A389-7E1B70B9BDB3}"/>
              </a:ext>
            </a:extLst>
          </p:cNvPr>
          <p:cNvSpPr txBox="1"/>
          <p:nvPr/>
        </p:nvSpPr>
        <p:spPr>
          <a:xfrm>
            <a:off x="279182" y="2567275"/>
            <a:ext cx="8855941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ദാവീദിൻ സുതനെ വന്നു തുറക്കെങ്ങൾ സ്വർഭവനം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ഉന്നതി മാർഗം തെളിക്ക ദുർഗതി വാതിലടെക്ക   </a:t>
            </a: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പാടിൻ പാടിൻ ഹേ യിസ്രായേൽ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വരും നിനക്കിമ്മാനുവേൽ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 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61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F1BC-8538-1D17-98F6-8A9085E6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81ED-758F-9E98-DFB6-C09681D79673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Immanuel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14C0EF-473D-9D31-DC65-2AC603DB84E2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60859-D982-60A2-C968-E1BAFBE295A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5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EB486-6385-B39D-78C9-5E12332B7715}"/>
              </a:ext>
            </a:extLst>
          </p:cNvPr>
          <p:cNvSpPr txBox="1"/>
          <p:nvPr/>
        </p:nvSpPr>
        <p:spPr>
          <a:xfrm>
            <a:off x="369353" y="605961"/>
            <a:ext cx="84052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shakthi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kartha</a:t>
            </a:r>
            <a:r>
              <a:rPr lang="ml-IN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jyothir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meghathil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aadaram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gothrangalhkku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seenaayimel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ml-IN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dharma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shaasthram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pand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ekiyon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israel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varum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ninakk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Immanuel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50615-9344-C97F-41CC-A11C421FE59E}"/>
              </a:ext>
            </a:extLst>
          </p:cNvPr>
          <p:cNvSpPr txBox="1"/>
          <p:nvPr/>
        </p:nvSpPr>
        <p:spPr>
          <a:xfrm>
            <a:off x="279182" y="2567275"/>
            <a:ext cx="893317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 വരിക ശക്തി കർത്താ ജ്യോതിർ മേഘത്തിൽ ആദരം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ഗോത്രങ്ങൾക്കു സീനായിമേൽ ധര്മ്മ ശാസ്ത്രം പണ്ടേകിയോൻ     </a:t>
            </a: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Kartika" panose="02020503030404060203" pitchFamily="18" charset="0"/>
            </a:endParaRP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പാടിൻ പാടിൻ ഹേ യിസ്രായേൽ </a:t>
            </a:r>
          </a:p>
          <a:p>
            <a:pPr marL="463550" marR="1083918" lvl="1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വരും നിനക്കിമ്മാനുവേൽ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 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184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 </a:t>
            </a: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Maname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Yahovaye</a:t>
            </a: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Vaazhthuka</a:t>
            </a:r>
            <a:endParaRPr lang="en-GB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–</a:t>
            </a:r>
            <a:r>
              <a:rPr lang="ml-I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maname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yahovaye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vaazhthuka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SG" sz="2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5"/>
            <a:ext cx="2070847" cy="309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Thanksgiving: </a:t>
            </a:r>
            <a:r>
              <a:rPr lang="en-GB" sz="1400">
                <a:solidFill>
                  <a:prstClr val="black"/>
                </a:solidFill>
                <a:latin typeface="Segoe UI"/>
                <a:cs typeface="Segoe UI"/>
              </a:rPr>
              <a:t>1</a:t>
            </a: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 of 1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259FF-59B4-8D8B-2140-6FDBFE350CF7}"/>
              </a:ext>
            </a:extLst>
          </p:cNvPr>
          <p:cNvSpPr/>
          <p:nvPr/>
        </p:nvSpPr>
        <p:spPr>
          <a:xfrm>
            <a:off x="187572" y="2744026"/>
            <a:ext cx="8651628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indent="1772920" defTabSz="685800">
              <a:defRPr/>
            </a:pP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17F14-7AB9-BB3C-32F1-9362842D4A15}"/>
              </a:ext>
            </a:extLst>
          </p:cNvPr>
          <p:cNvSpPr/>
          <p:nvPr/>
        </p:nvSpPr>
        <p:spPr>
          <a:xfrm>
            <a:off x="-58613" y="449023"/>
            <a:ext cx="9143998" cy="49244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2920" defTabSz="685800">
              <a:defRPr/>
            </a:pPr>
            <a:endParaRPr lang="en-US" sz="2600">
              <a:solidFill>
                <a:prstClr val="black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3C57E-3037-6F6D-2C08-FDE3E21031B2}"/>
              </a:ext>
            </a:extLst>
          </p:cNvPr>
          <p:cNvSpPr txBox="1"/>
          <p:nvPr/>
        </p:nvSpPr>
        <p:spPr>
          <a:xfrm>
            <a:off x="58615" y="945772"/>
            <a:ext cx="9026770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en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maname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yahovaye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vaazhthuka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ente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sarvaantharangavume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endParaRPr lang="en-US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vishuddha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naamathe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vaazhthuka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maname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yahovaye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vaazhthuka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avante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upakaarangalh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onnum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marakkaruthe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 (4)  upakaarangalh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onnum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marakkaruthe</a:t>
            </a:r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92ACC-33DF-BC57-DE77-1F6AF1C41C43}"/>
              </a:ext>
            </a:extLst>
          </p:cNvPr>
          <p:cNvSpPr txBox="1"/>
          <p:nvPr/>
        </p:nvSpPr>
        <p:spPr>
          <a:xfrm>
            <a:off x="58615" y="2733156"/>
            <a:ext cx="9026769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350" marR="1083310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kumimoji="0" lang="ml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എൻ മനമേ യഹോവയെ വാഴ്ത്തുക </a:t>
            </a:r>
            <a:r>
              <a:rPr lang="ml-IN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എന്റെ സാർവാന്തരംഗവുമെ</a:t>
            </a:r>
            <a:endParaRPr lang="en-US"/>
          </a:p>
          <a:p>
            <a:pPr marL="6350" marR="1083310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kumimoji="0" lang="ml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+mn-cs"/>
              </a:rPr>
              <a:t>അവന്റെ വിശുദ്ധ നാമത്തെ വാഴ്ത്തുക </a:t>
            </a:r>
            <a:endParaRPr lang="ml-I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  <a:p>
            <a:pPr marL="6350" marR="1083310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kumimoji="0" lang="ml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+mn-cs"/>
              </a:rPr>
              <a:t>എൻ മനമേ യഹോവയെ വാഴ്ത്തുക </a:t>
            </a:r>
            <a:r>
              <a:rPr lang="ml-IN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അവന്റെ ഉപകാരങ്ങളൊന്നും </a:t>
            </a:r>
          </a:p>
          <a:p>
            <a:pPr marL="6350" marR="108331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>
                <a:solidFill>
                  <a:srgbClr val="000000"/>
                </a:solidFill>
                <a:latin typeface="ML-TTKarthika"/>
                <a:ea typeface="Calibri"/>
                <a:cs typeface="Kartika"/>
              </a:rPr>
              <a:t>മറക്കരുതേ </a:t>
            </a:r>
            <a:r>
              <a:rPr lang="ml-IN" sz="2400">
                <a:solidFill>
                  <a:srgbClr val="000000"/>
                </a:solidFill>
                <a:latin typeface="ML-TTKarthika"/>
                <a:ea typeface="Calibri"/>
                <a:cs typeface="Kartika"/>
              </a:rPr>
              <a:t>(4)</a:t>
            </a:r>
            <a:r>
              <a:rPr lang="ml-IN">
                <a:solidFill>
                  <a:srgbClr val="000000"/>
                </a:solidFill>
                <a:latin typeface="ML-TTKarthika"/>
                <a:ea typeface="Calibri"/>
                <a:cs typeface="Kartika"/>
              </a:rPr>
              <a:t> ഉപകാരങ്ങളൊന്നും മറക്കരുതേ</a:t>
            </a:r>
            <a:endParaRPr lang="en-SG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/>
              <a:ea typeface="Calibri"/>
              <a:cs typeface="Kartik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114</a:t>
            </a:r>
            <a:endParaRPr lang="en-GB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99F3AE-D01E-4197-0BAB-7444E983DDAD}"/>
              </a:ext>
            </a:extLst>
          </p:cNvPr>
          <p:cNvSpPr txBox="1"/>
          <p:nvPr/>
        </p:nvSpPr>
        <p:spPr>
          <a:xfrm>
            <a:off x="6269011" y="3882569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BDE969A-31AC-BE4F-7946-5FF90F57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72364" y="985157"/>
            <a:ext cx="2778870" cy="28646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88F937-957D-149C-3ECC-255A2AA13985}"/>
              </a:ext>
            </a:extLst>
          </p:cNvPr>
          <p:cNvSpPr txBox="1"/>
          <p:nvPr/>
        </p:nvSpPr>
        <p:spPr>
          <a:xfrm>
            <a:off x="-76377" y="1093671"/>
            <a:ext cx="721551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/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nararodathi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sneham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poonhdu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paaridam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thannil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vanneshu</a:t>
            </a:r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naranaayavathaaram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cheythu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naariyin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soon</a:t>
            </a:r>
            <a:r>
              <a:rPr lang="en-US" sz="1900" err="1">
                <a:solidFill>
                  <a:srgbClr val="000000"/>
                </a:solidFill>
                <a:latin typeface="Segoe UI"/>
                <a:cs typeface="Segoe UI"/>
              </a:rPr>
              <a:t>uvaay</a:t>
            </a:r>
            <a:r>
              <a:rPr lang="ml-IN" sz="1900" dirty="0">
                <a:solidFill>
                  <a:srgbClr val="000000"/>
                </a:solidFill>
                <a:latin typeface="Segoe UI"/>
                <a:cs typeface="Kartika"/>
              </a:rPr>
              <a:t>i </a:t>
            </a:r>
            <a:r>
              <a:rPr lang="en-US" sz="19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Segoe UI"/>
                <a:cs typeface="Segoe UI"/>
              </a:rPr>
              <a:t>jayamaay</a:t>
            </a:r>
            <a:endParaRPr lang="en-US" sz="19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sz="20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devakumaaranaayi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0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raajakumaaranaayi</a:t>
            </a:r>
            <a:endParaRPr lang="en-US" sz="20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pPr algn="l" rtl="0" fontAlgn="base"/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bethalahemin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goshaale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neethi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sampoorththiyaay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varuvaan</a:t>
            </a:r>
            <a:endParaRPr lang="en-US" sz="20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0A47E-B7E0-1666-D535-5A07C36A57BB}"/>
              </a:ext>
            </a:extLst>
          </p:cNvPr>
          <p:cNvSpPr txBox="1"/>
          <p:nvPr/>
        </p:nvSpPr>
        <p:spPr>
          <a:xfrm>
            <a:off x="-76377" y="2459902"/>
            <a:ext cx="7512165" cy="142346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ctcmSXn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q¬Sp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mcnSwX¶nÂ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ht¶ip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\mcnbn³kq\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phmb</a:t>
            </a:r>
            <a:r>
              <a:rPr lang="en-US" sz="22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þPbambv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tZhIpamc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mbnþcmPIpamc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mbnþ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t_Xetlan³ </a:t>
            </a:r>
            <a:r>
              <a:rPr lang="en-US" sz="2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tKmimteþ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\oXnk¼qÀ¯nbmbv hcphm³ </a:t>
            </a:r>
            <a:endParaRPr lang="en-US" sz="22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B48C-40F4-6A65-F27E-06E1C736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1394-F27B-C7A7-2C88-65E2B6608AE8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C905C-2656-77C7-B226-DF32903F7C5B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/>
                <a:cs typeface="Segoe UI"/>
              </a:rPr>
              <a:t>Offertory: 2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78E683-D44E-4B4E-4F4E-59BB78B99107}"/>
              </a:ext>
            </a:extLst>
          </p:cNvPr>
          <p:cNvSpPr txBox="1"/>
          <p:nvPr/>
        </p:nvSpPr>
        <p:spPr>
          <a:xfrm>
            <a:off x="-62540" y="2495108"/>
            <a:ext cx="7679182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PbawKfamb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þ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ambw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IqSmsX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sIm¬SmSn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b`ànbtXäw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IqSnþamemJamÀ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IqSn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]mSnbpS³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B«n³Iq«§Ä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Im¯pþIq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«§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fmbn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</a:t>
            </a:r>
          </a:p>
          <a:p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B«nSbÀ¡dnthInþ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s«¶p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cmhnÂ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ZqX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nZw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24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3A06CF-933A-5461-898F-65274EDA175F}"/>
              </a:ext>
            </a:extLst>
          </p:cNvPr>
          <p:cNvSpPr txBox="1"/>
          <p:nvPr/>
        </p:nvSpPr>
        <p:spPr>
          <a:xfrm>
            <a:off x="6269011" y="3882569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2" name="Picture 11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34CB83F-1607-8228-E0B7-3DF0C3DF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72364" y="985157"/>
            <a:ext cx="2778870" cy="2864649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A7C1DD1F-B678-3F73-37A9-6963C11C7370}"/>
              </a:ext>
            </a:extLst>
          </p:cNvPr>
          <p:cNvSpPr txBox="1"/>
          <p:nvPr/>
        </p:nvSpPr>
        <p:spPr>
          <a:xfrm>
            <a:off x="-62539" y="1063875"/>
            <a:ext cx="7758104" cy="12618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/>
            <a:r>
              <a:rPr lang="en-US" err="1">
                <a:solidFill>
                  <a:srgbClr val="000000"/>
                </a:solidFill>
                <a:latin typeface="Segoe UI"/>
                <a:cs typeface="Segoe UI"/>
              </a:rPr>
              <a:t>jayamangalhamaaya</a:t>
            </a:r>
            <a:r>
              <a:rPr lang="en-US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rgbClr val="000000"/>
                </a:solidFill>
                <a:latin typeface="Segoe UI"/>
                <a:cs typeface="Segoe UI"/>
              </a:rPr>
              <a:t>vaarhththa</a:t>
            </a:r>
            <a:r>
              <a:rPr lang="en-US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rgbClr val="000000"/>
                </a:solidFill>
                <a:latin typeface="Segoe UI"/>
                <a:cs typeface="Segoe UI"/>
              </a:rPr>
              <a:t>maayam</a:t>
            </a:r>
            <a:r>
              <a:rPr lang="en-US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rgbClr val="000000"/>
                </a:solidFill>
                <a:latin typeface="Segoe UI"/>
                <a:cs typeface="Segoe UI"/>
              </a:rPr>
              <a:t>koodaathe</a:t>
            </a:r>
            <a:r>
              <a:rPr lang="en-US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srgbClr val="000000"/>
                </a:solidFill>
                <a:latin typeface="Segoe UI"/>
                <a:cs typeface="Segoe UI"/>
              </a:rPr>
              <a:t>konhdaadi</a:t>
            </a:r>
            <a:endParaRPr lang="en-US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bhayabhakthiyathettam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koodi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maalaakhamaar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koodi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paadiyudan</a:t>
            </a:r>
            <a:endParaRPr lang="en-US" b="0" i="0" dirty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pPr algn="l" rtl="0" fontAlgn="base"/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aattinkoottangalh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kaaththu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koottangalhaayi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paar</a:t>
            </a:r>
            <a:r>
              <a:rPr lang="ml-IN" sz="2000" dirty="0">
                <a:solidFill>
                  <a:srgbClr val="000000"/>
                </a:solidFill>
                <a:latin typeface="Segoe UI"/>
                <a:cs typeface="Kartika"/>
              </a:rPr>
              <a:t>r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ththa</a:t>
            </a:r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sz="20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aa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ttidayar</a:t>
            </a:r>
            <a:r>
              <a:rPr lang="ml-IN" sz="2000" dirty="0">
                <a:solidFill>
                  <a:srgbClr val="000000"/>
                </a:solidFill>
                <a:latin typeface="Segoe UI"/>
                <a:cs typeface="Kartika"/>
              </a:rPr>
              <a:t>r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kkar</a:t>
            </a:r>
            <a:r>
              <a:rPr lang="ml-IN" sz="2000" dirty="0">
                <a:solidFill>
                  <a:srgbClr val="000000"/>
                </a:solidFill>
                <a:latin typeface="Segoe UI"/>
                <a:cs typeface="Kartika"/>
              </a:rPr>
              <a:t>r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iveki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pettennu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raavil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dootha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nidam</a:t>
            </a:r>
            <a:endParaRPr lang="en-US" sz="20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1486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BBB9-BB40-45BA-446D-01565F1C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AC26-1C7D-87A4-BF8A-AFF9CB43BA06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Offertory – Hymn No 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566AF-67F2-E621-3B97-CB59A987677C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/>
            <a:r>
              <a:rPr lang="en-SG" sz="1400" dirty="0">
                <a:solidFill>
                  <a:prstClr val="black"/>
                </a:solidFill>
                <a:latin typeface="Segoe UI"/>
                <a:cs typeface="Segoe UI"/>
              </a:rPr>
              <a:t>Offertory: 3 of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F7C9E-B312-8330-E0BB-558F47F57F07}"/>
              </a:ext>
            </a:extLst>
          </p:cNvPr>
          <p:cNvSpPr txBox="1"/>
          <p:nvPr/>
        </p:nvSpPr>
        <p:spPr>
          <a:xfrm>
            <a:off x="-4187" y="2492558"/>
            <a:ext cx="7123231" cy="130035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pt-BR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 c£I\mbnt¶ip \n§Ä¡mbv]pÂ¡q«nÂ h¶p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\c\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mbhXmcw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sNbvXpþt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]mIphn³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ImWphn³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thKatlm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PoÀ®ambptÅmcmSþ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qÀ®aÃmsX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NqSnþ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am«n³sXmgp¯XnÂ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ImWmwþIm×m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t]mbn¡p¼nSphn³ </a:t>
            </a:r>
            <a:endParaRPr lang="en-US" sz="2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EDD573-981B-D1E6-F6AD-72F6F583EB38}"/>
              </a:ext>
            </a:extLst>
          </p:cNvPr>
          <p:cNvSpPr txBox="1"/>
          <p:nvPr/>
        </p:nvSpPr>
        <p:spPr>
          <a:xfrm>
            <a:off x="6269011" y="3882569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11" name="Picture 10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F8F065AB-43FA-3C7A-2F14-ABDDE8977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72364" y="985157"/>
            <a:ext cx="2778870" cy="2864649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EC5935AC-3E6D-8D76-8250-98904B1E61D9}"/>
              </a:ext>
            </a:extLst>
          </p:cNvPr>
          <p:cNvSpPr txBox="1"/>
          <p:nvPr/>
        </p:nvSpPr>
        <p:spPr>
          <a:xfrm>
            <a:off x="-6400" y="1056641"/>
            <a:ext cx="7202806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/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nara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rakshaknaayinneshu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ningalhkkaay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pulkkoottil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vannu</a:t>
            </a:r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naranaayavathaaram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cheythu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pokuvin</a:t>
            </a:r>
            <a:r>
              <a:rPr lang="en-US" sz="19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19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kaan</a:t>
            </a:r>
            <a:r>
              <a:rPr lang="en-US" sz="1900" err="1">
                <a:solidFill>
                  <a:srgbClr val="000000"/>
                </a:solidFill>
                <a:latin typeface="Segoe UI"/>
                <a:cs typeface="Segoe UI"/>
              </a:rPr>
              <a:t>huvin</a:t>
            </a:r>
            <a:r>
              <a:rPr lang="en-US" sz="19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Segoe UI"/>
                <a:cs typeface="Segoe UI"/>
              </a:rPr>
              <a:t>vegamaho</a:t>
            </a:r>
            <a:endParaRPr lang="en-US" sz="19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sz="20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jeerrnnhamaay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ullhoraada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poorrnnhamallaathe</a:t>
            </a:r>
            <a:r>
              <a:rPr lang="en-US" sz="20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Segoe UI"/>
                <a:cs typeface="Segoe UI"/>
              </a:rPr>
              <a:t>choodi</a:t>
            </a:r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  <a:p>
            <a:pPr algn="l" rtl="0" fontAlgn="base"/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maattin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thozhuththathil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dirty="0">
                <a:solidFill>
                  <a:srgbClr val="000000"/>
                </a:solidFill>
                <a:latin typeface="Segoe UI"/>
                <a:cs typeface="Segoe UI"/>
              </a:rPr>
              <a:t>kaanaam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>
                <a:solidFill>
                  <a:srgbClr val="000000"/>
                </a:solidFill>
                <a:latin typeface="Segoe UI"/>
                <a:cs typeface="Segoe UI"/>
              </a:rPr>
              <a:t>kaanmaanaay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poyi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kumpiduvin</a:t>
            </a:r>
            <a:endParaRPr lang="en-US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56122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Confession:</a:t>
            </a:r>
            <a:endParaRPr lang="en-GB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 416</a:t>
            </a:r>
            <a:endParaRPr lang="en-GB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Confession – Hymn 416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836CB-6B55-50BD-3F2A-E09C930C7E77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rakshippaan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vittu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mannil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karrththaave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swarggaththil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ninniha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konhdu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vannathu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E2F62-0D7D-4845-E232-E3F7CBD175FD}"/>
              </a:ext>
            </a:extLst>
          </p:cNvPr>
          <p:cNvSpPr txBox="1"/>
          <p:nvPr/>
        </p:nvSpPr>
        <p:spPr>
          <a:xfrm>
            <a:off x="1601211" y="2725922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Fs¶ c£n-¸m³ D¶Xw hn«p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a¶nÂ h¶ IÀ¯mth!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\ns¶ kzÀ¤-¯nÂ \n¶n-l-sIm¬Sp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h¶Xp \n³ kvt\lta!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A083-4595-CAA9-391A-63010EE95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232C-DB4E-7BE3-2739-62F47DBF650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Confession – Hymn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98030-CF7B-CA08-24A0-E167D00E549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2 of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69008-62A0-5C1F-DF89-8B20DA3DACA4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maarhvinkal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792A0-FFEA-1E9F-9D66-09402576ADB6}"/>
              </a:ext>
            </a:extLst>
          </p:cNvPr>
          <p:cNvSpPr txBox="1"/>
          <p:nvPr/>
        </p:nvSpPr>
        <p:spPr>
          <a:xfrm>
            <a:off x="1521635" y="2733156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912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/>
                <a:cs typeface="Segoe UI"/>
              </a:rPr>
              <a:t>Holy Communion – Hymn No 416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F7C09-BA06-AE9F-C2DE-2729C8AD2C95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1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9600D-DD52-1E0E-A8A2-41F8BA6902AC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rakshippaan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vittu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mannil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karhththaave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swarggaththil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ninniha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konhdu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vannathu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B2E01-0D00-1EDC-93D2-16823D17E360}"/>
              </a:ext>
            </a:extLst>
          </p:cNvPr>
          <p:cNvSpPr txBox="1"/>
          <p:nvPr/>
        </p:nvSpPr>
        <p:spPr>
          <a:xfrm>
            <a:off x="1630148" y="2725922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Fs¶ c£n-¸m³ D¶Xw hn«p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a¶nÂ h¶ IÀ¯mth!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\ns¶ kzÀ¤-¯nÂ \n¶n-l-sIm¬Sp </a:t>
            </a:r>
          </a:p>
          <a:p>
            <a:pPr marL="6350" marR="1083918" lvl="0" indent="-6350" defTabSz="457189">
              <a:spcAft>
                <a:spcPts val="10"/>
              </a:spcAft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h¶Xp \n³ kvt\lta!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B44D-26D5-8C6B-7580-27DE6E749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A649-4E5C-1312-082E-2F3C923ADF5C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BC321-F6F2-FAD3-B13C-A1B46C16BD89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2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AFE94-0DAD-AD1F-FE2A-46793489087F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F68F4-4372-1797-5663-04FA2E389BB7}"/>
              </a:ext>
            </a:extLst>
          </p:cNvPr>
          <p:cNvSpPr txBox="1"/>
          <p:nvPr/>
        </p:nvSpPr>
        <p:spPr>
          <a:xfrm>
            <a:off x="1659084" y="2725922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146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28-8729-2116-F2C1-665014F5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A417-2446-7916-5728-FD187D796E49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FD9B2-FCD0-15E2-FDE6-F0E2D250F43D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3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4612E-421F-7518-4F27-5B4B154E8C42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naavukondu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chollaavathinmel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noven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perrkkaayettallo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vidham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jeevanaathha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ee </a:t>
            </a: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bhoovilaarkkumillaho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8BBE7-E5A9-9F70-EA90-0333D21F070E}"/>
              </a:ext>
            </a:extLst>
          </p:cNvPr>
          <p:cNvSpPr txBox="1"/>
          <p:nvPr/>
        </p:nvSpPr>
        <p:spPr>
          <a:xfrm>
            <a:off x="1521635" y="2725922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\mhp-sIm¬Sp sNmÃm-h-Xn-t·Â \o </a:t>
            </a:r>
          </a:p>
          <a:p>
            <a:r>
              <a:rPr lang="de-DE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t\msh³ t]À¡mtbätÃm </a:t>
            </a:r>
          </a:p>
          <a:p>
            <a:r>
              <a:rPr lang="pl-PL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Cu hn[w kvt\lw Poh-\mYm! Cu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qhn-emÀ¡p-an-Ãtlm!þ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739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3089-100A-B159-5BEF-9EEF981B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E2D8-4067-F142-994C-A2D96CE956D4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9E1E5-3E10-85C7-F7E6-EC2E3AAD1BCD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4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0A444-50A1-2EEE-8434-3358256B45EF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CB0E6-0741-20F9-3C22-DC2D5EF37C6B}"/>
              </a:ext>
            </a:extLst>
          </p:cNvPr>
          <p:cNvSpPr txBox="1"/>
          <p:nvPr/>
        </p:nvSpPr>
        <p:spPr>
          <a:xfrm>
            <a:off x="1608445" y="2689751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601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95A3-3A32-B200-B4BB-9776BC11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3B34-505C-B0DB-8472-8F5926123C11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D2E0A-3D96-FAF9-D390-DDC33B03E71F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5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E3573-F215-FB4B-E330-3DA5100AEF1E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ninkalekkenne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aakarshippaanaay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rogamaam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doothane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karaththaal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enkal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ayacha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kripaykkaay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sthothrame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02305-075A-6CE1-BB6A-9EA8D75F053C}"/>
              </a:ext>
            </a:extLst>
          </p:cNvPr>
          <p:cNvSpPr txBox="1"/>
          <p:nvPr/>
        </p:nvSpPr>
        <p:spPr>
          <a:xfrm>
            <a:off x="1521635" y="2733156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\n¦-te-s¡s¶ BIÀjn-¸m-\mbv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tcmKamw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ZqXs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\n³I-c-¯mÂ \o F¦Â Ab¨ </a:t>
            </a:r>
          </a:p>
          <a:p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Ir]-bv¡mbv kvtXm{X-saþ </a:t>
            </a:r>
            <a:endParaRPr lang="pt-BR" sz="145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112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0D020-47C8-1C84-FFC7-2A4B06F3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7AD3-F3C7-36C5-4CED-813798351EF3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9C7C4-B176-26B1-F5E4-C1E861CBE2F6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6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8FEAB-4B8D-FE07-D0FF-E3A132BA2E38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60B9D-046C-09F3-A815-9C0C335AB4CB}"/>
              </a:ext>
            </a:extLst>
          </p:cNvPr>
          <p:cNvSpPr txBox="1"/>
          <p:nvPr/>
        </p:nvSpPr>
        <p:spPr>
          <a:xfrm>
            <a:off x="1641586" y="2717710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1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03DB-E715-4B0D-171E-2D41353C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51DC-AB70-A94E-A8AF-E2103142137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4351D-48CA-3E50-757A-A9F60DDAB4C5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7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EEFEE-25E4-4941-1259-C90E1FE80BE3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swaroopathodanuroopamaay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varuvaan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naalhil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chorikaathmaavin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varangalh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nirhavaay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neeyennullhil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FE7A-66D6-9C73-0523-F39FCA7030F1}"/>
              </a:ext>
            </a:extLst>
          </p:cNvPr>
          <p:cNvSpPr txBox="1"/>
          <p:nvPr/>
        </p:nvSpPr>
        <p:spPr>
          <a:xfrm>
            <a:off x="1521635" y="2740390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kzcq-]-t¯m-S-\p-cq-]-ambv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hcp-hm³ 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mfnÂ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mfnÂ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de-DE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sN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m</a:t>
            </a:r>
            <a:r>
              <a:rPr lang="de-DE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cn-Im-ßm-hn³ hc-§Ä F¶pw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nd-hmbv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osb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-¶p-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ÅnÂþ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301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578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47CA-7EA8-F93B-6517-653E9095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D5CA-3B47-3029-3B66-4A8AFEF0989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58658-58A4-E6BA-C158-74D39B7B6FC1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8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D0107-7304-08AF-9480-2D83D48C4CAE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E90F2-7245-2D09-F45F-C4D9B2764556}"/>
              </a:ext>
            </a:extLst>
          </p:cNvPr>
          <p:cNvSpPr txBox="1"/>
          <p:nvPr/>
        </p:nvSpPr>
        <p:spPr>
          <a:xfrm>
            <a:off x="1659084" y="2718688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69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B916-2972-B3CC-B73D-A71342A5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EBBF5-565F-50B8-34D1-46B4FD41B09C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7AA4F-680F-4540-107B-7C96C05A1216}"/>
              </a:ext>
            </a:extLst>
          </p:cNvPr>
          <p:cNvSpPr txBox="1"/>
          <p:nvPr/>
        </p:nvSpPr>
        <p:spPr>
          <a:xfrm>
            <a:off x="6730861" y="4774168"/>
            <a:ext cx="2361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9 of </a:t>
            </a:r>
            <a:r>
              <a:rPr dirty="0"/>
              <a:t>​</a:t>
            </a:r>
            <a:r>
              <a:rPr lang="en-SG" dirty="0"/>
              <a:t>12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F24ED-0FF2-E74B-262D-C64FCF544AC6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jeevanullhathaam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daivavachanam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sarvaneravumente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paavan-aahaaram-aavathin-ennum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divyakripa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nalkuka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F0BB0-1B3F-9C1B-149B-1C477CE3F66E}"/>
              </a:ext>
            </a:extLst>
          </p:cNvPr>
          <p:cNvSpPr txBox="1"/>
          <p:nvPr/>
        </p:nvSpPr>
        <p:spPr>
          <a:xfrm>
            <a:off x="1586743" y="2834434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Poh-\p-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ÅXmw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-h-N\w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kÀÆ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-t\-c-hp-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sasâ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mh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-\m-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-c-am-h-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-s\¶pw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Znhy-Ir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] 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evIp-Iþ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145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282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DA1E-81C7-97FE-3AC3-8B35E22B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033A-F5EE-F48C-1B53-7794D2069F6F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9560E-A9F0-B156-87EF-12B6E6D1D792}"/>
              </a:ext>
            </a:extLst>
          </p:cNvPr>
          <p:cNvSpPr txBox="1"/>
          <p:nvPr/>
        </p:nvSpPr>
        <p:spPr>
          <a:xfrm>
            <a:off x="6513226" y="4774168"/>
            <a:ext cx="25550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10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F2D68-648E-FA0D-E559-273A90A328C8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1C5FC-E158-7CE5-9017-22DC0AF977D6}"/>
              </a:ext>
            </a:extLst>
          </p:cNvPr>
          <p:cNvSpPr txBox="1"/>
          <p:nvPr/>
        </p:nvSpPr>
        <p:spPr>
          <a:xfrm>
            <a:off x="1517236" y="2720643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074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941B-D6B2-EB2E-DB47-9A5248FF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76E1-B986-41D8-9B0F-E90E54B9B701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67167-AE8B-4E3E-74A9-1DC5C1A919BD}"/>
              </a:ext>
            </a:extLst>
          </p:cNvPr>
          <p:cNvSpPr txBox="1"/>
          <p:nvPr/>
        </p:nvSpPr>
        <p:spPr>
          <a:xfrm>
            <a:off x="6573918" y="4774168"/>
            <a:ext cx="25325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11 of 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9BA4-377F-392F-5794-314E0C737384}"/>
              </a:ext>
            </a:extLst>
          </p:cNvPr>
          <p:cNvSpPr txBox="1"/>
          <p:nvPr/>
        </p:nvSpPr>
        <p:spPr>
          <a:xfrm>
            <a:off x="1303808" y="605961"/>
            <a:ext cx="65363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unnathaththil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sannidhau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kaanhunneram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unhdaam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aanandam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avarrnnhyam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ennumennekkum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AB92B-9EC4-78C2-CF6C-5CA5AF2C28B2}"/>
              </a:ext>
            </a:extLst>
          </p:cNvPr>
          <p:cNvSpPr txBox="1"/>
          <p:nvPr/>
        </p:nvSpPr>
        <p:spPr>
          <a:xfrm>
            <a:off x="1232268" y="2733156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D¶-X-¯nÂ \n³k¶n[u h¶p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\ns¶ Rm³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ImWp-t¶cw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F¶nÂ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D¬Sm-am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-\\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vZahÀ®yw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F¶p-sa-t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¶¡pw `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mKywþ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301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86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B9E1-3806-9078-CCEC-1D5EACDF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9759-2711-4859-5AB0-089D165D384B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 – Hymn No 416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E7262-C26C-60F8-845B-44633D6C63F8}"/>
              </a:ext>
            </a:extLst>
          </p:cNvPr>
          <p:cNvSpPr txBox="1"/>
          <p:nvPr/>
        </p:nvSpPr>
        <p:spPr>
          <a:xfrm>
            <a:off x="6532315" y="4774168"/>
            <a:ext cx="26074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Communion 1: 12 of 12</a:t>
            </a:r>
            <a:r>
              <a:rPr dirty="0"/>
              <a:t>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6D974-525E-CD7D-2FF1-D9C6738C95CC}"/>
              </a:ext>
            </a:extLst>
          </p:cNvPr>
          <p:cNvSpPr txBox="1"/>
          <p:nvPr/>
        </p:nvSpPr>
        <p:spPr>
          <a:xfrm>
            <a:off x="1520829" y="605961"/>
            <a:ext cx="61023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aakarshikka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rakshaka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murrinja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maarvinkal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82902-9C18-DED4-63C6-DE43C7FEA69C}"/>
              </a:ext>
            </a:extLst>
          </p:cNvPr>
          <p:cNvSpPr txBox="1"/>
          <p:nvPr/>
        </p:nvSpPr>
        <p:spPr>
          <a:xfrm>
            <a:off x="1521635" y="2725922"/>
            <a:ext cx="6679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8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972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1 of 4</a:t>
            </a:r>
          </a:p>
        </p:txBody>
      </p:sp>
      <p:sp>
        <p:nvSpPr>
          <p:cNvPr id="2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90F7E-78C9-B430-C44E-4D2E424359DC}"/>
              </a:ext>
            </a:extLst>
          </p:cNvPr>
          <p:cNvSpPr txBox="1"/>
          <p:nvPr/>
        </p:nvSpPr>
        <p:spPr>
          <a:xfrm>
            <a:off x="595478" y="605961"/>
            <a:ext cx="7953045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raaja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raaja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daiva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jaathan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yeshu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mahaa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raajan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thaan</a:t>
            </a:r>
            <a:endParaRPr lang="en-US" sz="2400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neecha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neecha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maanavaril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jaathanaay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bhavichinnaalh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(2)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rajanaam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daaveedin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vamshe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jaathayaaya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kanyakayil</a:t>
            </a:r>
            <a:endParaRPr lang="en-US" sz="2400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daasaveshamodu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jaatha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paalanam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cheyvaan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53F0A-9CE2-AA57-00F8-014524363F23}"/>
              </a:ext>
            </a:extLst>
          </p:cNvPr>
          <p:cNvSpPr txBox="1"/>
          <p:nvPr/>
        </p:nvSpPr>
        <p:spPr>
          <a:xfrm>
            <a:off x="965093" y="2584586"/>
            <a:ext cx="7213814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cmPcmP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ssZhPmX³þtbipalmcmP³ Xm³þ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oN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oNam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pjcnÂþPmX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mbv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`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hn¨n¶mÄ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(2)</a:t>
            </a:r>
          </a:p>
          <a:p>
            <a:endParaRPr lang="en-US" sz="14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cmP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\pw ZmhoZn³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hwsiþPmXbmb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I\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yIbnÂþ</a:t>
            </a:r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ZmkthjtamSp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h¶pþPmX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]me\w sNbzm³ (2) </a:t>
            </a:r>
            <a:endParaRPr lang="pt-BR" sz="8000" i="1" dirty="0">
              <a:latin typeface="ML-TTKarthika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3F79-4576-0623-B15C-0D2111A7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B376D4A-47C6-EC96-C3F1-D6E4F2A5E918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2 of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AE934-4678-57A0-AEBD-5BB644A5D627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40804-0A18-257B-A02B-6C9F6C4736F2}"/>
              </a:ext>
            </a:extLst>
          </p:cNvPr>
          <p:cNvSpPr txBox="1"/>
          <p:nvPr/>
        </p:nvSpPr>
        <p:spPr>
          <a:xfrm>
            <a:off x="496358" y="605961"/>
            <a:ext cx="8151284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bheethi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maanusharkkakannu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moda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poorthiyaakuvaan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neethimaan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mashihaa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mediniyil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Bethlehe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(2)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kaananathil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aadumecha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jnaanamatt-idayarodu</a:t>
            </a:r>
            <a:endParaRPr lang="en-US" sz="2400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vaana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sena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koodi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gaanamothu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paaduvaan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5ED5D-2A44-E4C0-484B-386606E61334}"/>
              </a:ext>
            </a:extLst>
          </p:cNvPr>
          <p:cNvSpPr txBox="1"/>
          <p:nvPr/>
        </p:nvSpPr>
        <p:spPr>
          <a:xfrm>
            <a:off x="782350" y="2584586"/>
            <a:ext cx="7579300" cy="20005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`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oXn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am\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pjÀ¡I¶pþtamZ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]qÀ¯nbmIphm³þ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\oXnam³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ainlm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h¶pþtaZn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nbnÂ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t_Xvetl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(2)</a:t>
            </a:r>
          </a:p>
          <a:p>
            <a:endParaRPr lang="en-US" sz="12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\\¯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nemSpta¨þÚm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aänSbtcmSpþ</a:t>
            </a:r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hm\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tk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IqSnh¶pþKm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sam¯p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]mSphm³ (2) </a:t>
            </a:r>
            <a:endParaRPr lang="pt-BR" sz="8000" i="1" dirty="0">
              <a:latin typeface="ML-TTKarthik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477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1D0C-FF84-1132-09D5-4299FD70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5974DAE-4080-9B7D-2744-24C6D3A2B770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3 of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4592A-C20C-876B-C5B1-50DE1774712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5F2A6-995F-1B11-7551-13E4D2972DA6}"/>
              </a:ext>
            </a:extLst>
          </p:cNvPr>
          <p:cNvSpPr txBox="1"/>
          <p:nvPr/>
        </p:nvSpPr>
        <p:spPr>
          <a:xfrm>
            <a:off x="337279" y="605961"/>
            <a:ext cx="8310363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thaarakam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than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shobha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kanhdu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dooradesha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raajarum</a:t>
            </a:r>
            <a:endParaRPr lang="en-US" sz="2400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mooru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ponnu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kunthurukkam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kazhcha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vechu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kaanhuvaan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(2)</a:t>
            </a:r>
          </a:p>
          <a:p>
            <a:pPr lvl="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naariyil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pirranna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deva-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nerre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vedana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sahichu</a:t>
            </a:r>
            <a:endParaRPr lang="en-US" sz="2400">
              <a:solidFill>
                <a:prstClr val="black"/>
              </a:solidFill>
              <a:latin typeface="Segoe UI"/>
              <a:cs typeface="Segoe UI"/>
            </a:endParaRPr>
          </a:p>
          <a:p>
            <a:pPr lvl="0">
              <a:defRPr/>
            </a:pP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paaridathil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vannu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chathuyirrthu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vismayam</a:t>
            </a:r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 param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64818-9373-FA34-0696-70335BA93A51}"/>
              </a:ext>
            </a:extLst>
          </p:cNvPr>
          <p:cNvSpPr txBox="1"/>
          <p:nvPr/>
        </p:nvSpPr>
        <p:spPr>
          <a:xfrm>
            <a:off x="622092" y="2584586"/>
            <a:ext cx="7739558" cy="20005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XmcIw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X³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tim`I¬SpþZqctZicmPcpwþ</a:t>
            </a:r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en-US" sz="2800" err="1">
                <a:solidFill>
                  <a:srgbClr val="000000"/>
                </a:solidFill>
                <a:latin typeface="ML-TTKarthika"/>
              </a:rPr>
              <a:t>apcp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s]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m¶p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Ip´pcp¡wþImgvNh¨p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ImWphm³ (2)</a:t>
            </a:r>
          </a:p>
          <a:p>
            <a:endParaRPr lang="en-US" sz="12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mcnbnÂ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nd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¶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tZht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sd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thZ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\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kln¨p</a:t>
            </a:r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en-US" sz="2800" dirty="0">
                <a:solidFill>
                  <a:srgbClr val="000000"/>
                </a:solidFill>
                <a:latin typeface="ML-TTKarthika"/>
              </a:rPr>
              <a:t>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mcnS¯nÂ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h¶p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N¯pbnÀ¯p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hnkvabw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]</a:t>
            </a:r>
            <a:r>
              <a:rPr lang="en-US" sz="2800" err="1">
                <a:solidFill>
                  <a:srgbClr val="000000"/>
                </a:solidFill>
                <a:latin typeface="ML-TTKarthika"/>
              </a:rPr>
              <a:t>cw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(2) </a:t>
            </a:r>
            <a:endParaRPr lang="pt-BR" sz="8000" i="1" dirty="0">
              <a:latin typeface="ML-TTKarthik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32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ACC1-A7A0-42AF-16A9-73FE408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CE749D7-23BF-8BCC-01E7-8FE5AC45F1BC}"/>
              </a:ext>
            </a:extLst>
          </p:cNvPr>
          <p:cNvSpPr txBox="1"/>
          <p:nvPr/>
        </p:nvSpPr>
        <p:spPr>
          <a:xfrm>
            <a:off x="7381874" y="4831355"/>
            <a:ext cx="1743075" cy="27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</a:t>
            </a:r>
            <a:r>
              <a:rPr lang="en-GB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4 of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20733-4D4D-2461-0606-281E09148570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122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5197C-388F-E0F9-E84B-E6C29E437AB4}"/>
              </a:ext>
            </a:extLst>
          </p:cNvPr>
          <p:cNvSpPr txBox="1"/>
          <p:nvPr/>
        </p:nvSpPr>
        <p:spPr>
          <a:xfrm>
            <a:off x="964421" y="1502999"/>
            <a:ext cx="7953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jaathan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mahaa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raajan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neecha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neecha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maanavaril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jaathanaay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bhavichinnaalh</a:t>
            </a:r>
            <a:r>
              <a:rPr lang="en-US" sz="2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E03AA-2F84-4F28-57EC-A7CD96FEB54E}"/>
              </a:ext>
            </a:extLst>
          </p:cNvPr>
          <p:cNvSpPr txBox="1"/>
          <p:nvPr/>
        </p:nvSpPr>
        <p:spPr>
          <a:xfrm>
            <a:off x="965093" y="2584586"/>
            <a:ext cx="72138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cmPcmP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ssZhPmX³þtbipalmcmP³ Xm³þ</a:t>
            </a:r>
          </a:p>
          <a:p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oNam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pjcnÂþPmX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hn¨n¶mÄ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903214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1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23804-07B1-8AD4-6797-CC0063E044DC}"/>
              </a:ext>
            </a:extLst>
          </p:cNvPr>
          <p:cNvSpPr txBox="1"/>
          <p:nvPr/>
        </p:nvSpPr>
        <p:spPr>
          <a:xfrm>
            <a:off x="769536" y="605961"/>
            <a:ext cx="73084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paaridam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mangalha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geethiyaal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nirhanju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paaricha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aananda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maadhuryam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bethlahem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aalayil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divya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paithaline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bhakthiyode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narar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veekshichu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CF033-BE39-F719-8187-72D7B3F1CA9F}"/>
              </a:ext>
            </a:extLst>
          </p:cNvPr>
          <p:cNvSpPr txBox="1"/>
          <p:nvPr/>
        </p:nvSpPr>
        <p:spPr>
          <a:xfrm>
            <a:off x="769536" y="2567275"/>
            <a:ext cx="792480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പാരിടം മംഗള ഗീതിയാൽ നിറഞ്ഞു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പാരിച്ച ആനന്ദ മാധുര്യം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ബേത്ലഹേം ആലയിൽ ദിവ്യപൈതലിനെ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ഭക്തിയോടെ നരർ വീക്ഷിച്ചു 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E9DDB-829A-CE8E-EE94-E6C60079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16FA17-09C1-D91D-D1EF-CB6A95F36031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94925-52A2-D9F2-9710-C53DF884F98D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2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24409-C5F2-6A75-DFC5-BCA04202120F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vaazhthunnu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sanghamaay</a:t>
            </a:r>
            <a:endParaRPr kumimoji="0" lang="en-US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doothanmaarh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vaanathil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impamaay</a:t>
            </a:r>
            <a:endParaRPr kumimoji="0" lang="en-US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cherhnnidaam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gaanamanhdale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naam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chelezhum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paadangalh</a:t>
            </a:r>
            <a:r>
              <a:rPr kumimoji="0" lang="en-US" sz="2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vandikkaam</a:t>
            </a:r>
            <a:endParaRPr kumimoji="0" lang="en-US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AB83B-5CD0-64F4-11F1-323BFF3D890A}"/>
              </a:ext>
            </a:extLst>
          </p:cNvPr>
          <p:cNvSpPr txBox="1"/>
          <p:nvPr/>
        </p:nvSpPr>
        <p:spPr>
          <a:xfrm>
            <a:off x="318347" y="2642462"/>
            <a:ext cx="821605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വാഴ്ത്തുന്നു സംഘമായ്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ദൂതന്മാർ വാനത്തിൽ ഇമ്പമായ്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ചേർന്നിടാം സാദരം ഗാനമണ്ഡലേ നാം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ചേലെഴും പാദങ്ങൾ വന്ദിക്കാം</a:t>
            </a: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2841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5DB9-0ADD-B341-16D2-91702DCF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ECA06F-DFFA-3292-95FA-A9DC5FB0EFE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DF40C-B657-ACE5-C283-EFD04CEE1190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3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9E57F-A27C-5E0D-E7D8-F81342F05E1D}"/>
              </a:ext>
            </a:extLst>
          </p:cNvPr>
          <p:cNvSpPr txBox="1"/>
          <p:nvPr/>
        </p:nvSpPr>
        <p:spPr>
          <a:xfrm>
            <a:off x="318347" y="685156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moovaraam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nripanmaar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ninnarikil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mookamaay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kaazhchakalh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arppichu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nakshathra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jaalangalh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punchirichu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navya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modarangam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kaanhkayaal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AEC10-DE8D-BC19-AA40-F96CEBCE1317}"/>
              </a:ext>
            </a:extLst>
          </p:cNvPr>
          <p:cNvSpPr txBox="1"/>
          <p:nvPr/>
        </p:nvSpPr>
        <p:spPr>
          <a:xfrm>
            <a:off x="318347" y="2642462"/>
            <a:ext cx="821605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മൂവരാം നൃപന്മാർ എത്തി നിന്നരികിൽ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മൂകമായ് കാഴ്ചകൾ അർപ്പിച്ചു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നക്ഷത്രജാലങ്ങൾ നോക്കി പുഞ്ചിരിച്ചു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നവ്യമോദരംഗം കാൺകയാൽ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881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4FFE-F60C-4ACB-6C33-25A3A5F6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BBA0C8-3E59-A840-5A8A-3D55D259FAB4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7F066-07AA-49B8-89EF-1D847CB097B8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4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F5B3A-3E29-F404-FE13-C649FF496021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vaazhthunnu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sanghamaay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doothanmaarh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vaanathil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impamaay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cherhnnidaam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saadaram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gaanamanhdale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</a:t>
            </a: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chelezhum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paadangalh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vandikkaam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E295-BF22-DC9D-70AE-B8B0BDD625D8}"/>
              </a:ext>
            </a:extLst>
          </p:cNvPr>
          <p:cNvSpPr txBox="1"/>
          <p:nvPr/>
        </p:nvSpPr>
        <p:spPr>
          <a:xfrm>
            <a:off x="318347" y="2642462"/>
            <a:ext cx="821605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വാഴ്ത്തുന്നു സംഘമായ്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ദൂതന്മാർ വാനത്തിൽ ഇമ്പമായ്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ചേർന്നിടാം സാദരം ഗാനമണ്ഡലേ നാം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ചേലെഴും പാദങ്ങൾ വന്ദിക്കാം</a:t>
            </a:r>
          </a:p>
        </p:txBody>
      </p:sp>
    </p:spTree>
    <p:extLst>
      <p:ext uri="{BB962C8B-B14F-4D97-AF65-F5344CB8AC3E}">
        <p14:creationId xmlns:p14="http://schemas.microsoft.com/office/powerpoint/2010/main" val="214959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A522-AB95-0EAF-3DC0-C4FC13E8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2ED4AF-4215-FD6D-CC5F-8D81B412B4D8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ECBEEF-F100-6DC0-6588-7DB46455C8D3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5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BE89F-D0DA-64EC-2E2D-9CF272926268}"/>
              </a:ext>
            </a:extLst>
          </p:cNvPr>
          <p:cNvSpPr txBox="1"/>
          <p:nvPr/>
        </p:nvSpPr>
        <p:spPr>
          <a:xfrm>
            <a:off x="318347" y="685156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swarggeeya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maahaathmyam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thaanhirrangi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swanthamaam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makkalhe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rakshippaan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jeernnhamaam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sheelakalh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saakshikalhaay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maathrikaaparamaay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053AE-FC8B-47BC-EF62-A788162A7493}"/>
              </a:ext>
            </a:extLst>
          </p:cNvPr>
          <p:cNvSpPr txBox="1"/>
          <p:nvPr/>
        </p:nvSpPr>
        <p:spPr>
          <a:xfrm>
            <a:off x="318347" y="2642462"/>
            <a:ext cx="8486986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സ്വർഗ്ഗീയ മാഹാത്മ്യം വിട്ടുതാണിറങ്ങി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സ്വന്തമാം മക്കളെ രക്ഷിപ്പാൻ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ജീർണ്ണമാം ശീലകൾ ഇതിൻ സാക്ഷികളായ് </a:t>
            </a:r>
          </a:p>
          <a:p>
            <a:pPr marL="6350" marR="1083918" lvl="0" indent="-6350" algn="l" defTabSz="45718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Kartika" panose="02020503030404060203" pitchFamily="18" charset="0"/>
              </a:rPr>
              <a:t>ജീവിച്ചു മാതൃകാപരമായ് </a:t>
            </a:r>
          </a:p>
        </p:txBody>
      </p:sp>
    </p:spTree>
    <p:extLst>
      <p:ext uri="{BB962C8B-B14F-4D97-AF65-F5344CB8AC3E}">
        <p14:creationId xmlns:p14="http://schemas.microsoft.com/office/powerpoint/2010/main" val="2679456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E230-C13C-FCE1-7EC6-E2496DB1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D2D89-F89F-3A29-7C63-8E4917535916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119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AC558-4EB5-7BC3-8267-915767E49A22}"/>
              </a:ext>
            </a:extLst>
          </p:cNvPr>
          <p:cNvSpPr txBox="1"/>
          <p:nvPr/>
        </p:nvSpPr>
        <p:spPr>
          <a:xfrm>
            <a:off x="7381874" y="4831355"/>
            <a:ext cx="174307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Segoe UI"/>
                <a:cs typeface="Segoe UI"/>
              </a:rPr>
              <a:t>Communion 3 : 6 of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4D4A84-2E59-50E1-5CA1-90429151DD61}"/>
              </a:ext>
            </a:extLst>
          </p:cNvPr>
          <p:cNvSpPr txBox="1"/>
          <p:nvPr/>
        </p:nvSpPr>
        <p:spPr>
          <a:xfrm>
            <a:off x="310531" y="610113"/>
            <a:ext cx="82160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vaazhthunnu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sanghamaay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doothanmaarh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vaanathil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impamaay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cherhnnidaam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saadaram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gaanamanhdale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naam</a:t>
            </a:r>
          </a:p>
          <a:p>
            <a:pPr lvl="0"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chelezhum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paadangalh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vandikkaam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6052F-0DBA-6467-73A2-AC0616984128}"/>
              </a:ext>
            </a:extLst>
          </p:cNvPr>
          <p:cNvSpPr txBox="1"/>
          <p:nvPr/>
        </p:nvSpPr>
        <p:spPr>
          <a:xfrm>
            <a:off x="318347" y="2642462"/>
            <a:ext cx="821605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വാഴ്ത്തുന്നു സംഘമായ് </a:t>
            </a:r>
          </a:p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ദൂതന്മാർ വാനത്തിൽ ഇമ്പമായ് </a:t>
            </a:r>
          </a:p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ചേർന്നിടാം സാദരം ഗാനമണ്ഡലേ നാം </a:t>
            </a:r>
          </a:p>
          <a:p>
            <a:pPr marL="6350" marR="1083918" lvl="0" indent="-6350" defTabSz="457189">
              <a:lnSpc>
                <a:spcPct val="150000"/>
              </a:lnSpc>
              <a:spcAft>
                <a:spcPts val="10"/>
              </a:spcAft>
              <a:defRPr/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  <a:ea typeface="Calibri" panose="020F0502020204030204" pitchFamily="34" charset="0"/>
              </a:rPr>
              <a:t>ചേലെഴും പാദങ്ങൾ വന്ദിക്കാം</a:t>
            </a:r>
          </a:p>
        </p:txBody>
      </p:sp>
    </p:spTree>
    <p:extLst>
      <p:ext uri="{BB962C8B-B14F-4D97-AF65-F5344CB8AC3E}">
        <p14:creationId xmlns:p14="http://schemas.microsoft.com/office/powerpoint/2010/main" val="1574075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1 of 7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B6C49-E3DE-C872-2B89-3D39C75285B2}"/>
              </a:ext>
            </a:extLst>
          </p:cNvPr>
          <p:cNvSpPr txBox="1"/>
          <p:nvPr/>
        </p:nvSpPr>
        <p:spPr>
          <a:xfrm>
            <a:off x="1143000" y="1038578"/>
            <a:ext cx="6858000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njaan</a:t>
            </a:r>
            <a:endParaRPr lang="en-SG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bethalahemile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medakalhil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700" dirty="0" err="1">
                <a:solidFill>
                  <a:srgbClr val="000000"/>
                </a:solidFill>
                <a:latin typeface="Segoe UI" panose="020B0502040204020203" pitchFamily="34" charset="0"/>
              </a:rPr>
              <a:t>e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nne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bhoovil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vanna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raajakumaarane</a:t>
            </a:r>
            <a:endParaRPr lang="en-SG" sz="27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47D48-AE0D-3F2E-4E80-E64E4C942197}"/>
              </a:ext>
            </a:extLst>
          </p:cNvPr>
          <p:cNvSpPr txBox="1"/>
          <p:nvPr/>
        </p:nvSpPr>
        <p:spPr>
          <a:xfrm>
            <a:off x="1197700" y="2657809"/>
            <a:ext cx="6748601" cy="150810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തേടിയലഞ്ഞു ഞാൻ</a:t>
            </a:r>
            <a:r>
              <a:rPr lang="en-SG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 വലഞ്ഞു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ബേതലഹേമിലെ മേടകളിൽ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എന്നെ തേടി ഭൂവിൽ വന്ന</a:t>
            </a:r>
            <a:r>
              <a:rPr lang="en-SG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രാജകുമാരനെ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7609-82C1-E5B1-DA3F-E01AA630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57E6E6-3107-EF7B-78FA-D9C9884DB624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2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B7D77AD-C68E-7F59-A616-7C7C9D127474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CFFA0-F167-C1C4-F4C3-766F803F5634}"/>
              </a:ext>
            </a:extLst>
          </p:cNvPr>
          <p:cNvSpPr txBox="1"/>
          <p:nvPr/>
        </p:nvSpPr>
        <p:spPr>
          <a:xfrm>
            <a:off x="983730" y="633464"/>
            <a:ext cx="7176541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kanhdillavidengum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daivaththin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puthrane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(2)</a:t>
            </a: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thanka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kattilukalh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shoonyamaayirunnu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pattu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methakalh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nokki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kaathirunnu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deva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deva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nandanane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avidengum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kandilla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83797-8525-D5BD-693F-D1ED02613BFA}"/>
              </a:ext>
            </a:extLst>
          </p:cNvPr>
          <p:cNvSpPr txBox="1"/>
          <p:nvPr/>
        </p:nvSpPr>
        <p:spPr>
          <a:xfrm>
            <a:off x="1104622" y="2651326"/>
            <a:ext cx="7701578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കണ്ടില്ലവിടെങ്ങും ദൈവത്തിൻ പുത്രനെ</a:t>
            </a:r>
            <a:r>
              <a:rPr lang="en-US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(2)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തങ്കക്കട്ടിലുകൾ ശൂന്യമായിരുന്നു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പട്ടു മെത്തകൾ നോക്കി കാത്തിരുന്നു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ദേവ ദേവ നന്ദനനെ അവിടെങ്ങും കണ്ടില്ല 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52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9FAD-3A74-5B4E-DA5F-493660BC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1BE889-2E0B-598B-57A6-3B7669851AFF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3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6F101A-BFF6-8ED3-2675-5E8CBFC21CF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20F5B8-D35C-E848-0988-BC32568C3F54}"/>
              </a:ext>
            </a:extLst>
          </p:cNvPr>
          <p:cNvSpPr txBox="1"/>
          <p:nvPr/>
        </p:nvSpPr>
        <p:spPr>
          <a:xfrm>
            <a:off x="835986" y="655167"/>
            <a:ext cx="8506515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thedi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nadannu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vaadi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thalarnnu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daaveedin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nagariyin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veethhikalhil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neethiyin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sooryanaam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mashihaye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kaanhmaanaay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palarodum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chodichu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9F72D-04A1-ECFC-1383-DD6D4AB82966}"/>
              </a:ext>
            </a:extLst>
          </p:cNvPr>
          <p:cNvSpPr txBox="1"/>
          <p:nvPr/>
        </p:nvSpPr>
        <p:spPr>
          <a:xfrm>
            <a:off x="835327" y="2657809"/>
            <a:ext cx="7473347" cy="205825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 നടന്നു ഞാൻ വാടി തളർന്നു ഞാൻ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ദാവീദിൻ നഗരിയിൻ വീഥികളിൽ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നീതിയിൻ സൂര്യനാം മ്ശിഹായെ കാണ്മാനായ്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പലരോടും ചോദിച്ചു </a:t>
            </a:r>
          </a:p>
        </p:txBody>
      </p:sp>
    </p:spTree>
    <p:extLst>
      <p:ext uri="{BB962C8B-B14F-4D97-AF65-F5344CB8AC3E}">
        <p14:creationId xmlns:p14="http://schemas.microsoft.com/office/powerpoint/2010/main" val="844087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7E80-4FDD-30D1-5941-18819EFF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0DE87C-CB76-6AD4-16F4-F138543D17E1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4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9F969-F8BA-DB83-C4E3-1E834451D283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95889-E1E0-2F72-B630-0DA2A53E6F8B}"/>
              </a:ext>
            </a:extLst>
          </p:cNvPr>
          <p:cNvSpPr txBox="1"/>
          <p:nvPr/>
        </p:nvSpPr>
        <p:spPr>
          <a:xfrm>
            <a:off x="529151" y="633464"/>
            <a:ext cx="8085699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kanhdillavaraarum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daivathin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puthrane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(2)</a:t>
            </a: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doothu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kettavaro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paavapettavarh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vaar</a:t>
            </a:r>
            <a:r>
              <a:rPr lang="ml-IN" sz="2800" dirty="0">
                <a:solidFill>
                  <a:srgbClr val="000000"/>
                </a:solidFill>
                <a:latin typeface="Segoe UI" panose="020B0502040204020203" pitchFamily="34" charset="0"/>
              </a:rPr>
              <a:t>r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cholliyatho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daivadoothanmaar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unnathante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maathaavo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parishuddha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kanya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thaan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A5B88-0780-28D9-FE9A-6A25C1FE51E0}"/>
              </a:ext>
            </a:extLst>
          </p:cNvPr>
          <p:cNvSpPr txBox="1"/>
          <p:nvPr/>
        </p:nvSpPr>
        <p:spPr>
          <a:xfrm>
            <a:off x="674557" y="2571750"/>
            <a:ext cx="7794886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കണ്ടില്ലവരാരും ദൈവത്തിൻ പുത്രനെ (2)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ദൂതു കേട്ടവരോ പാവപ്പെട്ടവർ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വാർത്ത ചൊല്ലിയതോ ദൈവ ദൂതന്മാർ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ഉന്നതൻറെ മാതാവോ പരിശുദ്ധ കന്യ താൻ </a:t>
            </a:r>
          </a:p>
        </p:txBody>
      </p:sp>
    </p:spTree>
    <p:extLst>
      <p:ext uri="{BB962C8B-B14F-4D97-AF65-F5344CB8AC3E}">
        <p14:creationId xmlns:p14="http://schemas.microsoft.com/office/powerpoint/2010/main" val="31078501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6C1F-CDB0-9252-EDC7-6CA7D48B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A7060A-C764-7325-D596-BF6889FD69C0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5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2D8824-7963-A86E-890F-FE9B663839DE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8DB29-5E2C-5A13-7F05-D2BDF17BDF51}"/>
              </a:ext>
            </a:extLst>
          </p:cNvPr>
          <p:cNvSpPr txBox="1"/>
          <p:nvPr/>
        </p:nvSpPr>
        <p:spPr>
          <a:xfrm>
            <a:off x="835986" y="720274"/>
            <a:ext cx="8079699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odi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aduthu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paadi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aduthu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bethalahemile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pulkkoottil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thalharunna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manassode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ozhukunna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kannhode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naathhane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DBA9F-EC47-40C4-9DDC-0263642ECF98}"/>
              </a:ext>
            </a:extLst>
          </p:cNvPr>
          <p:cNvSpPr txBox="1"/>
          <p:nvPr/>
        </p:nvSpPr>
        <p:spPr>
          <a:xfrm>
            <a:off x="835327" y="2657809"/>
            <a:ext cx="7473347" cy="205825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ഓടി അടുത്തു ഞാൻ പാടി അടുത്തു ഞാൻ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ബേതലഹേമിലെ പുൽക്കൂട്ടിൽ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തളരുന്ന മനസോടെ ഒഴുകുന്ന കണ്ണോടെ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solidFill>
                  <a:srgbClr val="000000"/>
                </a:solidFill>
                <a:latin typeface="ML-TTKarthika" panose="04000000000000000000" pitchFamily="82" charset="0"/>
              </a:rPr>
              <a:t>നാഥനെ കണ്ടു ഞാൻ </a:t>
            </a:r>
          </a:p>
        </p:txBody>
      </p:sp>
    </p:spTree>
    <p:extLst>
      <p:ext uri="{BB962C8B-B14F-4D97-AF65-F5344CB8AC3E}">
        <p14:creationId xmlns:p14="http://schemas.microsoft.com/office/powerpoint/2010/main" val="1021861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D9A6-CA79-AE9C-1045-42D6744B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0EC6847-FDB9-8EF2-DF8A-C2E8688A9A78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6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DC84AA-5CDF-45F9-54AB-677478BFB8C5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0FBB2F-671E-C4E7-463F-7DF33607D3BE}"/>
              </a:ext>
            </a:extLst>
          </p:cNvPr>
          <p:cNvSpPr txBox="1"/>
          <p:nvPr/>
        </p:nvSpPr>
        <p:spPr>
          <a:xfrm>
            <a:off x="444457" y="633464"/>
            <a:ext cx="8255086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kanhdillavidengum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raaja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kireedangalh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(2)</a:t>
            </a: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koodi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ninnavaro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aattidayanmaar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paattu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paadiyatho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daivadoothanmaar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sneham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,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shanthi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,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paaride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mahathwam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unathaththil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B1A9E-62E7-57D4-91E9-11305C600FBF}"/>
              </a:ext>
            </a:extLst>
          </p:cNvPr>
          <p:cNvSpPr txBox="1"/>
          <p:nvPr/>
        </p:nvSpPr>
        <p:spPr>
          <a:xfrm>
            <a:off x="543394" y="2571750"/>
            <a:ext cx="8057213" cy="187743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കണ്ടില്ലവിടെങ്ങും രാജകിരീടങ്ങൾ</a:t>
            </a:r>
            <a:r>
              <a:rPr lang="en-US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കൂടി നിന്നവരോ ആട്ടിടയന്മാർ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പാട്ടു പാടിയതോ ദൈവദൂതന്മാർ 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സ്നേഹം ശാന്തി പാരിടെ</a:t>
            </a:r>
            <a:r>
              <a:rPr lang="en-SG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dirty="0">
                <a:solidFill>
                  <a:srgbClr val="000000"/>
                </a:solidFill>
                <a:latin typeface="ML-TTKarthika" panose="04000000000000000000" pitchFamily="82" charset="0"/>
              </a:rPr>
              <a:t>മഹത്വം ഉന്നതത്തിൽ </a:t>
            </a:r>
          </a:p>
        </p:txBody>
      </p:sp>
    </p:spTree>
    <p:extLst>
      <p:ext uri="{BB962C8B-B14F-4D97-AF65-F5344CB8AC3E}">
        <p14:creationId xmlns:p14="http://schemas.microsoft.com/office/powerpoint/2010/main" val="23619554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5C89-6433-5C74-ADBA-0AD703BD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925F67-6C3F-E658-3941-205E2EADA6C8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Communion 4: 7 of 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A50BE7-FEEC-3D71-FFE4-19C01EE452F2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GB" dirty="0" err="1">
                <a:latin typeface="Segoe UI" panose="020B0502040204020203" pitchFamily="34" charset="0"/>
              </a:rPr>
              <a:t>Thedi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alanju</a:t>
            </a:r>
            <a:r>
              <a:rPr lang="en-GB" dirty="0">
                <a:latin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</a:rPr>
              <a:t>njaan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FAEFC6-9FB0-A4ED-E6B8-BB454732B4D9}"/>
              </a:ext>
            </a:extLst>
          </p:cNvPr>
          <p:cNvSpPr txBox="1"/>
          <p:nvPr/>
        </p:nvSpPr>
        <p:spPr>
          <a:xfrm>
            <a:off x="1143000" y="1147091"/>
            <a:ext cx="6858000" cy="18522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valanju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njaan</a:t>
            </a:r>
            <a:endParaRPr lang="en-SG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bethalahemile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medakalhil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SG" sz="2700" dirty="0" err="1">
                <a:solidFill>
                  <a:srgbClr val="000000"/>
                </a:solidFill>
                <a:latin typeface="Segoe UI" panose="020B0502040204020203" pitchFamily="34" charset="0"/>
              </a:rPr>
              <a:t>e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nne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thedi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bhoovil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vanna</a:t>
            </a:r>
            <a:r>
              <a:rPr lang="en-SG" sz="27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7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raajakumaarane</a:t>
            </a:r>
            <a:endParaRPr lang="en-SG" sz="27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E26F8-6DEE-C182-17D1-46740E72A1DB}"/>
              </a:ext>
            </a:extLst>
          </p:cNvPr>
          <p:cNvSpPr txBox="1"/>
          <p:nvPr/>
        </p:nvSpPr>
        <p:spPr>
          <a:xfrm>
            <a:off x="1143000" y="2657809"/>
            <a:ext cx="6858000" cy="150810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തേടിയലഞ്ഞു ഞാൻ തേടി വലഞ്ഞു ഞാൻ </a:t>
            </a:r>
          </a:p>
          <a:p>
            <a:pPr>
              <a:lnSpc>
                <a:spcPct val="150000"/>
              </a:lnSpc>
            </a:pPr>
            <a:r>
              <a:rPr lang="ml-IN" sz="2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ബേതലഹേമിലെ മേടകളിൽ </a:t>
            </a:r>
          </a:p>
          <a:p>
            <a:pPr>
              <a:lnSpc>
                <a:spcPct val="150000"/>
              </a:lnSpc>
            </a:pP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എന്നെ തേടി ഭൂവിൽ വന്ന</a:t>
            </a:r>
            <a:r>
              <a:rPr lang="en-SG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ml-IN" sz="20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രാജകുമാരനെ </a:t>
            </a:r>
          </a:p>
        </p:txBody>
      </p:sp>
    </p:spTree>
    <p:extLst>
      <p:ext uri="{BB962C8B-B14F-4D97-AF65-F5344CB8AC3E}">
        <p14:creationId xmlns:p14="http://schemas.microsoft.com/office/powerpoint/2010/main" val="6201602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1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DD432E-DF5F-31B8-3D04-5E3DEEB75FF2}"/>
              </a:ext>
            </a:extLst>
          </p:cNvPr>
          <p:cNvSpPr txBox="1">
            <a:spLocks/>
          </p:cNvSpPr>
          <p:nvPr/>
        </p:nvSpPr>
        <p:spPr>
          <a:xfrm>
            <a:off x="697721" y="739196"/>
            <a:ext cx="8435804" cy="1731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err="1">
                <a:latin typeface="Segoe UI"/>
                <a:cs typeface="Segoe UI"/>
              </a:rPr>
              <a:t>yeshuvin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jananathe</a:t>
            </a:r>
            <a:r>
              <a:rPr lang="en-US" sz="2800" dirty="0">
                <a:latin typeface="Segoe UI"/>
                <a:cs typeface="Segoe UI"/>
              </a:rPr>
              <a:t> naam – </a:t>
            </a:r>
            <a:r>
              <a:rPr lang="en-US" sz="2800" err="1">
                <a:latin typeface="Segoe UI"/>
                <a:cs typeface="Segoe UI"/>
              </a:rPr>
              <a:t>paadi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santhoshikka</a:t>
            </a:r>
            <a:endParaRPr lang="en-US" sz="2800">
              <a:latin typeface="Segoe UI"/>
              <a:cs typeface="Segoe UI"/>
            </a:endParaRPr>
          </a:p>
          <a:p>
            <a:pPr algn="l"/>
            <a:r>
              <a:rPr lang="en-US" sz="2800" err="1">
                <a:latin typeface="Segoe UI"/>
                <a:cs typeface="Segoe UI"/>
              </a:rPr>
              <a:t>aashayodu</a:t>
            </a:r>
            <a:r>
              <a:rPr lang="en-US" sz="2800" dirty="0">
                <a:latin typeface="Segoe UI"/>
                <a:cs typeface="Segoe UI"/>
              </a:rPr>
              <a:t> than </a:t>
            </a:r>
            <a:r>
              <a:rPr lang="en-US" sz="2800" err="1">
                <a:latin typeface="Segoe UI"/>
                <a:cs typeface="Segoe UI"/>
              </a:rPr>
              <a:t>daasar</a:t>
            </a:r>
            <a:r>
              <a:rPr lang="en-US" sz="2800" dirty="0">
                <a:latin typeface="Segoe UI"/>
                <a:cs typeface="Segoe UI"/>
              </a:rPr>
              <a:t> naam – </a:t>
            </a:r>
            <a:r>
              <a:rPr lang="en-US" sz="2800" err="1">
                <a:latin typeface="Segoe UI"/>
                <a:cs typeface="Segoe UI"/>
              </a:rPr>
              <a:t>anandhicheeduka</a:t>
            </a:r>
            <a:endParaRPr lang="en-US" sz="2800">
              <a:latin typeface="Segoe UI"/>
              <a:cs typeface="Segoe UI"/>
            </a:endParaRPr>
          </a:p>
          <a:p>
            <a:pPr algn="l"/>
            <a:r>
              <a:rPr lang="en-US" sz="2800" err="1">
                <a:latin typeface="Segoe UI"/>
                <a:cs typeface="Segoe UI"/>
              </a:rPr>
              <a:t>yeshuvin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avathaaram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theerthu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peyadhikaaram</a:t>
            </a:r>
            <a:endParaRPr lang="en-US" sz="2800">
              <a:latin typeface="Segoe UI"/>
              <a:cs typeface="Segoe UI"/>
            </a:endParaRPr>
          </a:p>
          <a:p>
            <a:pPr marL="407670" algn="l"/>
            <a:r>
              <a:rPr lang="en-US" sz="2800" err="1">
                <a:latin typeface="Segoe UI"/>
                <a:cs typeface="Segoe UI"/>
              </a:rPr>
              <a:t>kooduka</a:t>
            </a:r>
            <a:r>
              <a:rPr lang="en-US" sz="2800" dirty="0">
                <a:latin typeface="Segoe UI"/>
                <a:cs typeface="Segoe UI"/>
              </a:rPr>
              <a:t> naam </a:t>
            </a:r>
            <a:r>
              <a:rPr lang="en-US" sz="2800" err="1">
                <a:latin typeface="Segoe UI"/>
                <a:cs typeface="Segoe UI"/>
              </a:rPr>
              <a:t>paaduka</a:t>
            </a:r>
            <a:r>
              <a:rPr lang="en-US" sz="2800" dirty="0">
                <a:latin typeface="Segoe UI"/>
                <a:cs typeface="Segoe UI"/>
              </a:rPr>
              <a:t> naam bahu </a:t>
            </a:r>
            <a:r>
              <a:rPr lang="en-US" sz="2800" err="1">
                <a:latin typeface="Segoe UI"/>
                <a:cs typeface="Segoe UI"/>
              </a:rPr>
              <a:t>santhoshame</a:t>
            </a:r>
            <a:r>
              <a:rPr lang="en-US" sz="2400" dirty="0">
                <a:latin typeface="Segoe UI"/>
                <a:cs typeface="Segoe UI"/>
              </a:rPr>
              <a:t> (2)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3E626-08DF-2FCB-BDA9-4202CF766948}"/>
              </a:ext>
            </a:extLst>
          </p:cNvPr>
          <p:cNvSpPr/>
          <p:nvPr/>
        </p:nvSpPr>
        <p:spPr>
          <a:xfrm>
            <a:off x="588956" y="2578984"/>
            <a:ext cx="8313328" cy="187743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ML-TTKarthika"/>
              </a:rPr>
              <a:t>tbiphn³ P\\s¯ \mw þ ]</a:t>
            </a:r>
            <a:r>
              <a:rPr lang="en-US" sz="2800" err="1">
                <a:latin typeface="ML-TTKarthika"/>
              </a:rPr>
              <a:t>mSn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kt´mjn</a:t>
            </a:r>
            <a:r>
              <a:rPr lang="en-US" sz="2800" dirty="0">
                <a:latin typeface="ML-TTKarthika"/>
              </a:rPr>
              <a:t>¡ </a:t>
            </a:r>
          </a:p>
          <a:p>
            <a:r>
              <a:rPr lang="en-US" sz="2800" err="1">
                <a:latin typeface="ML-TTKarthika"/>
              </a:rPr>
              <a:t>BitbmSp</a:t>
            </a:r>
            <a:r>
              <a:rPr lang="en-US" sz="2800" dirty="0">
                <a:latin typeface="ML-TTKarthika"/>
              </a:rPr>
              <a:t> X³ </a:t>
            </a:r>
            <a:r>
              <a:rPr lang="en-US" sz="2800" err="1">
                <a:latin typeface="ML-TTKarthika"/>
              </a:rPr>
              <a:t>ZmkÀ</a:t>
            </a:r>
            <a:r>
              <a:rPr lang="en-US" sz="2800" dirty="0">
                <a:latin typeface="ML-TTKarthika"/>
              </a:rPr>
              <a:t> \mw þ B\\</a:t>
            </a:r>
            <a:r>
              <a:rPr lang="en-US" sz="2800" err="1">
                <a:latin typeface="ML-TTKarthika"/>
              </a:rPr>
              <a:t>vZn¨oSpI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tbiphn¶hXmcw</a:t>
            </a:r>
            <a:r>
              <a:rPr lang="en-US" sz="2800" dirty="0">
                <a:latin typeface="ML-TTKarthika"/>
              </a:rPr>
              <a:t>… </a:t>
            </a:r>
            <a:r>
              <a:rPr lang="en-US" sz="2800" err="1">
                <a:latin typeface="ML-TTKarthika"/>
              </a:rPr>
              <a:t>XoÀ¯pt</a:t>
            </a:r>
            <a:r>
              <a:rPr lang="en-US" sz="2800" dirty="0">
                <a:latin typeface="ML-TTKarthika"/>
              </a:rPr>
              <a:t>]b[</a:t>
            </a:r>
            <a:r>
              <a:rPr lang="en-US" sz="2800" err="1">
                <a:latin typeface="ML-TTKarthika"/>
              </a:rPr>
              <a:t>nImcw</a:t>
            </a:r>
            <a:r>
              <a:rPr lang="en-US" sz="2800" dirty="0">
                <a:latin typeface="ML-TTKarthika"/>
              </a:rPr>
              <a:t> </a:t>
            </a:r>
          </a:p>
          <a:p>
            <a:pPr indent="407670"/>
            <a:r>
              <a:rPr lang="en-US" sz="2800" err="1">
                <a:latin typeface="ML-TTKarthika"/>
              </a:rPr>
              <a:t>IqSpI</a:t>
            </a:r>
            <a:r>
              <a:rPr lang="en-US" sz="2800" dirty="0">
                <a:latin typeface="ML-TTKarthika"/>
              </a:rPr>
              <a:t>\mw ]</a:t>
            </a:r>
            <a:r>
              <a:rPr lang="en-US" sz="2800" err="1">
                <a:latin typeface="ML-TTKarthika"/>
              </a:rPr>
              <a:t>mSpI</a:t>
            </a:r>
            <a:r>
              <a:rPr lang="en-US" sz="2800" dirty="0">
                <a:latin typeface="ML-TTKarthika"/>
              </a:rPr>
              <a:t>\mw… _</a:t>
            </a:r>
            <a:r>
              <a:rPr lang="en-US" sz="2800" err="1">
                <a:latin typeface="ML-TTKarthika"/>
              </a:rPr>
              <a:t>lp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kt´mjta</a:t>
            </a:r>
            <a:r>
              <a:rPr lang="en-US" sz="3200" dirty="0">
                <a:latin typeface="ML-TTKarthika"/>
              </a:rPr>
              <a:t> (2) </a:t>
            </a:r>
            <a:endParaRPr lang="en-US" sz="900" dirty="0">
              <a:latin typeface="ML-TTKarthik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07D2-7C12-90D3-2B3B-478CC2E2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85ACC2-F428-681F-ABD6-369E8174D699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2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F03EA-0B0F-45FD-061F-496626B06DFD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671AA-54B8-E1A4-A71C-65E0E32EC843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55FD744-FD95-7392-7CF2-CA27FF892665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99098-3851-5679-5093-1505B5D9BFEA}"/>
              </a:ext>
            </a:extLst>
          </p:cNvPr>
          <p:cNvSpPr txBox="1">
            <a:spLocks/>
          </p:cNvSpPr>
          <p:nvPr/>
        </p:nvSpPr>
        <p:spPr>
          <a:xfrm>
            <a:off x="342552" y="695790"/>
            <a:ext cx="8965289" cy="2107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err="1">
                <a:latin typeface="Segoe UI"/>
                <a:cs typeface="Segoe UI"/>
              </a:rPr>
              <a:t>vaana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senakalkkeeshan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thaan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marthyare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snehichu</a:t>
            </a:r>
            <a:endParaRPr lang="en-US" sz="2600" dirty="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vaanavar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gaana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modangal</a:t>
            </a:r>
            <a:r>
              <a:rPr lang="en-SG" sz="2600" dirty="0">
                <a:latin typeface="Segoe UI"/>
                <a:cs typeface="Segoe UI"/>
              </a:rPr>
              <a:t>h</a:t>
            </a:r>
            <a:r>
              <a:rPr lang="en-US" sz="2600" dirty="0">
                <a:latin typeface="Segoe UI"/>
                <a:cs typeface="Segoe UI"/>
              </a:rPr>
              <a:t> – </a:t>
            </a:r>
            <a:r>
              <a:rPr lang="en-US" sz="2600" err="1">
                <a:latin typeface="Segoe UI"/>
                <a:cs typeface="Segoe UI"/>
              </a:rPr>
              <a:t>aake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upekshichu</a:t>
            </a:r>
            <a:endParaRPr lang="en-US" sz="2600" dirty="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heena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maanusha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vesham</a:t>
            </a:r>
            <a:r>
              <a:rPr lang="en-US" sz="2600" dirty="0">
                <a:latin typeface="Segoe UI"/>
                <a:cs typeface="Segoe UI"/>
              </a:rPr>
              <a:t>… </a:t>
            </a:r>
            <a:r>
              <a:rPr lang="en-US" sz="2600" err="1">
                <a:latin typeface="Segoe UI"/>
                <a:cs typeface="Segoe UI"/>
              </a:rPr>
              <a:t>poondu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vannu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santhosham</a:t>
            </a:r>
            <a:endParaRPr lang="en-US" sz="2600" dirty="0">
              <a:latin typeface="Segoe UI"/>
              <a:cs typeface="Segoe UI"/>
            </a:endParaRPr>
          </a:p>
          <a:p>
            <a:pPr marL="456565" algn="l"/>
            <a:r>
              <a:rPr lang="en-US" sz="2600" dirty="0">
                <a:latin typeface="Segoe UI"/>
                <a:cs typeface="Segoe UI"/>
              </a:rPr>
              <a:t>	</a:t>
            </a:r>
            <a:r>
              <a:rPr lang="en-US" sz="2600" err="1">
                <a:latin typeface="Segoe UI"/>
                <a:cs typeface="Segoe UI"/>
              </a:rPr>
              <a:t>kooduka</a:t>
            </a:r>
            <a:r>
              <a:rPr lang="en-US" sz="2600" dirty="0">
                <a:latin typeface="Segoe UI"/>
                <a:cs typeface="Segoe UI"/>
              </a:rPr>
              <a:t> naam </a:t>
            </a:r>
            <a:r>
              <a:rPr lang="en-US" sz="2600" err="1">
                <a:latin typeface="Segoe UI"/>
                <a:cs typeface="Segoe UI"/>
              </a:rPr>
              <a:t>paaduka</a:t>
            </a:r>
            <a:r>
              <a:rPr lang="en-US" sz="2600" dirty="0">
                <a:latin typeface="Segoe UI"/>
                <a:cs typeface="Segoe UI"/>
              </a:rPr>
              <a:t> naam… bahu </a:t>
            </a:r>
            <a:r>
              <a:rPr lang="en-US" sz="2600" err="1">
                <a:latin typeface="Segoe UI"/>
                <a:cs typeface="Segoe UI"/>
              </a:rPr>
              <a:t>santhoshame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000" dirty="0">
                <a:latin typeface="Segoe UI"/>
                <a:cs typeface="Segoe UI"/>
              </a:rPr>
              <a:t>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5156E-49DA-15CC-1F3E-DE226490ABD8}"/>
              </a:ext>
            </a:extLst>
          </p:cNvPr>
          <p:cNvSpPr/>
          <p:nvPr/>
        </p:nvSpPr>
        <p:spPr>
          <a:xfrm>
            <a:off x="259232" y="2571750"/>
            <a:ext cx="8625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hm\ </a:t>
            </a:r>
            <a:r>
              <a:rPr lang="en-US" sz="2800" dirty="0" err="1">
                <a:latin typeface="ML-TTKarthika" panose="04000000000000000000" pitchFamily="82" charset="0"/>
              </a:rPr>
              <a:t>tk</a:t>
            </a:r>
            <a:r>
              <a:rPr lang="en-US" sz="2800" dirty="0">
                <a:latin typeface="ML-TTKarthika" panose="04000000000000000000" pitchFamily="82" charset="0"/>
              </a:rPr>
              <a:t>\IÄ¡oi³ Xm³ </a:t>
            </a:r>
            <a:r>
              <a:rPr lang="en-US" sz="2800" dirty="0" err="1">
                <a:latin typeface="ML-TTKarthika" panose="04000000000000000000" pitchFamily="82" charset="0"/>
              </a:rPr>
              <a:t>aÀXysc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hm\</a:t>
            </a:r>
            <a:r>
              <a:rPr lang="en-US" sz="2800" dirty="0" err="1">
                <a:latin typeface="ML-TTKarthika" panose="04000000000000000000" pitchFamily="82" charset="0"/>
              </a:rPr>
              <a:t>hÀ</a:t>
            </a:r>
            <a:r>
              <a:rPr lang="en-US" sz="2800" dirty="0">
                <a:latin typeface="ML-TTKarthika" panose="04000000000000000000" pitchFamily="82" charset="0"/>
              </a:rPr>
              <a:t> Km\ </a:t>
            </a:r>
            <a:r>
              <a:rPr lang="en-US" sz="2800" dirty="0" err="1">
                <a:latin typeface="ML-TTKarthika" panose="04000000000000000000" pitchFamily="82" charset="0"/>
              </a:rPr>
              <a:t>tamZ§Ä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BsIbpt</a:t>
            </a:r>
            <a:r>
              <a:rPr lang="en-US" sz="2800" dirty="0">
                <a:latin typeface="ML-TTKarthika" panose="04000000000000000000" pitchFamily="82" charset="0"/>
              </a:rPr>
              <a:t>]£</a:t>
            </a:r>
            <a:r>
              <a:rPr lang="en-US" sz="2800" dirty="0" err="1">
                <a:latin typeface="ML-TTKarthika" panose="04000000000000000000" pitchFamily="82" charset="0"/>
              </a:rPr>
              <a:t>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lo\ am\</a:t>
            </a:r>
            <a:r>
              <a:rPr lang="en-US" sz="2800" dirty="0" err="1">
                <a:latin typeface="ML-TTKarthika" panose="04000000000000000000" pitchFamily="82" charset="0"/>
              </a:rPr>
              <a:t>pj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thjw</a:t>
            </a:r>
            <a:r>
              <a:rPr lang="en-US" sz="2800" dirty="0">
                <a:latin typeface="ML-TTKarthika" panose="04000000000000000000" pitchFamily="82" charset="0"/>
              </a:rPr>
              <a:t>… ]</a:t>
            </a:r>
            <a:r>
              <a:rPr lang="en-US" sz="2800" dirty="0" err="1">
                <a:latin typeface="ML-TTKarthika" panose="04000000000000000000" pitchFamily="82" charset="0"/>
              </a:rPr>
              <a:t>q¬Sp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07978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\mw… _</a:t>
            </a:r>
            <a:r>
              <a:rPr lang="en-US" sz="2800" dirty="0" err="1">
                <a:latin typeface="ML-TTKarthika" panose="04000000000000000000" pitchFamily="82" charset="0"/>
              </a:rPr>
              <a:t>lp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kt´mjta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1439733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51CE-843F-B2F2-D241-EFF8C53B8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9187B7-B1D9-D47F-5466-DCF78AEDB8E0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3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31B43-A3C8-F9F5-FDFF-E866258224AB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9D7E5-A217-3CCD-21C4-3297744B9D5C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A11C72E-DD09-9C79-3CBE-379B09ED6E29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3EAC07-6D04-E072-2F1E-DA4D1F0CA677}"/>
              </a:ext>
            </a:extLst>
          </p:cNvPr>
          <p:cNvSpPr txBox="1">
            <a:spLocks/>
          </p:cNvSpPr>
          <p:nvPr/>
        </p:nvSpPr>
        <p:spPr>
          <a:xfrm>
            <a:off x="255741" y="775366"/>
            <a:ext cx="8892948" cy="20857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err="1">
                <a:latin typeface="Segoe UI"/>
                <a:cs typeface="Segoe UI"/>
              </a:rPr>
              <a:t>poorna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manushya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soonuvaay</a:t>
            </a:r>
            <a:r>
              <a:rPr lang="en-US" sz="2600" dirty="0">
                <a:latin typeface="Segoe UI"/>
                <a:cs typeface="Segoe UI"/>
              </a:rPr>
              <a:t> – </a:t>
            </a:r>
            <a:r>
              <a:rPr lang="en-US" sz="2600" err="1">
                <a:latin typeface="Segoe UI"/>
                <a:cs typeface="Segoe UI"/>
              </a:rPr>
              <a:t>parnnhaka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shaalayil</a:t>
            </a:r>
            <a:endParaRPr lang="en-US" sz="260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jeernnha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vasthram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anhinjonaay</a:t>
            </a:r>
            <a:r>
              <a:rPr lang="en-US" sz="2600" dirty="0">
                <a:latin typeface="Segoe UI"/>
                <a:cs typeface="Segoe UI"/>
              </a:rPr>
              <a:t> – </a:t>
            </a:r>
            <a:r>
              <a:rPr lang="en-US" sz="2600" err="1">
                <a:latin typeface="Segoe UI"/>
                <a:cs typeface="Segoe UI"/>
              </a:rPr>
              <a:t>mathrumadiyathil</a:t>
            </a:r>
            <a:endParaRPr lang="en-US" sz="260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kaanhum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shishuvine</a:t>
            </a:r>
            <a:r>
              <a:rPr lang="en-US" sz="2600" dirty="0">
                <a:latin typeface="Segoe UI"/>
                <a:cs typeface="Segoe UI"/>
              </a:rPr>
              <a:t> naam – </a:t>
            </a:r>
            <a:r>
              <a:rPr lang="en-US" sz="2600" err="1">
                <a:latin typeface="Segoe UI"/>
                <a:cs typeface="Segoe UI"/>
              </a:rPr>
              <a:t>thaanhu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vanhangeedenham</a:t>
            </a:r>
            <a:endParaRPr lang="en-US" sz="2600">
              <a:latin typeface="Segoe UI"/>
              <a:cs typeface="Segoe UI"/>
            </a:endParaRPr>
          </a:p>
          <a:p>
            <a:pPr marL="456565" algn="l"/>
            <a:r>
              <a:rPr lang="en-US" sz="2600" err="1">
                <a:latin typeface="Segoe UI"/>
                <a:cs typeface="Segoe UI"/>
              </a:rPr>
              <a:t>kooduka</a:t>
            </a:r>
            <a:r>
              <a:rPr lang="en-US" sz="2600" dirty="0">
                <a:latin typeface="Segoe UI"/>
                <a:cs typeface="Segoe UI"/>
              </a:rPr>
              <a:t> naam </a:t>
            </a:r>
            <a:r>
              <a:rPr lang="en-US" sz="2600" err="1">
                <a:latin typeface="Segoe UI"/>
                <a:cs typeface="Segoe UI"/>
              </a:rPr>
              <a:t>paaduka</a:t>
            </a:r>
            <a:r>
              <a:rPr lang="en-US" sz="2600" dirty="0">
                <a:latin typeface="Segoe UI"/>
                <a:cs typeface="Segoe UI"/>
              </a:rPr>
              <a:t> naam… bahu </a:t>
            </a:r>
            <a:r>
              <a:rPr lang="en-US" sz="2600" err="1">
                <a:latin typeface="Segoe UI"/>
                <a:cs typeface="Segoe UI"/>
              </a:rPr>
              <a:t>santhoshame</a:t>
            </a:r>
            <a:r>
              <a:rPr lang="en-US" sz="2400" dirty="0">
                <a:latin typeface="Segoe UI"/>
                <a:cs typeface="Segoe UI"/>
              </a:rPr>
              <a:t> (2)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CA5A9-3676-E0E0-AC2E-C841148C6DF9}"/>
              </a:ext>
            </a:extLst>
          </p:cNvPr>
          <p:cNvSpPr/>
          <p:nvPr/>
        </p:nvSpPr>
        <p:spPr>
          <a:xfrm>
            <a:off x="259232" y="2687497"/>
            <a:ext cx="86255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qÀ</a:t>
            </a:r>
            <a:r>
              <a:rPr lang="en-US" sz="2800" dirty="0">
                <a:latin typeface="ML-TTKarthika" panose="04000000000000000000" pitchFamily="82" charset="0"/>
              </a:rPr>
              <a:t>® a\</a:t>
            </a:r>
            <a:r>
              <a:rPr lang="en-US" sz="2800" dirty="0" err="1">
                <a:latin typeface="ML-TTKarthika" panose="04000000000000000000" pitchFamily="82" charset="0"/>
              </a:rPr>
              <a:t>pjy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kq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phmbv</a:t>
            </a:r>
            <a:r>
              <a:rPr lang="en-US" sz="2800" dirty="0">
                <a:latin typeface="ML-TTKarthika" panose="04000000000000000000" pitchFamily="82" charset="0"/>
              </a:rPr>
              <a:t> þ ]</a:t>
            </a:r>
            <a:r>
              <a:rPr lang="en-US" sz="2800" dirty="0" err="1">
                <a:latin typeface="ML-TTKarthika" panose="04000000000000000000" pitchFamily="82" charset="0"/>
              </a:rPr>
              <a:t>À®IimebnÂ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PoÀ</a:t>
            </a:r>
            <a:r>
              <a:rPr lang="en-US" sz="2800" dirty="0">
                <a:latin typeface="ML-TTKarthika" panose="04000000000000000000" pitchFamily="82" charset="0"/>
              </a:rPr>
              <a:t>® </a:t>
            </a:r>
            <a:r>
              <a:rPr lang="en-US" sz="2800" dirty="0" err="1">
                <a:latin typeface="ML-TTKarthika" panose="04000000000000000000" pitchFamily="82" charset="0"/>
              </a:rPr>
              <a:t>hkv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XaWntªm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amX</a:t>
            </a:r>
            <a:r>
              <a:rPr lang="en-US" sz="2800" dirty="0" err="1">
                <a:latin typeface="ML-TTKarthika" panose="04000000000000000000" pitchFamily="82" charset="0"/>
                <a:cs typeface="Segoe UI" panose="020B0502040204020203" pitchFamily="34" charset="0"/>
              </a:rPr>
              <a:t>r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aSnbXnÂ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ImWpw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iniphns</a:t>
            </a:r>
            <a:r>
              <a:rPr lang="en-US" sz="2800" dirty="0">
                <a:latin typeface="ML-TTKarthika" panose="04000000000000000000" pitchFamily="82" charset="0"/>
              </a:rPr>
              <a:t>\ \mw þ </a:t>
            </a:r>
            <a:r>
              <a:rPr lang="en-US" sz="2800" dirty="0" err="1">
                <a:latin typeface="ML-TTKarthika" panose="04000000000000000000" pitchFamily="82" charset="0"/>
              </a:rPr>
              <a:t>XmWphW§otSWw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indent="457189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\mw… _</a:t>
            </a:r>
            <a:r>
              <a:rPr lang="en-US" sz="2800" dirty="0" err="1">
                <a:latin typeface="ML-TTKarthika" panose="04000000000000000000" pitchFamily="82" charset="0"/>
              </a:rPr>
              <a:t>lp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kt´mjta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5416068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2FBE-CA3C-6E03-EBAC-30146E7B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A8BCF2-90D4-09C6-A79B-CFDD48CE119B}"/>
              </a:ext>
            </a:extLst>
          </p:cNvPr>
          <p:cNvSpPr txBox="1"/>
          <p:nvPr/>
        </p:nvSpPr>
        <p:spPr>
          <a:xfrm>
            <a:off x="6935639" y="4843418"/>
            <a:ext cx="220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prstClr val="black"/>
                </a:solidFill>
              </a:rPr>
              <a:t>Communion 5 : 4 of 4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35F01-7937-D18F-DF86-B3CC7377026B}"/>
              </a:ext>
            </a:extLst>
          </p:cNvPr>
          <p:cNvSpPr txBox="1"/>
          <p:nvPr/>
        </p:nvSpPr>
        <p:spPr>
          <a:xfrm>
            <a:off x="0" y="23464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36324-F685-86F6-6647-AD24D00CCE72}"/>
              </a:ext>
            </a:extLst>
          </p:cNvPr>
          <p:cNvSpPr txBox="1"/>
          <p:nvPr/>
        </p:nvSpPr>
        <p:spPr>
          <a:xfrm>
            <a:off x="7972425" y="45069"/>
            <a:ext cx="117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>
                <a:solidFill>
                  <a:schemeClr val="bg1"/>
                </a:solidFill>
              </a:rPr>
              <a:t>186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4BD14A3-53C0-6ED1-D63E-A0F88DF7C75D}"/>
              </a:ext>
            </a:extLst>
          </p:cNvPr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 panose="020B0502040204020203" pitchFamily="34" charset="0"/>
              </a:rPr>
              <a:t>Holy Communion - Hymn No 130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061BE5-DCCC-B5B8-581A-3D7D8A5618E5}"/>
              </a:ext>
            </a:extLst>
          </p:cNvPr>
          <p:cNvSpPr txBox="1">
            <a:spLocks/>
          </p:cNvSpPr>
          <p:nvPr/>
        </p:nvSpPr>
        <p:spPr>
          <a:xfrm>
            <a:off x="87943" y="608980"/>
            <a:ext cx="9148968" cy="209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err="1">
                <a:latin typeface="Segoe UI"/>
                <a:cs typeface="Segoe UI"/>
              </a:rPr>
              <a:t>marthyare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ellaam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paapaththil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ninnum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rakshikkuvaan</a:t>
            </a:r>
            <a:endParaRPr lang="en-US" sz="2600" dirty="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sathya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vachanam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lokaththil</a:t>
            </a:r>
            <a:r>
              <a:rPr lang="en-US" sz="2600" dirty="0">
                <a:latin typeface="Segoe UI"/>
                <a:cs typeface="Segoe UI"/>
              </a:rPr>
              <a:t> – </a:t>
            </a:r>
            <a:r>
              <a:rPr lang="en-US" sz="2600" err="1">
                <a:latin typeface="Segoe UI"/>
                <a:cs typeface="Segoe UI"/>
              </a:rPr>
              <a:t>marthyanaay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vannaho</a:t>
            </a:r>
            <a:endParaRPr lang="en-US" sz="2600" dirty="0">
              <a:latin typeface="Segoe UI"/>
              <a:cs typeface="Segoe UI"/>
            </a:endParaRPr>
          </a:p>
          <a:p>
            <a:pPr algn="l"/>
            <a:r>
              <a:rPr lang="en-US" sz="2600" err="1">
                <a:latin typeface="Segoe UI"/>
                <a:cs typeface="Segoe UI"/>
              </a:rPr>
              <a:t>bhootha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ganhangalhaake</a:t>
            </a:r>
            <a:r>
              <a:rPr lang="en-US" sz="2600" dirty="0">
                <a:latin typeface="Segoe UI"/>
                <a:cs typeface="Segoe UI"/>
              </a:rPr>
              <a:t> – </a:t>
            </a:r>
            <a:r>
              <a:rPr lang="en-US" sz="2600" err="1">
                <a:latin typeface="Segoe UI"/>
                <a:cs typeface="Segoe UI"/>
              </a:rPr>
              <a:t>bheethi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poonhdavarodum</a:t>
            </a:r>
            <a:endParaRPr lang="en-US" sz="2600" dirty="0">
              <a:latin typeface="Segoe UI"/>
              <a:cs typeface="Segoe UI"/>
            </a:endParaRPr>
          </a:p>
          <a:p>
            <a:pPr algn="l"/>
            <a:r>
              <a:rPr lang="en-US" sz="2600">
                <a:latin typeface="Segoe UI"/>
                <a:cs typeface="Segoe UI"/>
              </a:rPr>
              <a:t>    kooduka naam </a:t>
            </a:r>
            <a:r>
              <a:rPr lang="en-US" sz="2600" err="1">
                <a:latin typeface="Segoe UI"/>
                <a:cs typeface="Segoe UI"/>
              </a:rPr>
              <a:t>paaduka</a:t>
            </a:r>
            <a:r>
              <a:rPr lang="en-US" sz="2600">
                <a:latin typeface="Segoe UI"/>
                <a:cs typeface="Segoe UI"/>
              </a:rPr>
              <a:t> naam… </a:t>
            </a:r>
            <a:r>
              <a:rPr lang="en-US" sz="2600" err="1">
                <a:latin typeface="Segoe UI"/>
                <a:cs typeface="Segoe UI"/>
              </a:rPr>
              <a:t>shathrukkalh</a:t>
            </a:r>
            <a:r>
              <a:rPr lang="en-US" sz="2600" dirty="0">
                <a:latin typeface="Segoe UI"/>
                <a:cs typeface="Segoe UI"/>
              </a:rPr>
              <a:t> </a:t>
            </a:r>
            <a:r>
              <a:rPr lang="en-US" sz="2600" err="1">
                <a:latin typeface="Segoe UI"/>
                <a:cs typeface="Segoe UI"/>
              </a:rPr>
              <a:t>thottupoy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000" dirty="0">
                <a:latin typeface="Segoe UI"/>
                <a:cs typeface="Segoe UI"/>
              </a:rPr>
              <a:t>(2)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73635-F5BF-EC64-4E71-9F53E293A013}"/>
              </a:ext>
            </a:extLst>
          </p:cNvPr>
          <p:cNvSpPr/>
          <p:nvPr/>
        </p:nvSpPr>
        <p:spPr>
          <a:xfrm>
            <a:off x="0" y="257175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aÀXvXyscsbÃmw</a:t>
            </a:r>
            <a:r>
              <a:rPr lang="en-US" sz="2800" dirty="0">
                <a:latin typeface="ML-TTKarthika" panose="04000000000000000000" pitchFamily="82" charset="0"/>
              </a:rPr>
              <a:t> ]m]¯</a:t>
            </a:r>
            <a:r>
              <a:rPr lang="en-US" sz="2800" dirty="0" err="1">
                <a:latin typeface="ML-TTKarthika" panose="04000000000000000000" pitchFamily="82" charset="0"/>
              </a:rPr>
              <a:t>nÂ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n¶pw</a:t>
            </a:r>
            <a:r>
              <a:rPr lang="en-US" sz="2800" dirty="0">
                <a:latin typeface="ML-TTKarthika" panose="04000000000000000000" pitchFamily="82" charset="0"/>
              </a:rPr>
              <a:t> c£n¡phm³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kXyhN</a:t>
            </a:r>
            <a:r>
              <a:rPr lang="en-US" sz="2800" dirty="0">
                <a:latin typeface="ML-TTKarthika" panose="04000000000000000000" pitchFamily="82" charset="0"/>
              </a:rPr>
              <a:t>\w </a:t>
            </a:r>
            <a:r>
              <a:rPr lang="en-US" sz="2800" dirty="0" err="1">
                <a:latin typeface="ML-TTKarthika" panose="04000000000000000000" pitchFamily="82" charset="0"/>
              </a:rPr>
              <a:t>temI¯nÂ</a:t>
            </a:r>
            <a:r>
              <a:rPr lang="en-US" sz="2800" dirty="0">
                <a:latin typeface="ML-TTKarthika" panose="04000000000000000000" pitchFamily="82" charset="0"/>
              </a:rPr>
              <a:t> þ </a:t>
            </a:r>
            <a:r>
              <a:rPr lang="en-US" sz="2800" dirty="0" err="1">
                <a:latin typeface="ML-TTKarthika" panose="04000000000000000000" pitchFamily="82" charset="0"/>
              </a:rPr>
              <a:t>aÀXvXy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h¶tlmþ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`</a:t>
            </a:r>
            <a:r>
              <a:rPr lang="en-US" sz="2800" dirty="0" err="1">
                <a:latin typeface="ML-TTKarthika" panose="04000000000000000000" pitchFamily="82" charset="0"/>
              </a:rPr>
              <a:t>qX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KW§fmsI</a:t>
            </a:r>
            <a:r>
              <a:rPr lang="en-US" sz="2800" dirty="0">
                <a:latin typeface="ML-TTKarthika" panose="04000000000000000000" pitchFamily="82" charset="0"/>
              </a:rPr>
              <a:t> þ `</a:t>
            </a:r>
            <a:r>
              <a:rPr lang="en-US" sz="2800" dirty="0" err="1">
                <a:latin typeface="ML-TTKarthika" panose="04000000000000000000" pitchFamily="82" charset="0"/>
              </a:rPr>
              <a:t>oXn</a:t>
            </a:r>
            <a:r>
              <a:rPr lang="en-US" sz="2800" dirty="0">
                <a:latin typeface="ML-TTKarthika" panose="04000000000000000000" pitchFamily="82" charset="0"/>
              </a:rPr>
              <a:t> ]</a:t>
            </a:r>
            <a:r>
              <a:rPr lang="en-US" sz="2800" dirty="0" err="1">
                <a:latin typeface="ML-TTKarthika" panose="04000000000000000000" pitchFamily="82" charset="0"/>
              </a:rPr>
              <a:t>q¬ShtcmSpw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pPr marL="522275" indent="-65087"/>
            <a:r>
              <a:rPr lang="en-US" sz="2800" dirty="0" err="1">
                <a:latin typeface="ML-TTKarthika" panose="04000000000000000000" pitchFamily="82" charset="0"/>
              </a:rPr>
              <a:t>IqSpI</a:t>
            </a:r>
            <a:r>
              <a:rPr lang="en-US" sz="2800" dirty="0">
                <a:latin typeface="ML-TTKarthika" panose="04000000000000000000" pitchFamily="82" charset="0"/>
              </a:rPr>
              <a:t> \mw ]</a:t>
            </a:r>
            <a:r>
              <a:rPr lang="en-US" sz="2800" dirty="0" err="1">
                <a:latin typeface="ML-TTKarthika" panose="04000000000000000000" pitchFamily="82" charset="0"/>
              </a:rPr>
              <a:t>mSpI</a:t>
            </a:r>
            <a:r>
              <a:rPr lang="en-US" sz="2800" dirty="0">
                <a:latin typeface="ML-TTKarthika" panose="04000000000000000000" pitchFamily="82" charset="0"/>
              </a:rPr>
              <a:t> \mw </a:t>
            </a:r>
            <a:r>
              <a:rPr lang="en-US" sz="2800" dirty="0" err="1">
                <a:latin typeface="ML-TTKarthika" panose="04000000000000000000" pitchFamily="82" charset="0"/>
              </a:rPr>
              <a:t>i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Xp¡Ä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tXmäp</a:t>
            </a:r>
            <a:r>
              <a:rPr lang="en-US" sz="2800" dirty="0">
                <a:latin typeface="ML-TTKarthika" panose="04000000000000000000" pitchFamily="82" charset="0"/>
              </a:rPr>
              <a:t> t]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42095643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 dirty="0">
                <a:latin typeface="Segoe UI"/>
                <a:cs typeface="Segoe UI"/>
              </a:rPr>
              <a:t>Holy Communion - Hymn No 411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1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F7AE3-D256-E4F1-9E60-9CD54F93E055}"/>
              </a:ext>
            </a:extLst>
          </p:cNvPr>
          <p:cNvSpPr/>
          <p:nvPr/>
        </p:nvSpPr>
        <p:spPr>
          <a:xfrm>
            <a:off x="148281" y="655009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paapiye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vaayennil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aashwasikka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sathatham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ksheenamullha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thalayen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maarvil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chaari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sukhikka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93DC66-FC8F-8615-5F12-D14245AC1F2D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 panose="04000000000000000000" pitchFamily="82" charset="0"/>
              </a:rPr>
              <a:t>£</a:t>
            </a:r>
            <a:r>
              <a:rPr lang="en-US" sz="2800" dirty="0" err="1">
                <a:latin typeface="ML-TTKarthika" panose="04000000000000000000" pitchFamily="82" charset="0"/>
              </a:rPr>
              <a:t>oW</a:t>
            </a:r>
            <a:r>
              <a:rPr lang="en-US" sz="2800" dirty="0">
                <a:latin typeface="ML-TTKarthika" panose="04000000000000000000" pitchFamily="82" charset="0"/>
              </a:rPr>
              <a:t>]m]</a:t>
            </a:r>
            <a:r>
              <a:rPr lang="en-US" sz="2800" dirty="0" err="1">
                <a:latin typeface="ML-TTKarthika" panose="04000000000000000000" pitchFamily="82" charset="0"/>
              </a:rPr>
              <a:t>ntb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hmsb¶nÂ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Bizkn</a:t>
            </a:r>
            <a:r>
              <a:rPr lang="en-US" sz="2800" dirty="0">
                <a:latin typeface="ML-TTKarthika" panose="04000000000000000000" pitchFamily="82" charset="0"/>
              </a:rPr>
              <a:t>¡ \o </a:t>
            </a:r>
            <a:r>
              <a:rPr lang="en-US" sz="2800" dirty="0" err="1">
                <a:latin typeface="ML-TTKarthika" panose="04000000000000000000" pitchFamily="82" charset="0"/>
              </a:rPr>
              <a:t>kXXw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£</a:t>
            </a:r>
            <a:r>
              <a:rPr lang="en-US" sz="2800" dirty="0" err="1">
                <a:latin typeface="ML-TTKarthika" panose="04000000000000000000" pitchFamily="82" charset="0"/>
              </a:rPr>
              <a:t>oWapÅ</a:t>
            </a:r>
            <a:r>
              <a:rPr lang="en-US" sz="2800" dirty="0">
                <a:latin typeface="ML-TTKarthika" panose="04000000000000000000" pitchFamily="82" charset="0"/>
              </a:rPr>
              <a:t> \n³ </a:t>
            </a:r>
            <a:r>
              <a:rPr lang="en-US" sz="2800" dirty="0" err="1">
                <a:latin typeface="ML-TTKarthika" panose="04000000000000000000" pitchFamily="82" charset="0"/>
              </a:rPr>
              <a:t>Xesb·mÀÆnÂ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Nmcn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kpJn</a:t>
            </a:r>
            <a:r>
              <a:rPr lang="en-US" sz="2800" dirty="0">
                <a:latin typeface="ML-TTKarthika" panose="04000000000000000000" pitchFamily="82" charset="0"/>
              </a:rPr>
              <a:t>¡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0FAC-6414-6898-7B7D-59B3B211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6A07-43A0-D4F9-A022-1CF90D4379C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DAA9AF-8676-C4F6-2695-73DB6242F22A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5574C-BAE2-AF76-4D86-1E2205C076F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2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8A691-5755-D9D8-76B7-65D43ADB8B5F}"/>
              </a:ext>
            </a:extLst>
          </p:cNvPr>
          <p:cNvSpPr/>
          <p:nvPr/>
        </p:nvSpPr>
        <p:spPr>
          <a:xfrm>
            <a:off x="74140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shaanthathaye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snehamaarvil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enneyadupichu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santhoshathaal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dukhangalh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maatti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90A12-B0BC-759C-74F8-27E01F0C87AA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h¶pI¬Sp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im´Xsb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tbiphnsâ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lamÀÆnÂ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Fs¶bSp¸n¨p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kt´mj¯mÂ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ZpxJ§Ä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amän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29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E156-C37D-7C92-1087-F01B2207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5686-0418-10E7-D14D-E62CB98E821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9DC8003-406E-52DA-CC6B-87F0869421C8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EE956-5DFA-E094-BE34-07B4DC2D8081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3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4C975-73CE-A9DD-9CFB-0185E098290F}"/>
              </a:ext>
            </a:extLst>
          </p:cNvPr>
          <p:cNvSpPr/>
          <p:nvPr/>
        </p:nvSpPr>
        <p:spPr>
          <a:xfrm>
            <a:off x="148282" y="731453"/>
            <a:ext cx="8995719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naa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thh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sarvavum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dhaanamaayi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nirvyaajam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tharunnu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paapi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jeevavellam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kudichaanandham</a:t>
            </a:r>
            <a:r>
              <a:rPr lang="en-US" sz="27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700" dirty="0" err="1">
                <a:latin typeface="Segoe UI" panose="020B0502040204020203" pitchFamily="34" charset="0"/>
                <a:cs typeface="Segoe UI" panose="020B0502040204020203" pitchFamily="34" charset="0"/>
              </a:rPr>
              <a:t>praapicheeduka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DADA5-E888-3AAC-29AF-FBCB2B9261A1}"/>
              </a:ext>
            </a:extLst>
          </p:cNvPr>
          <p:cNvSpPr/>
          <p:nvPr/>
        </p:nvSpPr>
        <p:spPr>
          <a:xfrm>
            <a:off x="148281" y="2902416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kÀÆhpw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Zm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ambn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nÀÆymPw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Xcp¶p</a:t>
            </a:r>
            <a:r>
              <a:rPr lang="en-US" sz="2800" dirty="0">
                <a:latin typeface="ML-TTKarthika" panose="04000000000000000000" pitchFamily="82" charset="0"/>
              </a:rPr>
              <a:t> ]m]n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PohshÅw</a:t>
            </a:r>
            <a:r>
              <a:rPr lang="en-US" sz="2800" dirty="0">
                <a:latin typeface="ML-TTKarthika" panose="04000000000000000000" pitchFamily="82" charset="0"/>
              </a:rPr>
              <a:t> \o </a:t>
            </a:r>
            <a:r>
              <a:rPr lang="en-US" sz="2800" dirty="0" err="1">
                <a:latin typeface="ML-TTKarthika" panose="04000000000000000000" pitchFamily="82" charset="0"/>
              </a:rPr>
              <a:t>IpSn¨m</a:t>
            </a:r>
            <a:r>
              <a:rPr lang="en-US" sz="2800" dirty="0">
                <a:latin typeface="ML-TTKarthika" panose="04000000000000000000" pitchFamily="82" charset="0"/>
              </a:rPr>
              <a:t>\\</a:t>
            </a:r>
            <a:r>
              <a:rPr lang="en-US" sz="2800" dirty="0" err="1">
                <a:latin typeface="ML-TTKarthika" panose="04000000000000000000" pitchFamily="82" charset="0"/>
              </a:rPr>
              <a:t>vZw</a:t>
            </a:r>
            <a:r>
              <a:rPr lang="en-US" sz="2800" dirty="0">
                <a:latin typeface="ML-TTKarthika" panose="04000000000000000000" pitchFamily="82" charset="0"/>
              </a:rPr>
              <a:t> {]m]</a:t>
            </a:r>
            <a:r>
              <a:rPr lang="en-US" sz="2800" dirty="0" err="1">
                <a:latin typeface="ML-TTKarthika" panose="04000000000000000000" pitchFamily="82" charset="0"/>
              </a:rPr>
              <a:t>n¨oSpI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36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314AF-9019-7A81-60DE-2E64783F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12E4-D8FF-3AFB-21AD-0B19EEE35174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42CCE5-6D7D-5225-E14E-2D92434764C0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AA5A5-F526-1A09-CAFC-3153E5FEA8D5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4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24E93-2826-BFF9-EFCD-FAD3E1E89912}"/>
              </a:ext>
            </a:extLst>
          </p:cNvPr>
          <p:cNvSpPr/>
          <p:nvPr/>
        </p:nvSpPr>
        <p:spPr>
          <a:xfrm>
            <a:off x="74140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jeevanadiyil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modamode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paanam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kevalamen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daaham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shamichippolh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200EA-32B8-664B-6686-37EAE35C0F2D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ZnbnÂ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tamZtamsS</a:t>
            </a:r>
            <a:r>
              <a:rPr lang="en-US" sz="2800" dirty="0">
                <a:latin typeface="ML-TTKarthika" panose="04000000000000000000" pitchFamily="82" charset="0"/>
              </a:rPr>
              <a:t> ]m\w </a:t>
            </a:r>
            <a:r>
              <a:rPr lang="en-US" sz="2800" dirty="0" err="1">
                <a:latin typeface="ML-TTKarthika" panose="04000000000000000000" pitchFamily="82" charset="0"/>
              </a:rPr>
              <a:t>sNbvXp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tIhesa³ </a:t>
            </a:r>
            <a:r>
              <a:rPr lang="en-US" sz="2800" dirty="0" err="1">
                <a:latin typeface="ML-TTKarthika" panose="04000000000000000000" pitchFamily="82" charset="0"/>
              </a:rPr>
              <a:t>Zmlw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ian¨nt¸mÄ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Pohn¡p¶p</a:t>
            </a:r>
            <a:r>
              <a:rPr lang="en-US" sz="2800" dirty="0">
                <a:latin typeface="ML-TTKarthika" panose="04000000000000000000" pitchFamily="82" charset="0"/>
              </a:rPr>
              <a:t> Rm³</a:t>
            </a:r>
          </a:p>
        </p:txBody>
      </p:sp>
    </p:spTree>
    <p:extLst>
      <p:ext uri="{BB962C8B-B14F-4D97-AF65-F5344CB8AC3E}">
        <p14:creationId xmlns:p14="http://schemas.microsoft.com/office/powerpoint/2010/main" val="36406819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A0EF-B4DD-381E-D2B7-535FB4AE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4E85-742D-1531-C7C3-C5ADAB9CFD19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CDA204F-6535-5563-AB70-106F813CBE05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F8CDE7-7A26-0504-66CC-B100A19495E0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5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1D537-1C1A-6CD8-4938-668F62ED27B2}"/>
              </a:ext>
            </a:extLst>
          </p:cNvPr>
          <p:cNvSpPr/>
          <p:nvPr/>
        </p:nvSpPr>
        <p:spPr>
          <a:xfrm>
            <a:off x="74140" y="655009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koorirulhaal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moodiyoree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lokathinu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velhicham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paaraathe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neeyenne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nokki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sukhikka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7E3BB-5603-A70E-706C-AF17975B0FB4}"/>
              </a:ext>
            </a:extLst>
          </p:cNvPr>
          <p:cNvSpPr/>
          <p:nvPr/>
        </p:nvSpPr>
        <p:spPr>
          <a:xfrm>
            <a:off x="148282" y="3024560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IqcncpfmÂ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aqSntbmco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temI¯n</a:t>
            </a:r>
            <a:r>
              <a:rPr lang="en-US" sz="2800" dirty="0">
                <a:latin typeface="ML-TTKarthika" panose="04000000000000000000" pitchFamily="82" charset="0"/>
              </a:rPr>
              <a:t>\p Rm³ </a:t>
            </a:r>
            <a:r>
              <a:rPr lang="en-US" sz="2800" dirty="0" err="1">
                <a:latin typeface="ML-TTKarthika" panose="04000000000000000000" pitchFamily="82" charset="0"/>
              </a:rPr>
              <a:t>shfn¨w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mcmsX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osbs</a:t>
            </a:r>
            <a:r>
              <a:rPr lang="en-US" sz="2800" dirty="0">
                <a:latin typeface="ML-TTKarthika" panose="04000000000000000000" pitchFamily="82" charset="0"/>
              </a:rPr>
              <a:t>¶ t\</a:t>
            </a:r>
            <a:r>
              <a:rPr lang="en-US" sz="2800" dirty="0" err="1">
                <a:latin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</a:rPr>
              <a:t> t\</a:t>
            </a:r>
            <a:r>
              <a:rPr lang="en-US" sz="2800" dirty="0" err="1">
                <a:latin typeface="ML-TTKarthika" panose="04000000000000000000" pitchFamily="82" charset="0"/>
              </a:rPr>
              <a:t>m¡n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nXyw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kpJn</a:t>
            </a:r>
            <a:r>
              <a:rPr lang="en-US" sz="2800" dirty="0">
                <a:latin typeface="ML-TTKarthika" panose="04000000000000000000" pitchFamily="82" charset="0"/>
              </a:rPr>
              <a:t>¡</a:t>
            </a:r>
          </a:p>
        </p:txBody>
      </p:sp>
    </p:spTree>
    <p:extLst>
      <p:ext uri="{BB962C8B-B14F-4D97-AF65-F5344CB8AC3E}">
        <p14:creationId xmlns:p14="http://schemas.microsoft.com/office/powerpoint/2010/main" val="7346656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D402-401A-CD1D-92D2-D4B93537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FAB4-8182-54D6-FD61-D4855D214F4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"/>
                <a:cs typeface="Segoe UI"/>
              </a:rPr>
              <a:t>Holy Communion - Hymn No 411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CDDC16-E261-C11E-F753-6F3011AB2404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64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D0D29-36D4-E3D8-708F-BA90BCA4D6BB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Communion 6: 6 of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F2027-CFF5-F483-4242-BA4E1000A734}"/>
              </a:ext>
            </a:extLst>
          </p:cNvPr>
          <p:cNvSpPr/>
          <p:nvPr/>
        </p:nvSpPr>
        <p:spPr>
          <a:xfrm>
            <a:off x="148281" y="586591"/>
            <a:ext cx="8995719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jeevanaam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swaramen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cheviyil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imbamode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vannadicheedunnu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kettu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jeevakaalam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yeshuvenna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meivelicham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krupa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nalkenham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devaadhi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deva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B229E-D9FE-DEA0-A872-BFE9938F4FDE}"/>
              </a:ext>
            </a:extLst>
          </p:cNvPr>
          <p:cNvSpPr/>
          <p:nvPr/>
        </p:nvSpPr>
        <p:spPr>
          <a:xfrm>
            <a:off x="162560" y="2857252"/>
            <a:ext cx="89957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mtaipth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nsâ</a:t>
            </a:r>
            <a:r>
              <a:rPr lang="en-US" sz="2800" dirty="0">
                <a:latin typeface="ML-TTKarthika" panose="04000000000000000000" pitchFamily="82" charset="0"/>
              </a:rPr>
              <a:t> kzcsa³ </a:t>
            </a:r>
            <a:r>
              <a:rPr lang="en-US" sz="2800" dirty="0" err="1">
                <a:latin typeface="ML-TTKarthika" panose="04000000000000000000" pitchFamily="82" charset="0"/>
              </a:rPr>
              <a:t>sNhnbnÂ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C¼tamsS </a:t>
            </a:r>
            <a:r>
              <a:rPr lang="en-US" sz="2800" dirty="0" err="1">
                <a:latin typeface="ML-TTKarthika" panose="04000000000000000000" pitchFamily="82" charset="0"/>
              </a:rPr>
              <a:t>h¶Sn¨oSp¶p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tI«p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mYm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endParaRPr lang="en-US" sz="8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Fsâ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PohImesaÃmw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tbipsh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US" sz="2800" dirty="0" err="1">
                <a:latin typeface="ML-TTKarthika" panose="04000000000000000000" pitchFamily="82" charset="0"/>
              </a:rPr>
              <a:t>sabv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shfn¨w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I¬Sp</a:t>
            </a:r>
            <a:r>
              <a:rPr lang="en-US" sz="2800" dirty="0">
                <a:latin typeface="ML-TTKarthika" panose="04000000000000000000" pitchFamily="82" charset="0"/>
              </a:rPr>
              <a:t> \S¸m³ </a:t>
            </a:r>
            <a:r>
              <a:rPr lang="en-US" sz="2800" dirty="0" err="1">
                <a:latin typeface="ML-TTKarthika" panose="04000000000000000000" pitchFamily="82" charset="0"/>
              </a:rPr>
              <a:t>Ir</a:t>
            </a:r>
            <a:r>
              <a:rPr lang="en-US" sz="2800" dirty="0">
                <a:latin typeface="ML-TTKarthika" panose="04000000000000000000" pitchFamily="82" charset="0"/>
              </a:rPr>
              <a:t>] \</a:t>
            </a:r>
            <a:r>
              <a:rPr lang="en-US" sz="2800" dirty="0" err="1">
                <a:latin typeface="ML-TTKarthika" panose="04000000000000000000" pitchFamily="82" charset="0"/>
              </a:rPr>
              <a:t>evtIWw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tZhm</a:t>
            </a:r>
            <a:r>
              <a:rPr lang="pt-BR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[</a:t>
            </a:r>
            <a:r>
              <a:rPr lang="en-US" sz="2800" dirty="0" err="1">
                <a:latin typeface="ML-TTKarthika" panose="04000000000000000000" pitchFamily="82" charset="0"/>
              </a:rPr>
              <a:t>ntZhm</a:t>
            </a:r>
            <a:endParaRPr lang="en-US" sz="2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081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7"/>
            <a:ext cx="6858100" cy="137732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Closing Hymn: 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Doxology V</a:t>
            </a:r>
            <a:endParaRPr kumimoji="0" lang="en-US" sz="600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/>
              <a:t>Closing Hymn – Doxology 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30E301-6CDA-CCD3-B463-3CBCC66B75E7}"/>
              </a:ext>
            </a:extLst>
          </p:cNvPr>
          <p:cNvSpPr/>
          <p:nvPr/>
        </p:nvSpPr>
        <p:spPr>
          <a:xfrm>
            <a:off x="297244" y="756284"/>
            <a:ext cx="873760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cs typeface="Segoe UI"/>
              </a:rPr>
              <a:t>daivame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nin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snehathode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njangalhe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vittayaykka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err="1">
                <a:latin typeface="Segoe UI"/>
                <a:cs typeface="Segoe UI"/>
              </a:rPr>
              <a:t>ninte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samaadhaanam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thannu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ippolh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anugrahikka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>
                <a:latin typeface="Segoe UI"/>
                <a:cs typeface="Segoe UI"/>
              </a:rPr>
              <a:t>yaathrhakkaaraam yaathrhakkaaraam</a:t>
            </a:r>
          </a:p>
          <a:p>
            <a:r>
              <a:rPr lang="en-US" sz="2800">
                <a:latin typeface="Segoe UI"/>
                <a:cs typeface="Segoe UI"/>
              </a:rPr>
              <a:t>njangalhe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thanhuppikka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8A099-479D-5CC8-7F7F-E2677678C304}"/>
              </a:ext>
            </a:extLst>
          </p:cNvPr>
          <p:cNvSpPr txBox="1"/>
          <p:nvPr/>
        </p:nvSpPr>
        <p:spPr>
          <a:xfrm>
            <a:off x="298695" y="2728721"/>
            <a:ext cx="9060238" cy="21005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ml-IN" sz="2200" dirty="0">
                <a:latin typeface="ML-TTKarthika"/>
                <a:cs typeface="Kartika"/>
              </a:rPr>
              <a:t>ദൈവമേ നിൻ സ്നേഹത്തോടെ ഞങ്ങളെ വിട്ടയയ്ക്ക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latin typeface="ML-TTKarthika"/>
                <a:cs typeface="Kartika"/>
              </a:rPr>
              <a:t>നിന്റെ സമാധാനം തന്നു ഇപ്പോൾ അനുഗ്രഹിക്ക </a:t>
            </a:r>
          </a:p>
          <a:p>
            <a:pPr>
              <a:lnSpc>
                <a:spcPct val="150000"/>
              </a:lnSpc>
            </a:pPr>
            <a:r>
              <a:rPr lang="ml-IN" sz="2200">
                <a:latin typeface="ML-TTKarthika"/>
                <a:cs typeface="Kartika"/>
              </a:rPr>
              <a:t>യാത്രക്കാരാം യാത്രക്കാരാം </a:t>
            </a:r>
            <a:endParaRPr lang="en-US" sz="2200" dirty="0">
              <a:latin typeface="ML-TTKarthika"/>
              <a:cs typeface="Kartika"/>
            </a:endParaRPr>
          </a:p>
          <a:p>
            <a:pPr>
              <a:lnSpc>
                <a:spcPct val="150000"/>
              </a:lnSpc>
            </a:pPr>
            <a:r>
              <a:rPr lang="ml-IN" sz="2200">
                <a:latin typeface="ML-TTKarthika"/>
                <a:cs typeface="Kartika"/>
              </a:rPr>
              <a:t>ഞങ്ങളെ തണുപ്പിക്ക</a:t>
            </a:r>
            <a:endParaRPr lang="en-US" sz="2200">
              <a:latin typeface="ML-TTKarthika"/>
              <a:cs typeface="Kartik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86238-A081-6636-7D76-275CF56B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7981-C144-2718-68C9-0DDE0DC4ED04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/>
              <a:t>Closing Hymn </a:t>
            </a:r>
            <a:r>
              <a:rPr lang="en-SG"/>
              <a:t>– Doxology 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6F07102-08DA-3A42-5023-FAA0EDED7A6E}"/>
              </a:ext>
            </a:extLst>
          </p:cNvPr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5845E-B246-EAE5-3F31-B24146CC41F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2 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2A6F4-7830-4009-EA52-5F3B5028575F}"/>
              </a:ext>
            </a:extLst>
          </p:cNvPr>
          <p:cNvSpPr/>
          <p:nvPr/>
        </p:nvSpPr>
        <p:spPr>
          <a:xfrm>
            <a:off x="203200" y="683943"/>
            <a:ext cx="873760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latin typeface="Segoe UI"/>
                <a:cs typeface="Segoe UI"/>
              </a:rPr>
              <a:t>suvishesha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swarathinaay</a:t>
            </a:r>
            <a:r>
              <a:rPr lang="en-US" sz="2800" dirty="0">
                <a:latin typeface="Segoe UI"/>
                <a:cs typeface="Segoe UI"/>
              </a:rPr>
              <a:t> nee </a:t>
            </a:r>
            <a:r>
              <a:rPr lang="en-US" sz="2800" err="1">
                <a:latin typeface="Segoe UI"/>
                <a:cs typeface="Segoe UI"/>
              </a:rPr>
              <a:t>mahathwappedatte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err="1">
                <a:latin typeface="Segoe UI"/>
                <a:cs typeface="Segoe UI"/>
              </a:rPr>
              <a:t>ninte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rakshayude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phalam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njangalhil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vardhikkatte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>
                <a:latin typeface="Segoe UI"/>
                <a:cs typeface="Segoe UI"/>
              </a:rPr>
              <a:t>ennennekkum ennennekkum </a:t>
            </a:r>
          </a:p>
          <a:p>
            <a:r>
              <a:rPr lang="en-US" sz="2800">
                <a:latin typeface="Segoe UI"/>
                <a:cs typeface="Segoe UI"/>
              </a:rPr>
              <a:t>njangalhil</a:t>
            </a:r>
            <a:r>
              <a:rPr lang="en-US" sz="2800" dirty="0">
                <a:latin typeface="Segoe UI"/>
                <a:cs typeface="Segoe UI"/>
              </a:rPr>
              <a:t> nee </a:t>
            </a:r>
            <a:r>
              <a:rPr lang="en-US" sz="2800" err="1">
                <a:latin typeface="Segoe UI"/>
                <a:cs typeface="Segoe UI"/>
              </a:rPr>
              <a:t>vasikka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688CA-59BC-C2E3-4F47-D689AAFD4542}"/>
              </a:ext>
            </a:extLst>
          </p:cNvPr>
          <p:cNvSpPr txBox="1"/>
          <p:nvPr/>
        </p:nvSpPr>
        <p:spPr>
          <a:xfrm>
            <a:off x="197416" y="2714253"/>
            <a:ext cx="8944491" cy="21150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സുവിശേഷ സ്വരത്തിനായ് നീ മഹത്വപ്പെടട്ടെ </a:t>
            </a:r>
          </a:p>
          <a:p>
            <a:pPr>
              <a:lnSpc>
                <a:spcPct val="150000"/>
              </a:lnSpc>
            </a:pPr>
            <a:r>
              <a:rPr lang="ml-IN" sz="2200" dirty="0">
                <a:latin typeface="ML-TTKarthika" panose="04000000000000000000" pitchFamily="82" charset="0"/>
              </a:rPr>
              <a:t>നിന്റെ രക്ഷയുടെ ഫലം ഞങ്ങളിൽ വർധിക്കട്ടെ </a:t>
            </a:r>
          </a:p>
          <a:p>
            <a:pPr>
              <a:lnSpc>
                <a:spcPct val="150000"/>
              </a:lnSpc>
            </a:pPr>
            <a:r>
              <a:rPr lang="ml-IN" sz="2200">
                <a:latin typeface="ML-TTKarthika"/>
                <a:cs typeface="Kartika"/>
              </a:rPr>
              <a:t>എന്നെന്നേക്കും എന്നെന്നേക്കും</a:t>
            </a:r>
          </a:p>
          <a:p>
            <a:pPr>
              <a:lnSpc>
                <a:spcPct val="150000"/>
              </a:lnSpc>
            </a:pPr>
            <a:r>
              <a:rPr lang="ml-IN" sz="2200">
                <a:latin typeface="ML-TTKarthika"/>
                <a:cs typeface="Kartika"/>
              </a:rPr>
              <a:t>ഞങ്ങളിൽ നീ വസിക്ക </a:t>
            </a:r>
            <a:endParaRPr lang="ml-IN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0830618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3409</Words>
  <Application>Microsoft Office PowerPoint</Application>
  <PresentationFormat>On-screen Show (16:9)</PresentationFormat>
  <Paragraphs>656</Paragraphs>
  <Slides>66</Slides>
  <Notes>66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1_Office Theme</vt:lpstr>
      <vt:lpstr>6_Office Theme</vt:lpstr>
      <vt:lpstr>Office 2013 - 2022 Theme</vt:lpstr>
      <vt:lpstr>PowerPoint Presentation</vt:lpstr>
      <vt:lpstr>PowerPoint Presentation</vt:lpstr>
      <vt:lpstr>Opening Song – vaa varika Immanuel</vt:lpstr>
      <vt:lpstr>Opening Song – vaa varika Immanuel</vt:lpstr>
      <vt:lpstr>Opening Song – vaa varika Immanuel</vt:lpstr>
      <vt:lpstr>Opening Song – vaa varika Immanuel</vt:lpstr>
      <vt:lpstr>Opening Song – vaa varika Immanuel</vt:lpstr>
      <vt:lpstr>PowerPoint Presentation</vt:lpstr>
      <vt:lpstr>Thanksgiving Prayers – en maname yahovaye vaazhthuka </vt:lpstr>
      <vt:lpstr>PowerPoint Presentation</vt:lpstr>
      <vt:lpstr>Offertory – Hymn No 114</vt:lpstr>
      <vt:lpstr>Offertory – Hymn No 114</vt:lpstr>
      <vt:lpstr>Offertory – Hymn No 114</vt:lpstr>
      <vt:lpstr>PowerPoint Presentation</vt:lpstr>
      <vt:lpstr>PowerPoint Presentation</vt:lpstr>
      <vt:lpstr>Confession – Hymn 416</vt:lpstr>
      <vt:lpstr>Confession – Hymn 416</vt:lpstr>
      <vt:lpstr>PowerPoint Presentation</vt:lpstr>
      <vt:lpstr>PowerPoint Presentation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Holy Communion – Hymn No 416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- Hymn No 411</vt:lpstr>
      <vt:lpstr>Holy Communion - Hymn No 411</vt:lpstr>
      <vt:lpstr>Holy Communion - Hymn No 411</vt:lpstr>
      <vt:lpstr>Holy Communion - Hymn No 411</vt:lpstr>
      <vt:lpstr>Holy Communion - Hymn No 411</vt:lpstr>
      <vt:lpstr>Holy Communion - Hymn No 411</vt:lpstr>
      <vt:lpstr>PowerPoint Presentation</vt:lpstr>
      <vt:lpstr>Closing Hymn – Doxology V</vt:lpstr>
      <vt:lpstr>Closing Hymn – Doxology V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339</cp:revision>
  <cp:lastPrinted>2025-07-05T14:18:11Z</cp:lastPrinted>
  <dcterms:created xsi:type="dcterms:W3CDTF">2020-09-02T02:55:07Z</dcterms:created>
  <dcterms:modified xsi:type="dcterms:W3CDTF">2025-12-06T14:15:03Z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