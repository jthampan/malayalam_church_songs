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84"/>
  </p:notesMasterIdLst>
  <p:sldIdLst>
    <p:sldId id="511" r:id="rId4"/>
    <p:sldId id="1980" r:id="rId5"/>
    <p:sldId id="2127" r:id="rId6"/>
    <p:sldId id="2128" r:id="rId7"/>
    <p:sldId id="2129" r:id="rId8"/>
    <p:sldId id="2130" r:id="rId9"/>
    <p:sldId id="2131" r:id="rId10"/>
    <p:sldId id="2132" r:id="rId11"/>
    <p:sldId id="952" r:id="rId12"/>
    <p:sldId id="1543" r:id="rId13"/>
    <p:sldId id="439" r:id="rId14"/>
    <p:sldId id="1545" r:id="rId15"/>
    <p:sldId id="2133" r:id="rId16"/>
    <p:sldId id="2134" r:id="rId17"/>
    <p:sldId id="2183" r:id="rId18"/>
    <p:sldId id="2182" r:id="rId19"/>
    <p:sldId id="2184" r:id="rId20"/>
    <p:sldId id="2185" r:id="rId21"/>
    <p:sldId id="633" r:id="rId22"/>
    <p:sldId id="1888" r:id="rId23"/>
    <p:sldId id="1539" r:id="rId24"/>
    <p:sldId id="1564" r:id="rId25"/>
    <p:sldId id="2086" r:id="rId26"/>
    <p:sldId id="2136" r:id="rId27"/>
    <p:sldId id="2168" r:id="rId28"/>
    <p:sldId id="2137" r:id="rId29"/>
    <p:sldId id="2169" r:id="rId30"/>
    <p:sldId id="2138" r:id="rId31"/>
    <p:sldId id="2170" r:id="rId32"/>
    <p:sldId id="1918" r:id="rId33"/>
    <p:sldId id="1992" r:id="rId34"/>
    <p:sldId id="2139" r:id="rId35"/>
    <p:sldId id="2140" r:id="rId36"/>
    <p:sldId id="2141" r:id="rId37"/>
    <p:sldId id="2171" r:id="rId38"/>
    <p:sldId id="2186" r:id="rId39"/>
    <p:sldId id="2187" r:id="rId40"/>
    <p:sldId id="2172" r:id="rId41"/>
    <p:sldId id="2118" r:id="rId42"/>
    <p:sldId id="2119" r:id="rId43"/>
    <p:sldId id="2142" r:id="rId44"/>
    <p:sldId id="2143" r:id="rId45"/>
    <p:sldId id="2173" r:id="rId46"/>
    <p:sldId id="2145" r:id="rId47"/>
    <p:sldId id="2174" r:id="rId48"/>
    <p:sldId id="2147" r:id="rId49"/>
    <p:sldId id="2175" r:id="rId50"/>
    <p:sldId id="2146" r:id="rId51"/>
    <p:sldId id="2176" r:id="rId52"/>
    <p:sldId id="1959" r:id="rId53"/>
    <p:sldId id="2148" r:id="rId54"/>
    <p:sldId id="2144" r:id="rId55"/>
    <p:sldId id="2177" r:id="rId56"/>
    <p:sldId id="2149" r:id="rId57"/>
    <p:sldId id="2178" r:id="rId58"/>
    <p:sldId id="1997" r:id="rId59"/>
    <p:sldId id="2179" r:id="rId60"/>
    <p:sldId id="2150" r:id="rId61"/>
    <p:sldId id="2180" r:id="rId62"/>
    <p:sldId id="2151" r:id="rId63"/>
    <p:sldId id="2181" r:id="rId64"/>
    <p:sldId id="1968" r:id="rId65"/>
    <p:sldId id="2152" r:id="rId66"/>
    <p:sldId id="2153" r:id="rId67"/>
    <p:sldId id="2154" r:id="rId68"/>
    <p:sldId id="2155" r:id="rId69"/>
    <p:sldId id="1870" r:id="rId70"/>
    <p:sldId id="1969" r:id="rId71"/>
    <p:sldId id="2156" r:id="rId72"/>
    <p:sldId id="2157" r:id="rId73"/>
    <p:sldId id="2158" r:id="rId74"/>
    <p:sldId id="2159" r:id="rId75"/>
    <p:sldId id="2135" r:id="rId76"/>
    <p:sldId id="1838" r:id="rId77"/>
    <p:sldId id="2160" r:id="rId78"/>
    <p:sldId id="2161" r:id="rId79"/>
    <p:sldId id="2162" r:id="rId80"/>
    <p:sldId id="1444" r:id="rId81"/>
    <p:sldId id="2164" r:id="rId82"/>
    <p:sldId id="2188" r:id="rId83"/>
  </p:sldIdLst>
  <p:sldSz cx="9144000" cy="5143500" type="screen16x9"/>
  <p:notesSz cx="6858000" cy="9144000"/>
  <p:custDataLst>
    <p:tags r:id="rId8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3D3"/>
    <a:srgbClr val="FAF5F0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828AA-E2DD-4B0D-8C9D-3698B9B1CFB1}" v="161" dt="2025-03-01T02:05:19.184"/>
    <p1510:client id="{8D771D4E-4F63-1732-8D03-7E5A230BABB8}" v="108" dt="2025-03-01T13:37:35.447"/>
    <p1510:client id="{A361FC9D-05D1-8807-A455-23792AF64999}" v="2355" dt="2025-03-01T01:55:20.678"/>
    <p1510:client id="{B8266190-1DDE-D442-A3CF-78FF744A995B}" v="7" dt="2025-03-01T14:57:33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5807"/>
  </p:normalViewPr>
  <p:slideViewPr>
    <p:cSldViewPr snapToGrid="0">
      <p:cViewPr varScale="1">
        <p:scale>
          <a:sx n="124" d="100"/>
          <a:sy n="124" d="100"/>
        </p:scale>
        <p:origin x="1160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tags" Target="tags/tag1.xml"/><Relationship Id="rId93" Type="http://schemas.microsoft.com/office/2018/10/relationships/authors" Target="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Eapen" userId="9cf0b647cab1cc0d" providerId="LiveId" clId="{3DD828AA-E2DD-4B0D-8C9D-3698B9B1CFB1}"/>
    <pc:docChg chg="undo custSel modSld">
      <pc:chgData name="John Eapen" userId="9cf0b647cab1cc0d" providerId="LiveId" clId="{3DD828AA-E2DD-4B0D-8C9D-3698B9B1CFB1}" dt="2025-03-01T03:03:50.814" v="1115" actId="20577"/>
      <pc:docMkLst>
        <pc:docMk/>
      </pc:docMkLst>
      <pc:sldChg chg="setBg">
        <pc:chgData name="John Eapen" userId="9cf0b647cab1cc0d" providerId="LiveId" clId="{3DD828AA-E2DD-4B0D-8C9D-3698B9B1CFB1}" dt="2025-03-01T01:57:58.001" v="10"/>
        <pc:sldMkLst>
          <pc:docMk/>
          <pc:sldMk cId="2329691217" sldId="511"/>
        </pc:sldMkLst>
      </pc:sldChg>
      <pc:sldChg chg="modSp mod">
        <pc:chgData name="John Eapen" userId="9cf0b647cab1cc0d" providerId="LiveId" clId="{3DD828AA-E2DD-4B0D-8C9D-3698B9B1CFB1}" dt="2025-03-01T02:05:19.185" v="159" actId="20577"/>
        <pc:sldMkLst>
          <pc:docMk/>
          <pc:sldMk cId="3368756669" sldId="1545"/>
        </pc:sldMkLst>
        <pc:spChg chg="mod">
          <ac:chgData name="John Eapen" userId="9cf0b647cab1cc0d" providerId="LiveId" clId="{3DD828AA-E2DD-4B0D-8C9D-3698B9B1CFB1}" dt="2025-03-01T02:05:19.185" v="159" actId="20577"/>
          <ac:spMkLst>
            <pc:docMk/>
            <pc:sldMk cId="3368756669" sldId="1545"/>
            <ac:spMk id="2" creationId="{69072751-0DFD-E04D-8DBC-6192EE4B4B2A}"/>
          </ac:spMkLst>
        </pc:spChg>
        <pc:spChg chg="mod">
          <ac:chgData name="John Eapen" userId="9cf0b647cab1cc0d" providerId="LiveId" clId="{3DD828AA-E2DD-4B0D-8C9D-3698B9B1CFB1}" dt="2025-03-01T02:00:46.853" v="12" actId="20577"/>
          <ac:spMkLst>
            <pc:docMk/>
            <pc:sldMk cId="3368756669" sldId="1545"/>
            <ac:spMk id="5" creationId="{CAE21420-34C8-30C5-50CE-1D01ED744F93}"/>
          </ac:spMkLst>
        </pc:spChg>
      </pc:sldChg>
      <pc:sldChg chg="modSp mod">
        <pc:chgData name="John Eapen" userId="9cf0b647cab1cc0d" providerId="LiveId" clId="{3DD828AA-E2DD-4B0D-8C9D-3698B9B1CFB1}" dt="2025-03-01T02:53:42.233" v="1036" actId="255"/>
        <pc:sldMkLst>
          <pc:docMk/>
          <pc:sldMk cId="2901638533" sldId="1838"/>
        </pc:sldMkLst>
        <pc:spChg chg="mod">
          <ac:chgData name="John Eapen" userId="9cf0b647cab1cc0d" providerId="LiveId" clId="{3DD828AA-E2DD-4B0D-8C9D-3698B9B1CFB1}" dt="2025-03-01T02:53:15.592" v="1032" actId="20577"/>
          <ac:spMkLst>
            <pc:docMk/>
            <pc:sldMk cId="2901638533" sldId="1838"/>
            <ac:spMk id="2" creationId="{00000000-0000-0000-0000-000000000000}"/>
          </ac:spMkLst>
        </pc:spChg>
        <pc:spChg chg="mod">
          <ac:chgData name="John Eapen" userId="9cf0b647cab1cc0d" providerId="LiveId" clId="{3DD828AA-E2DD-4B0D-8C9D-3698B9B1CFB1}" dt="2025-03-01T02:53:09.397" v="1028" actId="20577"/>
          <ac:spMkLst>
            <pc:docMk/>
            <pc:sldMk cId="2901638533" sldId="1838"/>
            <ac:spMk id="4" creationId="{11638D45-CE17-40C1-F11F-770D918C473D}"/>
          </ac:spMkLst>
        </pc:spChg>
        <pc:spChg chg="mod">
          <ac:chgData name="John Eapen" userId="9cf0b647cab1cc0d" providerId="LiveId" clId="{3DD828AA-E2DD-4B0D-8C9D-3698B9B1CFB1}" dt="2025-03-01T02:53:26.117" v="1034" actId="255"/>
          <ac:spMkLst>
            <pc:docMk/>
            <pc:sldMk cId="2901638533" sldId="1838"/>
            <ac:spMk id="5" creationId="{F8E060D1-B40B-E1E5-A80F-9C6428879BB3}"/>
          </ac:spMkLst>
        </pc:spChg>
        <pc:spChg chg="mod">
          <ac:chgData name="John Eapen" userId="9cf0b647cab1cc0d" providerId="LiveId" clId="{3DD828AA-E2DD-4B0D-8C9D-3698B9B1CFB1}" dt="2025-03-01T02:53:42.233" v="1036" actId="255"/>
          <ac:spMkLst>
            <pc:docMk/>
            <pc:sldMk cId="2901638533" sldId="1838"/>
            <ac:spMk id="7" creationId="{47920C0A-0F2D-E95D-D860-2B2905124F75}"/>
          </ac:spMkLst>
        </pc:spChg>
      </pc:sldChg>
      <pc:sldChg chg="modSp mod">
        <pc:chgData name="John Eapen" userId="9cf0b647cab1cc0d" providerId="LiveId" clId="{3DD828AA-E2DD-4B0D-8C9D-3698B9B1CFB1}" dt="2025-03-01T03:03:50.814" v="1115" actId="20577"/>
        <pc:sldMkLst>
          <pc:docMk/>
          <pc:sldMk cId="2857978467" sldId="1870"/>
        </pc:sldMkLst>
        <pc:spChg chg="mod">
          <ac:chgData name="John Eapen" userId="9cf0b647cab1cc0d" providerId="LiveId" clId="{3DD828AA-E2DD-4B0D-8C9D-3698B9B1CFB1}" dt="2025-03-01T02:44:35.992" v="943" actId="20577"/>
          <ac:spMkLst>
            <pc:docMk/>
            <pc:sldMk cId="2857978467" sldId="1870"/>
            <ac:spMk id="2" creationId="{00000000-0000-0000-0000-000000000000}"/>
          </ac:spMkLst>
        </pc:spChg>
        <pc:spChg chg="mod">
          <ac:chgData name="John Eapen" userId="9cf0b647cab1cc0d" providerId="LiveId" clId="{3DD828AA-E2DD-4B0D-8C9D-3698B9B1CFB1}" dt="2025-03-01T03:03:50.814" v="1115" actId="20577"/>
          <ac:spMkLst>
            <pc:docMk/>
            <pc:sldMk cId="2857978467" sldId="1870"/>
            <ac:spMk id="3" creationId="{E15D8B6F-B75E-49DE-8804-FA702615DED3}"/>
          </ac:spMkLst>
        </pc:spChg>
        <pc:spChg chg="mod">
          <ac:chgData name="John Eapen" userId="9cf0b647cab1cc0d" providerId="LiveId" clId="{3DD828AA-E2DD-4B0D-8C9D-3698B9B1CFB1}" dt="2025-03-01T02:44:27.277" v="937" actId="20577"/>
          <ac:spMkLst>
            <pc:docMk/>
            <pc:sldMk cId="2857978467" sldId="1870"/>
            <ac:spMk id="4" creationId="{11638D45-CE17-40C1-F11F-770D918C473D}"/>
          </ac:spMkLst>
        </pc:spChg>
        <pc:spChg chg="mod">
          <ac:chgData name="John Eapen" userId="9cf0b647cab1cc0d" providerId="LiveId" clId="{3DD828AA-E2DD-4B0D-8C9D-3698B9B1CFB1}" dt="2025-03-01T02:45:04.443" v="947" actId="255"/>
          <ac:spMkLst>
            <pc:docMk/>
            <pc:sldMk cId="2857978467" sldId="1870"/>
            <ac:spMk id="7" creationId="{094E9A69-B612-35E4-DEEF-5092DA0A0A97}"/>
          </ac:spMkLst>
        </pc:spChg>
      </pc:sldChg>
      <pc:sldChg chg="modSp mod">
        <pc:chgData name="John Eapen" userId="9cf0b647cab1cc0d" providerId="LiveId" clId="{3DD828AA-E2DD-4B0D-8C9D-3698B9B1CFB1}" dt="2025-03-01T03:01:24.840" v="1107" actId="255"/>
        <pc:sldMkLst>
          <pc:docMk/>
          <pc:sldMk cId="2430628198" sldId="1888"/>
        </pc:sldMkLst>
        <pc:spChg chg="mod">
          <ac:chgData name="John Eapen" userId="9cf0b647cab1cc0d" providerId="LiveId" clId="{3DD828AA-E2DD-4B0D-8C9D-3698B9B1CFB1}" dt="2025-03-01T03:01:24.840" v="1107" actId="255"/>
          <ac:spMkLst>
            <pc:docMk/>
            <pc:sldMk cId="2430628198" sldId="1888"/>
            <ac:spMk id="3" creationId="{57AE222E-4671-212B-25A7-CE983FDD0D35}"/>
          </ac:spMkLst>
        </pc:spChg>
        <pc:spChg chg="mod">
          <ac:chgData name="John Eapen" userId="9cf0b647cab1cc0d" providerId="LiveId" clId="{3DD828AA-E2DD-4B0D-8C9D-3698B9B1CFB1}" dt="2025-03-01T03:01:13.921" v="1106" actId="255"/>
          <ac:spMkLst>
            <pc:docMk/>
            <pc:sldMk cId="2430628198" sldId="1888"/>
            <ac:spMk id="4" creationId="{064DE8CA-B187-EC06-A4FA-4F11CB386D6A}"/>
          </ac:spMkLst>
        </pc:spChg>
      </pc:sldChg>
      <pc:sldChg chg="modSp mod">
        <pc:chgData name="John Eapen" userId="9cf0b647cab1cc0d" providerId="LiveId" clId="{3DD828AA-E2DD-4B0D-8C9D-3698B9B1CFB1}" dt="2025-03-01T02:59:58.640" v="1105" actId="1076"/>
        <pc:sldMkLst>
          <pc:docMk/>
          <pc:sldMk cId="88404620" sldId="1980"/>
        </pc:sldMkLst>
        <pc:spChg chg="mod">
          <ac:chgData name="John Eapen" userId="9cf0b647cab1cc0d" providerId="LiveId" clId="{3DD828AA-E2DD-4B0D-8C9D-3698B9B1CFB1}" dt="2025-03-01T02:58:48.743" v="1097" actId="1076"/>
          <ac:spMkLst>
            <pc:docMk/>
            <pc:sldMk cId="88404620" sldId="1980"/>
            <ac:spMk id="3" creationId="{2D761E48-FBBF-E87B-39BE-203A778C1D12}"/>
          </ac:spMkLst>
        </pc:spChg>
        <pc:spChg chg="mod">
          <ac:chgData name="John Eapen" userId="9cf0b647cab1cc0d" providerId="LiveId" clId="{3DD828AA-E2DD-4B0D-8C9D-3698B9B1CFB1}" dt="2025-03-01T02:58:55.573" v="1098" actId="1076"/>
          <ac:spMkLst>
            <pc:docMk/>
            <pc:sldMk cId="88404620" sldId="1980"/>
            <ac:spMk id="7" creationId="{FC6E172B-3707-79DF-9D9C-C3DDA0B6E507}"/>
          </ac:spMkLst>
        </pc:spChg>
        <pc:spChg chg="mod">
          <ac:chgData name="John Eapen" userId="9cf0b647cab1cc0d" providerId="LiveId" clId="{3DD828AA-E2DD-4B0D-8C9D-3698B9B1CFB1}" dt="2025-03-01T02:59:42.577" v="1104" actId="1076"/>
          <ac:spMkLst>
            <pc:docMk/>
            <pc:sldMk cId="88404620" sldId="1980"/>
            <ac:spMk id="8" creationId="{84128A4C-BAEA-E882-5683-99A8C4D40AE1}"/>
          </ac:spMkLst>
        </pc:spChg>
        <pc:spChg chg="mod">
          <ac:chgData name="John Eapen" userId="9cf0b647cab1cc0d" providerId="LiveId" clId="{3DD828AA-E2DD-4B0D-8C9D-3698B9B1CFB1}" dt="2025-03-01T02:59:58.640" v="1105" actId="1076"/>
          <ac:spMkLst>
            <pc:docMk/>
            <pc:sldMk cId="88404620" sldId="1980"/>
            <ac:spMk id="9" creationId="{3F2240E4-D617-E6B9-D5F3-1266297E6737}"/>
          </ac:spMkLst>
        </pc:spChg>
        <pc:spChg chg="mod">
          <ac:chgData name="John Eapen" userId="9cf0b647cab1cc0d" providerId="LiveId" clId="{3DD828AA-E2DD-4B0D-8C9D-3698B9B1CFB1}" dt="2025-03-01T02:59:38.696" v="1103" actId="1076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John Eapen" userId="9cf0b647cab1cc0d" providerId="LiveId" clId="{3DD828AA-E2DD-4B0D-8C9D-3698B9B1CFB1}" dt="2025-03-01T02:58:43.758" v="1096" actId="1076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John Eapen" userId="9cf0b647cab1cc0d" providerId="LiveId" clId="{3DD828AA-E2DD-4B0D-8C9D-3698B9B1CFB1}" dt="2025-03-01T02:12:56.360" v="217" actId="20577"/>
        <pc:sldMkLst>
          <pc:docMk/>
          <pc:sldMk cId="1700184848" sldId="1992"/>
        </pc:sldMkLst>
        <pc:spChg chg="mod">
          <ac:chgData name="John Eapen" userId="9cf0b647cab1cc0d" providerId="LiveId" clId="{3DD828AA-E2DD-4B0D-8C9D-3698B9B1CFB1}" dt="2025-03-01T02:12:25.620" v="215" actId="14100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John Eapen" userId="9cf0b647cab1cc0d" providerId="LiveId" clId="{3DD828AA-E2DD-4B0D-8C9D-3698B9B1CFB1}" dt="2025-03-01T02:12:56.360" v="217" actId="20577"/>
          <ac:spMkLst>
            <pc:docMk/>
            <pc:sldMk cId="1700184848" sldId="1992"/>
            <ac:spMk id="4" creationId="{11638D45-CE17-40C1-F11F-770D918C473D}"/>
          </ac:spMkLst>
        </pc:spChg>
      </pc:sldChg>
      <pc:sldChg chg="modSp mod">
        <pc:chgData name="John Eapen" userId="9cf0b647cab1cc0d" providerId="LiveId" clId="{3DD828AA-E2DD-4B0D-8C9D-3698B9B1CFB1}" dt="2025-03-01T02:35:05.419" v="805" actId="14100"/>
        <pc:sldMkLst>
          <pc:docMk/>
          <pc:sldMk cId="3779911877" sldId="1997"/>
        </pc:sldMkLst>
        <pc:spChg chg="mod">
          <ac:chgData name="John Eapen" userId="9cf0b647cab1cc0d" providerId="LiveId" clId="{3DD828AA-E2DD-4B0D-8C9D-3698B9B1CFB1}" dt="2025-03-01T02:34:39.623" v="802" actId="20577"/>
          <ac:spMkLst>
            <pc:docMk/>
            <pc:sldMk cId="3779911877" sldId="1997"/>
            <ac:spMk id="2" creationId="{00000000-0000-0000-0000-000000000000}"/>
          </ac:spMkLst>
        </pc:spChg>
        <pc:spChg chg="mod">
          <ac:chgData name="John Eapen" userId="9cf0b647cab1cc0d" providerId="LiveId" clId="{3DD828AA-E2DD-4B0D-8C9D-3698B9B1CFB1}" dt="2025-03-01T02:34:50.297" v="803" actId="255"/>
          <ac:spMkLst>
            <pc:docMk/>
            <pc:sldMk cId="3779911877" sldId="1997"/>
            <ac:spMk id="3" creationId="{4BF9CA61-6680-419C-A597-2B8F90F492F3}"/>
          </ac:spMkLst>
        </pc:spChg>
        <pc:spChg chg="mod">
          <ac:chgData name="John Eapen" userId="9cf0b647cab1cc0d" providerId="LiveId" clId="{3DD828AA-E2DD-4B0D-8C9D-3698B9B1CFB1}" dt="2025-03-01T02:35:05.419" v="805" actId="14100"/>
          <ac:spMkLst>
            <pc:docMk/>
            <pc:sldMk cId="3779911877" sldId="1997"/>
            <ac:spMk id="5" creationId="{325AF87E-9D48-CE0B-9C0A-5C85175F49A4}"/>
          </ac:spMkLst>
        </pc:spChg>
        <pc:spChg chg="mod">
          <ac:chgData name="John Eapen" userId="9cf0b647cab1cc0d" providerId="LiveId" clId="{3DD828AA-E2DD-4B0D-8C9D-3698B9B1CFB1}" dt="2025-03-01T02:34:30.097" v="798" actId="20577"/>
          <ac:spMkLst>
            <pc:docMk/>
            <pc:sldMk cId="3779911877" sldId="1997"/>
            <ac:spMk id="13" creationId="{0C634CD7-7112-8536-A3E0-B31413030422}"/>
          </ac:spMkLst>
        </pc:spChg>
      </pc:sldChg>
      <pc:sldChg chg="modSp mod">
        <pc:chgData name="John Eapen" userId="9cf0b647cab1cc0d" providerId="LiveId" clId="{3DD828AA-E2DD-4B0D-8C9D-3698B9B1CFB1}" dt="2025-03-01T02:08:31.631" v="168" actId="20577"/>
        <pc:sldMkLst>
          <pc:docMk/>
          <pc:sldMk cId="474597300" sldId="2086"/>
        </pc:sldMkLst>
        <pc:spChg chg="mod">
          <ac:chgData name="John Eapen" userId="9cf0b647cab1cc0d" providerId="LiveId" clId="{3DD828AA-E2DD-4B0D-8C9D-3698B9B1CFB1}" dt="2025-03-01T02:07:22.291" v="164" actId="255"/>
          <ac:spMkLst>
            <pc:docMk/>
            <pc:sldMk cId="474597300" sldId="2086"/>
            <ac:spMk id="3" creationId="{57AE222E-4671-212B-25A7-CE983FDD0D35}"/>
          </ac:spMkLst>
        </pc:spChg>
        <pc:spChg chg="mod">
          <ac:chgData name="John Eapen" userId="9cf0b647cab1cc0d" providerId="LiveId" clId="{3DD828AA-E2DD-4B0D-8C9D-3698B9B1CFB1}" dt="2025-03-01T02:06:50.699" v="162" actId="20577"/>
          <ac:spMkLst>
            <pc:docMk/>
            <pc:sldMk cId="474597300" sldId="2086"/>
            <ac:spMk id="4" creationId="{064DE8CA-B187-EC06-A4FA-4F11CB386D6A}"/>
          </ac:spMkLst>
        </pc:spChg>
        <pc:spChg chg="mod">
          <ac:chgData name="John Eapen" userId="9cf0b647cab1cc0d" providerId="LiveId" clId="{3DD828AA-E2DD-4B0D-8C9D-3698B9B1CFB1}" dt="2025-03-01T02:08:31.631" v="168" actId="20577"/>
          <ac:spMkLst>
            <pc:docMk/>
            <pc:sldMk cId="474597300" sldId="2086"/>
            <ac:spMk id="5" creationId="{63D8ACD8-84DA-F701-5EFD-94E948303EC8}"/>
          </ac:spMkLst>
        </pc:spChg>
      </pc:sldChg>
      <pc:sldChg chg="modSp mod">
        <pc:chgData name="John Eapen" userId="9cf0b647cab1cc0d" providerId="LiveId" clId="{3DD828AA-E2DD-4B0D-8C9D-3698B9B1CFB1}" dt="2025-03-01T02:18:30.395" v="393" actId="14100"/>
        <pc:sldMkLst>
          <pc:docMk/>
          <pc:sldMk cId="232143484" sldId="2119"/>
        </pc:sldMkLst>
        <pc:spChg chg="mod">
          <ac:chgData name="John Eapen" userId="9cf0b647cab1cc0d" providerId="LiveId" clId="{3DD828AA-E2DD-4B0D-8C9D-3698B9B1CFB1}" dt="2025-03-01T02:16:25.119" v="264" actId="20577"/>
          <ac:spMkLst>
            <pc:docMk/>
            <pc:sldMk cId="232143484" sldId="2119"/>
            <ac:spMk id="2" creationId="{69072751-0DFD-E04D-8DBC-6192EE4B4B2A}"/>
          </ac:spMkLst>
        </pc:spChg>
        <pc:spChg chg="mod">
          <ac:chgData name="John Eapen" userId="9cf0b647cab1cc0d" providerId="LiveId" clId="{3DD828AA-E2DD-4B0D-8C9D-3698B9B1CFB1}" dt="2025-03-01T02:17:20.458" v="386" actId="20577"/>
          <ac:spMkLst>
            <pc:docMk/>
            <pc:sldMk cId="232143484" sldId="2119"/>
            <ac:spMk id="3" creationId="{57AE222E-4671-212B-25A7-CE983FDD0D35}"/>
          </ac:spMkLst>
        </pc:spChg>
        <pc:spChg chg="mod">
          <ac:chgData name="John Eapen" userId="9cf0b647cab1cc0d" providerId="LiveId" clId="{3DD828AA-E2DD-4B0D-8C9D-3698B9B1CFB1}" dt="2025-03-01T02:16:47.674" v="266" actId="255"/>
          <ac:spMkLst>
            <pc:docMk/>
            <pc:sldMk cId="232143484" sldId="2119"/>
            <ac:spMk id="4" creationId="{064DE8CA-B187-EC06-A4FA-4F11CB386D6A}"/>
          </ac:spMkLst>
        </pc:spChg>
        <pc:spChg chg="mod">
          <ac:chgData name="John Eapen" userId="9cf0b647cab1cc0d" providerId="LiveId" clId="{3DD828AA-E2DD-4B0D-8C9D-3698B9B1CFB1}" dt="2025-03-01T02:18:30.395" v="393" actId="14100"/>
          <ac:spMkLst>
            <pc:docMk/>
            <pc:sldMk cId="232143484" sldId="2119"/>
            <ac:spMk id="5" creationId="{603C9D2D-EACB-79F3-8672-19DF7AB738A1}"/>
          </ac:spMkLst>
        </pc:spChg>
      </pc:sldChg>
      <pc:sldChg chg="modSp mod">
        <pc:chgData name="John Eapen" userId="9cf0b647cab1cc0d" providerId="LiveId" clId="{3DD828AA-E2DD-4B0D-8C9D-3698B9B1CFB1}" dt="2025-02-27T03:52:57.405" v="5" actId="20577"/>
        <pc:sldMkLst>
          <pc:docMk/>
          <pc:sldMk cId="4046410781" sldId="2127"/>
        </pc:sldMkLst>
        <pc:spChg chg="mod">
          <ac:chgData name="John Eapen" userId="9cf0b647cab1cc0d" providerId="LiveId" clId="{3DD828AA-E2DD-4B0D-8C9D-3698B9B1CFB1}" dt="2025-02-27T03:52:57.405" v="5" actId="20577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John Eapen" userId="9cf0b647cab1cc0d" providerId="LiveId" clId="{3DD828AA-E2DD-4B0D-8C9D-3698B9B1CFB1}" dt="2025-02-27T03:52:50.823" v="4" actId="1076"/>
          <ac:spMkLst>
            <pc:docMk/>
            <pc:sldMk cId="4046410781" sldId="2127"/>
            <ac:spMk id="12" creationId="{68F1D7EB-0773-4AEA-08EA-3371F7148245}"/>
          </ac:spMkLst>
        </pc:spChg>
      </pc:sldChg>
      <pc:sldChg chg="modSp mod">
        <pc:chgData name="John Eapen" userId="9cf0b647cab1cc0d" providerId="LiveId" clId="{3DD828AA-E2DD-4B0D-8C9D-3698B9B1CFB1}" dt="2025-02-27T03:57:09.004" v="8" actId="20577"/>
        <pc:sldMkLst>
          <pc:docMk/>
          <pc:sldMk cId="1278113787" sldId="2128"/>
        </pc:sldMkLst>
        <pc:spChg chg="mod">
          <ac:chgData name="John Eapen" userId="9cf0b647cab1cc0d" providerId="LiveId" clId="{3DD828AA-E2DD-4B0D-8C9D-3698B9B1CFB1}" dt="2025-02-27T03:56:58.163" v="7" actId="1076"/>
          <ac:spMkLst>
            <pc:docMk/>
            <pc:sldMk cId="1278113787" sldId="2128"/>
            <ac:spMk id="12" creationId="{88F4B2BD-87D6-30F3-4DE9-508D01EF9A25}"/>
          </ac:spMkLst>
        </pc:spChg>
      </pc:sldChg>
      <pc:sldChg chg="modSp mod">
        <pc:chgData name="John Eapen" userId="9cf0b647cab1cc0d" providerId="LiveId" clId="{3DD828AA-E2DD-4B0D-8C9D-3698B9B1CFB1}" dt="2025-03-01T02:04:57.443" v="140" actId="20577"/>
        <pc:sldMkLst>
          <pc:docMk/>
          <pc:sldMk cId="1383090789" sldId="2133"/>
        </pc:sldMkLst>
        <pc:spChg chg="mod">
          <ac:chgData name="John Eapen" userId="9cf0b647cab1cc0d" providerId="LiveId" clId="{3DD828AA-E2DD-4B0D-8C9D-3698B9B1CFB1}" dt="2025-03-01T02:04:57.443" v="140" actId="20577"/>
          <ac:spMkLst>
            <pc:docMk/>
            <pc:sldMk cId="1383090789" sldId="2133"/>
            <ac:spMk id="2" creationId="{7C5A3C23-2F46-DBAF-D471-E52BE0AD0C01}"/>
          </ac:spMkLst>
        </pc:spChg>
        <pc:spChg chg="mod">
          <ac:chgData name="John Eapen" userId="9cf0b647cab1cc0d" providerId="LiveId" clId="{3DD828AA-E2DD-4B0D-8C9D-3698B9B1CFB1}" dt="2025-03-01T02:00:56.126" v="14" actId="20577"/>
          <ac:spMkLst>
            <pc:docMk/>
            <pc:sldMk cId="1383090789" sldId="2133"/>
            <ac:spMk id="5" creationId="{266A2E14-E950-71EA-D24E-FB7167C5CAC6}"/>
          </ac:spMkLst>
        </pc:spChg>
      </pc:sldChg>
      <pc:sldChg chg="modSp mod">
        <pc:chgData name="John Eapen" userId="9cf0b647cab1cc0d" providerId="LiveId" clId="{3DD828AA-E2DD-4B0D-8C9D-3698B9B1CFB1}" dt="2025-03-01T02:04:37.654" v="121" actId="20577"/>
        <pc:sldMkLst>
          <pc:docMk/>
          <pc:sldMk cId="2344975083" sldId="2134"/>
        </pc:sldMkLst>
        <pc:spChg chg="mod">
          <ac:chgData name="John Eapen" userId="9cf0b647cab1cc0d" providerId="LiveId" clId="{3DD828AA-E2DD-4B0D-8C9D-3698B9B1CFB1}" dt="2025-03-01T02:04:37.654" v="121" actId="20577"/>
          <ac:spMkLst>
            <pc:docMk/>
            <pc:sldMk cId="2344975083" sldId="2134"/>
            <ac:spMk id="2" creationId="{D4571AC3-9C02-48EA-713D-2E3276B09D5E}"/>
          </ac:spMkLst>
        </pc:spChg>
        <pc:spChg chg="mod">
          <ac:chgData name="John Eapen" userId="9cf0b647cab1cc0d" providerId="LiveId" clId="{3DD828AA-E2DD-4B0D-8C9D-3698B9B1CFB1}" dt="2025-03-01T02:01:05.946" v="16" actId="20577"/>
          <ac:spMkLst>
            <pc:docMk/>
            <pc:sldMk cId="2344975083" sldId="2134"/>
            <ac:spMk id="5" creationId="{F951AA6E-3DF2-8F2B-34AE-40FC2C6D8E97}"/>
          </ac:spMkLst>
        </pc:spChg>
      </pc:sldChg>
      <pc:sldChg chg="modSp mod">
        <pc:chgData name="John Eapen" userId="9cf0b647cab1cc0d" providerId="LiveId" clId="{3DD828AA-E2DD-4B0D-8C9D-3698B9B1CFB1}" dt="2025-03-01T02:52:48.063" v="1022" actId="255"/>
        <pc:sldMkLst>
          <pc:docMk/>
          <pc:sldMk cId="3425560710" sldId="2135"/>
        </pc:sldMkLst>
        <pc:spChg chg="mod">
          <ac:chgData name="John Eapen" userId="9cf0b647cab1cc0d" providerId="LiveId" clId="{3DD828AA-E2DD-4B0D-8C9D-3698B9B1CFB1}" dt="2025-03-01T02:52:08.120" v="1013" actId="20577"/>
          <ac:spMkLst>
            <pc:docMk/>
            <pc:sldMk cId="3425560710" sldId="2135"/>
            <ac:spMk id="2" creationId="{79D1D527-4902-54A7-8246-3A63E1E7C65B}"/>
          </ac:spMkLst>
        </pc:spChg>
        <pc:spChg chg="mod">
          <ac:chgData name="John Eapen" userId="9cf0b647cab1cc0d" providerId="LiveId" clId="{3DD828AA-E2DD-4B0D-8C9D-3698B9B1CFB1}" dt="2025-03-01T02:52:48.063" v="1022" actId="255"/>
          <ac:spMkLst>
            <pc:docMk/>
            <pc:sldMk cId="3425560710" sldId="2135"/>
            <ac:spMk id="3" creationId="{8BEA2821-27ED-DC67-2C68-523EF89B74B7}"/>
          </ac:spMkLst>
        </pc:spChg>
        <pc:spChg chg="mod">
          <ac:chgData name="John Eapen" userId="9cf0b647cab1cc0d" providerId="LiveId" clId="{3DD828AA-E2DD-4B0D-8C9D-3698B9B1CFB1}" dt="2025-03-01T02:52:42.212" v="1021" actId="255"/>
          <ac:spMkLst>
            <pc:docMk/>
            <pc:sldMk cId="3425560710" sldId="2135"/>
            <ac:spMk id="4" creationId="{EC345F34-B696-5BFF-FFD0-A709BE53EE7F}"/>
          </ac:spMkLst>
        </pc:spChg>
        <pc:spChg chg="mod">
          <ac:chgData name="John Eapen" userId="9cf0b647cab1cc0d" providerId="LiveId" clId="{3DD828AA-E2DD-4B0D-8C9D-3698B9B1CFB1}" dt="2025-03-01T02:52:24.533" v="1019" actId="20577"/>
          <ac:spMkLst>
            <pc:docMk/>
            <pc:sldMk cId="3425560710" sldId="2135"/>
            <ac:spMk id="5" creationId="{FF8AE268-C235-7779-6FD8-E9B7E79426FF}"/>
          </ac:spMkLst>
        </pc:spChg>
      </pc:sldChg>
      <pc:sldChg chg="modSp mod">
        <pc:chgData name="John Eapen" userId="9cf0b647cab1cc0d" providerId="LiveId" clId="{3DD828AA-E2DD-4B0D-8C9D-3698B9B1CFB1}" dt="2025-03-01T02:08:38.324" v="170" actId="20577"/>
        <pc:sldMkLst>
          <pc:docMk/>
          <pc:sldMk cId="2340738477" sldId="2136"/>
        </pc:sldMkLst>
        <pc:spChg chg="mod">
          <ac:chgData name="John Eapen" userId="9cf0b647cab1cc0d" providerId="LiveId" clId="{3DD828AA-E2DD-4B0D-8C9D-3698B9B1CFB1}" dt="2025-03-01T02:07:59.251" v="166" actId="255"/>
          <ac:spMkLst>
            <pc:docMk/>
            <pc:sldMk cId="2340738477" sldId="2136"/>
            <ac:spMk id="3" creationId="{CC62E8AF-8DB6-AD3E-B583-3D2FB9CF5585}"/>
          </ac:spMkLst>
        </pc:spChg>
        <pc:spChg chg="mod">
          <ac:chgData name="John Eapen" userId="9cf0b647cab1cc0d" providerId="LiveId" clId="{3DD828AA-E2DD-4B0D-8C9D-3698B9B1CFB1}" dt="2025-03-01T02:08:38.324" v="170" actId="20577"/>
          <ac:spMkLst>
            <pc:docMk/>
            <pc:sldMk cId="2340738477" sldId="2136"/>
            <ac:spMk id="5" creationId="{83516EE7-8CA3-7139-3FB1-47FE3B26E9C6}"/>
          </ac:spMkLst>
        </pc:spChg>
      </pc:sldChg>
      <pc:sldChg chg="modSp mod">
        <pc:chgData name="John Eapen" userId="9cf0b647cab1cc0d" providerId="LiveId" clId="{3DD828AA-E2DD-4B0D-8C9D-3698B9B1CFB1}" dt="2025-03-01T02:09:40.132" v="182" actId="20577"/>
        <pc:sldMkLst>
          <pc:docMk/>
          <pc:sldMk cId="527803962" sldId="2137"/>
        </pc:sldMkLst>
        <pc:spChg chg="mod">
          <ac:chgData name="John Eapen" userId="9cf0b647cab1cc0d" providerId="LiveId" clId="{3DD828AA-E2DD-4B0D-8C9D-3698B9B1CFB1}" dt="2025-03-01T02:09:32.998" v="180" actId="207"/>
          <ac:spMkLst>
            <pc:docMk/>
            <pc:sldMk cId="527803962" sldId="2137"/>
            <ac:spMk id="3" creationId="{44D1190C-B81F-3CA4-6508-00E3DF0D29C8}"/>
          </ac:spMkLst>
        </pc:spChg>
        <pc:spChg chg="mod">
          <ac:chgData name="John Eapen" userId="9cf0b647cab1cc0d" providerId="LiveId" clId="{3DD828AA-E2DD-4B0D-8C9D-3698B9B1CFB1}" dt="2025-03-01T02:09:40.132" v="182" actId="20577"/>
          <ac:spMkLst>
            <pc:docMk/>
            <pc:sldMk cId="527803962" sldId="2137"/>
            <ac:spMk id="5" creationId="{1585B747-346E-AC2E-25D3-5CFB28296A24}"/>
          </ac:spMkLst>
        </pc:spChg>
      </pc:sldChg>
      <pc:sldChg chg="modSp mod">
        <pc:chgData name="John Eapen" userId="9cf0b647cab1cc0d" providerId="LiveId" clId="{3DD828AA-E2DD-4B0D-8C9D-3698B9B1CFB1}" dt="2025-03-01T02:11:03.882" v="196" actId="20577"/>
        <pc:sldMkLst>
          <pc:docMk/>
          <pc:sldMk cId="2024468232" sldId="2138"/>
        </pc:sldMkLst>
        <pc:spChg chg="mod">
          <ac:chgData name="John Eapen" userId="9cf0b647cab1cc0d" providerId="LiveId" clId="{3DD828AA-E2DD-4B0D-8C9D-3698B9B1CFB1}" dt="2025-03-01T02:10:53.509" v="192" actId="207"/>
          <ac:spMkLst>
            <pc:docMk/>
            <pc:sldMk cId="2024468232" sldId="2138"/>
            <ac:spMk id="3" creationId="{337B549B-65B8-03B2-053C-92CBA7A0CAA4}"/>
          </ac:spMkLst>
        </pc:spChg>
        <pc:spChg chg="mod">
          <ac:chgData name="John Eapen" userId="9cf0b647cab1cc0d" providerId="LiveId" clId="{3DD828AA-E2DD-4B0D-8C9D-3698B9B1CFB1}" dt="2025-03-01T02:11:03.882" v="196" actId="20577"/>
          <ac:spMkLst>
            <pc:docMk/>
            <pc:sldMk cId="2024468232" sldId="2138"/>
            <ac:spMk id="5" creationId="{DECD72F2-F2CB-CF6A-3F5D-3774D3DDE843}"/>
          </ac:spMkLst>
        </pc:spChg>
      </pc:sldChg>
      <pc:sldChg chg="modSp mod">
        <pc:chgData name="John Eapen" userId="9cf0b647cab1cc0d" providerId="LiveId" clId="{3DD828AA-E2DD-4B0D-8C9D-3698B9B1CFB1}" dt="2025-03-01T02:13:19.058" v="222" actId="20577"/>
        <pc:sldMkLst>
          <pc:docMk/>
          <pc:sldMk cId="3844664788" sldId="2139"/>
        </pc:sldMkLst>
        <pc:spChg chg="mod">
          <ac:chgData name="John Eapen" userId="9cf0b647cab1cc0d" providerId="LiveId" clId="{3DD828AA-E2DD-4B0D-8C9D-3698B9B1CFB1}" dt="2025-03-01T02:13:10.085" v="219" actId="207"/>
          <ac:spMkLst>
            <pc:docMk/>
            <pc:sldMk cId="3844664788" sldId="2139"/>
            <ac:spMk id="3" creationId="{C254D51C-B323-51C0-DF4E-9CEA87481973}"/>
          </ac:spMkLst>
        </pc:spChg>
        <pc:spChg chg="mod">
          <ac:chgData name="John Eapen" userId="9cf0b647cab1cc0d" providerId="LiveId" clId="{3DD828AA-E2DD-4B0D-8C9D-3698B9B1CFB1}" dt="2025-03-01T02:13:19.058" v="222" actId="20577"/>
          <ac:spMkLst>
            <pc:docMk/>
            <pc:sldMk cId="3844664788" sldId="2139"/>
            <ac:spMk id="4" creationId="{AAC992AE-98EE-1FF4-0742-1C2B6459CE12}"/>
          </ac:spMkLst>
        </pc:spChg>
      </pc:sldChg>
      <pc:sldChg chg="modSp mod">
        <pc:chgData name="John Eapen" userId="9cf0b647cab1cc0d" providerId="LiveId" clId="{3DD828AA-E2DD-4B0D-8C9D-3698B9B1CFB1}" dt="2025-03-01T02:13:54.861" v="226" actId="20577"/>
        <pc:sldMkLst>
          <pc:docMk/>
          <pc:sldMk cId="3337826896" sldId="2140"/>
        </pc:sldMkLst>
        <pc:spChg chg="mod">
          <ac:chgData name="John Eapen" userId="9cf0b647cab1cc0d" providerId="LiveId" clId="{3DD828AA-E2DD-4B0D-8C9D-3698B9B1CFB1}" dt="2025-03-01T02:13:50.381" v="224" actId="207"/>
          <ac:spMkLst>
            <pc:docMk/>
            <pc:sldMk cId="3337826896" sldId="2140"/>
            <ac:spMk id="3" creationId="{90AB8FCF-7EC3-AF8A-3267-53BCB7CCE796}"/>
          </ac:spMkLst>
        </pc:spChg>
        <pc:spChg chg="mod">
          <ac:chgData name="John Eapen" userId="9cf0b647cab1cc0d" providerId="LiveId" clId="{3DD828AA-E2DD-4B0D-8C9D-3698B9B1CFB1}" dt="2025-03-01T02:13:54.861" v="226" actId="20577"/>
          <ac:spMkLst>
            <pc:docMk/>
            <pc:sldMk cId="3337826896" sldId="2140"/>
            <ac:spMk id="4" creationId="{75631A32-C6EC-ACED-FB84-CB5F95B14873}"/>
          </ac:spMkLst>
        </pc:spChg>
      </pc:sldChg>
      <pc:sldChg chg="modSp mod">
        <pc:chgData name="John Eapen" userId="9cf0b647cab1cc0d" providerId="LiveId" clId="{3DD828AA-E2DD-4B0D-8C9D-3698B9B1CFB1}" dt="2025-03-01T02:14:18.368" v="230" actId="20577"/>
        <pc:sldMkLst>
          <pc:docMk/>
          <pc:sldMk cId="2071117816" sldId="2141"/>
        </pc:sldMkLst>
        <pc:spChg chg="mod">
          <ac:chgData name="John Eapen" userId="9cf0b647cab1cc0d" providerId="LiveId" clId="{3DD828AA-E2DD-4B0D-8C9D-3698B9B1CFB1}" dt="2025-03-01T02:14:12.220" v="228" actId="207"/>
          <ac:spMkLst>
            <pc:docMk/>
            <pc:sldMk cId="2071117816" sldId="2141"/>
            <ac:spMk id="3" creationId="{5555FA10-F913-7BDE-132B-049EA66F8F92}"/>
          </ac:spMkLst>
        </pc:spChg>
        <pc:spChg chg="mod">
          <ac:chgData name="John Eapen" userId="9cf0b647cab1cc0d" providerId="LiveId" clId="{3DD828AA-E2DD-4B0D-8C9D-3698B9B1CFB1}" dt="2025-03-01T02:14:18.368" v="230" actId="20577"/>
          <ac:spMkLst>
            <pc:docMk/>
            <pc:sldMk cId="2071117816" sldId="2141"/>
            <ac:spMk id="4" creationId="{556E4780-68FB-1211-9E6A-7065BBB2D5F2}"/>
          </ac:spMkLst>
        </pc:spChg>
      </pc:sldChg>
      <pc:sldChg chg="modSp mod">
        <pc:chgData name="John Eapen" userId="9cf0b647cab1cc0d" providerId="LiveId" clId="{3DD828AA-E2DD-4B0D-8C9D-3698B9B1CFB1}" dt="2025-03-01T02:23:10.406" v="621" actId="20577"/>
        <pc:sldMkLst>
          <pc:docMk/>
          <pc:sldMk cId="1338693707" sldId="2142"/>
        </pc:sldMkLst>
        <pc:spChg chg="mod">
          <ac:chgData name="John Eapen" userId="9cf0b647cab1cc0d" providerId="LiveId" clId="{3DD828AA-E2DD-4B0D-8C9D-3698B9B1CFB1}" dt="2025-03-01T02:23:10.406" v="621" actId="20577"/>
          <ac:spMkLst>
            <pc:docMk/>
            <pc:sldMk cId="1338693707" sldId="2142"/>
            <ac:spMk id="2" creationId="{C6EC7C1D-79F5-11A1-B4A1-F48C45327E69}"/>
          </ac:spMkLst>
        </pc:spChg>
        <pc:spChg chg="mod">
          <ac:chgData name="John Eapen" userId="9cf0b647cab1cc0d" providerId="LiveId" clId="{3DD828AA-E2DD-4B0D-8C9D-3698B9B1CFB1}" dt="2025-03-01T02:18:44.419" v="394" actId="255"/>
          <ac:spMkLst>
            <pc:docMk/>
            <pc:sldMk cId="1338693707" sldId="2142"/>
            <ac:spMk id="3" creationId="{17B77506-15F9-3ED3-6D77-BED0DC71649D}"/>
          </ac:spMkLst>
        </pc:spChg>
        <pc:spChg chg="mod">
          <ac:chgData name="John Eapen" userId="9cf0b647cab1cc0d" providerId="LiveId" clId="{3DD828AA-E2DD-4B0D-8C9D-3698B9B1CFB1}" dt="2025-03-01T02:18:56.504" v="395" actId="255"/>
          <ac:spMkLst>
            <pc:docMk/>
            <pc:sldMk cId="1338693707" sldId="2142"/>
            <ac:spMk id="4" creationId="{F6D56544-E4DA-C75D-84AA-AE0700453724}"/>
          </ac:spMkLst>
        </pc:spChg>
        <pc:spChg chg="mod">
          <ac:chgData name="John Eapen" userId="9cf0b647cab1cc0d" providerId="LiveId" clId="{3DD828AA-E2DD-4B0D-8C9D-3698B9B1CFB1}" dt="2025-03-01T02:19:07.174" v="399" actId="20577"/>
          <ac:spMkLst>
            <pc:docMk/>
            <pc:sldMk cId="1338693707" sldId="2142"/>
            <ac:spMk id="5" creationId="{60A32ED1-B5F0-3D84-501D-CC711AE01EE9}"/>
          </ac:spMkLst>
        </pc:spChg>
      </pc:sldChg>
      <pc:sldChg chg="modSp mod">
        <pc:chgData name="John Eapen" userId="9cf0b647cab1cc0d" providerId="LiveId" clId="{3DD828AA-E2DD-4B0D-8C9D-3698B9B1CFB1}" dt="2025-03-01T02:23:20.759" v="627" actId="20577"/>
        <pc:sldMkLst>
          <pc:docMk/>
          <pc:sldMk cId="3692014111" sldId="2143"/>
        </pc:sldMkLst>
        <pc:spChg chg="mod">
          <ac:chgData name="John Eapen" userId="9cf0b647cab1cc0d" providerId="LiveId" clId="{3DD828AA-E2DD-4B0D-8C9D-3698B9B1CFB1}" dt="2025-03-01T02:23:20.759" v="627" actId="20577"/>
          <ac:spMkLst>
            <pc:docMk/>
            <pc:sldMk cId="3692014111" sldId="2143"/>
            <ac:spMk id="2" creationId="{EF264947-AB00-3688-9E89-ACA5AEADE2FE}"/>
          </ac:spMkLst>
        </pc:spChg>
        <pc:spChg chg="mod">
          <ac:chgData name="John Eapen" userId="9cf0b647cab1cc0d" providerId="LiveId" clId="{3DD828AA-E2DD-4B0D-8C9D-3698B9B1CFB1}" dt="2025-03-01T02:20:06.531" v="588" actId="20577"/>
          <ac:spMkLst>
            <pc:docMk/>
            <pc:sldMk cId="3692014111" sldId="2143"/>
            <ac:spMk id="3" creationId="{087910B4-9D0C-5A7C-AB96-88551D0731EF}"/>
          </ac:spMkLst>
        </pc:spChg>
        <pc:spChg chg="mod">
          <ac:chgData name="John Eapen" userId="9cf0b647cab1cc0d" providerId="LiveId" clId="{3DD828AA-E2DD-4B0D-8C9D-3698B9B1CFB1}" dt="2025-03-01T02:19:43.137" v="402" actId="255"/>
          <ac:spMkLst>
            <pc:docMk/>
            <pc:sldMk cId="3692014111" sldId="2143"/>
            <ac:spMk id="4" creationId="{7C7D545C-1CA6-D7A5-31A9-640D2D92980D}"/>
          </ac:spMkLst>
        </pc:spChg>
        <pc:spChg chg="mod">
          <ac:chgData name="John Eapen" userId="9cf0b647cab1cc0d" providerId="LiveId" clId="{3DD828AA-E2DD-4B0D-8C9D-3698B9B1CFB1}" dt="2025-03-01T02:20:16.058" v="592" actId="20577"/>
          <ac:spMkLst>
            <pc:docMk/>
            <pc:sldMk cId="3692014111" sldId="2143"/>
            <ac:spMk id="5" creationId="{86136D09-BA94-B373-248B-E03DAFD86E2E}"/>
          </ac:spMkLst>
        </pc:spChg>
      </pc:sldChg>
      <pc:sldChg chg="modSp mod">
        <pc:chgData name="John Eapen" userId="9cf0b647cab1cc0d" providerId="LiveId" clId="{3DD828AA-E2DD-4B0D-8C9D-3698B9B1CFB1}" dt="2025-03-01T02:30:29.141" v="746" actId="20577"/>
        <pc:sldMkLst>
          <pc:docMk/>
          <pc:sldMk cId="3778138920" sldId="2144"/>
        </pc:sldMkLst>
        <pc:spChg chg="mod">
          <ac:chgData name="John Eapen" userId="9cf0b647cab1cc0d" providerId="LiveId" clId="{3DD828AA-E2DD-4B0D-8C9D-3698B9B1CFB1}" dt="2025-03-01T02:29:28.075" v="730" actId="20577"/>
          <ac:spMkLst>
            <pc:docMk/>
            <pc:sldMk cId="3778138920" sldId="2144"/>
            <ac:spMk id="2" creationId="{5A816FF6-B776-F913-5405-2D3A75500D67}"/>
          </ac:spMkLst>
        </pc:spChg>
        <pc:spChg chg="mod">
          <ac:chgData name="John Eapen" userId="9cf0b647cab1cc0d" providerId="LiveId" clId="{3DD828AA-E2DD-4B0D-8C9D-3698B9B1CFB1}" dt="2025-03-01T02:30:12.300" v="738" actId="14100"/>
          <ac:spMkLst>
            <pc:docMk/>
            <pc:sldMk cId="3778138920" sldId="2144"/>
            <ac:spMk id="3" creationId="{27E2716B-F4F6-8203-434C-D935746A475F}"/>
          </ac:spMkLst>
        </pc:spChg>
        <pc:spChg chg="mod">
          <ac:chgData name="John Eapen" userId="9cf0b647cab1cc0d" providerId="LiveId" clId="{3DD828AA-E2DD-4B0D-8C9D-3698B9B1CFB1}" dt="2025-03-01T02:29:46.426" v="735" actId="255"/>
          <ac:spMkLst>
            <pc:docMk/>
            <pc:sldMk cId="3778138920" sldId="2144"/>
            <ac:spMk id="4" creationId="{02E74AEA-7C4C-DF5B-FDF1-FFFF2C1E8003}"/>
          </ac:spMkLst>
        </pc:spChg>
        <pc:spChg chg="mod">
          <ac:chgData name="John Eapen" userId="9cf0b647cab1cc0d" providerId="LiveId" clId="{3DD828AA-E2DD-4B0D-8C9D-3698B9B1CFB1}" dt="2025-03-01T02:30:29.141" v="746" actId="20577"/>
          <ac:spMkLst>
            <pc:docMk/>
            <pc:sldMk cId="3778138920" sldId="2144"/>
            <ac:spMk id="5" creationId="{975BCDBB-2DA4-A967-B63F-53DDD5A3101A}"/>
          </ac:spMkLst>
        </pc:spChg>
      </pc:sldChg>
      <pc:sldChg chg="modSp mod">
        <pc:chgData name="John Eapen" userId="9cf0b647cab1cc0d" providerId="LiveId" clId="{3DD828AA-E2DD-4B0D-8C9D-3698B9B1CFB1}" dt="2025-03-01T02:23:39.558" v="639" actId="20577"/>
        <pc:sldMkLst>
          <pc:docMk/>
          <pc:sldMk cId="1850701335" sldId="2145"/>
        </pc:sldMkLst>
        <pc:spChg chg="mod">
          <ac:chgData name="John Eapen" userId="9cf0b647cab1cc0d" providerId="LiveId" clId="{3DD828AA-E2DD-4B0D-8C9D-3698B9B1CFB1}" dt="2025-03-01T02:23:39.558" v="639" actId="20577"/>
          <ac:spMkLst>
            <pc:docMk/>
            <pc:sldMk cId="1850701335" sldId="2145"/>
            <ac:spMk id="2" creationId="{4AE2D63C-15E7-FEBF-2C86-A64CAE4F135D}"/>
          </ac:spMkLst>
        </pc:spChg>
        <pc:spChg chg="mod">
          <ac:chgData name="John Eapen" userId="9cf0b647cab1cc0d" providerId="LiveId" clId="{3DD828AA-E2DD-4B0D-8C9D-3698B9B1CFB1}" dt="2025-03-01T02:21:29.438" v="602" actId="255"/>
          <ac:spMkLst>
            <pc:docMk/>
            <pc:sldMk cId="1850701335" sldId="2145"/>
            <ac:spMk id="3" creationId="{FB109490-760F-E832-1374-5AA922E18B77}"/>
          </ac:spMkLst>
        </pc:spChg>
        <pc:spChg chg="mod">
          <ac:chgData name="John Eapen" userId="9cf0b647cab1cc0d" providerId="LiveId" clId="{3DD828AA-E2DD-4B0D-8C9D-3698B9B1CFB1}" dt="2025-03-01T02:21:18.724" v="601" actId="255"/>
          <ac:spMkLst>
            <pc:docMk/>
            <pc:sldMk cId="1850701335" sldId="2145"/>
            <ac:spMk id="4" creationId="{EB14B079-F61F-AB1B-59F5-DD70E5F8405D}"/>
          </ac:spMkLst>
        </pc:spChg>
        <pc:spChg chg="mod">
          <ac:chgData name="John Eapen" userId="9cf0b647cab1cc0d" providerId="LiveId" clId="{3DD828AA-E2DD-4B0D-8C9D-3698B9B1CFB1}" dt="2025-03-01T02:21:42.327" v="606" actId="20577"/>
          <ac:spMkLst>
            <pc:docMk/>
            <pc:sldMk cId="1850701335" sldId="2145"/>
            <ac:spMk id="5" creationId="{9748DF18-40D4-CD14-A830-8CAEDC4BF62C}"/>
          </ac:spMkLst>
        </pc:spChg>
      </pc:sldChg>
      <pc:sldChg chg="modSp mod">
        <pc:chgData name="John Eapen" userId="9cf0b647cab1cc0d" providerId="LiveId" clId="{3DD828AA-E2DD-4B0D-8C9D-3698B9B1CFB1}" dt="2025-03-01T02:26:37.042" v="689" actId="20577"/>
        <pc:sldMkLst>
          <pc:docMk/>
          <pc:sldMk cId="2224426025" sldId="2146"/>
        </pc:sldMkLst>
        <pc:spChg chg="mod">
          <ac:chgData name="John Eapen" userId="9cf0b647cab1cc0d" providerId="LiveId" clId="{3DD828AA-E2DD-4B0D-8C9D-3698B9B1CFB1}" dt="2025-03-01T02:25:39.285" v="677" actId="20577"/>
          <ac:spMkLst>
            <pc:docMk/>
            <pc:sldMk cId="2224426025" sldId="2146"/>
            <ac:spMk id="2" creationId="{EDBC0AC8-A6E7-B810-2529-3FC306B9184C}"/>
          </ac:spMkLst>
        </pc:spChg>
        <pc:spChg chg="mod">
          <ac:chgData name="John Eapen" userId="9cf0b647cab1cc0d" providerId="LiveId" clId="{3DD828AA-E2DD-4B0D-8C9D-3698B9B1CFB1}" dt="2025-03-01T02:26:22.463" v="683" actId="14100"/>
          <ac:spMkLst>
            <pc:docMk/>
            <pc:sldMk cId="2224426025" sldId="2146"/>
            <ac:spMk id="3" creationId="{A36AA64A-44E4-FB6A-9BC9-BD0224BA9E53}"/>
          </ac:spMkLst>
        </pc:spChg>
        <pc:spChg chg="mod">
          <ac:chgData name="John Eapen" userId="9cf0b647cab1cc0d" providerId="LiveId" clId="{3DD828AA-E2DD-4B0D-8C9D-3698B9B1CFB1}" dt="2025-03-01T02:25:53.572" v="680" actId="20577"/>
          <ac:spMkLst>
            <pc:docMk/>
            <pc:sldMk cId="2224426025" sldId="2146"/>
            <ac:spMk id="4" creationId="{DC5FD1D1-3323-1F3F-07C2-0C0D81DC1466}"/>
          </ac:spMkLst>
        </pc:spChg>
        <pc:spChg chg="mod">
          <ac:chgData name="John Eapen" userId="9cf0b647cab1cc0d" providerId="LiveId" clId="{3DD828AA-E2DD-4B0D-8C9D-3698B9B1CFB1}" dt="2025-03-01T02:26:37.042" v="689" actId="20577"/>
          <ac:spMkLst>
            <pc:docMk/>
            <pc:sldMk cId="2224426025" sldId="2146"/>
            <ac:spMk id="5" creationId="{7A84774A-E9F8-6575-F73C-8930683F9424}"/>
          </ac:spMkLst>
        </pc:spChg>
      </pc:sldChg>
      <pc:sldChg chg="modSp mod">
        <pc:chgData name="John Eapen" userId="9cf0b647cab1cc0d" providerId="LiveId" clId="{3DD828AA-E2DD-4B0D-8C9D-3698B9B1CFB1}" dt="2025-03-01T02:24:40.588" v="657" actId="20577"/>
        <pc:sldMkLst>
          <pc:docMk/>
          <pc:sldMk cId="4247893051" sldId="2147"/>
        </pc:sldMkLst>
        <pc:spChg chg="mod">
          <ac:chgData name="John Eapen" userId="9cf0b647cab1cc0d" providerId="LiveId" clId="{3DD828AA-E2DD-4B0D-8C9D-3698B9B1CFB1}" dt="2025-03-01T02:24:40.588" v="657" actId="20577"/>
          <ac:spMkLst>
            <pc:docMk/>
            <pc:sldMk cId="4247893051" sldId="2147"/>
            <ac:spMk id="2" creationId="{34595BE5-5298-4990-1DD6-92AFD0DB1ADF}"/>
          </ac:spMkLst>
        </pc:spChg>
        <pc:spChg chg="mod">
          <ac:chgData name="John Eapen" userId="9cf0b647cab1cc0d" providerId="LiveId" clId="{3DD828AA-E2DD-4B0D-8C9D-3698B9B1CFB1}" dt="2025-03-01T02:24:15.973" v="647" actId="255"/>
          <ac:spMkLst>
            <pc:docMk/>
            <pc:sldMk cId="4247893051" sldId="2147"/>
            <ac:spMk id="3" creationId="{11A6BE79-9C55-5F87-B609-FD38BBF8674A}"/>
          </ac:spMkLst>
        </pc:spChg>
        <pc:spChg chg="mod">
          <ac:chgData name="John Eapen" userId="9cf0b647cab1cc0d" providerId="LiveId" clId="{3DD828AA-E2DD-4B0D-8C9D-3698B9B1CFB1}" dt="2025-03-01T02:24:06.334" v="646" actId="255"/>
          <ac:spMkLst>
            <pc:docMk/>
            <pc:sldMk cId="4247893051" sldId="2147"/>
            <ac:spMk id="4" creationId="{F8BCECDB-54F5-3CE2-4EFC-7393A1AE8241}"/>
          </ac:spMkLst>
        </pc:spChg>
        <pc:spChg chg="mod">
          <ac:chgData name="John Eapen" userId="9cf0b647cab1cc0d" providerId="LiveId" clId="{3DD828AA-E2DD-4B0D-8C9D-3698B9B1CFB1}" dt="2025-03-01T02:24:26.431" v="651" actId="20577"/>
          <ac:spMkLst>
            <pc:docMk/>
            <pc:sldMk cId="4247893051" sldId="2147"/>
            <ac:spMk id="5" creationId="{378E88EB-5A99-14DD-74E6-69C34DE76371}"/>
          </ac:spMkLst>
        </pc:spChg>
      </pc:sldChg>
      <pc:sldChg chg="modSp mod">
        <pc:chgData name="John Eapen" userId="9cf0b647cab1cc0d" providerId="LiveId" clId="{3DD828AA-E2DD-4B0D-8C9D-3698B9B1CFB1}" dt="2025-03-01T02:29:16.445" v="724" actId="20577"/>
        <pc:sldMkLst>
          <pc:docMk/>
          <pc:sldMk cId="757515522" sldId="2148"/>
        </pc:sldMkLst>
        <pc:spChg chg="mod">
          <ac:chgData name="John Eapen" userId="9cf0b647cab1cc0d" providerId="LiveId" clId="{3DD828AA-E2DD-4B0D-8C9D-3698B9B1CFB1}" dt="2025-03-01T02:27:57.067" v="709" actId="20577"/>
          <ac:spMkLst>
            <pc:docMk/>
            <pc:sldMk cId="757515522" sldId="2148"/>
            <ac:spMk id="2" creationId="{6C40B44B-FAFB-7C2A-D7F6-4D769874124C}"/>
          </ac:spMkLst>
        </pc:spChg>
        <pc:spChg chg="mod">
          <ac:chgData name="John Eapen" userId="9cf0b647cab1cc0d" providerId="LiveId" clId="{3DD828AA-E2DD-4B0D-8C9D-3698B9B1CFB1}" dt="2025-03-01T02:28:23.606" v="711" actId="255"/>
          <ac:spMkLst>
            <pc:docMk/>
            <pc:sldMk cId="757515522" sldId="2148"/>
            <ac:spMk id="3" creationId="{04F47305-D779-90C0-F1CA-5EB8E48C1B1C}"/>
          </ac:spMkLst>
        </pc:spChg>
        <pc:spChg chg="mod">
          <ac:chgData name="John Eapen" userId="9cf0b647cab1cc0d" providerId="LiveId" clId="{3DD828AA-E2DD-4B0D-8C9D-3698B9B1CFB1}" dt="2025-03-01T02:28:09.563" v="710" actId="255"/>
          <ac:spMkLst>
            <pc:docMk/>
            <pc:sldMk cId="757515522" sldId="2148"/>
            <ac:spMk id="4" creationId="{A2D96F37-72BF-0807-5B96-569A4F5B888D}"/>
          </ac:spMkLst>
        </pc:spChg>
        <pc:spChg chg="mod">
          <ac:chgData name="John Eapen" userId="9cf0b647cab1cc0d" providerId="LiveId" clId="{3DD828AA-E2DD-4B0D-8C9D-3698B9B1CFB1}" dt="2025-03-01T02:29:16.445" v="724" actId="20577"/>
          <ac:spMkLst>
            <pc:docMk/>
            <pc:sldMk cId="757515522" sldId="2148"/>
            <ac:spMk id="5" creationId="{41EC1324-87A2-432A-C2F7-79807DBEF408}"/>
          </ac:spMkLst>
        </pc:spChg>
      </pc:sldChg>
      <pc:sldChg chg="modSp mod">
        <pc:chgData name="John Eapen" userId="9cf0b647cab1cc0d" providerId="LiveId" clId="{3DD828AA-E2DD-4B0D-8C9D-3698B9B1CFB1}" dt="2025-03-01T02:33:06.947" v="776" actId="255"/>
        <pc:sldMkLst>
          <pc:docMk/>
          <pc:sldMk cId="1284974600" sldId="2149"/>
        </pc:sldMkLst>
        <pc:spChg chg="mod">
          <ac:chgData name="John Eapen" userId="9cf0b647cab1cc0d" providerId="LiveId" clId="{3DD828AA-E2DD-4B0D-8C9D-3698B9B1CFB1}" dt="2025-03-01T02:32:40.502" v="774" actId="20577"/>
          <ac:spMkLst>
            <pc:docMk/>
            <pc:sldMk cId="1284974600" sldId="2149"/>
            <ac:spMk id="2" creationId="{7FE070B0-C9CE-286C-8A1A-6B7093D731B8}"/>
          </ac:spMkLst>
        </pc:spChg>
        <pc:spChg chg="mod">
          <ac:chgData name="John Eapen" userId="9cf0b647cab1cc0d" providerId="LiveId" clId="{3DD828AA-E2DD-4B0D-8C9D-3698B9B1CFB1}" dt="2025-03-01T02:33:06.947" v="776" actId="255"/>
          <ac:spMkLst>
            <pc:docMk/>
            <pc:sldMk cId="1284974600" sldId="2149"/>
            <ac:spMk id="3" creationId="{6A3860CF-A563-AE79-C92A-4587D5332499}"/>
          </ac:spMkLst>
        </pc:spChg>
        <pc:spChg chg="mod">
          <ac:chgData name="John Eapen" userId="9cf0b647cab1cc0d" providerId="LiveId" clId="{3DD828AA-E2DD-4B0D-8C9D-3698B9B1CFB1}" dt="2025-03-01T02:32:57.525" v="775" actId="255"/>
          <ac:spMkLst>
            <pc:docMk/>
            <pc:sldMk cId="1284974600" sldId="2149"/>
            <ac:spMk id="4" creationId="{67CC7763-97B4-F9C6-8030-0A2BECE200A5}"/>
          </ac:spMkLst>
        </pc:spChg>
        <pc:spChg chg="mod">
          <ac:chgData name="John Eapen" userId="9cf0b647cab1cc0d" providerId="LiveId" clId="{3DD828AA-E2DD-4B0D-8C9D-3698B9B1CFB1}" dt="2025-03-01T02:32:31.040" v="770" actId="20577"/>
          <ac:spMkLst>
            <pc:docMk/>
            <pc:sldMk cId="1284974600" sldId="2149"/>
            <ac:spMk id="5" creationId="{417CC427-B7DF-4F58-D307-B248B6633DD1}"/>
          </ac:spMkLst>
        </pc:spChg>
      </pc:sldChg>
      <pc:sldChg chg="modSp mod">
        <pc:chgData name="John Eapen" userId="9cf0b647cab1cc0d" providerId="LiveId" clId="{3DD828AA-E2DD-4B0D-8C9D-3698B9B1CFB1}" dt="2025-03-01T02:36:51.617" v="837" actId="255"/>
        <pc:sldMkLst>
          <pc:docMk/>
          <pc:sldMk cId="45099914" sldId="2150"/>
        </pc:sldMkLst>
        <pc:spChg chg="mod">
          <ac:chgData name="John Eapen" userId="9cf0b647cab1cc0d" providerId="LiveId" clId="{3DD828AA-E2DD-4B0D-8C9D-3698B9B1CFB1}" dt="2025-03-01T02:36:28.650" v="834" actId="20577"/>
          <ac:spMkLst>
            <pc:docMk/>
            <pc:sldMk cId="45099914" sldId="2150"/>
            <ac:spMk id="2" creationId="{33C06898-F0D9-8066-2D38-D5F52CCAFFE5}"/>
          </ac:spMkLst>
        </pc:spChg>
        <pc:spChg chg="mod">
          <ac:chgData name="John Eapen" userId="9cf0b647cab1cc0d" providerId="LiveId" clId="{3DD828AA-E2DD-4B0D-8C9D-3698B9B1CFB1}" dt="2025-03-01T02:36:37.189" v="835" actId="255"/>
          <ac:spMkLst>
            <pc:docMk/>
            <pc:sldMk cId="45099914" sldId="2150"/>
            <ac:spMk id="3" creationId="{FBDCC454-2CB9-9F94-7EF6-FE9D9DD31DC7}"/>
          </ac:spMkLst>
        </pc:spChg>
        <pc:spChg chg="mod">
          <ac:chgData name="John Eapen" userId="9cf0b647cab1cc0d" providerId="LiveId" clId="{3DD828AA-E2DD-4B0D-8C9D-3698B9B1CFB1}" dt="2025-03-01T02:36:51.617" v="837" actId="255"/>
          <ac:spMkLst>
            <pc:docMk/>
            <pc:sldMk cId="45099914" sldId="2150"/>
            <ac:spMk id="5" creationId="{F372272E-D5B8-23AB-4FE3-A8A69AF23326}"/>
          </ac:spMkLst>
        </pc:spChg>
        <pc:spChg chg="mod">
          <ac:chgData name="John Eapen" userId="9cf0b647cab1cc0d" providerId="LiveId" clId="{3DD828AA-E2DD-4B0D-8C9D-3698B9B1CFB1}" dt="2025-03-01T02:36:20.856" v="830" actId="20577"/>
          <ac:spMkLst>
            <pc:docMk/>
            <pc:sldMk cId="45099914" sldId="2150"/>
            <ac:spMk id="13" creationId="{8FF37829-AB8E-D34C-DB65-84C67F997798}"/>
          </ac:spMkLst>
        </pc:spChg>
      </pc:sldChg>
      <pc:sldChg chg="modSp mod">
        <pc:chgData name="John Eapen" userId="9cf0b647cab1cc0d" providerId="LiveId" clId="{3DD828AA-E2DD-4B0D-8C9D-3698B9B1CFB1}" dt="2025-03-01T03:03:01.452" v="1109" actId="20577"/>
        <pc:sldMkLst>
          <pc:docMk/>
          <pc:sldMk cId="2784931821" sldId="2151"/>
        </pc:sldMkLst>
        <pc:spChg chg="mod">
          <ac:chgData name="John Eapen" userId="9cf0b647cab1cc0d" providerId="LiveId" clId="{3DD828AA-E2DD-4B0D-8C9D-3698B9B1CFB1}" dt="2025-03-01T02:37:59.085" v="864" actId="20577"/>
          <ac:spMkLst>
            <pc:docMk/>
            <pc:sldMk cId="2784931821" sldId="2151"/>
            <ac:spMk id="2" creationId="{02DEE191-1B93-A9FF-4BAA-FA5EF59CA6A6}"/>
          </ac:spMkLst>
        </pc:spChg>
        <pc:spChg chg="mod">
          <ac:chgData name="John Eapen" userId="9cf0b647cab1cc0d" providerId="LiveId" clId="{3DD828AA-E2DD-4B0D-8C9D-3698B9B1CFB1}" dt="2025-03-01T03:03:01.452" v="1109" actId="20577"/>
          <ac:spMkLst>
            <pc:docMk/>
            <pc:sldMk cId="2784931821" sldId="2151"/>
            <ac:spMk id="3" creationId="{B67E13E3-B097-52B0-4B54-CFDB708B34A8}"/>
          </ac:spMkLst>
        </pc:spChg>
        <pc:spChg chg="mod">
          <ac:chgData name="John Eapen" userId="9cf0b647cab1cc0d" providerId="LiveId" clId="{3DD828AA-E2DD-4B0D-8C9D-3698B9B1CFB1}" dt="2025-03-01T02:38:13.797" v="866" actId="255"/>
          <ac:spMkLst>
            <pc:docMk/>
            <pc:sldMk cId="2784931821" sldId="2151"/>
            <ac:spMk id="5" creationId="{F3E18DA8-69C7-DAE8-B0AF-8F669DFAEC9D}"/>
          </ac:spMkLst>
        </pc:spChg>
        <pc:spChg chg="mod">
          <ac:chgData name="John Eapen" userId="9cf0b647cab1cc0d" providerId="LiveId" clId="{3DD828AA-E2DD-4B0D-8C9D-3698B9B1CFB1}" dt="2025-03-01T02:37:54.191" v="860" actId="20577"/>
          <ac:spMkLst>
            <pc:docMk/>
            <pc:sldMk cId="2784931821" sldId="2151"/>
            <ac:spMk id="13" creationId="{7300269F-7156-31D3-12D3-82BF605FF24C}"/>
          </ac:spMkLst>
        </pc:spChg>
      </pc:sldChg>
      <pc:sldChg chg="modSp mod">
        <pc:chgData name="John Eapen" userId="9cf0b647cab1cc0d" providerId="LiveId" clId="{3DD828AA-E2DD-4B0D-8C9D-3698B9B1CFB1}" dt="2025-03-01T02:40:25.427" v="888" actId="255"/>
        <pc:sldMkLst>
          <pc:docMk/>
          <pc:sldMk cId="3898120243" sldId="2152"/>
        </pc:sldMkLst>
        <pc:spChg chg="mod">
          <ac:chgData name="John Eapen" userId="9cf0b647cab1cc0d" providerId="LiveId" clId="{3DD828AA-E2DD-4B0D-8C9D-3698B9B1CFB1}" dt="2025-03-01T02:38:54.888" v="880" actId="20577"/>
          <ac:spMkLst>
            <pc:docMk/>
            <pc:sldMk cId="3898120243" sldId="2152"/>
            <ac:spMk id="2" creationId="{FB706844-AFC4-C01F-6D5B-89C5D4786D22}"/>
          </ac:spMkLst>
        </pc:spChg>
        <pc:spChg chg="mod">
          <ac:chgData name="John Eapen" userId="9cf0b647cab1cc0d" providerId="LiveId" clId="{3DD828AA-E2DD-4B0D-8C9D-3698B9B1CFB1}" dt="2025-03-01T02:40:13.965" v="887" actId="255"/>
          <ac:spMkLst>
            <pc:docMk/>
            <pc:sldMk cId="3898120243" sldId="2152"/>
            <ac:spMk id="3" creationId="{8428B067-088E-D552-E20E-9D5A17DFDCDA}"/>
          </ac:spMkLst>
        </pc:spChg>
        <pc:spChg chg="mod">
          <ac:chgData name="John Eapen" userId="9cf0b647cab1cc0d" providerId="LiveId" clId="{3DD828AA-E2DD-4B0D-8C9D-3698B9B1CFB1}" dt="2025-03-01T02:40:25.427" v="888" actId="255"/>
          <ac:spMkLst>
            <pc:docMk/>
            <pc:sldMk cId="3898120243" sldId="2152"/>
            <ac:spMk id="5" creationId="{F4240DA9-D575-59A9-0DD8-B8FFC078CA74}"/>
          </ac:spMkLst>
        </pc:spChg>
        <pc:spChg chg="mod">
          <ac:chgData name="John Eapen" userId="9cf0b647cab1cc0d" providerId="LiveId" clId="{3DD828AA-E2DD-4B0D-8C9D-3698B9B1CFB1}" dt="2025-03-01T02:40:05.785" v="886" actId="20577"/>
          <ac:spMkLst>
            <pc:docMk/>
            <pc:sldMk cId="3898120243" sldId="2152"/>
            <ac:spMk id="13" creationId="{896888EB-287E-1222-5315-C54679658BC5}"/>
          </ac:spMkLst>
        </pc:spChg>
      </pc:sldChg>
      <pc:sldChg chg="modSp mod">
        <pc:chgData name="John Eapen" userId="9cf0b647cab1cc0d" providerId="LiveId" clId="{3DD828AA-E2DD-4B0D-8C9D-3698B9B1CFB1}" dt="2025-03-01T02:41:11.373" v="900" actId="255"/>
        <pc:sldMkLst>
          <pc:docMk/>
          <pc:sldMk cId="445725138" sldId="2153"/>
        </pc:sldMkLst>
        <pc:spChg chg="mod">
          <ac:chgData name="John Eapen" userId="9cf0b647cab1cc0d" providerId="LiveId" clId="{3DD828AA-E2DD-4B0D-8C9D-3698B9B1CFB1}" dt="2025-03-01T02:40:55.069" v="898" actId="20577"/>
          <ac:spMkLst>
            <pc:docMk/>
            <pc:sldMk cId="445725138" sldId="2153"/>
            <ac:spMk id="2" creationId="{BD4E450B-C1DB-7998-208A-F0682E200547}"/>
          </ac:spMkLst>
        </pc:spChg>
        <pc:spChg chg="mod">
          <ac:chgData name="John Eapen" userId="9cf0b647cab1cc0d" providerId="LiveId" clId="{3DD828AA-E2DD-4B0D-8C9D-3698B9B1CFB1}" dt="2025-03-01T02:41:11.373" v="900" actId="255"/>
          <ac:spMkLst>
            <pc:docMk/>
            <pc:sldMk cId="445725138" sldId="2153"/>
            <ac:spMk id="5" creationId="{C77EDDBD-5A5F-209E-62CC-7DD37B2929BB}"/>
          </ac:spMkLst>
        </pc:spChg>
        <pc:spChg chg="mod">
          <ac:chgData name="John Eapen" userId="9cf0b647cab1cc0d" providerId="LiveId" clId="{3DD828AA-E2DD-4B0D-8C9D-3698B9B1CFB1}" dt="2025-03-01T02:40:49.358" v="894" actId="20577"/>
          <ac:spMkLst>
            <pc:docMk/>
            <pc:sldMk cId="445725138" sldId="2153"/>
            <ac:spMk id="13" creationId="{3DA13190-A984-AAB4-FA89-E6FA7A870329}"/>
          </ac:spMkLst>
        </pc:spChg>
      </pc:sldChg>
      <pc:sldChg chg="modSp mod">
        <pc:chgData name="John Eapen" userId="9cf0b647cab1cc0d" providerId="LiveId" clId="{3DD828AA-E2DD-4B0D-8C9D-3698B9B1CFB1}" dt="2025-03-01T02:43:09.629" v="916" actId="14100"/>
        <pc:sldMkLst>
          <pc:docMk/>
          <pc:sldMk cId="3476629669" sldId="2154"/>
        </pc:sldMkLst>
        <pc:spChg chg="mod">
          <ac:chgData name="John Eapen" userId="9cf0b647cab1cc0d" providerId="LiveId" clId="{3DD828AA-E2DD-4B0D-8C9D-3698B9B1CFB1}" dt="2025-03-01T02:42:05.055" v="910" actId="20577"/>
          <ac:spMkLst>
            <pc:docMk/>
            <pc:sldMk cId="3476629669" sldId="2154"/>
            <ac:spMk id="2" creationId="{99D82246-B09C-335F-BF2A-9D9D0AE4E519}"/>
          </ac:spMkLst>
        </pc:spChg>
        <pc:spChg chg="mod">
          <ac:chgData name="John Eapen" userId="9cf0b647cab1cc0d" providerId="LiveId" clId="{3DD828AA-E2DD-4B0D-8C9D-3698B9B1CFB1}" dt="2025-03-01T02:42:40.452" v="913" actId="1076"/>
          <ac:spMkLst>
            <pc:docMk/>
            <pc:sldMk cId="3476629669" sldId="2154"/>
            <ac:spMk id="3" creationId="{F0CD5C5D-0AE0-71AE-A4C7-5BDCF81E568C}"/>
          </ac:spMkLst>
        </pc:spChg>
        <pc:spChg chg="mod">
          <ac:chgData name="John Eapen" userId="9cf0b647cab1cc0d" providerId="LiveId" clId="{3DD828AA-E2DD-4B0D-8C9D-3698B9B1CFB1}" dt="2025-03-01T02:43:09.629" v="916" actId="14100"/>
          <ac:spMkLst>
            <pc:docMk/>
            <pc:sldMk cId="3476629669" sldId="2154"/>
            <ac:spMk id="5" creationId="{DA5CC576-553D-9560-993A-90AD6D42007E}"/>
          </ac:spMkLst>
        </pc:spChg>
        <pc:spChg chg="mod">
          <ac:chgData name="John Eapen" userId="9cf0b647cab1cc0d" providerId="LiveId" clId="{3DD828AA-E2DD-4B0D-8C9D-3698B9B1CFB1}" dt="2025-03-01T02:41:32.473" v="906" actId="20577"/>
          <ac:spMkLst>
            <pc:docMk/>
            <pc:sldMk cId="3476629669" sldId="2154"/>
            <ac:spMk id="13" creationId="{F512DC11-8BC3-807B-8594-C6B28B5BEE80}"/>
          </ac:spMkLst>
        </pc:spChg>
      </pc:sldChg>
      <pc:sldChg chg="modSp mod">
        <pc:chgData name="John Eapen" userId="9cf0b647cab1cc0d" providerId="LiveId" clId="{3DD828AA-E2DD-4B0D-8C9D-3698B9B1CFB1}" dt="2025-03-01T02:44:13.805" v="933" actId="14100"/>
        <pc:sldMkLst>
          <pc:docMk/>
          <pc:sldMk cId="1370246591" sldId="2155"/>
        </pc:sldMkLst>
        <pc:spChg chg="mod">
          <ac:chgData name="John Eapen" userId="9cf0b647cab1cc0d" providerId="LiveId" clId="{3DD828AA-E2DD-4B0D-8C9D-3698B9B1CFB1}" dt="2025-03-01T02:43:36.981" v="928" actId="20577"/>
          <ac:spMkLst>
            <pc:docMk/>
            <pc:sldMk cId="1370246591" sldId="2155"/>
            <ac:spMk id="2" creationId="{F0303BDB-CC90-53E0-B335-429B250404FE}"/>
          </ac:spMkLst>
        </pc:spChg>
        <pc:spChg chg="mod">
          <ac:chgData name="John Eapen" userId="9cf0b647cab1cc0d" providerId="LiveId" clId="{3DD828AA-E2DD-4B0D-8C9D-3698B9B1CFB1}" dt="2025-03-01T02:43:56.235" v="931" actId="255"/>
          <ac:spMkLst>
            <pc:docMk/>
            <pc:sldMk cId="1370246591" sldId="2155"/>
            <ac:spMk id="3" creationId="{92033D1C-9516-596D-6D57-23060083E1AC}"/>
          </ac:spMkLst>
        </pc:spChg>
        <pc:spChg chg="mod">
          <ac:chgData name="John Eapen" userId="9cf0b647cab1cc0d" providerId="LiveId" clId="{3DD828AA-E2DD-4B0D-8C9D-3698B9B1CFB1}" dt="2025-03-01T02:44:13.805" v="933" actId="14100"/>
          <ac:spMkLst>
            <pc:docMk/>
            <pc:sldMk cId="1370246591" sldId="2155"/>
            <ac:spMk id="5" creationId="{23F86208-7004-0A64-F64F-D4AC3EAB5108}"/>
          </ac:spMkLst>
        </pc:spChg>
        <pc:spChg chg="mod">
          <ac:chgData name="John Eapen" userId="9cf0b647cab1cc0d" providerId="LiveId" clId="{3DD828AA-E2DD-4B0D-8C9D-3698B9B1CFB1}" dt="2025-03-01T02:43:29.181" v="924" actId="20577"/>
          <ac:spMkLst>
            <pc:docMk/>
            <pc:sldMk cId="1370246591" sldId="2155"/>
            <ac:spMk id="13" creationId="{C9BEC463-DA51-DF51-32D8-5FD7551FCBE9}"/>
          </ac:spMkLst>
        </pc:spChg>
      </pc:sldChg>
      <pc:sldChg chg="modSp mod">
        <pc:chgData name="John Eapen" userId="9cf0b647cab1cc0d" providerId="LiveId" clId="{3DD828AA-E2DD-4B0D-8C9D-3698B9B1CFB1}" dt="2025-03-01T02:46:58.549" v="957" actId="255"/>
        <pc:sldMkLst>
          <pc:docMk/>
          <pc:sldMk cId="583353319" sldId="2156"/>
        </pc:sldMkLst>
        <pc:spChg chg="mod">
          <ac:chgData name="John Eapen" userId="9cf0b647cab1cc0d" providerId="LiveId" clId="{3DD828AA-E2DD-4B0D-8C9D-3698B9B1CFB1}" dt="2025-03-01T02:46:50.951" v="956" actId="255"/>
          <ac:spMkLst>
            <pc:docMk/>
            <pc:sldMk cId="583353319" sldId="2156"/>
            <ac:spMk id="3" creationId="{4083B9A5-281C-3F97-EF31-496CBF23BC7D}"/>
          </ac:spMkLst>
        </pc:spChg>
        <pc:spChg chg="mod">
          <ac:chgData name="John Eapen" userId="9cf0b647cab1cc0d" providerId="LiveId" clId="{3DD828AA-E2DD-4B0D-8C9D-3698B9B1CFB1}" dt="2025-03-01T02:46:36.987" v="955" actId="20577"/>
          <ac:spMkLst>
            <pc:docMk/>
            <pc:sldMk cId="583353319" sldId="2156"/>
            <ac:spMk id="4" creationId="{9F39BBE7-EC42-0DAE-2682-96E7029B3BAD}"/>
          </ac:spMkLst>
        </pc:spChg>
        <pc:spChg chg="mod">
          <ac:chgData name="John Eapen" userId="9cf0b647cab1cc0d" providerId="LiveId" clId="{3DD828AA-E2DD-4B0D-8C9D-3698B9B1CFB1}" dt="2025-03-01T02:46:58.549" v="957" actId="255"/>
          <ac:spMkLst>
            <pc:docMk/>
            <pc:sldMk cId="583353319" sldId="2156"/>
            <ac:spMk id="5" creationId="{C9D4E3AF-9B7B-2A9C-A8D1-1E8A462A8619}"/>
          </ac:spMkLst>
        </pc:spChg>
      </pc:sldChg>
      <pc:sldChg chg="modSp mod">
        <pc:chgData name="John Eapen" userId="9cf0b647cab1cc0d" providerId="LiveId" clId="{3DD828AA-E2DD-4B0D-8C9D-3698B9B1CFB1}" dt="2025-03-01T02:48:00.422" v="972" actId="255"/>
        <pc:sldMkLst>
          <pc:docMk/>
          <pc:sldMk cId="678598712" sldId="2157"/>
        </pc:sldMkLst>
        <pc:spChg chg="mod">
          <ac:chgData name="John Eapen" userId="9cf0b647cab1cc0d" providerId="LiveId" clId="{3DD828AA-E2DD-4B0D-8C9D-3698B9B1CFB1}" dt="2025-03-01T02:47:34.606" v="967" actId="20577"/>
          <ac:spMkLst>
            <pc:docMk/>
            <pc:sldMk cId="678598712" sldId="2157"/>
            <ac:spMk id="2" creationId="{5D3FA9BD-EC81-6D3C-3280-FE870CEFC66C}"/>
          </ac:spMkLst>
        </pc:spChg>
        <pc:spChg chg="mod">
          <ac:chgData name="John Eapen" userId="9cf0b647cab1cc0d" providerId="LiveId" clId="{3DD828AA-E2DD-4B0D-8C9D-3698B9B1CFB1}" dt="2025-03-01T02:48:00.422" v="972" actId="255"/>
          <ac:spMkLst>
            <pc:docMk/>
            <pc:sldMk cId="678598712" sldId="2157"/>
            <ac:spMk id="3" creationId="{40B7CECC-010E-26C3-325E-BC5B96403ACF}"/>
          </ac:spMkLst>
        </pc:spChg>
        <pc:spChg chg="mod">
          <ac:chgData name="John Eapen" userId="9cf0b647cab1cc0d" providerId="LiveId" clId="{3DD828AA-E2DD-4B0D-8C9D-3698B9B1CFB1}" dt="2025-03-01T02:47:19.117" v="963" actId="20577"/>
          <ac:spMkLst>
            <pc:docMk/>
            <pc:sldMk cId="678598712" sldId="2157"/>
            <ac:spMk id="4" creationId="{4CDA4C8B-5B13-C96C-9440-23E4705B2476}"/>
          </ac:spMkLst>
        </pc:spChg>
        <pc:spChg chg="mod">
          <ac:chgData name="John Eapen" userId="9cf0b647cab1cc0d" providerId="LiveId" clId="{3DD828AA-E2DD-4B0D-8C9D-3698B9B1CFB1}" dt="2025-03-01T02:47:49.926" v="970" actId="255"/>
          <ac:spMkLst>
            <pc:docMk/>
            <pc:sldMk cId="678598712" sldId="2157"/>
            <ac:spMk id="7" creationId="{E13B5A3B-C921-46AC-B6B6-8C73C20AF8D0}"/>
          </ac:spMkLst>
        </pc:spChg>
      </pc:sldChg>
      <pc:sldChg chg="modSp mod">
        <pc:chgData name="John Eapen" userId="9cf0b647cab1cc0d" providerId="LiveId" clId="{3DD828AA-E2DD-4B0D-8C9D-3698B9B1CFB1}" dt="2025-03-01T02:51:00.178" v="993" actId="20577"/>
        <pc:sldMkLst>
          <pc:docMk/>
          <pc:sldMk cId="4022068333" sldId="2158"/>
        </pc:sldMkLst>
        <pc:spChg chg="mod">
          <ac:chgData name="John Eapen" userId="9cf0b647cab1cc0d" providerId="LiveId" clId="{3DD828AA-E2DD-4B0D-8C9D-3698B9B1CFB1}" dt="2025-03-01T02:50:26.101" v="988" actId="20577"/>
          <ac:spMkLst>
            <pc:docMk/>
            <pc:sldMk cId="4022068333" sldId="2158"/>
            <ac:spMk id="2" creationId="{8F4A3083-3B77-3F5F-1D43-E9BC134E3058}"/>
          </ac:spMkLst>
        </pc:spChg>
        <pc:spChg chg="mod">
          <ac:chgData name="John Eapen" userId="9cf0b647cab1cc0d" providerId="LiveId" clId="{3DD828AA-E2DD-4B0D-8C9D-3698B9B1CFB1}" dt="2025-03-01T02:51:00.178" v="993" actId="20577"/>
          <ac:spMkLst>
            <pc:docMk/>
            <pc:sldMk cId="4022068333" sldId="2158"/>
            <ac:spMk id="3" creationId="{B10511C0-98F9-9896-2692-BF0028604602}"/>
          </ac:spMkLst>
        </pc:spChg>
        <pc:spChg chg="mod">
          <ac:chgData name="John Eapen" userId="9cf0b647cab1cc0d" providerId="LiveId" clId="{3DD828AA-E2DD-4B0D-8C9D-3698B9B1CFB1}" dt="2025-03-01T02:50:16.543" v="984" actId="20577"/>
          <ac:spMkLst>
            <pc:docMk/>
            <pc:sldMk cId="4022068333" sldId="2158"/>
            <ac:spMk id="4" creationId="{B40B473E-2CF5-DA2E-B59E-0B0DEBD34843}"/>
          </ac:spMkLst>
        </pc:spChg>
        <pc:spChg chg="mod">
          <ac:chgData name="John Eapen" userId="9cf0b647cab1cc0d" providerId="LiveId" clId="{3DD828AA-E2DD-4B0D-8C9D-3698B9B1CFB1}" dt="2025-03-01T02:50:40.985" v="990" actId="255"/>
          <ac:spMkLst>
            <pc:docMk/>
            <pc:sldMk cId="4022068333" sldId="2158"/>
            <ac:spMk id="7" creationId="{CB571ECC-BA19-9AF8-D57B-760E3B14BA49}"/>
          </ac:spMkLst>
        </pc:spChg>
      </pc:sldChg>
      <pc:sldChg chg="modSp mod">
        <pc:chgData name="John Eapen" userId="9cf0b647cab1cc0d" providerId="LiveId" clId="{3DD828AA-E2DD-4B0D-8C9D-3698B9B1CFB1}" dt="2025-03-01T02:51:56.699" v="1007" actId="255"/>
        <pc:sldMkLst>
          <pc:docMk/>
          <pc:sldMk cId="4016058205" sldId="2159"/>
        </pc:sldMkLst>
        <pc:spChg chg="mod">
          <ac:chgData name="John Eapen" userId="9cf0b647cab1cc0d" providerId="LiveId" clId="{3DD828AA-E2DD-4B0D-8C9D-3698B9B1CFB1}" dt="2025-03-01T02:51:31.805" v="1003" actId="20577"/>
          <ac:spMkLst>
            <pc:docMk/>
            <pc:sldMk cId="4016058205" sldId="2159"/>
            <ac:spMk id="2" creationId="{FAFA9D2A-D9A3-539B-D953-52C4029AFC87}"/>
          </ac:spMkLst>
        </pc:spChg>
        <pc:spChg chg="mod">
          <ac:chgData name="John Eapen" userId="9cf0b647cab1cc0d" providerId="LiveId" clId="{3DD828AA-E2DD-4B0D-8C9D-3698B9B1CFB1}" dt="2025-03-01T02:51:56.699" v="1007" actId="255"/>
          <ac:spMkLst>
            <pc:docMk/>
            <pc:sldMk cId="4016058205" sldId="2159"/>
            <ac:spMk id="3" creationId="{0F8CDC3D-9E0F-F6D1-8C71-B0BC3F1F554C}"/>
          </ac:spMkLst>
        </pc:spChg>
        <pc:spChg chg="mod">
          <ac:chgData name="John Eapen" userId="9cf0b647cab1cc0d" providerId="LiveId" clId="{3DD828AA-E2DD-4B0D-8C9D-3698B9B1CFB1}" dt="2025-03-01T02:51:25.464" v="999" actId="20577"/>
          <ac:spMkLst>
            <pc:docMk/>
            <pc:sldMk cId="4016058205" sldId="2159"/>
            <ac:spMk id="4" creationId="{FEB2B459-7FA4-3273-4359-406A584554E5}"/>
          </ac:spMkLst>
        </pc:spChg>
        <pc:spChg chg="mod">
          <ac:chgData name="John Eapen" userId="9cf0b647cab1cc0d" providerId="LiveId" clId="{3DD828AA-E2DD-4B0D-8C9D-3698B9B1CFB1}" dt="2025-03-01T02:51:43.289" v="1005" actId="255"/>
          <ac:spMkLst>
            <pc:docMk/>
            <pc:sldMk cId="4016058205" sldId="2159"/>
            <ac:spMk id="7" creationId="{49C783E7-6FEF-25DB-1280-45ECE7A81E62}"/>
          </ac:spMkLst>
        </pc:spChg>
      </pc:sldChg>
      <pc:sldChg chg="modSp mod">
        <pc:chgData name="John Eapen" userId="9cf0b647cab1cc0d" providerId="LiveId" clId="{3DD828AA-E2DD-4B0D-8C9D-3698B9B1CFB1}" dt="2025-03-01T02:54:35.592" v="1050" actId="20577"/>
        <pc:sldMkLst>
          <pc:docMk/>
          <pc:sldMk cId="2246876707" sldId="2160"/>
        </pc:sldMkLst>
        <pc:spChg chg="mod">
          <ac:chgData name="John Eapen" userId="9cf0b647cab1cc0d" providerId="LiveId" clId="{3DD828AA-E2DD-4B0D-8C9D-3698B9B1CFB1}" dt="2025-03-01T02:54:35.592" v="1050" actId="20577"/>
          <ac:spMkLst>
            <pc:docMk/>
            <pc:sldMk cId="2246876707" sldId="2160"/>
            <ac:spMk id="2" creationId="{FF03C755-1B18-6C25-1825-BE8C3E354BEB}"/>
          </ac:spMkLst>
        </pc:spChg>
        <pc:spChg chg="mod">
          <ac:chgData name="John Eapen" userId="9cf0b647cab1cc0d" providerId="LiveId" clId="{3DD828AA-E2DD-4B0D-8C9D-3698B9B1CFB1}" dt="2025-03-01T02:54:06.385" v="1042" actId="20577"/>
          <ac:spMkLst>
            <pc:docMk/>
            <pc:sldMk cId="2246876707" sldId="2160"/>
            <ac:spMk id="4" creationId="{705C1480-73E4-F7FF-D9A6-6AD19A1959EB}"/>
          </ac:spMkLst>
        </pc:spChg>
        <pc:spChg chg="mod">
          <ac:chgData name="John Eapen" userId="9cf0b647cab1cc0d" providerId="LiveId" clId="{3DD828AA-E2DD-4B0D-8C9D-3698B9B1CFB1}" dt="2025-03-01T02:54:17.501" v="1044" actId="255"/>
          <ac:spMkLst>
            <pc:docMk/>
            <pc:sldMk cId="2246876707" sldId="2160"/>
            <ac:spMk id="5" creationId="{C78CBA64-1720-F46B-1EE3-2A1DE392A14B}"/>
          </ac:spMkLst>
        </pc:spChg>
        <pc:spChg chg="mod">
          <ac:chgData name="John Eapen" userId="9cf0b647cab1cc0d" providerId="LiveId" clId="{3DD828AA-E2DD-4B0D-8C9D-3698B9B1CFB1}" dt="2025-03-01T02:54:29.584" v="1046" actId="255"/>
          <ac:spMkLst>
            <pc:docMk/>
            <pc:sldMk cId="2246876707" sldId="2160"/>
            <ac:spMk id="7" creationId="{9B2E2FB9-D73F-6FB1-DC11-20B5F6479A7C}"/>
          </ac:spMkLst>
        </pc:spChg>
      </pc:sldChg>
      <pc:sldChg chg="modSp mod">
        <pc:chgData name="John Eapen" userId="9cf0b647cab1cc0d" providerId="LiveId" clId="{3DD828AA-E2DD-4B0D-8C9D-3698B9B1CFB1}" dt="2025-03-01T02:55:41.539" v="1064" actId="20577"/>
        <pc:sldMkLst>
          <pc:docMk/>
          <pc:sldMk cId="8563792" sldId="2161"/>
        </pc:sldMkLst>
        <pc:spChg chg="mod">
          <ac:chgData name="John Eapen" userId="9cf0b647cab1cc0d" providerId="LiveId" clId="{3DD828AA-E2DD-4B0D-8C9D-3698B9B1CFB1}" dt="2025-03-01T02:55:41.539" v="1064" actId="20577"/>
          <ac:spMkLst>
            <pc:docMk/>
            <pc:sldMk cId="8563792" sldId="2161"/>
            <ac:spMk id="2" creationId="{D60C0DD9-6D51-BDBB-C270-92562947F6DA}"/>
          </ac:spMkLst>
        </pc:spChg>
        <pc:spChg chg="mod">
          <ac:chgData name="John Eapen" userId="9cf0b647cab1cc0d" providerId="LiveId" clId="{3DD828AA-E2DD-4B0D-8C9D-3698B9B1CFB1}" dt="2025-03-01T02:55:02.283" v="1056" actId="20577"/>
          <ac:spMkLst>
            <pc:docMk/>
            <pc:sldMk cId="8563792" sldId="2161"/>
            <ac:spMk id="4" creationId="{3C86BF7B-9AED-4A56-0627-E425DD88C990}"/>
          </ac:spMkLst>
        </pc:spChg>
        <pc:spChg chg="mod">
          <ac:chgData name="John Eapen" userId="9cf0b647cab1cc0d" providerId="LiveId" clId="{3DD828AA-E2DD-4B0D-8C9D-3698B9B1CFB1}" dt="2025-03-01T02:55:14.847" v="1058" actId="255"/>
          <ac:spMkLst>
            <pc:docMk/>
            <pc:sldMk cId="8563792" sldId="2161"/>
            <ac:spMk id="5" creationId="{8492481B-444F-9B6E-6E1D-3F7F93A34F0D}"/>
          </ac:spMkLst>
        </pc:spChg>
        <pc:spChg chg="mod">
          <ac:chgData name="John Eapen" userId="9cf0b647cab1cc0d" providerId="LiveId" clId="{3DD828AA-E2DD-4B0D-8C9D-3698B9B1CFB1}" dt="2025-03-01T02:55:32.916" v="1060" actId="255"/>
          <ac:spMkLst>
            <pc:docMk/>
            <pc:sldMk cId="8563792" sldId="2161"/>
            <ac:spMk id="7" creationId="{A9A929B5-8FD2-B389-A23D-8BE9D4D76CFB}"/>
          </ac:spMkLst>
        </pc:spChg>
      </pc:sldChg>
      <pc:sldChg chg="modSp mod">
        <pc:chgData name="John Eapen" userId="9cf0b647cab1cc0d" providerId="LiveId" clId="{3DD828AA-E2DD-4B0D-8C9D-3698B9B1CFB1}" dt="2025-03-01T02:56:34.827" v="1081" actId="1076"/>
        <pc:sldMkLst>
          <pc:docMk/>
          <pc:sldMk cId="1861412710" sldId="2162"/>
        </pc:sldMkLst>
        <pc:spChg chg="mod">
          <ac:chgData name="John Eapen" userId="9cf0b647cab1cc0d" providerId="LiveId" clId="{3DD828AA-E2DD-4B0D-8C9D-3698B9B1CFB1}" dt="2025-03-01T02:56:00.322" v="1074" actId="20577"/>
          <ac:spMkLst>
            <pc:docMk/>
            <pc:sldMk cId="1861412710" sldId="2162"/>
            <ac:spMk id="2" creationId="{A27AA236-4FF5-5EB5-A186-69A5E20EF706}"/>
          </ac:spMkLst>
        </pc:spChg>
        <pc:spChg chg="mod">
          <ac:chgData name="John Eapen" userId="9cf0b647cab1cc0d" providerId="LiveId" clId="{3DD828AA-E2DD-4B0D-8C9D-3698B9B1CFB1}" dt="2025-03-01T02:55:56.374" v="1070" actId="20577"/>
          <ac:spMkLst>
            <pc:docMk/>
            <pc:sldMk cId="1861412710" sldId="2162"/>
            <ac:spMk id="4" creationId="{5A7C152E-E7FC-AD1E-DBB2-04807A4F9AC2}"/>
          </ac:spMkLst>
        </pc:spChg>
        <pc:spChg chg="mod">
          <ac:chgData name="John Eapen" userId="9cf0b647cab1cc0d" providerId="LiveId" clId="{3DD828AA-E2DD-4B0D-8C9D-3698B9B1CFB1}" dt="2025-03-01T02:56:15.329" v="1078" actId="255"/>
          <ac:spMkLst>
            <pc:docMk/>
            <pc:sldMk cId="1861412710" sldId="2162"/>
            <ac:spMk id="5" creationId="{776EE84B-6FE5-ECD3-EABE-3F7A365FD6D1}"/>
          </ac:spMkLst>
        </pc:spChg>
        <pc:spChg chg="mod">
          <ac:chgData name="John Eapen" userId="9cf0b647cab1cc0d" providerId="LiveId" clId="{3DD828AA-E2DD-4B0D-8C9D-3698B9B1CFB1}" dt="2025-03-01T02:56:34.827" v="1081" actId="1076"/>
          <ac:spMkLst>
            <pc:docMk/>
            <pc:sldMk cId="1861412710" sldId="2162"/>
            <ac:spMk id="7" creationId="{7FDC55C8-6A4D-32FB-FE50-D22FCE2375C1}"/>
          </ac:spMkLst>
        </pc:spChg>
      </pc:sldChg>
      <pc:sldChg chg="delSp modSp mod">
        <pc:chgData name="John Eapen" userId="9cf0b647cab1cc0d" providerId="LiveId" clId="{3DD828AA-E2DD-4B0D-8C9D-3698B9B1CFB1}" dt="2025-03-01T02:57:45.768" v="1091" actId="20577"/>
        <pc:sldMkLst>
          <pc:docMk/>
          <pc:sldMk cId="2290117312" sldId="2164"/>
        </pc:sldMkLst>
        <pc:spChg chg="mod">
          <ac:chgData name="John Eapen" userId="9cf0b647cab1cc0d" providerId="LiveId" clId="{3DD828AA-E2DD-4B0D-8C9D-3698B9B1CFB1}" dt="2025-03-01T02:57:45.768" v="1091" actId="20577"/>
          <ac:spMkLst>
            <pc:docMk/>
            <pc:sldMk cId="2290117312" sldId="2164"/>
            <ac:spMk id="2" creationId="{3941B67D-73DC-32D7-06D7-CDE5DEF8B890}"/>
          </ac:spMkLst>
        </pc:spChg>
        <pc:spChg chg="del mod">
          <ac:chgData name="John Eapen" userId="9cf0b647cab1cc0d" providerId="LiveId" clId="{3DD828AA-E2DD-4B0D-8C9D-3698B9B1CFB1}" dt="2025-03-01T02:57:05.836" v="1083" actId="478"/>
          <ac:spMkLst>
            <pc:docMk/>
            <pc:sldMk cId="2290117312" sldId="2164"/>
            <ac:spMk id="4" creationId="{94B39B33-0630-26D9-5448-0274DBDED68D}"/>
          </ac:spMkLst>
        </pc:spChg>
        <pc:spChg chg="mod">
          <ac:chgData name="John Eapen" userId="9cf0b647cab1cc0d" providerId="LiveId" clId="{3DD828AA-E2DD-4B0D-8C9D-3698B9B1CFB1}" dt="2025-03-01T02:57:15.582" v="1084" actId="255"/>
          <ac:spMkLst>
            <pc:docMk/>
            <pc:sldMk cId="2290117312" sldId="2164"/>
            <ac:spMk id="5" creationId="{C1D63327-77E4-7736-AF2F-2B8692D6A8AF}"/>
          </ac:spMkLst>
        </pc:spChg>
        <pc:spChg chg="mod">
          <ac:chgData name="John Eapen" userId="9cf0b647cab1cc0d" providerId="LiveId" clId="{3DD828AA-E2DD-4B0D-8C9D-3698B9B1CFB1}" dt="2025-03-01T02:57:26.863" v="1086" actId="255"/>
          <ac:spMkLst>
            <pc:docMk/>
            <pc:sldMk cId="2290117312" sldId="2164"/>
            <ac:spMk id="7" creationId="{5A87DD58-B98C-9CCF-56EB-80CBB94ED741}"/>
          </ac:spMkLst>
        </pc:spChg>
      </pc:sldChg>
      <pc:sldChg chg="modSp mod">
        <pc:chgData name="John Eapen" userId="9cf0b647cab1cc0d" providerId="LiveId" clId="{3DD828AA-E2DD-4B0D-8C9D-3698B9B1CFB1}" dt="2025-03-01T02:09:13.587" v="178" actId="20577"/>
        <pc:sldMkLst>
          <pc:docMk/>
          <pc:sldMk cId="3571860351" sldId="2168"/>
        </pc:sldMkLst>
        <pc:spChg chg="mod">
          <ac:chgData name="John Eapen" userId="9cf0b647cab1cc0d" providerId="LiveId" clId="{3DD828AA-E2DD-4B0D-8C9D-3698B9B1CFB1}" dt="2025-03-01T02:08:56.448" v="172" actId="207"/>
          <ac:spMkLst>
            <pc:docMk/>
            <pc:sldMk cId="3571860351" sldId="2168"/>
            <ac:spMk id="3" creationId="{701BB700-F42A-7269-E4E2-CAA31412824F}"/>
          </ac:spMkLst>
        </pc:spChg>
        <pc:spChg chg="mod">
          <ac:chgData name="John Eapen" userId="9cf0b647cab1cc0d" providerId="LiveId" clId="{3DD828AA-E2DD-4B0D-8C9D-3698B9B1CFB1}" dt="2025-03-01T02:09:13.587" v="178" actId="20577"/>
          <ac:spMkLst>
            <pc:docMk/>
            <pc:sldMk cId="3571860351" sldId="2168"/>
            <ac:spMk id="5" creationId="{2F90DE44-863D-2D6F-4C53-A214FD805F5F}"/>
          </ac:spMkLst>
        </pc:spChg>
      </pc:sldChg>
      <pc:sldChg chg="modSp mod">
        <pc:chgData name="John Eapen" userId="9cf0b647cab1cc0d" providerId="LiveId" clId="{3DD828AA-E2DD-4B0D-8C9D-3698B9B1CFB1}" dt="2025-03-01T02:10:20.267" v="190" actId="20577"/>
        <pc:sldMkLst>
          <pc:docMk/>
          <pc:sldMk cId="1540209709" sldId="2169"/>
        </pc:sldMkLst>
        <pc:spChg chg="mod">
          <ac:chgData name="John Eapen" userId="9cf0b647cab1cc0d" providerId="LiveId" clId="{3DD828AA-E2DD-4B0D-8C9D-3698B9B1CFB1}" dt="2025-03-01T02:10:06.527" v="186" actId="207"/>
          <ac:spMkLst>
            <pc:docMk/>
            <pc:sldMk cId="1540209709" sldId="2169"/>
            <ac:spMk id="3" creationId="{097CEC60-9C88-0321-0436-58FACAE13D4F}"/>
          </ac:spMkLst>
        </pc:spChg>
        <pc:spChg chg="mod">
          <ac:chgData name="John Eapen" userId="9cf0b647cab1cc0d" providerId="LiveId" clId="{3DD828AA-E2DD-4B0D-8C9D-3698B9B1CFB1}" dt="2025-03-01T02:09:49.411" v="184" actId="20577"/>
          <ac:spMkLst>
            <pc:docMk/>
            <pc:sldMk cId="1540209709" sldId="2169"/>
            <ac:spMk id="4" creationId="{97FD0547-0C79-91A9-34EA-487DF9F68E66}"/>
          </ac:spMkLst>
        </pc:spChg>
        <pc:spChg chg="mod">
          <ac:chgData name="John Eapen" userId="9cf0b647cab1cc0d" providerId="LiveId" clId="{3DD828AA-E2DD-4B0D-8C9D-3698B9B1CFB1}" dt="2025-03-01T02:10:20.267" v="190" actId="20577"/>
          <ac:spMkLst>
            <pc:docMk/>
            <pc:sldMk cId="1540209709" sldId="2169"/>
            <ac:spMk id="5" creationId="{E6AF22AA-E7EC-478E-17D3-5D3C3651B609}"/>
          </ac:spMkLst>
        </pc:spChg>
      </pc:sldChg>
      <pc:sldChg chg="modSp mod">
        <pc:chgData name="John Eapen" userId="9cf0b647cab1cc0d" providerId="LiveId" clId="{3DD828AA-E2DD-4B0D-8C9D-3698B9B1CFB1}" dt="2025-03-01T02:11:43.665" v="212" actId="20577"/>
        <pc:sldMkLst>
          <pc:docMk/>
          <pc:sldMk cId="2152743309" sldId="2170"/>
        </pc:sldMkLst>
        <pc:spChg chg="mod">
          <ac:chgData name="John Eapen" userId="9cf0b647cab1cc0d" providerId="LiveId" clId="{3DD828AA-E2DD-4B0D-8C9D-3698B9B1CFB1}" dt="2025-03-01T02:11:24.626" v="200" actId="207"/>
          <ac:spMkLst>
            <pc:docMk/>
            <pc:sldMk cId="2152743309" sldId="2170"/>
            <ac:spMk id="3" creationId="{497E09DA-08C5-D106-3ABD-8EE7C8F6AC67}"/>
          </ac:spMkLst>
        </pc:spChg>
        <pc:spChg chg="mod">
          <ac:chgData name="John Eapen" userId="9cf0b647cab1cc0d" providerId="LiveId" clId="{3DD828AA-E2DD-4B0D-8C9D-3698B9B1CFB1}" dt="2025-03-01T02:11:12.023" v="198" actId="20577"/>
          <ac:spMkLst>
            <pc:docMk/>
            <pc:sldMk cId="2152743309" sldId="2170"/>
            <ac:spMk id="4" creationId="{E754A482-4F2E-276F-C906-7163F0C4945C}"/>
          </ac:spMkLst>
        </pc:spChg>
        <pc:spChg chg="mod">
          <ac:chgData name="John Eapen" userId="9cf0b647cab1cc0d" providerId="LiveId" clId="{3DD828AA-E2DD-4B0D-8C9D-3698B9B1CFB1}" dt="2025-03-01T02:11:43.665" v="212" actId="20577"/>
          <ac:spMkLst>
            <pc:docMk/>
            <pc:sldMk cId="2152743309" sldId="2170"/>
            <ac:spMk id="5" creationId="{B0B4C218-E771-E622-35BB-CB27F931F404}"/>
          </ac:spMkLst>
        </pc:spChg>
      </pc:sldChg>
      <pc:sldChg chg="modSp mod">
        <pc:chgData name="John Eapen" userId="9cf0b647cab1cc0d" providerId="LiveId" clId="{3DD828AA-E2DD-4B0D-8C9D-3698B9B1CFB1}" dt="2025-03-01T02:14:54.477" v="236" actId="20577"/>
        <pc:sldMkLst>
          <pc:docMk/>
          <pc:sldMk cId="2201128824" sldId="2171"/>
        </pc:sldMkLst>
        <pc:spChg chg="mod">
          <ac:chgData name="John Eapen" userId="9cf0b647cab1cc0d" providerId="LiveId" clId="{3DD828AA-E2DD-4B0D-8C9D-3698B9B1CFB1}" dt="2025-03-01T02:14:41.023" v="232" actId="207"/>
          <ac:spMkLst>
            <pc:docMk/>
            <pc:sldMk cId="2201128824" sldId="2171"/>
            <ac:spMk id="3" creationId="{FCA4C0C1-EA2B-5AB1-C3DF-B152509C773D}"/>
          </ac:spMkLst>
        </pc:spChg>
        <pc:spChg chg="mod">
          <ac:chgData name="John Eapen" userId="9cf0b647cab1cc0d" providerId="LiveId" clId="{3DD828AA-E2DD-4B0D-8C9D-3698B9B1CFB1}" dt="2025-03-01T02:14:54.477" v="236" actId="20577"/>
          <ac:spMkLst>
            <pc:docMk/>
            <pc:sldMk cId="2201128824" sldId="2171"/>
            <ac:spMk id="4" creationId="{528F7448-C496-24D8-C88A-22B66248ECB4}"/>
          </ac:spMkLst>
        </pc:spChg>
      </pc:sldChg>
      <pc:sldChg chg="modSp mod">
        <pc:chgData name="John Eapen" userId="9cf0b647cab1cc0d" providerId="LiveId" clId="{3DD828AA-E2DD-4B0D-8C9D-3698B9B1CFB1}" dt="2025-03-01T02:16:10.329" v="258" actId="20577"/>
        <pc:sldMkLst>
          <pc:docMk/>
          <pc:sldMk cId="2424987550" sldId="2172"/>
        </pc:sldMkLst>
        <pc:spChg chg="mod">
          <ac:chgData name="John Eapen" userId="9cf0b647cab1cc0d" providerId="LiveId" clId="{3DD828AA-E2DD-4B0D-8C9D-3698B9B1CFB1}" dt="2025-03-01T02:16:00.478" v="252" actId="207"/>
          <ac:spMkLst>
            <pc:docMk/>
            <pc:sldMk cId="2424987550" sldId="2172"/>
            <ac:spMk id="3" creationId="{4A484702-893E-DE42-4B4D-AF8CF6874718}"/>
          </ac:spMkLst>
        </pc:spChg>
        <pc:spChg chg="mod">
          <ac:chgData name="John Eapen" userId="9cf0b647cab1cc0d" providerId="LiveId" clId="{3DD828AA-E2DD-4B0D-8C9D-3698B9B1CFB1}" dt="2025-03-01T02:16:06.555" v="256" actId="20577"/>
          <ac:spMkLst>
            <pc:docMk/>
            <pc:sldMk cId="2424987550" sldId="2172"/>
            <ac:spMk id="4" creationId="{8C2B8EB2-13AC-6F87-EF6A-E6389F7F7F57}"/>
          </ac:spMkLst>
        </pc:spChg>
        <pc:spChg chg="mod">
          <ac:chgData name="John Eapen" userId="9cf0b647cab1cc0d" providerId="LiveId" clId="{3DD828AA-E2DD-4B0D-8C9D-3698B9B1CFB1}" dt="2025-03-01T02:16:10.329" v="258" actId="20577"/>
          <ac:spMkLst>
            <pc:docMk/>
            <pc:sldMk cId="2424987550" sldId="2172"/>
            <ac:spMk id="5" creationId="{315DC262-763A-18AA-AB07-F034390CA59B}"/>
          </ac:spMkLst>
        </pc:spChg>
      </pc:sldChg>
      <pc:sldChg chg="modSp mod">
        <pc:chgData name="John Eapen" userId="9cf0b647cab1cc0d" providerId="LiveId" clId="{3DD828AA-E2DD-4B0D-8C9D-3698B9B1CFB1}" dt="2025-03-01T02:23:30.926" v="633" actId="20577"/>
        <pc:sldMkLst>
          <pc:docMk/>
          <pc:sldMk cId="2190295711" sldId="2173"/>
        </pc:sldMkLst>
        <pc:spChg chg="mod">
          <ac:chgData name="John Eapen" userId="9cf0b647cab1cc0d" providerId="LiveId" clId="{3DD828AA-E2DD-4B0D-8C9D-3698B9B1CFB1}" dt="2025-03-01T02:23:30.926" v="633" actId="20577"/>
          <ac:spMkLst>
            <pc:docMk/>
            <pc:sldMk cId="2190295711" sldId="2173"/>
            <ac:spMk id="2" creationId="{298A136F-52C3-7737-357C-35EA36612709}"/>
          </ac:spMkLst>
        </pc:spChg>
        <pc:spChg chg="mod">
          <ac:chgData name="John Eapen" userId="9cf0b647cab1cc0d" providerId="LiveId" clId="{3DD828AA-E2DD-4B0D-8C9D-3698B9B1CFB1}" dt="2025-03-01T02:20:44.532" v="594" actId="255"/>
          <ac:spMkLst>
            <pc:docMk/>
            <pc:sldMk cId="2190295711" sldId="2173"/>
            <ac:spMk id="3" creationId="{A90734F9-EC80-6FC1-03D3-96D82896AD22}"/>
          </ac:spMkLst>
        </pc:spChg>
        <pc:spChg chg="mod">
          <ac:chgData name="John Eapen" userId="9cf0b647cab1cc0d" providerId="LiveId" clId="{3DD828AA-E2DD-4B0D-8C9D-3698B9B1CFB1}" dt="2025-03-01T02:20:35.498" v="593" actId="255"/>
          <ac:spMkLst>
            <pc:docMk/>
            <pc:sldMk cId="2190295711" sldId="2173"/>
            <ac:spMk id="4" creationId="{EB4B6ED9-736B-1354-783C-331545EAC45B}"/>
          </ac:spMkLst>
        </pc:spChg>
        <pc:spChg chg="mod">
          <ac:chgData name="John Eapen" userId="9cf0b647cab1cc0d" providerId="LiveId" clId="{3DD828AA-E2DD-4B0D-8C9D-3698B9B1CFB1}" dt="2025-03-01T02:21:02.925" v="600" actId="14100"/>
          <ac:spMkLst>
            <pc:docMk/>
            <pc:sldMk cId="2190295711" sldId="2173"/>
            <ac:spMk id="5" creationId="{F4BB77B8-26FA-927A-1C0A-0911EB68FA8A}"/>
          </ac:spMkLst>
        </pc:spChg>
      </pc:sldChg>
      <pc:sldChg chg="modSp mod">
        <pc:chgData name="John Eapen" userId="9cf0b647cab1cc0d" providerId="LiveId" clId="{3DD828AA-E2DD-4B0D-8C9D-3698B9B1CFB1}" dt="2025-03-01T02:23:51.815" v="645" actId="20577"/>
        <pc:sldMkLst>
          <pc:docMk/>
          <pc:sldMk cId="3121763194" sldId="2174"/>
        </pc:sldMkLst>
        <pc:spChg chg="mod">
          <ac:chgData name="John Eapen" userId="9cf0b647cab1cc0d" providerId="LiveId" clId="{3DD828AA-E2DD-4B0D-8C9D-3698B9B1CFB1}" dt="2025-03-01T02:23:51.815" v="645" actId="20577"/>
          <ac:spMkLst>
            <pc:docMk/>
            <pc:sldMk cId="3121763194" sldId="2174"/>
            <ac:spMk id="2" creationId="{3ED0A6EB-C909-8250-1AE4-280C9CE0E25D}"/>
          </ac:spMkLst>
        </pc:spChg>
        <pc:spChg chg="mod">
          <ac:chgData name="John Eapen" userId="9cf0b647cab1cc0d" providerId="LiveId" clId="{3DD828AA-E2DD-4B0D-8C9D-3698B9B1CFB1}" dt="2025-03-01T02:22:33.446" v="609" actId="255"/>
          <ac:spMkLst>
            <pc:docMk/>
            <pc:sldMk cId="3121763194" sldId="2174"/>
            <ac:spMk id="3" creationId="{26C4949F-E9E5-394F-62C5-F03AC78211ED}"/>
          </ac:spMkLst>
        </pc:spChg>
        <pc:spChg chg="mod">
          <ac:chgData name="John Eapen" userId="9cf0b647cab1cc0d" providerId="LiveId" clId="{3DD828AA-E2DD-4B0D-8C9D-3698B9B1CFB1}" dt="2025-03-01T02:22:17.271" v="607" actId="255"/>
          <ac:spMkLst>
            <pc:docMk/>
            <pc:sldMk cId="3121763194" sldId="2174"/>
            <ac:spMk id="4" creationId="{8E9BD0E5-03D7-784C-5326-F8AB9A163DB1}"/>
          </ac:spMkLst>
        </pc:spChg>
        <pc:spChg chg="mod">
          <ac:chgData name="John Eapen" userId="9cf0b647cab1cc0d" providerId="LiveId" clId="{3DD828AA-E2DD-4B0D-8C9D-3698B9B1CFB1}" dt="2025-03-01T02:22:54.947" v="615" actId="20577"/>
          <ac:spMkLst>
            <pc:docMk/>
            <pc:sldMk cId="3121763194" sldId="2174"/>
            <ac:spMk id="5" creationId="{030E2940-74DD-2A1A-DA28-CD71AAE35EEE}"/>
          </ac:spMkLst>
        </pc:spChg>
      </pc:sldChg>
      <pc:sldChg chg="modSp mod">
        <pc:chgData name="John Eapen" userId="9cf0b647cab1cc0d" providerId="LiveId" clId="{3DD828AA-E2DD-4B0D-8C9D-3698B9B1CFB1}" dt="2025-03-01T02:25:31.004" v="671" actId="20577"/>
        <pc:sldMkLst>
          <pc:docMk/>
          <pc:sldMk cId="447992155" sldId="2175"/>
        </pc:sldMkLst>
        <pc:spChg chg="mod">
          <ac:chgData name="John Eapen" userId="9cf0b647cab1cc0d" providerId="LiveId" clId="{3DD828AA-E2DD-4B0D-8C9D-3698B9B1CFB1}" dt="2025-03-01T02:24:54.864" v="663" actId="20577"/>
          <ac:spMkLst>
            <pc:docMk/>
            <pc:sldMk cId="447992155" sldId="2175"/>
            <ac:spMk id="2" creationId="{AAD2E583-6E33-764B-14FD-434F37E99950}"/>
          </ac:spMkLst>
        </pc:spChg>
        <pc:spChg chg="mod">
          <ac:chgData name="John Eapen" userId="9cf0b647cab1cc0d" providerId="LiveId" clId="{3DD828AA-E2DD-4B0D-8C9D-3698B9B1CFB1}" dt="2025-03-01T02:25:14.166" v="665" actId="255"/>
          <ac:spMkLst>
            <pc:docMk/>
            <pc:sldMk cId="447992155" sldId="2175"/>
            <ac:spMk id="3" creationId="{98830A6D-47D8-173D-EFA8-5C9AF0535D54}"/>
          </ac:spMkLst>
        </pc:spChg>
        <pc:spChg chg="mod">
          <ac:chgData name="John Eapen" userId="9cf0b647cab1cc0d" providerId="LiveId" clId="{3DD828AA-E2DD-4B0D-8C9D-3698B9B1CFB1}" dt="2025-03-01T02:25:05.474" v="664" actId="255"/>
          <ac:spMkLst>
            <pc:docMk/>
            <pc:sldMk cId="447992155" sldId="2175"/>
            <ac:spMk id="4" creationId="{59493191-C3A7-FF2F-C385-538754B423FD}"/>
          </ac:spMkLst>
        </pc:spChg>
        <pc:spChg chg="mod">
          <ac:chgData name="John Eapen" userId="9cf0b647cab1cc0d" providerId="LiveId" clId="{3DD828AA-E2DD-4B0D-8C9D-3698B9B1CFB1}" dt="2025-03-01T02:25:31.004" v="671" actId="20577"/>
          <ac:spMkLst>
            <pc:docMk/>
            <pc:sldMk cId="447992155" sldId="2175"/>
            <ac:spMk id="5" creationId="{35EB760F-7361-48D3-A8B4-D1ED3320C861}"/>
          </ac:spMkLst>
        </pc:spChg>
      </pc:sldChg>
      <pc:sldChg chg="modSp mod">
        <pc:chgData name="John Eapen" userId="9cf0b647cab1cc0d" providerId="LiveId" clId="{3DD828AA-E2DD-4B0D-8C9D-3698B9B1CFB1}" dt="2025-03-01T02:27:39.779" v="705" actId="20577"/>
        <pc:sldMkLst>
          <pc:docMk/>
          <pc:sldMk cId="2128694983" sldId="2176"/>
        </pc:sldMkLst>
        <pc:spChg chg="mod">
          <ac:chgData name="John Eapen" userId="9cf0b647cab1cc0d" providerId="LiveId" clId="{3DD828AA-E2DD-4B0D-8C9D-3698B9B1CFB1}" dt="2025-03-01T02:27:39.779" v="705" actId="20577"/>
          <ac:spMkLst>
            <pc:docMk/>
            <pc:sldMk cId="2128694983" sldId="2176"/>
            <ac:spMk id="2" creationId="{87EEF371-802F-60B6-DC71-AF84A9420824}"/>
          </ac:spMkLst>
        </pc:spChg>
        <pc:spChg chg="mod">
          <ac:chgData name="John Eapen" userId="9cf0b647cab1cc0d" providerId="LiveId" clId="{3DD828AA-E2DD-4B0D-8C9D-3698B9B1CFB1}" dt="2025-03-01T02:27:10.193" v="692" actId="255"/>
          <ac:spMkLst>
            <pc:docMk/>
            <pc:sldMk cId="2128694983" sldId="2176"/>
            <ac:spMk id="3" creationId="{FACAD4A8-6FF9-2C78-EA27-DA6CDBCDD063}"/>
          </ac:spMkLst>
        </pc:spChg>
        <pc:spChg chg="mod">
          <ac:chgData name="John Eapen" userId="9cf0b647cab1cc0d" providerId="LiveId" clId="{3DD828AA-E2DD-4B0D-8C9D-3698B9B1CFB1}" dt="2025-03-01T02:26:53.457" v="690" actId="255"/>
          <ac:spMkLst>
            <pc:docMk/>
            <pc:sldMk cId="2128694983" sldId="2176"/>
            <ac:spMk id="4" creationId="{98750ACB-E322-65C3-1FBC-899B55AF416D}"/>
          </ac:spMkLst>
        </pc:spChg>
        <pc:spChg chg="mod">
          <ac:chgData name="John Eapen" userId="9cf0b647cab1cc0d" providerId="LiveId" clId="{3DD828AA-E2DD-4B0D-8C9D-3698B9B1CFB1}" dt="2025-03-01T02:27:26.052" v="699" actId="20577"/>
          <ac:spMkLst>
            <pc:docMk/>
            <pc:sldMk cId="2128694983" sldId="2176"/>
            <ac:spMk id="5" creationId="{634AC243-B267-B06E-A61E-DEED2C953450}"/>
          </ac:spMkLst>
        </pc:spChg>
      </pc:sldChg>
      <pc:sldChg chg="modSp mod">
        <pc:chgData name="John Eapen" userId="9cf0b647cab1cc0d" providerId="LiveId" clId="{3DD828AA-E2DD-4B0D-8C9D-3698B9B1CFB1}" dt="2025-03-01T02:32:09.515" v="761" actId="255"/>
        <pc:sldMkLst>
          <pc:docMk/>
          <pc:sldMk cId="1632275153" sldId="2177"/>
        </pc:sldMkLst>
        <pc:spChg chg="mod">
          <ac:chgData name="John Eapen" userId="9cf0b647cab1cc0d" providerId="LiveId" clId="{3DD828AA-E2DD-4B0D-8C9D-3698B9B1CFB1}" dt="2025-03-01T02:31:13.751" v="750" actId="20577"/>
          <ac:spMkLst>
            <pc:docMk/>
            <pc:sldMk cId="1632275153" sldId="2177"/>
            <ac:spMk id="2" creationId="{8CF5641A-9276-A500-957E-F16142C14DFF}"/>
          </ac:spMkLst>
        </pc:spChg>
        <pc:spChg chg="mod">
          <ac:chgData name="John Eapen" userId="9cf0b647cab1cc0d" providerId="LiveId" clId="{3DD828AA-E2DD-4B0D-8C9D-3698B9B1CFB1}" dt="2025-03-01T02:32:09.515" v="761" actId="255"/>
          <ac:spMkLst>
            <pc:docMk/>
            <pc:sldMk cId="1632275153" sldId="2177"/>
            <ac:spMk id="3" creationId="{0BB10B5C-9D17-4D87-FB36-2AEBFABE5149}"/>
          </ac:spMkLst>
        </pc:spChg>
        <pc:spChg chg="mod">
          <ac:chgData name="John Eapen" userId="9cf0b647cab1cc0d" providerId="LiveId" clId="{3DD828AA-E2DD-4B0D-8C9D-3698B9B1CFB1}" dt="2025-03-01T02:31:54.381" v="759" actId="255"/>
          <ac:spMkLst>
            <pc:docMk/>
            <pc:sldMk cId="1632275153" sldId="2177"/>
            <ac:spMk id="4" creationId="{03B426D7-87FE-485A-2DC3-00700DA40722}"/>
          </ac:spMkLst>
        </pc:spChg>
        <pc:spChg chg="mod">
          <ac:chgData name="John Eapen" userId="9cf0b647cab1cc0d" providerId="LiveId" clId="{3DD828AA-E2DD-4B0D-8C9D-3698B9B1CFB1}" dt="2025-03-01T02:31:36.284" v="758" actId="20577"/>
          <ac:spMkLst>
            <pc:docMk/>
            <pc:sldMk cId="1632275153" sldId="2177"/>
            <ac:spMk id="5" creationId="{75837742-FE05-8852-21E5-F9895A918E98}"/>
          </ac:spMkLst>
        </pc:spChg>
      </pc:sldChg>
      <pc:sldChg chg="modSp mod">
        <pc:chgData name="John Eapen" userId="9cf0b647cab1cc0d" providerId="LiveId" clId="{3DD828AA-E2DD-4B0D-8C9D-3698B9B1CFB1}" dt="2025-03-01T02:33:51.017" v="790" actId="255"/>
        <pc:sldMkLst>
          <pc:docMk/>
          <pc:sldMk cId="3030067217" sldId="2178"/>
        </pc:sldMkLst>
        <pc:spChg chg="mod">
          <ac:chgData name="John Eapen" userId="9cf0b647cab1cc0d" providerId="LiveId" clId="{3DD828AA-E2DD-4B0D-8C9D-3698B9B1CFB1}" dt="2025-03-01T02:33:32.915" v="788" actId="20577"/>
          <ac:spMkLst>
            <pc:docMk/>
            <pc:sldMk cId="3030067217" sldId="2178"/>
            <ac:spMk id="2" creationId="{DBA25D05-6309-603E-7870-CCFF2AB6A0F6}"/>
          </ac:spMkLst>
        </pc:spChg>
        <pc:spChg chg="mod">
          <ac:chgData name="John Eapen" userId="9cf0b647cab1cc0d" providerId="LiveId" clId="{3DD828AA-E2DD-4B0D-8C9D-3698B9B1CFB1}" dt="2025-03-01T02:33:51.017" v="790" actId="255"/>
          <ac:spMkLst>
            <pc:docMk/>
            <pc:sldMk cId="3030067217" sldId="2178"/>
            <ac:spMk id="3" creationId="{68841514-81A7-5401-9E9F-DA72D6C12435}"/>
          </ac:spMkLst>
        </pc:spChg>
        <pc:spChg chg="mod">
          <ac:chgData name="John Eapen" userId="9cf0b647cab1cc0d" providerId="LiveId" clId="{3DD828AA-E2DD-4B0D-8C9D-3698B9B1CFB1}" dt="2025-03-01T02:33:42.760" v="789" actId="255"/>
          <ac:spMkLst>
            <pc:docMk/>
            <pc:sldMk cId="3030067217" sldId="2178"/>
            <ac:spMk id="4" creationId="{CFDA74DE-BC7D-14B4-8BCA-34C5518787B0}"/>
          </ac:spMkLst>
        </pc:spChg>
        <pc:spChg chg="mod">
          <ac:chgData name="John Eapen" userId="9cf0b647cab1cc0d" providerId="LiveId" clId="{3DD828AA-E2DD-4B0D-8C9D-3698B9B1CFB1}" dt="2025-03-01T02:33:27.572" v="784" actId="20577"/>
          <ac:spMkLst>
            <pc:docMk/>
            <pc:sldMk cId="3030067217" sldId="2178"/>
            <ac:spMk id="5" creationId="{D653583A-FC69-C635-FB3E-72A2EC625E92}"/>
          </ac:spMkLst>
        </pc:spChg>
      </pc:sldChg>
      <pc:sldChg chg="modSp mod">
        <pc:chgData name="John Eapen" userId="9cf0b647cab1cc0d" providerId="LiveId" clId="{3DD828AA-E2DD-4B0D-8C9D-3698B9B1CFB1}" dt="2025-03-01T02:36:02.011" v="822" actId="255"/>
        <pc:sldMkLst>
          <pc:docMk/>
          <pc:sldMk cId="2400366016" sldId="2179"/>
        </pc:sldMkLst>
        <pc:spChg chg="mod">
          <ac:chgData name="John Eapen" userId="9cf0b647cab1cc0d" providerId="LiveId" clId="{3DD828AA-E2DD-4B0D-8C9D-3698B9B1CFB1}" dt="2025-03-01T02:35:42.909" v="820" actId="20577"/>
          <ac:spMkLst>
            <pc:docMk/>
            <pc:sldMk cId="2400366016" sldId="2179"/>
            <ac:spMk id="2" creationId="{3495ACFF-DB73-827A-764A-40023AB848C5}"/>
          </ac:spMkLst>
        </pc:spChg>
        <pc:spChg chg="mod">
          <ac:chgData name="John Eapen" userId="9cf0b647cab1cc0d" providerId="LiveId" clId="{3DD828AA-E2DD-4B0D-8C9D-3698B9B1CFB1}" dt="2025-03-01T02:36:02.011" v="822" actId="255"/>
          <ac:spMkLst>
            <pc:docMk/>
            <pc:sldMk cId="2400366016" sldId="2179"/>
            <ac:spMk id="3" creationId="{08BFB058-A29B-4BB7-48D5-6598CA97CB80}"/>
          </ac:spMkLst>
        </pc:spChg>
        <pc:spChg chg="mod">
          <ac:chgData name="John Eapen" userId="9cf0b647cab1cc0d" providerId="LiveId" clId="{3DD828AA-E2DD-4B0D-8C9D-3698B9B1CFB1}" dt="2025-03-01T02:35:54.104" v="821" actId="255"/>
          <ac:spMkLst>
            <pc:docMk/>
            <pc:sldMk cId="2400366016" sldId="2179"/>
            <ac:spMk id="4" creationId="{00F1A289-2423-0E26-5A5B-FCDC54AF6116}"/>
          </ac:spMkLst>
        </pc:spChg>
        <pc:spChg chg="mod">
          <ac:chgData name="John Eapen" userId="9cf0b647cab1cc0d" providerId="LiveId" clId="{3DD828AA-E2DD-4B0D-8C9D-3698B9B1CFB1}" dt="2025-03-01T02:35:37.894" v="816" actId="20577"/>
          <ac:spMkLst>
            <pc:docMk/>
            <pc:sldMk cId="2400366016" sldId="2179"/>
            <ac:spMk id="5" creationId="{F37957D5-F070-5E32-6F7E-CCD8EF72CF63}"/>
          </ac:spMkLst>
        </pc:spChg>
      </pc:sldChg>
      <pc:sldChg chg="modSp mod">
        <pc:chgData name="John Eapen" userId="9cf0b647cab1cc0d" providerId="LiveId" clId="{3DD828AA-E2DD-4B0D-8C9D-3698B9B1CFB1}" dt="2025-03-01T02:37:36.102" v="851" actId="255"/>
        <pc:sldMkLst>
          <pc:docMk/>
          <pc:sldMk cId="3113402023" sldId="2180"/>
        </pc:sldMkLst>
        <pc:spChg chg="mod">
          <ac:chgData name="John Eapen" userId="9cf0b647cab1cc0d" providerId="LiveId" clId="{3DD828AA-E2DD-4B0D-8C9D-3698B9B1CFB1}" dt="2025-03-01T02:37:19.236" v="849" actId="20577"/>
          <ac:spMkLst>
            <pc:docMk/>
            <pc:sldMk cId="3113402023" sldId="2180"/>
            <ac:spMk id="2" creationId="{D056928F-C90F-F6F5-BF34-9C8D96D0C185}"/>
          </ac:spMkLst>
        </pc:spChg>
        <pc:spChg chg="mod">
          <ac:chgData name="John Eapen" userId="9cf0b647cab1cc0d" providerId="LiveId" clId="{3DD828AA-E2DD-4B0D-8C9D-3698B9B1CFB1}" dt="2025-03-01T02:37:36.102" v="851" actId="255"/>
          <ac:spMkLst>
            <pc:docMk/>
            <pc:sldMk cId="3113402023" sldId="2180"/>
            <ac:spMk id="3" creationId="{3735CE3F-351A-8CED-C070-DBACF5B6A2ED}"/>
          </ac:spMkLst>
        </pc:spChg>
        <pc:spChg chg="mod">
          <ac:chgData name="John Eapen" userId="9cf0b647cab1cc0d" providerId="LiveId" clId="{3DD828AA-E2DD-4B0D-8C9D-3698B9B1CFB1}" dt="2025-03-01T02:37:28.660" v="850" actId="255"/>
          <ac:spMkLst>
            <pc:docMk/>
            <pc:sldMk cId="3113402023" sldId="2180"/>
            <ac:spMk id="4" creationId="{08AB5C74-8C3B-E9F3-E953-5336F7DFFE5C}"/>
          </ac:spMkLst>
        </pc:spChg>
        <pc:spChg chg="mod">
          <ac:chgData name="John Eapen" userId="9cf0b647cab1cc0d" providerId="LiveId" clId="{3DD828AA-E2DD-4B0D-8C9D-3698B9B1CFB1}" dt="2025-03-01T02:37:13.143" v="845" actId="20577"/>
          <ac:spMkLst>
            <pc:docMk/>
            <pc:sldMk cId="3113402023" sldId="2180"/>
            <ac:spMk id="5" creationId="{C72392FF-96C1-FE9F-5772-D81328D13BFB}"/>
          </ac:spMkLst>
        </pc:spChg>
      </pc:sldChg>
      <pc:sldChg chg="modSp mod">
        <pc:chgData name="John Eapen" userId="9cf0b647cab1cc0d" providerId="LiveId" clId="{3DD828AA-E2DD-4B0D-8C9D-3698B9B1CFB1}" dt="2025-03-01T03:03:14.612" v="1113" actId="20577"/>
        <pc:sldMkLst>
          <pc:docMk/>
          <pc:sldMk cId="1986443749" sldId="2181"/>
        </pc:sldMkLst>
        <pc:spChg chg="mod">
          <ac:chgData name="John Eapen" userId="9cf0b647cab1cc0d" providerId="LiveId" clId="{3DD828AA-E2DD-4B0D-8C9D-3698B9B1CFB1}" dt="2025-03-01T03:03:14.612" v="1113" actId="20577"/>
          <ac:spMkLst>
            <pc:docMk/>
            <pc:sldMk cId="1986443749" sldId="2181"/>
            <ac:spMk id="2" creationId="{BE5568EF-5850-307A-83D5-BBE8FD72BA1C}"/>
          </ac:spMkLst>
        </pc:spChg>
        <pc:spChg chg="mod">
          <ac:chgData name="John Eapen" userId="9cf0b647cab1cc0d" providerId="LiveId" clId="{3DD828AA-E2DD-4B0D-8C9D-3698B9B1CFB1}" dt="2025-03-01T02:38:41.025" v="876" actId="20577"/>
          <ac:spMkLst>
            <pc:docMk/>
            <pc:sldMk cId="1986443749" sldId="2181"/>
            <ac:spMk id="5" creationId="{649EB0C8-C077-F27B-1661-D7B8D86A2E48}"/>
          </ac:spMkLst>
        </pc:spChg>
      </pc:sldChg>
      <pc:sldChg chg="modSp mod">
        <pc:chgData name="John Eapen" userId="9cf0b647cab1cc0d" providerId="LiveId" clId="{3DD828AA-E2DD-4B0D-8C9D-3698B9B1CFB1}" dt="2025-03-01T02:04:07.424" v="83" actId="6549"/>
        <pc:sldMkLst>
          <pc:docMk/>
          <pc:sldMk cId="4178686647" sldId="2182"/>
        </pc:sldMkLst>
        <pc:spChg chg="mod">
          <ac:chgData name="John Eapen" userId="9cf0b647cab1cc0d" providerId="LiveId" clId="{3DD828AA-E2DD-4B0D-8C9D-3698B9B1CFB1}" dt="2025-03-01T02:04:07.424" v="83" actId="6549"/>
          <ac:spMkLst>
            <pc:docMk/>
            <pc:sldMk cId="4178686647" sldId="2182"/>
            <ac:spMk id="2" creationId="{DB3DFA19-8DBA-FFA2-A356-49CF5DBB4B50}"/>
          </ac:spMkLst>
        </pc:spChg>
        <pc:spChg chg="mod">
          <ac:chgData name="John Eapen" userId="9cf0b647cab1cc0d" providerId="LiveId" clId="{3DD828AA-E2DD-4B0D-8C9D-3698B9B1CFB1}" dt="2025-03-01T02:01:34.548" v="26" actId="20577"/>
          <ac:spMkLst>
            <pc:docMk/>
            <pc:sldMk cId="4178686647" sldId="2182"/>
            <ac:spMk id="5" creationId="{0A026A2A-E60B-28ED-D9B9-FB71A664B5F3}"/>
          </ac:spMkLst>
        </pc:spChg>
      </pc:sldChg>
      <pc:sldChg chg="modSp mod">
        <pc:chgData name="John Eapen" userId="9cf0b647cab1cc0d" providerId="LiveId" clId="{3DD828AA-E2DD-4B0D-8C9D-3698B9B1CFB1}" dt="2025-03-01T02:04:26.830" v="102" actId="6549"/>
        <pc:sldMkLst>
          <pc:docMk/>
          <pc:sldMk cId="1248507728" sldId="2183"/>
        </pc:sldMkLst>
        <pc:spChg chg="mod">
          <ac:chgData name="John Eapen" userId="9cf0b647cab1cc0d" providerId="LiveId" clId="{3DD828AA-E2DD-4B0D-8C9D-3698B9B1CFB1}" dt="2025-03-01T02:04:26.830" v="102" actId="6549"/>
          <ac:spMkLst>
            <pc:docMk/>
            <pc:sldMk cId="1248507728" sldId="2183"/>
            <ac:spMk id="2" creationId="{38927B61-F4D6-4535-6D6A-1408651C44A1}"/>
          </ac:spMkLst>
        </pc:spChg>
        <pc:spChg chg="mod">
          <ac:chgData name="John Eapen" userId="9cf0b647cab1cc0d" providerId="LiveId" clId="{3DD828AA-E2DD-4B0D-8C9D-3698B9B1CFB1}" dt="2025-03-01T02:01:21.250" v="22" actId="20577"/>
          <ac:spMkLst>
            <pc:docMk/>
            <pc:sldMk cId="1248507728" sldId="2183"/>
            <ac:spMk id="5" creationId="{826A89AA-A34D-800B-7E71-3BDC7964C37B}"/>
          </ac:spMkLst>
        </pc:spChg>
      </pc:sldChg>
      <pc:sldChg chg="modSp mod">
        <pc:chgData name="John Eapen" userId="9cf0b647cab1cc0d" providerId="LiveId" clId="{3DD828AA-E2DD-4B0D-8C9D-3698B9B1CFB1}" dt="2025-03-01T02:03:52.562" v="65" actId="20577"/>
        <pc:sldMkLst>
          <pc:docMk/>
          <pc:sldMk cId="17518934" sldId="2184"/>
        </pc:sldMkLst>
        <pc:spChg chg="mod">
          <ac:chgData name="John Eapen" userId="9cf0b647cab1cc0d" providerId="LiveId" clId="{3DD828AA-E2DD-4B0D-8C9D-3698B9B1CFB1}" dt="2025-03-01T02:03:52.562" v="65" actId="20577"/>
          <ac:spMkLst>
            <pc:docMk/>
            <pc:sldMk cId="17518934" sldId="2184"/>
            <ac:spMk id="2" creationId="{EA292F25-F252-271A-5332-5D8E4CB4CEBA}"/>
          </ac:spMkLst>
        </pc:spChg>
        <pc:spChg chg="mod">
          <ac:chgData name="John Eapen" userId="9cf0b647cab1cc0d" providerId="LiveId" clId="{3DD828AA-E2DD-4B0D-8C9D-3698B9B1CFB1}" dt="2025-03-01T02:01:49.485" v="30" actId="20577"/>
          <ac:spMkLst>
            <pc:docMk/>
            <pc:sldMk cId="17518934" sldId="2184"/>
            <ac:spMk id="5" creationId="{8A4C93EC-FFB9-CAAB-A765-054B9911E7B7}"/>
          </ac:spMkLst>
        </pc:spChg>
      </pc:sldChg>
      <pc:sldChg chg="modSp mod">
        <pc:chgData name="John Eapen" userId="9cf0b647cab1cc0d" providerId="LiveId" clId="{3DD828AA-E2DD-4B0D-8C9D-3698B9B1CFB1}" dt="2025-03-01T02:03:26.356" v="47" actId="20577"/>
        <pc:sldMkLst>
          <pc:docMk/>
          <pc:sldMk cId="1849500969" sldId="2185"/>
        </pc:sldMkLst>
        <pc:spChg chg="mod">
          <ac:chgData name="John Eapen" userId="9cf0b647cab1cc0d" providerId="LiveId" clId="{3DD828AA-E2DD-4B0D-8C9D-3698B9B1CFB1}" dt="2025-03-01T02:03:26.356" v="47" actId="20577"/>
          <ac:spMkLst>
            <pc:docMk/>
            <pc:sldMk cId="1849500969" sldId="2185"/>
            <ac:spMk id="2" creationId="{88B96C42-2FB6-0EE5-ED1B-2EF9F842F964}"/>
          </ac:spMkLst>
        </pc:spChg>
        <pc:spChg chg="mod">
          <ac:chgData name="John Eapen" userId="9cf0b647cab1cc0d" providerId="LiveId" clId="{3DD828AA-E2DD-4B0D-8C9D-3698B9B1CFB1}" dt="2025-03-01T02:02:01.096" v="34" actId="20577"/>
          <ac:spMkLst>
            <pc:docMk/>
            <pc:sldMk cId="1849500969" sldId="2185"/>
            <ac:spMk id="5" creationId="{74FAFB5A-EA61-2653-4B3E-BF07949D9D30}"/>
          </ac:spMkLst>
        </pc:spChg>
      </pc:sldChg>
      <pc:sldChg chg="modSp mod">
        <pc:chgData name="John Eapen" userId="9cf0b647cab1cc0d" providerId="LiveId" clId="{3DD828AA-E2DD-4B0D-8C9D-3698B9B1CFB1}" dt="2025-03-01T02:15:26.044" v="244" actId="20577"/>
        <pc:sldMkLst>
          <pc:docMk/>
          <pc:sldMk cId="2542157740" sldId="2186"/>
        </pc:sldMkLst>
        <pc:spChg chg="mod">
          <ac:chgData name="John Eapen" userId="9cf0b647cab1cc0d" providerId="LiveId" clId="{3DD828AA-E2DD-4B0D-8C9D-3698B9B1CFB1}" dt="2025-03-01T02:15:08.424" v="238" actId="207"/>
          <ac:spMkLst>
            <pc:docMk/>
            <pc:sldMk cId="2542157740" sldId="2186"/>
            <ac:spMk id="3" creationId="{ABECD79C-EFB8-F34F-38BD-FAA4AAEF6805}"/>
          </ac:spMkLst>
        </pc:spChg>
        <pc:spChg chg="mod">
          <ac:chgData name="John Eapen" userId="9cf0b647cab1cc0d" providerId="LiveId" clId="{3DD828AA-E2DD-4B0D-8C9D-3698B9B1CFB1}" dt="2025-03-01T02:15:20.533" v="242" actId="20577"/>
          <ac:spMkLst>
            <pc:docMk/>
            <pc:sldMk cId="2542157740" sldId="2186"/>
            <ac:spMk id="4" creationId="{45CE6331-AD72-6466-B146-575629E6B073}"/>
          </ac:spMkLst>
        </pc:spChg>
        <pc:spChg chg="mod">
          <ac:chgData name="John Eapen" userId="9cf0b647cab1cc0d" providerId="LiveId" clId="{3DD828AA-E2DD-4B0D-8C9D-3698B9B1CFB1}" dt="2025-03-01T02:15:26.044" v="244" actId="20577"/>
          <ac:spMkLst>
            <pc:docMk/>
            <pc:sldMk cId="2542157740" sldId="2186"/>
            <ac:spMk id="5" creationId="{1DD430A7-CB90-FAB5-FAC1-69DFC24BBD4C}"/>
          </ac:spMkLst>
        </pc:spChg>
      </pc:sldChg>
      <pc:sldChg chg="modSp mod">
        <pc:chgData name="John Eapen" userId="9cf0b647cab1cc0d" providerId="LiveId" clId="{3DD828AA-E2DD-4B0D-8C9D-3698B9B1CFB1}" dt="2025-03-01T02:15:46.778" v="250" actId="20577"/>
        <pc:sldMkLst>
          <pc:docMk/>
          <pc:sldMk cId="1323117998" sldId="2187"/>
        </pc:sldMkLst>
        <pc:spChg chg="mod">
          <ac:chgData name="John Eapen" userId="9cf0b647cab1cc0d" providerId="LiveId" clId="{3DD828AA-E2DD-4B0D-8C9D-3698B9B1CFB1}" dt="2025-03-01T02:15:39.555" v="246" actId="207"/>
          <ac:spMkLst>
            <pc:docMk/>
            <pc:sldMk cId="1323117998" sldId="2187"/>
            <ac:spMk id="3" creationId="{DFFD8CD2-226B-3A51-5F98-99B58DE3A173}"/>
          </ac:spMkLst>
        </pc:spChg>
        <pc:spChg chg="mod">
          <ac:chgData name="John Eapen" userId="9cf0b647cab1cc0d" providerId="LiveId" clId="{3DD828AA-E2DD-4B0D-8C9D-3698B9B1CFB1}" dt="2025-03-01T02:15:46.778" v="250" actId="20577"/>
          <ac:spMkLst>
            <pc:docMk/>
            <pc:sldMk cId="1323117998" sldId="2187"/>
            <ac:spMk id="4" creationId="{FE0DC9F5-2C4B-673D-92AC-F24765004B0E}"/>
          </ac:spMkLst>
        </pc:spChg>
      </pc:sldChg>
    </pc:docChg>
  </pc:docChgLst>
  <pc:docChgLst>
    <pc:chgData name="John Eapen" userId="9cf0b647cab1cc0d" providerId="Windows Live" clId="Web-{A361FC9D-05D1-8807-A455-23792AF64999}"/>
    <pc:docChg chg="addSld delSld modSld sldOrd">
      <pc:chgData name="John Eapen" userId="9cf0b647cab1cc0d" providerId="Windows Live" clId="Web-{A361FC9D-05D1-8807-A455-23792AF64999}" dt="2025-03-01T01:55:20.678" v="1798"/>
      <pc:docMkLst>
        <pc:docMk/>
      </pc:docMkLst>
      <pc:sldChg chg="modSp">
        <pc:chgData name="John Eapen" userId="9cf0b647cab1cc0d" providerId="Windows Live" clId="Web-{A361FC9D-05D1-8807-A455-23792AF64999}" dt="2025-03-01T01:50:08.811" v="1754" actId="1076"/>
        <pc:sldMkLst>
          <pc:docMk/>
          <pc:sldMk cId="3749989706" sldId="439"/>
        </pc:sldMkLst>
        <pc:spChg chg="mod">
          <ac:chgData name="John Eapen" userId="9cf0b647cab1cc0d" providerId="Windows Live" clId="Web-{A361FC9D-05D1-8807-A455-23792AF64999}" dt="2025-03-01T01:50:08.811" v="1754" actId="1076"/>
          <ac:spMkLst>
            <pc:docMk/>
            <pc:sldMk cId="3749989706" sldId="439"/>
            <ac:spMk id="4" creationId="{24B59398-515B-40E4-9922-357DB2AB5477}"/>
          </ac:spMkLst>
        </pc:spChg>
      </pc:sldChg>
      <pc:sldChg chg="modSp">
        <pc:chgData name="John Eapen" userId="9cf0b647cab1cc0d" providerId="Windows Live" clId="Web-{A361FC9D-05D1-8807-A455-23792AF64999}" dt="2025-02-27T03:44:54.242" v="6" actId="20577"/>
        <pc:sldMkLst>
          <pc:docMk/>
          <pc:sldMk cId="2329691217" sldId="511"/>
        </pc:sldMkLst>
        <pc:spChg chg="mod">
          <ac:chgData name="John Eapen" userId="9cf0b647cab1cc0d" providerId="Windows Live" clId="Web-{A361FC9D-05D1-8807-A455-23792AF64999}" dt="2025-02-27T03:44:54.242" v="6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ord">
        <pc:chgData name="John Eapen" userId="9cf0b647cab1cc0d" providerId="Windows Live" clId="Web-{A361FC9D-05D1-8807-A455-23792AF64999}" dt="2025-03-01T01:33:12.315" v="1748"/>
        <pc:sldMkLst>
          <pc:docMk/>
          <pc:sldMk cId="2078510117" sldId="633"/>
        </pc:sldMkLst>
        <pc:spChg chg="mod">
          <ac:chgData name="John Eapen" userId="9cf0b647cab1cc0d" providerId="Windows Live" clId="Web-{A361FC9D-05D1-8807-A455-23792AF64999}" dt="2025-02-27T06:29:45.791" v="406" actId="1076"/>
          <ac:spMkLst>
            <pc:docMk/>
            <pc:sldMk cId="2078510117" sldId="633"/>
            <ac:spMk id="6" creationId="{2A77E361-0731-5941-80D2-641C47A02C93}"/>
          </ac:spMkLst>
        </pc:spChg>
      </pc:sldChg>
      <pc:sldChg chg="del">
        <pc:chgData name="John Eapen" userId="9cf0b647cab1cc0d" providerId="Windows Live" clId="Web-{A361FC9D-05D1-8807-A455-23792AF64999}" dt="2025-03-01T01:25:51.017" v="1703"/>
        <pc:sldMkLst>
          <pc:docMk/>
          <pc:sldMk cId="4085428886" sldId="1175"/>
        </pc:sldMkLst>
      </pc:sldChg>
      <pc:sldChg chg="modSp ord">
        <pc:chgData name="John Eapen" userId="9cf0b647cab1cc0d" providerId="Windows Live" clId="Web-{A361FC9D-05D1-8807-A455-23792AF64999}" dt="2025-03-01T01:14:44.850" v="1639" actId="20577"/>
        <pc:sldMkLst>
          <pc:docMk/>
          <pc:sldMk cId="2646698185" sldId="1444"/>
        </pc:sldMkLst>
        <pc:spChg chg="mod">
          <ac:chgData name="John Eapen" userId="9cf0b647cab1cc0d" providerId="Windows Live" clId="Web-{A361FC9D-05D1-8807-A455-23792AF64999}" dt="2025-03-01T01:14:44.850" v="1639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delSp modSp">
        <pc:chgData name="John Eapen" userId="9cf0b647cab1cc0d" providerId="Windows Live" clId="Web-{A361FC9D-05D1-8807-A455-23792AF64999}" dt="2025-03-01T01:17:56.685" v="1671" actId="20577"/>
        <pc:sldMkLst>
          <pc:docMk/>
          <pc:sldMk cId="1738488628" sldId="1543"/>
        </pc:sldMkLst>
        <pc:spChg chg="mod">
          <ac:chgData name="John Eapen" userId="9cf0b647cab1cc0d" providerId="Windows Live" clId="Web-{A361FC9D-05D1-8807-A455-23792AF64999}" dt="2025-03-01T01:17:56.685" v="1671" actId="20577"/>
          <ac:spMkLst>
            <pc:docMk/>
            <pc:sldMk cId="1738488628" sldId="1543"/>
            <ac:spMk id="2" creationId="{00000000-0000-0000-0000-000000000000}"/>
          </ac:spMkLst>
        </pc:spChg>
        <pc:spChg chg="mod">
          <ac:chgData name="John Eapen" userId="9cf0b647cab1cc0d" providerId="Windows Live" clId="Web-{A361FC9D-05D1-8807-A455-23792AF64999}" dt="2025-02-27T04:41:41.948" v="352" actId="1076"/>
          <ac:spMkLst>
            <pc:docMk/>
            <pc:sldMk cId="1738488628" sldId="1543"/>
            <ac:spMk id="8" creationId="{5BE79D6D-45E0-4529-650E-55EE2C2D70A7}"/>
          </ac:spMkLst>
        </pc:spChg>
        <pc:spChg chg="mod">
          <ac:chgData name="John Eapen" userId="9cf0b647cab1cc0d" providerId="Windows Live" clId="Web-{A361FC9D-05D1-8807-A455-23792AF64999}" dt="2025-02-27T04:39:34.115" v="343" actId="14100"/>
          <ac:spMkLst>
            <pc:docMk/>
            <pc:sldMk cId="1738488628" sldId="1543"/>
            <ac:spMk id="10" creationId="{8812F03D-55E6-0116-F164-9E2DBAF627B1}"/>
          </ac:spMkLst>
        </pc:spChg>
      </pc:sldChg>
      <pc:sldChg chg="modSp">
        <pc:chgData name="John Eapen" userId="9cf0b647cab1cc0d" providerId="Windows Live" clId="Web-{A361FC9D-05D1-8807-A455-23792AF64999}" dt="2025-03-01T01:31:56.594" v="1743" actId="20577"/>
        <pc:sldMkLst>
          <pc:docMk/>
          <pc:sldMk cId="3368756669" sldId="1545"/>
        </pc:sldMkLst>
        <pc:spChg chg="mod">
          <ac:chgData name="John Eapen" userId="9cf0b647cab1cc0d" providerId="Windows Live" clId="Web-{A361FC9D-05D1-8807-A455-23792AF64999}" dt="2025-03-01T01:31:56.594" v="1743" actId="20577"/>
          <ac:spMkLst>
            <pc:docMk/>
            <pc:sldMk cId="3368756669" sldId="1545"/>
            <ac:spMk id="4" creationId="{064DE8CA-B187-EC06-A4FA-4F11CB386D6A}"/>
          </ac:spMkLst>
        </pc:spChg>
      </pc:sldChg>
      <pc:sldChg chg="modSp">
        <pc:chgData name="John Eapen" userId="9cf0b647cab1cc0d" providerId="Windows Live" clId="Web-{A361FC9D-05D1-8807-A455-23792AF64999}" dt="2025-02-27T06:32:18.890" v="432" actId="20577"/>
        <pc:sldMkLst>
          <pc:docMk/>
          <pc:sldMk cId="1563557240" sldId="1564"/>
        </pc:sldMkLst>
        <pc:spChg chg="mod">
          <ac:chgData name="John Eapen" userId="9cf0b647cab1cc0d" providerId="Windows Live" clId="Web-{A361FC9D-05D1-8807-A455-23792AF64999}" dt="2025-02-27T06:32:18.890" v="432" actId="20577"/>
          <ac:spMkLst>
            <pc:docMk/>
            <pc:sldMk cId="1563557240" sldId="1564"/>
            <ac:spMk id="2" creationId="{00000000-0000-0000-0000-000000000000}"/>
          </ac:spMkLst>
        </pc:spChg>
      </pc:sldChg>
      <pc:sldChg chg="modSp">
        <pc:chgData name="John Eapen" userId="9cf0b647cab1cc0d" providerId="Windows Live" clId="Web-{A361FC9D-05D1-8807-A455-23792AF64999}" dt="2025-03-01T01:09:18.010" v="1554" actId="20577"/>
        <pc:sldMkLst>
          <pc:docMk/>
          <pc:sldMk cId="2901638533" sldId="1838"/>
        </pc:sldMkLst>
        <pc:spChg chg="mod">
          <ac:chgData name="John Eapen" userId="9cf0b647cab1cc0d" providerId="Windows Live" clId="Web-{A361FC9D-05D1-8807-A455-23792AF64999}" dt="2025-03-01T01:08:51.009" v="1549" actId="20577"/>
          <ac:spMkLst>
            <pc:docMk/>
            <pc:sldMk cId="2901638533" sldId="1838"/>
            <ac:spMk id="5" creationId="{F8E060D1-B40B-E1E5-A80F-9C6428879BB3}"/>
          </ac:spMkLst>
        </pc:spChg>
        <pc:spChg chg="mod">
          <ac:chgData name="John Eapen" userId="9cf0b647cab1cc0d" providerId="Windows Live" clId="Web-{A361FC9D-05D1-8807-A455-23792AF64999}" dt="2025-03-01T01:09:18.010" v="1554" actId="20577"/>
          <ac:spMkLst>
            <pc:docMk/>
            <pc:sldMk cId="2901638533" sldId="1838"/>
            <ac:spMk id="7" creationId="{47920C0A-0F2D-E95D-D860-2B2905124F75}"/>
          </ac:spMkLst>
        </pc:spChg>
      </pc:sldChg>
      <pc:sldChg chg="modSp">
        <pc:chgData name="John Eapen" userId="9cf0b647cab1cc0d" providerId="Windows Live" clId="Web-{A361FC9D-05D1-8807-A455-23792AF64999}" dt="2025-02-28T05:14:26.720" v="1456" actId="20577"/>
        <pc:sldMkLst>
          <pc:docMk/>
          <pc:sldMk cId="2857978467" sldId="1870"/>
        </pc:sldMkLst>
        <pc:spChg chg="mod">
          <ac:chgData name="John Eapen" userId="9cf0b647cab1cc0d" providerId="Windows Live" clId="Web-{A361FC9D-05D1-8807-A455-23792AF64999}" dt="2025-02-28T05:12:20.966" v="1424" actId="1076"/>
          <ac:spMkLst>
            <pc:docMk/>
            <pc:sldMk cId="2857978467" sldId="1870"/>
            <ac:spMk id="2" creationId="{00000000-0000-0000-0000-000000000000}"/>
          </ac:spMkLst>
        </pc:spChg>
        <pc:spChg chg="mod">
          <ac:chgData name="John Eapen" userId="9cf0b647cab1cc0d" providerId="Windows Live" clId="Web-{A361FC9D-05D1-8807-A455-23792AF64999}" dt="2025-02-28T05:14:26.720" v="1456" actId="20577"/>
          <ac:spMkLst>
            <pc:docMk/>
            <pc:sldMk cId="2857978467" sldId="1870"/>
            <ac:spMk id="3" creationId="{E15D8B6F-B75E-49DE-8804-FA702615DED3}"/>
          </ac:spMkLst>
        </pc:spChg>
        <pc:spChg chg="mod">
          <ac:chgData name="John Eapen" userId="9cf0b647cab1cc0d" providerId="Windows Live" clId="Web-{A361FC9D-05D1-8807-A455-23792AF64999}" dt="2025-02-28T05:12:41.045" v="1429" actId="20577"/>
          <ac:spMkLst>
            <pc:docMk/>
            <pc:sldMk cId="2857978467" sldId="1870"/>
            <ac:spMk id="7" creationId="{094E9A69-B612-35E4-DEEF-5092DA0A0A97}"/>
          </ac:spMkLst>
        </pc:spChg>
      </pc:sldChg>
      <pc:sldChg chg="del">
        <pc:chgData name="John Eapen" userId="9cf0b647cab1cc0d" providerId="Windows Live" clId="Web-{A361FC9D-05D1-8807-A455-23792AF64999}" dt="2025-03-01T01:55:15.085" v="1797"/>
        <pc:sldMkLst>
          <pc:docMk/>
          <pc:sldMk cId="1836938301" sldId="1877"/>
        </pc:sldMkLst>
      </pc:sldChg>
      <pc:sldChg chg="modSp">
        <pc:chgData name="John Eapen" userId="9cf0b647cab1cc0d" providerId="Windows Live" clId="Web-{A361FC9D-05D1-8807-A455-23792AF64999}" dt="2025-02-27T06:32:04.514" v="428" actId="20577"/>
        <pc:sldMkLst>
          <pc:docMk/>
          <pc:sldMk cId="2430628198" sldId="1888"/>
        </pc:sldMkLst>
        <pc:spChg chg="mod">
          <ac:chgData name="John Eapen" userId="9cf0b647cab1cc0d" providerId="Windows Live" clId="Web-{A361FC9D-05D1-8807-A455-23792AF64999}" dt="2025-02-27T06:32:04.514" v="428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John Eapen" userId="9cf0b647cab1cc0d" providerId="Windows Live" clId="Web-{A361FC9D-05D1-8807-A455-23792AF64999}" dt="2025-02-27T06:31:51.686" v="423" actId="20577"/>
          <ac:spMkLst>
            <pc:docMk/>
            <pc:sldMk cId="2430628198" sldId="1888"/>
            <ac:spMk id="3" creationId="{57AE222E-4671-212B-25A7-CE983FDD0D35}"/>
          </ac:spMkLst>
        </pc:spChg>
        <pc:spChg chg="mod">
          <ac:chgData name="John Eapen" userId="9cf0b647cab1cc0d" providerId="Windows Live" clId="Web-{A361FC9D-05D1-8807-A455-23792AF64999}" dt="2025-02-27T06:30:04.089" v="410" actId="1076"/>
          <ac:spMkLst>
            <pc:docMk/>
            <pc:sldMk cId="2430628198" sldId="1888"/>
            <ac:spMk id="4" creationId="{064DE8CA-B187-EC06-A4FA-4F11CB386D6A}"/>
          </ac:spMkLst>
        </pc:spChg>
      </pc:sldChg>
      <pc:sldChg chg="modSp ord">
        <pc:chgData name="John Eapen" userId="9cf0b647cab1cc0d" providerId="Windows Live" clId="Web-{A361FC9D-05D1-8807-A455-23792AF64999}" dt="2025-02-28T03:09:54.476" v="546" actId="20577"/>
        <pc:sldMkLst>
          <pc:docMk/>
          <pc:sldMk cId="3856652934" sldId="1918"/>
        </pc:sldMkLst>
        <pc:spChg chg="mod">
          <ac:chgData name="John Eapen" userId="9cf0b647cab1cc0d" providerId="Windows Live" clId="Web-{A361FC9D-05D1-8807-A455-23792AF64999}" dt="2025-02-28T03:09:54.476" v="546" actId="20577"/>
          <ac:spMkLst>
            <pc:docMk/>
            <pc:sldMk cId="3856652934" sldId="1918"/>
            <ac:spMk id="2" creationId="{00000000-0000-0000-0000-000000000000}"/>
          </ac:spMkLst>
        </pc:spChg>
      </pc:sldChg>
      <pc:sldChg chg="modSp ord">
        <pc:chgData name="John Eapen" userId="9cf0b647cab1cc0d" providerId="Windows Live" clId="Web-{A361FC9D-05D1-8807-A455-23792AF64999}" dt="2025-02-28T04:25:22.669" v="1160" actId="20577"/>
        <pc:sldMkLst>
          <pc:docMk/>
          <pc:sldMk cId="23874075" sldId="1959"/>
        </pc:sldMkLst>
        <pc:spChg chg="mod">
          <ac:chgData name="John Eapen" userId="9cf0b647cab1cc0d" providerId="Windows Live" clId="Web-{A361FC9D-05D1-8807-A455-23792AF64999}" dt="2025-02-28T04:25:22.669" v="1160" actId="20577"/>
          <ac:spMkLst>
            <pc:docMk/>
            <pc:sldMk cId="23874075" sldId="1959"/>
            <ac:spMk id="2" creationId="{00000000-0000-0000-0000-000000000000}"/>
          </ac:spMkLst>
        </pc:spChg>
      </pc:sldChg>
      <pc:sldChg chg="modSp ord">
        <pc:chgData name="John Eapen" userId="9cf0b647cab1cc0d" providerId="Windows Live" clId="Web-{A361FC9D-05D1-8807-A455-23792AF64999}" dt="2025-02-28T04:52:49.958" v="1273" actId="20577"/>
        <pc:sldMkLst>
          <pc:docMk/>
          <pc:sldMk cId="3954064343" sldId="1968"/>
        </pc:sldMkLst>
        <pc:spChg chg="mod">
          <ac:chgData name="John Eapen" userId="9cf0b647cab1cc0d" providerId="Windows Live" clId="Web-{A361FC9D-05D1-8807-A455-23792AF64999}" dt="2025-02-28T04:52:49.958" v="1273" actId="20577"/>
          <ac:spMkLst>
            <pc:docMk/>
            <pc:sldMk cId="3954064343" sldId="1968"/>
            <ac:spMk id="2" creationId="{00000000-0000-0000-0000-000000000000}"/>
          </ac:spMkLst>
        </pc:spChg>
      </pc:sldChg>
      <pc:sldChg chg="modSp ord">
        <pc:chgData name="John Eapen" userId="9cf0b647cab1cc0d" providerId="Windows Live" clId="Web-{A361FC9D-05D1-8807-A455-23792AF64999}" dt="2025-03-01T01:00:09.626" v="1464" actId="20577"/>
        <pc:sldMkLst>
          <pc:docMk/>
          <pc:sldMk cId="1840363242" sldId="1969"/>
        </pc:sldMkLst>
        <pc:spChg chg="mod">
          <ac:chgData name="John Eapen" userId="9cf0b647cab1cc0d" providerId="Windows Live" clId="Web-{A361FC9D-05D1-8807-A455-23792AF64999}" dt="2025-03-01T01:00:09.626" v="1464" actId="20577"/>
          <ac:spMkLst>
            <pc:docMk/>
            <pc:sldMk cId="1840363242" sldId="1969"/>
            <ac:spMk id="2" creationId="{00000000-0000-0000-0000-000000000000}"/>
          </ac:spMkLst>
        </pc:spChg>
      </pc:sldChg>
      <pc:sldChg chg="del ord">
        <pc:chgData name="John Eapen" userId="9cf0b647cab1cc0d" providerId="Windows Live" clId="Web-{A361FC9D-05D1-8807-A455-23792AF64999}" dt="2025-03-01T01:54:57.287" v="1794"/>
        <pc:sldMkLst>
          <pc:docMk/>
          <pc:sldMk cId="3573145404" sldId="1972"/>
        </pc:sldMkLst>
      </pc:sldChg>
      <pc:sldChg chg="addSp delSp modSp">
        <pc:chgData name="John Eapen" userId="9cf0b647cab1cc0d" providerId="Windows Live" clId="Web-{A361FC9D-05D1-8807-A455-23792AF64999}" dt="2025-02-27T04:27:42.045" v="309" actId="1076"/>
        <pc:sldMkLst>
          <pc:docMk/>
          <pc:sldMk cId="88404620" sldId="1980"/>
        </pc:sldMkLst>
        <pc:spChg chg="mod">
          <ac:chgData name="John Eapen" userId="9cf0b647cab1cc0d" providerId="Windows Live" clId="Web-{A361FC9D-05D1-8807-A455-23792AF64999}" dt="2025-02-27T04:22:12.878" v="272" actId="20577"/>
          <ac:spMkLst>
            <pc:docMk/>
            <pc:sldMk cId="88404620" sldId="1980"/>
            <ac:spMk id="2" creationId="{00000000-0000-0000-0000-000000000000}"/>
          </ac:spMkLst>
        </pc:spChg>
        <pc:spChg chg="mod">
          <ac:chgData name="John Eapen" userId="9cf0b647cab1cc0d" providerId="Windows Live" clId="Web-{A361FC9D-05D1-8807-A455-23792AF64999}" dt="2025-02-27T04:27:08.731" v="304" actId="1076"/>
          <ac:spMkLst>
            <pc:docMk/>
            <pc:sldMk cId="88404620" sldId="1980"/>
            <ac:spMk id="3" creationId="{2D761E48-FBBF-E87B-39BE-203A778C1D12}"/>
          </ac:spMkLst>
        </pc:spChg>
        <pc:spChg chg="mod">
          <ac:chgData name="John Eapen" userId="9cf0b647cab1cc0d" providerId="Windows Live" clId="Web-{A361FC9D-05D1-8807-A455-23792AF64999}" dt="2025-02-27T04:27:22.341" v="305" actId="1076"/>
          <ac:spMkLst>
            <pc:docMk/>
            <pc:sldMk cId="88404620" sldId="1980"/>
            <ac:spMk id="7" creationId="{FC6E172B-3707-79DF-9D9C-C3DDA0B6E507}"/>
          </ac:spMkLst>
        </pc:spChg>
        <pc:spChg chg="mod">
          <ac:chgData name="John Eapen" userId="9cf0b647cab1cc0d" providerId="Windows Live" clId="Web-{A361FC9D-05D1-8807-A455-23792AF64999}" dt="2025-02-27T04:27:32.654" v="307" actId="1076"/>
          <ac:spMkLst>
            <pc:docMk/>
            <pc:sldMk cId="88404620" sldId="1980"/>
            <ac:spMk id="8" creationId="{84128A4C-BAEA-E882-5683-99A8C4D40AE1}"/>
          </ac:spMkLst>
        </pc:spChg>
        <pc:spChg chg="mod">
          <ac:chgData name="John Eapen" userId="9cf0b647cab1cc0d" providerId="Windows Live" clId="Web-{A361FC9D-05D1-8807-A455-23792AF64999}" dt="2025-02-27T04:27:42.045" v="309" actId="1076"/>
          <ac:spMkLst>
            <pc:docMk/>
            <pc:sldMk cId="88404620" sldId="1980"/>
            <ac:spMk id="9" creationId="{3F2240E4-D617-E6B9-D5F3-1266297E6737}"/>
          </ac:spMkLst>
        </pc:spChg>
        <pc:spChg chg="add mod">
          <ac:chgData name="John Eapen" userId="9cf0b647cab1cc0d" providerId="Windows Live" clId="Web-{A361FC9D-05D1-8807-A455-23792AF64999}" dt="2025-02-27T04:27:27.966" v="306" actId="1076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John Eapen" userId="9cf0b647cab1cc0d" providerId="Windows Live" clId="Web-{A361FC9D-05D1-8807-A455-23792AF64999}" dt="2025-02-27T04:27:03.747" v="303" actId="1076"/>
          <ac:spMkLst>
            <pc:docMk/>
            <pc:sldMk cId="88404620" sldId="1980"/>
            <ac:spMk id="12" creationId="{7905A2DF-1131-91B8-F9F4-29C2BA98F4E1}"/>
          </ac:spMkLst>
        </pc:spChg>
      </pc:sldChg>
      <pc:sldChg chg="modSp">
        <pc:chgData name="John Eapen" userId="9cf0b647cab1cc0d" providerId="Windows Live" clId="Web-{A361FC9D-05D1-8807-A455-23792AF64999}" dt="2025-02-28T03:17:01.867" v="593" actId="20577"/>
        <pc:sldMkLst>
          <pc:docMk/>
          <pc:sldMk cId="1700184848" sldId="1992"/>
        </pc:sldMkLst>
        <pc:spChg chg="mod">
          <ac:chgData name="John Eapen" userId="9cf0b647cab1cc0d" providerId="Windows Live" clId="Web-{A361FC9D-05D1-8807-A455-23792AF64999}" dt="2025-02-28T03:17:01.867" v="593" actId="20577"/>
          <ac:spMkLst>
            <pc:docMk/>
            <pc:sldMk cId="1700184848" sldId="1992"/>
            <ac:spMk id="2" creationId="{00000000-0000-0000-0000-000000000000}"/>
          </ac:spMkLst>
        </pc:spChg>
        <pc:spChg chg="mod">
          <ac:chgData name="John Eapen" userId="9cf0b647cab1cc0d" providerId="Windows Live" clId="Web-{A361FC9D-05D1-8807-A455-23792AF64999}" dt="2025-02-28T03:16:32.272" v="572" actId="20577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John Eapen" userId="9cf0b647cab1cc0d" providerId="Windows Live" clId="Web-{A361FC9D-05D1-8807-A455-23792AF64999}" dt="2025-02-28T03:13:28.859" v="561" actId="20577"/>
          <ac:spMkLst>
            <pc:docMk/>
            <pc:sldMk cId="1700184848" sldId="1992"/>
            <ac:spMk id="5" creationId="{7A9E4F5E-F433-A77D-054E-01E586305C40}"/>
          </ac:spMkLst>
        </pc:spChg>
      </pc:sldChg>
      <pc:sldChg chg="modSp ord">
        <pc:chgData name="John Eapen" userId="9cf0b647cab1cc0d" providerId="Windows Live" clId="Web-{A361FC9D-05D1-8807-A455-23792AF64999}" dt="2025-02-28T04:40:52.106" v="1228" actId="1076"/>
        <pc:sldMkLst>
          <pc:docMk/>
          <pc:sldMk cId="3779911877" sldId="1997"/>
        </pc:sldMkLst>
        <pc:spChg chg="mod">
          <ac:chgData name="John Eapen" userId="9cf0b647cab1cc0d" providerId="Windows Live" clId="Web-{A361FC9D-05D1-8807-A455-23792AF64999}" dt="2025-02-28T04:40:41.418" v="1227" actId="1076"/>
          <ac:spMkLst>
            <pc:docMk/>
            <pc:sldMk cId="3779911877" sldId="1997"/>
            <ac:spMk id="3" creationId="{4BF9CA61-6680-419C-A597-2B8F90F492F3}"/>
          </ac:spMkLst>
        </pc:spChg>
        <pc:spChg chg="mod">
          <ac:chgData name="John Eapen" userId="9cf0b647cab1cc0d" providerId="Windows Live" clId="Web-{A361FC9D-05D1-8807-A455-23792AF64999}" dt="2025-02-28T04:40:52.106" v="1228" actId="1076"/>
          <ac:spMkLst>
            <pc:docMk/>
            <pc:sldMk cId="3779911877" sldId="1997"/>
            <ac:spMk id="5" creationId="{325AF87E-9D48-CE0B-9C0A-5C85175F49A4}"/>
          </ac:spMkLst>
        </pc:spChg>
      </pc:sldChg>
      <pc:sldChg chg="modSp">
        <pc:chgData name="John Eapen" userId="9cf0b647cab1cc0d" providerId="Windows Live" clId="Web-{A361FC9D-05D1-8807-A455-23792AF64999}" dt="2025-02-27T06:35:43.771" v="456" actId="1076"/>
        <pc:sldMkLst>
          <pc:docMk/>
          <pc:sldMk cId="474597300" sldId="2086"/>
        </pc:sldMkLst>
        <pc:spChg chg="mod">
          <ac:chgData name="John Eapen" userId="9cf0b647cab1cc0d" providerId="Windows Live" clId="Web-{A361FC9D-05D1-8807-A455-23792AF64999}" dt="2025-02-27T06:33:40.596" v="442" actId="20577"/>
          <ac:spMkLst>
            <pc:docMk/>
            <pc:sldMk cId="474597300" sldId="2086"/>
            <ac:spMk id="2" creationId="{69072751-0DFD-E04D-8DBC-6192EE4B4B2A}"/>
          </ac:spMkLst>
        </pc:spChg>
        <pc:spChg chg="mod">
          <ac:chgData name="John Eapen" userId="9cf0b647cab1cc0d" providerId="Windows Live" clId="Web-{A361FC9D-05D1-8807-A455-23792AF64999}" dt="2025-02-27T06:35:43.771" v="456" actId="1076"/>
          <ac:spMkLst>
            <pc:docMk/>
            <pc:sldMk cId="474597300" sldId="2086"/>
            <ac:spMk id="3" creationId="{57AE222E-4671-212B-25A7-CE983FDD0D35}"/>
          </ac:spMkLst>
        </pc:spChg>
        <pc:spChg chg="mod">
          <ac:chgData name="John Eapen" userId="9cf0b647cab1cc0d" providerId="Windows Live" clId="Web-{A361FC9D-05D1-8807-A455-23792AF64999}" dt="2025-02-27T06:34:08.753" v="446" actId="20577"/>
          <ac:spMkLst>
            <pc:docMk/>
            <pc:sldMk cId="474597300" sldId="2086"/>
            <ac:spMk id="4" creationId="{064DE8CA-B187-EC06-A4FA-4F11CB386D6A}"/>
          </ac:spMkLst>
        </pc:spChg>
      </pc:sldChg>
      <pc:sldChg chg="modSp">
        <pc:chgData name="John Eapen" userId="9cf0b647cab1cc0d" providerId="Windows Live" clId="Web-{A361FC9D-05D1-8807-A455-23792AF64999}" dt="2025-02-28T03:59:52.336" v="825" actId="20577"/>
        <pc:sldMkLst>
          <pc:docMk/>
          <pc:sldMk cId="3908188759" sldId="2118"/>
        </pc:sldMkLst>
        <pc:spChg chg="mod">
          <ac:chgData name="John Eapen" userId="9cf0b647cab1cc0d" providerId="Windows Live" clId="Web-{A361FC9D-05D1-8807-A455-23792AF64999}" dt="2025-02-28T03:59:52.336" v="825" actId="20577"/>
          <ac:spMkLst>
            <pc:docMk/>
            <pc:sldMk cId="3908188759" sldId="2118"/>
            <ac:spMk id="2" creationId="{00000000-0000-0000-0000-000000000000}"/>
          </ac:spMkLst>
        </pc:spChg>
      </pc:sldChg>
      <pc:sldChg chg="modSp">
        <pc:chgData name="John Eapen" userId="9cf0b647cab1cc0d" providerId="Windows Live" clId="Web-{A361FC9D-05D1-8807-A455-23792AF64999}" dt="2025-02-28T04:10:06.654" v="931" actId="20577"/>
        <pc:sldMkLst>
          <pc:docMk/>
          <pc:sldMk cId="232143484" sldId="2119"/>
        </pc:sldMkLst>
        <pc:spChg chg="mod">
          <ac:chgData name="John Eapen" userId="9cf0b647cab1cc0d" providerId="Windows Live" clId="Web-{A361FC9D-05D1-8807-A455-23792AF64999}" dt="2025-02-28T04:10:06.654" v="931" actId="20577"/>
          <ac:spMkLst>
            <pc:docMk/>
            <pc:sldMk cId="232143484" sldId="2119"/>
            <ac:spMk id="3" creationId="{57AE222E-4671-212B-25A7-CE983FDD0D35}"/>
          </ac:spMkLst>
        </pc:spChg>
        <pc:spChg chg="mod">
          <ac:chgData name="John Eapen" userId="9cf0b647cab1cc0d" providerId="Windows Live" clId="Web-{A361FC9D-05D1-8807-A455-23792AF64999}" dt="2025-02-28T04:02:30.935" v="840" actId="1076"/>
          <ac:spMkLst>
            <pc:docMk/>
            <pc:sldMk cId="232143484" sldId="2119"/>
            <ac:spMk id="4" creationId="{064DE8CA-B187-EC06-A4FA-4F11CB386D6A}"/>
          </ac:spMkLst>
        </pc:spChg>
      </pc:sldChg>
      <pc:sldChg chg="modSp">
        <pc:chgData name="John Eapen" userId="9cf0b647cab1cc0d" providerId="Windows Live" clId="Web-{A361FC9D-05D1-8807-A455-23792AF64999}" dt="2025-02-27T04:25:51.901" v="292" actId="1076"/>
        <pc:sldMkLst>
          <pc:docMk/>
          <pc:sldMk cId="4046410781" sldId="2127"/>
        </pc:sldMkLst>
        <pc:spChg chg="mod">
          <ac:chgData name="John Eapen" userId="9cf0b647cab1cc0d" providerId="Windows Live" clId="Web-{A361FC9D-05D1-8807-A455-23792AF64999}" dt="2025-02-27T04:22:03.768" v="268" actId="20577"/>
          <ac:spMkLst>
            <pc:docMk/>
            <pc:sldMk cId="4046410781" sldId="2127"/>
            <ac:spMk id="2" creationId="{449640D6-A24B-09A1-4FED-9139A446DDCA}"/>
          </ac:spMkLst>
        </pc:spChg>
        <pc:spChg chg="mod">
          <ac:chgData name="John Eapen" userId="9cf0b647cab1cc0d" providerId="Windows Live" clId="Web-{A361FC9D-05D1-8807-A455-23792AF64999}" dt="2025-02-27T04:25:24.400" v="287" actId="1076"/>
          <ac:spMkLst>
            <pc:docMk/>
            <pc:sldMk cId="4046410781" sldId="2127"/>
            <ac:spMk id="3" creationId="{8685C7FB-D20D-8A7C-2EA8-E2D154D7703D}"/>
          </ac:spMkLst>
        </pc:spChg>
        <pc:spChg chg="mod">
          <ac:chgData name="John Eapen" userId="9cf0b647cab1cc0d" providerId="Windows Live" clId="Web-{A361FC9D-05D1-8807-A455-23792AF64999}" dt="2025-02-27T04:25:43.635" v="290" actId="1076"/>
          <ac:spMkLst>
            <pc:docMk/>
            <pc:sldMk cId="4046410781" sldId="2127"/>
            <ac:spMk id="5" creationId="{726B0097-91C4-5FB0-4E23-F379E290453E}"/>
          </ac:spMkLst>
        </pc:spChg>
        <pc:spChg chg="mod">
          <ac:chgData name="John Eapen" userId="9cf0b647cab1cc0d" providerId="Windows Live" clId="Web-{A361FC9D-05D1-8807-A455-23792AF64999}" dt="2025-02-27T04:25:35.541" v="289" actId="1076"/>
          <ac:spMkLst>
            <pc:docMk/>
            <pc:sldMk cId="4046410781" sldId="2127"/>
            <ac:spMk id="7" creationId="{C1639E81-6AB8-76DD-1327-514EFF5E33F5}"/>
          </ac:spMkLst>
        </pc:spChg>
        <pc:spChg chg="mod">
          <ac:chgData name="John Eapen" userId="9cf0b647cab1cc0d" providerId="Windows Live" clId="Web-{A361FC9D-05D1-8807-A455-23792AF64999}" dt="2025-02-27T04:25:47.151" v="291" actId="1076"/>
          <ac:spMkLst>
            <pc:docMk/>
            <pc:sldMk cId="4046410781" sldId="2127"/>
            <ac:spMk id="8" creationId="{1A0D72CF-CCFA-F2F8-8880-883B27D3E582}"/>
          </ac:spMkLst>
        </pc:spChg>
        <pc:spChg chg="mod">
          <ac:chgData name="John Eapen" userId="9cf0b647cab1cc0d" providerId="Windows Live" clId="Web-{A361FC9D-05D1-8807-A455-23792AF64999}" dt="2025-02-27T04:25:51.901" v="292" actId="1076"/>
          <ac:spMkLst>
            <pc:docMk/>
            <pc:sldMk cId="4046410781" sldId="2127"/>
            <ac:spMk id="9" creationId="{02FB2AE4-0D3C-9FB6-35F0-702DA1F4DC71}"/>
          </ac:spMkLst>
        </pc:spChg>
        <pc:spChg chg="mod">
          <ac:chgData name="John Eapen" userId="9cf0b647cab1cc0d" providerId="Windows Live" clId="Web-{A361FC9D-05D1-8807-A455-23792AF64999}" dt="2025-02-27T04:25:19.384" v="286" actId="14100"/>
          <ac:spMkLst>
            <pc:docMk/>
            <pc:sldMk cId="4046410781" sldId="2127"/>
            <ac:spMk id="12" creationId="{68F1D7EB-0773-4AEA-08EA-3371F7148245}"/>
          </ac:spMkLst>
        </pc:spChg>
      </pc:sldChg>
      <pc:sldChg chg="addSp delSp modSp">
        <pc:chgData name="John Eapen" userId="9cf0b647cab1cc0d" providerId="Windows Live" clId="Web-{A361FC9D-05D1-8807-A455-23792AF64999}" dt="2025-02-27T04:26:54.684" v="302" actId="1076"/>
        <pc:sldMkLst>
          <pc:docMk/>
          <pc:sldMk cId="1278113787" sldId="2128"/>
        </pc:sldMkLst>
        <pc:spChg chg="mod">
          <ac:chgData name="John Eapen" userId="9cf0b647cab1cc0d" providerId="Windows Live" clId="Web-{A361FC9D-05D1-8807-A455-23792AF64999}" dt="2025-02-27T04:21:57.190" v="264" actId="20577"/>
          <ac:spMkLst>
            <pc:docMk/>
            <pc:sldMk cId="1278113787" sldId="2128"/>
            <ac:spMk id="2" creationId="{2A7BDA80-E738-DD19-3300-61CD767417FE}"/>
          </ac:spMkLst>
        </pc:spChg>
        <pc:spChg chg="mod">
          <ac:chgData name="John Eapen" userId="9cf0b647cab1cc0d" providerId="Windows Live" clId="Web-{A361FC9D-05D1-8807-A455-23792AF64999}" dt="2025-02-27T04:26:24.324" v="298" actId="1076"/>
          <ac:spMkLst>
            <pc:docMk/>
            <pc:sldMk cId="1278113787" sldId="2128"/>
            <ac:spMk id="3" creationId="{E16E1E22-AABE-36C0-BBD9-2453AB50BAC0}"/>
          </ac:spMkLst>
        </pc:spChg>
        <pc:spChg chg="mod">
          <ac:chgData name="John Eapen" userId="9cf0b647cab1cc0d" providerId="Windows Live" clId="Web-{A361FC9D-05D1-8807-A455-23792AF64999}" dt="2025-02-27T04:26:38.949" v="299" actId="1076"/>
          <ac:spMkLst>
            <pc:docMk/>
            <pc:sldMk cId="1278113787" sldId="2128"/>
            <ac:spMk id="7" creationId="{30D24873-19B5-8310-2156-DCCDBF4E8DC3}"/>
          </ac:spMkLst>
        </pc:spChg>
        <pc:spChg chg="mod">
          <ac:chgData name="John Eapen" userId="9cf0b647cab1cc0d" providerId="Windows Live" clId="Web-{A361FC9D-05D1-8807-A455-23792AF64999}" dt="2025-02-27T04:26:49.481" v="301" actId="1076"/>
          <ac:spMkLst>
            <pc:docMk/>
            <pc:sldMk cId="1278113787" sldId="2128"/>
            <ac:spMk id="8" creationId="{322447E3-6398-8EAB-E981-2D3CCC8E99C8}"/>
          </ac:spMkLst>
        </pc:spChg>
        <pc:spChg chg="mod">
          <ac:chgData name="John Eapen" userId="9cf0b647cab1cc0d" providerId="Windows Live" clId="Web-{A361FC9D-05D1-8807-A455-23792AF64999}" dt="2025-02-27T04:26:54.684" v="302" actId="1076"/>
          <ac:spMkLst>
            <pc:docMk/>
            <pc:sldMk cId="1278113787" sldId="2128"/>
            <ac:spMk id="9" creationId="{CE52DDE9-86E7-58C1-0066-D3C601D2CB17}"/>
          </ac:spMkLst>
        </pc:spChg>
        <pc:spChg chg="add mod">
          <ac:chgData name="John Eapen" userId="9cf0b647cab1cc0d" providerId="Windows Live" clId="Web-{A361FC9D-05D1-8807-A455-23792AF64999}" dt="2025-02-27T04:26:45.434" v="300" actId="1076"/>
          <ac:spMkLst>
            <pc:docMk/>
            <pc:sldMk cId="1278113787" sldId="2128"/>
            <ac:spMk id="10" creationId="{D075F29D-549B-5C4C-BFB3-ADFBACB2B456}"/>
          </ac:spMkLst>
        </pc:spChg>
        <pc:spChg chg="mod">
          <ac:chgData name="John Eapen" userId="9cf0b647cab1cc0d" providerId="Windows Live" clId="Web-{A361FC9D-05D1-8807-A455-23792AF64999}" dt="2025-02-27T04:26:20.996" v="297" actId="14100"/>
          <ac:spMkLst>
            <pc:docMk/>
            <pc:sldMk cId="1278113787" sldId="2128"/>
            <ac:spMk id="12" creationId="{88F4B2BD-87D6-30F3-4DE9-508D01EF9A25}"/>
          </ac:spMkLst>
        </pc:spChg>
      </pc:sldChg>
      <pc:sldChg chg="modSp">
        <pc:chgData name="John Eapen" userId="9cf0b647cab1cc0d" providerId="Windows Live" clId="Web-{A361FC9D-05D1-8807-A455-23792AF64999}" dt="2025-02-27T04:29:06.657" v="317" actId="1076"/>
        <pc:sldMkLst>
          <pc:docMk/>
          <pc:sldMk cId="616756977" sldId="2129"/>
        </pc:sldMkLst>
        <pc:spChg chg="mod">
          <ac:chgData name="John Eapen" userId="9cf0b647cab1cc0d" providerId="Windows Live" clId="Web-{A361FC9D-05D1-8807-A455-23792AF64999}" dt="2025-02-27T04:21:50.440" v="259" actId="20577"/>
          <ac:spMkLst>
            <pc:docMk/>
            <pc:sldMk cId="616756977" sldId="2129"/>
            <ac:spMk id="2" creationId="{8FA42A20-A48C-FD0D-24A1-AF886DDA9BB2}"/>
          </ac:spMkLst>
        </pc:spChg>
        <pc:spChg chg="mod">
          <ac:chgData name="John Eapen" userId="9cf0b647cab1cc0d" providerId="Windows Live" clId="Web-{A361FC9D-05D1-8807-A455-23792AF64999}" dt="2025-02-27T04:28:45.516" v="313" actId="1076"/>
          <ac:spMkLst>
            <pc:docMk/>
            <pc:sldMk cId="616756977" sldId="2129"/>
            <ac:spMk id="3" creationId="{56F63134-4524-755E-275C-EB1F5BF41EE6}"/>
          </ac:spMkLst>
        </pc:spChg>
        <pc:spChg chg="mod">
          <ac:chgData name="John Eapen" userId="9cf0b647cab1cc0d" providerId="Windows Live" clId="Web-{A361FC9D-05D1-8807-A455-23792AF64999}" dt="2025-02-27T04:28:59.829" v="315" actId="1076"/>
          <ac:spMkLst>
            <pc:docMk/>
            <pc:sldMk cId="616756977" sldId="2129"/>
            <ac:spMk id="5" creationId="{15B7F004-7DED-8987-7F5D-BD659FC46ADF}"/>
          </ac:spMkLst>
        </pc:spChg>
        <pc:spChg chg="mod">
          <ac:chgData name="John Eapen" userId="9cf0b647cab1cc0d" providerId="Windows Live" clId="Web-{A361FC9D-05D1-8807-A455-23792AF64999}" dt="2025-02-27T04:28:53.907" v="314" actId="1076"/>
          <ac:spMkLst>
            <pc:docMk/>
            <pc:sldMk cId="616756977" sldId="2129"/>
            <ac:spMk id="7" creationId="{3FED5AFE-BB39-7667-3B0E-DCB8578EC253}"/>
          </ac:spMkLst>
        </pc:spChg>
        <pc:spChg chg="mod">
          <ac:chgData name="John Eapen" userId="9cf0b647cab1cc0d" providerId="Windows Live" clId="Web-{A361FC9D-05D1-8807-A455-23792AF64999}" dt="2025-02-27T04:29:03.438" v="316" actId="1076"/>
          <ac:spMkLst>
            <pc:docMk/>
            <pc:sldMk cId="616756977" sldId="2129"/>
            <ac:spMk id="8" creationId="{ED3DF3F0-3FA6-B8D3-8CC5-E1435CE81B31}"/>
          </ac:spMkLst>
        </pc:spChg>
        <pc:spChg chg="mod">
          <ac:chgData name="John Eapen" userId="9cf0b647cab1cc0d" providerId="Windows Live" clId="Web-{A361FC9D-05D1-8807-A455-23792AF64999}" dt="2025-02-27T04:29:06.657" v="317" actId="1076"/>
          <ac:spMkLst>
            <pc:docMk/>
            <pc:sldMk cId="616756977" sldId="2129"/>
            <ac:spMk id="9" creationId="{68786014-6CF0-D718-FDD0-D54216AB581F}"/>
          </ac:spMkLst>
        </pc:spChg>
        <pc:spChg chg="mod">
          <ac:chgData name="John Eapen" userId="9cf0b647cab1cc0d" providerId="Windows Live" clId="Web-{A361FC9D-05D1-8807-A455-23792AF64999}" dt="2025-02-27T04:28:40.031" v="312" actId="1076"/>
          <ac:spMkLst>
            <pc:docMk/>
            <pc:sldMk cId="616756977" sldId="2129"/>
            <ac:spMk id="12" creationId="{518E15F4-4EE9-65FE-8644-BA65174FE0A0}"/>
          </ac:spMkLst>
        </pc:spChg>
      </pc:sldChg>
      <pc:sldChg chg="modSp">
        <pc:chgData name="John Eapen" userId="9cf0b647cab1cc0d" providerId="Windows Live" clId="Web-{A361FC9D-05D1-8807-A455-23792AF64999}" dt="2025-02-27T04:29:29.111" v="320" actId="1076"/>
        <pc:sldMkLst>
          <pc:docMk/>
          <pc:sldMk cId="3667561014" sldId="2130"/>
        </pc:sldMkLst>
        <pc:spChg chg="mod">
          <ac:chgData name="John Eapen" userId="9cf0b647cab1cc0d" providerId="Windows Live" clId="Web-{A361FC9D-05D1-8807-A455-23792AF64999}" dt="2025-02-27T04:21:43.986" v="256" actId="20577"/>
          <ac:spMkLst>
            <pc:docMk/>
            <pc:sldMk cId="3667561014" sldId="2130"/>
            <ac:spMk id="2" creationId="{5D224F16-9A81-DEFE-BB49-223A73BF0158}"/>
          </ac:spMkLst>
        </pc:spChg>
        <pc:spChg chg="mod">
          <ac:chgData name="John Eapen" userId="9cf0b647cab1cc0d" providerId="Windows Live" clId="Web-{A361FC9D-05D1-8807-A455-23792AF64999}" dt="2025-02-27T04:07:11.411" v="155" actId="1076"/>
          <ac:spMkLst>
            <pc:docMk/>
            <pc:sldMk cId="3667561014" sldId="2130"/>
            <ac:spMk id="3" creationId="{B77667B5-A2EF-0A14-4661-D3E40927171F}"/>
          </ac:spMkLst>
        </pc:spChg>
        <pc:spChg chg="mod">
          <ac:chgData name="John Eapen" userId="9cf0b647cab1cc0d" providerId="Windows Live" clId="Web-{A361FC9D-05D1-8807-A455-23792AF64999}" dt="2025-02-27T04:29:22.752" v="318" actId="1076"/>
          <ac:spMkLst>
            <pc:docMk/>
            <pc:sldMk cId="3667561014" sldId="2130"/>
            <ac:spMk id="5" creationId="{11C4A1CD-E871-3C06-AECC-E0FA1BB58762}"/>
          </ac:spMkLst>
        </pc:spChg>
        <pc:spChg chg="mod">
          <ac:chgData name="John Eapen" userId="9cf0b647cab1cc0d" providerId="Windows Live" clId="Web-{A361FC9D-05D1-8807-A455-23792AF64999}" dt="2025-02-27T04:07:16.161" v="156" actId="1076"/>
          <ac:spMkLst>
            <pc:docMk/>
            <pc:sldMk cId="3667561014" sldId="2130"/>
            <ac:spMk id="7" creationId="{15DD6189-1DF0-050F-15DF-45371CD5437C}"/>
          </ac:spMkLst>
        </pc:spChg>
        <pc:spChg chg="mod">
          <ac:chgData name="John Eapen" userId="9cf0b647cab1cc0d" providerId="Windows Live" clId="Web-{A361FC9D-05D1-8807-A455-23792AF64999}" dt="2025-02-27T04:29:26.174" v="319" actId="1076"/>
          <ac:spMkLst>
            <pc:docMk/>
            <pc:sldMk cId="3667561014" sldId="2130"/>
            <ac:spMk id="8" creationId="{78ACC9EB-4E3C-CFBE-E821-DBC22FCD6989}"/>
          </ac:spMkLst>
        </pc:spChg>
        <pc:spChg chg="mod">
          <ac:chgData name="John Eapen" userId="9cf0b647cab1cc0d" providerId="Windows Live" clId="Web-{A361FC9D-05D1-8807-A455-23792AF64999}" dt="2025-02-27T04:29:29.111" v="320" actId="1076"/>
          <ac:spMkLst>
            <pc:docMk/>
            <pc:sldMk cId="3667561014" sldId="2130"/>
            <ac:spMk id="9" creationId="{E083B01E-F566-8B51-2A9D-81E3C0CEE920}"/>
          </ac:spMkLst>
        </pc:spChg>
        <pc:spChg chg="mod">
          <ac:chgData name="John Eapen" userId="9cf0b647cab1cc0d" providerId="Windows Live" clId="Web-{A361FC9D-05D1-8807-A455-23792AF64999}" dt="2025-02-27T04:09:18.040" v="171" actId="20577"/>
          <ac:spMkLst>
            <pc:docMk/>
            <pc:sldMk cId="3667561014" sldId="2130"/>
            <ac:spMk id="12" creationId="{C1585363-9F7B-619B-FF46-6702E813D77C}"/>
          </ac:spMkLst>
        </pc:spChg>
      </pc:sldChg>
      <pc:sldChg chg="modSp">
        <pc:chgData name="John Eapen" userId="9cf0b647cab1cc0d" providerId="Windows Live" clId="Web-{A361FC9D-05D1-8807-A455-23792AF64999}" dt="2025-02-27T04:21:36.939" v="251" actId="20577"/>
        <pc:sldMkLst>
          <pc:docMk/>
          <pc:sldMk cId="993827321" sldId="2131"/>
        </pc:sldMkLst>
        <pc:spChg chg="mod">
          <ac:chgData name="John Eapen" userId="9cf0b647cab1cc0d" providerId="Windows Live" clId="Web-{A361FC9D-05D1-8807-A455-23792AF64999}" dt="2025-02-27T04:21:36.939" v="251" actId="20577"/>
          <ac:spMkLst>
            <pc:docMk/>
            <pc:sldMk cId="993827321" sldId="2131"/>
            <ac:spMk id="2" creationId="{00CEF866-F4D0-2665-9011-3C6C8009AB6D}"/>
          </ac:spMkLst>
        </pc:spChg>
        <pc:spChg chg="mod">
          <ac:chgData name="John Eapen" userId="9cf0b647cab1cc0d" providerId="Windows Live" clId="Web-{A361FC9D-05D1-8807-A455-23792AF64999}" dt="2025-02-27T04:10:31.902" v="182" actId="1076"/>
          <ac:spMkLst>
            <pc:docMk/>
            <pc:sldMk cId="993827321" sldId="2131"/>
            <ac:spMk id="3" creationId="{B4B64036-622C-26FC-EFFB-CDD05A831C0E}"/>
          </ac:spMkLst>
        </pc:spChg>
        <pc:spChg chg="mod">
          <ac:chgData name="John Eapen" userId="9cf0b647cab1cc0d" providerId="Windows Live" clId="Web-{A361FC9D-05D1-8807-A455-23792AF64999}" dt="2025-02-27T04:11:46.998" v="192" actId="1076"/>
          <ac:spMkLst>
            <pc:docMk/>
            <pc:sldMk cId="993827321" sldId="2131"/>
            <ac:spMk id="5" creationId="{B34D386C-8A97-157F-84F0-ED1960FA9C73}"/>
          </ac:spMkLst>
        </pc:spChg>
        <pc:spChg chg="mod">
          <ac:chgData name="John Eapen" userId="9cf0b647cab1cc0d" providerId="Windows Live" clId="Web-{A361FC9D-05D1-8807-A455-23792AF64999}" dt="2025-02-27T04:10:40.262" v="183" actId="1076"/>
          <ac:spMkLst>
            <pc:docMk/>
            <pc:sldMk cId="993827321" sldId="2131"/>
            <ac:spMk id="7" creationId="{770C8EC2-28EA-17A2-3ACA-2A48AA49760B}"/>
          </ac:spMkLst>
        </pc:spChg>
        <pc:spChg chg="mod">
          <ac:chgData name="John Eapen" userId="9cf0b647cab1cc0d" providerId="Windows Live" clId="Web-{A361FC9D-05D1-8807-A455-23792AF64999}" dt="2025-02-27T04:12:28.765" v="196" actId="14100"/>
          <ac:spMkLst>
            <pc:docMk/>
            <pc:sldMk cId="993827321" sldId="2131"/>
            <ac:spMk id="8" creationId="{059F3B48-DECF-612D-47DF-7854B86CDCC7}"/>
          </ac:spMkLst>
        </pc:spChg>
        <pc:spChg chg="mod">
          <ac:chgData name="John Eapen" userId="9cf0b647cab1cc0d" providerId="Windows Live" clId="Web-{A361FC9D-05D1-8807-A455-23792AF64999}" dt="2025-02-27T04:12:36.672" v="197" actId="1076"/>
          <ac:spMkLst>
            <pc:docMk/>
            <pc:sldMk cId="993827321" sldId="2131"/>
            <ac:spMk id="9" creationId="{3AA89D23-8572-BCCE-776E-6C0668ABC8DB}"/>
          </ac:spMkLst>
        </pc:spChg>
        <pc:spChg chg="mod">
          <ac:chgData name="John Eapen" userId="9cf0b647cab1cc0d" providerId="Windows Live" clId="Web-{A361FC9D-05D1-8807-A455-23792AF64999}" dt="2025-02-27T04:10:25.777" v="180" actId="1076"/>
          <ac:spMkLst>
            <pc:docMk/>
            <pc:sldMk cId="993827321" sldId="2131"/>
            <ac:spMk id="12" creationId="{2F92463D-C8BA-5796-96F6-DACECDD6CF80}"/>
          </ac:spMkLst>
        </pc:spChg>
      </pc:sldChg>
      <pc:sldChg chg="modSp">
        <pc:chgData name="John Eapen" userId="9cf0b647cab1cc0d" providerId="Windows Live" clId="Web-{A361FC9D-05D1-8807-A455-23792AF64999}" dt="2025-02-27T04:21:29.658" v="247" actId="20577"/>
        <pc:sldMkLst>
          <pc:docMk/>
          <pc:sldMk cId="868127692" sldId="2132"/>
        </pc:sldMkLst>
        <pc:spChg chg="mod">
          <ac:chgData name="John Eapen" userId="9cf0b647cab1cc0d" providerId="Windows Live" clId="Web-{A361FC9D-05D1-8807-A455-23792AF64999}" dt="2025-02-27T04:21:29.658" v="247" actId="20577"/>
          <ac:spMkLst>
            <pc:docMk/>
            <pc:sldMk cId="868127692" sldId="2132"/>
            <ac:spMk id="2" creationId="{F5782D64-2387-CD0D-3431-D239BB348B2B}"/>
          </ac:spMkLst>
        </pc:spChg>
        <pc:spChg chg="mod">
          <ac:chgData name="John Eapen" userId="9cf0b647cab1cc0d" providerId="Windows Live" clId="Web-{A361FC9D-05D1-8807-A455-23792AF64999}" dt="2025-02-27T04:14:58.192" v="212" actId="1076"/>
          <ac:spMkLst>
            <pc:docMk/>
            <pc:sldMk cId="868127692" sldId="2132"/>
            <ac:spMk id="3" creationId="{2CA131A4-498A-0BD6-C608-BC62D1C6961E}"/>
          </ac:spMkLst>
        </pc:spChg>
        <pc:spChg chg="mod">
          <ac:chgData name="John Eapen" userId="9cf0b647cab1cc0d" providerId="Windows Live" clId="Web-{A361FC9D-05D1-8807-A455-23792AF64999}" dt="2025-02-27T04:20:36.859" v="233" actId="1076"/>
          <ac:spMkLst>
            <pc:docMk/>
            <pc:sldMk cId="868127692" sldId="2132"/>
            <ac:spMk id="5" creationId="{10275C34-2737-01D5-8412-6F5BD8397D8C}"/>
          </ac:spMkLst>
        </pc:spChg>
        <pc:spChg chg="mod">
          <ac:chgData name="John Eapen" userId="9cf0b647cab1cc0d" providerId="Windows Live" clId="Web-{A361FC9D-05D1-8807-A455-23792AF64999}" dt="2025-02-27T04:14:40.051" v="209" actId="1076"/>
          <ac:spMkLst>
            <pc:docMk/>
            <pc:sldMk cId="868127692" sldId="2132"/>
            <ac:spMk id="7" creationId="{D3EAD1B0-728F-F437-B19E-2ED5F50A7E64}"/>
          </ac:spMkLst>
        </pc:spChg>
        <pc:spChg chg="mod">
          <ac:chgData name="John Eapen" userId="9cf0b647cab1cc0d" providerId="Windows Live" clId="Web-{A361FC9D-05D1-8807-A455-23792AF64999}" dt="2025-02-27T04:21:08.548" v="240" actId="14100"/>
          <ac:spMkLst>
            <pc:docMk/>
            <pc:sldMk cId="868127692" sldId="2132"/>
            <ac:spMk id="8" creationId="{50EDB9C4-8397-608A-47F7-0182CD49976E}"/>
          </ac:spMkLst>
        </pc:spChg>
        <pc:spChg chg="mod">
          <ac:chgData name="John Eapen" userId="9cf0b647cab1cc0d" providerId="Windows Live" clId="Web-{A361FC9D-05D1-8807-A455-23792AF64999}" dt="2025-02-27T04:21:17.376" v="242" actId="1076"/>
          <ac:spMkLst>
            <pc:docMk/>
            <pc:sldMk cId="868127692" sldId="2132"/>
            <ac:spMk id="9" creationId="{989B9992-A6CD-B2EC-6DEB-C4CBDB4F2291}"/>
          </ac:spMkLst>
        </pc:spChg>
        <pc:spChg chg="mod">
          <ac:chgData name="John Eapen" userId="9cf0b647cab1cc0d" providerId="Windows Live" clId="Web-{A361FC9D-05D1-8807-A455-23792AF64999}" dt="2025-02-27T04:19:55.874" v="223" actId="20577"/>
          <ac:spMkLst>
            <pc:docMk/>
            <pc:sldMk cId="868127692" sldId="2132"/>
            <ac:spMk id="12" creationId="{C8879947-17EC-DBBD-E6C1-6BD9DF27850C}"/>
          </ac:spMkLst>
        </pc:spChg>
      </pc:sldChg>
      <pc:sldChg chg="modSp">
        <pc:chgData name="John Eapen" userId="9cf0b647cab1cc0d" providerId="Windows Live" clId="Web-{A361FC9D-05D1-8807-A455-23792AF64999}" dt="2025-03-01T01:22:49.212" v="1684" actId="20577"/>
        <pc:sldMkLst>
          <pc:docMk/>
          <pc:sldMk cId="1383090789" sldId="2133"/>
        </pc:sldMkLst>
        <pc:spChg chg="mod">
          <ac:chgData name="John Eapen" userId="9cf0b647cab1cc0d" providerId="Windows Live" clId="Web-{A361FC9D-05D1-8807-A455-23792AF64999}" dt="2025-03-01T01:22:49.212" v="1684" actId="20577"/>
          <ac:spMkLst>
            <pc:docMk/>
            <pc:sldMk cId="1383090789" sldId="2133"/>
            <ac:spMk id="4" creationId="{63D01B0B-8FDC-1265-BD01-C99B3DC0AFF7}"/>
          </ac:spMkLst>
        </pc:spChg>
      </pc:sldChg>
      <pc:sldChg chg="modSp">
        <pc:chgData name="John Eapen" userId="9cf0b647cab1cc0d" providerId="Windows Live" clId="Web-{A361FC9D-05D1-8807-A455-23792AF64999}" dt="2025-03-01T01:25:29.079" v="1702" actId="20577"/>
        <pc:sldMkLst>
          <pc:docMk/>
          <pc:sldMk cId="2344975083" sldId="2134"/>
        </pc:sldMkLst>
        <pc:spChg chg="mod">
          <ac:chgData name="John Eapen" userId="9cf0b647cab1cc0d" providerId="Windows Live" clId="Web-{A361FC9D-05D1-8807-A455-23792AF64999}" dt="2025-03-01T01:25:29.079" v="1702" actId="20577"/>
          <ac:spMkLst>
            <pc:docMk/>
            <pc:sldMk cId="2344975083" sldId="2134"/>
            <ac:spMk id="4" creationId="{D242BC7D-C674-2557-6D43-FFC424C547A3}"/>
          </ac:spMkLst>
        </pc:spChg>
      </pc:sldChg>
      <pc:sldChg chg="modSp ord">
        <pc:chgData name="John Eapen" userId="9cf0b647cab1cc0d" providerId="Windows Live" clId="Web-{A361FC9D-05D1-8807-A455-23792AF64999}" dt="2025-03-01T01:08:24.711" v="1544" actId="20577"/>
        <pc:sldMkLst>
          <pc:docMk/>
          <pc:sldMk cId="3425560710" sldId="2135"/>
        </pc:sldMkLst>
        <pc:spChg chg="mod">
          <ac:chgData name="John Eapen" userId="9cf0b647cab1cc0d" providerId="Windows Live" clId="Web-{A361FC9D-05D1-8807-A455-23792AF64999}" dt="2025-03-01T01:08:24.711" v="1544" actId="20577"/>
          <ac:spMkLst>
            <pc:docMk/>
            <pc:sldMk cId="3425560710" sldId="2135"/>
            <ac:spMk id="3" creationId="{8BEA2821-27ED-DC67-2C68-523EF89B74B7}"/>
          </ac:spMkLst>
        </pc:spChg>
        <pc:spChg chg="mod">
          <ac:chgData name="John Eapen" userId="9cf0b647cab1cc0d" providerId="Windows Live" clId="Web-{A361FC9D-05D1-8807-A455-23792AF64999}" dt="2025-03-01T01:07:58.070" v="1539" actId="20577"/>
          <ac:spMkLst>
            <pc:docMk/>
            <pc:sldMk cId="3425560710" sldId="2135"/>
            <ac:spMk id="4" creationId="{EC345F34-B696-5BFF-FFD0-A709BE53EE7F}"/>
          </ac:spMkLst>
        </pc:spChg>
      </pc:sldChg>
      <pc:sldChg chg="modSp">
        <pc:chgData name="John Eapen" userId="9cf0b647cab1cc0d" providerId="Windows Live" clId="Web-{A361FC9D-05D1-8807-A455-23792AF64999}" dt="2025-02-28T03:08:20.269" v="506" actId="20577"/>
        <pc:sldMkLst>
          <pc:docMk/>
          <pc:sldMk cId="2340738477" sldId="2136"/>
        </pc:sldMkLst>
        <pc:spChg chg="mod">
          <ac:chgData name="John Eapen" userId="9cf0b647cab1cc0d" providerId="Windows Live" clId="Web-{A361FC9D-05D1-8807-A455-23792AF64999}" dt="2025-02-28T03:08:20.269" v="506" actId="20577"/>
          <ac:spMkLst>
            <pc:docMk/>
            <pc:sldMk cId="2340738477" sldId="2136"/>
            <ac:spMk id="2" creationId="{967E50B4-B95D-E012-1D72-0C8BA35538E7}"/>
          </ac:spMkLst>
        </pc:spChg>
        <pc:spChg chg="mod">
          <ac:chgData name="John Eapen" userId="9cf0b647cab1cc0d" providerId="Windows Live" clId="Web-{A361FC9D-05D1-8807-A455-23792AF64999}" dt="2025-02-27T06:37:44.510" v="468" actId="20577"/>
          <ac:spMkLst>
            <pc:docMk/>
            <pc:sldMk cId="2340738477" sldId="2136"/>
            <ac:spMk id="3" creationId="{CC62E8AF-8DB6-AD3E-B583-3D2FB9CF5585}"/>
          </ac:spMkLst>
        </pc:spChg>
        <pc:spChg chg="mod">
          <ac:chgData name="John Eapen" userId="9cf0b647cab1cc0d" providerId="Windows Live" clId="Web-{A361FC9D-05D1-8807-A455-23792AF64999}" dt="2025-02-27T06:36:49.836" v="459" actId="20577"/>
          <ac:spMkLst>
            <pc:docMk/>
            <pc:sldMk cId="2340738477" sldId="2136"/>
            <ac:spMk id="4" creationId="{8F01FE7C-56F0-E582-AADC-4F530ADC1187}"/>
          </ac:spMkLst>
        </pc:spChg>
      </pc:sldChg>
      <pc:sldChg chg="modSp">
        <pc:chgData name="John Eapen" userId="9cf0b647cab1cc0d" providerId="Windows Live" clId="Web-{A361FC9D-05D1-8807-A455-23792AF64999}" dt="2025-02-28T03:08:29.394" v="510" actId="20577"/>
        <pc:sldMkLst>
          <pc:docMk/>
          <pc:sldMk cId="527803962" sldId="2137"/>
        </pc:sldMkLst>
        <pc:spChg chg="mod">
          <ac:chgData name="John Eapen" userId="9cf0b647cab1cc0d" providerId="Windows Live" clId="Web-{A361FC9D-05D1-8807-A455-23792AF64999}" dt="2025-02-28T03:08:29.394" v="510" actId="20577"/>
          <ac:spMkLst>
            <pc:docMk/>
            <pc:sldMk cId="527803962" sldId="2137"/>
            <ac:spMk id="2" creationId="{3800E5EE-FD00-081E-757A-F2CACD844748}"/>
          </ac:spMkLst>
        </pc:spChg>
        <pc:spChg chg="mod">
          <ac:chgData name="John Eapen" userId="9cf0b647cab1cc0d" providerId="Windows Live" clId="Web-{A361FC9D-05D1-8807-A455-23792AF64999}" dt="2025-02-27T06:40:40.031" v="481" actId="20577"/>
          <ac:spMkLst>
            <pc:docMk/>
            <pc:sldMk cId="527803962" sldId="2137"/>
            <ac:spMk id="3" creationId="{44D1190C-B81F-3CA4-6508-00E3DF0D29C8}"/>
          </ac:spMkLst>
        </pc:spChg>
        <pc:spChg chg="mod">
          <ac:chgData name="John Eapen" userId="9cf0b647cab1cc0d" providerId="Windows Live" clId="Web-{A361FC9D-05D1-8807-A455-23792AF64999}" dt="2025-02-27T06:40:01.186" v="474" actId="20577"/>
          <ac:spMkLst>
            <pc:docMk/>
            <pc:sldMk cId="527803962" sldId="2137"/>
            <ac:spMk id="4" creationId="{FC08D883-0F7D-0BB4-ABBC-743C42424714}"/>
          </ac:spMkLst>
        </pc:spChg>
      </pc:sldChg>
      <pc:sldChg chg="modSp">
        <pc:chgData name="John Eapen" userId="9cf0b647cab1cc0d" providerId="Windows Live" clId="Web-{A361FC9D-05D1-8807-A455-23792AF64999}" dt="2025-02-28T03:09:33.897" v="528" actId="20577"/>
        <pc:sldMkLst>
          <pc:docMk/>
          <pc:sldMk cId="2024468232" sldId="2138"/>
        </pc:sldMkLst>
        <pc:spChg chg="mod">
          <ac:chgData name="John Eapen" userId="9cf0b647cab1cc0d" providerId="Windows Live" clId="Web-{A361FC9D-05D1-8807-A455-23792AF64999}" dt="2025-02-28T03:08:43.067" v="517" actId="20577"/>
          <ac:spMkLst>
            <pc:docMk/>
            <pc:sldMk cId="2024468232" sldId="2138"/>
            <ac:spMk id="2" creationId="{6BFCDD4C-C38D-E7FC-CA88-BDA494C19C9E}"/>
          </ac:spMkLst>
        </pc:spChg>
        <pc:spChg chg="mod">
          <ac:chgData name="John Eapen" userId="9cf0b647cab1cc0d" providerId="Windows Live" clId="Web-{A361FC9D-05D1-8807-A455-23792AF64999}" dt="2025-02-27T06:43:05.817" v="498" actId="20577"/>
          <ac:spMkLst>
            <pc:docMk/>
            <pc:sldMk cId="2024468232" sldId="2138"/>
            <ac:spMk id="3" creationId="{337B549B-65B8-03B2-053C-92CBA7A0CAA4}"/>
          </ac:spMkLst>
        </pc:spChg>
        <pc:spChg chg="mod">
          <ac:chgData name="John Eapen" userId="9cf0b647cab1cc0d" providerId="Windows Live" clId="Web-{A361FC9D-05D1-8807-A455-23792AF64999}" dt="2025-02-28T03:09:33.897" v="528" actId="20577"/>
          <ac:spMkLst>
            <pc:docMk/>
            <pc:sldMk cId="2024468232" sldId="2138"/>
            <ac:spMk id="4" creationId="{9F7D07AB-9EDE-763C-332F-6081D832269D}"/>
          </ac:spMkLst>
        </pc:spChg>
      </pc:sldChg>
      <pc:sldChg chg="modSp">
        <pc:chgData name="John Eapen" userId="9cf0b647cab1cc0d" providerId="Windows Live" clId="Web-{A361FC9D-05D1-8807-A455-23792AF64999}" dt="2025-02-28T03:56:41.158" v="764" actId="20577"/>
        <pc:sldMkLst>
          <pc:docMk/>
          <pc:sldMk cId="3844664788" sldId="2139"/>
        </pc:sldMkLst>
        <pc:spChg chg="mod">
          <ac:chgData name="John Eapen" userId="9cf0b647cab1cc0d" providerId="Windows Live" clId="Web-{A361FC9D-05D1-8807-A455-23792AF64999}" dt="2025-02-28T03:56:41.158" v="764" actId="20577"/>
          <ac:spMkLst>
            <pc:docMk/>
            <pc:sldMk cId="3844664788" sldId="2139"/>
            <ac:spMk id="2" creationId="{FD72337C-737C-F714-0DC9-23CCA7A93C42}"/>
          </ac:spMkLst>
        </pc:spChg>
        <pc:spChg chg="mod">
          <ac:chgData name="John Eapen" userId="9cf0b647cab1cc0d" providerId="Windows Live" clId="Web-{A361FC9D-05D1-8807-A455-23792AF64999}" dt="2025-02-28T03:18:45.058" v="621" actId="20577"/>
          <ac:spMkLst>
            <pc:docMk/>
            <pc:sldMk cId="3844664788" sldId="2139"/>
            <ac:spMk id="3" creationId="{C254D51C-B323-51C0-DF4E-9CEA87481973}"/>
          </ac:spMkLst>
        </pc:spChg>
        <pc:spChg chg="mod">
          <ac:chgData name="John Eapen" userId="9cf0b647cab1cc0d" providerId="Windows Live" clId="Web-{A361FC9D-05D1-8807-A455-23792AF64999}" dt="2025-02-28T03:17:41.712" v="604" actId="20577"/>
          <ac:spMkLst>
            <pc:docMk/>
            <pc:sldMk cId="3844664788" sldId="2139"/>
            <ac:spMk id="5" creationId="{B1914874-F73C-3422-ABDB-79F41EA15139}"/>
          </ac:spMkLst>
        </pc:spChg>
      </pc:sldChg>
      <pc:sldChg chg="modSp">
        <pc:chgData name="John Eapen" userId="9cf0b647cab1cc0d" providerId="Windows Live" clId="Web-{A361FC9D-05D1-8807-A455-23792AF64999}" dt="2025-02-28T03:56:56.674" v="784" actId="20577"/>
        <pc:sldMkLst>
          <pc:docMk/>
          <pc:sldMk cId="3337826896" sldId="2140"/>
        </pc:sldMkLst>
        <pc:spChg chg="mod">
          <ac:chgData name="John Eapen" userId="9cf0b647cab1cc0d" providerId="Windows Live" clId="Web-{A361FC9D-05D1-8807-A455-23792AF64999}" dt="2025-02-28T03:56:56.674" v="784" actId="20577"/>
          <ac:spMkLst>
            <pc:docMk/>
            <pc:sldMk cId="3337826896" sldId="2140"/>
            <ac:spMk id="2" creationId="{ED5662F4-722F-4FBC-648B-6AFE4369D8C5}"/>
          </ac:spMkLst>
        </pc:spChg>
        <pc:spChg chg="mod">
          <ac:chgData name="John Eapen" userId="9cf0b647cab1cc0d" providerId="Windows Live" clId="Web-{A361FC9D-05D1-8807-A455-23792AF64999}" dt="2025-02-28T03:20:37.797" v="649" actId="20577"/>
          <ac:spMkLst>
            <pc:docMk/>
            <pc:sldMk cId="3337826896" sldId="2140"/>
            <ac:spMk id="3" creationId="{90AB8FCF-7EC3-AF8A-3267-53BCB7CCE796}"/>
          </ac:spMkLst>
        </pc:spChg>
        <pc:spChg chg="mod">
          <ac:chgData name="John Eapen" userId="9cf0b647cab1cc0d" providerId="Windows Live" clId="Web-{A361FC9D-05D1-8807-A455-23792AF64999}" dt="2025-02-28T03:19:32.388" v="632" actId="20577"/>
          <ac:spMkLst>
            <pc:docMk/>
            <pc:sldMk cId="3337826896" sldId="2140"/>
            <ac:spMk id="5" creationId="{722BCE68-42CE-021C-0701-45522B6BB37E}"/>
          </ac:spMkLst>
        </pc:spChg>
      </pc:sldChg>
      <pc:sldChg chg="modSp">
        <pc:chgData name="John Eapen" userId="9cf0b647cab1cc0d" providerId="Windows Live" clId="Web-{A361FC9D-05D1-8807-A455-23792AF64999}" dt="2025-02-28T03:57:12.065" v="802" actId="20577"/>
        <pc:sldMkLst>
          <pc:docMk/>
          <pc:sldMk cId="2071117816" sldId="2141"/>
        </pc:sldMkLst>
        <pc:spChg chg="mod">
          <ac:chgData name="John Eapen" userId="9cf0b647cab1cc0d" providerId="Windows Live" clId="Web-{A361FC9D-05D1-8807-A455-23792AF64999}" dt="2025-02-28T03:57:12.065" v="802" actId="20577"/>
          <ac:spMkLst>
            <pc:docMk/>
            <pc:sldMk cId="2071117816" sldId="2141"/>
            <ac:spMk id="2" creationId="{101E9EE6-CF11-FBA8-846E-F05CE9A3C0B9}"/>
          </ac:spMkLst>
        </pc:spChg>
        <pc:spChg chg="mod">
          <ac:chgData name="John Eapen" userId="9cf0b647cab1cc0d" providerId="Windows Live" clId="Web-{A361FC9D-05D1-8807-A455-23792AF64999}" dt="2025-02-28T03:22:13.691" v="676" actId="20577"/>
          <ac:spMkLst>
            <pc:docMk/>
            <pc:sldMk cId="2071117816" sldId="2141"/>
            <ac:spMk id="3" creationId="{5555FA10-F913-7BDE-132B-049EA66F8F92}"/>
          </ac:spMkLst>
        </pc:spChg>
        <pc:spChg chg="mod">
          <ac:chgData name="John Eapen" userId="9cf0b647cab1cc0d" providerId="Windows Live" clId="Web-{A361FC9D-05D1-8807-A455-23792AF64999}" dt="2025-02-28T03:21:16.501" v="660" actId="20577"/>
          <ac:spMkLst>
            <pc:docMk/>
            <pc:sldMk cId="2071117816" sldId="2141"/>
            <ac:spMk id="5" creationId="{3AF18C6A-2147-CA63-919E-E0EA327DB95A}"/>
          </ac:spMkLst>
        </pc:spChg>
      </pc:sldChg>
      <pc:sldChg chg="modSp">
        <pc:chgData name="John Eapen" userId="9cf0b647cab1cc0d" providerId="Windows Live" clId="Web-{A361FC9D-05D1-8807-A455-23792AF64999}" dt="2025-02-28T04:08:08.212" v="883" actId="20577"/>
        <pc:sldMkLst>
          <pc:docMk/>
          <pc:sldMk cId="1338693707" sldId="2142"/>
        </pc:sldMkLst>
        <pc:spChg chg="mod">
          <ac:chgData name="John Eapen" userId="9cf0b647cab1cc0d" providerId="Windows Live" clId="Web-{A361FC9D-05D1-8807-A455-23792AF64999}" dt="2025-02-28T04:04:43.846" v="857" actId="20577"/>
          <ac:spMkLst>
            <pc:docMk/>
            <pc:sldMk cId="1338693707" sldId="2142"/>
            <ac:spMk id="3" creationId="{17B77506-15F9-3ED3-6D77-BED0DC71649D}"/>
          </ac:spMkLst>
        </pc:spChg>
        <pc:spChg chg="mod">
          <ac:chgData name="John Eapen" userId="9cf0b647cab1cc0d" providerId="Windows Live" clId="Web-{A361FC9D-05D1-8807-A455-23792AF64999}" dt="2025-02-28T04:08:08.212" v="883" actId="20577"/>
          <ac:spMkLst>
            <pc:docMk/>
            <pc:sldMk cId="1338693707" sldId="2142"/>
            <ac:spMk id="4" creationId="{F6D56544-E4DA-C75D-84AA-AE0700453724}"/>
          </ac:spMkLst>
        </pc:spChg>
      </pc:sldChg>
      <pc:sldChg chg="modSp">
        <pc:chgData name="John Eapen" userId="9cf0b647cab1cc0d" providerId="Windows Live" clId="Web-{A361FC9D-05D1-8807-A455-23792AF64999}" dt="2025-02-28T04:10:42.499" v="957" actId="20577"/>
        <pc:sldMkLst>
          <pc:docMk/>
          <pc:sldMk cId="3692014111" sldId="2143"/>
        </pc:sldMkLst>
        <pc:spChg chg="mod">
          <ac:chgData name="John Eapen" userId="9cf0b647cab1cc0d" providerId="Windows Live" clId="Web-{A361FC9D-05D1-8807-A455-23792AF64999}" dt="2025-02-28T04:10:42.499" v="957" actId="20577"/>
          <ac:spMkLst>
            <pc:docMk/>
            <pc:sldMk cId="3692014111" sldId="2143"/>
            <ac:spMk id="3" creationId="{087910B4-9D0C-5A7C-AB96-88551D0731EF}"/>
          </ac:spMkLst>
        </pc:spChg>
        <pc:spChg chg="mod">
          <ac:chgData name="John Eapen" userId="9cf0b647cab1cc0d" providerId="Windows Live" clId="Web-{A361FC9D-05D1-8807-A455-23792AF64999}" dt="2025-02-28T04:07:37.711" v="880" actId="1076"/>
          <ac:spMkLst>
            <pc:docMk/>
            <pc:sldMk cId="3692014111" sldId="2143"/>
            <ac:spMk id="4" creationId="{7C7D545C-1CA6-D7A5-31A9-640D2D92980D}"/>
          </ac:spMkLst>
        </pc:spChg>
      </pc:sldChg>
      <pc:sldChg chg="modSp ord">
        <pc:chgData name="John Eapen" userId="9cf0b647cab1cc0d" providerId="Windows Live" clId="Web-{A361FC9D-05D1-8807-A455-23792AF64999}" dt="2025-02-28T04:35:45.940" v="1189" actId="1076"/>
        <pc:sldMkLst>
          <pc:docMk/>
          <pc:sldMk cId="3778138920" sldId="2144"/>
        </pc:sldMkLst>
        <pc:spChg chg="mod">
          <ac:chgData name="John Eapen" userId="9cf0b647cab1cc0d" providerId="Windows Live" clId="Web-{A361FC9D-05D1-8807-A455-23792AF64999}" dt="2025-02-28T04:35:45.940" v="1189" actId="1076"/>
          <ac:spMkLst>
            <pc:docMk/>
            <pc:sldMk cId="3778138920" sldId="2144"/>
            <ac:spMk id="3" creationId="{27E2716B-F4F6-8203-434C-D935746A475F}"/>
          </ac:spMkLst>
        </pc:spChg>
        <pc:spChg chg="mod">
          <ac:chgData name="John Eapen" userId="9cf0b647cab1cc0d" providerId="Windows Live" clId="Web-{A361FC9D-05D1-8807-A455-23792AF64999}" dt="2025-02-28T04:35:40.924" v="1188" actId="1076"/>
          <ac:spMkLst>
            <pc:docMk/>
            <pc:sldMk cId="3778138920" sldId="2144"/>
            <ac:spMk id="4" creationId="{02E74AEA-7C4C-DF5B-FDF1-FFFF2C1E8003}"/>
          </ac:spMkLst>
        </pc:spChg>
      </pc:sldChg>
      <pc:sldChg chg="modSp">
        <pc:chgData name="John Eapen" userId="9cf0b647cab1cc0d" providerId="Windows Live" clId="Web-{A361FC9D-05D1-8807-A455-23792AF64999}" dt="2025-02-28T04:13:40.552" v="1003" actId="20577"/>
        <pc:sldMkLst>
          <pc:docMk/>
          <pc:sldMk cId="1850701335" sldId="2145"/>
        </pc:sldMkLst>
        <pc:spChg chg="mod">
          <ac:chgData name="John Eapen" userId="9cf0b647cab1cc0d" providerId="Windows Live" clId="Web-{A361FC9D-05D1-8807-A455-23792AF64999}" dt="2025-02-28T04:13:40.552" v="1003" actId="20577"/>
          <ac:spMkLst>
            <pc:docMk/>
            <pc:sldMk cId="1850701335" sldId="2145"/>
            <ac:spMk id="3" creationId="{FB109490-760F-E832-1374-5AA922E18B77}"/>
          </ac:spMkLst>
        </pc:spChg>
        <pc:spChg chg="mod">
          <ac:chgData name="John Eapen" userId="9cf0b647cab1cc0d" providerId="Windows Live" clId="Web-{A361FC9D-05D1-8807-A455-23792AF64999}" dt="2025-02-28T04:13:21.207" v="977" actId="20577"/>
          <ac:spMkLst>
            <pc:docMk/>
            <pc:sldMk cId="1850701335" sldId="2145"/>
            <ac:spMk id="4" creationId="{EB14B079-F61F-AB1B-59F5-DD70E5F8405D}"/>
          </ac:spMkLst>
        </pc:spChg>
      </pc:sldChg>
      <pc:sldChg chg="modSp ord">
        <pc:chgData name="John Eapen" userId="9cf0b647cab1cc0d" providerId="Windows Live" clId="Web-{A361FC9D-05D1-8807-A455-23792AF64999}" dt="2025-02-28T04:22:34.366" v="1150" actId="20577"/>
        <pc:sldMkLst>
          <pc:docMk/>
          <pc:sldMk cId="2224426025" sldId="2146"/>
        </pc:sldMkLst>
        <pc:spChg chg="mod">
          <ac:chgData name="John Eapen" userId="9cf0b647cab1cc0d" providerId="Windows Live" clId="Web-{A361FC9D-05D1-8807-A455-23792AF64999}" dt="2025-02-28T04:22:34.366" v="1150" actId="20577"/>
          <ac:spMkLst>
            <pc:docMk/>
            <pc:sldMk cId="2224426025" sldId="2146"/>
            <ac:spMk id="3" creationId="{A36AA64A-44E4-FB6A-9BC9-BD0224BA9E53}"/>
          </ac:spMkLst>
        </pc:spChg>
        <pc:spChg chg="mod">
          <ac:chgData name="John Eapen" userId="9cf0b647cab1cc0d" providerId="Windows Live" clId="Web-{A361FC9D-05D1-8807-A455-23792AF64999}" dt="2025-02-28T04:22:07.928" v="1099" actId="20577"/>
          <ac:spMkLst>
            <pc:docMk/>
            <pc:sldMk cId="2224426025" sldId="2146"/>
            <ac:spMk id="4" creationId="{DC5FD1D1-3323-1F3F-07C2-0C0D81DC1466}"/>
          </ac:spMkLst>
        </pc:spChg>
      </pc:sldChg>
      <pc:sldChg chg="modSp">
        <pc:chgData name="John Eapen" userId="9cf0b647cab1cc0d" providerId="Windows Live" clId="Web-{A361FC9D-05D1-8807-A455-23792AF64999}" dt="2025-02-28T04:18:58.875" v="1076" actId="1076"/>
        <pc:sldMkLst>
          <pc:docMk/>
          <pc:sldMk cId="4247893051" sldId="2147"/>
        </pc:sldMkLst>
        <pc:spChg chg="mod">
          <ac:chgData name="John Eapen" userId="9cf0b647cab1cc0d" providerId="Windows Live" clId="Web-{A361FC9D-05D1-8807-A455-23792AF64999}" dt="2025-02-28T04:18:36.296" v="1074" actId="20577"/>
          <ac:spMkLst>
            <pc:docMk/>
            <pc:sldMk cId="4247893051" sldId="2147"/>
            <ac:spMk id="3" creationId="{11A6BE79-9C55-5F87-B609-FD38BBF8674A}"/>
          </ac:spMkLst>
        </pc:spChg>
        <pc:spChg chg="mod">
          <ac:chgData name="John Eapen" userId="9cf0b647cab1cc0d" providerId="Windows Live" clId="Web-{A361FC9D-05D1-8807-A455-23792AF64999}" dt="2025-02-28T04:18:58.875" v="1076" actId="1076"/>
          <ac:spMkLst>
            <pc:docMk/>
            <pc:sldMk cId="4247893051" sldId="2147"/>
            <ac:spMk id="4" creationId="{F8BCECDB-54F5-3CE2-4EFC-7393A1AE8241}"/>
          </ac:spMkLst>
        </pc:spChg>
      </pc:sldChg>
      <pc:sldChg chg="modSp ord">
        <pc:chgData name="John Eapen" userId="9cf0b647cab1cc0d" providerId="Windows Live" clId="Web-{A361FC9D-05D1-8807-A455-23792AF64999}" dt="2025-02-28T04:34:13.983" v="1177" actId="1076"/>
        <pc:sldMkLst>
          <pc:docMk/>
          <pc:sldMk cId="757515522" sldId="2148"/>
        </pc:sldMkLst>
        <pc:spChg chg="mod">
          <ac:chgData name="John Eapen" userId="9cf0b647cab1cc0d" providerId="Windows Live" clId="Web-{A361FC9D-05D1-8807-A455-23792AF64999}" dt="2025-02-28T04:34:07.561" v="1176" actId="20577"/>
          <ac:spMkLst>
            <pc:docMk/>
            <pc:sldMk cId="757515522" sldId="2148"/>
            <ac:spMk id="3" creationId="{04F47305-D779-90C0-F1CA-5EB8E48C1B1C}"/>
          </ac:spMkLst>
        </pc:spChg>
        <pc:spChg chg="mod">
          <ac:chgData name="John Eapen" userId="9cf0b647cab1cc0d" providerId="Windows Live" clId="Web-{A361FC9D-05D1-8807-A455-23792AF64999}" dt="2025-02-28T04:34:13.983" v="1177" actId="1076"/>
          <ac:spMkLst>
            <pc:docMk/>
            <pc:sldMk cId="757515522" sldId="2148"/>
            <ac:spMk id="4" creationId="{A2D96F37-72BF-0807-5B96-569A4F5B888D}"/>
          </ac:spMkLst>
        </pc:spChg>
      </pc:sldChg>
      <pc:sldChg chg="modSp ord">
        <pc:chgData name="John Eapen" userId="9cf0b647cab1cc0d" providerId="Windows Live" clId="Web-{A361FC9D-05D1-8807-A455-23792AF64999}" dt="2025-02-28T04:37:25.459" v="1205" actId="1076"/>
        <pc:sldMkLst>
          <pc:docMk/>
          <pc:sldMk cId="1284974600" sldId="2149"/>
        </pc:sldMkLst>
        <pc:spChg chg="mod">
          <ac:chgData name="John Eapen" userId="9cf0b647cab1cc0d" providerId="Windows Live" clId="Web-{A361FC9D-05D1-8807-A455-23792AF64999}" dt="2025-02-28T04:37:20.068" v="1204" actId="20577"/>
          <ac:spMkLst>
            <pc:docMk/>
            <pc:sldMk cId="1284974600" sldId="2149"/>
            <ac:spMk id="3" creationId="{6A3860CF-A563-AE79-C92A-4587D5332499}"/>
          </ac:spMkLst>
        </pc:spChg>
        <pc:spChg chg="mod">
          <ac:chgData name="John Eapen" userId="9cf0b647cab1cc0d" providerId="Windows Live" clId="Web-{A361FC9D-05D1-8807-A455-23792AF64999}" dt="2025-02-28T04:37:25.459" v="1205" actId="1076"/>
          <ac:spMkLst>
            <pc:docMk/>
            <pc:sldMk cId="1284974600" sldId="2149"/>
            <ac:spMk id="4" creationId="{67CC7763-97B4-F9C6-8030-0A2BECE200A5}"/>
          </ac:spMkLst>
        </pc:spChg>
      </pc:sldChg>
      <pc:sldChg chg="modSp">
        <pc:chgData name="John Eapen" userId="9cf0b647cab1cc0d" providerId="Windows Live" clId="Web-{A361FC9D-05D1-8807-A455-23792AF64999}" dt="2025-02-28T04:43:28.252" v="1242" actId="1076"/>
        <pc:sldMkLst>
          <pc:docMk/>
          <pc:sldMk cId="45099914" sldId="2150"/>
        </pc:sldMkLst>
        <pc:spChg chg="mod">
          <ac:chgData name="John Eapen" userId="9cf0b647cab1cc0d" providerId="Windows Live" clId="Web-{A361FC9D-05D1-8807-A455-23792AF64999}" dt="2025-02-28T04:43:28.252" v="1242" actId="1076"/>
          <ac:spMkLst>
            <pc:docMk/>
            <pc:sldMk cId="45099914" sldId="2150"/>
            <ac:spMk id="3" creationId="{FBDCC454-2CB9-9F94-7EF6-FE9D9DD31DC7}"/>
          </ac:spMkLst>
        </pc:spChg>
        <pc:spChg chg="mod">
          <ac:chgData name="John Eapen" userId="9cf0b647cab1cc0d" providerId="Windows Live" clId="Web-{A361FC9D-05D1-8807-A455-23792AF64999}" dt="2025-02-28T04:43:21.314" v="1241" actId="1076"/>
          <ac:spMkLst>
            <pc:docMk/>
            <pc:sldMk cId="45099914" sldId="2150"/>
            <ac:spMk id="5" creationId="{F372272E-D5B8-23AB-4FE3-A8A69AF23326}"/>
          </ac:spMkLst>
        </pc:spChg>
      </pc:sldChg>
      <pc:sldChg chg="modSp ord">
        <pc:chgData name="John Eapen" userId="9cf0b647cab1cc0d" providerId="Windows Live" clId="Web-{A361FC9D-05D1-8807-A455-23792AF64999}" dt="2025-02-28T04:49:43.702" v="1262" actId="1076"/>
        <pc:sldMkLst>
          <pc:docMk/>
          <pc:sldMk cId="2784931821" sldId="2151"/>
        </pc:sldMkLst>
        <pc:spChg chg="mod">
          <ac:chgData name="John Eapen" userId="9cf0b647cab1cc0d" providerId="Windows Live" clId="Web-{A361FC9D-05D1-8807-A455-23792AF64999}" dt="2025-02-28T04:48:16.871" v="1254" actId="1076"/>
          <ac:spMkLst>
            <pc:docMk/>
            <pc:sldMk cId="2784931821" sldId="2151"/>
            <ac:spMk id="3" creationId="{B67E13E3-B097-52B0-4B54-CFDB708B34A8}"/>
          </ac:spMkLst>
        </pc:spChg>
        <pc:spChg chg="mod">
          <ac:chgData name="John Eapen" userId="9cf0b647cab1cc0d" providerId="Windows Live" clId="Web-{A361FC9D-05D1-8807-A455-23792AF64999}" dt="2025-02-28T04:49:43.702" v="1262" actId="1076"/>
          <ac:spMkLst>
            <pc:docMk/>
            <pc:sldMk cId="2784931821" sldId="2151"/>
            <ac:spMk id="5" creationId="{F3E18DA8-69C7-DAE8-B0AF-8F669DFAEC9D}"/>
          </ac:spMkLst>
        </pc:spChg>
      </pc:sldChg>
      <pc:sldChg chg="modSp ord">
        <pc:chgData name="John Eapen" userId="9cf0b647cab1cc0d" providerId="Windows Live" clId="Web-{A361FC9D-05D1-8807-A455-23792AF64999}" dt="2025-02-28T04:57:18.811" v="1311" actId="20577"/>
        <pc:sldMkLst>
          <pc:docMk/>
          <pc:sldMk cId="3898120243" sldId="2152"/>
        </pc:sldMkLst>
        <pc:spChg chg="mod">
          <ac:chgData name="John Eapen" userId="9cf0b647cab1cc0d" providerId="Windows Live" clId="Web-{A361FC9D-05D1-8807-A455-23792AF64999}" dt="2025-02-28T04:56:42.544" v="1305" actId="20577"/>
          <ac:spMkLst>
            <pc:docMk/>
            <pc:sldMk cId="3898120243" sldId="2152"/>
            <ac:spMk id="3" creationId="{8428B067-088E-D552-E20E-9D5A17DFDCDA}"/>
          </ac:spMkLst>
        </pc:spChg>
        <pc:spChg chg="mod">
          <ac:chgData name="John Eapen" userId="9cf0b647cab1cc0d" providerId="Windows Live" clId="Web-{A361FC9D-05D1-8807-A455-23792AF64999}" dt="2025-02-28T04:57:18.811" v="1311" actId="20577"/>
          <ac:spMkLst>
            <pc:docMk/>
            <pc:sldMk cId="3898120243" sldId="2152"/>
            <ac:spMk id="5" creationId="{F4240DA9-D575-59A9-0DD8-B8FFC078CA74}"/>
          </ac:spMkLst>
        </pc:spChg>
      </pc:sldChg>
      <pc:sldChg chg="modSp">
        <pc:chgData name="John Eapen" userId="9cf0b647cab1cc0d" providerId="Windows Live" clId="Web-{A361FC9D-05D1-8807-A455-23792AF64999}" dt="2025-02-28T05:02:23.743" v="1344" actId="20577"/>
        <pc:sldMkLst>
          <pc:docMk/>
          <pc:sldMk cId="445725138" sldId="2153"/>
        </pc:sldMkLst>
        <pc:spChg chg="mod">
          <ac:chgData name="John Eapen" userId="9cf0b647cab1cc0d" providerId="Windows Live" clId="Web-{A361FC9D-05D1-8807-A455-23792AF64999}" dt="2025-02-28T04:58:41.345" v="1325" actId="20577"/>
          <ac:spMkLst>
            <pc:docMk/>
            <pc:sldMk cId="445725138" sldId="2153"/>
            <ac:spMk id="3" creationId="{840D6B7A-C6C1-21CC-9A49-CEF19251B87E}"/>
          </ac:spMkLst>
        </pc:spChg>
        <pc:spChg chg="mod">
          <ac:chgData name="John Eapen" userId="9cf0b647cab1cc0d" providerId="Windows Live" clId="Web-{A361FC9D-05D1-8807-A455-23792AF64999}" dt="2025-02-28T05:02:23.743" v="1344" actId="20577"/>
          <ac:spMkLst>
            <pc:docMk/>
            <pc:sldMk cId="445725138" sldId="2153"/>
            <ac:spMk id="5" creationId="{C77EDDBD-5A5F-209E-62CC-7DD37B2929BB}"/>
          </ac:spMkLst>
        </pc:spChg>
      </pc:sldChg>
      <pc:sldChg chg="modSp">
        <pc:chgData name="John Eapen" userId="9cf0b647cab1cc0d" providerId="Windows Live" clId="Web-{A361FC9D-05D1-8807-A455-23792AF64999}" dt="2025-02-28T05:05:43.375" v="1379" actId="20577"/>
        <pc:sldMkLst>
          <pc:docMk/>
          <pc:sldMk cId="3476629669" sldId="2154"/>
        </pc:sldMkLst>
        <pc:spChg chg="mod">
          <ac:chgData name="John Eapen" userId="9cf0b647cab1cc0d" providerId="Windows Live" clId="Web-{A361FC9D-05D1-8807-A455-23792AF64999}" dt="2025-02-28T05:05:03.998" v="1370" actId="20577"/>
          <ac:spMkLst>
            <pc:docMk/>
            <pc:sldMk cId="3476629669" sldId="2154"/>
            <ac:spMk id="3" creationId="{F0CD5C5D-0AE0-71AE-A4C7-5BDCF81E568C}"/>
          </ac:spMkLst>
        </pc:spChg>
        <pc:spChg chg="mod">
          <ac:chgData name="John Eapen" userId="9cf0b647cab1cc0d" providerId="Windows Live" clId="Web-{A361FC9D-05D1-8807-A455-23792AF64999}" dt="2025-02-28T05:05:43.375" v="1379" actId="20577"/>
          <ac:spMkLst>
            <pc:docMk/>
            <pc:sldMk cId="3476629669" sldId="2154"/>
            <ac:spMk id="5" creationId="{DA5CC576-553D-9560-993A-90AD6D42007E}"/>
          </ac:spMkLst>
        </pc:spChg>
      </pc:sldChg>
      <pc:sldChg chg="modSp">
        <pc:chgData name="John Eapen" userId="9cf0b647cab1cc0d" providerId="Windows Live" clId="Web-{A361FC9D-05D1-8807-A455-23792AF64999}" dt="2025-02-28T05:08:17.552" v="1414" actId="20577"/>
        <pc:sldMkLst>
          <pc:docMk/>
          <pc:sldMk cId="1370246591" sldId="2155"/>
        </pc:sldMkLst>
        <pc:spChg chg="mod">
          <ac:chgData name="John Eapen" userId="9cf0b647cab1cc0d" providerId="Windows Live" clId="Web-{A361FC9D-05D1-8807-A455-23792AF64999}" dt="2025-02-28T05:06:38.001" v="1387" actId="20577"/>
          <ac:spMkLst>
            <pc:docMk/>
            <pc:sldMk cId="1370246591" sldId="2155"/>
            <ac:spMk id="3" creationId="{92033D1C-9516-596D-6D57-23060083E1AC}"/>
          </ac:spMkLst>
        </pc:spChg>
        <pc:spChg chg="mod">
          <ac:chgData name="John Eapen" userId="9cf0b647cab1cc0d" providerId="Windows Live" clId="Web-{A361FC9D-05D1-8807-A455-23792AF64999}" dt="2025-02-28T05:08:17.552" v="1414" actId="20577"/>
          <ac:spMkLst>
            <pc:docMk/>
            <pc:sldMk cId="1370246591" sldId="2155"/>
            <ac:spMk id="5" creationId="{23F86208-7004-0A64-F64F-D4AC3EAB5108}"/>
          </ac:spMkLst>
        </pc:spChg>
      </pc:sldChg>
      <pc:sldChg chg="addSp delSp modSp ord">
        <pc:chgData name="John Eapen" userId="9cf0b647cab1cc0d" providerId="Windows Live" clId="Web-{A361FC9D-05D1-8807-A455-23792AF64999}" dt="2025-03-01T01:04:31.062" v="1498" actId="20577"/>
        <pc:sldMkLst>
          <pc:docMk/>
          <pc:sldMk cId="583353319" sldId="2156"/>
        </pc:sldMkLst>
        <pc:spChg chg="mod">
          <ac:chgData name="John Eapen" userId="9cf0b647cab1cc0d" providerId="Windows Live" clId="Web-{A361FC9D-05D1-8807-A455-23792AF64999}" dt="2025-03-01T01:03:30.431" v="1488" actId="20577"/>
          <ac:spMkLst>
            <pc:docMk/>
            <pc:sldMk cId="583353319" sldId="2156"/>
            <ac:spMk id="2" creationId="{7C00201E-AC16-4D49-61B1-94B223327C64}"/>
          </ac:spMkLst>
        </pc:spChg>
        <pc:spChg chg="mod">
          <ac:chgData name="John Eapen" userId="9cf0b647cab1cc0d" providerId="Windows Live" clId="Web-{A361FC9D-05D1-8807-A455-23792AF64999}" dt="2025-03-01T01:04:19.718" v="1495" actId="1076"/>
          <ac:spMkLst>
            <pc:docMk/>
            <pc:sldMk cId="583353319" sldId="2156"/>
            <ac:spMk id="3" creationId="{4083B9A5-281C-3F97-EF31-496CBF23BC7D}"/>
          </ac:spMkLst>
        </pc:spChg>
        <pc:spChg chg="add mod">
          <ac:chgData name="John Eapen" userId="9cf0b647cab1cc0d" providerId="Windows Live" clId="Web-{A361FC9D-05D1-8807-A455-23792AF64999}" dt="2025-03-01T01:04:31.062" v="1498" actId="20577"/>
          <ac:spMkLst>
            <pc:docMk/>
            <pc:sldMk cId="583353319" sldId="2156"/>
            <ac:spMk id="5" creationId="{C9D4E3AF-9B7B-2A9C-A8D1-1E8A462A8619}"/>
          </ac:spMkLst>
        </pc:spChg>
        <pc:spChg chg="del mod">
          <ac:chgData name="John Eapen" userId="9cf0b647cab1cc0d" providerId="Windows Live" clId="Web-{A361FC9D-05D1-8807-A455-23792AF64999}" dt="2025-03-01T01:00:16.158" v="1467"/>
          <ac:spMkLst>
            <pc:docMk/>
            <pc:sldMk cId="583353319" sldId="2156"/>
            <ac:spMk id="7" creationId="{7290CDCF-493C-D491-8AF1-A619CC062445}"/>
          </ac:spMkLst>
        </pc:spChg>
      </pc:sldChg>
      <pc:sldChg chg="modSp">
        <pc:chgData name="John Eapen" userId="9cf0b647cab1cc0d" providerId="Windows Live" clId="Web-{A361FC9D-05D1-8807-A455-23792AF64999}" dt="2025-03-01T01:05:37.127" v="1510" actId="20577"/>
        <pc:sldMkLst>
          <pc:docMk/>
          <pc:sldMk cId="678598712" sldId="2157"/>
        </pc:sldMkLst>
        <pc:spChg chg="mod">
          <ac:chgData name="John Eapen" userId="9cf0b647cab1cc0d" providerId="Windows Live" clId="Web-{A361FC9D-05D1-8807-A455-23792AF64999}" dt="2025-03-01T01:05:37.127" v="1510" actId="20577"/>
          <ac:spMkLst>
            <pc:docMk/>
            <pc:sldMk cId="678598712" sldId="2157"/>
            <ac:spMk id="3" creationId="{40B7CECC-010E-26C3-325E-BC5B96403ACF}"/>
          </ac:spMkLst>
        </pc:spChg>
        <pc:spChg chg="mod">
          <ac:chgData name="John Eapen" userId="9cf0b647cab1cc0d" providerId="Windows Live" clId="Web-{A361FC9D-05D1-8807-A455-23792AF64999}" dt="2025-03-01T01:05:09.751" v="1504" actId="20577"/>
          <ac:spMkLst>
            <pc:docMk/>
            <pc:sldMk cId="678598712" sldId="2157"/>
            <ac:spMk id="7" creationId="{E13B5A3B-C921-46AC-B6B6-8C73C20AF8D0}"/>
          </ac:spMkLst>
        </pc:spChg>
      </pc:sldChg>
      <pc:sldChg chg="modSp">
        <pc:chgData name="John Eapen" userId="9cf0b647cab1cc0d" providerId="Windows Live" clId="Web-{A361FC9D-05D1-8807-A455-23792AF64999}" dt="2025-03-01T01:06:29.848" v="1522" actId="20577"/>
        <pc:sldMkLst>
          <pc:docMk/>
          <pc:sldMk cId="4022068333" sldId="2158"/>
        </pc:sldMkLst>
        <pc:spChg chg="mod">
          <ac:chgData name="John Eapen" userId="9cf0b647cab1cc0d" providerId="Windows Live" clId="Web-{A361FC9D-05D1-8807-A455-23792AF64999}" dt="2025-03-01T01:06:29.848" v="1522" actId="20577"/>
          <ac:spMkLst>
            <pc:docMk/>
            <pc:sldMk cId="4022068333" sldId="2158"/>
            <ac:spMk id="3" creationId="{B10511C0-98F9-9896-2692-BF0028604602}"/>
          </ac:spMkLst>
        </pc:spChg>
        <pc:spChg chg="mod">
          <ac:chgData name="John Eapen" userId="9cf0b647cab1cc0d" providerId="Windows Live" clId="Web-{A361FC9D-05D1-8807-A455-23792AF64999}" dt="2025-03-01T01:06:01.909" v="1516" actId="20577"/>
          <ac:spMkLst>
            <pc:docMk/>
            <pc:sldMk cId="4022068333" sldId="2158"/>
            <ac:spMk id="7" creationId="{CB571ECC-BA19-9AF8-D57B-760E3B14BA49}"/>
          </ac:spMkLst>
        </pc:spChg>
      </pc:sldChg>
      <pc:sldChg chg="modSp">
        <pc:chgData name="John Eapen" userId="9cf0b647cab1cc0d" providerId="Windows Live" clId="Web-{A361FC9D-05D1-8807-A455-23792AF64999}" dt="2025-03-01T01:07:30.662" v="1535" actId="20577"/>
        <pc:sldMkLst>
          <pc:docMk/>
          <pc:sldMk cId="4016058205" sldId="2159"/>
        </pc:sldMkLst>
        <pc:spChg chg="mod">
          <ac:chgData name="John Eapen" userId="9cf0b647cab1cc0d" providerId="Windows Live" clId="Web-{A361FC9D-05D1-8807-A455-23792AF64999}" dt="2025-03-01T01:07:30.662" v="1535" actId="20577"/>
          <ac:spMkLst>
            <pc:docMk/>
            <pc:sldMk cId="4016058205" sldId="2159"/>
            <ac:spMk id="3" creationId="{0F8CDC3D-9E0F-F6D1-8C71-B0BC3F1F554C}"/>
          </ac:spMkLst>
        </pc:spChg>
        <pc:spChg chg="mod">
          <ac:chgData name="John Eapen" userId="9cf0b647cab1cc0d" providerId="Windows Live" clId="Web-{A361FC9D-05D1-8807-A455-23792AF64999}" dt="2025-03-01T01:06:59.958" v="1528" actId="20577"/>
          <ac:spMkLst>
            <pc:docMk/>
            <pc:sldMk cId="4016058205" sldId="2159"/>
            <ac:spMk id="7" creationId="{49C783E7-6FEF-25DB-1280-45ECE7A81E62}"/>
          </ac:spMkLst>
        </pc:spChg>
      </pc:sldChg>
      <pc:sldChg chg="modSp">
        <pc:chgData name="John Eapen" userId="9cf0b647cab1cc0d" providerId="Windows Live" clId="Web-{A361FC9D-05D1-8807-A455-23792AF64999}" dt="2025-03-01T01:10:33.888" v="1566" actId="1076"/>
        <pc:sldMkLst>
          <pc:docMk/>
          <pc:sldMk cId="2246876707" sldId="2160"/>
        </pc:sldMkLst>
        <pc:spChg chg="mod">
          <ac:chgData name="John Eapen" userId="9cf0b647cab1cc0d" providerId="Windows Live" clId="Web-{A361FC9D-05D1-8807-A455-23792AF64999}" dt="2025-03-01T01:09:54.339" v="1560" actId="20577"/>
          <ac:spMkLst>
            <pc:docMk/>
            <pc:sldMk cId="2246876707" sldId="2160"/>
            <ac:spMk id="5" creationId="{C78CBA64-1720-F46B-1EE3-2A1DE392A14B}"/>
          </ac:spMkLst>
        </pc:spChg>
        <pc:spChg chg="mod">
          <ac:chgData name="John Eapen" userId="9cf0b647cab1cc0d" providerId="Windows Live" clId="Web-{A361FC9D-05D1-8807-A455-23792AF64999}" dt="2025-03-01T01:10:33.888" v="1566" actId="1076"/>
          <ac:spMkLst>
            <pc:docMk/>
            <pc:sldMk cId="2246876707" sldId="2160"/>
            <ac:spMk id="7" creationId="{9B2E2FB9-D73F-6FB1-DC11-20B5F6479A7C}"/>
          </ac:spMkLst>
        </pc:spChg>
      </pc:sldChg>
      <pc:sldChg chg="modSp">
        <pc:chgData name="John Eapen" userId="9cf0b647cab1cc0d" providerId="Windows Live" clId="Web-{A361FC9D-05D1-8807-A455-23792AF64999}" dt="2025-03-01T01:11:21.030" v="1576" actId="20577"/>
        <pc:sldMkLst>
          <pc:docMk/>
          <pc:sldMk cId="8563792" sldId="2161"/>
        </pc:sldMkLst>
        <pc:spChg chg="mod">
          <ac:chgData name="John Eapen" userId="9cf0b647cab1cc0d" providerId="Windows Live" clId="Web-{A361FC9D-05D1-8807-A455-23792AF64999}" dt="2025-03-01T01:10:59.326" v="1571" actId="20577"/>
          <ac:spMkLst>
            <pc:docMk/>
            <pc:sldMk cId="8563792" sldId="2161"/>
            <ac:spMk id="5" creationId="{8492481B-444F-9B6E-6E1D-3F7F93A34F0D}"/>
          </ac:spMkLst>
        </pc:spChg>
        <pc:spChg chg="mod">
          <ac:chgData name="John Eapen" userId="9cf0b647cab1cc0d" providerId="Windows Live" clId="Web-{A361FC9D-05D1-8807-A455-23792AF64999}" dt="2025-03-01T01:11:21.030" v="1576" actId="20577"/>
          <ac:spMkLst>
            <pc:docMk/>
            <pc:sldMk cId="8563792" sldId="2161"/>
            <ac:spMk id="7" creationId="{A9A929B5-8FD2-B389-A23D-8BE9D4D76CFB}"/>
          </ac:spMkLst>
        </pc:spChg>
      </pc:sldChg>
      <pc:sldChg chg="modSp">
        <pc:chgData name="John Eapen" userId="9cf0b647cab1cc0d" providerId="Windows Live" clId="Web-{A361FC9D-05D1-8807-A455-23792AF64999}" dt="2025-03-01T01:12:20.360" v="1587" actId="1076"/>
        <pc:sldMkLst>
          <pc:docMk/>
          <pc:sldMk cId="1861412710" sldId="2162"/>
        </pc:sldMkLst>
        <pc:spChg chg="mod">
          <ac:chgData name="John Eapen" userId="9cf0b647cab1cc0d" providerId="Windows Live" clId="Web-{A361FC9D-05D1-8807-A455-23792AF64999}" dt="2025-03-01T01:11:56.625" v="1581" actId="20577"/>
          <ac:spMkLst>
            <pc:docMk/>
            <pc:sldMk cId="1861412710" sldId="2162"/>
            <ac:spMk id="5" creationId="{776EE84B-6FE5-ECD3-EABE-3F7A365FD6D1}"/>
          </ac:spMkLst>
        </pc:spChg>
        <pc:spChg chg="mod">
          <ac:chgData name="John Eapen" userId="9cf0b647cab1cc0d" providerId="Windows Live" clId="Web-{A361FC9D-05D1-8807-A455-23792AF64999}" dt="2025-03-01T01:12:20.360" v="1587" actId="1076"/>
          <ac:spMkLst>
            <pc:docMk/>
            <pc:sldMk cId="1861412710" sldId="2162"/>
            <ac:spMk id="7" creationId="{7FDC55C8-6A4D-32FB-FE50-D22FCE2375C1}"/>
          </ac:spMkLst>
        </pc:spChg>
      </pc:sldChg>
      <pc:sldChg chg="del ord">
        <pc:chgData name="John Eapen" userId="9cf0b647cab1cc0d" providerId="Windows Live" clId="Web-{A361FC9D-05D1-8807-A455-23792AF64999}" dt="2025-03-01T01:54:51.709" v="1793"/>
        <pc:sldMkLst>
          <pc:docMk/>
          <pc:sldMk cId="2032122475" sldId="2163"/>
        </pc:sldMkLst>
      </pc:sldChg>
      <pc:sldChg chg="modSp">
        <pc:chgData name="John Eapen" userId="9cf0b647cab1cc0d" providerId="Windows Live" clId="Web-{A361FC9D-05D1-8807-A455-23792AF64999}" dt="2025-03-01T01:17:23.872" v="1667" actId="1076"/>
        <pc:sldMkLst>
          <pc:docMk/>
          <pc:sldMk cId="2290117312" sldId="2164"/>
        </pc:sldMkLst>
        <pc:spChg chg="mod">
          <ac:chgData name="John Eapen" userId="9cf0b647cab1cc0d" providerId="Windows Live" clId="Web-{A361FC9D-05D1-8807-A455-23792AF64999}" dt="2025-03-01T01:15:33.914" v="1655" actId="20577"/>
          <ac:spMkLst>
            <pc:docMk/>
            <pc:sldMk cId="2290117312" sldId="2164"/>
            <ac:spMk id="2" creationId="{3941B67D-73DC-32D7-06D7-CDE5DEF8B890}"/>
          </ac:spMkLst>
        </pc:spChg>
        <pc:spChg chg="mod">
          <ac:chgData name="John Eapen" userId="9cf0b647cab1cc0d" providerId="Windows Live" clId="Web-{A361FC9D-05D1-8807-A455-23792AF64999}" dt="2025-03-01T01:17:23.872" v="1667" actId="1076"/>
          <ac:spMkLst>
            <pc:docMk/>
            <pc:sldMk cId="2290117312" sldId="2164"/>
            <ac:spMk id="5" creationId="{C1D63327-77E4-7736-AF2F-2B8692D6A8AF}"/>
          </ac:spMkLst>
        </pc:spChg>
        <pc:spChg chg="mod">
          <ac:chgData name="John Eapen" userId="9cf0b647cab1cc0d" providerId="Windows Live" clId="Web-{A361FC9D-05D1-8807-A455-23792AF64999}" dt="2025-03-01T01:17:19.809" v="1666" actId="14100"/>
          <ac:spMkLst>
            <pc:docMk/>
            <pc:sldMk cId="2290117312" sldId="2164"/>
            <ac:spMk id="7" creationId="{5A87DD58-B98C-9CCF-56EB-80CBB94ED741}"/>
          </ac:spMkLst>
        </pc:spChg>
      </pc:sldChg>
      <pc:sldChg chg="del">
        <pc:chgData name="John Eapen" userId="9cf0b647cab1cc0d" providerId="Windows Live" clId="Web-{A361FC9D-05D1-8807-A455-23792AF64999}" dt="2025-03-01T01:55:01.881" v="1795"/>
        <pc:sldMkLst>
          <pc:docMk/>
          <pc:sldMk cId="4261412532" sldId="2165"/>
        </pc:sldMkLst>
      </pc:sldChg>
      <pc:sldChg chg="del">
        <pc:chgData name="John Eapen" userId="9cf0b647cab1cc0d" providerId="Windows Live" clId="Web-{A361FC9D-05D1-8807-A455-23792AF64999}" dt="2025-03-01T01:55:10.897" v="1796"/>
        <pc:sldMkLst>
          <pc:docMk/>
          <pc:sldMk cId="2388071129" sldId="2166"/>
        </pc:sldMkLst>
      </pc:sldChg>
      <pc:sldChg chg="del">
        <pc:chgData name="John Eapen" userId="9cf0b647cab1cc0d" providerId="Windows Live" clId="Web-{A361FC9D-05D1-8807-A455-23792AF64999}" dt="2025-03-01T01:55:20.678" v="1798"/>
        <pc:sldMkLst>
          <pc:docMk/>
          <pc:sldMk cId="819450921" sldId="2167"/>
        </pc:sldMkLst>
      </pc:sldChg>
      <pc:sldChg chg="add ord replId">
        <pc:chgData name="John Eapen" userId="9cf0b647cab1cc0d" providerId="Windows Live" clId="Web-{A361FC9D-05D1-8807-A455-23792AF64999}" dt="2025-02-27T06:38:52.449" v="470"/>
        <pc:sldMkLst>
          <pc:docMk/>
          <pc:sldMk cId="3571860351" sldId="2168"/>
        </pc:sldMkLst>
      </pc:sldChg>
      <pc:sldChg chg="add ord replId">
        <pc:chgData name="John Eapen" userId="9cf0b647cab1cc0d" providerId="Windows Live" clId="Web-{A361FC9D-05D1-8807-A455-23792AF64999}" dt="2025-02-27T06:41:52.252" v="484"/>
        <pc:sldMkLst>
          <pc:docMk/>
          <pc:sldMk cId="1540209709" sldId="2169"/>
        </pc:sldMkLst>
      </pc:sldChg>
      <pc:sldChg chg="add ord replId">
        <pc:chgData name="John Eapen" userId="9cf0b647cab1cc0d" providerId="Windows Live" clId="Web-{A361FC9D-05D1-8807-A455-23792AF64999}" dt="2025-02-27T06:43:46.912" v="500"/>
        <pc:sldMkLst>
          <pc:docMk/>
          <pc:sldMk cId="2152743309" sldId="2170"/>
        </pc:sldMkLst>
      </pc:sldChg>
      <pc:sldChg chg="modSp add replId">
        <pc:chgData name="John Eapen" userId="9cf0b647cab1cc0d" providerId="Windows Live" clId="Web-{A361FC9D-05D1-8807-A455-23792AF64999}" dt="2025-02-28T03:57:23.706" v="818" actId="20577"/>
        <pc:sldMkLst>
          <pc:docMk/>
          <pc:sldMk cId="2201128824" sldId="2171"/>
        </pc:sldMkLst>
        <pc:spChg chg="mod">
          <ac:chgData name="John Eapen" userId="9cf0b647cab1cc0d" providerId="Windows Live" clId="Web-{A361FC9D-05D1-8807-A455-23792AF64999}" dt="2025-02-28T03:57:23.706" v="818" actId="20577"/>
          <ac:spMkLst>
            <pc:docMk/>
            <pc:sldMk cId="2201128824" sldId="2171"/>
            <ac:spMk id="2" creationId="{927AAF10-806E-9B2D-CF48-A06B38175F25}"/>
          </ac:spMkLst>
        </pc:spChg>
        <pc:spChg chg="mod">
          <ac:chgData name="John Eapen" userId="9cf0b647cab1cc0d" providerId="Windows Live" clId="Web-{A361FC9D-05D1-8807-A455-23792AF64999}" dt="2025-02-28T03:23:48.507" v="693" actId="20577"/>
          <ac:spMkLst>
            <pc:docMk/>
            <pc:sldMk cId="2201128824" sldId="2171"/>
            <ac:spMk id="3" creationId="{FCA4C0C1-EA2B-5AB1-C3DF-B152509C773D}"/>
          </ac:spMkLst>
        </pc:spChg>
        <pc:spChg chg="mod">
          <ac:chgData name="John Eapen" userId="9cf0b647cab1cc0d" providerId="Windows Live" clId="Web-{A361FC9D-05D1-8807-A455-23792AF64999}" dt="2025-02-28T03:22:50.661" v="683" actId="14100"/>
          <ac:spMkLst>
            <pc:docMk/>
            <pc:sldMk cId="2201128824" sldId="2171"/>
            <ac:spMk id="5" creationId="{BFF7F244-9F60-5865-556B-8C7B21689F7E}"/>
          </ac:spMkLst>
        </pc:spChg>
      </pc:sldChg>
      <pc:sldChg chg="modSp add replId">
        <pc:chgData name="John Eapen" userId="9cf0b647cab1cc0d" providerId="Windows Live" clId="Web-{A361FC9D-05D1-8807-A455-23792AF64999}" dt="2025-02-28T03:57:41.551" v="822" actId="20577"/>
        <pc:sldMkLst>
          <pc:docMk/>
          <pc:sldMk cId="2424987550" sldId="2172"/>
        </pc:sldMkLst>
        <pc:spChg chg="mod">
          <ac:chgData name="John Eapen" userId="9cf0b647cab1cc0d" providerId="Windows Live" clId="Web-{A361FC9D-05D1-8807-A455-23792AF64999}" dt="2025-02-28T03:57:41.551" v="822" actId="20577"/>
          <ac:spMkLst>
            <pc:docMk/>
            <pc:sldMk cId="2424987550" sldId="2172"/>
            <ac:spMk id="2" creationId="{0F35B41F-24CB-EE31-856B-5BB24D5FB4A5}"/>
          </ac:spMkLst>
        </pc:spChg>
        <pc:spChg chg="mod">
          <ac:chgData name="John Eapen" userId="9cf0b647cab1cc0d" providerId="Windows Live" clId="Web-{A361FC9D-05D1-8807-A455-23792AF64999}" dt="2025-02-28T03:56:06.501" v="729" actId="1076"/>
          <ac:spMkLst>
            <pc:docMk/>
            <pc:sldMk cId="2424987550" sldId="2172"/>
            <ac:spMk id="3" creationId="{4A484702-893E-DE42-4B4D-AF8CF6874718}"/>
          </ac:spMkLst>
        </pc:spChg>
        <pc:spChg chg="mod">
          <ac:chgData name="John Eapen" userId="9cf0b647cab1cc0d" providerId="Windows Live" clId="Web-{A361FC9D-05D1-8807-A455-23792AF64999}" dt="2025-02-28T03:56:02.579" v="728" actId="20577"/>
          <ac:spMkLst>
            <pc:docMk/>
            <pc:sldMk cId="2424987550" sldId="2172"/>
            <ac:spMk id="5" creationId="{315DC262-763A-18AA-AB07-F034390CA59B}"/>
          </ac:spMkLst>
        </pc:spChg>
      </pc:sldChg>
      <pc:sldChg chg="add ord replId">
        <pc:chgData name="John Eapen" userId="9cf0b647cab1cc0d" providerId="Windows Live" clId="Web-{A361FC9D-05D1-8807-A455-23792AF64999}" dt="2025-02-28T04:08:17.041" v="885"/>
        <pc:sldMkLst>
          <pc:docMk/>
          <pc:sldMk cId="2190295711" sldId="2173"/>
        </pc:sldMkLst>
      </pc:sldChg>
      <pc:sldChg chg="add ord replId">
        <pc:chgData name="John Eapen" userId="9cf0b647cab1cc0d" providerId="Windows Live" clId="Web-{A361FC9D-05D1-8807-A455-23792AF64999}" dt="2025-02-28T04:14:22.444" v="1006"/>
        <pc:sldMkLst>
          <pc:docMk/>
          <pc:sldMk cId="3121763194" sldId="2174"/>
        </pc:sldMkLst>
      </pc:sldChg>
      <pc:sldChg chg="add ord replId">
        <pc:chgData name="John Eapen" userId="9cf0b647cab1cc0d" providerId="Windows Live" clId="Web-{A361FC9D-05D1-8807-A455-23792AF64999}" dt="2025-02-28T04:19:24.032" v="1078"/>
        <pc:sldMkLst>
          <pc:docMk/>
          <pc:sldMk cId="447992155" sldId="2175"/>
        </pc:sldMkLst>
      </pc:sldChg>
      <pc:sldChg chg="add ord replId">
        <pc:chgData name="John Eapen" userId="9cf0b647cab1cc0d" providerId="Windows Live" clId="Web-{A361FC9D-05D1-8807-A455-23792AF64999}" dt="2025-02-28T04:22:46.320" v="1152"/>
        <pc:sldMkLst>
          <pc:docMk/>
          <pc:sldMk cId="2128694983" sldId="2176"/>
        </pc:sldMkLst>
      </pc:sldChg>
      <pc:sldChg chg="add ord replId">
        <pc:chgData name="John Eapen" userId="9cf0b647cab1cc0d" providerId="Windows Live" clId="Web-{A361FC9D-05D1-8807-A455-23792AF64999}" dt="2025-02-28T04:35:59.534" v="1191"/>
        <pc:sldMkLst>
          <pc:docMk/>
          <pc:sldMk cId="1632275153" sldId="2177"/>
        </pc:sldMkLst>
      </pc:sldChg>
      <pc:sldChg chg="add ord replId">
        <pc:chgData name="John Eapen" userId="9cf0b647cab1cc0d" providerId="Windows Live" clId="Web-{A361FC9D-05D1-8807-A455-23792AF64999}" dt="2025-02-28T04:37:48.428" v="1207"/>
        <pc:sldMkLst>
          <pc:docMk/>
          <pc:sldMk cId="3030067217" sldId="2178"/>
        </pc:sldMkLst>
      </pc:sldChg>
      <pc:sldChg chg="add ord replId">
        <pc:chgData name="John Eapen" userId="9cf0b647cab1cc0d" providerId="Windows Live" clId="Web-{A361FC9D-05D1-8807-A455-23792AF64999}" dt="2025-02-28T04:44:34.160" v="1245"/>
        <pc:sldMkLst>
          <pc:docMk/>
          <pc:sldMk cId="2400366016" sldId="2179"/>
        </pc:sldMkLst>
      </pc:sldChg>
      <pc:sldChg chg="add ord replId">
        <pc:chgData name="John Eapen" userId="9cf0b647cab1cc0d" providerId="Windows Live" clId="Web-{A361FC9D-05D1-8807-A455-23792AF64999}" dt="2025-02-28T04:44:57.396" v="1247"/>
        <pc:sldMkLst>
          <pc:docMk/>
          <pc:sldMk cId="3113402023" sldId="2180"/>
        </pc:sldMkLst>
      </pc:sldChg>
      <pc:sldChg chg="add ord replId">
        <pc:chgData name="John Eapen" userId="9cf0b647cab1cc0d" providerId="Windows Live" clId="Web-{A361FC9D-05D1-8807-A455-23792AF64999}" dt="2025-02-28T04:50:01.984" v="1265"/>
        <pc:sldMkLst>
          <pc:docMk/>
          <pc:sldMk cId="1986443749" sldId="2181"/>
        </pc:sldMkLst>
      </pc:sldChg>
      <pc:sldChg chg="modSp add ord replId">
        <pc:chgData name="John Eapen" userId="9cf0b647cab1cc0d" providerId="Windows Live" clId="Web-{A361FC9D-05D1-8807-A455-23792AF64999}" dt="2025-03-01T01:31:10.435" v="1736" actId="20577"/>
        <pc:sldMkLst>
          <pc:docMk/>
          <pc:sldMk cId="4178686647" sldId="2182"/>
        </pc:sldMkLst>
        <pc:spChg chg="mod">
          <ac:chgData name="John Eapen" userId="9cf0b647cab1cc0d" providerId="Windows Live" clId="Web-{A361FC9D-05D1-8807-A455-23792AF64999}" dt="2025-03-01T01:31:10.435" v="1736" actId="20577"/>
          <ac:spMkLst>
            <pc:docMk/>
            <pc:sldMk cId="4178686647" sldId="2182"/>
            <ac:spMk id="4" creationId="{6D2251D3-2553-6A47-5CB5-3C4EBF77EE24}"/>
          </ac:spMkLst>
        </pc:spChg>
      </pc:sldChg>
      <pc:sldChg chg="add ord replId">
        <pc:chgData name="John Eapen" userId="9cf0b647cab1cc0d" providerId="Windows Live" clId="Web-{A361FC9D-05D1-8807-A455-23792AF64999}" dt="2025-03-01T01:26:41.800" v="1706"/>
        <pc:sldMkLst>
          <pc:docMk/>
          <pc:sldMk cId="1248507728" sldId="2183"/>
        </pc:sldMkLst>
      </pc:sldChg>
      <pc:sldChg chg="modSp add ord replId">
        <pc:chgData name="John Eapen" userId="9cf0b647cab1cc0d" providerId="Windows Live" clId="Web-{A361FC9D-05D1-8807-A455-23792AF64999}" dt="2025-03-01T01:32:16.376" v="1744"/>
        <pc:sldMkLst>
          <pc:docMk/>
          <pc:sldMk cId="17518934" sldId="2184"/>
        </pc:sldMkLst>
        <pc:spChg chg="mod">
          <ac:chgData name="John Eapen" userId="9cf0b647cab1cc0d" providerId="Windows Live" clId="Web-{A361FC9D-05D1-8807-A455-23792AF64999}" dt="2025-03-01T01:31:46.469" v="1740" actId="20577"/>
          <ac:spMkLst>
            <pc:docMk/>
            <pc:sldMk cId="17518934" sldId="2184"/>
            <ac:spMk id="4" creationId="{652EDC6B-D59E-E053-2665-E5B357AE5A8C}"/>
          </ac:spMkLst>
        </pc:spChg>
      </pc:sldChg>
      <pc:sldChg chg="add ord replId">
        <pc:chgData name="John Eapen" userId="9cf0b647cab1cc0d" providerId="Windows Live" clId="Web-{A361FC9D-05D1-8807-A455-23792AF64999}" dt="2025-03-01T01:33:09.112" v="1747"/>
        <pc:sldMkLst>
          <pc:docMk/>
          <pc:sldMk cId="1849500969" sldId="2185"/>
        </pc:sldMkLst>
      </pc:sldChg>
      <pc:sldChg chg="modSp add replId">
        <pc:chgData name="John Eapen" userId="9cf0b647cab1cc0d" providerId="Windows Live" clId="Web-{A361FC9D-05D1-8807-A455-23792AF64999}" dt="2025-03-01T01:52:14.299" v="1775" actId="20577"/>
        <pc:sldMkLst>
          <pc:docMk/>
          <pc:sldMk cId="2542157740" sldId="2186"/>
        </pc:sldMkLst>
        <pc:spChg chg="mod">
          <ac:chgData name="John Eapen" userId="9cf0b647cab1cc0d" providerId="Windows Live" clId="Web-{A361FC9D-05D1-8807-A455-23792AF64999}" dt="2025-03-01T01:52:14.299" v="1775" actId="20577"/>
          <ac:spMkLst>
            <pc:docMk/>
            <pc:sldMk cId="2542157740" sldId="2186"/>
            <ac:spMk id="3" creationId="{ABECD79C-EFB8-F34F-38BD-FAA4AAEF6805}"/>
          </ac:spMkLst>
        </pc:spChg>
        <pc:spChg chg="mod">
          <ac:chgData name="John Eapen" userId="9cf0b647cab1cc0d" providerId="Windows Live" clId="Web-{A361FC9D-05D1-8807-A455-23792AF64999}" dt="2025-03-01T01:51:48.892" v="1764" actId="20577"/>
          <ac:spMkLst>
            <pc:docMk/>
            <pc:sldMk cId="2542157740" sldId="2186"/>
            <ac:spMk id="5" creationId="{1DD430A7-CB90-FAB5-FAC1-69DFC24BBD4C}"/>
          </ac:spMkLst>
        </pc:spChg>
      </pc:sldChg>
      <pc:sldChg chg="modSp add replId">
        <pc:chgData name="John Eapen" userId="9cf0b647cab1cc0d" providerId="Windows Live" clId="Web-{A361FC9D-05D1-8807-A455-23792AF64999}" dt="2025-03-01T01:53:24.879" v="1792" actId="20577"/>
        <pc:sldMkLst>
          <pc:docMk/>
          <pc:sldMk cId="1323117998" sldId="2187"/>
        </pc:sldMkLst>
        <pc:spChg chg="mod">
          <ac:chgData name="John Eapen" userId="9cf0b647cab1cc0d" providerId="Windows Live" clId="Web-{A361FC9D-05D1-8807-A455-23792AF64999}" dt="2025-03-01T01:53:24.879" v="1792" actId="20577"/>
          <ac:spMkLst>
            <pc:docMk/>
            <pc:sldMk cId="1323117998" sldId="2187"/>
            <ac:spMk id="3" creationId="{DFFD8CD2-226B-3A51-5F98-99B58DE3A173}"/>
          </ac:spMkLst>
        </pc:spChg>
        <pc:spChg chg="mod">
          <ac:chgData name="John Eapen" userId="9cf0b647cab1cc0d" providerId="Windows Live" clId="Web-{A361FC9D-05D1-8807-A455-23792AF64999}" dt="2025-03-01T01:52:51.675" v="1781" actId="20577"/>
          <ac:spMkLst>
            <pc:docMk/>
            <pc:sldMk cId="1323117998" sldId="2187"/>
            <ac:spMk id="5" creationId="{34A5DE3E-A41D-ABDF-6B30-E03696995C4B}"/>
          </ac:spMkLst>
        </pc:spChg>
      </pc:sldChg>
    </pc:docChg>
  </pc:docChgLst>
  <pc:docChgLst>
    <pc:chgData name="Prince Chandapillai" userId="4fad049182ddc57b" providerId="Windows Live" clId="Web-{ED5C1F45-CEFB-4290-9C72-731D4ECD4D9F}"/>
    <pc:docChg chg="modSld">
      <pc:chgData name="Prince Chandapillai" userId="4fad049182ddc57b" providerId="Windows Live" clId="Web-{ED5C1F45-CEFB-4290-9C72-731D4ECD4D9F}" dt="2025-01-31T16:35:31.770" v="42" actId="20577"/>
      <pc:docMkLst>
        <pc:docMk/>
      </pc:docMkLst>
      <pc:sldChg chg="modSp">
        <pc:chgData name="Prince Chandapillai" userId="4fad049182ddc57b" providerId="Windows Live" clId="Web-{ED5C1F45-CEFB-4290-9C72-731D4ECD4D9F}" dt="2025-01-31T16:26:02.607" v="40" actId="20577"/>
        <pc:sldMkLst>
          <pc:docMk/>
          <pc:sldMk cId="2857978467" sldId="1870"/>
        </pc:sldMkLst>
        <pc:spChg chg="mod">
          <ac:chgData name="Prince Chandapillai" userId="4fad049182ddc57b" providerId="Windows Live" clId="Web-{ED5C1F45-CEFB-4290-9C72-731D4ECD4D9F}" dt="2025-01-31T16:26:02.607" v="40" actId="20577"/>
          <ac:spMkLst>
            <pc:docMk/>
            <pc:sldMk cId="2857978467" sldId="1870"/>
            <ac:spMk id="3" creationId="{E15D8B6F-B75E-49DE-8804-FA702615DED3}"/>
          </ac:spMkLst>
        </pc:spChg>
        <pc:spChg chg="mod">
          <ac:chgData name="Prince Chandapillai" userId="4fad049182ddc57b" providerId="Windows Live" clId="Web-{ED5C1F45-CEFB-4290-9C72-731D4ECD4D9F}" dt="2025-01-31T16:24:27.853" v="32" actId="20577"/>
          <ac:spMkLst>
            <pc:docMk/>
            <pc:sldMk cId="2857978467" sldId="1870"/>
            <ac:spMk id="7" creationId="{094E9A69-B612-35E4-DEEF-5092DA0A0A97}"/>
          </ac:spMkLst>
        </pc:spChg>
      </pc:sldChg>
      <pc:sldChg chg="modSp">
        <pc:chgData name="Prince Chandapillai" userId="4fad049182ddc57b" providerId="Windows Live" clId="Web-{ED5C1F45-CEFB-4290-9C72-731D4ECD4D9F}" dt="2025-01-31T16:35:24.769" v="41" actId="20577"/>
        <pc:sldMkLst>
          <pc:docMk/>
          <pc:sldMk cId="1836938301" sldId="1877"/>
        </pc:sldMkLst>
      </pc:sldChg>
      <pc:sldChg chg="modSp">
        <pc:chgData name="Prince Chandapillai" userId="4fad049182ddc57b" providerId="Windows Live" clId="Web-{ED5C1F45-CEFB-4290-9C72-731D4ECD4D9F}" dt="2025-01-31T15:55:34.781" v="1" actId="20577"/>
        <pc:sldMkLst>
          <pc:docMk/>
          <pc:sldMk cId="2430628198" sldId="1888"/>
        </pc:sldMkLst>
        <pc:spChg chg="mod">
          <ac:chgData name="Prince Chandapillai" userId="4fad049182ddc57b" providerId="Windows Live" clId="Web-{ED5C1F45-CEFB-4290-9C72-731D4ECD4D9F}" dt="2025-01-31T15:55:34.781" v="1" actId="20577"/>
          <ac:spMkLst>
            <pc:docMk/>
            <pc:sldMk cId="2430628198" sldId="1888"/>
            <ac:spMk id="2" creationId="{69072751-0DFD-E04D-8DBC-6192EE4B4B2A}"/>
          </ac:spMkLst>
        </pc:spChg>
      </pc:sldChg>
      <pc:sldChg chg="modSp">
        <pc:chgData name="Prince Chandapillai" userId="4fad049182ddc57b" providerId="Windows Live" clId="Web-{ED5C1F45-CEFB-4290-9C72-731D4ECD4D9F}" dt="2025-01-31T16:15:37.535" v="24" actId="20577"/>
        <pc:sldMkLst>
          <pc:docMk/>
          <pc:sldMk cId="3856652934" sldId="1918"/>
        </pc:sldMkLst>
        <pc:spChg chg="mod">
          <ac:chgData name="Prince Chandapillai" userId="4fad049182ddc57b" providerId="Windows Live" clId="Web-{ED5C1F45-CEFB-4290-9C72-731D4ECD4D9F}" dt="2025-01-31T16:15:37.535" v="24" actId="20577"/>
          <ac:spMkLst>
            <pc:docMk/>
            <pc:sldMk cId="3856652934" sldId="1918"/>
            <ac:spMk id="2" creationId="{00000000-0000-0000-0000-000000000000}"/>
          </ac:spMkLst>
        </pc:spChg>
      </pc:sldChg>
      <pc:sldChg chg="modSp">
        <pc:chgData name="Prince Chandapillai" userId="4fad049182ddc57b" providerId="Windows Live" clId="Web-{ED5C1F45-CEFB-4290-9C72-731D4ECD4D9F}" dt="2025-01-31T16:06:52.843" v="15" actId="20577"/>
        <pc:sldMkLst>
          <pc:docMk/>
          <pc:sldMk cId="1700184848" sldId="1992"/>
        </pc:sldMkLst>
        <pc:spChg chg="mod">
          <ac:chgData name="Prince Chandapillai" userId="4fad049182ddc57b" providerId="Windows Live" clId="Web-{ED5C1F45-CEFB-4290-9C72-731D4ECD4D9F}" dt="2025-01-31T16:06:52.843" v="15" actId="20577"/>
          <ac:spMkLst>
            <pc:docMk/>
            <pc:sldMk cId="1700184848" sldId="1992"/>
            <ac:spMk id="2" creationId="{00000000-0000-0000-0000-000000000000}"/>
          </ac:spMkLst>
        </pc:spChg>
      </pc:sldChg>
      <pc:sldChg chg="modSp">
        <pc:chgData name="Prince Chandapillai" userId="4fad049182ddc57b" providerId="Windows Live" clId="Web-{ED5C1F45-CEFB-4290-9C72-731D4ECD4D9F}" dt="2025-01-31T16:06:59.328" v="17" actId="20577"/>
        <pc:sldMkLst>
          <pc:docMk/>
          <pc:sldMk cId="3844664788" sldId="2139"/>
        </pc:sldMkLst>
        <pc:spChg chg="mod">
          <ac:chgData name="Prince Chandapillai" userId="4fad049182ddc57b" providerId="Windows Live" clId="Web-{ED5C1F45-CEFB-4290-9C72-731D4ECD4D9F}" dt="2025-01-31T16:06:59.328" v="17" actId="20577"/>
          <ac:spMkLst>
            <pc:docMk/>
            <pc:sldMk cId="3844664788" sldId="2139"/>
            <ac:spMk id="2" creationId="{FD72337C-737C-F714-0DC9-23CCA7A93C42}"/>
          </ac:spMkLst>
        </pc:spChg>
      </pc:sldChg>
      <pc:sldChg chg="modSp">
        <pc:chgData name="Prince Chandapillai" userId="4fad049182ddc57b" providerId="Windows Live" clId="Web-{ED5C1F45-CEFB-4290-9C72-731D4ECD4D9F}" dt="2025-01-31T16:07:06" v="19" actId="20577"/>
        <pc:sldMkLst>
          <pc:docMk/>
          <pc:sldMk cId="3337826896" sldId="2140"/>
        </pc:sldMkLst>
        <pc:spChg chg="mod">
          <ac:chgData name="Prince Chandapillai" userId="4fad049182ddc57b" providerId="Windows Live" clId="Web-{ED5C1F45-CEFB-4290-9C72-731D4ECD4D9F}" dt="2025-01-31T16:07:06" v="19" actId="20577"/>
          <ac:spMkLst>
            <pc:docMk/>
            <pc:sldMk cId="3337826896" sldId="2140"/>
            <ac:spMk id="2" creationId="{ED5662F4-722F-4FBC-648B-6AFE4369D8C5}"/>
          </ac:spMkLst>
        </pc:spChg>
      </pc:sldChg>
      <pc:sldChg chg="modSp">
        <pc:chgData name="Prince Chandapillai" userId="4fad049182ddc57b" providerId="Windows Live" clId="Web-{ED5C1F45-CEFB-4290-9C72-731D4ECD4D9F}" dt="2025-01-31T16:07:37.313" v="21" actId="20577"/>
        <pc:sldMkLst>
          <pc:docMk/>
          <pc:sldMk cId="2071117816" sldId="2141"/>
        </pc:sldMkLst>
        <pc:spChg chg="mod">
          <ac:chgData name="Prince Chandapillai" userId="4fad049182ddc57b" providerId="Windows Live" clId="Web-{ED5C1F45-CEFB-4290-9C72-731D4ECD4D9F}" dt="2025-01-31T16:07:37.313" v="21" actId="20577"/>
          <ac:spMkLst>
            <pc:docMk/>
            <pc:sldMk cId="2071117816" sldId="2141"/>
            <ac:spMk id="2" creationId="{101E9EE6-CF11-FBA8-846E-F05CE9A3C0B9}"/>
          </ac:spMkLst>
        </pc:spChg>
      </pc:sldChg>
      <pc:sldChg chg="modSp">
        <pc:chgData name="Prince Chandapillai" userId="4fad049182ddc57b" providerId="Windows Live" clId="Web-{ED5C1F45-CEFB-4290-9C72-731D4ECD4D9F}" dt="2025-01-31T16:35:31.770" v="42" actId="20577"/>
        <pc:sldMkLst>
          <pc:docMk/>
          <pc:sldMk cId="819450921" sldId="2167"/>
        </pc:sldMkLst>
      </pc:sldChg>
    </pc:docChg>
  </pc:docChgLst>
  <pc:docChgLst>
    <pc:chgData name="John Eapen" userId="9cf0b647cab1cc0d" providerId="Windows Live" clId="Web-{8D771D4E-4F63-1732-8D03-7E5A230BABB8}"/>
    <pc:docChg chg="addSld modSld">
      <pc:chgData name="John Eapen" userId="9cf0b647cab1cc0d" providerId="Windows Live" clId="Web-{8D771D4E-4F63-1732-8D03-7E5A230BABB8}" dt="2025-03-01T13:26:35.086" v="68" actId="20577"/>
      <pc:docMkLst>
        <pc:docMk/>
      </pc:docMkLst>
      <pc:sldChg chg="modSp">
        <pc:chgData name="John Eapen" userId="9cf0b647cab1cc0d" providerId="Windows Live" clId="Web-{8D771D4E-4F63-1732-8D03-7E5A230BABB8}" dt="2025-03-01T13:08:42.563" v="4" actId="20577"/>
        <pc:sldMkLst>
          <pc:docMk/>
          <pc:sldMk cId="474597300" sldId="2086"/>
        </pc:sldMkLst>
        <pc:spChg chg="mod">
          <ac:chgData name="John Eapen" userId="9cf0b647cab1cc0d" providerId="Windows Live" clId="Web-{8D771D4E-4F63-1732-8D03-7E5A230BABB8}" dt="2025-03-01T13:08:42.563" v="4" actId="20577"/>
          <ac:spMkLst>
            <pc:docMk/>
            <pc:sldMk cId="474597300" sldId="2086"/>
            <ac:spMk id="4" creationId="{064DE8CA-B187-EC06-A4FA-4F11CB386D6A}"/>
          </ac:spMkLst>
        </pc:spChg>
      </pc:sldChg>
      <pc:sldChg chg="modSp">
        <pc:chgData name="John Eapen" userId="9cf0b647cab1cc0d" providerId="Windows Live" clId="Web-{8D771D4E-4F63-1732-8D03-7E5A230BABB8}" dt="2025-03-01T13:14:48.053" v="42" actId="20577"/>
        <pc:sldMkLst>
          <pc:docMk/>
          <pc:sldMk cId="2340738477" sldId="2136"/>
        </pc:sldMkLst>
        <pc:spChg chg="mod">
          <ac:chgData name="John Eapen" userId="9cf0b647cab1cc0d" providerId="Windows Live" clId="Web-{8D771D4E-4F63-1732-8D03-7E5A230BABB8}" dt="2025-03-01T13:14:44.335" v="40" actId="20577"/>
          <ac:spMkLst>
            <pc:docMk/>
            <pc:sldMk cId="2340738477" sldId="2136"/>
            <ac:spMk id="3" creationId="{CC62E8AF-8DB6-AD3E-B583-3D2FB9CF5585}"/>
          </ac:spMkLst>
        </pc:spChg>
        <pc:spChg chg="mod">
          <ac:chgData name="John Eapen" userId="9cf0b647cab1cc0d" providerId="Windows Live" clId="Web-{8D771D4E-4F63-1732-8D03-7E5A230BABB8}" dt="2025-03-01T13:14:48.053" v="42" actId="20577"/>
          <ac:spMkLst>
            <pc:docMk/>
            <pc:sldMk cId="2340738477" sldId="2136"/>
            <ac:spMk id="4" creationId="{8F01FE7C-56F0-E582-AADC-4F530ADC1187}"/>
          </ac:spMkLst>
        </pc:spChg>
      </pc:sldChg>
      <pc:sldChg chg="modSp">
        <pc:chgData name="John Eapen" userId="9cf0b647cab1cc0d" providerId="Windows Live" clId="Web-{8D771D4E-4F63-1732-8D03-7E5A230BABB8}" dt="2025-03-01T13:13:29.632" v="28" actId="20577"/>
        <pc:sldMkLst>
          <pc:docMk/>
          <pc:sldMk cId="527803962" sldId="2137"/>
        </pc:sldMkLst>
        <pc:spChg chg="mod">
          <ac:chgData name="John Eapen" userId="9cf0b647cab1cc0d" providerId="Windows Live" clId="Web-{8D771D4E-4F63-1732-8D03-7E5A230BABB8}" dt="2025-03-01T13:13:29.632" v="28" actId="20577"/>
          <ac:spMkLst>
            <pc:docMk/>
            <pc:sldMk cId="527803962" sldId="2137"/>
            <ac:spMk id="3" creationId="{44D1190C-B81F-3CA4-6508-00E3DF0D29C8}"/>
          </ac:spMkLst>
        </pc:spChg>
        <pc:spChg chg="mod">
          <ac:chgData name="John Eapen" userId="9cf0b647cab1cc0d" providerId="Windows Live" clId="Web-{8D771D4E-4F63-1732-8D03-7E5A230BABB8}" dt="2025-03-01T13:13:20.663" v="25" actId="20577"/>
          <ac:spMkLst>
            <pc:docMk/>
            <pc:sldMk cId="527803962" sldId="2137"/>
            <ac:spMk id="4" creationId="{FC08D883-0F7D-0BB4-ABBC-743C42424714}"/>
          </ac:spMkLst>
        </pc:spChg>
      </pc:sldChg>
      <pc:sldChg chg="modSp">
        <pc:chgData name="John Eapen" userId="9cf0b647cab1cc0d" providerId="Windows Live" clId="Web-{8D771D4E-4F63-1732-8D03-7E5A230BABB8}" dt="2025-03-01T13:12:55.538" v="17" actId="20577"/>
        <pc:sldMkLst>
          <pc:docMk/>
          <pc:sldMk cId="2024468232" sldId="2138"/>
        </pc:sldMkLst>
        <pc:spChg chg="mod">
          <ac:chgData name="John Eapen" userId="9cf0b647cab1cc0d" providerId="Windows Live" clId="Web-{8D771D4E-4F63-1732-8D03-7E5A230BABB8}" dt="2025-03-01T13:12:55.538" v="17" actId="20577"/>
          <ac:spMkLst>
            <pc:docMk/>
            <pc:sldMk cId="2024468232" sldId="2138"/>
            <ac:spMk id="3" creationId="{337B549B-65B8-03B2-053C-92CBA7A0CAA4}"/>
          </ac:spMkLst>
        </pc:spChg>
        <pc:spChg chg="mod">
          <ac:chgData name="John Eapen" userId="9cf0b647cab1cc0d" providerId="Windows Live" clId="Web-{8D771D4E-4F63-1732-8D03-7E5A230BABB8}" dt="2025-03-01T13:12:49.850" v="14" actId="20577"/>
          <ac:spMkLst>
            <pc:docMk/>
            <pc:sldMk cId="2024468232" sldId="2138"/>
            <ac:spMk id="4" creationId="{9F7D07AB-9EDE-763C-332F-6081D832269D}"/>
          </ac:spMkLst>
        </pc:spChg>
      </pc:sldChg>
      <pc:sldChg chg="modSp">
        <pc:chgData name="John Eapen" userId="9cf0b647cab1cc0d" providerId="Windows Live" clId="Web-{8D771D4E-4F63-1732-8D03-7E5A230BABB8}" dt="2025-03-01T13:20:49.789" v="51" actId="20577"/>
        <pc:sldMkLst>
          <pc:docMk/>
          <pc:sldMk cId="1338693707" sldId="2142"/>
        </pc:sldMkLst>
        <pc:spChg chg="mod">
          <ac:chgData name="John Eapen" userId="9cf0b647cab1cc0d" providerId="Windows Live" clId="Web-{8D771D4E-4F63-1732-8D03-7E5A230BABB8}" dt="2025-03-01T13:20:49.789" v="51" actId="20577"/>
          <ac:spMkLst>
            <pc:docMk/>
            <pc:sldMk cId="1338693707" sldId="2142"/>
            <ac:spMk id="3" creationId="{17B77506-15F9-3ED3-6D77-BED0DC71649D}"/>
          </ac:spMkLst>
        </pc:spChg>
        <pc:spChg chg="mod">
          <ac:chgData name="John Eapen" userId="9cf0b647cab1cc0d" providerId="Windows Live" clId="Web-{8D771D4E-4F63-1732-8D03-7E5A230BABB8}" dt="2025-03-01T13:20:44.601" v="49" actId="20577"/>
          <ac:spMkLst>
            <pc:docMk/>
            <pc:sldMk cId="1338693707" sldId="2142"/>
            <ac:spMk id="4" creationId="{F6D56544-E4DA-C75D-84AA-AE0700453724}"/>
          </ac:spMkLst>
        </pc:spChg>
      </pc:sldChg>
      <pc:sldChg chg="modSp">
        <pc:chgData name="John Eapen" userId="9cf0b647cab1cc0d" providerId="Windows Live" clId="Web-{8D771D4E-4F63-1732-8D03-7E5A230BABB8}" dt="2025-03-01T13:14:07.710" v="32" actId="20577"/>
        <pc:sldMkLst>
          <pc:docMk/>
          <pc:sldMk cId="3571860351" sldId="2168"/>
        </pc:sldMkLst>
        <pc:spChg chg="mod">
          <ac:chgData name="John Eapen" userId="9cf0b647cab1cc0d" providerId="Windows Live" clId="Web-{8D771D4E-4F63-1732-8D03-7E5A230BABB8}" dt="2025-03-01T13:14:07.710" v="32" actId="20577"/>
          <ac:spMkLst>
            <pc:docMk/>
            <pc:sldMk cId="3571860351" sldId="2168"/>
            <ac:spMk id="3" creationId="{701BB700-F42A-7269-E4E2-CAA31412824F}"/>
          </ac:spMkLst>
        </pc:spChg>
        <pc:spChg chg="mod">
          <ac:chgData name="John Eapen" userId="9cf0b647cab1cc0d" providerId="Windows Live" clId="Web-{8D771D4E-4F63-1732-8D03-7E5A230BABB8}" dt="2025-03-01T13:10:03.674" v="6" actId="20577"/>
          <ac:spMkLst>
            <pc:docMk/>
            <pc:sldMk cId="3571860351" sldId="2168"/>
            <ac:spMk id="4" creationId="{B40D40C3-1240-5348-8E18-F0310D080F4E}"/>
          </ac:spMkLst>
        </pc:spChg>
      </pc:sldChg>
      <pc:sldChg chg="modSp">
        <pc:chgData name="John Eapen" userId="9cf0b647cab1cc0d" providerId="Windows Live" clId="Web-{8D771D4E-4F63-1732-8D03-7E5A230BABB8}" dt="2025-03-01T13:13:07.241" v="20" actId="20577"/>
        <pc:sldMkLst>
          <pc:docMk/>
          <pc:sldMk cId="1540209709" sldId="2169"/>
        </pc:sldMkLst>
        <pc:spChg chg="mod">
          <ac:chgData name="John Eapen" userId="9cf0b647cab1cc0d" providerId="Windows Live" clId="Web-{8D771D4E-4F63-1732-8D03-7E5A230BABB8}" dt="2025-03-01T13:13:07.241" v="20" actId="20577"/>
          <ac:spMkLst>
            <pc:docMk/>
            <pc:sldMk cId="1540209709" sldId="2169"/>
            <ac:spMk id="3" creationId="{097CEC60-9C88-0321-0436-58FACAE13D4F}"/>
          </ac:spMkLst>
        </pc:spChg>
        <pc:spChg chg="mod">
          <ac:chgData name="John Eapen" userId="9cf0b647cab1cc0d" providerId="Windows Live" clId="Web-{8D771D4E-4F63-1732-8D03-7E5A230BABB8}" dt="2025-03-01T13:10:12.908" v="7" actId="20577"/>
          <ac:spMkLst>
            <pc:docMk/>
            <pc:sldMk cId="1540209709" sldId="2169"/>
            <ac:spMk id="4" creationId="{97FD0547-0C79-91A9-34EA-487DF9F68E66}"/>
          </ac:spMkLst>
        </pc:spChg>
      </pc:sldChg>
      <pc:sldChg chg="modSp">
        <pc:chgData name="John Eapen" userId="9cf0b647cab1cc0d" providerId="Windows Live" clId="Web-{8D771D4E-4F63-1732-8D03-7E5A230BABB8}" dt="2025-03-01T13:12:40.647" v="11" actId="20577"/>
        <pc:sldMkLst>
          <pc:docMk/>
          <pc:sldMk cId="2152743309" sldId="2170"/>
        </pc:sldMkLst>
        <pc:spChg chg="mod">
          <ac:chgData name="John Eapen" userId="9cf0b647cab1cc0d" providerId="Windows Live" clId="Web-{8D771D4E-4F63-1732-8D03-7E5A230BABB8}" dt="2025-03-01T13:12:40.647" v="11" actId="20577"/>
          <ac:spMkLst>
            <pc:docMk/>
            <pc:sldMk cId="2152743309" sldId="2170"/>
            <ac:spMk id="3" creationId="{497E09DA-08C5-D106-3ABD-8EE7C8F6AC67}"/>
          </ac:spMkLst>
        </pc:spChg>
        <pc:spChg chg="mod">
          <ac:chgData name="John Eapen" userId="9cf0b647cab1cc0d" providerId="Windows Live" clId="Web-{8D771D4E-4F63-1732-8D03-7E5A230BABB8}" dt="2025-03-01T13:12:14.397" v="8" actId="20577"/>
          <ac:spMkLst>
            <pc:docMk/>
            <pc:sldMk cId="2152743309" sldId="2170"/>
            <ac:spMk id="4" creationId="{E754A482-4F2E-276F-C906-7163F0C4945C}"/>
          </ac:spMkLst>
        </pc:spChg>
      </pc:sldChg>
      <pc:sldChg chg="modSp">
        <pc:chgData name="John Eapen" userId="9cf0b647cab1cc0d" providerId="Windows Live" clId="Web-{8D771D4E-4F63-1732-8D03-7E5A230BABB8}" dt="2025-03-01T13:20:40.273" v="48" actId="20577"/>
        <pc:sldMkLst>
          <pc:docMk/>
          <pc:sldMk cId="2190295711" sldId="2173"/>
        </pc:sldMkLst>
        <pc:spChg chg="mod">
          <ac:chgData name="John Eapen" userId="9cf0b647cab1cc0d" providerId="Windows Live" clId="Web-{8D771D4E-4F63-1732-8D03-7E5A230BABB8}" dt="2025-03-01T13:20:40.273" v="48" actId="20577"/>
          <ac:spMkLst>
            <pc:docMk/>
            <pc:sldMk cId="2190295711" sldId="2173"/>
            <ac:spMk id="4" creationId="{EB4B6ED9-736B-1354-783C-331545EAC45B}"/>
          </ac:spMkLst>
        </pc:spChg>
      </pc:sldChg>
      <pc:sldChg chg="modSp add replId">
        <pc:chgData name="John Eapen" userId="9cf0b647cab1cc0d" providerId="Windows Live" clId="Web-{8D771D4E-4F63-1732-8D03-7E5A230BABB8}" dt="2025-03-01T13:26:35.086" v="68" actId="20577"/>
        <pc:sldMkLst>
          <pc:docMk/>
          <pc:sldMk cId="3661075944" sldId="2188"/>
        </pc:sldMkLst>
        <pc:spChg chg="mod">
          <ac:chgData name="John Eapen" userId="9cf0b647cab1cc0d" providerId="Windows Live" clId="Web-{8D771D4E-4F63-1732-8D03-7E5A230BABB8}" dt="2025-03-01T13:26:35.086" v="68" actId="20577"/>
          <ac:spMkLst>
            <pc:docMk/>
            <pc:sldMk cId="3661075944" sldId="2188"/>
            <ac:spMk id="5" creationId="{E0CD8C11-8663-EE9D-814E-4BF93FBEF944}"/>
          </ac:spMkLst>
        </pc:spChg>
        <pc:spChg chg="mod">
          <ac:chgData name="John Eapen" userId="9cf0b647cab1cc0d" providerId="Windows Live" clId="Web-{8D771D4E-4F63-1732-8D03-7E5A230BABB8}" dt="2025-03-01T13:25:30.664" v="62" actId="20577"/>
          <ac:spMkLst>
            <pc:docMk/>
            <pc:sldMk cId="3661075944" sldId="2188"/>
            <ac:spMk id="7" creationId="{9CA6C548-0BB5-3E6D-1131-D4CE8BD7D673}"/>
          </ac:spMkLst>
        </pc:spChg>
      </pc:sldChg>
    </pc:docChg>
  </pc:docChgLst>
  <pc:docChgLst>
    <pc:chgData name="Sherin Sarah Varghese" userId="dc22cf68baf02303" providerId="LiveId" clId="{B8266190-1DDE-D442-A3CF-78FF744A995B}"/>
    <pc:docChg chg="custSel modSld">
      <pc:chgData name="Sherin Sarah Varghese" userId="dc22cf68baf02303" providerId="LiveId" clId="{B8266190-1DDE-D442-A3CF-78FF744A995B}" dt="2025-03-01T14:57:33.890" v="21"/>
      <pc:docMkLst>
        <pc:docMk/>
      </pc:docMkLst>
      <pc:sldChg chg="addSp delSp modSp mod">
        <pc:chgData name="Sherin Sarah Varghese" userId="dc22cf68baf02303" providerId="LiveId" clId="{B8266190-1DDE-D442-A3CF-78FF744A995B}" dt="2025-03-01T14:57:13.302" v="9" actId="1076"/>
        <pc:sldMkLst>
          <pc:docMk/>
          <pc:sldMk cId="3368756669" sldId="1545"/>
        </pc:sldMkLst>
        <pc:picChg chg="del">
          <ac:chgData name="Sherin Sarah Varghese" userId="dc22cf68baf02303" providerId="LiveId" clId="{B8266190-1DDE-D442-A3CF-78FF744A995B}" dt="2025-03-01T14:56:59.960" v="4" actId="478"/>
          <ac:picMkLst>
            <pc:docMk/>
            <pc:sldMk cId="3368756669" sldId="1545"/>
            <ac:picMk id="6" creationId="{5948E332-DDF4-60DA-31C4-B2218744FD61}"/>
          </ac:picMkLst>
        </pc:picChg>
        <pc:picChg chg="add mod">
          <ac:chgData name="Sherin Sarah Varghese" userId="dc22cf68baf02303" providerId="LiveId" clId="{B8266190-1DDE-D442-A3CF-78FF744A995B}" dt="2025-03-01T14:57:13.302" v="9" actId="1076"/>
          <ac:picMkLst>
            <pc:docMk/>
            <pc:sldMk cId="3368756669" sldId="1545"/>
            <ac:picMk id="7" creationId="{79201B77-84D1-A4FE-9F53-42BD530956FE}"/>
          </ac:picMkLst>
        </pc:picChg>
      </pc:sldChg>
      <pc:sldChg chg="addSp delSp modSp mod">
        <pc:chgData name="Sherin Sarah Varghese" userId="dc22cf68baf02303" providerId="LiveId" clId="{B8266190-1DDE-D442-A3CF-78FF744A995B}" dt="2025-03-01T14:57:18.576" v="11"/>
        <pc:sldMkLst>
          <pc:docMk/>
          <pc:sldMk cId="1383090789" sldId="2133"/>
        </pc:sldMkLst>
        <pc:picChg chg="add mod">
          <ac:chgData name="Sherin Sarah Varghese" userId="dc22cf68baf02303" providerId="LiveId" clId="{B8266190-1DDE-D442-A3CF-78FF744A995B}" dt="2025-03-01T14:57:18.576" v="11"/>
          <ac:picMkLst>
            <pc:docMk/>
            <pc:sldMk cId="1383090789" sldId="2133"/>
            <ac:picMk id="3" creationId="{617E4EE4-58B6-D7DD-D83A-EE63127511D3}"/>
          </ac:picMkLst>
        </pc:picChg>
        <pc:picChg chg="del">
          <ac:chgData name="Sherin Sarah Varghese" userId="dc22cf68baf02303" providerId="LiveId" clId="{B8266190-1DDE-D442-A3CF-78FF744A995B}" dt="2025-03-01T14:57:18.193" v="10" actId="478"/>
          <ac:picMkLst>
            <pc:docMk/>
            <pc:sldMk cId="1383090789" sldId="2133"/>
            <ac:picMk id="6" creationId="{58757EA4-7CD9-368C-7CBB-2D0B0E1DBDDD}"/>
          </ac:picMkLst>
        </pc:picChg>
      </pc:sldChg>
      <pc:sldChg chg="addSp delSp modSp mod">
        <pc:chgData name="Sherin Sarah Varghese" userId="dc22cf68baf02303" providerId="LiveId" clId="{B8266190-1DDE-D442-A3CF-78FF744A995B}" dt="2025-03-01T14:57:21.125" v="13"/>
        <pc:sldMkLst>
          <pc:docMk/>
          <pc:sldMk cId="2344975083" sldId="2134"/>
        </pc:sldMkLst>
        <pc:picChg chg="add mod">
          <ac:chgData name="Sherin Sarah Varghese" userId="dc22cf68baf02303" providerId="LiveId" clId="{B8266190-1DDE-D442-A3CF-78FF744A995B}" dt="2025-03-01T14:57:21.125" v="13"/>
          <ac:picMkLst>
            <pc:docMk/>
            <pc:sldMk cId="2344975083" sldId="2134"/>
            <ac:picMk id="3" creationId="{1B315E70-2925-45E4-E44F-E17EAA367DC6}"/>
          </ac:picMkLst>
        </pc:picChg>
        <pc:picChg chg="del">
          <ac:chgData name="Sherin Sarah Varghese" userId="dc22cf68baf02303" providerId="LiveId" clId="{B8266190-1DDE-D442-A3CF-78FF744A995B}" dt="2025-03-01T14:57:20.729" v="12" actId="478"/>
          <ac:picMkLst>
            <pc:docMk/>
            <pc:sldMk cId="2344975083" sldId="2134"/>
            <ac:picMk id="6" creationId="{5A282695-6685-2947-97A6-8F7AECECB25C}"/>
          </ac:picMkLst>
        </pc:picChg>
      </pc:sldChg>
      <pc:sldChg chg="addSp delSp modSp mod">
        <pc:chgData name="Sherin Sarah Varghese" userId="dc22cf68baf02303" providerId="LiveId" clId="{B8266190-1DDE-D442-A3CF-78FF744A995B}" dt="2025-03-01T14:57:27.675" v="17"/>
        <pc:sldMkLst>
          <pc:docMk/>
          <pc:sldMk cId="4178686647" sldId="2182"/>
        </pc:sldMkLst>
        <pc:picChg chg="add mod">
          <ac:chgData name="Sherin Sarah Varghese" userId="dc22cf68baf02303" providerId="LiveId" clId="{B8266190-1DDE-D442-A3CF-78FF744A995B}" dt="2025-03-01T14:57:27.675" v="17"/>
          <ac:picMkLst>
            <pc:docMk/>
            <pc:sldMk cId="4178686647" sldId="2182"/>
            <ac:picMk id="3" creationId="{0D587D32-2208-EA37-54DF-1A41E2860A39}"/>
          </ac:picMkLst>
        </pc:picChg>
        <pc:picChg chg="del">
          <ac:chgData name="Sherin Sarah Varghese" userId="dc22cf68baf02303" providerId="LiveId" clId="{B8266190-1DDE-D442-A3CF-78FF744A995B}" dt="2025-03-01T14:57:27.205" v="16" actId="478"/>
          <ac:picMkLst>
            <pc:docMk/>
            <pc:sldMk cId="4178686647" sldId="2182"/>
            <ac:picMk id="6" creationId="{45753663-E0C4-E4E1-B60D-15C8A6A03736}"/>
          </ac:picMkLst>
        </pc:picChg>
      </pc:sldChg>
      <pc:sldChg chg="addSp delSp modSp mod">
        <pc:chgData name="Sherin Sarah Varghese" userId="dc22cf68baf02303" providerId="LiveId" clId="{B8266190-1DDE-D442-A3CF-78FF744A995B}" dt="2025-03-01T14:57:24.484" v="15"/>
        <pc:sldMkLst>
          <pc:docMk/>
          <pc:sldMk cId="1248507728" sldId="2183"/>
        </pc:sldMkLst>
        <pc:picChg chg="add mod">
          <ac:chgData name="Sherin Sarah Varghese" userId="dc22cf68baf02303" providerId="LiveId" clId="{B8266190-1DDE-D442-A3CF-78FF744A995B}" dt="2025-03-01T14:57:24.484" v="15"/>
          <ac:picMkLst>
            <pc:docMk/>
            <pc:sldMk cId="1248507728" sldId="2183"/>
            <ac:picMk id="3" creationId="{54E88A2A-EA93-DA77-CA4E-BAF98CEEDD2A}"/>
          </ac:picMkLst>
        </pc:picChg>
        <pc:picChg chg="del">
          <ac:chgData name="Sherin Sarah Varghese" userId="dc22cf68baf02303" providerId="LiveId" clId="{B8266190-1DDE-D442-A3CF-78FF744A995B}" dt="2025-03-01T14:57:23.984" v="14" actId="478"/>
          <ac:picMkLst>
            <pc:docMk/>
            <pc:sldMk cId="1248507728" sldId="2183"/>
            <ac:picMk id="6" creationId="{30C21CA0-4A3E-985C-74F1-E52FF715676B}"/>
          </ac:picMkLst>
        </pc:picChg>
      </pc:sldChg>
      <pc:sldChg chg="addSp delSp modSp mod">
        <pc:chgData name="Sherin Sarah Varghese" userId="dc22cf68baf02303" providerId="LiveId" clId="{B8266190-1DDE-D442-A3CF-78FF744A995B}" dt="2025-03-01T14:57:31.221" v="19"/>
        <pc:sldMkLst>
          <pc:docMk/>
          <pc:sldMk cId="17518934" sldId="2184"/>
        </pc:sldMkLst>
        <pc:picChg chg="add mod">
          <ac:chgData name="Sherin Sarah Varghese" userId="dc22cf68baf02303" providerId="LiveId" clId="{B8266190-1DDE-D442-A3CF-78FF744A995B}" dt="2025-03-01T14:57:31.221" v="19"/>
          <ac:picMkLst>
            <pc:docMk/>
            <pc:sldMk cId="17518934" sldId="2184"/>
            <ac:picMk id="3" creationId="{0ED51173-46CA-5244-E209-815A916F5024}"/>
          </ac:picMkLst>
        </pc:picChg>
        <pc:picChg chg="del">
          <ac:chgData name="Sherin Sarah Varghese" userId="dc22cf68baf02303" providerId="LiveId" clId="{B8266190-1DDE-D442-A3CF-78FF744A995B}" dt="2025-03-01T14:57:30.694" v="18" actId="478"/>
          <ac:picMkLst>
            <pc:docMk/>
            <pc:sldMk cId="17518934" sldId="2184"/>
            <ac:picMk id="6" creationId="{8B4852BF-AA35-3F18-7C7E-CB4166F7E199}"/>
          </ac:picMkLst>
        </pc:picChg>
      </pc:sldChg>
      <pc:sldChg chg="addSp delSp modSp mod">
        <pc:chgData name="Sherin Sarah Varghese" userId="dc22cf68baf02303" providerId="LiveId" clId="{B8266190-1DDE-D442-A3CF-78FF744A995B}" dt="2025-03-01T14:57:33.890" v="21"/>
        <pc:sldMkLst>
          <pc:docMk/>
          <pc:sldMk cId="1849500969" sldId="2185"/>
        </pc:sldMkLst>
        <pc:picChg chg="add mod">
          <ac:chgData name="Sherin Sarah Varghese" userId="dc22cf68baf02303" providerId="LiveId" clId="{B8266190-1DDE-D442-A3CF-78FF744A995B}" dt="2025-03-01T14:57:33.890" v="21"/>
          <ac:picMkLst>
            <pc:docMk/>
            <pc:sldMk cId="1849500969" sldId="2185"/>
            <ac:picMk id="3" creationId="{7871F9D7-DD88-32F0-964B-94730E874175}"/>
          </ac:picMkLst>
        </pc:picChg>
        <pc:picChg chg="del">
          <ac:chgData name="Sherin Sarah Varghese" userId="dc22cf68baf02303" providerId="LiveId" clId="{B8266190-1DDE-D442-A3CF-78FF744A995B}" dt="2025-03-01T14:57:33.410" v="20" actId="478"/>
          <ac:picMkLst>
            <pc:docMk/>
            <pc:sldMk cId="1849500969" sldId="2185"/>
            <ac:picMk id="6" creationId="{451E214C-E914-01FF-F17C-AED77F6E9E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01/03/2025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11F5-A38D-3C99-E2F1-9856C99F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D0C6-6ED3-E1CB-CB72-0BABD058F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FB9F4-92BE-79CA-C2B1-2078FD5CA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DFF68-F3FC-04FF-F7CF-F1C9ED636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793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34DE-E92C-8E7B-5561-D10E530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8949C-FE5B-795A-7C2C-1C003C124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9FDAD-2FA4-4F2F-191C-8A7CCCE53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E044C-AC93-EFC1-DC2A-2D6405108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361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22B0-2DA8-2AE6-BC5F-E3A387C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3EB1-54AA-6568-E35E-9568C06F4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8C77-36A6-3771-408C-2383954F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2AAFA-44AC-AD3C-B4A9-784909235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86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F214-CD10-C852-15BF-1211AB50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63422-1CCE-8F66-7260-2231BC50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83EDE-187C-1FBD-9B3F-92CD26C2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85B4-4C99-6701-BF8A-CAC82AEDE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34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BFCF-7C34-7001-280D-8F352E97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2B100-6C18-8168-1027-550BCA1B5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EF1B5-49CE-211E-F037-A7259DDA3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65E27-43C7-35E7-B0FE-02B57E570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970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9D79-F4AB-27E2-8645-6575B7AF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50186-18FA-926F-C662-9ACD29FD7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0F738-5845-187E-F597-E9697C32D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A7CFB-5E2E-BFFA-3982-0FC365AE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8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1/3/25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199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7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422038" y="1706754"/>
            <a:ext cx="649623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Nalladevane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!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Njangalh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ellavareyum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Nallathaakki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nin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ishtathe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cholleedenhame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2800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D761E48-FBBF-E87B-39BE-203A778C1D12}"/>
              </a:ext>
            </a:extLst>
          </p:cNvPr>
          <p:cNvSpPr/>
          <p:nvPr/>
        </p:nvSpPr>
        <p:spPr>
          <a:xfrm>
            <a:off x="6655524" y="2239540"/>
            <a:ext cx="124397" cy="42132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E172B-3707-79DF-9D9C-C3DDA0B6E507}"/>
              </a:ext>
            </a:extLst>
          </p:cNvPr>
          <p:cNvSpPr txBox="1"/>
          <p:nvPr/>
        </p:nvSpPr>
        <p:spPr>
          <a:xfrm flipH="1">
            <a:off x="6849085" y="2258597"/>
            <a:ext cx="40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4128A4C-BAEA-E882-5683-99A8C4D40AE1}"/>
              </a:ext>
            </a:extLst>
          </p:cNvPr>
          <p:cNvSpPr/>
          <p:nvPr/>
        </p:nvSpPr>
        <p:spPr>
          <a:xfrm>
            <a:off x="6779921" y="3881616"/>
            <a:ext cx="124397" cy="42884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240E4-D617-E6B9-D5F3-1266297E6737}"/>
              </a:ext>
            </a:extLst>
          </p:cNvPr>
          <p:cNvSpPr txBox="1"/>
          <p:nvPr/>
        </p:nvSpPr>
        <p:spPr>
          <a:xfrm flipH="1">
            <a:off x="6939836" y="3911370"/>
            <a:ext cx="25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A3D43-756F-CF37-1BB3-453DF324C46B}"/>
              </a:ext>
            </a:extLst>
          </p:cNvPr>
          <p:cNvSpPr txBox="1"/>
          <p:nvPr/>
        </p:nvSpPr>
        <p:spPr>
          <a:xfrm>
            <a:off x="393040" y="3440732"/>
            <a:ext cx="649623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നല്ല</a:t>
            </a:r>
            <a:r>
              <a:rPr lang="en-US" sz="24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ദേവനെ</a:t>
            </a:r>
            <a:r>
              <a:rPr lang="en-US" sz="24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ഞങ്ങള്</a:t>
            </a:r>
            <a:r>
              <a:rPr lang="en-US" sz="24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 </a:t>
            </a:r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എല്ലാവരെയും</a:t>
            </a:r>
            <a:br>
              <a:rPr lang="en-US" sz="2400" dirty="0">
                <a:latin typeface="Open Sans"/>
                <a:ea typeface="Open Sans"/>
                <a:cs typeface="Open Sans"/>
              </a:rPr>
            </a:br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നല്ലതാക്കി</a:t>
            </a:r>
            <a:r>
              <a:rPr lang="en-US" sz="24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നിന്നിഷ്ടത്തെ</a:t>
            </a:r>
            <a:r>
              <a:rPr lang="en-US" sz="24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2400" dirty="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ചൊല്ലിടെണമേ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6A4A-C228-FF69-CC41-762C9BB8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40D6-A24B-09A1-4FED-9139A446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043F89-EF71-FC6A-184E-A7C5C7399A4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C43C-13BC-E44C-668E-3E33C87FC7C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B0097-91C4-5FB0-4E23-F379E290453E}"/>
              </a:ext>
            </a:extLst>
          </p:cNvPr>
          <p:cNvSpPr txBox="1"/>
          <p:nvPr/>
        </p:nvSpPr>
        <p:spPr>
          <a:xfrm>
            <a:off x="241720" y="3715386"/>
            <a:ext cx="627680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പച്ച മേച്ചിലില്‍ ഞങ്ങള്‍ മേഞ്ഞിടുവാനായ്‌</a:t>
            </a:r>
            <a:br>
              <a:rPr lang="pt-BR" sz="2000" dirty="0">
                <a:latin typeface="Open Sans"/>
                <a:ea typeface="Open Sans"/>
                <a:cs typeface="Open Sans"/>
              </a:rPr>
            </a:br>
            <a:r>
              <a:rPr lang="pt-BR" sz="2000" dirty="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മെച്ചമാം ആഹാരത്തെ നീ നല്കീടെണമേ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1D7EB-0773-4AEA-08EA-3371F7148245}"/>
              </a:ext>
            </a:extLst>
          </p:cNvPr>
          <p:cNvSpPr txBox="1"/>
          <p:nvPr/>
        </p:nvSpPr>
        <p:spPr>
          <a:xfrm>
            <a:off x="158800" y="1769936"/>
            <a:ext cx="753428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b="0" i="0" u="none" strike="noStrike" baseline="0" err="1">
                <a:solidFill>
                  <a:srgbClr val="000000"/>
                </a:solidFill>
                <a:latin typeface="Arial"/>
                <a:cs typeface="Arial"/>
              </a:rPr>
              <a:t>Pachamechilil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Arial"/>
                <a:cs typeface="Arial"/>
              </a:rPr>
              <a:t>njangalh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Arial"/>
                <a:cs typeface="Arial"/>
              </a:rPr>
              <a:t>maenjiduvaanaai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r>
              <a:rPr lang="en-SG" sz="2800" b="0" i="0" u="none" strike="noStrike" baseline="0" err="1">
                <a:solidFill>
                  <a:srgbClr val="000000"/>
                </a:solidFill>
                <a:latin typeface="Arial"/>
                <a:cs typeface="Arial"/>
              </a:rPr>
              <a:t>Mechamaam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Arial"/>
                <a:cs typeface="Arial"/>
              </a:rPr>
              <a:t>aaharathe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 nee 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Arial"/>
                <a:cs typeface="Arial"/>
              </a:rPr>
              <a:t>nalkeedenhame</a:t>
            </a:r>
            <a:r>
              <a:rPr lang="en-SG" sz="1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endParaRPr lang="en-US" sz="2800" b="0" i="0">
              <a:solidFill>
                <a:srgbClr val="000000"/>
              </a:solidFill>
              <a:effectLst/>
              <a:latin typeface="Arial"/>
              <a:cs typeface="Arial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685C7FB-D20D-8A7C-2EA8-E2D154D7703D}"/>
              </a:ext>
            </a:extLst>
          </p:cNvPr>
          <p:cNvSpPr/>
          <p:nvPr/>
        </p:nvSpPr>
        <p:spPr>
          <a:xfrm>
            <a:off x="7461051" y="2308158"/>
            <a:ext cx="116878" cy="3160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39E81-6AB8-76DD-1327-514EFF5E33F5}"/>
              </a:ext>
            </a:extLst>
          </p:cNvPr>
          <p:cNvSpPr txBox="1"/>
          <p:nvPr/>
        </p:nvSpPr>
        <p:spPr>
          <a:xfrm>
            <a:off x="7690725" y="2278262"/>
            <a:ext cx="32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1A0D72CF-CCFA-F2F8-8880-883B27D3E582}"/>
              </a:ext>
            </a:extLst>
          </p:cNvPr>
          <p:cNvSpPr/>
          <p:nvPr/>
        </p:nvSpPr>
        <p:spPr>
          <a:xfrm>
            <a:off x="6084939" y="4070290"/>
            <a:ext cx="131917" cy="37620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2AE4-0D3C-9FB6-35F0-702DA1F4DC71}"/>
              </a:ext>
            </a:extLst>
          </p:cNvPr>
          <p:cNvSpPr txBox="1"/>
          <p:nvPr/>
        </p:nvSpPr>
        <p:spPr>
          <a:xfrm>
            <a:off x="6307093" y="407799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641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6CD5-BA11-4249-F72E-0A91835D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DA80-E738-DD19-3300-61CD767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AE5603-D841-3BD5-8EB0-F1CFB0B1D8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8219F-D797-75DD-9504-40800806AFA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7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4B2BD-87D6-30F3-4DE9-508D01EF9A25}"/>
              </a:ext>
            </a:extLst>
          </p:cNvPr>
          <p:cNvSpPr txBox="1"/>
          <p:nvPr/>
        </p:nvSpPr>
        <p:spPr>
          <a:xfrm>
            <a:off x="89545" y="1767042"/>
            <a:ext cx="727583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b="0" i="0" u="none" strike="noStrike" baseline="0" dirty="0" err="1">
                <a:solidFill>
                  <a:srgbClr val="000000"/>
                </a:solidFill>
                <a:latin typeface="Arial"/>
                <a:cs typeface="Arial"/>
              </a:rPr>
              <a:t>Andhakaaramaam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ee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Arial"/>
                <a:cs typeface="Arial"/>
              </a:rPr>
              <a:t>lokayaathrayil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r>
              <a:rPr lang="en-SG" sz="2800" b="0" i="0" u="none" strike="noStrike" baseline="0" dirty="0" err="1">
                <a:solidFill>
                  <a:srgbClr val="000000"/>
                </a:solidFill>
                <a:latin typeface="Arial"/>
                <a:cs typeface="Arial"/>
              </a:rPr>
              <a:t>Bandhuvaayirunnu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Arial"/>
                <a:cs typeface="Arial"/>
              </a:rPr>
              <a:t>vazhi</a:t>
            </a:r>
            <a:r>
              <a:rPr lang="en-SG" sz="2800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SG" sz="2800" b="0" i="0" u="none" strike="noStrike" baseline="0" dirty="0" err="1">
                <a:solidFill>
                  <a:srgbClr val="000000"/>
                </a:solidFill>
                <a:latin typeface="Arial"/>
                <a:cs typeface="Arial"/>
              </a:rPr>
              <a:t>kaatteedenhame</a:t>
            </a:r>
            <a:r>
              <a:rPr lang="en-SG" sz="1800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endParaRPr lang="en-US" sz="2800" b="0" i="0" dirty="0">
              <a:solidFill>
                <a:srgbClr val="000000"/>
              </a:solidFill>
              <a:effectLst/>
              <a:latin typeface="Arial"/>
              <a:cs typeface="Arial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E16E1E22-AABE-36C0-BBD9-2453AB50BAC0}"/>
              </a:ext>
            </a:extLst>
          </p:cNvPr>
          <p:cNvSpPr/>
          <p:nvPr/>
        </p:nvSpPr>
        <p:spPr>
          <a:xfrm>
            <a:off x="6941132" y="2277531"/>
            <a:ext cx="86800" cy="36868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24873-19B5-8310-2156-DCCDBF4E8DC3}"/>
              </a:ext>
            </a:extLst>
          </p:cNvPr>
          <p:cNvSpPr txBox="1"/>
          <p:nvPr/>
        </p:nvSpPr>
        <p:spPr>
          <a:xfrm>
            <a:off x="7080570" y="2277712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22447E3-6398-8EAB-E981-2D3CCC8E99C8}"/>
              </a:ext>
            </a:extLst>
          </p:cNvPr>
          <p:cNvSpPr/>
          <p:nvPr/>
        </p:nvSpPr>
        <p:spPr>
          <a:xfrm>
            <a:off x="5617660" y="4099355"/>
            <a:ext cx="169516" cy="36868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2DDE9-86E7-58C1-0066-D3C601D2CB17}"/>
              </a:ext>
            </a:extLst>
          </p:cNvPr>
          <p:cNvSpPr txBox="1"/>
          <p:nvPr/>
        </p:nvSpPr>
        <p:spPr>
          <a:xfrm>
            <a:off x="5877412" y="4099538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75F29D-549B-5C4C-BFB3-ADFBACB2B456}"/>
              </a:ext>
            </a:extLst>
          </p:cNvPr>
          <p:cNvSpPr txBox="1"/>
          <p:nvPr/>
        </p:nvSpPr>
        <p:spPr>
          <a:xfrm>
            <a:off x="254979" y="3730426"/>
            <a:ext cx="562614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അന്ധകാരമാം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ഈ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ലോക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യാത്രയില്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</a:t>
            </a:r>
            <a:br>
              <a:rPr lang="pt-BR" sz="2000">
                <a:latin typeface="Open Sans"/>
                <a:ea typeface="Open Sans"/>
                <a:cs typeface="Open Sans"/>
              </a:rPr>
            </a:b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ബന്ധുവായിരുന്നു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വഴി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കാട്ടിടെണമേ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127811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3992-C310-D61F-6BD6-303D8B72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2A20-A48C-FD0D-24A1-AF886DDA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2EAE8B3-7492-5918-EBFB-5210F9F45C6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79D6-1AB3-D9AD-986F-A21FA9EE47C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F004-7DED-8987-7F5D-BD659FC46ADF}"/>
              </a:ext>
            </a:extLst>
          </p:cNvPr>
          <p:cNvSpPr txBox="1"/>
          <p:nvPr/>
        </p:nvSpPr>
        <p:spPr>
          <a:xfrm>
            <a:off x="431527" y="3617630"/>
            <a:ext cx="574679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ഇമ്പമേറിയ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നിന്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അന്‍പുള്ള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സ്വരം</a:t>
            </a:r>
            <a:br>
              <a:rPr lang="pt-BR" sz="2000">
                <a:latin typeface="Open Sans"/>
                <a:ea typeface="Open Sans"/>
                <a:cs typeface="Open Sans"/>
              </a:rPr>
            </a:b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മുന്‍പേ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നടന്നു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സദാ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കേള്‍പ്പിക്കേണമേ</a:t>
            </a:r>
            <a:endParaRPr lang="en-US" sz="20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E15F4-4EE9-65FE-8644-BA65174FE0A0}"/>
              </a:ext>
            </a:extLst>
          </p:cNvPr>
          <p:cNvSpPr txBox="1"/>
          <p:nvPr/>
        </p:nvSpPr>
        <p:spPr>
          <a:xfrm>
            <a:off x="325730" y="1616614"/>
            <a:ext cx="626670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Imbamerhiya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nin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anpullha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swaram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Mumbe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nadannu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sadaa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kelhpikkenhame</a:t>
            </a:r>
            <a:endParaRPr lang="en-US" err="1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56F63134-4524-755E-275C-EB1F5BF41EE6}"/>
              </a:ext>
            </a:extLst>
          </p:cNvPr>
          <p:cNvSpPr/>
          <p:nvPr/>
        </p:nvSpPr>
        <p:spPr>
          <a:xfrm>
            <a:off x="6392192" y="2127136"/>
            <a:ext cx="116878" cy="50403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D5AFE-BB39-7667-3B0E-DCB8578EC253}"/>
              </a:ext>
            </a:extLst>
          </p:cNvPr>
          <p:cNvSpPr txBox="1"/>
          <p:nvPr/>
        </p:nvSpPr>
        <p:spPr>
          <a:xfrm>
            <a:off x="6651945" y="2202515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D3DF3F0-3FA6-B8D3-8CC5-E1435CE81B31}"/>
              </a:ext>
            </a:extLst>
          </p:cNvPr>
          <p:cNvSpPr/>
          <p:nvPr/>
        </p:nvSpPr>
        <p:spPr>
          <a:xfrm>
            <a:off x="5783093" y="3971520"/>
            <a:ext cx="274792" cy="32356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86014-6CF0-D718-FDD0-D54216AB581F}"/>
              </a:ext>
            </a:extLst>
          </p:cNvPr>
          <p:cNvSpPr txBox="1"/>
          <p:nvPr/>
        </p:nvSpPr>
        <p:spPr>
          <a:xfrm>
            <a:off x="6185721" y="3949144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675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6A9E-2DC3-9B02-09CC-296689B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4F16-9A81-DEFE-BB49-223A73BF0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E9C9336-A4CD-6C0B-41BF-01C1420B7F5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A3FFD-DFB0-267E-7D65-D1285A50AFC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4A1CD-E871-3C06-AECC-E0FA1BB58762}"/>
              </a:ext>
            </a:extLst>
          </p:cNvPr>
          <p:cNvSpPr txBox="1"/>
          <p:nvPr/>
        </p:nvSpPr>
        <p:spPr>
          <a:xfrm>
            <a:off x="596961" y="3692828"/>
            <a:ext cx="5934789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വേദവാക്യങ്ങള്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ഞങ്ങള്‍ക്കാദായമാവാന്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</a:t>
            </a:r>
            <a:br>
              <a:rPr lang="pt-BR" sz="2000">
                <a:latin typeface="Open Sans"/>
                <a:ea typeface="Open Sans"/>
                <a:cs typeface="Open Sans"/>
              </a:rPr>
            </a:b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വേദ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നാഥനേ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നിന്റെ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ജ്ഞാനം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നല്കുകെ</a:t>
            </a:r>
            <a:endParaRPr lang="en-US" sz="20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85363-9F7B-619B-FF46-6702E813D77C}"/>
              </a:ext>
            </a:extLst>
          </p:cNvPr>
          <p:cNvSpPr txBox="1"/>
          <p:nvPr/>
        </p:nvSpPr>
        <p:spPr>
          <a:xfrm>
            <a:off x="442754" y="1391022"/>
            <a:ext cx="688238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Vedavaakyangalh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njangalhkkaadayamaavaan</a:t>
            </a:r>
            <a:endParaRPr lang="en-US" err="1"/>
          </a:p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Vedanaadhane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Ninte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gnaanam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nalkuke</a:t>
            </a:r>
            <a:endParaRPr lang="en-US" err="1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B77667B5-A2EF-0A14-4661-D3E40927171F}"/>
              </a:ext>
            </a:extLst>
          </p:cNvPr>
          <p:cNvSpPr/>
          <p:nvPr/>
        </p:nvSpPr>
        <p:spPr>
          <a:xfrm>
            <a:off x="6474909" y="1946662"/>
            <a:ext cx="56721" cy="39876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D6189-1DF0-050F-15DF-45371CD5437C}"/>
              </a:ext>
            </a:extLst>
          </p:cNvPr>
          <p:cNvSpPr txBox="1"/>
          <p:nvPr/>
        </p:nvSpPr>
        <p:spPr>
          <a:xfrm>
            <a:off x="6674504" y="1976923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8ACC9EB-4E3C-CFBE-E821-DBC22FCD6989}"/>
              </a:ext>
            </a:extLst>
          </p:cNvPr>
          <p:cNvSpPr/>
          <p:nvPr/>
        </p:nvSpPr>
        <p:spPr>
          <a:xfrm>
            <a:off x="6166600" y="4091836"/>
            <a:ext cx="116878" cy="30852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3B01E-F566-8B51-2A9D-81E3C0CEE920}"/>
              </a:ext>
            </a:extLst>
          </p:cNvPr>
          <p:cNvSpPr txBox="1"/>
          <p:nvPr/>
        </p:nvSpPr>
        <p:spPr>
          <a:xfrm>
            <a:off x="6396274" y="4061939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7561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0073-01B4-2724-A658-90936799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F866-F4D0-2665-9011-3C6C8009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1BFD85A-3A25-FDB5-E03D-2F59DD93CD8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90D83-8ACB-91EB-B2E7-D301657CC45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6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D386C-8A97-157F-84F0-ED1960FA9C73}"/>
              </a:ext>
            </a:extLst>
          </p:cNvPr>
          <p:cNvSpPr txBox="1"/>
          <p:nvPr/>
        </p:nvSpPr>
        <p:spPr>
          <a:xfrm>
            <a:off x="527993" y="3700348"/>
            <a:ext cx="688485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സന്തോഷം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സദാ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ഞങ്ങള്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ചിന്തയില്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വാഴാന്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‍</a:t>
            </a:r>
            <a:br>
              <a:rPr lang="pt-BR" sz="2000">
                <a:latin typeface="Open Sans"/>
                <a:ea typeface="Open Sans"/>
                <a:cs typeface="Open Sans"/>
              </a:rPr>
            </a:b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സന്തോഷത്തെ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ഞങ്ങള്‍ക്കിന്നു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ദാനം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ചെയ്യുകേ</a:t>
            </a:r>
            <a:endParaRPr lang="en-US" sz="20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2463D-C8BA-5796-96F6-DACECDD6CF80}"/>
              </a:ext>
            </a:extLst>
          </p:cNvPr>
          <p:cNvSpPr txBox="1"/>
          <p:nvPr/>
        </p:nvSpPr>
        <p:spPr>
          <a:xfrm>
            <a:off x="446537" y="1533897"/>
            <a:ext cx="728088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Santhosham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sadaa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njangalh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chinthayil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vaazhaan</a:t>
            </a:r>
            <a:endParaRPr lang="en-US" err="1"/>
          </a:p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Santhoshathe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njangalkkinnu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daanam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cheyyuke</a:t>
            </a:r>
            <a:endParaRPr lang="en-US" err="1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B4B64036-622C-26FC-EFFB-CDD05A831C0E}"/>
              </a:ext>
            </a:extLst>
          </p:cNvPr>
          <p:cNvSpPr/>
          <p:nvPr/>
        </p:nvSpPr>
        <p:spPr>
          <a:xfrm>
            <a:off x="7419107" y="2124100"/>
            <a:ext cx="116878" cy="36868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C8EC2-28EA-17A2-3ACA-2A48AA49760B}"/>
              </a:ext>
            </a:extLst>
          </p:cNvPr>
          <p:cNvSpPr txBox="1"/>
          <p:nvPr/>
        </p:nvSpPr>
        <p:spPr>
          <a:xfrm>
            <a:off x="7588624" y="2109243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59F3B48-DECF-612D-47DF-7854B86CDCC7}"/>
              </a:ext>
            </a:extLst>
          </p:cNvPr>
          <p:cNvSpPr/>
          <p:nvPr/>
        </p:nvSpPr>
        <p:spPr>
          <a:xfrm>
            <a:off x="7065679" y="4100803"/>
            <a:ext cx="177036" cy="30852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89D23-8572-BCCE-776E-6C0668ABC8DB}"/>
              </a:ext>
            </a:extLst>
          </p:cNvPr>
          <p:cNvSpPr txBox="1"/>
          <p:nvPr/>
        </p:nvSpPr>
        <p:spPr>
          <a:xfrm>
            <a:off x="7332953" y="4070907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382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EB9C-4C12-654C-516A-21FD932D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D64-2387-CD0D-3431-D239BB34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199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F00CB99-6E28-29D0-6928-15DDD569C09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57BEB-2CEE-D926-D18B-BD0EEA6C96F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7 of 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75C34-2737-01D5-8412-6F5BD8397D8C}"/>
              </a:ext>
            </a:extLst>
          </p:cNvPr>
          <p:cNvSpPr txBox="1"/>
          <p:nvPr/>
        </p:nvSpPr>
        <p:spPr>
          <a:xfrm>
            <a:off x="189029" y="3685308"/>
            <a:ext cx="76003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താതനാത്മനും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പ്രിയ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നിത്യ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പുത്രനും</a:t>
            </a:r>
            <a:br>
              <a:rPr lang="pt-BR" sz="2000">
                <a:latin typeface="Open Sans"/>
                <a:ea typeface="Open Sans"/>
                <a:cs typeface="Open Sans"/>
              </a:rPr>
            </a:b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സാദരം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സ്തുതി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സ്‌തോത്രം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എന്നും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pt-BR" sz="2000" err="1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ചൊല്ലുന്നേ</a:t>
            </a:r>
            <a:r>
              <a:rPr lang="pt-BR" sz="2000">
                <a:solidFill>
                  <a:srgbClr val="19272E"/>
                </a:solidFill>
                <a:latin typeface="Open Sans"/>
                <a:ea typeface="Open Sans"/>
                <a:cs typeface="Open Sans"/>
              </a:rPr>
              <a:t>- </a:t>
            </a:r>
            <a:r>
              <a:rPr lang="pt-BR" sz="2000" err="1">
                <a:solidFill>
                  <a:srgbClr val="1F1F1F"/>
                </a:solidFill>
                <a:latin typeface="Consolas"/>
                <a:ea typeface="Open Sans"/>
                <a:cs typeface="Open Sans"/>
              </a:rPr>
              <a:t>ആമേ</a:t>
            </a:r>
            <a:r>
              <a:rPr lang="pt-BR" sz="2000">
                <a:solidFill>
                  <a:srgbClr val="1F1F1F"/>
                </a:solidFill>
                <a:latin typeface="Consolas"/>
                <a:ea typeface="Open Sans"/>
                <a:cs typeface="Open Sans"/>
              </a:rPr>
              <a:t>ൻ</a:t>
            </a:r>
            <a:endParaRPr lang="en-US" sz="20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79947-17EC-DBBD-E6C1-6BD9DF27850C}"/>
              </a:ext>
            </a:extLst>
          </p:cNvPr>
          <p:cNvSpPr txBox="1"/>
          <p:nvPr/>
        </p:nvSpPr>
        <p:spPr>
          <a:xfrm>
            <a:off x="127798" y="1338384"/>
            <a:ext cx="832442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Thaathanaathmanum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priya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nithyaputhranum</a:t>
            </a:r>
            <a:endParaRPr lang="en-US" err="1"/>
          </a:p>
          <a:p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Saadaram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sthuthi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sthothram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ennum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chollunnen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– amen</a:t>
            </a:r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CA131A4-498A-0BD6-C608-BC62D1C6961E}"/>
              </a:ext>
            </a:extLst>
          </p:cNvPr>
          <p:cNvSpPr/>
          <p:nvPr/>
        </p:nvSpPr>
        <p:spPr>
          <a:xfrm>
            <a:off x="8374115" y="1823310"/>
            <a:ext cx="161996" cy="48899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AD1B0-728F-F437-B19E-2ED5F50A7E64}"/>
              </a:ext>
            </a:extLst>
          </p:cNvPr>
          <p:cNvSpPr txBox="1"/>
          <p:nvPr/>
        </p:nvSpPr>
        <p:spPr>
          <a:xfrm>
            <a:off x="8641387" y="1876131"/>
            <a:ext cx="2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0EDB9C4-8397-608A-47F7-0182CD49976E}"/>
              </a:ext>
            </a:extLst>
          </p:cNvPr>
          <p:cNvSpPr/>
          <p:nvPr/>
        </p:nvSpPr>
        <p:spPr>
          <a:xfrm>
            <a:off x="7795094" y="3980487"/>
            <a:ext cx="192074" cy="41380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B9992-A6CD-B2EC-6DEB-C4CBDB4F2291}"/>
              </a:ext>
            </a:extLst>
          </p:cNvPr>
          <p:cNvSpPr txBox="1"/>
          <p:nvPr/>
        </p:nvSpPr>
        <p:spPr>
          <a:xfrm>
            <a:off x="8069887" y="4040828"/>
            <a:ext cx="380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6812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Thanksgiving Prayers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10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79D6D-45E0-4529-650E-55EE2C2D70A7}"/>
              </a:ext>
            </a:extLst>
          </p:cNvPr>
          <p:cNvSpPr txBox="1"/>
          <p:nvPr/>
        </p:nvSpPr>
        <p:spPr>
          <a:xfrm>
            <a:off x="203382" y="2715208"/>
            <a:ext cx="5939894" cy="24314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എൻ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മനമേ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യഹോവയെ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വാഴ്ത്തുക</a:t>
            </a:r>
            <a:endParaRPr lang="en-US" dirty="0"/>
          </a:p>
          <a:p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എന്റെ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സർവ്വാന്തരംഗവുമേ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...</a:t>
            </a:r>
            <a:endParaRPr lang="en-US" dirty="0"/>
          </a:p>
          <a:p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അവന്റെ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വിശുദ്ധ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നാമത്തെ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വാഴ്ത്തുക</a:t>
            </a:r>
            <a:endParaRPr lang="en-US" dirty="0"/>
          </a:p>
          <a:p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അവനുപകാരങ്ങ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ൾ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മറക്കാതെ</a:t>
            </a:r>
            <a:endParaRPr lang="en-US" dirty="0"/>
          </a:p>
          <a:p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എൻ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മനമേ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യഹോവയെ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വാഴ്ത്തുക</a:t>
            </a:r>
            <a:endParaRPr lang="en-US" dirty="0"/>
          </a:p>
          <a:p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എന്റെ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സർവ്വാന്തരംഗവുമേ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...</a:t>
            </a:r>
            <a:endParaRPr lang="en-US" dirty="0"/>
          </a:p>
          <a:p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അവന്റെ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വിശുദ്ധ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നാമത്തെ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വാഴ്ത്തുക</a:t>
            </a:r>
            <a:endParaRPr lang="en-US" dirty="0"/>
          </a:p>
          <a:p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അവനുപകാരങ്ങ</a:t>
            </a:r>
            <a:r>
              <a:rPr lang="en-US" sz="1500" dirty="0">
                <a:solidFill>
                  <a:srgbClr val="110E39"/>
                </a:solidFill>
                <a:ea typeface="+mn-lt"/>
                <a:cs typeface="+mn-lt"/>
              </a:rPr>
              <a:t>ൾ </a:t>
            </a:r>
            <a:r>
              <a:rPr lang="en-US" sz="1500" dirty="0" err="1">
                <a:solidFill>
                  <a:srgbClr val="110E39"/>
                </a:solidFill>
                <a:ea typeface="+mn-lt"/>
                <a:cs typeface="+mn-lt"/>
              </a:rPr>
              <a:t>മറക്കാതെ</a:t>
            </a:r>
            <a:endParaRPr lang="en-US" dirty="0"/>
          </a:p>
          <a:p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2F03D-55E6-0116-F164-9E2DBAF627B1}"/>
              </a:ext>
            </a:extLst>
          </p:cNvPr>
          <p:cNvSpPr txBox="1"/>
          <p:nvPr/>
        </p:nvSpPr>
        <p:spPr>
          <a:xfrm>
            <a:off x="143224" y="649249"/>
            <a:ext cx="8917710" cy="2369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En </a:t>
            </a:r>
            <a:r>
              <a:rPr lang="en-US" sz="2000" dirty="0" err="1">
                <a:ea typeface="+mn-lt"/>
                <a:cs typeface="+mn-lt"/>
              </a:rPr>
              <a:t>maname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Yehovaye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vazhthuka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 err="1">
                <a:ea typeface="+mn-lt"/>
                <a:cs typeface="+mn-lt"/>
              </a:rPr>
              <a:t>Ente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sarvantharangavume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Avante </a:t>
            </a:r>
            <a:r>
              <a:rPr lang="en-US" sz="2000" dirty="0" err="1">
                <a:ea typeface="+mn-lt"/>
                <a:cs typeface="+mn-lt"/>
              </a:rPr>
              <a:t>vishudha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naamathe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vaazhthuka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En </a:t>
            </a:r>
            <a:r>
              <a:rPr lang="en-US" sz="2000" dirty="0" err="1">
                <a:ea typeface="+mn-lt"/>
                <a:cs typeface="+mn-lt"/>
              </a:rPr>
              <a:t>maname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Yehovaye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vaazhthuka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>
                <a:ea typeface="+mn-lt"/>
                <a:cs typeface="+mn-lt"/>
              </a:rPr>
              <a:t>Avante </a:t>
            </a:r>
            <a:r>
              <a:rPr lang="en-US" sz="2000" dirty="0" err="1">
                <a:ea typeface="+mn-lt"/>
                <a:cs typeface="+mn-lt"/>
              </a:rPr>
              <a:t>upakarangal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onnum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marakaruthe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marakaruthe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marakaruthe,marakaruthe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 err="1">
                <a:ea typeface="+mn-lt"/>
                <a:cs typeface="+mn-lt"/>
              </a:rPr>
              <a:t>Upakarangal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onnum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marakaruthe</a:t>
            </a:r>
            <a:endParaRPr lang="en-US" sz="2000" dirty="0">
              <a:ea typeface="Calibri"/>
              <a:cs typeface="Calibri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645063" y="1773360"/>
            <a:ext cx="6109545" cy="2038951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 –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Karayumbol</a:t>
            </a:r>
            <a:r>
              <a:rPr lang="en-SG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pogaan</a:t>
            </a:r>
            <a:r>
              <a:rPr lang="en-SG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oru</a:t>
            </a:r>
            <a:r>
              <a:rPr lang="en-SG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idam</a:t>
            </a:r>
            <a:r>
              <a:rPr lang="en-SG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 </a:t>
            </a:r>
            <a:r>
              <a:rPr lang="en-SG" sz="600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undu</a:t>
            </a:r>
            <a:endParaRPr lang="en-US" sz="6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  <a:ea typeface="Calibri"/>
              <a:cs typeface="Calibri"/>
            </a:endParaRPr>
          </a:p>
          <a:p>
            <a:pPr marL="0" indent="0" algn="ctr">
              <a:buNone/>
              <a:tabLst>
                <a:tab pos="1423880" algn="l"/>
              </a:tabLst>
            </a:pP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786552"/>
            <a:ext cx="6102482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Karayumbol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pogaan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oru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idam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undu</a:t>
            </a:r>
            <a:endParaRPr lang="en-US" dirty="0"/>
          </a:p>
          <a:p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thalarumbol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thaangan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oru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Karam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undu</a:t>
            </a:r>
            <a:endParaRPr lang="en-SG" dirty="0"/>
          </a:p>
          <a:p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Kadhanangalil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sahanangalil</a:t>
            </a:r>
            <a:endParaRPr lang="en-SG" dirty="0"/>
          </a:p>
          <a:p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Karuthunna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Sneha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pithaavaanu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dirty="0" err="1">
                <a:solidFill>
                  <a:srgbClr val="000000"/>
                </a:solidFill>
                <a:ea typeface="+mn-lt"/>
                <a:cs typeface="+mn-lt"/>
              </a:rPr>
              <a:t>avan</a:t>
            </a:r>
            <a:r>
              <a:rPr lang="en-SG" sz="2400" dirty="0">
                <a:solidFill>
                  <a:srgbClr val="000000"/>
                </a:solidFill>
                <a:ea typeface="+mn-lt"/>
                <a:cs typeface="+mn-lt"/>
              </a:rPr>
              <a:t> (2)</a:t>
            </a:r>
            <a:endParaRPr lang="en-SG" dirty="0"/>
          </a:p>
          <a:p>
            <a:endParaRPr lang="en-SG" dirty="0"/>
          </a:p>
          <a:p>
            <a:r>
              <a:rPr lang="en-SG" sz="2000" b="1" dirty="0" err="1">
                <a:ea typeface="+mn-lt"/>
                <a:cs typeface="+mn-lt"/>
              </a:rPr>
              <a:t>കരയുമ്പോ</a:t>
            </a:r>
            <a:r>
              <a:rPr lang="en-SG" sz="2000" b="1" dirty="0">
                <a:ea typeface="+mn-lt"/>
                <a:cs typeface="+mn-lt"/>
              </a:rPr>
              <a:t>ൾ </a:t>
            </a:r>
            <a:r>
              <a:rPr lang="en-SG" sz="2000" b="1" dirty="0" err="1">
                <a:ea typeface="+mn-lt"/>
                <a:cs typeface="+mn-lt"/>
              </a:rPr>
              <a:t>പോകാനൊരിടമുണ്ട്</a:t>
            </a:r>
            <a:r>
              <a:rPr lang="en-SG" sz="2000" b="1" dirty="0">
                <a:ea typeface="+mn-lt"/>
                <a:cs typeface="+mn-lt"/>
              </a:rPr>
              <a:t>, </a:t>
            </a:r>
            <a:r>
              <a:rPr lang="en-SG" sz="2000" b="1" dirty="0" err="1">
                <a:ea typeface="+mn-lt"/>
                <a:cs typeface="+mn-lt"/>
              </a:rPr>
              <a:t>ഞാ</a:t>
            </a:r>
            <a:r>
              <a:rPr lang="en-SG" sz="2000" b="1" dirty="0">
                <a:ea typeface="+mn-lt"/>
                <a:cs typeface="+mn-lt"/>
              </a:rPr>
              <a:t>ൻ </a:t>
            </a:r>
            <a:r>
              <a:rPr lang="en-SG" sz="2000" b="1" dirty="0" err="1">
                <a:ea typeface="+mn-lt"/>
                <a:cs typeface="+mn-lt"/>
              </a:rPr>
              <a:t>തളരുമ്പോ</a:t>
            </a:r>
            <a:r>
              <a:rPr lang="en-SG" sz="2000" b="1" dirty="0">
                <a:ea typeface="+mn-lt"/>
                <a:cs typeface="+mn-lt"/>
              </a:rPr>
              <a:t>ൾ </a:t>
            </a:r>
            <a:r>
              <a:rPr lang="en-SG" sz="2000" b="1" dirty="0" err="1">
                <a:ea typeface="+mn-lt"/>
                <a:cs typeface="+mn-lt"/>
              </a:rPr>
              <a:t>താങ്ങാനൊരു</a:t>
            </a:r>
            <a:r>
              <a:rPr lang="en-SG" sz="2000" b="1" dirty="0">
                <a:ea typeface="+mn-lt"/>
                <a:cs typeface="+mn-lt"/>
              </a:rPr>
              <a:t> </a:t>
            </a:r>
            <a:r>
              <a:rPr lang="en-SG" sz="2000" b="1" dirty="0" err="1">
                <a:ea typeface="+mn-lt"/>
                <a:cs typeface="+mn-lt"/>
              </a:rPr>
              <a:t>കരമുണ്ട്</a:t>
            </a:r>
            <a:r>
              <a:rPr lang="en-SG" sz="2000" b="1" dirty="0">
                <a:ea typeface="+mn-lt"/>
                <a:cs typeface="+mn-lt"/>
              </a:rPr>
              <a:t> </a:t>
            </a:r>
            <a:r>
              <a:rPr lang="en-SG" sz="2000" b="1" dirty="0" err="1">
                <a:ea typeface="+mn-lt"/>
                <a:cs typeface="+mn-lt"/>
              </a:rPr>
              <a:t>കദനങ്ങളി</a:t>
            </a:r>
            <a:r>
              <a:rPr lang="en-SG" sz="2000" b="1" dirty="0">
                <a:ea typeface="+mn-lt"/>
                <a:cs typeface="+mn-lt"/>
              </a:rPr>
              <a:t>ൽ, </a:t>
            </a:r>
            <a:r>
              <a:rPr lang="en-SG" sz="2000" b="1" dirty="0" err="1">
                <a:ea typeface="+mn-lt"/>
                <a:cs typeface="+mn-lt"/>
              </a:rPr>
              <a:t>എ</a:t>
            </a:r>
            <a:r>
              <a:rPr lang="en-SG" sz="2000" b="1" dirty="0">
                <a:ea typeface="+mn-lt"/>
                <a:cs typeface="+mn-lt"/>
              </a:rPr>
              <a:t>ൻ </a:t>
            </a:r>
            <a:r>
              <a:rPr lang="en-SG" sz="2000" b="1" dirty="0" err="1">
                <a:ea typeface="+mn-lt"/>
                <a:cs typeface="+mn-lt"/>
              </a:rPr>
              <a:t>സഹനങ്ങളി</a:t>
            </a:r>
            <a:r>
              <a:rPr lang="en-SG" sz="2000" b="1" dirty="0">
                <a:ea typeface="+mn-lt"/>
                <a:cs typeface="+mn-lt"/>
              </a:rPr>
              <a:t>ൽ </a:t>
            </a:r>
            <a:r>
              <a:rPr lang="en-SG" sz="2000" b="1" dirty="0" err="1">
                <a:ea typeface="+mn-lt"/>
                <a:cs typeface="+mn-lt"/>
              </a:rPr>
              <a:t>കരുതുന്ന</a:t>
            </a:r>
            <a:r>
              <a:rPr lang="en-SG" sz="2000" b="1" dirty="0">
                <a:ea typeface="+mn-lt"/>
                <a:cs typeface="+mn-lt"/>
              </a:rPr>
              <a:t> </a:t>
            </a:r>
            <a:r>
              <a:rPr lang="en-SG" sz="2000" b="1" dirty="0" err="1">
                <a:ea typeface="+mn-lt"/>
                <a:cs typeface="+mn-lt"/>
              </a:rPr>
              <a:t>സ്നേഹപിതാവാണവ</a:t>
            </a:r>
            <a:r>
              <a:rPr lang="en-SG" sz="2000" b="1" dirty="0">
                <a:ea typeface="+mn-lt"/>
                <a:cs typeface="+mn-lt"/>
              </a:rPr>
              <a:t>ൻ (2)</a:t>
            </a:r>
            <a:endParaRPr lang="en-SG" sz="2000" dirty="0"/>
          </a:p>
          <a:p>
            <a:endParaRPr lang="en-SG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5BFD-74BB-0E2C-A6A4-CE8C9C91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3C23-2F46-DBAF-D471-E52BE0AD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01B0B-8FDC-1265-BD01-C99B3DC0AFF7}"/>
              </a:ext>
            </a:extLst>
          </p:cNvPr>
          <p:cNvSpPr txBox="1"/>
          <p:nvPr/>
        </p:nvSpPr>
        <p:spPr>
          <a:xfrm>
            <a:off x="-1" y="786552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kottayum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sankethavum</a:t>
            </a:r>
            <a:endParaRPr lang="en-US" err="1"/>
          </a:p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jeevante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sangeethavum</a:t>
            </a:r>
            <a:endParaRPr lang="en-SG" err="1"/>
          </a:p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aashayum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prathyasheyum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Avanil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dinam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chaareedunnu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Karuthunna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sneha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pithaavaanu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SG"/>
          </a:p>
          <a:p>
            <a:endParaRPr lang="en-SG"/>
          </a:p>
          <a:p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കോട്ടയും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സങ്കേതവും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ജീവന്റെ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സംഗീതവും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ആശയും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പ്രത്യാശയും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അവനി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ൽ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ഞാ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ദിനം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ചാരീടുന്നു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കരുതുന്ന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സ്നേഹപിതാവാണവ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</a:t>
            </a:r>
            <a:r>
              <a:rPr lang="en-SG" sz="3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A2E14-E950-71EA-D24E-FB7167C5CAC6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03978A9-FEC7-6058-055B-0B49D6626B3A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17E4EE4-58B6-D7DD-D83A-EE6312751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90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444C-86F3-FE25-D4CA-3A668048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1AC3-9C02-48EA-713D-2E3276B0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2BC7D-C674-2557-6D43-FFC424C547A3}"/>
              </a:ext>
            </a:extLst>
          </p:cNvPr>
          <p:cNvSpPr txBox="1"/>
          <p:nvPr/>
        </p:nvSpPr>
        <p:spPr>
          <a:xfrm>
            <a:off x="-1" y="786552"/>
            <a:ext cx="6491592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Oru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naalum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enne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piriyilla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ennavan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Vaagdatham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thannathinaal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(2)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Thalarendathilla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-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patharrendathilla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Karathunna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Sneha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pithaavaanu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(2)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2000" b="1" err="1">
                <a:ea typeface="+mn-lt"/>
                <a:cs typeface="+mn-lt"/>
              </a:rPr>
              <a:t>ഒരു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നാളുമെന്നെ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പിരിയില്ലയെന്നവ</a:t>
            </a:r>
            <a:r>
              <a:rPr lang="en-US" sz="2000" b="1">
                <a:ea typeface="+mn-lt"/>
                <a:cs typeface="+mn-lt"/>
              </a:rPr>
              <a:t>ൻ </a:t>
            </a:r>
            <a:r>
              <a:rPr lang="en-US" sz="2000" b="1" err="1">
                <a:ea typeface="+mn-lt"/>
                <a:cs typeface="+mn-lt"/>
              </a:rPr>
              <a:t>വാഗ്ദത്തം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തന്നതിനാ</a:t>
            </a:r>
            <a:r>
              <a:rPr lang="en-US" sz="2000" b="1">
                <a:ea typeface="+mn-lt"/>
                <a:cs typeface="+mn-lt"/>
              </a:rPr>
              <a:t>ൽ (2) </a:t>
            </a:r>
            <a:endParaRPr lang="en-US" sz="2000">
              <a:ea typeface="+mn-lt"/>
              <a:cs typeface="+mn-lt"/>
            </a:endParaRPr>
          </a:p>
          <a:p>
            <a:r>
              <a:rPr lang="en-US" sz="2000" b="1" err="1">
                <a:ea typeface="+mn-lt"/>
                <a:cs typeface="+mn-lt"/>
              </a:rPr>
              <a:t>തളരേണ്ടതില്ല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ഞാ</a:t>
            </a:r>
            <a:r>
              <a:rPr lang="en-US" sz="2000" b="1">
                <a:ea typeface="+mn-lt"/>
                <a:cs typeface="+mn-lt"/>
              </a:rPr>
              <a:t>ൻ </a:t>
            </a:r>
            <a:r>
              <a:rPr lang="en-US" sz="2000" b="1" err="1">
                <a:ea typeface="+mn-lt"/>
                <a:cs typeface="+mn-lt"/>
              </a:rPr>
              <a:t>പതറേണ്ടതില്ല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കരുതുന്ന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സ്നേഹപിതാവാണവ</a:t>
            </a:r>
            <a:r>
              <a:rPr lang="en-US" sz="2000" b="1">
                <a:ea typeface="+mn-lt"/>
                <a:cs typeface="+mn-lt"/>
              </a:rPr>
              <a:t>ൻ (2) 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1AA6E-3DF2-8F2B-34AE-40FC2C6D8E97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F70224-4761-7586-7E27-34D724A9EA3B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B315E70-2925-45E4-E44F-E17EAA367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7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24BF-2A77-3ABC-BB1A-782A6F35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7B61-F4D6-4535-6D6A-1408651C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BF35B-B024-F5B1-D416-AF17FA6ACE42}"/>
              </a:ext>
            </a:extLst>
          </p:cNvPr>
          <p:cNvSpPr txBox="1"/>
          <p:nvPr/>
        </p:nvSpPr>
        <p:spPr>
          <a:xfrm>
            <a:off x="-1" y="786552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kottayum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sankethavum</a:t>
            </a:r>
            <a:endParaRPr lang="en-US" err="1"/>
          </a:p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jeevante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sangeethavum</a:t>
            </a:r>
            <a:endParaRPr lang="en-SG" err="1"/>
          </a:p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aashayum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prathyasheyum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Avanil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dinam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chaareedunnu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Karuthunna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sneha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pithaavaanu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SG"/>
          </a:p>
          <a:p>
            <a:endParaRPr lang="en-SG"/>
          </a:p>
          <a:p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കോട്ടയും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സങ്കേതവും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ജീവന്റെ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സംഗീതവും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ആശയും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പ്രത്യാശയും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അവനി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ൽ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ഞാ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ദിനം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ചാരീടുന്നു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കരുതുന്ന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സ്നേഹപിതാവാണവ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</a:t>
            </a:r>
            <a:r>
              <a:rPr lang="en-SG" sz="3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A89AA-A34D-800B-7E71-3BDC7964C37B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D3D2D7-CF85-9DA6-06C1-27CE6F9E5A87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54E88A2A-EA93-DA77-CA4E-BAF98CEED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7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D18CD-16F7-6737-E30D-FD1ED6C9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FA19-8DBA-FFA2-A356-49CF5DBB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2251D3-2553-6A47-5CB5-3C4EBF77EE24}"/>
              </a:ext>
            </a:extLst>
          </p:cNvPr>
          <p:cNvSpPr txBox="1"/>
          <p:nvPr/>
        </p:nvSpPr>
        <p:spPr>
          <a:xfrm>
            <a:off x="-7520" y="786552"/>
            <a:ext cx="6611907" cy="388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 err="1">
                <a:ea typeface="+mn-lt"/>
                <a:cs typeface="+mn-lt"/>
              </a:rPr>
              <a:t>Madhuraanamaakum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vachannangalaal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en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kadhanangal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Maayikkunnavan</a:t>
            </a:r>
            <a:r>
              <a:rPr lang="en-SG" sz="2400">
                <a:ea typeface="+mn-lt"/>
                <a:cs typeface="+mn-lt"/>
              </a:rPr>
              <a:t> (2) </a:t>
            </a:r>
            <a:endParaRPr lang="en-US">
              <a:ea typeface="+mn-lt"/>
              <a:cs typeface="+mn-lt"/>
            </a:endParaRPr>
          </a:p>
          <a:p>
            <a:r>
              <a:rPr lang="en-SG" sz="2400" err="1">
                <a:ea typeface="+mn-lt"/>
                <a:cs typeface="+mn-lt"/>
              </a:rPr>
              <a:t>Kurisholam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enne</a:t>
            </a:r>
            <a:r>
              <a:rPr lang="en-SG" sz="2400">
                <a:ea typeface="+mn-lt"/>
                <a:cs typeface="+mn-lt"/>
              </a:rPr>
              <a:t> than- </a:t>
            </a:r>
            <a:r>
              <a:rPr lang="en-SG" sz="2400" err="1">
                <a:ea typeface="+mn-lt"/>
                <a:cs typeface="+mn-lt"/>
              </a:rPr>
              <a:t>nenjoducherkum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Karuthunna</a:t>
            </a:r>
            <a:r>
              <a:rPr lang="en-SG" sz="2400">
                <a:ea typeface="+mn-lt"/>
                <a:cs typeface="+mn-lt"/>
              </a:rPr>
              <a:t> Sneha </a:t>
            </a:r>
            <a:r>
              <a:rPr lang="en-SG" sz="2400" err="1">
                <a:ea typeface="+mn-lt"/>
                <a:cs typeface="+mn-lt"/>
              </a:rPr>
              <a:t>pithaavaanu</a:t>
            </a:r>
            <a:r>
              <a:rPr lang="en-SG" sz="2400">
                <a:ea typeface="+mn-lt"/>
                <a:cs typeface="+mn-lt"/>
              </a:rPr>
              <a:t> </a:t>
            </a:r>
            <a:r>
              <a:rPr lang="en-SG" sz="2400" err="1">
                <a:ea typeface="+mn-lt"/>
                <a:cs typeface="+mn-lt"/>
              </a:rPr>
              <a:t>avan</a:t>
            </a:r>
            <a:r>
              <a:rPr lang="en-SG" sz="2400">
                <a:ea typeface="+mn-lt"/>
                <a:cs typeface="+mn-lt"/>
              </a:rPr>
              <a:t> (2)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2000" b="1" err="1">
                <a:ea typeface="+mn-lt"/>
                <a:cs typeface="+mn-lt"/>
              </a:rPr>
              <a:t>മധുരാന്നമാകും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വചനങ്ങളാലെ</a:t>
            </a:r>
            <a:r>
              <a:rPr lang="en-US" sz="2000" b="1">
                <a:ea typeface="+mn-lt"/>
                <a:cs typeface="+mn-lt"/>
              </a:rPr>
              <a:t>ൻ </a:t>
            </a:r>
            <a:r>
              <a:rPr lang="en-US" sz="2000" b="1" err="1">
                <a:ea typeface="+mn-lt"/>
                <a:cs typeface="+mn-lt"/>
              </a:rPr>
              <a:t>കദനങ്ങ</a:t>
            </a:r>
            <a:r>
              <a:rPr lang="en-US" sz="2000" b="1">
                <a:ea typeface="+mn-lt"/>
                <a:cs typeface="+mn-lt"/>
              </a:rPr>
              <a:t>ൾ </a:t>
            </a:r>
            <a:r>
              <a:rPr lang="en-US" sz="2000" b="1" err="1">
                <a:ea typeface="+mn-lt"/>
                <a:cs typeface="+mn-lt"/>
              </a:rPr>
              <a:t>മായ്ക്കുന്നവ</a:t>
            </a:r>
            <a:r>
              <a:rPr lang="en-US" sz="2000" b="1">
                <a:ea typeface="+mn-lt"/>
                <a:cs typeface="+mn-lt"/>
              </a:rPr>
              <a:t>ൻ (2)  </a:t>
            </a:r>
            <a:r>
              <a:rPr lang="en-US" sz="2000" b="1" err="1">
                <a:ea typeface="+mn-lt"/>
                <a:cs typeface="+mn-lt"/>
              </a:rPr>
              <a:t>കുരിശോളമെന്നെ</a:t>
            </a:r>
            <a:r>
              <a:rPr lang="en-US" sz="2000" b="1">
                <a:ea typeface="+mn-lt"/>
                <a:cs typeface="+mn-lt"/>
              </a:rPr>
              <a:t> തൻ നെഞ്ചട്ചേർക്കും </a:t>
            </a:r>
            <a:endParaRPr lang="en-US" sz="2000">
              <a:ea typeface="+mn-lt"/>
              <a:cs typeface="+mn-lt"/>
            </a:endParaRPr>
          </a:p>
          <a:p>
            <a:r>
              <a:rPr lang="en-US" sz="2000" b="1" err="1">
                <a:ea typeface="+mn-lt"/>
                <a:cs typeface="+mn-lt"/>
              </a:rPr>
              <a:t>കരുതുന്ന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സ്നേഹപിതാവാണവ</a:t>
            </a:r>
            <a:r>
              <a:rPr lang="en-US" sz="2000" b="1">
                <a:ea typeface="+mn-lt"/>
                <a:cs typeface="+mn-lt"/>
              </a:rPr>
              <a:t>ൻ (2)</a:t>
            </a:r>
            <a:endParaRPr lang="en-US" sz="2000">
              <a:ea typeface="Calibri"/>
              <a:cs typeface="Calibri"/>
            </a:endParaRPr>
          </a:p>
          <a:p>
            <a:br>
              <a:rPr lang="en-US"/>
            </a:br>
            <a:endParaRPr lang="en-US" sz="2000" b="1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26A2A-E60B-28ED-D9B9-FB71A664B5F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97467DD-FDBB-0544-DB8A-69EB71AC3EF9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0D587D32-2208-EA37-54DF-1A41E2860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86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75623-EA53-37A3-2828-EF42D919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2F25-F252-271A-5332-5D8E4CB4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EDC6B-D59E-E053-2665-E5B357AE5A8C}"/>
              </a:ext>
            </a:extLst>
          </p:cNvPr>
          <p:cNvSpPr txBox="1"/>
          <p:nvPr/>
        </p:nvSpPr>
        <p:spPr>
          <a:xfrm>
            <a:off x="0" y="786552"/>
            <a:ext cx="6102482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Karayumbol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pogaan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oru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idam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undu</a:t>
            </a:r>
            <a:endParaRPr lang="en-US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thalarumbol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thaangan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oru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Karam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undu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Kadhanangalil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sahanangalil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Karuthunna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Sneha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pithaavaanu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 (2)</a:t>
            </a:r>
            <a:endParaRPr lang="en-SG"/>
          </a:p>
          <a:p>
            <a:endParaRPr lang="en-SG"/>
          </a:p>
          <a:p>
            <a:r>
              <a:rPr lang="en-SG" sz="2000" b="1" err="1">
                <a:ea typeface="+mn-lt"/>
                <a:cs typeface="+mn-lt"/>
              </a:rPr>
              <a:t>കരയുമ്പോ</a:t>
            </a:r>
            <a:r>
              <a:rPr lang="en-SG" sz="2000" b="1">
                <a:ea typeface="+mn-lt"/>
                <a:cs typeface="+mn-lt"/>
              </a:rPr>
              <a:t>ൾ </a:t>
            </a:r>
            <a:r>
              <a:rPr lang="en-SG" sz="2000" b="1" err="1">
                <a:ea typeface="+mn-lt"/>
                <a:cs typeface="+mn-lt"/>
              </a:rPr>
              <a:t>പോകാനൊരിടമുണ്ട്</a:t>
            </a:r>
            <a:r>
              <a:rPr lang="en-SG" sz="2000" b="1">
                <a:ea typeface="+mn-lt"/>
                <a:cs typeface="+mn-lt"/>
              </a:rPr>
              <a:t>, </a:t>
            </a:r>
            <a:r>
              <a:rPr lang="en-SG" sz="2000" b="1" err="1">
                <a:ea typeface="+mn-lt"/>
                <a:cs typeface="+mn-lt"/>
              </a:rPr>
              <a:t>ഞാ</a:t>
            </a:r>
            <a:r>
              <a:rPr lang="en-SG" sz="2000" b="1">
                <a:ea typeface="+mn-lt"/>
                <a:cs typeface="+mn-lt"/>
              </a:rPr>
              <a:t>ൻ </a:t>
            </a:r>
            <a:r>
              <a:rPr lang="en-SG" sz="2000" b="1" err="1">
                <a:ea typeface="+mn-lt"/>
                <a:cs typeface="+mn-lt"/>
              </a:rPr>
              <a:t>തളരുമ്പോ</a:t>
            </a:r>
            <a:r>
              <a:rPr lang="en-SG" sz="2000" b="1">
                <a:ea typeface="+mn-lt"/>
                <a:cs typeface="+mn-lt"/>
              </a:rPr>
              <a:t>ൾ </a:t>
            </a:r>
            <a:r>
              <a:rPr lang="en-SG" sz="2000" b="1" err="1">
                <a:ea typeface="+mn-lt"/>
                <a:cs typeface="+mn-lt"/>
              </a:rPr>
              <a:t>താങ്ങാനൊരു</a:t>
            </a:r>
            <a:r>
              <a:rPr lang="en-SG" sz="2000" b="1">
                <a:ea typeface="+mn-lt"/>
                <a:cs typeface="+mn-lt"/>
              </a:rPr>
              <a:t> </a:t>
            </a:r>
            <a:r>
              <a:rPr lang="en-SG" sz="2000" b="1" err="1">
                <a:ea typeface="+mn-lt"/>
                <a:cs typeface="+mn-lt"/>
              </a:rPr>
              <a:t>കരമുണ്ട്</a:t>
            </a:r>
            <a:r>
              <a:rPr lang="en-SG" sz="2000" b="1">
                <a:ea typeface="+mn-lt"/>
                <a:cs typeface="+mn-lt"/>
              </a:rPr>
              <a:t> </a:t>
            </a:r>
            <a:r>
              <a:rPr lang="en-SG" sz="2000" b="1" err="1">
                <a:ea typeface="+mn-lt"/>
                <a:cs typeface="+mn-lt"/>
              </a:rPr>
              <a:t>കദനങ്ങളി</a:t>
            </a:r>
            <a:r>
              <a:rPr lang="en-SG" sz="2000" b="1">
                <a:ea typeface="+mn-lt"/>
                <a:cs typeface="+mn-lt"/>
              </a:rPr>
              <a:t>ൽ, എൻ </a:t>
            </a:r>
            <a:r>
              <a:rPr lang="en-SG" sz="2000" b="1" err="1">
                <a:ea typeface="+mn-lt"/>
                <a:cs typeface="+mn-lt"/>
              </a:rPr>
              <a:t>സഹനങ്ങളി</a:t>
            </a:r>
            <a:r>
              <a:rPr lang="en-SG" sz="2000" b="1">
                <a:ea typeface="+mn-lt"/>
                <a:cs typeface="+mn-lt"/>
              </a:rPr>
              <a:t>ൽ </a:t>
            </a:r>
            <a:r>
              <a:rPr lang="en-SG" sz="2000" b="1" err="1">
                <a:ea typeface="+mn-lt"/>
                <a:cs typeface="+mn-lt"/>
              </a:rPr>
              <a:t>കരുതുന്ന</a:t>
            </a:r>
            <a:r>
              <a:rPr lang="en-SG" sz="2000" b="1">
                <a:ea typeface="+mn-lt"/>
                <a:cs typeface="+mn-lt"/>
              </a:rPr>
              <a:t> </a:t>
            </a:r>
            <a:r>
              <a:rPr lang="en-SG" sz="2000" b="1" err="1">
                <a:ea typeface="+mn-lt"/>
                <a:cs typeface="+mn-lt"/>
              </a:rPr>
              <a:t>സ്നേഹപിതാവാണവ</a:t>
            </a:r>
            <a:r>
              <a:rPr lang="en-SG" sz="2000" b="1">
                <a:ea typeface="+mn-lt"/>
                <a:cs typeface="+mn-lt"/>
              </a:rPr>
              <a:t>ൻ (2)</a:t>
            </a:r>
            <a:endParaRPr lang="en-SG" sz="2000"/>
          </a:p>
          <a:p>
            <a:endParaRPr lang="en-SG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C93EC-FFB9-CAAB-A765-054B9911E7B7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0ECB382-9740-752E-04F4-C3E52B79EF5B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0ED51173-46CA-5244-E209-815A916F5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043B4-6971-7FBE-0658-21554563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6C42-2FB6-0EE5-ED1B-2EF9F842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8980F-47D0-0AE7-DEF0-B4072D7AFD5B}"/>
              </a:ext>
            </a:extLst>
          </p:cNvPr>
          <p:cNvSpPr txBox="1"/>
          <p:nvPr/>
        </p:nvSpPr>
        <p:spPr>
          <a:xfrm>
            <a:off x="-1" y="786552"/>
            <a:ext cx="6209463" cy="38728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kottayum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sankethavum</a:t>
            </a:r>
            <a:endParaRPr lang="en-US" err="1"/>
          </a:p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jeevante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sangeethavum</a:t>
            </a:r>
            <a:endParaRPr lang="en-SG" err="1"/>
          </a:p>
          <a:p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Avan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en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aashayum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prathyasheyum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Avanil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dinam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chaareedunnu</a:t>
            </a:r>
            <a:endParaRPr lang="en-SG" err="1"/>
          </a:p>
          <a:p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Karuthunna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sneha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pithaavaanu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400" err="1">
                <a:solidFill>
                  <a:srgbClr val="000000"/>
                </a:solidFill>
                <a:ea typeface="+mn-lt"/>
                <a:cs typeface="+mn-lt"/>
              </a:rPr>
              <a:t>avan</a:t>
            </a:r>
            <a:r>
              <a:rPr lang="en-SG" sz="2400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SG"/>
          </a:p>
          <a:p>
            <a:endParaRPr lang="en-SG"/>
          </a:p>
          <a:p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കോട്ടയും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സങ്കേതവും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ജീവന്റെ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സംഗീതവും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അവനെ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ആശയും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പ്രത്യാശയും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അവനി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ൽ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ഞാ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ദിനം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ചാരീടുന്നു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കരുതുന്ന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SG" sz="2000" b="1" err="1">
                <a:solidFill>
                  <a:srgbClr val="000000"/>
                </a:solidFill>
                <a:ea typeface="+mn-lt"/>
                <a:cs typeface="+mn-lt"/>
              </a:rPr>
              <a:t>സ്നേഹപിതാവാണവ</a:t>
            </a:r>
            <a:r>
              <a:rPr lang="en-SG" sz="2000" b="1">
                <a:solidFill>
                  <a:srgbClr val="000000"/>
                </a:solidFill>
                <a:ea typeface="+mn-lt"/>
                <a:cs typeface="+mn-lt"/>
              </a:rPr>
              <a:t>ൻ</a:t>
            </a:r>
            <a:r>
              <a:rPr lang="en-SG" sz="3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AFB5A-EA61-2653-4B3E-BF07949D9D30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7 of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C60D62-D0E2-47B3-220F-0B7A79B4B653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3" name="Picture 2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871F9D7-DD88-32F0-964B-94730E874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63" y="1860908"/>
            <a:ext cx="2902809" cy="29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00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2733739" y="1527208"/>
            <a:ext cx="3796837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Confession- Hymn no 211</a:t>
            </a:r>
            <a:endParaRPr kumimoji="0" lang="en-US" sz="7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Confession – 211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485324" y="944510"/>
            <a:ext cx="6919738" cy="19499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Daivamey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sneha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roopaney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Enney</a:t>
            </a:r>
            <a:r>
              <a:rPr lang="en-US" sz="2800" dirty="0">
                <a:ea typeface="+mn-lt"/>
                <a:cs typeface="+mn-lt"/>
              </a:rPr>
              <a:t> nee </a:t>
            </a:r>
            <a:r>
              <a:rPr lang="en-US" sz="2800" dirty="0" err="1">
                <a:ea typeface="+mn-lt"/>
                <a:cs typeface="+mn-lt"/>
              </a:rPr>
              <a:t>thallheedalley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Santhaapaththaal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vilhikkunnen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Doshiyey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rakshikkanhay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537341" y="3081588"/>
            <a:ext cx="6507933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ദൈവമേ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സ്നേഹ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രൂപനെ</a:t>
            </a:r>
            <a:r>
              <a:rPr lang="en-US" sz="2400" dirty="0">
                <a:ea typeface="+mn-lt"/>
                <a:cs typeface="+mn-lt"/>
              </a:rPr>
              <a:t>-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എന്നെ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തള്ളീടല്ലേ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സന്താപത്താല്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വിളിക്കുന്നെ</a:t>
            </a:r>
            <a:r>
              <a:rPr lang="en-US" sz="2400" dirty="0">
                <a:ea typeface="+mn-lt"/>
                <a:cs typeface="+mn-lt"/>
              </a:rPr>
              <a:t>-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ദോഷിയെ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രക്ഷിക്കണേ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674449" y="2057774"/>
            <a:ext cx="3510220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299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/>
                <a:cs typeface="Segoe UI"/>
              </a:rPr>
              <a:t>Holy Communion – 299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Athi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 hey! </a:t>
            </a:r>
            <a:r>
              <a:rPr lang="en-US" sz="2800" dirty="0" err="1">
                <a:ea typeface="+mn-lt"/>
                <a:cs typeface="+mn-lt"/>
              </a:rPr>
              <a:t>Vaagdaththa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kaalam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Saadara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manhanjeedunnaho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Jaathi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bhetha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vaadam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theernnu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Jaathi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kalhonnaayidunnu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Yooda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jaathiyum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muthirnnu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Jaatha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paadidunnu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99190" y="2874972"/>
            <a:ext cx="8500262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അതിമോദം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വാഗ്ദത്തകാലം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സാദര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മണഞ്ഞീടുന്ന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ഹോ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ജാതിഭേദവാദം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തീർന്നു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ജാതികളൊന്നായിരുന്നു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യൂദജാതിയും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മുതിർന്നു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ജാതിമോദം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പാടിടുന്നു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8ACD8-84DA-F701-5EFD-94E948303EC8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1 of 7</a:t>
            </a:r>
          </a:p>
        </p:txBody>
      </p:sp>
    </p:spTree>
    <p:extLst>
      <p:ext uri="{BB962C8B-B14F-4D97-AF65-F5344CB8AC3E}">
        <p14:creationId xmlns:p14="http://schemas.microsoft.com/office/powerpoint/2010/main" val="474597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87FA7-0E02-07C3-63AA-D603918D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50B4-B95D-E012-1D72-0C8BA355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299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1FE7C-56F0-E582-AADC-4F530ADC1187}"/>
              </a:ext>
            </a:extLst>
          </p:cNvPr>
          <p:cNvSpPr txBox="1"/>
          <p:nvPr/>
        </p:nvSpPr>
        <p:spPr>
          <a:xfrm>
            <a:off x="321869" y="624647"/>
            <a:ext cx="8500262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Annu </a:t>
            </a:r>
            <a:r>
              <a:rPr lang="en-US" sz="2800" dirty="0" err="1">
                <a:ea typeface="+mn-lt"/>
                <a:cs typeface="+mn-lt"/>
              </a:rPr>
              <a:t>kaana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nangalh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pookkumey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Seeyontey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makkalh</a:t>
            </a:r>
            <a:endParaRPr lang="en-US" dirty="0" err="1"/>
          </a:p>
          <a:p>
            <a:r>
              <a:rPr lang="en-US" sz="2800" dirty="0" err="1">
                <a:ea typeface="+mn-lt"/>
                <a:cs typeface="+mn-lt"/>
              </a:rPr>
              <a:t>Nanniyodey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paadiyaarkkumey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dirty="0" err="1"/>
          </a:p>
          <a:p>
            <a:r>
              <a:rPr lang="en-US" sz="2800" dirty="0">
                <a:ea typeface="+mn-lt"/>
                <a:cs typeface="+mn-lt"/>
              </a:rPr>
              <a:t>Annu </a:t>
            </a:r>
            <a:r>
              <a:rPr lang="en-US" sz="2800" dirty="0" err="1">
                <a:ea typeface="+mn-lt"/>
                <a:cs typeface="+mn-lt"/>
              </a:rPr>
              <a:t>suvishesha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kkodimannidey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jayam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kondaadi</a:t>
            </a:r>
            <a:endParaRPr lang="en-US" dirty="0" err="1"/>
          </a:p>
          <a:p>
            <a:r>
              <a:rPr lang="en-US" sz="2800" dirty="0" err="1">
                <a:ea typeface="+mn-lt"/>
                <a:cs typeface="+mn-lt"/>
              </a:rPr>
              <a:t>Unnatha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maayannu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janam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sannidhipaadi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vasikkum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E8AF-8DB6-AD3E-B583-3D2FB9CF5585}"/>
              </a:ext>
            </a:extLst>
          </p:cNvPr>
          <p:cNvSpPr txBox="1"/>
          <p:nvPr/>
        </p:nvSpPr>
        <p:spPr>
          <a:xfrm>
            <a:off x="321869" y="2766544"/>
            <a:ext cx="8500262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അന്നു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കാനനങ്ങ</a:t>
            </a:r>
            <a:r>
              <a:rPr lang="en-US" sz="2400" dirty="0">
                <a:ea typeface="+mn-lt"/>
                <a:cs typeface="+mn-lt"/>
              </a:rPr>
              <a:t>ൾ </a:t>
            </a:r>
            <a:r>
              <a:rPr lang="en-US" sz="2400" dirty="0" err="1">
                <a:ea typeface="+mn-lt"/>
                <a:cs typeface="+mn-lt"/>
              </a:rPr>
              <a:t>പൂക്കുമേ-സീയോന്‍റെ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മക്ക</a:t>
            </a:r>
            <a:r>
              <a:rPr lang="en-US" sz="2400" dirty="0">
                <a:ea typeface="+mn-lt"/>
                <a:cs typeface="+mn-lt"/>
              </a:rPr>
              <a:t>ൾ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നന്ദിയോടെ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പാടിയാർക്കുമേ</a:t>
            </a:r>
            <a:r>
              <a:rPr lang="en-US" sz="2400" dirty="0">
                <a:ea typeface="+mn-lt"/>
                <a:cs typeface="+mn-lt"/>
              </a:rPr>
              <a:t> (2)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അന്നു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സുവിശേഷക്കൊടി</a:t>
            </a:r>
            <a:r>
              <a:rPr lang="en-US" sz="2400" dirty="0">
                <a:ea typeface="+mn-lt"/>
                <a:cs typeface="+mn-lt"/>
              </a:rPr>
              <a:t>- </a:t>
            </a:r>
            <a:r>
              <a:rPr lang="en-US" sz="2400" dirty="0" err="1">
                <a:ea typeface="+mn-lt"/>
                <a:cs typeface="+mn-lt"/>
              </a:rPr>
              <a:t>മന്നിടെ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ജയം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കൊണ്ടാടി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ഉന്നതമായി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മിന്നും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ജനം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സന്നിതി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പാടി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വസിക്കും</a:t>
            </a:r>
            <a:r>
              <a:rPr lang="en-US" sz="2400" dirty="0">
                <a:ea typeface="+mn-lt"/>
                <a:cs typeface="+mn-lt"/>
              </a:rPr>
              <a:t>; 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16EE7-8CA3-7139-3FB1-47FE3B26E9C6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2 of 7</a:t>
            </a:r>
          </a:p>
        </p:txBody>
      </p:sp>
    </p:spTree>
    <p:extLst>
      <p:ext uri="{BB962C8B-B14F-4D97-AF65-F5344CB8AC3E}">
        <p14:creationId xmlns:p14="http://schemas.microsoft.com/office/powerpoint/2010/main" val="2340738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0CEC-06A0-9718-E17E-DCACFA29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5623-BB4D-474D-3F7E-1A2255CE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299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D40C3-1240-5348-8E18-F0310D080F4E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Athi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 hey! </a:t>
            </a:r>
            <a:r>
              <a:rPr lang="en-US" sz="2800" dirty="0" err="1">
                <a:ea typeface="+mn-lt"/>
                <a:cs typeface="+mn-lt"/>
              </a:rPr>
              <a:t>Vaagdaththa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kaalam</a:t>
            </a:r>
            <a:endParaRPr lang="en-US" sz="2800" dirty="0" err="1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Saadara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manhanjeedunnaho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BB700-F42A-7269-E4E2-CAA31412824F}"/>
              </a:ext>
            </a:extLst>
          </p:cNvPr>
          <p:cNvSpPr txBox="1"/>
          <p:nvPr/>
        </p:nvSpPr>
        <p:spPr>
          <a:xfrm>
            <a:off x="133876" y="2962057"/>
            <a:ext cx="8500262" cy="117724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അതിമോദം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വാഗ്ദത്തകാലം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സാദര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മണഞ്ഞീടുന്ന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ഹോ</a:t>
            </a:r>
            <a:br>
              <a:rPr lang="en-US" sz="2400" dirty="0">
                <a:ea typeface="+mn-lt"/>
                <a:cs typeface="+mn-lt"/>
              </a:rPr>
            </a:b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0DE44-863D-2D6F-4C53-A214FD805F5F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3 of 7</a:t>
            </a:r>
          </a:p>
        </p:txBody>
      </p:sp>
    </p:spTree>
    <p:extLst>
      <p:ext uri="{BB962C8B-B14F-4D97-AF65-F5344CB8AC3E}">
        <p14:creationId xmlns:p14="http://schemas.microsoft.com/office/powerpoint/2010/main" val="3571860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03B3-3747-4937-B22D-84552E30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0E5EE-FD00-081E-757A-F2CACD84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299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8D883-0F7D-0BB4-ABBC-743C42424714}"/>
              </a:ext>
            </a:extLst>
          </p:cNvPr>
          <p:cNvSpPr txBox="1"/>
          <p:nvPr/>
        </p:nvSpPr>
        <p:spPr>
          <a:xfrm>
            <a:off x="267005" y="484093"/>
            <a:ext cx="8609990" cy="22522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Annu </a:t>
            </a:r>
            <a:r>
              <a:rPr lang="en-US" sz="2800" dirty="0" err="1">
                <a:ea typeface="+mn-lt"/>
                <a:cs typeface="+mn-lt"/>
              </a:rPr>
              <a:t>seeyonil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ninnundaakum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aagnyaa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vishesham</a:t>
            </a:r>
            <a:endParaRPr lang="en-US" dirty="0" err="1"/>
          </a:p>
          <a:p>
            <a:r>
              <a:rPr lang="en-US" sz="2800" dirty="0" err="1">
                <a:ea typeface="+mn-lt"/>
                <a:cs typeface="+mn-lt"/>
              </a:rPr>
              <a:t>Mannida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mellaa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kèlhkkum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dirty="0" err="1"/>
          </a:p>
          <a:p>
            <a:r>
              <a:rPr lang="en-US" sz="2800" dirty="0" err="1">
                <a:ea typeface="+mn-lt"/>
                <a:cs typeface="+mn-lt"/>
              </a:rPr>
              <a:t>Mannavar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manthri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prajakalh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enniva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rellaam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varilum</a:t>
            </a:r>
            <a:endParaRPr lang="en-US" dirty="0" err="1"/>
          </a:p>
          <a:p>
            <a:r>
              <a:rPr lang="en-US" sz="2800" dirty="0" err="1">
                <a:ea typeface="+mn-lt"/>
                <a:cs typeface="+mn-lt"/>
              </a:rPr>
              <a:t>Onnu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pôlaa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vasichcheedum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vannu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sathyaanugrahangalh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1190C-B81F-3CA4-6508-00E3DF0D29C8}"/>
              </a:ext>
            </a:extLst>
          </p:cNvPr>
          <p:cNvSpPr txBox="1"/>
          <p:nvPr/>
        </p:nvSpPr>
        <p:spPr>
          <a:xfrm>
            <a:off x="321869" y="2868956"/>
            <a:ext cx="8500262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അന്നു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സീയോനിൽനിന്നുണ്ടാകും</a:t>
            </a:r>
            <a:r>
              <a:rPr lang="en-US" sz="2400" dirty="0">
                <a:ea typeface="+mn-lt"/>
                <a:cs typeface="+mn-lt"/>
              </a:rPr>
              <a:t>- </a:t>
            </a:r>
            <a:r>
              <a:rPr lang="en-US" sz="2400" dirty="0" err="1">
                <a:ea typeface="+mn-lt"/>
                <a:cs typeface="+mn-lt"/>
              </a:rPr>
              <a:t>ആജ്ഞാവിശേഷം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മന്നിടമെല്ലാമതു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കേൾക്കും</a:t>
            </a:r>
            <a:r>
              <a:rPr lang="en-US" sz="2400" dirty="0">
                <a:ea typeface="+mn-lt"/>
                <a:cs typeface="+mn-lt"/>
              </a:rPr>
              <a:t> (2)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മന്നവ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മന്ത്രിപ്രജക</a:t>
            </a:r>
            <a:r>
              <a:rPr lang="en-US" sz="2400" dirty="0">
                <a:ea typeface="+mn-lt"/>
                <a:cs typeface="+mn-lt"/>
              </a:rPr>
              <a:t>ൾ </a:t>
            </a:r>
            <a:r>
              <a:rPr lang="en-US" sz="2400" dirty="0" err="1">
                <a:ea typeface="+mn-lt"/>
                <a:cs typeface="+mn-lt"/>
              </a:rPr>
              <a:t>എന്നിവരെല്ലാവരിലും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ഒന്നുപോലാവസിച്ചീടും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സത്യാനുഗ്രഹങ്ങ</a:t>
            </a:r>
            <a:r>
              <a:rPr lang="en-US" sz="2400" dirty="0">
                <a:ea typeface="+mn-lt"/>
                <a:cs typeface="+mn-lt"/>
              </a:rPr>
              <a:t>ൾ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5B747-346E-AC2E-25D3-5CFB28296A24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4 of 7</a:t>
            </a:r>
          </a:p>
        </p:txBody>
      </p:sp>
    </p:spTree>
    <p:extLst>
      <p:ext uri="{BB962C8B-B14F-4D97-AF65-F5344CB8AC3E}">
        <p14:creationId xmlns:p14="http://schemas.microsoft.com/office/powerpoint/2010/main" val="527803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D92E-B769-D892-73CE-A67F8BB5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CA0E-802D-5E56-F35B-5F0D7042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299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D0547-0C79-91A9-34EA-487DF9F68E66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Athi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 hey! </a:t>
            </a:r>
            <a:r>
              <a:rPr lang="en-US" sz="2800" dirty="0" err="1">
                <a:ea typeface="+mn-lt"/>
                <a:cs typeface="+mn-lt"/>
              </a:rPr>
              <a:t>Vaagdaththa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kaalam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Saadara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manhanjeedunnaho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7CEC60-9C88-0321-0436-58FACAE13D4F}"/>
              </a:ext>
            </a:extLst>
          </p:cNvPr>
          <p:cNvSpPr txBox="1"/>
          <p:nvPr/>
        </p:nvSpPr>
        <p:spPr>
          <a:xfrm>
            <a:off x="133876" y="2962057"/>
            <a:ext cx="8500262" cy="117724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അതിമോദം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വാഗ്ദത്തകാലം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സാദര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മണഞ്ഞീടുന്ന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ഹോ</a:t>
            </a:r>
            <a:br>
              <a:rPr lang="en-US" sz="2400" dirty="0">
                <a:ea typeface="+mn-lt"/>
                <a:cs typeface="+mn-lt"/>
              </a:rPr>
            </a:b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F22AA-E7EC-478E-17D3-5D3C3651B609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5 of 7</a:t>
            </a:r>
          </a:p>
        </p:txBody>
      </p:sp>
    </p:spTree>
    <p:extLst>
      <p:ext uri="{BB962C8B-B14F-4D97-AF65-F5344CB8AC3E}">
        <p14:creationId xmlns:p14="http://schemas.microsoft.com/office/powerpoint/2010/main" val="1540209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DEEE-F735-A11D-E8E6-B89890B2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DD4C-C38D-E7FC-CA88-BDA494C1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299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D07AB-9EDE-763C-332F-6081D832269D}"/>
              </a:ext>
            </a:extLst>
          </p:cNvPr>
          <p:cNvSpPr txBox="1"/>
          <p:nvPr/>
        </p:nvSpPr>
        <p:spPr>
          <a:xfrm>
            <a:off x="133503" y="484094"/>
            <a:ext cx="8876995" cy="22522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Haleluyya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geetham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paadumey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Yerushalemum</a:t>
            </a:r>
            <a:endParaRPr lang="en-US" dirty="0"/>
          </a:p>
          <a:p>
            <a:r>
              <a:rPr lang="en-US" sz="2800" dirty="0" err="1">
                <a:ea typeface="+mn-lt"/>
                <a:cs typeface="+mn-lt"/>
              </a:rPr>
              <a:t>Haleluyya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raagam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paadumey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dirty="0"/>
          </a:p>
          <a:p>
            <a:r>
              <a:rPr lang="en-US" sz="2800" dirty="0" err="1">
                <a:ea typeface="+mn-lt"/>
                <a:cs typeface="+mn-lt"/>
              </a:rPr>
              <a:t>Haleluyya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vaanaththilum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haleluyya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bhoomiyilum</a:t>
            </a:r>
            <a:endParaRPr lang="en-US" dirty="0"/>
          </a:p>
          <a:p>
            <a:r>
              <a:rPr lang="en-US" sz="2800" dirty="0" err="1">
                <a:ea typeface="+mn-lt"/>
                <a:cs typeface="+mn-lt"/>
              </a:rPr>
              <a:t>Haleluyya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maalaakhamaar</a:t>
            </a:r>
            <a:r>
              <a:rPr lang="en-US" sz="2800" dirty="0">
                <a:ea typeface="+mn-lt"/>
                <a:cs typeface="+mn-lt"/>
              </a:rPr>
              <a:t> - </a:t>
            </a:r>
            <a:r>
              <a:rPr lang="en-US" sz="2800" dirty="0" err="1">
                <a:ea typeface="+mn-lt"/>
                <a:cs typeface="+mn-lt"/>
              </a:rPr>
              <a:t>chollumey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manusharellaam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B549B-65B8-03B2-053C-92CBA7A0CAA4}"/>
              </a:ext>
            </a:extLst>
          </p:cNvPr>
          <p:cNvSpPr txBox="1"/>
          <p:nvPr/>
        </p:nvSpPr>
        <p:spPr>
          <a:xfrm>
            <a:off x="321869" y="2868956"/>
            <a:ext cx="8500262" cy="259301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ഹലേലൂയ്യാ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ഗീതം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പാടുമേ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യെരുശലേമും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ഹലേലൂയ്യാ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രാഗം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പാടുമേ</a:t>
            </a:r>
            <a:r>
              <a:rPr lang="en-US" sz="2400" dirty="0">
                <a:ea typeface="+mn-lt"/>
                <a:cs typeface="+mn-lt"/>
              </a:rPr>
              <a:t> (2)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ഹലേലൂയ്യാ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വാനത്തിലും-ഹലേലൂയ്യാ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ഭൂമിയിലും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ഹലേലൂയ്യാ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മാലാഖമാ</a:t>
            </a:r>
            <a:r>
              <a:rPr lang="en-US" sz="2400" dirty="0">
                <a:ea typeface="+mn-lt"/>
                <a:cs typeface="+mn-lt"/>
              </a:rPr>
              <a:t>ർ-</a:t>
            </a:r>
            <a:r>
              <a:rPr lang="en-US" sz="2400" dirty="0" err="1">
                <a:ea typeface="+mn-lt"/>
                <a:cs typeface="+mn-lt"/>
              </a:rPr>
              <a:t>ചൊല്ലുമേ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മാനുഷരെല്ലാം</a:t>
            </a:r>
            <a:r>
              <a:rPr lang="en-US" sz="2000" dirty="0">
                <a:solidFill>
                  <a:srgbClr val="555454"/>
                </a:solidFill>
                <a:ea typeface="+mn-lt"/>
                <a:cs typeface="+mn-lt"/>
              </a:rPr>
              <a:t>;</a:t>
            </a:r>
            <a:endParaRPr lang="en-US" sz="2000" dirty="0">
              <a:solidFill>
                <a:srgbClr val="555454"/>
              </a:solidFill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D72F2-F2CB-CF6A-3F5D-3774D3DDE843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6 of 7</a:t>
            </a:r>
          </a:p>
        </p:txBody>
      </p:sp>
    </p:spTree>
    <p:extLst>
      <p:ext uri="{BB962C8B-B14F-4D97-AF65-F5344CB8AC3E}">
        <p14:creationId xmlns:p14="http://schemas.microsoft.com/office/powerpoint/2010/main" val="2024468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3BF7-292A-18E3-E76E-871922F1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85AA-77A5-2A23-6E8C-40C36531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Gill Sans MT"/>
                <a:cs typeface="Segoe UI"/>
              </a:rPr>
              <a:t>Holy Communion – 299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4A482-4F2E-276F-C906-7163F0C4945C}"/>
              </a:ext>
            </a:extLst>
          </p:cNvPr>
          <p:cNvSpPr txBox="1"/>
          <p:nvPr/>
        </p:nvSpPr>
        <p:spPr>
          <a:xfrm>
            <a:off x="131217" y="624647"/>
            <a:ext cx="8926684" cy="20356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Athi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! </a:t>
            </a:r>
            <a:r>
              <a:rPr lang="en-US" sz="2800" dirty="0" err="1">
                <a:ea typeface="+mn-lt"/>
                <a:cs typeface="+mn-lt"/>
              </a:rPr>
              <a:t>Modham</a:t>
            </a:r>
            <a:r>
              <a:rPr lang="en-US" sz="2800" dirty="0">
                <a:ea typeface="+mn-lt"/>
                <a:cs typeface="+mn-lt"/>
              </a:rPr>
              <a:t> hey! </a:t>
            </a:r>
            <a:r>
              <a:rPr lang="en-US" sz="2800" dirty="0" err="1">
                <a:ea typeface="+mn-lt"/>
                <a:cs typeface="+mn-lt"/>
              </a:rPr>
              <a:t>Vaagdaththa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kaalam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 err="1">
                <a:ea typeface="+mn-lt"/>
                <a:cs typeface="+mn-lt"/>
              </a:rPr>
              <a:t>Saadara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manhanjeedunnaho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E09DA-08C5-D106-3ABD-8EE7C8F6AC67}"/>
              </a:ext>
            </a:extLst>
          </p:cNvPr>
          <p:cNvSpPr txBox="1"/>
          <p:nvPr/>
        </p:nvSpPr>
        <p:spPr>
          <a:xfrm>
            <a:off x="133876" y="2962057"/>
            <a:ext cx="8500262" cy="117724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അതിമോദം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മോദം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വാഗ്ദത്തകാലം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സാദര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മണഞ്ഞീടുന്ന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ഹോ</a:t>
            </a:r>
            <a:br>
              <a:rPr lang="en-US" sz="2400" dirty="0">
                <a:ea typeface="+mn-lt"/>
                <a:cs typeface="+mn-lt"/>
              </a:rPr>
            </a:b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4C218-E771-E622-35BB-CB27F931F404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7 of 7</a:t>
            </a:r>
          </a:p>
        </p:txBody>
      </p:sp>
    </p:spTree>
    <p:extLst>
      <p:ext uri="{BB962C8B-B14F-4D97-AF65-F5344CB8AC3E}">
        <p14:creationId xmlns:p14="http://schemas.microsoft.com/office/powerpoint/2010/main" val="2152743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194</a:t>
            </a:r>
            <a:endParaRPr lang="en-SG">
              <a:latin typeface="Segoe UI"/>
              <a:cs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652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 </a:t>
            </a:r>
            <a:r>
              <a:rPr lang="en-SG">
                <a:latin typeface="Segoe UI"/>
                <a:cs typeface="Segoe UI"/>
              </a:rPr>
              <a:t>194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1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342253" y="2937196"/>
            <a:ext cx="6730900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400" dirty="0">
                <a:latin typeface="Droid Sans"/>
                <a:ea typeface="Droid Sans"/>
                <a:cs typeface="Droid Sans"/>
              </a:rPr>
              <a:t>എന്നുള്ളിലെന്നും വസിച്ചീടുവാന്‍ സ്വര്‍ഗ്ഗ</a:t>
            </a:r>
            <a:br>
              <a:rPr lang="ml-IN" sz="2400" dirty="0"/>
            </a:br>
            <a:r>
              <a:rPr lang="ml-IN" sz="2400" dirty="0">
                <a:latin typeface="Droid Sans"/>
                <a:ea typeface="Droid Sans"/>
                <a:cs typeface="Droid Sans"/>
              </a:rPr>
              <a:t>മണ്ഡപം വിട്ടിറങ്ങി - വന്ന</a:t>
            </a:r>
            <a:br>
              <a:rPr lang="ml-IN" sz="2400" dirty="0"/>
            </a:br>
            <a:r>
              <a:rPr lang="ml-IN" sz="2400" dirty="0">
                <a:latin typeface="Droid Sans"/>
                <a:ea typeface="Droid Sans"/>
                <a:cs typeface="Droid Sans"/>
              </a:rPr>
              <a:t>ഉന്നതനാം തങ്ക പ്രാവേ നീ വന്നെന്നില്‍</a:t>
            </a:r>
            <a:br>
              <a:rPr lang="ml-IN" sz="2400" dirty="0"/>
            </a:br>
            <a:r>
              <a:rPr lang="ml-IN" sz="2400" dirty="0">
                <a:latin typeface="Droid Sans"/>
                <a:ea typeface="Droid Sans"/>
                <a:cs typeface="Droid Sans"/>
              </a:rPr>
              <a:t>എന്നും അധിവസിക്ക (2)</a:t>
            </a:r>
            <a:endParaRPr lang="en-US" sz="2400" dirty="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257614" y="695424"/>
            <a:ext cx="8673891" cy="19503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err="1">
                <a:ea typeface="+mn-lt"/>
                <a:cs typeface="+mn-lt"/>
              </a:rPr>
              <a:t>Ennullhilennum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vasichcheeduvaan</a:t>
            </a:r>
            <a:r>
              <a:rPr lang="en-US" sz="3200">
                <a:ea typeface="+mn-lt"/>
                <a:cs typeface="+mn-lt"/>
              </a:rPr>
              <a:t> swarga</a:t>
            </a:r>
            <a:endParaRPr lang="en-US"/>
          </a:p>
          <a:p>
            <a:pPr algn="l"/>
            <a:r>
              <a:rPr lang="en-US" sz="3200">
                <a:ea typeface="+mn-lt"/>
                <a:cs typeface="+mn-lt"/>
              </a:rPr>
              <a:t>Mandapam </a:t>
            </a:r>
            <a:r>
              <a:rPr lang="en-US" sz="3200" err="1">
                <a:ea typeface="+mn-lt"/>
                <a:cs typeface="+mn-lt"/>
              </a:rPr>
              <a:t>vittirangi</a:t>
            </a:r>
            <a:r>
              <a:rPr lang="en-US" sz="3200">
                <a:ea typeface="+mn-lt"/>
                <a:cs typeface="+mn-lt"/>
              </a:rPr>
              <a:t> – </a:t>
            </a:r>
            <a:r>
              <a:rPr lang="en-US" sz="3200" err="1">
                <a:ea typeface="+mn-lt"/>
                <a:cs typeface="+mn-lt"/>
              </a:rPr>
              <a:t>vanna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Unnathanaam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thankapraavey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neevannennil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Ennumadhivasikka</a:t>
            </a:r>
            <a:r>
              <a:rPr lang="en-US" sz="3200">
                <a:ea typeface="+mn-lt"/>
                <a:cs typeface="+mn-lt"/>
              </a:rPr>
              <a:t> (2)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700184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C357-2F9C-6BA9-4192-40F594FF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337C-737C-F714-0DC9-23CCA7A9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 </a:t>
            </a:r>
            <a:r>
              <a:rPr lang="en-SG">
                <a:latin typeface="Segoe UI"/>
                <a:cs typeface="Segoe UI"/>
              </a:rPr>
              <a:t>194</a:t>
            </a:r>
            <a:endParaRPr lang="en-SG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1EDDB69-9480-992B-F7F5-2B506995DD8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992AE-98EE-1FF4-0742-1C2B6459CE12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2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4D51C-B323-51C0-DF4E-9CEA87481973}"/>
              </a:ext>
            </a:extLst>
          </p:cNvPr>
          <p:cNvSpPr/>
          <p:nvPr/>
        </p:nvSpPr>
        <p:spPr>
          <a:xfrm>
            <a:off x="307878" y="2907117"/>
            <a:ext cx="8535764" cy="17389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തങ്കച്ചിറകടി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എത്രനാള്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കേട്ടിട്ടും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ശങ്കകൂടാതെ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നിന്നെ</a:t>
            </a:r>
            <a:r>
              <a:rPr lang="en-US" sz="2400" dirty="0">
                <a:ea typeface="+mn-lt"/>
                <a:cs typeface="+mn-lt"/>
              </a:rPr>
              <a:t> - </a:t>
            </a:r>
            <a:r>
              <a:rPr lang="en-US" sz="2400" dirty="0" err="1">
                <a:ea typeface="+mn-lt"/>
                <a:cs typeface="+mn-lt"/>
              </a:rPr>
              <a:t>തള്ളി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സങ്കേതം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കൊടുത്തന്യര്‍ക്കെന്നോര്‍ത്തിതാ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സങ്കടപ്പെട്ടിടുന്നു</a:t>
            </a:r>
            <a:r>
              <a:rPr lang="en-US" sz="2400" dirty="0">
                <a:ea typeface="+mn-lt"/>
                <a:cs typeface="+mn-lt"/>
              </a:rPr>
              <a:t> (2)</a:t>
            </a:r>
            <a:br>
              <a:rPr lang="en-US" sz="1100" dirty="0">
                <a:solidFill>
                  <a:srgbClr val="5E5E5E"/>
                </a:solidFill>
                <a:ea typeface="+mn-lt"/>
                <a:cs typeface="+mn-lt"/>
              </a:rPr>
            </a:br>
            <a:endParaRPr lang="en-US" sz="1100" dirty="0">
              <a:solidFill>
                <a:srgbClr val="5E5E5E"/>
              </a:solidFill>
              <a:ea typeface="+mn-lt"/>
              <a:cs typeface="+mn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1914874-F73C-3422-ABDB-79F41EA15139}"/>
              </a:ext>
            </a:extLst>
          </p:cNvPr>
          <p:cNvSpPr txBox="1">
            <a:spLocks/>
          </p:cNvSpPr>
          <p:nvPr/>
        </p:nvSpPr>
        <p:spPr>
          <a:xfrm>
            <a:off x="204975" y="575109"/>
            <a:ext cx="8147510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err="1">
                <a:ea typeface="+mn-lt"/>
                <a:cs typeface="+mn-lt"/>
              </a:rPr>
              <a:t>Thankachirakadi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ethranaalh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kettittum</a:t>
            </a:r>
            <a:endParaRPr lang="en-US" err="1"/>
          </a:p>
          <a:p>
            <a:pPr algn="l"/>
            <a:r>
              <a:rPr lang="en-US" sz="3200">
                <a:ea typeface="+mn-lt"/>
                <a:cs typeface="+mn-lt"/>
              </a:rPr>
              <a:t>Shanka </a:t>
            </a:r>
            <a:r>
              <a:rPr lang="en-US" sz="3200" err="1">
                <a:ea typeface="+mn-lt"/>
                <a:cs typeface="+mn-lt"/>
              </a:rPr>
              <a:t>koodaathey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Ninney</a:t>
            </a:r>
            <a:r>
              <a:rPr lang="en-US" sz="3200">
                <a:ea typeface="+mn-lt"/>
                <a:cs typeface="+mn-lt"/>
              </a:rPr>
              <a:t> – </a:t>
            </a:r>
            <a:r>
              <a:rPr lang="en-US" sz="3200" err="1">
                <a:ea typeface="+mn-lt"/>
                <a:cs typeface="+mn-lt"/>
              </a:rPr>
              <a:t>thallhi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Sanketham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njaan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koduththanyarkkennorthitha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Sankadappetteedunnu</a:t>
            </a:r>
            <a:r>
              <a:rPr lang="en-US" sz="3200">
                <a:ea typeface="+mn-lt"/>
                <a:cs typeface="+mn-lt"/>
              </a:rPr>
              <a:t> (2)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844664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198-1683-E090-7FC1-AA13B5E3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62F4-722F-4FBC-648B-6AFE4369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 </a:t>
            </a:r>
            <a:r>
              <a:rPr lang="en-SG">
                <a:latin typeface="Segoe UI"/>
                <a:cs typeface="Segoe UI"/>
              </a:rPr>
              <a:t>194</a:t>
            </a:r>
            <a:endParaRPr lang="en-SG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649DCC-F2CE-B7DB-4F02-7363F028232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31A32-C6EC-ACED-FB84-CB5F95B14873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3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B8FCF-7EC3-AF8A-3267-53BCB7CCE796}"/>
              </a:ext>
            </a:extLst>
          </p:cNvPr>
          <p:cNvSpPr/>
          <p:nvPr/>
        </p:nvSpPr>
        <p:spPr>
          <a:xfrm>
            <a:off x="234713" y="3057512"/>
            <a:ext cx="7308016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കര്‍ത്തനെ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എത്ര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അനുഗ്രഹങ്ങളയ്യോ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നഷ്ടമാക്കി</a:t>
            </a:r>
            <a:r>
              <a:rPr lang="en-US" sz="2400" dirty="0">
                <a:ea typeface="+mn-lt"/>
                <a:cs typeface="+mn-lt"/>
              </a:rPr>
              <a:t> ഈ </a:t>
            </a:r>
            <a:r>
              <a:rPr lang="en-US" sz="2400" dirty="0" err="1">
                <a:ea typeface="+mn-lt"/>
                <a:cs typeface="+mn-lt"/>
              </a:rPr>
              <a:t>വിധം</a:t>
            </a:r>
            <a:r>
              <a:rPr lang="en-US" sz="2400" dirty="0">
                <a:ea typeface="+mn-lt"/>
                <a:cs typeface="+mn-lt"/>
              </a:rPr>
              <a:t> - </a:t>
            </a:r>
            <a:r>
              <a:rPr lang="en-US" sz="2400" dirty="0" err="1">
                <a:ea typeface="+mn-lt"/>
                <a:cs typeface="+mn-lt"/>
              </a:rPr>
              <a:t>ഇന്നും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കഷ്ടത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തന്നില്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വലയുന്നു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ഞാനിതാ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തട്ടിയുണര്‍ത്തേണമേ</a:t>
            </a:r>
            <a:r>
              <a:rPr lang="en-US" sz="2400" dirty="0">
                <a:ea typeface="+mn-lt"/>
                <a:cs typeface="+mn-lt"/>
              </a:rPr>
              <a:t> (2)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2BCE68-42CE-021C-0701-45522B6BB37E}"/>
              </a:ext>
            </a:extLst>
          </p:cNvPr>
          <p:cNvSpPr txBox="1">
            <a:spLocks/>
          </p:cNvSpPr>
          <p:nvPr/>
        </p:nvSpPr>
        <p:spPr>
          <a:xfrm>
            <a:off x="159857" y="575109"/>
            <a:ext cx="8207668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err="1">
                <a:ea typeface="+mn-lt"/>
                <a:cs typeface="+mn-lt"/>
              </a:rPr>
              <a:t>Karththaney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ethra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anugrahangalh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ayyo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Nasthamaakki</a:t>
            </a:r>
            <a:r>
              <a:rPr lang="en-US" sz="3200">
                <a:ea typeface="+mn-lt"/>
                <a:cs typeface="+mn-lt"/>
              </a:rPr>
              <a:t> ee </a:t>
            </a:r>
            <a:r>
              <a:rPr lang="en-US" sz="3200" err="1">
                <a:ea typeface="+mn-lt"/>
                <a:cs typeface="+mn-lt"/>
              </a:rPr>
              <a:t>vidham</a:t>
            </a:r>
            <a:r>
              <a:rPr lang="en-US" sz="3200">
                <a:ea typeface="+mn-lt"/>
                <a:cs typeface="+mn-lt"/>
              </a:rPr>
              <a:t> - </a:t>
            </a:r>
            <a:r>
              <a:rPr lang="en-US" sz="3200" err="1">
                <a:ea typeface="+mn-lt"/>
                <a:cs typeface="+mn-lt"/>
              </a:rPr>
              <a:t>innum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Kashtatha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thannil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valayunnu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njaanithaa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Thattiyunharththanhamey</a:t>
            </a:r>
            <a:r>
              <a:rPr lang="en-US" sz="3200">
                <a:ea typeface="+mn-lt"/>
                <a:cs typeface="+mn-lt"/>
              </a:rPr>
              <a:t> (2)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337826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99C0-0A63-055F-2E2D-656047A6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9EE6-CF11-FBA8-846E-F05CE9A3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Holy Communion – </a:t>
            </a:r>
            <a:r>
              <a:rPr lang="en-SG">
                <a:latin typeface="Segoe UI"/>
                <a:cs typeface="Segoe UI"/>
              </a:rPr>
              <a:t>194</a:t>
            </a:r>
            <a:endParaRPr lang="en-SG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A8E1F1E-ECF3-6819-9FA1-2F2C7113CB8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E4780-68FB-1211-9E6A-7065BBB2D5F2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4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5FA10-F913-7BDE-132B-049EA66F8F92}"/>
              </a:ext>
            </a:extLst>
          </p:cNvPr>
          <p:cNvSpPr/>
          <p:nvPr/>
        </p:nvSpPr>
        <p:spPr>
          <a:xfrm>
            <a:off x="437793" y="2959755"/>
            <a:ext cx="79997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ശൂന്യവും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പാഴുമായ്</a:t>
            </a:r>
            <a:r>
              <a:rPr lang="en-US" sz="2400" dirty="0">
                <a:ea typeface="+mn-lt"/>
                <a:cs typeface="+mn-lt"/>
              </a:rPr>
              <a:t>‌ </a:t>
            </a:r>
            <a:r>
              <a:rPr lang="en-US" sz="2400" dirty="0" err="1">
                <a:ea typeface="+mn-lt"/>
                <a:cs typeface="+mn-lt"/>
              </a:rPr>
              <a:t>തള്ളിയതാമീ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</a:t>
            </a:r>
            <a:r>
              <a:rPr lang="en-US" sz="2400" dirty="0">
                <a:ea typeface="+mn-lt"/>
                <a:cs typeface="+mn-lt"/>
              </a:rPr>
              <a:t>‍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മന്ദിരം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തന്നിലിന്നു</a:t>
            </a:r>
            <a:r>
              <a:rPr lang="en-US" sz="2400" dirty="0">
                <a:ea typeface="+mn-lt"/>
                <a:cs typeface="+mn-lt"/>
              </a:rPr>
              <a:t> - </a:t>
            </a:r>
            <a:r>
              <a:rPr lang="en-US" sz="2400" dirty="0" err="1">
                <a:ea typeface="+mn-lt"/>
                <a:cs typeface="+mn-lt"/>
              </a:rPr>
              <a:t>ദേവ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വന്നുപാര്‍ത്തു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ശുദ്ധിചെയ്തു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വീട്ടിന്‍റെ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നിന്ദയകറ്റേണമേ</a:t>
            </a:r>
            <a:r>
              <a:rPr lang="en-US" sz="2400" dirty="0">
                <a:ea typeface="+mn-lt"/>
                <a:cs typeface="+mn-lt"/>
              </a:rPr>
              <a:t> (2)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F18C6A-2147-CA63-919E-E0EA327DB95A}"/>
              </a:ext>
            </a:extLst>
          </p:cNvPr>
          <p:cNvSpPr txBox="1">
            <a:spLocks/>
          </p:cNvSpPr>
          <p:nvPr/>
        </p:nvSpPr>
        <p:spPr>
          <a:xfrm>
            <a:off x="345784" y="575109"/>
            <a:ext cx="8001247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err="1">
                <a:ea typeface="+mn-lt"/>
                <a:cs typeface="+mn-lt"/>
              </a:rPr>
              <a:t>Shoonyavum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paazhumaaithallhiyathaamee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nin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Mandiram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thannilinnu</a:t>
            </a:r>
            <a:r>
              <a:rPr lang="en-US" sz="3200">
                <a:ea typeface="+mn-lt"/>
                <a:cs typeface="+mn-lt"/>
              </a:rPr>
              <a:t> - Deva</a:t>
            </a:r>
            <a:endParaRPr lang="en-US"/>
          </a:p>
          <a:p>
            <a:pPr algn="l"/>
            <a:r>
              <a:rPr lang="en-US" sz="3200">
                <a:ea typeface="+mn-lt"/>
                <a:cs typeface="+mn-lt"/>
              </a:rPr>
              <a:t>Vannu </a:t>
            </a:r>
            <a:r>
              <a:rPr lang="en-US" sz="3200" err="1">
                <a:ea typeface="+mn-lt"/>
                <a:cs typeface="+mn-lt"/>
              </a:rPr>
              <a:t>paarthu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shudhdhi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cheithu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nin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veetttintey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Nindayakattenhamey</a:t>
            </a:r>
            <a:r>
              <a:rPr lang="en-US" sz="3200">
                <a:ea typeface="+mn-lt"/>
                <a:cs typeface="+mn-lt"/>
              </a:rPr>
              <a:t> (2)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071117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9616-534C-12C4-597F-8E413DA1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AF10-806E-9B2D-CF48-A06B3817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 194 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9FD76BF-517E-ADDB-0D74-7479E45C930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F7448-C496-24D8-C88A-22B66248ECB4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5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4C0C1-EA2B-5AB1-C3DF-B152509C773D}"/>
              </a:ext>
            </a:extLst>
          </p:cNvPr>
          <p:cNvSpPr/>
          <p:nvPr/>
        </p:nvSpPr>
        <p:spPr>
          <a:xfrm>
            <a:off x="437793" y="2959755"/>
            <a:ext cx="79997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ജീവിതമിന്നും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ശരിയായിട്ടില്ലയ്യോ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ജീവിപ്പിക്കും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കര്‍ത്തനേ</a:t>
            </a:r>
            <a:r>
              <a:rPr lang="en-US" sz="2400" dirty="0">
                <a:ea typeface="+mn-lt"/>
                <a:cs typeface="+mn-lt"/>
              </a:rPr>
              <a:t> - </a:t>
            </a:r>
            <a:r>
              <a:rPr lang="en-US" sz="2400" dirty="0" err="1">
                <a:ea typeface="+mn-lt"/>
                <a:cs typeface="+mn-lt"/>
              </a:rPr>
              <a:t>വന്നു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ജീവനും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ശക്തിയും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സ്നേഹവും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തന്നെന്നെ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ജീവിപ്പിച്ചീടേണമേ</a:t>
            </a:r>
            <a:r>
              <a:rPr lang="en-US" sz="2400" dirty="0">
                <a:ea typeface="+mn-lt"/>
                <a:cs typeface="+mn-lt"/>
              </a:rPr>
              <a:t> (2)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7F244-9F60-5865-556B-8C7B21689F7E}"/>
              </a:ext>
            </a:extLst>
          </p:cNvPr>
          <p:cNvSpPr txBox="1">
            <a:spLocks/>
          </p:cNvSpPr>
          <p:nvPr/>
        </p:nvSpPr>
        <p:spPr>
          <a:xfrm>
            <a:off x="345784" y="575109"/>
            <a:ext cx="8256918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err="1">
                <a:ea typeface="+mn-lt"/>
                <a:cs typeface="+mn-lt"/>
              </a:rPr>
              <a:t>Jeevithaminnum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shariyaayittillayyo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Jeevippikkum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Karththaney</a:t>
            </a:r>
            <a:r>
              <a:rPr lang="en-US" sz="3200">
                <a:ea typeface="+mn-lt"/>
                <a:cs typeface="+mn-lt"/>
              </a:rPr>
              <a:t> - </a:t>
            </a:r>
            <a:r>
              <a:rPr lang="en-US" sz="3200" err="1">
                <a:ea typeface="+mn-lt"/>
                <a:cs typeface="+mn-lt"/>
              </a:rPr>
              <a:t>vannu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Jeevanum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shakthiyum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snehavum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thannenney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jeevippichcheedenhamey</a:t>
            </a:r>
            <a:r>
              <a:rPr lang="en-US" sz="3200">
                <a:ea typeface="+mn-lt"/>
                <a:cs typeface="+mn-lt"/>
              </a:rPr>
              <a:t> (2)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1128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D5AA5-6A31-DFF5-A348-2A999989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C1CE-EF9D-8E67-0F93-0016079C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 194 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6C97378-CED7-CB24-9A05-3C1B92E30D6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E6331-AD72-6466-B146-575629E6B073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6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CD79C-EFB8-F34F-38BD-FAA4AAEF6805}"/>
              </a:ext>
            </a:extLst>
          </p:cNvPr>
          <p:cNvSpPr/>
          <p:nvPr/>
        </p:nvSpPr>
        <p:spPr>
          <a:xfrm>
            <a:off x="437793" y="2959755"/>
            <a:ext cx="799978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ശക്തിയി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സിംഹാസനമതിലേറി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വസിക്കുന്നയേശുരാജ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എന്നി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ശക്തിയോടെവന്നു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വാണിടും</a:t>
            </a:r>
            <a:r>
              <a:rPr lang="en-US" sz="2400" dirty="0">
                <a:ea typeface="+mn-lt"/>
                <a:cs typeface="+mn-lt"/>
              </a:rPr>
              <a:t> - </a:t>
            </a:r>
            <a:r>
              <a:rPr lang="en-US" sz="2400" dirty="0" err="1">
                <a:ea typeface="+mn-lt"/>
                <a:cs typeface="+mn-lt"/>
              </a:rPr>
              <a:t>നേരത്തി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ശക്തനായ്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ജീവിക്കും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 (2)</a:t>
            </a:r>
            <a:endParaRPr lang="en-US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D430A7-CB90-FAB5-FAC1-69DFC24BBD4C}"/>
              </a:ext>
            </a:extLst>
          </p:cNvPr>
          <p:cNvSpPr txBox="1">
            <a:spLocks/>
          </p:cNvSpPr>
          <p:nvPr/>
        </p:nvSpPr>
        <p:spPr>
          <a:xfrm>
            <a:off x="345784" y="575109"/>
            <a:ext cx="8256918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ea typeface="+mn-lt"/>
                <a:cs typeface="+mn-lt"/>
              </a:rPr>
              <a:t>Shakthiyin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simhaasanamathileri</a:t>
            </a:r>
            <a:endParaRPr lang="en-US" dirty="0"/>
          </a:p>
          <a:p>
            <a:pPr algn="l"/>
            <a:r>
              <a:rPr lang="en-US" sz="3200" dirty="0" err="1">
                <a:ea typeface="+mn-lt"/>
                <a:cs typeface="+mn-lt"/>
              </a:rPr>
              <a:t>Vasikkunna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Yeshuraajan</a:t>
            </a:r>
            <a:r>
              <a:rPr lang="en-US" sz="3200" dirty="0">
                <a:ea typeface="+mn-lt"/>
                <a:cs typeface="+mn-lt"/>
              </a:rPr>
              <a:t> - </a:t>
            </a:r>
            <a:r>
              <a:rPr lang="en-US" sz="3200" dirty="0" err="1">
                <a:ea typeface="+mn-lt"/>
                <a:cs typeface="+mn-lt"/>
              </a:rPr>
              <a:t>ennil</a:t>
            </a:r>
            <a:endParaRPr lang="en-US" dirty="0"/>
          </a:p>
          <a:p>
            <a:pPr algn="l"/>
            <a:r>
              <a:rPr lang="en-US" sz="3200" dirty="0" err="1">
                <a:ea typeface="+mn-lt"/>
                <a:cs typeface="+mn-lt"/>
              </a:rPr>
              <a:t>Shakthiyodevannu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vaanhidum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neraththil</a:t>
            </a:r>
            <a:endParaRPr lang="en-US" dirty="0"/>
          </a:p>
          <a:p>
            <a:pPr algn="l"/>
            <a:r>
              <a:rPr lang="en-US" sz="3200" dirty="0" err="1">
                <a:ea typeface="+mn-lt"/>
                <a:cs typeface="+mn-lt"/>
              </a:rPr>
              <a:t>Shakthanaai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jeevikkum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njaan</a:t>
            </a:r>
            <a:r>
              <a:rPr lang="en-US" sz="3200" dirty="0">
                <a:ea typeface="+mn-lt"/>
                <a:cs typeface="+mn-lt"/>
              </a:rPr>
              <a:t>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157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AD4A-B8B4-942A-1CEA-C2AAC592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98BC-2E52-3E5E-E63E-B51C9510A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 194 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82E6381-C550-1B35-30A6-C37EEF738D3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DC9F5-2C4B-673D-92AC-F24765004B0E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7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D8CD2-226B-3A51-5F98-99B58DE3A173}"/>
              </a:ext>
            </a:extLst>
          </p:cNvPr>
          <p:cNvSpPr/>
          <p:nvPr/>
        </p:nvSpPr>
        <p:spPr>
          <a:xfrm>
            <a:off x="242280" y="2959755"/>
            <a:ext cx="8195297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എന്നലങ്കാരവസ്ത്രം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ധരിച്ചിടും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ഇന്നുമുത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ദൈവമേ</a:t>
            </a:r>
            <a:r>
              <a:rPr lang="en-US" sz="2400" dirty="0">
                <a:ea typeface="+mn-lt"/>
                <a:cs typeface="+mn-lt"/>
              </a:rPr>
              <a:t> - </a:t>
            </a:r>
            <a:r>
              <a:rPr lang="en-US" sz="2400" dirty="0" err="1">
                <a:ea typeface="+mn-lt"/>
                <a:cs typeface="+mn-lt"/>
              </a:rPr>
              <a:t>മേലാ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എന്നിലശുദ്ധനും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ചേലയില്ലാത്തോനും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ചേർന്നു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വരികയില്ല</a:t>
            </a:r>
            <a:r>
              <a:rPr lang="en-US" sz="2400" dirty="0">
                <a:ea typeface="+mn-lt"/>
                <a:cs typeface="+mn-lt"/>
              </a:rPr>
              <a:t> (2)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A5DE3E-A41D-ABDF-6B30-E03696995C4B}"/>
              </a:ext>
            </a:extLst>
          </p:cNvPr>
          <p:cNvSpPr txBox="1">
            <a:spLocks/>
          </p:cNvSpPr>
          <p:nvPr/>
        </p:nvSpPr>
        <p:spPr>
          <a:xfrm>
            <a:off x="345784" y="575109"/>
            <a:ext cx="8256918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err="1">
                <a:ea typeface="+mn-lt"/>
                <a:cs typeface="+mn-lt"/>
              </a:rPr>
              <a:t>Ennalankaara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vasthram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dharichcheedum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njaan</a:t>
            </a:r>
            <a:endParaRPr lang="en-US" err="1"/>
          </a:p>
          <a:p>
            <a:pPr algn="l"/>
            <a:r>
              <a:rPr lang="en-US" sz="3200">
                <a:ea typeface="+mn-lt"/>
                <a:cs typeface="+mn-lt"/>
              </a:rPr>
              <a:t>Innu </a:t>
            </a:r>
            <a:r>
              <a:rPr lang="en-US" sz="3200" err="1">
                <a:ea typeface="+mn-lt"/>
                <a:cs typeface="+mn-lt"/>
              </a:rPr>
              <a:t>muthal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Daivamey</a:t>
            </a:r>
            <a:r>
              <a:rPr lang="en-US" sz="3200">
                <a:ea typeface="+mn-lt"/>
                <a:cs typeface="+mn-lt"/>
              </a:rPr>
              <a:t> - </a:t>
            </a:r>
            <a:r>
              <a:rPr lang="en-US" sz="3200" err="1">
                <a:ea typeface="+mn-lt"/>
                <a:cs typeface="+mn-lt"/>
              </a:rPr>
              <a:t>melaal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Ennilashudhdhanum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chèlayillaaththonum</a:t>
            </a:r>
            <a:endParaRPr lang="en-US" err="1"/>
          </a:p>
          <a:p>
            <a:pPr algn="l"/>
            <a:r>
              <a:rPr lang="en-US" sz="3200" err="1">
                <a:ea typeface="+mn-lt"/>
                <a:cs typeface="+mn-lt"/>
              </a:rPr>
              <a:t>chernnuvarikayilla</a:t>
            </a:r>
            <a:r>
              <a:rPr lang="en-US" sz="3200">
                <a:ea typeface="+mn-lt"/>
                <a:cs typeface="+mn-lt"/>
              </a:rPr>
              <a:t> (2)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231179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2D8E-1ED6-20B2-2456-48FDF81A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5B41F-24CB-EE31-856B-5BB24D5FB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Holy Communion –  194</a:t>
            </a:r>
            <a:endParaRPr lang="en-SG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1B30356-8617-A877-8F97-BDEB8ED159C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B8EB2-13AC-6F87-EF6A-E6389F7F7F57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8 of 8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484702-893E-DE42-4B4D-AF8CF6874718}"/>
              </a:ext>
            </a:extLst>
          </p:cNvPr>
          <p:cNvSpPr/>
          <p:nvPr/>
        </p:nvSpPr>
        <p:spPr>
          <a:xfrm>
            <a:off x="347556" y="2952235"/>
            <a:ext cx="7999784" cy="187743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US" sz="2000" dirty="0">
              <a:solidFill>
                <a:srgbClr val="5E5E5E"/>
              </a:solidFill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5E5E5E"/>
                </a:solidFill>
                <a:ea typeface="+mn-lt"/>
                <a:cs typeface="+mn-lt"/>
              </a:rPr>
              <a:t> </a:t>
            </a:r>
            <a:r>
              <a:rPr lang="en-US" sz="2400" dirty="0">
                <a:ea typeface="+mn-lt"/>
                <a:cs typeface="+mn-lt"/>
              </a:rPr>
              <a:t>ഈ </a:t>
            </a:r>
            <a:r>
              <a:rPr lang="en-US" sz="2400" dirty="0" err="1">
                <a:ea typeface="+mn-lt"/>
                <a:cs typeface="+mn-lt"/>
              </a:rPr>
              <a:t>വിധത്തില്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പരിപാലിക്കപ്പെട്ടീടാന്</a:t>
            </a:r>
            <a:r>
              <a:rPr lang="en-US" sz="2400" dirty="0">
                <a:ea typeface="+mn-lt"/>
                <a:cs typeface="+mn-lt"/>
              </a:rPr>
              <a:t>‍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ദൈവാത്മാവേ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വന്നെന്നില്</a:t>
            </a:r>
            <a:r>
              <a:rPr lang="en-US" sz="2400" dirty="0">
                <a:ea typeface="+mn-lt"/>
                <a:cs typeface="+mn-lt"/>
              </a:rPr>
              <a:t>‍ - </a:t>
            </a:r>
            <a:r>
              <a:rPr lang="en-US" sz="2400" dirty="0" err="1">
                <a:ea typeface="+mn-lt"/>
                <a:cs typeface="+mn-lt"/>
              </a:rPr>
              <a:t>എന്നും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ആവസിച്ചു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തേജസ്സാലെന്നുടെ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 err="1">
                <a:ea typeface="+mn-lt"/>
                <a:cs typeface="+mn-lt"/>
              </a:rPr>
              <a:t>ജീവന്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പ്രശോഭിപ്പിക്ക</a:t>
            </a:r>
            <a:r>
              <a:rPr lang="en-US" sz="2400" dirty="0">
                <a:ea typeface="+mn-lt"/>
                <a:cs typeface="+mn-lt"/>
              </a:rPr>
              <a:t>(2)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5DC262-763A-18AA-AB07-F034390CA59B}"/>
              </a:ext>
            </a:extLst>
          </p:cNvPr>
          <p:cNvSpPr txBox="1">
            <a:spLocks/>
          </p:cNvSpPr>
          <p:nvPr/>
        </p:nvSpPr>
        <p:spPr>
          <a:xfrm>
            <a:off x="345784" y="575109"/>
            <a:ext cx="8256918" cy="207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ea typeface="+mn-lt"/>
                <a:cs typeface="+mn-lt"/>
              </a:rPr>
              <a:t>Ee </a:t>
            </a:r>
            <a:r>
              <a:rPr lang="en-US" sz="3200" dirty="0" err="1">
                <a:ea typeface="+mn-lt"/>
                <a:cs typeface="+mn-lt"/>
              </a:rPr>
              <a:t>vidhaththil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paripaalikkappettidaan</a:t>
            </a:r>
            <a:endParaRPr lang="en-US" dirty="0"/>
          </a:p>
          <a:p>
            <a:pPr algn="l"/>
            <a:r>
              <a:rPr lang="en-US" sz="3200" dirty="0" err="1">
                <a:ea typeface="+mn-lt"/>
                <a:cs typeface="+mn-lt"/>
              </a:rPr>
              <a:t>Daivaathmaavey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vannennil</a:t>
            </a:r>
            <a:r>
              <a:rPr lang="en-US" sz="3200" dirty="0">
                <a:ea typeface="+mn-lt"/>
                <a:cs typeface="+mn-lt"/>
              </a:rPr>
              <a:t> – </a:t>
            </a:r>
            <a:r>
              <a:rPr lang="en-US" sz="3200" dirty="0" err="1">
                <a:ea typeface="+mn-lt"/>
                <a:cs typeface="+mn-lt"/>
              </a:rPr>
              <a:t>ennum</a:t>
            </a:r>
            <a:endParaRPr lang="en-US" dirty="0"/>
          </a:p>
          <a:p>
            <a:pPr algn="l"/>
            <a:r>
              <a:rPr lang="en-US" sz="3200" dirty="0" err="1">
                <a:ea typeface="+mn-lt"/>
                <a:cs typeface="+mn-lt"/>
              </a:rPr>
              <a:t>Aavasichchu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Thava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thejassaalennudey</a:t>
            </a:r>
            <a:endParaRPr lang="en-US" dirty="0"/>
          </a:p>
          <a:p>
            <a:pPr algn="l"/>
            <a:r>
              <a:rPr lang="en-US" sz="3200" dirty="0">
                <a:ea typeface="+mn-lt"/>
                <a:cs typeface="+mn-lt"/>
              </a:rPr>
              <a:t>Jeevan </a:t>
            </a:r>
            <a:r>
              <a:rPr lang="en-US" sz="3200" dirty="0" err="1">
                <a:ea typeface="+mn-lt"/>
                <a:cs typeface="+mn-lt"/>
              </a:rPr>
              <a:t>prashobhippikkaa</a:t>
            </a:r>
            <a:r>
              <a:rPr lang="en-US" sz="3200" dirty="0">
                <a:ea typeface="+mn-lt"/>
                <a:cs typeface="+mn-lt"/>
              </a:rPr>
              <a:t> (2)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4987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</a:t>
            </a:r>
            <a:r>
              <a:rPr lang="en-US">
                <a:latin typeface="+mn-lt"/>
              </a:rPr>
              <a:t>413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188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482803" y="1208435"/>
            <a:ext cx="8178394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Daivaththil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kandoru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nirbhayamaam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paar-ppidam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Ithra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soukhyamengumey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kaanhunnilla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sadhu-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347472" y="3132979"/>
            <a:ext cx="8449056" cy="188513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ദൈവത്തി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ൽ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കണ്ടൊരു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നിർഭയമാം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ർ-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പ്പിടം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ഇത്ര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സൗഖ്യമെങ്ങുമേ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കാണുന്നില്ല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സാധു-ഞാ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</a:t>
            </a:r>
            <a:endParaRPr lang="en-US" sz="2400" dirty="0"/>
          </a:p>
          <a:p>
            <a:pPr lvl="8"/>
            <a:r>
              <a:rPr lang="en-US" dirty="0">
                <a:ea typeface="Calibri" panose="020F0502020204030204"/>
                <a:cs typeface="Calibri" panose="020F0502020204030204"/>
              </a:rPr>
              <a:t>                                                          </a:t>
            </a:r>
            <a:r>
              <a:rPr lang="en-US" dirty="0">
                <a:latin typeface="Calibri"/>
                <a:ea typeface="Calibri"/>
                <a:cs typeface="Calibri"/>
              </a:rPr>
              <a:t> Chorus;</a:t>
            </a:r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C9D2D-EACB-79F3-8672-19DF7AB738A1}"/>
              </a:ext>
            </a:extLst>
          </p:cNvPr>
          <p:cNvSpPr txBox="1"/>
          <p:nvPr/>
        </p:nvSpPr>
        <p:spPr>
          <a:xfrm>
            <a:off x="6945087" y="4835723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10</a:t>
            </a:r>
          </a:p>
        </p:txBody>
      </p:sp>
    </p:spTree>
    <p:extLst>
      <p:ext uri="{BB962C8B-B14F-4D97-AF65-F5344CB8AC3E}">
        <p14:creationId xmlns:p14="http://schemas.microsoft.com/office/powerpoint/2010/main" val="232143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F5E7-A8C0-BFB9-BAC6-C2CA8D90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7C1D-79F5-11A1-B4A1-F48C4532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56544-E4DA-C75D-84AA-AE0700453724}"/>
              </a:ext>
            </a:extLst>
          </p:cNvPr>
          <p:cNvSpPr txBox="1"/>
          <p:nvPr/>
        </p:nvSpPr>
        <p:spPr>
          <a:xfrm>
            <a:off x="636423" y="907646"/>
            <a:ext cx="7871155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chirakinu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keezh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durghatanangalh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neengi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Vaazhunnenthumothamaai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njaanathyuch-chamaai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!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77506-15F9-3ED3-6D77-BED0DC71649D}"/>
              </a:ext>
            </a:extLst>
          </p:cNvPr>
          <p:cNvSpPr txBox="1"/>
          <p:nvPr/>
        </p:nvSpPr>
        <p:spPr>
          <a:xfrm>
            <a:off x="347472" y="3050262"/>
            <a:ext cx="8449056" cy="123880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തന്റെ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ചിറകിന്നുകീഴ്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ദുർഘടങ്ങ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ൾ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നീങ്ങി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വാഴുന്നെന്തുമോദമായ്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പാടും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അത്യു-ച്ചമായ്</a:t>
            </a:r>
            <a:endParaRPr lang="en-US" sz="2400" dirty="0"/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32ED1-B5F0-3D84-501D-CC711AE01EE9}"/>
              </a:ext>
            </a:extLst>
          </p:cNvPr>
          <p:cNvSpPr txBox="1"/>
          <p:nvPr/>
        </p:nvSpPr>
        <p:spPr>
          <a:xfrm>
            <a:off x="7046687" y="4835725"/>
            <a:ext cx="2093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10</a:t>
            </a:r>
          </a:p>
        </p:txBody>
      </p:sp>
    </p:spTree>
    <p:extLst>
      <p:ext uri="{BB962C8B-B14F-4D97-AF65-F5344CB8AC3E}">
        <p14:creationId xmlns:p14="http://schemas.microsoft.com/office/powerpoint/2010/main" val="1338693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9557-6C38-9A3B-4A4E-C823528A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4947-AB00-3688-9E89-ACA5AEAD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D545C-1CA6-D7A5-31A9-640D2D92980D}"/>
              </a:ext>
            </a:extLst>
          </p:cNvPr>
          <p:cNvSpPr txBox="1"/>
          <p:nvPr/>
        </p:nvSpPr>
        <p:spPr>
          <a:xfrm>
            <a:off x="318092" y="1080600"/>
            <a:ext cx="7154265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nizhalinu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keezh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channanaai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paar-kkayaal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Raappakal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nirbhayan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bheethidoorey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paanju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-poi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910B4-9D0C-5A7C-AB96-88551D0731EF}"/>
              </a:ext>
            </a:extLst>
          </p:cNvPr>
          <p:cNvSpPr txBox="1"/>
          <p:nvPr/>
        </p:nvSpPr>
        <p:spPr>
          <a:xfrm>
            <a:off x="318092" y="2928108"/>
            <a:ext cx="8380427" cy="228524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തന്റെ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നിഴലിനുകീഴ്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ഛന്നനായ്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ർ-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ക്കയാ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രാപ്പക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ൽ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നിർഭയ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ഭീതി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ദൂരെ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പാഞ്ഞു-പോയ്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                                                                                                             </a:t>
            </a:r>
            <a:r>
              <a:rPr lang="en-US" dirty="0">
                <a:latin typeface="Calibri"/>
                <a:ea typeface="Calibri"/>
                <a:cs typeface="Calibri"/>
              </a:rPr>
              <a:t>Chorus;</a:t>
            </a:r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36D09-BA94-B373-248B-E03DAFD86E2E}"/>
              </a:ext>
            </a:extLst>
          </p:cNvPr>
          <p:cNvSpPr txBox="1"/>
          <p:nvPr/>
        </p:nvSpPr>
        <p:spPr>
          <a:xfrm>
            <a:off x="6988629" y="4835725"/>
            <a:ext cx="2151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10</a:t>
            </a:r>
          </a:p>
        </p:txBody>
      </p:sp>
    </p:spTree>
    <p:extLst>
      <p:ext uri="{BB962C8B-B14F-4D97-AF65-F5344CB8AC3E}">
        <p14:creationId xmlns:p14="http://schemas.microsoft.com/office/powerpoint/2010/main" val="3692014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83A0-A0DF-5801-18FB-28CF9EBA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136F-52C3-7737-357C-35EA3661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B6ED9-736B-1354-783C-331545EAC45B}"/>
              </a:ext>
            </a:extLst>
          </p:cNvPr>
          <p:cNvSpPr txBox="1"/>
          <p:nvPr/>
        </p:nvSpPr>
        <p:spPr>
          <a:xfrm>
            <a:off x="636423" y="907646"/>
            <a:ext cx="7871155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chirakinu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keezh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durghatanangalh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neengi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Vaazhunnenthumothamaai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njaanathyuch-chamaai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!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734F9-EC80-6FC1-03D3-96D82896AD22}"/>
              </a:ext>
            </a:extLst>
          </p:cNvPr>
          <p:cNvSpPr txBox="1"/>
          <p:nvPr/>
        </p:nvSpPr>
        <p:spPr>
          <a:xfrm>
            <a:off x="347472" y="3050262"/>
            <a:ext cx="8449056" cy="123880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തന്റെ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ചിറകിന്നുകീഴ്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ദുർഘടങ്ങ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ൾ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നീങ്ങി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വാഴുന്നെന്തുമോദമായ്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പാടും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അത്യു-ച്ചമായ്</a:t>
            </a:r>
            <a:endParaRPr lang="en-US" sz="2400" dirty="0"/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B77B8-26FA-927A-1C0A-0911EB68FA8A}"/>
              </a:ext>
            </a:extLst>
          </p:cNvPr>
          <p:cNvSpPr txBox="1"/>
          <p:nvPr/>
        </p:nvSpPr>
        <p:spPr>
          <a:xfrm>
            <a:off x="7046687" y="4835725"/>
            <a:ext cx="2093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10</a:t>
            </a:r>
          </a:p>
        </p:txBody>
      </p:sp>
    </p:spTree>
    <p:extLst>
      <p:ext uri="{BB962C8B-B14F-4D97-AF65-F5344CB8AC3E}">
        <p14:creationId xmlns:p14="http://schemas.microsoft.com/office/powerpoint/2010/main" val="2190295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7533-23E0-4939-5EB7-ACCAB66D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D63C-15E7-FEBF-2C86-A64CAE4F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4B079-F61F-AB1B-59F5-DD70E5F8405D}"/>
              </a:ext>
            </a:extLst>
          </p:cNvPr>
          <p:cNvSpPr txBox="1"/>
          <p:nvPr/>
        </p:nvSpPr>
        <p:spPr>
          <a:xfrm>
            <a:off x="647395" y="907646"/>
            <a:ext cx="7849210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Ghoramahaamaariyo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kooriruttin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vel-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hayo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Illa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thellum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chanchalam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naathanundu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koo-davey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09490-760F-E832-1374-5AA922E18B77}"/>
              </a:ext>
            </a:extLst>
          </p:cNvPr>
          <p:cNvSpPr txBox="1"/>
          <p:nvPr/>
        </p:nvSpPr>
        <p:spPr>
          <a:xfrm>
            <a:off x="785470" y="3050262"/>
            <a:ext cx="7573061" cy="194668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ഘോരമഹാമാരിയോ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കൂരിരുട്ടി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വേള-യോ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ഇല്ലതെല്ലും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ചഞ്ചലം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നാഥനുണ്ടു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കൂ-ടവേ</a:t>
            </a:r>
            <a:endParaRPr lang="en-US" sz="2400" dirty="0"/>
          </a:p>
          <a:p>
            <a:endParaRPr lang="en-US" dirty="0"/>
          </a:p>
          <a:p>
            <a:r>
              <a:rPr lang="en-US" sz="2800" dirty="0">
                <a:latin typeface="ML-TTKarthika"/>
              </a:rPr>
              <a:t>                                                                  </a:t>
            </a:r>
            <a:r>
              <a:rPr lang="en-US" dirty="0">
                <a:latin typeface="Calibri"/>
                <a:ea typeface="Calibri"/>
                <a:cs typeface="Calibri"/>
              </a:rPr>
              <a:t>Chorus;</a:t>
            </a:r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8DF18-40D4-CD14-A830-8CAEDC4BF62C}"/>
              </a:ext>
            </a:extLst>
          </p:cNvPr>
          <p:cNvSpPr txBox="1"/>
          <p:nvPr/>
        </p:nvSpPr>
        <p:spPr>
          <a:xfrm>
            <a:off x="7053943" y="4835725"/>
            <a:ext cx="2085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10</a:t>
            </a:r>
          </a:p>
        </p:txBody>
      </p:sp>
    </p:spTree>
    <p:extLst>
      <p:ext uri="{BB962C8B-B14F-4D97-AF65-F5344CB8AC3E}">
        <p14:creationId xmlns:p14="http://schemas.microsoft.com/office/powerpoint/2010/main" val="18507013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2DE0-7135-537D-5F51-6B65CA18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A6EB-C909-8250-1AE4-280C9CE0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BD0E5-03D7-784C-5326-F8AB9A163DB1}"/>
              </a:ext>
            </a:extLst>
          </p:cNvPr>
          <p:cNvSpPr txBox="1"/>
          <p:nvPr/>
        </p:nvSpPr>
        <p:spPr>
          <a:xfrm>
            <a:off x="636423" y="907646"/>
            <a:ext cx="7871155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chirakinu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keezh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durghatanangalh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neengi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Vaazhunnenthumothamaai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njaanathyuch-chamaai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!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4949F-E9E5-394F-62C5-F03AC78211ED}"/>
              </a:ext>
            </a:extLst>
          </p:cNvPr>
          <p:cNvSpPr txBox="1"/>
          <p:nvPr/>
        </p:nvSpPr>
        <p:spPr>
          <a:xfrm>
            <a:off x="485357" y="3224433"/>
            <a:ext cx="8449056" cy="123880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തന്റെ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ചിറകിന്നുകീഴ്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ദുർഘടങ്ങ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ൾ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നീങ്ങി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വാഴുന്നെന്തുമോദമായ്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പാടും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അത്യു-ച്ചമായ്</a:t>
            </a:r>
            <a:endParaRPr lang="en-US" sz="2400" dirty="0"/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E2940-74DD-2A1A-DA28-CD71AAE35EEE}"/>
              </a:ext>
            </a:extLst>
          </p:cNvPr>
          <p:cNvSpPr txBox="1"/>
          <p:nvPr/>
        </p:nvSpPr>
        <p:spPr>
          <a:xfrm>
            <a:off x="7061201" y="4835725"/>
            <a:ext cx="2078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10</a:t>
            </a:r>
          </a:p>
        </p:txBody>
      </p:sp>
    </p:spTree>
    <p:extLst>
      <p:ext uri="{BB962C8B-B14F-4D97-AF65-F5344CB8AC3E}">
        <p14:creationId xmlns:p14="http://schemas.microsoft.com/office/powerpoint/2010/main" val="3121763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09EE-F034-B954-E9B0-389877DB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5BE5-5298-4990-1DD6-92AFD0DB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CECDB-54F5-3CE2-4EFC-7393A1AE8241}"/>
              </a:ext>
            </a:extLst>
          </p:cNvPr>
          <p:cNvSpPr txBox="1"/>
          <p:nvPr/>
        </p:nvSpPr>
        <p:spPr>
          <a:xfrm>
            <a:off x="605454" y="975324"/>
            <a:ext cx="680513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Aayirangalhennudey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nerkku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vanney-thirkkilum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Veethiyullha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pakshangalh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saadhuvey-marachchidum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6BE79-9C55-5F87-B609-FD38BBF8674A}"/>
              </a:ext>
            </a:extLst>
          </p:cNvPr>
          <p:cNvSpPr txBox="1"/>
          <p:nvPr/>
        </p:nvSpPr>
        <p:spPr>
          <a:xfrm>
            <a:off x="550325" y="3050262"/>
            <a:ext cx="7516969" cy="240835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ആയിരങ്ങളെന്നുടെ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നേർക്കുവന്നെ-തിർക്കിലും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വീതിയുള്ള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പക്ഷങ്ങ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ൾ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സാധുവെ-മറച്ചിടും</a:t>
            </a:r>
            <a:endParaRPr lang="en-US" sz="2400" dirty="0"/>
          </a:p>
          <a:p>
            <a:r>
              <a:rPr lang="en-US" sz="2400" dirty="0">
                <a:latin typeface="ML-TTKarthika"/>
              </a:rPr>
              <a:t>                                                                     </a:t>
            </a:r>
          </a:p>
          <a:p>
            <a:r>
              <a:rPr lang="en-US" sz="2800" dirty="0">
                <a:latin typeface="ML-TTKarthika"/>
              </a:rPr>
              <a:t>                                                               </a:t>
            </a:r>
            <a:r>
              <a:rPr lang="en-US" dirty="0">
                <a:latin typeface="Calibri"/>
                <a:ea typeface="Calibri"/>
                <a:cs typeface="Calibri"/>
              </a:rPr>
              <a:t>Chorus;</a:t>
            </a:r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E88EB-5A99-14DD-74E6-69C34DE76371}"/>
              </a:ext>
            </a:extLst>
          </p:cNvPr>
          <p:cNvSpPr txBox="1"/>
          <p:nvPr/>
        </p:nvSpPr>
        <p:spPr>
          <a:xfrm>
            <a:off x="7075715" y="4835725"/>
            <a:ext cx="2064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7 of 10</a:t>
            </a:r>
          </a:p>
        </p:txBody>
      </p:sp>
    </p:spTree>
    <p:extLst>
      <p:ext uri="{BB962C8B-B14F-4D97-AF65-F5344CB8AC3E}">
        <p14:creationId xmlns:p14="http://schemas.microsoft.com/office/powerpoint/2010/main" val="4247893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60C39-DB37-5E52-12D7-3318C97E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583-6E33-764B-14FD-434F37E9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93191-C3A7-FF2F-C385-538754B423FD}"/>
              </a:ext>
            </a:extLst>
          </p:cNvPr>
          <p:cNvSpPr txBox="1"/>
          <p:nvPr/>
        </p:nvSpPr>
        <p:spPr>
          <a:xfrm>
            <a:off x="636423" y="907646"/>
            <a:ext cx="7871155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chirakinu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keezh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durghatanangalh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neengi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Vaazhunnenthumothamaai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njaanathyuch-chamaai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!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30A6D-47D8-173D-EFA8-5C9AF0535D54}"/>
              </a:ext>
            </a:extLst>
          </p:cNvPr>
          <p:cNvSpPr txBox="1"/>
          <p:nvPr/>
        </p:nvSpPr>
        <p:spPr>
          <a:xfrm>
            <a:off x="347472" y="3050262"/>
            <a:ext cx="8449056" cy="123880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തന്റെ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ചിറകിന്നുകീഴ്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ദുർഘടങ്ങ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ൾ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നീങ്ങി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വാഴുന്നെന്തുമോദമായ്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പാടും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അത്യു-ച്ചമായ്</a:t>
            </a:r>
            <a:endParaRPr lang="en-US" sz="2400" dirty="0"/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B760F-7361-48D3-A8B4-D1ED3320C861}"/>
              </a:ext>
            </a:extLst>
          </p:cNvPr>
          <p:cNvSpPr txBox="1"/>
          <p:nvPr/>
        </p:nvSpPr>
        <p:spPr>
          <a:xfrm>
            <a:off x="7097487" y="4835725"/>
            <a:ext cx="2042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8 of 10</a:t>
            </a:r>
          </a:p>
        </p:txBody>
      </p:sp>
    </p:spTree>
    <p:extLst>
      <p:ext uri="{BB962C8B-B14F-4D97-AF65-F5344CB8AC3E}">
        <p14:creationId xmlns:p14="http://schemas.microsoft.com/office/powerpoint/2010/main" val="447992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0A2D-C3F1-3397-D2FF-A378E6E3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0AC8-A6E7-B810-2529-3FC306B9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FD1D1-3323-1F3F-07C2-0C0D81DC1466}"/>
              </a:ext>
            </a:extLst>
          </p:cNvPr>
          <p:cNvSpPr txBox="1"/>
          <p:nvPr/>
        </p:nvSpPr>
        <p:spPr>
          <a:xfrm>
            <a:off x="647395" y="907646"/>
            <a:ext cx="7849210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Snehashaali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rakshakan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khedakam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sathya-maam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Entey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chankilundithaa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rakshithaavin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per-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sadaa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AA64A-44E4-FB6A-9BC9-BD0224BA9E53}"/>
              </a:ext>
            </a:extLst>
          </p:cNvPr>
          <p:cNvSpPr txBox="1"/>
          <p:nvPr/>
        </p:nvSpPr>
        <p:spPr>
          <a:xfrm>
            <a:off x="232229" y="2796705"/>
            <a:ext cx="7988227" cy="216213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സ്നേഹശാലി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രക്ഷക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ഖേടകം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തൻ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സത്യ-മാം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എന്റെ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ചങ്കിലുണ്ടിതാ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രക്ഷിതാവി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പേ</a:t>
            </a:r>
            <a:r>
              <a:rPr lang="en-US" sz="24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ർ-</a:t>
            </a:r>
            <a:r>
              <a:rPr lang="en-US" sz="2400" b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സദാ</a:t>
            </a:r>
            <a:r>
              <a:rPr lang="en-US" sz="20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.</a:t>
            </a:r>
            <a:endParaRPr lang="en-US" sz="2000" dirty="0"/>
          </a:p>
          <a:p>
            <a:endParaRPr lang="en-US" sz="2000" b="1" dirty="0">
              <a:solidFill>
                <a:srgbClr val="222222"/>
              </a:solidFill>
              <a:latin typeface="Lato"/>
              <a:ea typeface="Lato"/>
              <a:cs typeface="Lato"/>
            </a:endParaRPr>
          </a:p>
          <a:p>
            <a:r>
              <a:rPr lang="en-US" sz="2000" b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                                                                                         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Chorus;</a:t>
            </a:r>
          </a:p>
          <a:p>
            <a:endParaRPr lang="en-US" sz="2000" b="1" dirty="0">
              <a:solidFill>
                <a:srgbClr val="222222"/>
              </a:solidFill>
              <a:latin typeface="Lato"/>
              <a:ea typeface="Lato"/>
              <a:cs typeface="Lato"/>
            </a:endParaRPr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4774A-E9F8-6575-F73C-8930683F9424}"/>
              </a:ext>
            </a:extLst>
          </p:cNvPr>
          <p:cNvSpPr txBox="1"/>
          <p:nvPr/>
        </p:nvSpPr>
        <p:spPr>
          <a:xfrm>
            <a:off x="7017657" y="4835725"/>
            <a:ext cx="21221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9 of 10</a:t>
            </a:r>
          </a:p>
        </p:txBody>
      </p:sp>
    </p:spTree>
    <p:extLst>
      <p:ext uri="{BB962C8B-B14F-4D97-AF65-F5344CB8AC3E}">
        <p14:creationId xmlns:p14="http://schemas.microsoft.com/office/powerpoint/2010/main" val="22244260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23905-74E3-DE04-4F7D-E5FE45ED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EF371-802F-60B6-DC71-AF84A942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413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50ACB-E322-65C3-1FBC-899B55AF416D}"/>
              </a:ext>
            </a:extLst>
          </p:cNvPr>
          <p:cNvSpPr txBox="1"/>
          <p:nvPr/>
        </p:nvSpPr>
        <p:spPr>
          <a:xfrm>
            <a:off x="636423" y="907646"/>
            <a:ext cx="7871155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chirakinu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keezh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durghatanangalh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neengi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Vaazhunnenthumothamaai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-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paadum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njaanathyuch-chamaai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!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AD4A8-6FF9-2C78-EA27-DA6CDBCDD063}"/>
              </a:ext>
            </a:extLst>
          </p:cNvPr>
          <p:cNvSpPr txBox="1"/>
          <p:nvPr/>
        </p:nvSpPr>
        <p:spPr>
          <a:xfrm>
            <a:off x="398272" y="3173633"/>
            <a:ext cx="8449056" cy="123880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തന്റെ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ചിറകിന്നുകീഴ്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ദുർഘടങ്ങ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ൾ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നീങ്ങി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വാഴുന്നെന്തുമോദമായ്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പാടും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ഞാ</a:t>
            </a:r>
            <a:r>
              <a:rPr lang="en-US" sz="2400" b="1" i="1" dirty="0">
                <a:solidFill>
                  <a:srgbClr val="222222"/>
                </a:solidFill>
                <a:latin typeface="Lato"/>
                <a:ea typeface="Lato"/>
                <a:cs typeface="Lato"/>
              </a:rPr>
              <a:t>ൻ </a:t>
            </a:r>
            <a:r>
              <a:rPr lang="en-US" sz="2400" b="1" i="1" dirty="0" err="1">
                <a:solidFill>
                  <a:srgbClr val="222222"/>
                </a:solidFill>
                <a:latin typeface="Lato"/>
                <a:ea typeface="Lato"/>
                <a:cs typeface="Lato"/>
              </a:rPr>
              <a:t>അത്യു-ച്ചമായ്</a:t>
            </a:r>
            <a:endParaRPr lang="en-US" sz="2400" dirty="0"/>
          </a:p>
          <a:p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AC243-B267-B06E-A61E-DEED2C953450}"/>
              </a:ext>
            </a:extLst>
          </p:cNvPr>
          <p:cNvSpPr txBox="1"/>
          <p:nvPr/>
        </p:nvSpPr>
        <p:spPr>
          <a:xfrm>
            <a:off x="6894287" y="4835725"/>
            <a:ext cx="2245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10 of 10</a:t>
            </a:r>
          </a:p>
        </p:txBody>
      </p:sp>
    </p:spTree>
    <p:extLst>
      <p:ext uri="{BB962C8B-B14F-4D97-AF65-F5344CB8AC3E}">
        <p14:creationId xmlns:p14="http://schemas.microsoft.com/office/powerpoint/2010/main" val="2128694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Hymn No. 262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40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D7CE-F119-1088-EC06-643E9C78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B44B-FAFB-7C2A-D7F6-4D769874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96F37-72BF-0807-5B96-569A4F5B888D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Thunhayenikkeshuvaam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kuraviniyillathaal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Anudinam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nizhalin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maravil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vasichchidum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47305-D779-90C0-F1CA-5EB8E48C1B1C}"/>
              </a:ext>
            </a:extLst>
          </p:cNvPr>
          <p:cNvSpPr txBox="1"/>
          <p:nvPr/>
        </p:nvSpPr>
        <p:spPr>
          <a:xfrm>
            <a:off x="130652" y="3050262"/>
            <a:ext cx="9003012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തുണയെനിക്കേശുവാം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കുറവിനിയില്ലതാ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അനുദിനം</a:t>
            </a:r>
            <a:r>
              <a:rPr lang="en-US" sz="2400" dirty="0">
                <a:ea typeface="+mn-lt"/>
                <a:cs typeface="+mn-lt"/>
              </a:rPr>
              <a:t> തൻ </a:t>
            </a:r>
            <a:r>
              <a:rPr lang="en-US" sz="2400" dirty="0" err="1">
                <a:ea typeface="+mn-lt"/>
                <a:cs typeface="+mn-lt"/>
              </a:rPr>
              <a:t>നിഴലി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മറവി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വസിച്ചിടും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r>
              <a:rPr lang="en-US" sz="2400" dirty="0">
                <a:latin typeface="ML-TTKarthika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EC1324-87A2-432A-C2F7-79807DBEF408}"/>
              </a:ext>
            </a:extLst>
          </p:cNvPr>
          <p:cNvSpPr txBox="1"/>
          <p:nvPr/>
        </p:nvSpPr>
        <p:spPr>
          <a:xfrm>
            <a:off x="6908801" y="4835725"/>
            <a:ext cx="2231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1 of 11</a:t>
            </a:r>
          </a:p>
        </p:txBody>
      </p:sp>
    </p:spTree>
    <p:extLst>
      <p:ext uri="{BB962C8B-B14F-4D97-AF65-F5344CB8AC3E}">
        <p14:creationId xmlns:p14="http://schemas.microsoft.com/office/powerpoint/2010/main" val="757515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93DF-66AF-B7CE-C2A5-5EF302F4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6FF6-B776-F913-5405-2D3A7550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74AEA-7C4C-DF5B-FDF1-FFFF2C1E8003}"/>
              </a:ext>
            </a:extLst>
          </p:cNvPr>
          <p:cNvSpPr txBox="1"/>
          <p:nvPr/>
        </p:nvSpPr>
        <p:spPr>
          <a:xfrm>
            <a:off x="512040" y="1050521"/>
            <a:ext cx="7849210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Avanentey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sankethavum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avalambavum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kottayum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Avani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yilaakulaththil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avan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mathiyaashrayippaan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2716B-F4F6-8203-434C-D935746A475F}"/>
              </a:ext>
            </a:extLst>
          </p:cNvPr>
          <p:cNvSpPr txBox="1"/>
          <p:nvPr/>
        </p:nvSpPr>
        <p:spPr>
          <a:xfrm>
            <a:off x="343888" y="3170578"/>
            <a:ext cx="8328398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അവനെന്‍റെ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സങ്കേതവും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അവലംബവും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കോട്ടയും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അവനിയിലാകുലത്തി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അവ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മതിയാശ്രയിപ്പാ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BCDBB-2DA4-A967-B63F-53DDD5A3101A}"/>
              </a:ext>
            </a:extLst>
          </p:cNvPr>
          <p:cNvSpPr txBox="1"/>
          <p:nvPr/>
        </p:nvSpPr>
        <p:spPr>
          <a:xfrm>
            <a:off x="7061201" y="4835725"/>
            <a:ext cx="2078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2 of 11</a:t>
            </a:r>
          </a:p>
        </p:txBody>
      </p:sp>
    </p:spTree>
    <p:extLst>
      <p:ext uri="{BB962C8B-B14F-4D97-AF65-F5344CB8AC3E}">
        <p14:creationId xmlns:p14="http://schemas.microsoft.com/office/powerpoint/2010/main" val="3778138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7E18-6872-B019-A957-4A4FE415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641A-9276-A500-957E-F16142C1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426D7-87FE-485A-2DC3-00700DA40722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Thunhayenikkeshuvaam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kuraviniyillathaal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Anudinam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nizhalin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maravil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vasichchidum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10B5C-9D17-4D87-FB36-2AEBFABE5149}"/>
              </a:ext>
            </a:extLst>
          </p:cNvPr>
          <p:cNvSpPr txBox="1"/>
          <p:nvPr/>
        </p:nvSpPr>
        <p:spPr>
          <a:xfrm>
            <a:off x="130652" y="3050262"/>
            <a:ext cx="9003012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തുണയെനിക്കേശുവാം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കുറവിനിയില്ലതാ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അനുദിനം</a:t>
            </a:r>
            <a:r>
              <a:rPr lang="en-US" sz="2400" dirty="0">
                <a:ea typeface="+mn-lt"/>
                <a:cs typeface="+mn-lt"/>
              </a:rPr>
              <a:t> തൻ </a:t>
            </a:r>
            <a:r>
              <a:rPr lang="en-US" sz="2400" dirty="0" err="1">
                <a:ea typeface="+mn-lt"/>
                <a:cs typeface="+mn-lt"/>
              </a:rPr>
              <a:t>നിഴലി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മറവി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വസിച്ചിടും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r>
              <a:rPr lang="en-US" sz="2400" dirty="0">
                <a:latin typeface="ML-TTKarthika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37742-FE05-8852-21E5-F9895A918E98}"/>
              </a:ext>
            </a:extLst>
          </p:cNvPr>
          <p:cNvSpPr txBox="1"/>
          <p:nvPr/>
        </p:nvSpPr>
        <p:spPr>
          <a:xfrm>
            <a:off x="7053943" y="4835725"/>
            <a:ext cx="20858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3 of 11</a:t>
            </a:r>
          </a:p>
        </p:txBody>
      </p:sp>
    </p:spTree>
    <p:extLst>
      <p:ext uri="{BB962C8B-B14F-4D97-AF65-F5344CB8AC3E}">
        <p14:creationId xmlns:p14="http://schemas.microsoft.com/office/powerpoint/2010/main" val="16322751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DFDE-4E4A-53ED-07CA-CE99FBD2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70B0-C9CE-286C-8A1A-6B7093D7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C7763-97B4-F9C6-8030-0A2BECE200A5}"/>
              </a:ext>
            </a:extLst>
          </p:cNvPr>
          <p:cNvSpPr txBox="1"/>
          <p:nvPr/>
        </p:nvSpPr>
        <p:spPr>
          <a:xfrm>
            <a:off x="470580" y="1208435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Pakayentey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kanhikalhilum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pakarunna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vyadhiyilum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Pakalilum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raavilum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Thaan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pakarnnidum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kripa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mazhapol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860CF-A563-AE79-C92A-4587D5332499}"/>
              </a:ext>
            </a:extLst>
          </p:cNvPr>
          <p:cNvSpPr txBox="1"/>
          <p:nvPr/>
        </p:nvSpPr>
        <p:spPr>
          <a:xfrm>
            <a:off x="404508" y="3050262"/>
            <a:ext cx="8334985" cy="117724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പകയെന്‍റെ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കണികളിലും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പകരുന്ന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വ്യാധിയിലും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പകലിലും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രാവിലും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താ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പകർന്നിടും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കൃപമഴപോ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CC427-B7DF-4F58-D307-B248B6633DD1}"/>
              </a:ext>
            </a:extLst>
          </p:cNvPr>
          <p:cNvSpPr txBox="1"/>
          <p:nvPr/>
        </p:nvSpPr>
        <p:spPr>
          <a:xfrm>
            <a:off x="7032171" y="4835725"/>
            <a:ext cx="2107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4 of 11</a:t>
            </a:r>
          </a:p>
        </p:txBody>
      </p:sp>
    </p:spTree>
    <p:extLst>
      <p:ext uri="{BB962C8B-B14F-4D97-AF65-F5344CB8AC3E}">
        <p14:creationId xmlns:p14="http://schemas.microsoft.com/office/powerpoint/2010/main" val="12849746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D7E2-5D7D-F59A-9015-311765E2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5D05-6309-603E-7870-CCFF2AB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A74DE-BC7D-14B4-8BCA-34C5518787B0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Thunhayenikkeshuvaam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kuraviniyillathaal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Anudinam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nizhalin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maravil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vasichchidum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41514-81A7-5401-9E9F-DA72D6C12435}"/>
              </a:ext>
            </a:extLst>
          </p:cNvPr>
          <p:cNvSpPr txBox="1"/>
          <p:nvPr/>
        </p:nvSpPr>
        <p:spPr>
          <a:xfrm>
            <a:off x="130652" y="3050262"/>
            <a:ext cx="9003012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തുണയെനിക്കേശുവാം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കുറവിനിയില്ലതാ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അനുദിനം</a:t>
            </a:r>
            <a:r>
              <a:rPr lang="en-US" sz="2400" dirty="0">
                <a:ea typeface="+mn-lt"/>
                <a:cs typeface="+mn-lt"/>
              </a:rPr>
              <a:t> തൻ </a:t>
            </a:r>
            <a:r>
              <a:rPr lang="en-US" sz="2400" dirty="0" err="1">
                <a:ea typeface="+mn-lt"/>
                <a:cs typeface="+mn-lt"/>
              </a:rPr>
              <a:t>നിഴലി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മറവി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വസിച്ചിടും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r>
              <a:rPr lang="en-US" sz="2400" dirty="0">
                <a:latin typeface="ML-TTKarthika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3583A-FC69-C635-FB3E-72A2EC625E92}"/>
              </a:ext>
            </a:extLst>
          </p:cNvPr>
          <p:cNvSpPr txBox="1"/>
          <p:nvPr/>
        </p:nvSpPr>
        <p:spPr>
          <a:xfrm>
            <a:off x="7104743" y="4835725"/>
            <a:ext cx="20350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5 of 11</a:t>
            </a:r>
          </a:p>
        </p:txBody>
      </p:sp>
    </p:spTree>
    <p:extLst>
      <p:ext uri="{BB962C8B-B14F-4D97-AF65-F5344CB8AC3E}">
        <p14:creationId xmlns:p14="http://schemas.microsoft.com/office/powerpoint/2010/main" val="3030067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262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461464" y="1420823"/>
            <a:ext cx="79654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a typeface="+mn-lt"/>
                <a:cs typeface="+mn-lt"/>
              </a:rPr>
              <a:t>Sharanhamavan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tharum</a:t>
            </a:r>
            <a:r>
              <a:rPr lang="en-US" sz="2800" dirty="0">
                <a:ea typeface="+mn-lt"/>
                <a:cs typeface="+mn-lt"/>
              </a:rPr>
              <a:t> than </a:t>
            </a:r>
            <a:r>
              <a:rPr lang="en-US" sz="2800" dirty="0" err="1">
                <a:ea typeface="+mn-lt"/>
                <a:cs typeface="+mn-lt"/>
              </a:rPr>
              <a:t>chirakukalhin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keezhil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Parichayum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palakayumaam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paramanippaaridaththil</a:t>
            </a:r>
            <a:endParaRPr lang="en-US" sz="28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463576" y="3026530"/>
            <a:ext cx="7613623" cy="12618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ea typeface="+mn-lt"/>
                <a:cs typeface="+mn-lt"/>
              </a:rPr>
              <a:t>ശരണമവ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തരും</a:t>
            </a:r>
            <a:r>
              <a:rPr lang="en-US" sz="2400" dirty="0">
                <a:ea typeface="+mn-lt"/>
                <a:cs typeface="+mn-lt"/>
              </a:rPr>
              <a:t> തൻ </a:t>
            </a:r>
            <a:r>
              <a:rPr lang="en-US" sz="2400" dirty="0" err="1">
                <a:ea typeface="+mn-lt"/>
                <a:cs typeface="+mn-lt"/>
              </a:rPr>
              <a:t>ചിറകുകളി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കീഴി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പരിചയും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പലകയുമാം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പരമനിപ്പാരിടത്തി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6937830" y="4822114"/>
            <a:ext cx="2201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6 of 11 </a:t>
            </a:r>
          </a:p>
        </p:txBody>
      </p:sp>
    </p:spTree>
    <p:extLst>
      <p:ext uri="{BB962C8B-B14F-4D97-AF65-F5344CB8AC3E}">
        <p14:creationId xmlns:p14="http://schemas.microsoft.com/office/powerpoint/2010/main" val="37799118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7C5D-B54F-957B-3E64-0975C729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ACFF-DB73-827A-764A-40023AB84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1A289-2423-0E26-5A5B-FCDC54AF6116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Thunhayenikkeshuvaam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kuraviniyillathaal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Anudinam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nizhalin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maravil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vasichchidum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FB058-A29B-4BB7-48D5-6598CA97CB80}"/>
              </a:ext>
            </a:extLst>
          </p:cNvPr>
          <p:cNvSpPr txBox="1"/>
          <p:nvPr/>
        </p:nvSpPr>
        <p:spPr>
          <a:xfrm>
            <a:off x="130652" y="3050262"/>
            <a:ext cx="9003012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തുണയെനിക്കേശുവാം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കുറവിനിയില്ലതാ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അനുദിനം</a:t>
            </a:r>
            <a:r>
              <a:rPr lang="en-US" sz="2400" dirty="0">
                <a:ea typeface="+mn-lt"/>
                <a:cs typeface="+mn-lt"/>
              </a:rPr>
              <a:t> തൻ </a:t>
            </a:r>
            <a:r>
              <a:rPr lang="en-US" sz="2400" dirty="0" err="1">
                <a:ea typeface="+mn-lt"/>
                <a:cs typeface="+mn-lt"/>
              </a:rPr>
              <a:t>നിഴലി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മറവി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വസിച്ചിടും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r>
              <a:rPr lang="en-US" sz="2400" dirty="0">
                <a:latin typeface="ML-TTKarthika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957D5-F070-5E32-6F7E-CCD8EF72CF63}"/>
              </a:ext>
            </a:extLst>
          </p:cNvPr>
          <p:cNvSpPr txBox="1"/>
          <p:nvPr/>
        </p:nvSpPr>
        <p:spPr>
          <a:xfrm>
            <a:off x="6959601" y="4835725"/>
            <a:ext cx="2180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7 of 11</a:t>
            </a:r>
          </a:p>
        </p:txBody>
      </p:sp>
    </p:spTree>
    <p:extLst>
      <p:ext uri="{BB962C8B-B14F-4D97-AF65-F5344CB8AC3E}">
        <p14:creationId xmlns:p14="http://schemas.microsoft.com/office/powerpoint/2010/main" val="24003660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47FA-9318-1ADD-2424-7FACB32F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6898-F0D9-8066-2D38-D5F52CCA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262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7D7DA97-5526-A6F2-4E28-C30E1E0ED06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DCC454-2CB9-9F94-7EF6-FE9D9DD31DC7}"/>
              </a:ext>
            </a:extLst>
          </p:cNvPr>
          <p:cNvSpPr/>
          <p:nvPr/>
        </p:nvSpPr>
        <p:spPr>
          <a:xfrm>
            <a:off x="452953" y="984678"/>
            <a:ext cx="8463686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a typeface="+mn-lt"/>
                <a:cs typeface="+mn-lt"/>
              </a:rPr>
              <a:t>Valamida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maayirangalh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valiyavar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veenhaalum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Valayamaai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ninnenney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vallabhan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kaaththidumey</a:t>
            </a:r>
            <a:endParaRPr lang="en-US" sz="28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372272E-D5B8-23AB-4FE3-A8A69AF23326}"/>
              </a:ext>
            </a:extLst>
          </p:cNvPr>
          <p:cNvSpPr txBox="1"/>
          <p:nvPr/>
        </p:nvSpPr>
        <p:spPr>
          <a:xfrm>
            <a:off x="452953" y="3086081"/>
            <a:ext cx="706931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ea typeface="+mn-lt"/>
                <a:cs typeface="+mn-lt"/>
              </a:rPr>
              <a:t>വലമിടമായിരങ്ങ</a:t>
            </a:r>
            <a:r>
              <a:rPr lang="en-US" sz="2400" dirty="0">
                <a:ea typeface="+mn-lt"/>
                <a:cs typeface="+mn-lt"/>
              </a:rPr>
              <a:t>ൾ </a:t>
            </a:r>
            <a:r>
              <a:rPr lang="en-US" sz="2400" dirty="0" err="1">
                <a:ea typeface="+mn-lt"/>
                <a:cs typeface="+mn-lt"/>
              </a:rPr>
              <a:t>വലിയവ</a:t>
            </a:r>
            <a:r>
              <a:rPr lang="en-US" sz="2400" dirty="0">
                <a:ea typeface="+mn-lt"/>
                <a:cs typeface="+mn-lt"/>
              </a:rPr>
              <a:t>ർ </a:t>
            </a:r>
            <a:r>
              <a:rPr lang="en-US" sz="2400" dirty="0" err="1">
                <a:ea typeface="+mn-lt"/>
                <a:cs typeface="+mn-lt"/>
              </a:rPr>
              <a:t>വീണാലും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വലയമായ്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നിന്നെന്നെ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വല്ലഭ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കാത്തിടുമേ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37829-AB8E-D34C-DB65-84C67F997798}"/>
              </a:ext>
            </a:extLst>
          </p:cNvPr>
          <p:cNvSpPr txBox="1"/>
          <p:nvPr/>
        </p:nvSpPr>
        <p:spPr>
          <a:xfrm>
            <a:off x="7017658" y="4822114"/>
            <a:ext cx="21221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8 of 11 </a:t>
            </a:r>
          </a:p>
        </p:txBody>
      </p:sp>
    </p:spTree>
    <p:extLst>
      <p:ext uri="{BB962C8B-B14F-4D97-AF65-F5344CB8AC3E}">
        <p14:creationId xmlns:p14="http://schemas.microsoft.com/office/powerpoint/2010/main" val="45099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B05D-59C3-E4B3-5463-BC06A645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928F-C90F-F6F5-BF34-9C8D96D0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B5C74-8C3B-E9F3-E953-5336F7DFFE5C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Thunhayenikkeshuvaam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kuraviniyillathaal</a:t>
            </a:r>
            <a:endParaRPr lang="en-US" sz="2800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Anudinam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nizhalin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maravil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vasichchidum</a:t>
            </a:r>
            <a:r>
              <a:rPr lang="en-US" sz="2800" dirty="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5CE3F-351A-8CED-C070-DBACF5B6A2ED}"/>
              </a:ext>
            </a:extLst>
          </p:cNvPr>
          <p:cNvSpPr txBox="1"/>
          <p:nvPr/>
        </p:nvSpPr>
        <p:spPr>
          <a:xfrm>
            <a:off x="130652" y="3050262"/>
            <a:ext cx="9003012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തുണയെനിക്കേശുവാം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കുറവിനിയില്ലതാ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അനുദിനം</a:t>
            </a:r>
            <a:r>
              <a:rPr lang="en-US" sz="2400" dirty="0">
                <a:ea typeface="+mn-lt"/>
                <a:cs typeface="+mn-lt"/>
              </a:rPr>
              <a:t> തൻ </a:t>
            </a:r>
            <a:r>
              <a:rPr lang="en-US" sz="2400" dirty="0" err="1">
                <a:ea typeface="+mn-lt"/>
                <a:cs typeface="+mn-lt"/>
              </a:rPr>
              <a:t>നിഴലി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മറവി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വസിച്ചിടും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r>
              <a:rPr lang="en-US" sz="2400" dirty="0">
                <a:latin typeface="ML-TTKarthika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392FF-96C1-FE9F-5772-D81328D13BFB}"/>
              </a:ext>
            </a:extLst>
          </p:cNvPr>
          <p:cNvSpPr txBox="1"/>
          <p:nvPr/>
        </p:nvSpPr>
        <p:spPr>
          <a:xfrm>
            <a:off x="7148287" y="4835725"/>
            <a:ext cx="199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9 of 11</a:t>
            </a:r>
          </a:p>
        </p:txBody>
      </p:sp>
    </p:spTree>
    <p:extLst>
      <p:ext uri="{BB962C8B-B14F-4D97-AF65-F5344CB8AC3E}">
        <p14:creationId xmlns:p14="http://schemas.microsoft.com/office/powerpoint/2010/main" val="3113402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F707-A9FB-DED5-9DA7-DE619619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E191-1B93-A9FF-4BAA-FA5EF59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262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6847268-D9E0-1F37-0908-A3A29919799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E13E3-B097-52B0-4B54-CFDB708B34A8}"/>
              </a:ext>
            </a:extLst>
          </p:cNvPr>
          <p:cNvSpPr/>
          <p:nvPr/>
        </p:nvSpPr>
        <p:spPr>
          <a:xfrm>
            <a:off x="426519" y="1042770"/>
            <a:ext cx="8056995" cy="16618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a typeface="+mn-lt"/>
                <a:cs typeface="+mn-lt"/>
              </a:rPr>
              <a:t>Aakula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velhakalhil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aapaththu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naalhukalhil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Aagatha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naamarikil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aashwasippichcheeduvaan</a:t>
            </a:r>
            <a:endParaRPr lang="en-US" sz="28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3E18DA8-69C7-DAE8-B0AF-8F669DFAEC9D}"/>
              </a:ext>
            </a:extLst>
          </p:cNvPr>
          <p:cNvSpPr txBox="1"/>
          <p:nvPr/>
        </p:nvSpPr>
        <p:spPr>
          <a:xfrm>
            <a:off x="424071" y="2983168"/>
            <a:ext cx="798003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ea typeface="+mn-lt"/>
                <a:cs typeface="+mn-lt"/>
              </a:rPr>
              <a:t>ആകുലവേളകളി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ആപത്തുനാളുകളി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ആഗതനാമരികി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ആശ്വസിപ്പിച്ചീടുവാ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0269F-7156-31D3-12D3-82BF605FF24C}"/>
              </a:ext>
            </a:extLst>
          </p:cNvPr>
          <p:cNvSpPr txBox="1"/>
          <p:nvPr/>
        </p:nvSpPr>
        <p:spPr>
          <a:xfrm>
            <a:off x="6930572" y="4822114"/>
            <a:ext cx="2209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4: 10 of 11 </a:t>
            </a:r>
          </a:p>
        </p:txBody>
      </p:sp>
    </p:spTree>
    <p:extLst>
      <p:ext uri="{BB962C8B-B14F-4D97-AF65-F5344CB8AC3E}">
        <p14:creationId xmlns:p14="http://schemas.microsoft.com/office/powerpoint/2010/main" val="27849318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E799-3CB2-8A0E-281F-62514FBC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68EF-5850-307A-83D5-BBE8FD72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262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176CE-42BE-9B31-015C-4E0CF7B7DFCC}"/>
              </a:ext>
            </a:extLst>
          </p:cNvPr>
          <p:cNvSpPr txBox="1"/>
          <p:nvPr/>
        </p:nvSpPr>
        <p:spPr>
          <a:xfrm>
            <a:off x="132192" y="1283633"/>
            <a:ext cx="7841893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defRPr/>
            </a:pP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Thunhayenikkeshuvaam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kuraviniyillathaal</a:t>
            </a:r>
            <a:endParaRPr lang="en-US" err="1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Anudinam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 Than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nizhalin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maravil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vasichchidum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njaan</a:t>
            </a:r>
            <a:endParaRPr lang="en-US" err="1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738B0-F9B2-2DB8-EBEB-F0352370BDA4}"/>
              </a:ext>
            </a:extLst>
          </p:cNvPr>
          <p:cNvSpPr txBox="1"/>
          <p:nvPr/>
        </p:nvSpPr>
        <p:spPr>
          <a:xfrm>
            <a:off x="130652" y="3050262"/>
            <a:ext cx="9003012" cy="68480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000" err="1">
                <a:ea typeface="+mn-lt"/>
                <a:cs typeface="+mn-lt"/>
              </a:rPr>
              <a:t>തുണയെനിക്കേശുവാം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കുറവിനിയില്ലതാ</a:t>
            </a:r>
            <a:r>
              <a:rPr lang="en-US" sz="2000">
                <a:ea typeface="+mn-lt"/>
                <a:cs typeface="+mn-lt"/>
              </a:rPr>
              <a:t>ൽ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 err="1">
                <a:ea typeface="+mn-lt"/>
                <a:cs typeface="+mn-lt"/>
              </a:rPr>
              <a:t>അനുദിനം</a:t>
            </a:r>
            <a:r>
              <a:rPr lang="en-US" sz="2000">
                <a:ea typeface="+mn-lt"/>
                <a:cs typeface="+mn-lt"/>
              </a:rPr>
              <a:t> തൻ </a:t>
            </a:r>
            <a:r>
              <a:rPr lang="en-US" sz="2000" err="1">
                <a:ea typeface="+mn-lt"/>
                <a:cs typeface="+mn-lt"/>
              </a:rPr>
              <a:t>നിഴലി</a:t>
            </a:r>
            <a:r>
              <a:rPr lang="en-US" sz="2000">
                <a:ea typeface="+mn-lt"/>
                <a:cs typeface="+mn-lt"/>
              </a:rPr>
              <a:t>ൻ </a:t>
            </a:r>
            <a:r>
              <a:rPr lang="en-US" sz="2000" err="1">
                <a:ea typeface="+mn-lt"/>
                <a:cs typeface="+mn-lt"/>
              </a:rPr>
              <a:t>മറവി</a:t>
            </a:r>
            <a:r>
              <a:rPr lang="en-US" sz="2000">
                <a:ea typeface="+mn-lt"/>
                <a:cs typeface="+mn-lt"/>
              </a:rPr>
              <a:t>ൽ </a:t>
            </a:r>
            <a:r>
              <a:rPr lang="en-US" sz="2000" err="1">
                <a:ea typeface="+mn-lt"/>
                <a:cs typeface="+mn-lt"/>
              </a:rPr>
              <a:t>വസിച്ചിടും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ഞാ</a:t>
            </a:r>
            <a:r>
              <a:rPr lang="en-US" sz="2000">
                <a:ea typeface="+mn-lt"/>
                <a:cs typeface="+mn-lt"/>
              </a:rPr>
              <a:t>ൻ</a:t>
            </a:r>
            <a:r>
              <a:rPr lang="en-US" sz="2000">
                <a:latin typeface="ML-TTKarthika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EB0C8-C077-F27B-1661-D7B8D86A2E48}"/>
              </a:ext>
            </a:extLst>
          </p:cNvPr>
          <p:cNvSpPr txBox="1"/>
          <p:nvPr/>
        </p:nvSpPr>
        <p:spPr>
          <a:xfrm>
            <a:off x="6937829" y="4835725"/>
            <a:ext cx="22019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4 : 11 of 11</a:t>
            </a:r>
          </a:p>
        </p:txBody>
      </p:sp>
    </p:spTree>
    <p:extLst>
      <p:ext uri="{BB962C8B-B14F-4D97-AF65-F5344CB8AC3E}">
        <p14:creationId xmlns:p14="http://schemas.microsoft.com/office/powerpoint/2010/main" val="19864437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Hymn No. 275</a:t>
            </a:r>
            <a:endParaRPr lang="en-US">
              <a:latin typeface="+mn-lt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64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0B78-9F0B-FB15-F9D6-1347A0B4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6844-AFC4-C01F-6D5B-89C5D478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ADF2D1-A4D6-7255-07AD-0C0E73D0D90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8B067-088E-D552-E20E-9D5A17DFDCDA}"/>
              </a:ext>
            </a:extLst>
          </p:cNvPr>
          <p:cNvSpPr/>
          <p:nvPr/>
        </p:nvSpPr>
        <p:spPr>
          <a:xfrm>
            <a:off x="178369" y="1027730"/>
            <a:ext cx="8605934" cy="2082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a typeface="+mn-lt"/>
                <a:cs typeface="+mn-lt"/>
              </a:rPr>
              <a:t>Anugrahatthinadhipathiye</a:t>
            </a:r>
            <a:r>
              <a:rPr lang="en-US" sz="2800" dirty="0">
                <a:ea typeface="+mn-lt"/>
                <a:cs typeface="+mn-lt"/>
              </a:rPr>
              <a:t>! Anantha </a:t>
            </a:r>
            <a:r>
              <a:rPr lang="en-US" sz="2800" dirty="0" err="1">
                <a:ea typeface="+mn-lt"/>
                <a:cs typeface="+mn-lt"/>
              </a:rPr>
              <a:t>kripaa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perum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nadiye</a:t>
            </a:r>
            <a:r>
              <a:rPr lang="en-US" sz="2800" dirty="0">
                <a:ea typeface="+mn-lt"/>
                <a:cs typeface="+mn-lt"/>
              </a:rPr>
              <a:t>!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Anudinam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padam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gathiye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adiyanu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kripa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mathiye</a:t>
            </a:r>
            <a:r>
              <a:rPr lang="en-US" sz="2800" dirty="0">
                <a:ea typeface="+mn-lt"/>
                <a:cs typeface="+mn-lt"/>
              </a:rPr>
              <a:t>(2)</a:t>
            </a:r>
            <a:endParaRPr lang="en-US" sz="28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4240DA9-D575-59A9-0DD8-B8FFC078CA74}"/>
              </a:ext>
            </a:extLst>
          </p:cNvPr>
          <p:cNvSpPr txBox="1"/>
          <p:nvPr/>
        </p:nvSpPr>
        <p:spPr>
          <a:xfrm>
            <a:off x="33046" y="3298998"/>
            <a:ext cx="8882398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ea typeface="+mn-lt"/>
                <a:cs typeface="+mn-lt"/>
              </a:rPr>
              <a:t>അനുഗ്രഹത്തിന്നധിപതിയേ!അനന്ത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കൃപാ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പെരും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നദിയേ</a:t>
            </a:r>
            <a:r>
              <a:rPr lang="en-US" sz="2400" dirty="0">
                <a:ea typeface="+mn-lt"/>
                <a:cs typeface="+mn-lt"/>
              </a:rPr>
              <a:t>!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അനുദിനം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പദം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ഗതിയേ!അടിയനു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കൃപ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മതിയേ</a:t>
            </a:r>
            <a:r>
              <a:rPr lang="en-US" sz="2400" dirty="0">
                <a:ea typeface="+mn-lt"/>
                <a:cs typeface="+mn-lt"/>
              </a:rPr>
              <a:t>! (2)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888EB-287E-1222-5315-C54679658BC5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1 of 5 </a:t>
            </a:r>
          </a:p>
        </p:txBody>
      </p:sp>
    </p:spTree>
    <p:extLst>
      <p:ext uri="{BB962C8B-B14F-4D97-AF65-F5344CB8AC3E}">
        <p14:creationId xmlns:p14="http://schemas.microsoft.com/office/powerpoint/2010/main" val="38981202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E2A4-DE70-D160-2AAA-A5190C10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450B-C1DB-7998-208A-F0682E20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8614267-19F2-2C72-C034-3827A8E6A51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D6B7A-C6C1-21CC-9A49-CEF19251B87E}"/>
              </a:ext>
            </a:extLst>
          </p:cNvPr>
          <p:cNvSpPr/>
          <p:nvPr/>
        </p:nvSpPr>
        <p:spPr>
          <a:xfrm>
            <a:off x="149962" y="757019"/>
            <a:ext cx="8844077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Van </a:t>
            </a:r>
            <a:r>
              <a:rPr lang="en-US" sz="2800" dirty="0" err="1"/>
              <a:t>vinakalh</a:t>
            </a:r>
            <a:r>
              <a:rPr lang="en-US" sz="2800" dirty="0"/>
              <a:t> </a:t>
            </a:r>
            <a:r>
              <a:rPr lang="en-US" sz="2800" dirty="0" err="1"/>
              <a:t>vanneedukil</a:t>
            </a:r>
            <a:r>
              <a:rPr lang="en-US" sz="2800" dirty="0"/>
              <a:t> </a:t>
            </a:r>
            <a:r>
              <a:rPr lang="en-US" sz="2800" dirty="0" err="1"/>
              <a:t>valayukayillen</a:t>
            </a:r>
            <a:r>
              <a:rPr lang="en-US" sz="2800" dirty="0"/>
              <a:t> </a:t>
            </a:r>
            <a:r>
              <a:rPr lang="en-US" sz="2800" dirty="0" err="1"/>
              <a:t>hridayam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/>
              <a:t> </a:t>
            </a:r>
            <a:r>
              <a:rPr lang="en-US" sz="2800" dirty="0" err="1"/>
              <a:t>Vallabhan</a:t>
            </a:r>
            <a:r>
              <a:rPr lang="en-US" sz="2800" dirty="0"/>
              <a:t> </a:t>
            </a:r>
            <a:r>
              <a:rPr lang="en-US" sz="2800" dirty="0" err="1"/>
              <a:t>neeyennabhayam</a:t>
            </a:r>
            <a:r>
              <a:rPr lang="en-US" sz="2800" dirty="0"/>
              <a:t> </a:t>
            </a:r>
            <a:r>
              <a:rPr lang="en-US" sz="2800" dirty="0" err="1"/>
              <a:t>Vanneedumo</a:t>
            </a:r>
            <a:r>
              <a:rPr lang="en-US" sz="2800" dirty="0"/>
              <a:t> </a:t>
            </a:r>
            <a:r>
              <a:rPr lang="en-US" sz="2800" dirty="0" err="1"/>
              <a:t>pinne</a:t>
            </a:r>
            <a:r>
              <a:rPr lang="en-US" sz="2800" dirty="0"/>
              <a:t> </a:t>
            </a:r>
            <a:r>
              <a:rPr lang="en-US" sz="2800" dirty="0" err="1"/>
              <a:t>bhayam</a:t>
            </a:r>
            <a:r>
              <a:rPr lang="en-US" sz="2800" dirty="0"/>
              <a:t>(2)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77EDDBD-5A5F-209E-62CC-7DD37B2929BB}"/>
              </a:ext>
            </a:extLst>
          </p:cNvPr>
          <p:cNvSpPr txBox="1"/>
          <p:nvPr/>
        </p:nvSpPr>
        <p:spPr>
          <a:xfrm>
            <a:off x="97261" y="2917925"/>
            <a:ext cx="824699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ea typeface="+mn-lt"/>
                <a:cs typeface="+mn-lt"/>
              </a:rPr>
              <a:t>വന്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വിനകള്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വന്നീടുകില്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വലയുകയില്ലെന്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ഹൃദയം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വല്ലഭന്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നീയെന്നഭയം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വന്നീടുമോ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പിന്നെ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ഭയം</a:t>
            </a:r>
            <a:r>
              <a:rPr lang="en-US" sz="2400" dirty="0">
                <a:ea typeface="+mn-lt"/>
                <a:cs typeface="+mn-lt"/>
              </a:rPr>
              <a:t> (2)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A13190-A984-AAB4-FA89-E6FA7A87032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2 of 5 </a:t>
            </a:r>
          </a:p>
        </p:txBody>
      </p:sp>
    </p:spTree>
    <p:extLst>
      <p:ext uri="{BB962C8B-B14F-4D97-AF65-F5344CB8AC3E}">
        <p14:creationId xmlns:p14="http://schemas.microsoft.com/office/powerpoint/2010/main" val="4457251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4D17-C3AD-83E4-78D4-9EC08714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2246-B09C-335F-BF2A-9D9D0AE4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9D3E95-7DF7-6860-4581-06FEB313F56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D5C5D-0AE0-71AE-A4C7-5BDCF81E568C}"/>
              </a:ext>
            </a:extLst>
          </p:cNvPr>
          <p:cNvSpPr/>
          <p:nvPr/>
        </p:nvSpPr>
        <p:spPr>
          <a:xfrm>
            <a:off x="149962" y="917666"/>
            <a:ext cx="8844077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a typeface="+mn-lt"/>
                <a:cs typeface="+mn-lt"/>
              </a:rPr>
              <a:t>Thannuyire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paapikalkaai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thannavanaam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neeyiniyum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Thallheedume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ezhayenne</a:t>
            </a:r>
            <a:r>
              <a:rPr lang="en-US" sz="2800" dirty="0">
                <a:ea typeface="+mn-lt"/>
                <a:cs typeface="+mn-lt"/>
              </a:rPr>
              <a:t>? </a:t>
            </a:r>
            <a:r>
              <a:rPr lang="en-US" sz="2800" dirty="0" err="1">
                <a:ea typeface="+mn-lt"/>
                <a:cs typeface="+mn-lt"/>
              </a:rPr>
              <a:t>Theerumo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snehamennil</a:t>
            </a:r>
            <a:r>
              <a:rPr lang="en-US" sz="2800" dirty="0">
                <a:ea typeface="+mn-lt"/>
                <a:cs typeface="+mn-lt"/>
              </a:rPr>
              <a:t>? (2)</a:t>
            </a:r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A5CC576-553D-9560-993A-90AD6D42007E}"/>
              </a:ext>
            </a:extLst>
          </p:cNvPr>
          <p:cNvSpPr txBox="1"/>
          <p:nvPr/>
        </p:nvSpPr>
        <p:spPr>
          <a:xfrm>
            <a:off x="149962" y="3341750"/>
            <a:ext cx="8689238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Calibri"/>
                <a:ea typeface="Calibri"/>
                <a:cs typeface="Calibri"/>
              </a:rPr>
              <a:t>തന്നുയിരെ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പാപികള്‍ക്കായ്തന്നവനാം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നീയിനിയും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 dirty="0" err="1">
                <a:latin typeface="Calibri"/>
                <a:ea typeface="Calibri"/>
                <a:cs typeface="Calibri"/>
              </a:rPr>
              <a:t>തള്ളീടുമോ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ഏഴയെന്നെ</a:t>
            </a:r>
            <a:r>
              <a:rPr lang="en-US" sz="2400" dirty="0">
                <a:latin typeface="Calibri"/>
                <a:ea typeface="Calibri"/>
                <a:cs typeface="Calibri"/>
              </a:rPr>
              <a:t>?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തീരുമോ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നിന്‍സ്നേഹമെന്നില്</a:t>
            </a:r>
            <a:r>
              <a:rPr lang="en-US" sz="2400" dirty="0">
                <a:latin typeface="Calibri"/>
                <a:ea typeface="Calibri"/>
                <a:cs typeface="Calibri"/>
              </a:rPr>
              <a:t>‍? (2)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2DC11-8BC3-807B-8594-C6B28B5BEE80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3 of 5 </a:t>
            </a:r>
          </a:p>
        </p:txBody>
      </p:sp>
    </p:spTree>
    <p:extLst>
      <p:ext uri="{BB962C8B-B14F-4D97-AF65-F5344CB8AC3E}">
        <p14:creationId xmlns:p14="http://schemas.microsoft.com/office/powerpoint/2010/main" val="34766296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A6F0-DF8F-E5E5-99BF-216A49C1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3BDB-CC90-53E0-B335-429B2504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D1BDAC-7732-11E5-1F64-F03E1302A10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33D1C-9516-596D-6D57-23060083E1AC}"/>
              </a:ext>
            </a:extLst>
          </p:cNvPr>
          <p:cNvSpPr/>
          <p:nvPr/>
        </p:nvSpPr>
        <p:spPr>
          <a:xfrm>
            <a:off x="217715" y="1157868"/>
            <a:ext cx="9143999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a typeface="+mn-lt"/>
                <a:cs typeface="+mn-lt"/>
              </a:rPr>
              <a:t>Thirukarangalh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tharunna</a:t>
            </a:r>
            <a:r>
              <a:rPr lang="en-US" sz="2800" dirty="0">
                <a:ea typeface="+mn-lt"/>
                <a:cs typeface="+mn-lt"/>
              </a:rPr>
              <a:t> nalla </a:t>
            </a:r>
            <a:r>
              <a:rPr lang="en-US" sz="2800" dirty="0" err="1">
                <a:ea typeface="+mn-lt"/>
                <a:cs typeface="+mn-lt"/>
              </a:rPr>
              <a:t>shikshayil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patharhukilla</a:t>
            </a:r>
            <a:endParaRPr lang="en-US" sz="2800" dirty="0">
              <a:ea typeface="+mn-lt"/>
              <a:cs typeface="+mn-lt"/>
            </a:endParaRPr>
          </a:p>
          <a:p>
            <a:r>
              <a:rPr lang="en-US" sz="2800" dirty="0" err="1">
                <a:ea typeface="+mn-lt"/>
                <a:cs typeface="+mn-lt"/>
              </a:rPr>
              <a:t>Makkalenkil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shaasanakalh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snehathin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prakaashanangalh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3F86208-7004-0A64-F64F-D4AC3EAB5108}"/>
              </a:ext>
            </a:extLst>
          </p:cNvPr>
          <p:cNvSpPr txBox="1"/>
          <p:nvPr/>
        </p:nvSpPr>
        <p:spPr>
          <a:xfrm>
            <a:off x="291986" y="3204104"/>
            <a:ext cx="8460128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ea typeface="+mn-lt"/>
                <a:cs typeface="+mn-lt"/>
              </a:rPr>
              <a:t>തിരുക്കരങ്ങള്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തരുന്ന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നല്ല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ശിക്ഷയില്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ഞാന്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പതറുകില്ല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 dirty="0" err="1">
                <a:ea typeface="+mn-lt"/>
                <a:cs typeface="+mn-lt"/>
              </a:rPr>
              <a:t>മക്കളെങ്കില്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ശാസനകള്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സ്നേഹത്തിന്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പ്രകാശനങ്ങള്</a:t>
            </a:r>
            <a:r>
              <a:rPr lang="en-US" sz="2400" dirty="0">
                <a:ea typeface="+mn-lt"/>
                <a:cs typeface="+mn-lt"/>
              </a:rPr>
              <a:t>‍ (2)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EC463-DA51-DF51-32D8-5FD7551FCBE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4 of 5 </a:t>
            </a:r>
          </a:p>
        </p:txBody>
      </p:sp>
    </p:spTree>
    <p:extLst>
      <p:ext uri="{BB962C8B-B14F-4D97-AF65-F5344CB8AC3E}">
        <p14:creationId xmlns:p14="http://schemas.microsoft.com/office/powerpoint/2010/main" val="13702465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" y="15038"/>
            <a:ext cx="9144000" cy="486000"/>
          </a:xfrm>
        </p:spPr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275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201942" y="1110731"/>
            <a:ext cx="752838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Paaridamaam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paazhmanhalil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paarthidum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thanhalil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Maranhadinam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varumalhavil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marhanjidum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maaridatthil</a:t>
            </a:r>
            <a:r>
              <a:rPr lang="en-US" sz="2800" dirty="0">
                <a:ea typeface="+mn-lt"/>
                <a:cs typeface="+mn-lt"/>
              </a:rPr>
              <a:t> (2)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5:  5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201942" y="2984343"/>
            <a:ext cx="9207163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പാരിടമാം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പാഴ്മണലില്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പാര്‍ത്തിടും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നിന്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തണലില്</a:t>
            </a:r>
            <a:r>
              <a:rPr lang="en-US" sz="2400" dirty="0">
                <a:ea typeface="+mn-lt"/>
                <a:cs typeface="+mn-lt"/>
              </a:rPr>
              <a:t>‍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മരണദിനം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വരുമളവില്</a:t>
            </a:r>
            <a:r>
              <a:rPr lang="en-US" sz="2400" dirty="0">
                <a:ea typeface="+mn-lt"/>
                <a:cs typeface="+mn-lt"/>
              </a:rPr>
              <a:t>‍ </a:t>
            </a:r>
            <a:r>
              <a:rPr lang="en-US" sz="2400" dirty="0" err="1">
                <a:ea typeface="+mn-lt"/>
                <a:cs typeface="+mn-lt"/>
              </a:rPr>
              <a:t>മറഞ്ഞിടും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നിന്</a:t>
            </a:r>
            <a:r>
              <a:rPr lang="en-US" sz="2400" dirty="0">
                <a:ea typeface="+mn-lt"/>
                <a:cs typeface="+mn-lt"/>
              </a:rPr>
              <a:t>‍ </a:t>
            </a:r>
          </a:p>
          <a:p>
            <a:r>
              <a:rPr lang="en-US" sz="2400" dirty="0" err="1">
                <a:ea typeface="+mn-lt"/>
                <a:cs typeface="+mn-lt"/>
              </a:rPr>
              <a:t>മാറിടത്തില്</a:t>
            </a:r>
            <a:r>
              <a:rPr lang="en-US" sz="2400" dirty="0">
                <a:ea typeface="+mn-lt"/>
                <a:cs typeface="+mn-lt"/>
              </a:rPr>
              <a:t>‍ (2)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7978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Hymn No. 211</a:t>
            </a:r>
            <a:endParaRPr lang="en-US">
              <a:latin typeface="+mn-lt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3632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6012-D12D-0081-D136-61B8D83D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201E-AC16-4D49-61B1-94B22332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211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3311DFC-3D9C-A76F-D9AA-E49BE7A5227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9BBE7-EC42-0DAE-2682-96E7029B3BAD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1 of 9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3B9A5-281C-3F97-EF31-496CBF23BC7D}"/>
              </a:ext>
            </a:extLst>
          </p:cNvPr>
          <p:cNvSpPr txBox="1"/>
          <p:nvPr/>
        </p:nvSpPr>
        <p:spPr>
          <a:xfrm>
            <a:off x="335392" y="1022685"/>
            <a:ext cx="5396788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Daivamey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sneha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roopaney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Enney</a:t>
            </a:r>
            <a:r>
              <a:rPr lang="en-US" sz="2800" dirty="0">
                <a:ea typeface="+mn-lt"/>
                <a:cs typeface="+mn-lt"/>
              </a:rPr>
              <a:t> nee </a:t>
            </a:r>
            <a:r>
              <a:rPr lang="en-US" sz="2800" dirty="0" err="1">
                <a:ea typeface="+mn-lt"/>
                <a:cs typeface="+mn-lt"/>
              </a:rPr>
              <a:t>thallheedalley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Santhaapaththaal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vilhikkunnen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Doshiyey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rakshikkanhay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4E3AF-9B7B-2A9C-A8D1-1E8A462A8619}"/>
              </a:ext>
            </a:extLst>
          </p:cNvPr>
          <p:cNvSpPr txBox="1"/>
          <p:nvPr/>
        </p:nvSpPr>
        <p:spPr>
          <a:xfrm>
            <a:off x="335392" y="3000375"/>
            <a:ext cx="7276721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ദൈവമേ</a:t>
            </a:r>
            <a:r>
              <a:rPr lang="en-US" sz="2400" dirty="0">
                <a:ea typeface="+mn-lt"/>
                <a:cs typeface="+mn-lt"/>
              </a:rPr>
              <a:t>! </a:t>
            </a:r>
            <a:r>
              <a:rPr lang="en-US" sz="2400" dirty="0" err="1">
                <a:ea typeface="+mn-lt"/>
                <a:cs typeface="+mn-lt"/>
              </a:rPr>
              <a:t>സ്നേഹരൂപനേ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എന്നെ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തള്ളിടല്ലേ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+mn-lt"/>
                <a:cs typeface="+mn-lt"/>
              </a:rPr>
              <a:t>സന്താപത്താ</a:t>
            </a:r>
            <a:r>
              <a:rPr lang="en-US" sz="2400" dirty="0">
                <a:ea typeface="+mn-lt"/>
                <a:cs typeface="+mn-lt"/>
              </a:rPr>
              <a:t>ൽ </a:t>
            </a:r>
            <a:r>
              <a:rPr lang="en-US" sz="2400" dirty="0" err="1">
                <a:ea typeface="+mn-lt"/>
                <a:cs typeface="+mn-lt"/>
              </a:rPr>
              <a:t>വിളിക്കുന്നേ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r>
              <a:rPr lang="en-US" sz="2400" dirty="0" err="1">
                <a:ea typeface="+mn-lt"/>
                <a:cs typeface="+mn-lt"/>
              </a:rPr>
              <a:t>ദോഷിയെ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രക്ഷിക്കണേ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33533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24D9-2C4D-48D5-CF9F-E1D84DD4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A9BD-EC81-6D3C-3280-FE870CEF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211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A28958-A191-1F1A-1455-A61A6F30E11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B5A3B-C921-46AC-B6B6-8C73C20AF8D0}"/>
              </a:ext>
            </a:extLst>
          </p:cNvPr>
          <p:cNvSpPr txBox="1"/>
          <p:nvPr/>
        </p:nvSpPr>
        <p:spPr>
          <a:xfrm>
            <a:off x="634739" y="1111729"/>
            <a:ext cx="555223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Nintey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sneham-arinjittum</a:t>
            </a:r>
            <a:endParaRPr lang="en-US" sz="2800" dirty="0">
              <a:latin typeface="Segoe UI"/>
              <a:cs typeface="Segoe UI"/>
            </a:endParaRPr>
          </a:p>
          <a:p>
            <a:r>
              <a:rPr lang="en-US" sz="2800" dirty="0" err="1">
                <a:ea typeface="+mn-lt"/>
                <a:cs typeface="+mn-lt"/>
              </a:rPr>
              <a:t>Ninney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snehichilley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Thannishtanaai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nadannupoi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Neekenhay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en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paapaththey</a:t>
            </a:r>
            <a:r>
              <a:rPr lang="en-US" sz="2800" dirty="0">
                <a:latin typeface="Segoe UI"/>
                <a:cs typeface="Segoe UI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A4C8B-5B13-C96C-9440-23E4705B2476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2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7CECC-010E-26C3-325E-BC5B96403ACF}"/>
              </a:ext>
            </a:extLst>
          </p:cNvPr>
          <p:cNvSpPr txBox="1"/>
          <p:nvPr/>
        </p:nvSpPr>
        <p:spPr>
          <a:xfrm>
            <a:off x="634739" y="3159579"/>
            <a:ext cx="5396788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latin typeface="Calibri"/>
                <a:ea typeface="Calibri"/>
                <a:cs typeface="Calibri"/>
              </a:rPr>
              <a:t>നിന്‍റെ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സ്നേഹമറിഞ്ഞിട്ടും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നിന്നെ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സ്നേഹിച്ചില്ലേ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തന്നിഷ്ടനായ്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നടന്നുപോയ്</a:t>
            </a:r>
            <a:r>
              <a:rPr lang="en-US" sz="2400" dirty="0">
                <a:ea typeface="+mn-lt"/>
                <a:cs typeface="+mn-lt"/>
              </a:rPr>
              <a:t>‌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നീക്കണേ</a:t>
            </a:r>
            <a:r>
              <a:rPr lang="en-US" sz="2400" dirty="0">
                <a:ea typeface="+mn-lt"/>
                <a:cs typeface="+mn-lt"/>
              </a:rPr>
              <a:t> എൻ </a:t>
            </a:r>
            <a:r>
              <a:rPr lang="en-US" sz="2400" dirty="0" err="1">
                <a:ea typeface="+mn-lt"/>
                <a:cs typeface="+mn-lt"/>
              </a:rPr>
              <a:t>പാപത്തെ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85987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CD8D-F1CD-119F-2CCA-7D16CFC4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3083-3B77-3F5F-1D43-E9BC134E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211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A6EEB8E-8077-325D-5961-443B14949F1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71ECC-BA19-9AF8-D57B-760E3B14BA49}"/>
              </a:ext>
            </a:extLst>
          </p:cNvPr>
          <p:cNvSpPr txBox="1"/>
          <p:nvPr/>
        </p:nvSpPr>
        <p:spPr>
          <a:xfrm>
            <a:off x="729082" y="906139"/>
            <a:ext cx="555223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Calibri"/>
                <a:cs typeface="Calibri"/>
              </a:rPr>
              <a:t>Ee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lokaththin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sukhangalhey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ea typeface="+mn-lt"/>
                <a:cs typeface="+mn-lt"/>
              </a:rPr>
              <a:t>Thedippoi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aarthiyaal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Swarloka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bhaagyam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pinthallhi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Bhoshathwam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kaanhichchu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B473E-2CF5-DA2E-B59E-0B0DEBD34843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3 of 9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11C0-98F9-9896-2692-BF0028604602}"/>
              </a:ext>
            </a:extLst>
          </p:cNvPr>
          <p:cNvSpPr txBox="1"/>
          <p:nvPr/>
        </p:nvSpPr>
        <p:spPr>
          <a:xfrm>
            <a:off x="806806" y="2992664"/>
            <a:ext cx="5396788" cy="191590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ഈ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ലോകത്തി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സുഖങ്ങളെ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ea typeface="+mn-lt"/>
                <a:cs typeface="+mn-lt"/>
              </a:rPr>
              <a:t>തേടിപ്പോയ്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ആർത്തിയാ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സ്വർല്ലോക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ഭാഗ്യം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പിൻതള്ളി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ഭോഷത്വം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കാണിച്ചു</a:t>
            </a:r>
            <a:endParaRPr lang="en-US" sz="24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0683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B628-4153-56F0-BB1B-BE39784C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9D2A-D9A3-539B-D953-52C4029A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211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9D86811-F91C-3DA8-C2B9-2A26662B092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783E7-6FEF-25DB-1280-45ECE7A81E62}"/>
              </a:ext>
            </a:extLst>
          </p:cNvPr>
          <p:cNvSpPr txBox="1"/>
          <p:nvPr/>
        </p:nvSpPr>
        <p:spPr>
          <a:xfrm>
            <a:off x="562167" y="1025173"/>
            <a:ext cx="555223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Sathyamallatha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vaakkukalh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ea typeface="+mn-lt"/>
                <a:cs typeface="+mn-lt"/>
              </a:rPr>
              <a:t>Shankayenye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othi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Neethiyallatha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kriyakalh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Daya </a:t>
            </a:r>
            <a:r>
              <a:rPr lang="en-US" sz="2800" dirty="0" err="1">
                <a:ea typeface="+mn-lt"/>
                <a:cs typeface="+mn-lt"/>
              </a:rPr>
              <a:t>koodaathey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cheithu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2B459-7FA4-3273-4359-406A584554E5}"/>
              </a:ext>
            </a:extLst>
          </p:cNvPr>
          <p:cNvSpPr txBox="1"/>
          <p:nvPr/>
        </p:nvSpPr>
        <p:spPr>
          <a:xfrm>
            <a:off x="7163945" y="4835725"/>
            <a:ext cx="1975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6:  4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CDC3D-9E0F-F6D1-8C71-B0BC3F1F554C}"/>
              </a:ext>
            </a:extLst>
          </p:cNvPr>
          <p:cNvSpPr txBox="1"/>
          <p:nvPr/>
        </p:nvSpPr>
        <p:spPr>
          <a:xfrm>
            <a:off x="562167" y="3079750"/>
            <a:ext cx="5396788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സത്യമല്ലാത്ത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വാക്കുക</a:t>
            </a:r>
            <a:r>
              <a:rPr lang="en-US" sz="2400" dirty="0">
                <a:ea typeface="+mn-lt"/>
                <a:cs typeface="+mn-lt"/>
              </a:rPr>
              <a:t>ൾ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ശങ്കയെന്യേ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ഓതി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നീതിയല്ലാത്ത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ക്രിയക</a:t>
            </a:r>
            <a:r>
              <a:rPr lang="en-US" sz="2400" dirty="0">
                <a:ea typeface="+mn-lt"/>
                <a:cs typeface="+mn-lt"/>
              </a:rPr>
              <a:t>ൾ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ദയകൂടാതെ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ചെയ്തു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60582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A7F1-1EF3-B55A-1421-F90CBE9F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D527-4902-54A7-8246-3A63E1E7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Holy Communion – 211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45F34-B696-5BFF-FFD0-A709BE53EE7F}"/>
              </a:ext>
            </a:extLst>
          </p:cNvPr>
          <p:cNvSpPr txBox="1"/>
          <p:nvPr/>
        </p:nvSpPr>
        <p:spPr>
          <a:xfrm>
            <a:off x="321869" y="832436"/>
            <a:ext cx="9144000" cy="22522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800" dirty="0" err="1">
                <a:latin typeface="Calibri"/>
                <a:ea typeface="Calibri"/>
                <a:cs typeface="Calibri"/>
              </a:rPr>
              <a:t>Ashudhdhamaaya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chinthakalh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ea typeface="+mn-lt"/>
                <a:cs typeface="+mn-lt"/>
              </a:rPr>
              <a:t>Malinamaaya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kaazhchakalh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Ashudhdhamaakki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maanasam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Andhamaakki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kankhalhey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A2821-27ED-DC67-2C68-523EF89B74B7}"/>
              </a:ext>
            </a:extLst>
          </p:cNvPr>
          <p:cNvSpPr txBox="1"/>
          <p:nvPr/>
        </p:nvSpPr>
        <p:spPr>
          <a:xfrm>
            <a:off x="321869" y="2868956"/>
            <a:ext cx="8500262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അശുദ്ധമായ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ചിന്തക</a:t>
            </a:r>
            <a:r>
              <a:rPr lang="en-US" sz="2400" dirty="0">
                <a:ea typeface="+mn-lt"/>
                <a:cs typeface="+mn-lt"/>
              </a:rPr>
              <a:t>ൾ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മലിനമായ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കാഴ്ചക</a:t>
            </a:r>
            <a:r>
              <a:rPr lang="en-US" sz="2400" dirty="0">
                <a:ea typeface="+mn-lt"/>
                <a:cs typeface="+mn-lt"/>
              </a:rPr>
              <a:t>ൾ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അശുദ്ധമാക്കി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മാനസം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അന്ധമാക്കി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കണ്‍കളെ</a:t>
            </a:r>
            <a:r>
              <a:rPr lang="en-US" sz="2400" dirty="0">
                <a:latin typeface="ML-TTKarthika"/>
              </a:rPr>
              <a:t> 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AE268-C235-7779-6FD8-E9B7E79426FF}"/>
              </a:ext>
            </a:extLst>
          </p:cNvPr>
          <p:cNvSpPr txBox="1"/>
          <p:nvPr/>
        </p:nvSpPr>
        <p:spPr>
          <a:xfrm>
            <a:off x="7267073" y="4835725"/>
            <a:ext cx="1872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5 of 9</a:t>
            </a:r>
          </a:p>
        </p:txBody>
      </p:sp>
    </p:spTree>
    <p:extLst>
      <p:ext uri="{BB962C8B-B14F-4D97-AF65-F5344CB8AC3E}">
        <p14:creationId xmlns:p14="http://schemas.microsoft.com/office/powerpoint/2010/main" val="34255607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211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6 of 9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633611" y="1001785"/>
            <a:ext cx="664306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Mohangalh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saadhichchiduvaan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Koushalam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prayogichchu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Mahaanennu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niroopichchu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Nindaa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paathra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maayippoy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633611" y="3019843"/>
            <a:ext cx="5870750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മോഹങ്ങ</a:t>
            </a:r>
            <a:r>
              <a:rPr lang="en-US" sz="2400" dirty="0">
                <a:ea typeface="+mn-lt"/>
                <a:cs typeface="+mn-lt"/>
              </a:rPr>
              <a:t>ൾ </a:t>
            </a:r>
            <a:r>
              <a:rPr lang="en-US" sz="2400" dirty="0" err="1">
                <a:ea typeface="+mn-lt"/>
                <a:cs typeface="+mn-lt"/>
              </a:rPr>
              <a:t>സാധിച്ചീടുവാ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കൗശലം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പ്രയോഗിച്ചു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മഹാനെന്നു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നിരൂപിച്ചു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നിന്ദാപാത്രമായിപ്പോയ്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016385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67C6-AA1E-6439-2E49-C9F3A132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C755-1B18-6C25-1825-BE8C3E35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211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9659BA-5C3D-5645-828C-0FB47D326E7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C1480-73E4-F7FF-D9A6-6AD19A1959EB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7 of 9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8CBA64-1720-F46B-1EE3-2A1DE392A14B}"/>
              </a:ext>
            </a:extLst>
          </p:cNvPr>
          <p:cNvSpPr/>
          <p:nvPr/>
        </p:nvSpPr>
        <p:spPr>
          <a:xfrm>
            <a:off x="669010" y="705528"/>
            <a:ext cx="6006209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Mathimarannu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nigalhichchu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Sukhangalh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peruki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vannappolh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Athin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phalaththaal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veenhupoi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Lajjikunni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neechan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endParaRPr lang="en-US" sz="2800" dirty="0"/>
          </a:p>
          <a:p>
            <a:endParaRPr lang="en-US" sz="2800" dirty="0"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E2FB9-D73F-6FB1-DC11-20B5F6479A7C}"/>
              </a:ext>
            </a:extLst>
          </p:cNvPr>
          <p:cNvSpPr/>
          <p:nvPr/>
        </p:nvSpPr>
        <p:spPr>
          <a:xfrm>
            <a:off x="767017" y="2685630"/>
            <a:ext cx="5386272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മതിമറന്നു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നിഗളിച്ചു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സുഖങ്ങ</a:t>
            </a:r>
            <a:r>
              <a:rPr lang="en-US" sz="2400" dirty="0">
                <a:ea typeface="+mn-lt"/>
                <a:cs typeface="+mn-lt"/>
              </a:rPr>
              <a:t>ൾ </a:t>
            </a:r>
            <a:r>
              <a:rPr lang="en-US" sz="2400" dirty="0" err="1">
                <a:ea typeface="+mn-lt"/>
                <a:cs typeface="+mn-lt"/>
              </a:rPr>
              <a:t>പെരുകി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വന്നപ്പോ</a:t>
            </a:r>
            <a:r>
              <a:rPr lang="en-US" sz="2400" dirty="0">
                <a:ea typeface="+mn-lt"/>
                <a:cs typeface="+mn-lt"/>
              </a:rPr>
              <a:t>ൾ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അതി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ഫലത്താ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വീണുപോയ്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ലജ്ജിക്കുന്നീ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നീച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68767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4987-7454-18ED-4FA2-03E2CF04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0DD9-6D51-BDBB-C270-92562947F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211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6F081A-BB4A-084E-F076-ED233C87BA8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6BF7B-9AED-4A56-0627-E425DD88C990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8 of 9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2481B-444F-9B6E-6E1D-3F7F93A34F0D}"/>
              </a:ext>
            </a:extLst>
          </p:cNvPr>
          <p:cNvSpPr/>
          <p:nvPr/>
        </p:nvSpPr>
        <p:spPr>
          <a:xfrm>
            <a:off x="391718" y="799609"/>
            <a:ext cx="732638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Kashtathakalh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dhaaralham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Chuttupaadum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kandittum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Ottum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kaarunhyam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illaathey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Swaartham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maathram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nivarththichchu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929B5-8FD2-B389-A23D-8BE9D4D76CFB}"/>
              </a:ext>
            </a:extLst>
          </p:cNvPr>
          <p:cNvSpPr/>
          <p:nvPr/>
        </p:nvSpPr>
        <p:spPr>
          <a:xfrm>
            <a:off x="446179" y="2923739"/>
            <a:ext cx="6292214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കഷ്ടതക</a:t>
            </a:r>
            <a:r>
              <a:rPr lang="en-US" sz="2400" dirty="0">
                <a:ea typeface="+mn-lt"/>
                <a:cs typeface="+mn-lt"/>
              </a:rPr>
              <a:t>ൾ </a:t>
            </a:r>
            <a:r>
              <a:rPr lang="en-US" sz="2400" dirty="0" err="1">
                <a:ea typeface="+mn-lt"/>
                <a:cs typeface="+mn-lt"/>
              </a:rPr>
              <a:t>ധാരാളം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ചുറ്റുപാടും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കണ്ടിട്ടും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ഒട്ടും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കാരുണ്യം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ഇല്ലാതെ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സ്വാർത്ഥം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മാത്രം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നിവർത്തിച്ചു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5637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EDF3-EF43-50A9-D87F-3BC3E257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A236-4FF5-5EB5-A186-69A5E20E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211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B477584-D5F8-45A9-85DF-BBB626624F1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C152E-E7FC-AD1E-DBB2-04807A4F9AC2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6: 9 of 9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6EE84B-6FE5-ECD3-EABE-3F7A365FD6D1}"/>
              </a:ext>
            </a:extLst>
          </p:cNvPr>
          <p:cNvSpPr/>
          <p:nvPr/>
        </p:nvSpPr>
        <p:spPr>
          <a:xfrm>
            <a:off x="690782" y="858910"/>
            <a:ext cx="600620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Ippozhithaa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Nin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paadaththil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Kumbidunnee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ezha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njaan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Ulhpooviney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shudhdhi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cheithu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Jeevippikka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doshiye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C55C8-6A4D-32FB-FE50-D22FCE2375C1}"/>
              </a:ext>
            </a:extLst>
          </p:cNvPr>
          <p:cNvSpPr/>
          <p:nvPr/>
        </p:nvSpPr>
        <p:spPr>
          <a:xfrm>
            <a:off x="690782" y="2885250"/>
            <a:ext cx="5386272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ഇപ്പോഴിതാ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നി</a:t>
            </a:r>
            <a:r>
              <a:rPr lang="en-US" sz="2400" dirty="0">
                <a:ea typeface="+mn-lt"/>
                <a:cs typeface="+mn-lt"/>
              </a:rPr>
              <a:t>ൻ </a:t>
            </a:r>
            <a:r>
              <a:rPr lang="en-US" sz="2400" dirty="0" err="1">
                <a:ea typeface="+mn-lt"/>
                <a:cs typeface="+mn-lt"/>
              </a:rPr>
              <a:t>പാദത്തി</a:t>
            </a:r>
            <a:r>
              <a:rPr lang="en-US" sz="2400" dirty="0">
                <a:ea typeface="+mn-lt"/>
                <a:cs typeface="+mn-lt"/>
              </a:rPr>
              <a:t>ൽ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കുമ്പിടുന്നീ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ഏഴ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ഞാ</a:t>
            </a:r>
            <a:r>
              <a:rPr lang="en-US" sz="2400" dirty="0">
                <a:ea typeface="+mn-lt"/>
                <a:cs typeface="+mn-lt"/>
              </a:rPr>
              <a:t>ൻ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ഉൾപ്പൂവിനെ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ശുദ്ധി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ചെയ്തു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ജീവിപ്പിക്ക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ദോഷിയെ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14127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Closing Hymn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no 281</a:t>
            </a:r>
            <a:endParaRPr kumimoji="0" lang="en-US" sz="6000" b="1" i="0" u="none" strike="noStrike" kern="1200" cap="none" spc="0" normalizeH="0" baseline="0" noProof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Karthan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Enne </a:t>
            </a: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Nadathunnu</a:t>
            </a:r>
            <a:endParaRPr lang="en-US" sz="6000" b="1" i="0" u="none" strike="noStrike" kern="1200" cap="none" spc="0" normalizeH="0" baseline="0" noProof="0" err="1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419C-97CF-09EB-E7C4-1F6FF5E5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67D-73DC-32D7-06D7-CDE5DEF8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Closing Hymn- 281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3144D09-CEEC-D47E-748F-77E999AAF3E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63327-77E4-7736-AF2F-2B8692D6A8AF}"/>
              </a:ext>
            </a:extLst>
          </p:cNvPr>
          <p:cNvSpPr/>
          <p:nvPr/>
        </p:nvSpPr>
        <p:spPr>
          <a:xfrm>
            <a:off x="681567" y="864492"/>
            <a:ext cx="600620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Karthan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enney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nadathunnu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Ethra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bhaagyam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swargaaaashwaasam</a:t>
            </a:r>
            <a:endParaRPr lang="en-US" sz="2800" dirty="0"/>
          </a:p>
          <a:p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Ellaattilum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evideyum</a:t>
            </a:r>
            <a:endParaRPr lang="en-US" sz="2800" dirty="0"/>
          </a:p>
          <a:p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Than kai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thanney</a:t>
            </a: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000000"/>
                </a:solidFill>
                <a:ea typeface="+mn-lt"/>
                <a:cs typeface="+mn-lt"/>
              </a:rPr>
              <a:t>nadaththunnu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7DD58-B98C-9CCF-56EB-80CBB94ED741}"/>
              </a:ext>
            </a:extLst>
          </p:cNvPr>
          <p:cNvSpPr/>
          <p:nvPr/>
        </p:nvSpPr>
        <p:spPr>
          <a:xfrm>
            <a:off x="681567" y="2868467"/>
            <a:ext cx="631871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കർത്ത</a:t>
            </a:r>
            <a:r>
              <a:rPr lang="en-US" sz="2800" dirty="0">
                <a:ea typeface="+mn-lt"/>
                <a:cs typeface="+mn-lt"/>
              </a:rPr>
              <a:t>ൻ </a:t>
            </a:r>
            <a:r>
              <a:rPr lang="en-US" sz="2800" dirty="0" err="1">
                <a:ea typeface="+mn-lt"/>
                <a:cs typeface="+mn-lt"/>
              </a:rPr>
              <a:t>എന്നെ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നടത്തുന്നു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എത്ര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ഭാഗ്യം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സ്വർഗ്ഗാശ്വാസം</a:t>
            </a:r>
            <a:endParaRPr lang="en-US" sz="2800" dirty="0"/>
          </a:p>
          <a:p>
            <a:r>
              <a:rPr lang="en-US" sz="2800" dirty="0" err="1">
                <a:ea typeface="+mn-lt"/>
                <a:cs typeface="+mn-lt"/>
              </a:rPr>
              <a:t>എല്ലാറ്റിലും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എവിടെയും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തൻ </a:t>
            </a:r>
            <a:r>
              <a:rPr lang="en-US" sz="2800" dirty="0" err="1">
                <a:ea typeface="+mn-lt"/>
                <a:cs typeface="+mn-lt"/>
              </a:rPr>
              <a:t>കൈ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തന്നെ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നടത്തുന്നു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901173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5972-9982-26F6-EE07-25FD0C7A2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F1D0-E0E2-30B6-06D7-AB932D19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Closing Hymn- 281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FA52B17-1899-DE7C-30E8-7FA26D55AE8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CD8C11-8663-EE9D-814E-4BF93FBEF944}"/>
              </a:ext>
            </a:extLst>
          </p:cNvPr>
          <p:cNvSpPr/>
          <p:nvPr/>
        </p:nvSpPr>
        <p:spPr>
          <a:xfrm>
            <a:off x="681567" y="864492"/>
            <a:ext cx="600620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 err="1">
                <a:ea typeface="+mn-lt"/>
                <a:cs typeface="+mn-lt"/>
              </a:rPr>
              <a:t>Nadaththunnaan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Nadaththunnaan</a:t>
            </a:r>
            <a:endParaRPr lang="en-US" dirty="0" err="1"/>
          </a:p>
          <a:p>
            <a:r>
              <a:rPr lang="en-US" sz="2800" dirty="0">
                <a:ea typeface="+mn-lt"/>
                <a:cs typeface="+mn-lt"/>
              </a:rPr>
              <a:t>Than </a:t>
            </a:r>
            <a:r>
              <a:rPr lang="en-US" sz="2800" dirty="0" err="1">
                <a:ea typeface="+mn-lt"/>
                <a:cs typeface="+mn-lt"/>
              </a:rPr>
              <a:t>kaiyyaalmaam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nadaththunnaan</a:t>
            </a:r>
            <a:endParaRPr lang="en-US" dirty="0" err="1"/>
          </a:p>
          <a:p>
            <a:r>
              <a:rPr lang="en-US" sz="2800" dirty="0">
                <a:ea typeface="+mn-lt"/>
                <a:cs typeface="+mn-lt"/>
              </a:rPr>
              <a:t>Than </a:t>
            </a:r>
            <a:r>
              <a:rPr lang="en-US" sz="2800" dirty="0" err="1">
                <a:ea typeface="+mn-lt"/>
                <a:cs typeface="+mn-lt"/>
              </a:rPr>
              <a:t>pingaamiyaayidum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njaan</a:t>
            </a:r>
            <a:endParaRPr lang="en-US" dirty="0" err="1"/>
          </a:p>
          <a:p>
            <a:r>
              <a:rPr lang="en-US" sz="2800" dirty="0">
                <a:ea typeface="+mn-lt"/>
                <a:cs typeface="+mn-lt"/>
              </a:rPr>
              <a:t>Than </a:t>
            </a:r>
            <a:r>
              <a:rPr lang="en-US" sz="2800" dirty="0" err="1">
                <a:ea typeface="+mn-lt"/>
                <a:cs typeface="+mn-lt"/>
              </a:rPr>
              <a:t>kaiyyaal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maam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nadaththunnaan</a:t>
            </a:r>
            <a:endParaRPr lang="en-US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6C548-0BB5-3E6D-1131-D4CE8BD7D673}"/>
              </a:ext>
            </a:extLst>
          </p:cNvPr>
          <p:cNvSpPr/>
          <p:nvPr/>
        </p:nvSpPr>
        <p:spPr>
          <a:xfrm>
            <a:off x="681567" y="2868467"/>
            <a:ext cx="6679666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ea typeface="+mn-lt"/>
                <a:cs typeface="+mn-lt"/>
              </a:rPr>
              <a:t>നടത്തുന്നാ</a:t>
            </a:r>
            <a:r>
              <a:rPr lang="en-US" sz="2800" dirty="0">
                <a:ea typeface="+mn-lt"/>
                <a:cs typeface="+mn-lt"/>
              </a:rPr>
              <a:t>ൻ - </a:t>
            </a:r>
            <a:r>
              <a:rPr lang="en-US" sz="2800" err="1">
                <a:ea typeface="+mn-lt"/>
                <a:cs typeface="+mn-lt"/>
              </a:rPr>
              <a:t>നടത്തുന്നാ</a:t>
            </a:r>
            <a:r>
              <a:rPr lang="en-US" sz="2800" dirty="0">
                <a:ea typeface="+mn-lt"/>
                <a:cs typeface="+mn-lt"/>
              </a:rPr>
              <a:t>ൻ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തൻ </a:t>
            </a:r>
            <a:r>
              <a:rPr lang="en-US" sz="2800" err="1">
                <a:ea typeface="+mn-lt"/>
                <a:cs typeface="+mn-lt"/>
              </a:rPr>
              <a:t>കയ്യാൽമാം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നടത്തുന്നാ</a:t>
            </a:r>
            <a:r>
              <a:rPr lang="en-US" sz="2800" dirty="0">
                <a:ea typeface="+mn-lt"/>
                <a:cs typeface="+mn-lt"/>
              </a:rPr>
              <a:t>ൻ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err="1">
                <a:ea typeface="+mn-lt"/>
                <a:cs typeface="+mn-lt"/>
              </a:rPr>
              <a:t>തൻപിൻഗാമിയായിടും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ഞാ</a:t>
            </a:r>
            <a:r>
              <a:rPr lang="en-US" sz="2800" dirty="0">
                <a:ea typeface="+mn-lt"/>
                <a:cs typeface="+mn-lt"/>
              </a:rPr>
              <a:t>ൻ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dirty="0">
                <a:ea typeface="+mn-lt"/>
                <a:cs typeface="+mn-lt"/>
              </a:rPr>
              <a:t>തൻ </a:t>
            </a:r>
            <a:r>
              <a:rPr lang="en-US" sz="2800" dirty="0" err="1">
                <a:ea typeface="+mn-lt"/>
                <a:cs typeface="+mn-lt"/>
              </a:rPr>
              <a:t>കയ്യാൽമാം</a:t>
            </a: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നടത്തുന്നാൻ്നു</a:t>
            </a:r>
            <a:endParaRPr lang="en-US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1075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5244</TotalTime>
  <Words>2509</Words>
  <Application>Microsoft Macintosh PowerPoint</Application>
  <PresentationFormat>On-screen Show (16:9)</PresentationFormat>
  <Paragraphs>573</Paragraphs>
  <Slides>80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80</vt:i4>
      </vt:variant>
    </vt:vector>
  </HeadingPairs>
  <TitlesOfParts>
    <vt:vector size="98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Consolas</vt:lpstr>
      <vt:lpstr>Droid Sans</vt:lpstr>
      <vt:lpstr>Gabriola</vt:lpstr>
      <vt:lpstr>Gill Sans MT</vt:lpstr>
      <vt:lpstr>Lato</vt:lpstr>
      <vt:lpstr>ML-TTKarthika</vt:lpstr>
      <vt:lpstr>Open Sans</vt:lpstr>
      <vt:lpstr>Segoe UI</vt:lpstr>
      <vt:lpstr>1_Office Theme</vt:lpstr>
      <vt:lpstr>6_Office Theme</vt:lpstr>
      <vt:lpstr>Office 2013 - 2022 Theme</vt:lpstr>
      <vt:lpstr>PowerPoint Presentation</vt:lpstr>
      <vt:lpstr>Opening Song – Hymn 199</vt:lpstr>
      <vt:lpstr>Opening Song – Hymn 199</vt:lpstr>
      <vt:lpstr>Opening Song – Hymn 199</vt:lpstr>
      <vt:lpstr>Opening Song – Hymn 199</vt:lpstr>
      <vt:lpstr>Opening Song – Hymn 199</vt:lpstr>
      <vt:lpstr>Opening Song – Hymn 199</vt:lpstr>
      <vt:lpstr>Opening Song – Hymn 199</vt:lpstr>
      <vt:lpstr>PowerPoint Presentation</vt:lpstr>
      <vt:lpstr>Thanksgiving Prayers </vt:lpstr>
      <vt:lpstr>PowerPoint Presentation</vt:lpstr>
      <vt:lpstr>Offertory Hymn</vt:lpstr>
      <vt:lpstr>Offertory Hymn</vt:lpstr>
      <vt:lpstr>Offertory Hymn</vt:lpstr>
      <vt:lpstr>Offertory Hymn</vt:lpstr>
      <vt:lpstr>Offertory Hymn </vt:lpstr>
      <vt:lpstr>Offertory Hymn </vt:lpstr>
      <vt:lpstr>Offertory Hymn </vt:lpstr>
      <vt:lpstr>PowerPoint Presentation</vt:lpstr>
      <vt:lpstr>Confession – 211</vt:lpstr>
      <vt:lpstr>PowerPoint Presentation</vt:lpstr>
      <vt:lpstr>Holy Communion – 299</vt:lpstr>
      <vt:lpstr>Holy Communion – 299</vt:lpstr>
      <vt:lpstr>Holy Communion – 299</vt:lpstr>
      <vt:lpstr>Holy Communion – 299</vt:lpstr>
      <vt:lpstr>Holy Communion – 299</vt:lpstr>
      <vt:lpstr>Holy Communion – 299</vt:lpstr>
      <vt:lpstr>Holy Communion – 299</vt:lpstr>
      <vt:lpstr>Holy Communion – 299</vt:lpstr>
      <vt:lpstr>Holy Communion – 194</vt:lpstr>
      <vt:lpstr>Holy Communion – 194</vt:lpstr>
      <vt:lpstr>Holy Communion – 194</vt:lpstr>
      <vt:lpstr>Holy Communion – 194</vt:lpstr>
      <vt:lpstr>Holy Communion – 194</vt:lpstr>
      <vt:lpstr>Holy Communion – 194 </vt:lpstr>
      <vt:lpstr>Holy Communion – 194 </vt:lpstr>
      <vt:lpstr>Holy Communion – 194 </vt:lpstr>
      <vt:lpstr>Holy Communion –  194</vt:lpstr>
      <vt:lpstr>Holy Communion Hymn No. 413</vt:lpstr>
      <vt:lpstr>Holy Communion – 413</vt:lpstr>
      <vt:lpstr>Holy Communion – 413</vt:lpstr>
      <vt:lpstr>Holy Communion – 413</vt:lpstr>
      <vt:lpstr>Holy Communion – 413</vt:lpstr>
      <vt:lpstr>Holy Communion – 413</vt:lpstr>
      <vt:lpstr>Holy Communion – 413</vt:lpstr>
      <vt:lpstr>Holy Communion – 413</vt:lpstr>
      <vt:lpstr>Holy Communion – 413</vt:lpstr>
      <vt:lpstr>Holy Communion – 413</vt:lpstr>
      <vt:lpstr>Holy Communion – 413</vt:lpstr>
      <vt:lpstr>Holy Communion Hymn No. 262</vt:lpstr>
      <vt:lpstr>Holy Communion – 262</vt:lpstr>
      <vt:lpstr>Holy Communion – 262</vt:lpstr>
      <vt:lpstr>Holy Communion – 262</vt:lpstr>
      <vt:lpstr>Holy Communion – 262</vt:lpstr>
      <vt:lpstr>Holy Communion – 262</vt:lpstr>
      <vt:lpstr>Communion: Hymn No. 262</vt:lpstr>
      <vt:lpstr>Holy Communion – 262</vt:lpstr>
      <vt:lpstr>Communion: Hymn No. 262</vt:lpstr>
      <vt:lpstr>Holy Communion – 262</vt:lpstr>
      <vt:lpstr>Communion: Hymn No. 262</vt:lpstr>
      <vt:lpstr>Holy Communion – 262</vt:lpstr>
      <vt:lpstr>Holy Communion – Hymn No. 275</vt:lpstr>
      <vt:lpstr>Communion: Hymn No. 275</vt:lpstr>
      <vt:lpstr>Communion: Hymn No. 275</vt:lpstr>
      <vt:lpstr>Communion: Hymn No. 275</vt:lpstr>
      <vt:lpstr>Communion: Hymn No. 275</vt:lpstr>
      <vt:lpstr>Communion: Hymn No. 275</vt:lpstr>
      <vt:lpstr>Holy Communion Hymn No. 211</vt:lpstr>
      <vt:lpstr>Communion: Hymn No. 211</vt:lpstr>
      <vt:lpstr>Communion: Hymn No. 211</vt:lpstr>
      <vt:lpstr>Communion: Hymn No. 211</vt:lpstr>
      <vt:lpstr>Communion: Hymn No. 211</vt:lpstr>
      <vt:lpstr>Holy Communion – 211</vt:lpstr>
      <vt:lpstr>Communion: Hymn No. 211</vt:lpstr>
      <vt:lpstr>Communion: Hymn No. 211</vt:lpstr>
      <vt:lpstr>Communion: Hymn No. 211</vt:lpstr>
      <vt:lpstr>Communion: Hymn No. 211</vt:lpstr>
      <vt:lpstr>PowerPoint Presentation</vt:lpstr>
      <vt:lpstr>Closing Hymn- 281</vt:lpstr>
      <vt:lpstr>Closing Hymn- 281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Sherin Sarah Varghese</cp:lastModifiedBy>
  <cp:revision>1652</cp:revision>
  <dcterms:created xsi:type="dcterms:W3CDTF">2020-09-02T02:55:07Z</dcterms:created>
  <dcterms:modified xsi:type="dcterms:W3CDTF">2025-03-01T14:57:36Z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