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69"/>
  </p:notesMasterIdLst>
  <p:sldIdLst>
    <p:sldId id="511" r:id="rId4"/>
    <p:sldId id="1980" r:id="rId5"/>
    <p:sldId id="2127" r:id="rId6"/>
    <p:sldId id="2128" r:id="rId7"/>
    <p:sldId id="2129" r:id="rId8"/>
    <p:sldId id="2130" r:id="rId9"/>
    <p:sldId id="952" r:id="rId10"/>
    <p:sldId id="1543" r:id="rId11"/>
    <p:sldId id="439" r:id="rId12"/>
    <p:sldId id="1545" r:id="rId13"/>
    <p:sldId id="2133" r:id="rId14"/>
    <p:sldId id="2134" r:id="rId15"/>
    <p:sldId id="2189" r:id="rId16"/>
    <p:sldId id="2183" r:id="rId17"/>
    <p:sldId id="2190" r:id="rId18"/>
    <p:sldId id="633" r:id="rId19"/>
    <p:sldId id="1888" r:id="rId20"/>
    <p:sldId id="1539" r:id="rId21"/>
    <p:sldId id="1564" r:id="rId22"/>
    <p:sldId id="2086" r:id="rId23"/>
    <p:sldId id="2191" r:id="rId24"/>
    <p:sldId id="2192" r:id="rId25"/>
    <p:sldId id="2193" r:id="rId26"/>
    <p:sldId id="2194" r:id="rId27"/>
    <p:sldId id="2195" r:id="rId28"/>
    <p:sldId id="1918" r:id="rId29"/>
    <p:sldId id="1992" r:id="rId30"/>
    <p:sldId id="2196" r:id="rId31"/>
    <p:sldId id="2199" r:id="rId32"/>
    <p:sldId id="2198" r:id="rId33"/>
    <p:sldId id="2118" r:id="rId34"/>
    <p:sldId id="2119" r:id="rId35"/>
    <p:sldId id="2200" r:id="rId36"/>
    <p:sldId id="2201" r:id="rId37"/>
    <p:sldId id="2202" r:id="rId38"/>
    <p:sldId id="2203" r:id="rId39"/>
    <p:sldId id="2204" r:id="rId40"/>
    <p:sldId id="1959" r:id="rId41"/>
    <p:sldId id="2148" r:id="rId42"/>
    <p:sldId id="2144" r:id="rId43"/>
    <p:sldId id="2205" r:id="rId44"/>
    <p:sldId id="2206" r:id="rId45"/>
    <p:sldId id="2207" r:id="rId46"/>
    <p:sldId id="2208" r:id="rId47"/>
    <p:sldId id="2209" r:id="rId48"/>
    <p:sldId id="2210" r:id="rId49"/>
    <p:sldId id="1968" r:id="rId50"/>
    <p:sldId id="2152" r:id="rId51"/>
    <p:sldId id="2220" r:id="rId52"/>
    <p:sldId id="2211" r:id="rId53"/>
    <p:sldId id="2221" r:id="rId54"/>
    <p:sldId id="2212" r:id="rId55"/>
    <p:sldId id="2222" r:id="rId56"/>
    <p:sldId id="2213" r:id="rId57"/>
    <p:sldId id="1969" r:id="rId58"/>
    <p:sldId id="2156" r:id="rId59"/>
    <p:sldId id="2157" r:id="rId60"/>
    <p:sldId id="2214" r:id="rId61"/>
    <p:sldId id="2215" r:id="rId62"/>
    <p:sldId id="2216" r:id="rId63"/>
    <p:sldId id="2217" r:id="rId64"/>
    <p:sldId id="2218" r:id="rId65"/>
    <p:sldId id="2219" r:id="rId66"/>
    <p:sldId id="1444" r:id="rId67"/>
    <p:sldId id="2164" r:id="rId68"/>
  </p:sldIdLst>
  <p:sldSz cx="9144000" cy="5143500" type="screen16x9"/>
  <p:notesSz cx="6858000" cy="9144000"/>
  <p:custDataLst>
    <p:tags r:id="rId7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3D3"/>
    <a:srgbClr val="FAF5F0"/>
    <a:srgbClr val="D1CDC4"/>
    <a:srgbClr val="A78B86"/>
    <a:srgbClr val="FFD9C8"/>
    <a:srgbClr val="C09C6F"/>
    <a:srgbClr val="AACDE2"/>
    <a:srgbClr val="7E5F73"/>
    <a:srgbClr val="800000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86EDB-C66C-40BC-8B14-948D99F41408}" v="633" dt="2025-04-05T02:01:48.190"/>
    <p1510:client id="{0B59460F-9323-4304-FFB3-399C3B3C101F}" v="11" dt="2025-04-04T23:51:18.822"/>
    <p1510:client id="{6616BEAA-C769-EA7F-476A-5C705399B0C7}" v="14" dt="2025-04-05T00:12:33.298"/>
    <p1510:client id="{6CA2BF92-8387-E6F4-2BB7-376B64FBA4B4}" v="96" dt="2025-04-05T13:28:56.785"/>
    <p1510:client id="{967089A4-34E5-492C-A290-30F44135D4A4}" v="30" dt="2025-04-04T16:09:44.366"/>
    <p1510:client id="{C13B9567-FBAD-892C-43CA-D9F02108B8CC}" v="348" dt="2025-04-05T01:56:44.550"/>
    <p1510:client id="{D419F245-736E-4D48-915C-ACA6162E949A}" v="96" dt="2025-04-05T01:52:52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notesMaster" Target="notesMasters/notesMaster1.xml"/><Relationship Id="rId77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gs" Target="tags/tag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78" Type="http://schemas.microsoft.com/office/2018/10/relationships/authors" Target="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microsoft.com/office/2016/11/relationships/changesInfo" Target="changesInfos/changesInfo1.xml"/><Relationship Id="rId7" Type="http://schemas.openxmlformats.org/officeDocument/2006/relationships/slide" Target="slides/slide4.xml"/><Relationship Id="rId71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B59460F-9323-4304-FFB3-399C3B3C101F}"/>
    <pc:docChg chg="modSld">
      <pc:chgData name="Guest User" userId="" providerId="Windows Live" clId="Web-{0B59460F-9323-4304-FFB3-399C3B3C101F}" dt="2025-04-04T23:51:02.978" v="4" actId="20577"/>
      <pc:docMkLst>
        <pc:docMk/>
      </pc:docMkLst>
      <pc:sldChg chg="modSp">
        <pc:chgData name="Guest User" userId="" providerId="Windows Live" clId="Web-{0B59460F-9323-4304-FFB3-399C3B3C101F}" dt="2025-04-04T23:50:41.961" v="2" actId="20577"/>
        <pc:sldMkLst>
          <pc:docMk/>
          <pc:sldMk cId="88404620" sldId="1980"/>
        </pc:sldMkLst>
        <pc:spChg chg="mod">
          <ac:chgData name="Guest User" userId="" providerId="Windows Live" clId="Web-{0B59460F-9323-4304-FFB3-399C3B3C101F}" dt="2025-04-04T23:50:41.961" v="2" actId="20577"/>
          <ac:spMkLst>
            <pc:docMk/>
            <pc:sldMk cId="88404620" sldId="1980"/>
            <ac:spMk id="11" creationId="{C03A3D43-756F-CF37-1BB3-453DF324C46B}"/>
          </ac:spMkLst>
        </pc:spChg>
      </pc:sldChg>
      <pc:sldChg chg="modSp">
        <pc:chgData name="Guest User" userId="" providerId="Windows Live" clId="Web-{0B59460F-9323-4304-FFB3-399C3B3C101F}" dt="2025-04-04T23:51:02.978" v="4" actId="20577"/>
        <pc:sldMkLst>
          <pc:docMk/>
          <pc:sldMk cId="4046410781" sldId="2127"/>
        </pc:sldMkLst>
        <pc:spChg chg="mod">
          <ac:chgData name="Guest User" userId="" providerId="Windows Live" clId="Web-{0B59460F-9323-4304-FFB3-399C3B3C101F}" dt="2025-04-04T23:51:02.978" v="4" actId="20577"/>
          <ac:spMkLst>
            <pc:docMk/>
            <pc:sldMk cId="4046410781" sldId="2127"/>
            <ac:spMk id="12" creationId="{68F1D7EB-0773-4AEA-08EA-3371F7148245}"/>
          </ac:spMkLst>
        </pc:spChg>
      </pc:sldChg>
    </pc:docChg>
  </pc:docChgLst>
  <pc:docChgLst>
    <pc:chgData name="Prince Chandapillai" userId="4fad049182ddc57b" providerId="Windows Live" clId="Web-{6616BEAA-C769-EA7F-476A-5C705399B0C7}"/>
    <pc:docChg chg="modSld">
      <pc:chgData name="Prince Chandapillai" userId="4fad049182ddc57b" providerId="Windows Live" clId="Web-{6616BEAA-C769-EA7F-476A-5C705399B0C7}" dt="2025-04-05T00:12:33.298" v="9" actId="20577"/>
      <pc:docMkLst>
        <pc:docMk/>
      </pc:docMkLst>
      <pc:sldChg chg="modSp">
        <pc:chgData name="Prince Chandapillai" userId="4fad049182ddc57b" providerId="Windows Live" clId="Web-{6616BEAA-C769-EA7F-476A-5C705399B0C7}" dt="2025-04-05T00:03:22.012" v="1" actId="20577"/>
        <pc:sldMkLst>
          <pc:docMk/>
          <pc:sldMk cId="1738488628" sldId="1543"/>
        </pc:sldMkLst>
        <pc:spChg chg="mod">
          <ac:chgData name="Prince Chandapillai" userId="4fad049182ddc57b" providerId="Windows Live" clId="Web-{6616BEAA-C769-EA7F-476A-5C705399B0C7}" dt="2025-04-05T00:03:22.012" v="1" actId="20577"/>
          <ac:spMkLst>
            <pc:docMk/>
            <pc:sldMk cId="1738488628" sldId="1543"/>
            <ac:spMk id="8" creationId="{5BE79D6D-45E0-4529-650E-55EE2C2D70A7}"/>
          </ac:spMkLst>
        </pc:spChg>
      </pc:sldChg>
      <pc:sldChg chg="modSp">
        <pc:chgData name="Prince Chandapillai" userId="4fad049182ddc57b" providerId="Windows Live" clId="Web-{6616BEAA-C769-EA7F-476A-5C705399B0C7}" dt="2025-04-05T00:12:33.298" v="9" actId="20577"/>
        <pc:sldMkLst>
          <pc:docMk/>
          <pc:sldMk cId="2430628198" sldId="1888"/>
        </pc:sldMkLst>
        <pc:spChg chg="mod">
          <ac:chgData name="Prince Chandapillai" userId="4fad049182ddc57b" providerId="Windows Live" clId="Web-{6616BEAA-C769-EA7F-476A-5C705399B0C7}" dt="2025-04-05T00:12:33.298" v="9" actId="20577"/>
          <ac:spMkLst>
            <pc:docMk/>
            <pc:sldMk cId="2430628198" sldId="1888"/>
            <ac:spMk id="4" creationId="{064DE8CA-B187-EC06-A4FA-4F11CB386D6A}"/>
          </ac:spMkLst>
        </pc:spChg>
      </pc:sldChg>
    </pc:docChg>
  </pc:docChgLst>
  <pc:docChgLst>
    <pc:chgData name="Ajit Abraham" userId="66e44ec9267aee7b" providerId="Windows Live" clId="Web-{6CA2BF92-8387-E6F4-2BB7-376B64FBA4B4}"/>
    <pc:docChg chg="modSld sldOrd">
      <pc:chgData name="Ajit Abraham" userId="66e44ec9267aee7b" providerId="Windows Live" clId="Web-{6CA2BF92-8387-E6F4-2BB7-376B64FBA4B4}" dt="2025-04-05T13:28:56.785" v="59"/>
      <pc:docMkLst>
        <pc:docMk/>
      </pc:docMkLst>
      <pc:sldChg chg="modSp">
        <pc:chgData name="Ajit Abraham" userId="66e44ec9267aee7b" providerId="Windows Live" clId="Web-{6CA2BF92-8387-E6F4-2BB7-376B64FBA4B4}" dt="2025-04-05T13:17:29.556" v="18" actId="20577"/>
        <pc:sldMkLst>
          <pc:docMk/>
          <pc:sldMk cId="1738488628" sldId="1543"/>
        </pc:sldMkLst>
        <pc:spChg chg="mod">
          <ac:chgData name="Ajit Abraham" userId="66e44ec9267aee7b" providerId="Windows Live" clId="Web-{6CA2BF92-8387-E6F4-2BB7-376B64FBA4B4}" dt="2025-04-05T13:17:29.556" v="18" actId="20577"/>
          <ac:spMkLst>
            <pc:docMk/>
            <pc:sldMk cId="1738488628" sldId="1543"/>
            <ac:spMk id="10" creationId="{8812F03D-55E6-0116-F164-9E2DBAF627B1}"/>
          </ac:spMkLst>
        </pc:spChg>
      </pc:sldChg>
      <pc:sldChg chg="modSp">
        <pc:chgData name="Ajit Abraham" userId="66e44ec9267aee7b" providerId="Windows Live" clId="Web-{6CA2BF92-8387-E6F4-2BB7-376B64FBA4B4}" dt="2025-04-05T13:17:39.947" v="20" actId="20577"/>
        <pc:sldMkLst>
          <pc:docMk/>
          <pc:sldMk cId="3368756669" sldId="1545"/>
        </pc:sldMkLst>
        <pc:spChg chg="mod">
          <ac:chgData name="Ajit Abraham" userId="66e44ec9267aee7b" providerId="Windows Live" clId="Web-{6CA2BF92-8387-E6F4-2BB7-376B64FBA4B4}" dt="2025-04-05T13:17:39.947" v="20" actId="20577"/>
          <ac:spMkLst>
            <pc:docMk/>
            <pc:sldMk cId="3368756669" sldId="1545"/>
            <ac:spMk id="4" creationId="{064DE8CA-B187-EC06-A4FA-4F11CB386D6A}"/>
          </ac:spMkLst>
        </pc:spChg>
      </pc:sldChg>
      <pc:sldChg chg="modSp">
        <pc:chgData name="Ajit Abraham" userId="66e44ec9267aee7b" providerId="Windows Live" clId="Web-{6CA2BF92-8387-E6F4-2BB7-376B64FBA4B4}" dt="2025-04-05T13:28:56.785" v="59"/>
        <pc:sldMkLst>
          <pc:docMk/>
          <pc:sldMk cId="88404620" sldId="1980"/>
        </pc:sldMkLst>
        <pc:spChg chg="mod">
          <ac:chgData name="Ajit Abraham" userId="66e44ec9267aee7b" providerId="Windows Live" clId="Web-{6CA2BF92-8387-E6F4-2BB7-376B64FBA4B4}" dt="2025-04-05T13:28:56.785" v="59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Ajit Abraham" userId="66e44ec9267aee7b" providerId="Windows Live" clId="Web-{6CA2BF92-8387-E6F4-2BB7-376B64FBA4B4}" dt="2025-04-05T13:15:45.600" v="3" actId="20577"/>
          <ac:spMkLst>
            <pc:docMk/>
            <pc:sldMk cId="88404620" sldId="1980"/>
            <ac:spMk id="12" creationId="{7905A2DF-1131-91B8-F9F4-29C2BA98F4E1}"/>
          </ac:spMkLst>
        </pc:spChg>
      </pc:sldChg>
      <pc:sldChg chg="modSp">
        <pc:chgData name="Ajit Abraham" userId="66e44ec9267aee7b" providerId="Windows Live" clId="Web-{6CA2BF92-8387-E6F4-2BB7-376B64FBA4B4}" dt="2025-04-05T13:16:02.694" v="11" actId="20577"/>
        <pc:sldMkLst>
          <pc:docMk/>
          <pc:sldMk cId="4046410781" sldId="2127"/>
        </pc:sldMkLst>
        <pc:spChg chg="mod">
          <ac:chgData name="Ajit Abraham" userId="66e44ec9267aee7b" providerId="Windows Live" clId="Web-{6CA2BF92-8387-E6F4-2BB7-376B64FBA4B4}" dt="2025-04-05T13:16:02.694" v="11" actId="20577"/>
          <ac:spMkLst>
            <pc:docMk/>
            <pc:sldMk cId="4046410781" sldId="2127"/>
            <ac:spMk id="12" creationId="{68F1D7EB-0773-4AEA-08EA-3371F7148245}"/>
          </ac:spMkLst>
        </pc:spChg>
      </pc:sldChg>
      <pc:sldChg chg="modSp">
        <pc:chgData name="Ajit Abraham" userId="66e44ec9267aee7b" providerId="Windows Live" clId="Web-{6CA2BF92-8387-E6F4-2BB7-376B64FBA4B4}" dt="2025-04-05T13:16:56.665" v="12" actId="20577"/>
        <pc:sldMkLst>
          <pc:docMk/>
          <pc:sldMk cId="1278113787" sldId="2128"/>
        </pc:sldMkLst>
        <pc:spChg chg="mod">
          <ac:chgData name="Ajit Abraham" userId="66e44ec9267aee7b" providerId="Windows Live" clId="Web-{6CA2BF92-8387-E6F4-2BB7-376B64FBA4B4}" dt="2025-04-05T13:16:56.665" v="12" actId="20577"/>
          <ac:spMkLst>
            <pc:docMk/>
            <pc:sldMk cId="1278113787" sldId="2128"/>
            <ac:spMk id="12" creationId="{88F4B2BD-87D6-30F3-4DE9-508D01EF9A25}"/>
          </ac:spMkLst>
        </pc:spChg>
      </pc:sldChg>
      <pc:sldChg chg="modSp">
        <pc:chgData name="Ajit Abraham" userId="66e44ec9267aee7b" providerId="Windows Live" clId="Web-{6CA2BF92-8387-E6F4-2BB7-376B64FBA4B4}" dt="2025-04-05T13:17:14.962" v="15" actId="20577"/>
        <pc:sldMkLst>
          <pc:docMk/>
          <pc:sldMk cId="616756977" sldId="2129"/>
        </pc:sldMkLst>
        <pc:spChg chg="mod">
          <ac:chgData name="Ajit Abraham" userId="66e44ec9267aee7b" providerId="Windows Live" clId="Web-{6CA2BF92-8387-E6F4-2BB7-376B64FBA4B4}" dt="2025-04-05T13:17:14.962" v="15" actId="20577"/>
          <ac:spMkLst>
            <pc:docMk/>
            <pc:sldMk cId="616756977" sldId="2129"/>
            <ac:spMk id="12" creationId="{518E15F4-4EE9-65FE-8644-BA65174FE0A0}"/>
          </ac:spMkLst>
        </pc:spChg>
      </pc:sldChg>
      <pc:sldChg chg="modSp">
        <pc:chgData name="Ajit Abraham" userId="66e44ec9267aee7b" providerId="Windows Live" clId="Web-{6CA2BF92-8387-E6F4-2BB7-376B64FBA4B4}" dt="2025-04-05T13:17:23.869" v="16" actId="20577"/>
        <pc:sldMkLst>
          <pc:docMk/>
          <pc:sldMk cId="3667561014" sldId="2130"/>
        </pc:sldMkLst>
        <pc:spChg chg="mod">
          <ac:chgData name="Ajit Abraham" userId="66e44ec9267aee7b" providerId="Windows Live" clId="Web-{6CA2BF92-8387-E6F4-2BB7-376B64FBA4B4}" dt="2025-04-05T13:17:23.869" v="16" actId="20577"/>
          <ac:spMkLst>
            <pc:docMk/>
            <pc:sldMk cId="3667561014" sldId="2130"/>
            <ac:spMk id="12" creationId="{C1585363-9F7B-619B-FF46-6702E813D77C}"/>
          </ac:spMkLst>
        </pc:spChg>
      </pc:sldChg>
      <pc:sldChg chg="modSp">
        <pc:chgData name="Ajit Abraham" userId="66e44ec9267aee7b" providerId="Windows Live" clId="Web-{6CA2BF92-8387-E6F4-2BB7-376B64FBA4B4}" dt="2025-04-05T13:17:47.823" v="22" actId="20577"/>
        <pc:sldMkLst>
          <pc:docMk/>
          <pc:sldMk cId="1383090789" sldId="2133"/>
        </pc:sldMkLst>
        <pc:spChg chg="mod">
          <ac:chgData name="Ajit Abraham" userId="66e44ec9267aee7b" providerId="Windows Live" clId="Web-{6CA2BF92-8387-E6F4-2BB7-376B64FBA4B4}" dt="2025-04-05T13:17:47.823" v="22" actId="20577"/>
          <ac:spMkLst>
            <pc:docMk/>
            <pc:sldMk cId="1383090789" sldId="2133"/>
            <ac:spMk id="4" creationId="{63D01B0B-8FDC-1265-BD01-C99B3DC0AFF7}"/>
          </ac:spMkLst>
        </pc:spChg>
      </pc:sldChg>
      <pc:sldChg chg="modSp">
        <pc:chgData name="Ajit Abraham" userId="66e44ec9267aee7b" providerId="Windows Live" clId="Web-{6CA2BF92-8387-E6F4-2BB7-376B64FBA4B4}" dt="2025-04-05T13:17:55.667" v="24" actId="20577"/>
        <pc:sldMkLst>
          <pc:docMk/>
          <pc:sldMk cId="2344975083" sldId="2134"/>
        </pc:sldMkLst>
        <pc:spChg chg="mod">
          <ac:chgData name="Ajit Abraham" userId="66e44ec9267aee7b" providerId="Windows Live" clId="Web-{6CA2BF92-8387-E6F4-2BB7-376B64FBA4B4}" dt="2025-04-05T13:17:55.667" v="24" actId="20577"/>
          <ac:spMkLst>
            <pc:docMk/>
            <pc:sldMk cId="2344975083" sldId="2134"/>
            <ac:spMk id="4" creationId="{D242BC7D-C674-2557-6D43-FFC424C547A3}"/>
          </ac:spMkLst>
        </pc:spChg>
      </pc:sldChg>
      <pc:sldChg chg="modSp">
        <pc:chgData name="Ajit Abraham" userId="66e44ec9267aee7b" providerId="Windows Live" clId="Web-{6CA2BF92-8387-E6F4-2BB7-376B64FBA4B4}" dt="2025-04-05T13:18:14.214" v="28" actId="20577"/>
        <pc:sldMkLst>
          <pc:docMk/>
          <pc:sldMk cId="1248507728" sldId="2183"/>
        </pc:sldMkLst>
        <pc:spChg chg="mod">
          <ac:chgData name="Ajit Abraham" userId="66e44ec9267aee7b" providerId="Windows Live" clId="Web-{6CA2BF92-8387-E6F4-2BB7-376B64FBA4B4}" dt="2025-04-05T13:18:14.214" v="28" actId="20577"/>
          <ac:spMkLst>
            <pc:docMk/>
            <pc:sldMk cId="1248507728" sldId="2183"/>
            <ac:spMk id="4" creationId="{656BF35B-B024-F5B1-D416-AF17FA6ACE42}"/>
          </ac:spMkLst>
        </pc:spChg>
      </pc:sldChg>
      <pc:sldChg chg="modSp">
        <pc:chgData name="Ajit Abraham" userId="66e44ec9267aee7b" providerId="Windows Live" clId="Web-{6CA2BF92-8387-E6F4-2BB7-376B64FBA4B4}" dt="2025-04-05T13:18:04.917" v="26" actId="20577"/>
        <pc:sldMkLst>
          <pc:docMk/>
          <pc:sldMk cId="259297803" sldId="2189"/>
        </pc:sldMkLst>
        <pc:spChg chg="mod">
          <ac:chgData name="Ajit Abraham" userId="66e44ec9267aee7b" providerId="Windows Live" clId="Web-{6CA2BF92-8387-E6F4-2BB7-376B64FBA4B4}" dt="2025-04-05T13:18:04.917" v="26" actId="20577"/>
          <ac:spMkLst>
            <pc:docMk/>
            <pc:sldMk cId="259297803" sldId="2189"/>
            <ac:spMk id="4" creationId="{61B2A0CF-5E1B-05CF-49F4-711DFDD1C04B}"/>
          </ac:spMkLst>
        </pc:spChg>
      </pc:sldChg>
      <pc:sldChg chg="modSp">
        <pc:chgData name="Ajit Abraham" userId="66e44ec9267aee7b" providerId="Windows Live" clId="Web-{6CA2BF92-8387-E6F4-2BB7-376B64FBA4B4}" dt="2025-04-05T13:18:22.589" v="30" actId="20577"/>
        <pc:sldMkLst>
          <pc:docMk/>
          <pc:sldMk cId="3228609223" sldId="2190"/>
        </pc:sldMkLst>
        <pc:spChg chg="mod">
          <ac:chgData name="Ajit Abraham" userId="66e44ec9267aee7b" providerId="Windows Live" clId="Web-{6CA2BF92-8387-E6F4-2BB7-376B64FBA4B4}" dt="2025-04-05T13:18:22.589" v="30" actId="20577"/>
          <ac:spMkLst>
            <pc:docMk/>
            <pc:sldMk cId="3228609223" sldId="2190"/>
            <ac:spMk id="4" creationId="{76CF99E8-B95F-47B6-34E6-4D3EE923F5FB}"/>
          </ac:spMkLst>
        </pc:spChg>
      </pc:sldChg>
      <pc:sldChg chg="modSp ord">
        <pc:chgData name="Ajit Abraham" userId="66e44ec9267aee7b" providerId="Windows Live" clId="Web-{6CA2BF92-8387-E6F4-2BB7-376B64FBA4B4}" dt="2025-04-05T13:25:09.339" v="54"/>
        <pc:sldMkLst>
          <pc:docMk/>
          <pc:sldMk cId="139069936" sldId="2196"/>
        </pc:sldMkLst>
        <pc:spChg chg="mod">
          <ac:chgData name="Ajit Abraham" userId="66e44ec9267aee7b" providerId="Windows Live" clId="Web-{6CA2BF92-8387-E6F4-2BB7-376B64FBA4B4}" dt="2025-04-05T13:23:29.960" v="41" actId="20577"/>
          <ac:spMkLst>
            <pc:docMk/>
            <pc:sldMk cId="139069936" sldId="2196"/>
            <ac:spMk id="3" creationId="{F542A339-0354-E852-9A48-EE90F3312C8D}"/>
          </ac:spMkLst>
        </pc:spChg>
        <pc:spChg chg="mod">
          <ac:chgData name="Ajit Abraham" userId="66e44ec9267aee7b" providerId="Windows Live" clId="Web-{6CA2BF92-8387-E6F4-2BB7-376B64FBA4B4}" dt="2025-04-05T13:25:01.885" v="53" actId="20577"/>
          <ac:spMkLst>
            <pc:docMk/>
            <pc:sldMk cId="139069936" sldId="2196"/>
            <ac:spMk id="4" creationId="{48F823EC-DE24-8583-E46F-36FEB94FBC1A}"/>
          </ac:spMkLst>
        </pc:spChg>
        <pc:spChg chg="mod">
          <ac:chgData name="Ajit Abraham" userId="66e44ec9267aee7b" providerId="Windows Live" clId="Web-{6CA2BF92-8387-E6F4-2BB7-376B64FBA4B4}" dt="2025-04-05T13:24:37.744" v="52" actId="20577"/>
          <ac:spMkLst>
            <pc:docMk/>
            <pc:sldMk cId="139069936" sldId="2196"/>
            <ac:spMk id="5" creationId="{4948263A-9A1D-FA07-E8B2-C8434160A8E5}"/>
          </ac:spMkLst>
        </pc:spChg>
      </pc:sldChg>
      <pc:sldChg chg="modSp">
        <pc:chgData name="Ajit Abraham" userId="66e44ec9267aee7b" providerId="Windows Live" clId="Web-{6CA2BF92-8387-E6F4-2BB7-376B64FBA4B4}" dt="2025-04-05T13:25:13.323" v="55" actId="20577"/>
        <pc:sldMkLst>
          <pc:docMk/>
          <pc:sldMk cId="2486300348" sldId="2199"/>
        </pc:sldMkLst>
        <pc:spChg chg="mod">
          <ac:chgData name="Ajit Abraham" userId="66e44ec9267aee7b" providerId="Windows Live" clId="Web-{6CA2BF92-8387-E6F4-2BB7-376B64FBA4B4}" dt="2025-04-05T13:25:13.323" v="55" actId="20577"/>
          <ac:spMkLst>
            <pc:docMk/>
            <pc:sldMk cId="2486300348" sldId="2199"/>
            <ac:spMk id="4" creationId="{F138ECAA-B89E-3FC9-8F93-A416CEF7CD5F}"/>
          </ac:spMkLst>
        </pc:spChg>
      </pc:sldChg>
    </pc:docChg>
  </pc:docChgLst>
  <pc:docChgLst>
    <pc:chgData name="Reuben Stephen" userId="6a6eda1f0b9c2b70" providerId="LiveId" clId="{0A486EDB-C66C-40BC-8B14-948D99F41408}"/>
    <pc:docChg chg="undo custSel modSld">
      <pc:chgData name="Reuben Stephen" userId="6a6eda1f0b9c2b70" providerId="LiveId" clId="{0A486EDB-C66C-40BC-8B14-948D99F41408}" dt="2025-04-05T02:01:48.190" v="632" actId="20577"/>
      <pc:docMkLst>
        <pc:docMk/>
      </pc:docMkLst>
      <pc:sldChg chg="modSp mod">
        <pc:chgData name="Reuben Stephen" userId="6a6eda1f0b9c2b70" providerId="LiveId" clId="{0A486EDB-C66C-40BC-8B14-948D99F41408}" dt="2025-04-05T01:23:32.992" v="73"/>
        <pc:sldMkLst>
          <pc:docMk/>
          <pc:sldMk cId="2430628198" sldId="1888"/>
        </pc:sldMkLst>
        <pc:spChg chg="mod">
          <ac:chgData name="Reuben Stephen" userId="6a6eda1f0b9c2b70" providerId="LiveId" clId="{0A486EDB-C66C-40BC-8B14-948D99F41408}" dt="2025-04-05T01:23:32.992" v="73"/>
          <ac:spMkLst>
            <pc:docMk/>
            <pc:sldMk cId="2430628198" sldId="1888"/>
            <ac:spMk id="4" creationId="{064DE8CA-B187-EC06-A4FA-4F11CB386D6A}"/>
          </ac:spMkLst>
        </pc:spChg>
      </pc:sldChg>
      <pc:sldChg chg="modSp mod">
        <pc:chgData name="Reuben Stephen" userId="6a6eda1f0b9c2b70" providerId="LiveId" clId="{0A486EDB-C66C-40BC-8B14-948D99F41408}" dt="2025-04-05T01:45:25.692" v="285" actId="20577"/>
        <pc:sldMkLst>
          <pc:docMk/>
          <pc:sldMk cId="1700184848" sldId="1992"/>
        </pc:sldMkLst>
        <pc:spChg chg="mod">
          <ac:chgData name="Reuben Stephen" userId="6a6eda1f0b9c2b70" providerId="LiveId" clId="{0A486EDB-C66C-40BC-8B14-948D99F41408}" dt="2025-04-05T01:32:40.291" v="142" actId="20577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Reuben Stephen" userId="6a6eda1f0b9c2b70" providerId="LiveId" clId="{0A486EDB-C66C-40BC-8B14-948D99F41408}" dt="2025-04-05T01:45:25.692" v="285" actId="20577"/>
          <ac:spMkLst>
            <pc:docMk/>
            <pc:sldMk cId="1700184848" sldId="1992"/>
            <ac:spMk id="5" creationId="{7A9E4F5E-F433-A77D-054E-01E586305C40}"/>
          </ac:spMkLst>
        </pc:spChg>
      </pc:sldChg>
      <pc:sldChg chg="modSp mod">
        <pc:chgData name="Reuben Stephen" userId="6a6eda1f0b9c2b70" providerId="LiveId" clId="{0A486EDB-C66C-40BC-8B14-948D99F41408}" dt="2025-04-05T01:24:17.219" v="86"/>
        <pc:sldMkLst>
          <pc:docMk/>
          <pc:sldMk cId="474597300" sldId="2086"/>
        </pc:sldMkLst>
        <pc:spChg chg="mod">
          <ac:chgData name="Reuben Stephen" userId="6a6eda1f0b9c2b70" providerId="LiveId" clId="{0A486EDB-C66C-40BC-8B14-948D99F41408}" dt="2025-04-05T01:24:17.219" v="86"/>
          <ac:spMkLst>
            <pc:docMk/>
            <pc:sldMk cId="474597300" sldId="2086"/>
            <ac:spMk id="4" creationId="{064DE8CA-B187-EC06-A4FA-4F11CB386D6A}"/>
          </ac:spMkLst>
        </pc:spChg>
      </pc:sldChg>
      <pc:sldChg chg="modSp mod">
        <pc:chgData name="Reuben Stephen" userId="6a6eda1f0b9c2b70" providerId="LiveId" clId="{0A486EDB-C66C-40BC-8B14-948D99F41408}" dt="2025-04-05T01:47:48.205" v="291" actId="20577"/>
        <pc:sldMkLst>
          <pc:docMk/>
          <pc:sldMk cId="232143484" sldId="2119"/>
        </pc:sldMkLst>
        <pc:spChg chg="mod">
          <ac:chgData name="Reuben Stephen" userId="6a6eda1f0b9c2b70" providerId="LiveId" clId="{0A486EDB-C66C-40BC-8B14-948D99F41408}" dt="2025-04-05T01:47:48.205" v="291" actId="20577"/>
          <ac:spMkLst>
            <pc:docMk/>
            <pc:sldMk cId="232143484" sldId="2119"/>
            <ac:spMk id="4" creationId="{064DE8CA-B187-EC06-A4FA-4F11CB386D6A}"/>
          </ac:spMkLst>
        </pc:spChg>
      </pc:sldChg>
      <pc:sldChg chg="modSp mod">
        <pc:chgData name="Reuben Stephen" userId="6a6eda1f0b9c2b70" providerId="LiveId" clId="{0A486EDB-C66C-40BC-8B14-948D99F41408}" dt="2025-04-05T01:08:04.244" v="5" actId="20577"/>
        <pc:sldMkLst>
          <pc:docMk/>
          <pc:sldMk cId="1278113787" sldId="2128"/>
        </pc:sldMkLst>
        <pc:spChg chg="mod">
          <ac:chgData name="Reuben Stephen" userId="6a6eda1f0b9c2b70" providerId="LiveId" clId="{0A486EDB-C66C-40BC-8B14-948D99F41408}" dt="2025-04-05T01:07:53.349" v="4" actId="1076"/>
          <ac:spMkLst>
            <pc:docMk/>
            <pc:sldMk cId="1278113787" sldId="2128"/>
            <ac:spMk id="3" creationId="{E16E1E22-AABE-36C0-BBD9-2453AB50BAC0}"/>
          </ac:spMkLst>
        </pc:spChg>
        <pc:spChg chg="mod">
          <ac:chgData name="Reuben Stephen" userId="6a6eda1f0b9c2b70" providerId="LiveId" clId="{0A486EDB-C66C-40BC-8B14-948D99F41408}" dt="2025-04-05T01:07:53.349" v="4" actId="1076"/>
          <ac:spMkLst>
            <pc:docMk/>
            <pc:sldMk cId="1278113787" sldId="2128"/>
            <ac:spMk id="7" creationId="{30D24873-19B5-8310-2156-DCCDBF4E8DC3}"/>
          </ac:spMkLst>
        </pc:spChg>
        <pc:spChg chg="mod">
          <ac:chgData name="Reuben Stephen" userId="6a6eda1f0b9c2b70" providerId="LiveId" clId="{0A486EDB-C66C-40BC-8B14-948D99F41408}" dt="2025-04-05T01:08:04.244" v="5" actId="20577"/>
          <ac:spMkLst>
            <pc:docMk/>
            <pc:sldMk cId="1278113787" sldId="2128"/>
            <ac:spMk id="10" creationId="{D075F29D-549B-5C4C-BFB3-ADFBACB2B456}"/>
          </ac:spMkLst>
        </pc:spChg>
        <pc:spChg chg="mod">
          <ac:chgData name="Reuben Stephen" userId="6a6eda1f0b9c2b70" providerId="LiveId" clId="{0A486EDB-C66C-40BC-8B14-948D99F41408}" dt="2025-04-05T01:07:45.655" v="3" actId="12788"/>
          <ac:spMkLst>
            <pc:docMk/>
            <pc:sldMk cId="1278113787" sldId="2128"/>
            <ac:spMk id="12" creationId="{88F4B2BD-87D6-30F3-4DE9-508D01EF9A25}"/>
          </ac:spMkLst>
        </pc:spChg>
      </pc:sldChg>
      <pc:sldChg chg="modSp mod">
        <pc:chgData name="Reuben Stephen" userId="6a6eda1f0b9c2b70" providerId="LiveId" clId="{0A486EDB-C66C-40BC-8B14-948D99F41408}" dt="2025-04-05T01:09:17.763" v="12" actId="1076"/>
        <pc:sldMkLst>
          <pc:docMk/>
          <pc:sldMk cId="3667561014" sldId="2130"/>
        </pc:sldMkLst>
        <pc:spChg chg="mod">
          <ac:chgData name="Reuben Stephen" userId="6a6eda1f0b9c2b70" providerId="LiveId" clId="{0A486EDB-C66C-40BC-8B14-948D99F41408}" dt="2025-04-05T01:09:17.763" v="12" actId="1076"/>
          <ac:spMkLst>
            <pc:docMk/>
            <pc:sldMk cId="3667561014" sldId="2130"/>
            <ac:spMk id="3" creationId="{B77667B5-A2EF-0A14-4661-D3E40927171F}"/>
          </ac:spMkLst>
        </pc:spChg>
        <pc:spChg chg="mod">
          <ac:chgData name="Reuben Stephen" userId="6a6eda1f0b9c2b70" providerId="LiveId" clId="{0A486EDB-C66C-40BC-8B14-948D99F41408}" dt="2025-04-05T01:09:17.763" v="12" actId="1076"/>
          <ac:spMkLst>
            <pc:docMk/>
            <pc:sldMk cId="3667561014" sldId="2130"/>
            <ac:spMk id="7" creationId="{15DD6189-1DF0-050F-15DF-45371CD5437C}"/>
          </ac:spMkLst>
        </pc:spChg>
        <pc:spChg chg="mod">
          <ac:chgData name="Reuben Stephen" userId="6a6eda1f0b9c2b70" providerId="LiveId" clId="{0A486EDB-C66C-40BC-8B14-948D99F41408}" dt="2025-04-05T01:09:06.615" v="11" actId="12788"/>
          <ac:spMkLst>
            <pc:docMk/>
            <pc:sldMk cId="3667561014" sldId="2130"/>
            <ac:spMk id="12" creationId="{C1585363-9F7B-619B-FF46-6702E813D77C}"/>
          </ac:spMkLst>
        </pc:spChg>
      </pc:sldChg>
      <pc:sldChg chg="modSp mod">
        <pc:chgData name="Reuben Stephen" userId="6a6eda1f0b9c2b70" providerId="LiveId" clId="{0A486EDB-C66C-40BC-8B14-948D99F41408}" dt="2025-04-05T01:22:09.879" v="44" actId="6549"/>
        <pc:sldMkLst>
          <pc:docMk/>
          <pc:sldMk cId="2344975083" sldId="2134"/>
        </pc:sldMkLst>
        <pc:spChg chg="mod">
          <ac:chgData name="Reuben Stephen" userId="6a6eda1f0b9c2b70" providerId="LiveId" clId="{0A486EDB-C66C-40BC-8B14-948D99F41408}" dt="2025-04-05T01:22:09.879" v="44" actId="6549"/>
          <ac:spMkLst>
            <pc:docMk/>
            <pc:sldMk cId="2344975083" sldId="2134"/>
            <ac:spMk id="4" creationId="{D242BC7D-C674-2557-6D43-FFC424C547A3}"/>
          </ac:spMkLst>
        </pc:spChg>
      </pc:sldChg>
      <pc:sldChg chg="modSp mod">
        <pc:chgData name="Reuben Stephen" userId="6a6eda1f0b9c2b70" providerId="LiveId" clId="{0A486EDB-C66C-40BC-8B14-948D99F41408}" dt="2025-04-05T01:50:21.413" v="348" actId="14100"/>
        <pc:sldMkLst>
          <pc:docMk/>
          <pc:sldMk cId="757515522" sldId="2148"/>
        </pc:sldMkLst>
        <pc:spChg chg="mod">
          <ac:chgData name="Reuben Stephen" userId="6a6eda1f0b9c2b70" providerId="LiveId" clId="{0A486EDB-C66C-40BC-8B14-948D99F41408}" dt="2025-04-05T01:50:21.413" v="348" actId="14100"/>
          <ac:spMkLst>
            <pc:docMk/>
            <pc:sldMk cId="757515522" sldId="2148"/>
            <ac:spMk id="4" creationId="{A2D96F37-72BF-0807-5B96-569A4F5B888D}"/>
          </ac:spMkLst>
        </pc:spChg>
      </pc:sldChg>
      <pc:sldChg chg="modSp mod">
        <pc:chgData name="Reuben Stephen" userId="6a6eda1f0b9c2b70" providerId="LiveId" clId="{0A486EDB-C66C-40BC-8B14-948D99F41408}" dt="2025-04-05T01:53:45.164" v="391" actId="20577"/>
        <pc:sldMkLst>
          <pc:docMk/>
          <pc:sldMk cId="3898120243" sldId="2152"/>
        </pc:sldMkLst>
        <pc:spChg chg="mod">
          <ac:chgData name="Reuben Stephen" userId="6a6eda1f0b9c2b70" providerId="LiveId" clId="{0A486EDB-C66C-40BC-8B14-948D99F41408}" dt="2025-04-05T01:53:45.164" v="391" actId="20577"/>
          <ac:spMkLst>
            <pc:docMk/>
            <pc:sldMk cId="3898120243" sldId="2152"/>
            <ac:spMk id="3" creationId="{8428B067-088E-D552-E20E-9D5A17DFDCDA}"/>
          </ac:spMkLst>
        </pc:spChg>
      </pc:sldChg>
      <pc:sldChg chg="modSp mod">
        <pc:chgData name="Reuben Stephen" userId="6a6eda1f0b9c2b70" providerId="LiveId" clId="{0A486EDB-C66C-40BC-8B14-948D99F41408}" dt="2025-04-05T01:57:22.003" v="498" actId="20577"/>
        <pc:sldMkLst>
          <pc:docMk/>
          <pc:sldMk cId="583353319" sldId="2156"/>
        </pc:sldMkLst>
        <pc:spChg chg="mod">
          <ac:chgData name="Reuben Stephen" userId="6a6eda1f0b9c2b70" providerId="LiveId" clId="{0A486EDB-C66C-40BC-8B14-948D99F41408}" dt="2025-04-05T01:57:22.003" v="498" actId="20577"/>
          <ac:spMkLst>
            <pc:docMk/>
            <pc:sldMk cId="583353319" sldId="2156"/>
            <ac:spMk id="3" creationId="{4083B9A5-281C-3F97-EF31-496CBF23BC7D}"/>
          </ac:spMkLst>
        </pc:spChg>
      </pc:sldChg>
      <pc:sldChg chg="modSp mod">
        <pc:chgData name="Reuben Stephen" userId="6a6eda1f0b9c2b70" providerId="LiveId" clId="{0A486EDB-C66C-40BC-8B14-948D99F41408}" dt="2025-04-05T01:58:59.866" v="559" actId="20577"/>
        <pc:sldMkLst>
          <pc:docMk/>
          <pc:sldMk cId="678598712" sldId="2157"/>
        </pc:sldMkLst>
        <pc:spChg chg="mod">
          <ac:chgData name="Reuben Stephen" userId="6a6eda1f0b9c2b70" providerId="LiveId" clId="{0A486EDB-C66C-40BC-8B14-948D99F41408}" dt="2025-04-05T01:58:59.866" v="559" actId="20577"/>
          <ac:spMkLst>
            <pc:docMk/>
            <pc:sldMk cId="678598712" sldId="2157"/>
            <ac:spMk id="7" creationId="{E13B5A3B-C921-46AC-B6B6-8C73C20AF8D0}"/>
          </ac:spMkLst>
        </pc:spChg>
      </pc:sldChg>
      <pc:sldChg chg="modSp mod">
        <pc:chgData name="Reuben Stephen" userId="6a6eda1f0b9c2b70" providerId="LiveId" clId="{0A486EDB-C66C-40BC-8B14-948D99F41408}" dt="2025-04-05T02:01:48.190" v="632" actId="20577"/>
        <pc:sldMkLst>
          <pc:docMk/>
          <pc:sldMk cId="2290117312" sldId="2164"/>
        </pc:sldMkLst>
        <pc:spChg chg="mod">
          <ac:chgData name="Reuben Stephen" userId="6a6eda1f0b9c2b70" providerId="LiveId" clId="{0A486EDB-C66C-40BC-8B14-948D99F41408}" dt="2025-04-05T02:01:43.008" v="628" actId="20577"/>
          <ac:spMkLst>
            <pc:docMk/>
            <pc:sldMk cId="2290117312" sldId="2164"/>
            <ac:spMk id="5" creationId="{C1D63327-77E4-7736-AF2F-2B8692D6A8AF}"/>
          </ac:spMkLst>
        </pc:spChg>
        <pc:spChg chg="mod">
          <ac:chgData name="Reuben Stephen" userId="6a6eda1f0b9c2b70" providerId="LiveId" clId="{0A486EDB-C66C-40BC-8B14-948D99F41408}" dt="2025-04-05T02:01:48.190" v="632" actId="20577"/>
          <ac:spMkLst>
            <pc:docMk/>
            <pc:sldMk cId="2290117312" sldId="2164"/>
            <ac:spMk id="7" creationId="{5A87DD58-B98C-9CCF-56EB-80CBB94ED741}"/>
          </ac:spMkLst>
        </pc:spChg>
      </pc:sldChg>
      <pc:sldChg chg="modSp mod">
        <pc:chgData name="Reuben Stephen" userId="6a6eda1f0b9c2b70" providerId="LiveId" clId="{0A486EDB-C66C-40BC-8B14-948D99F41408}" dt="2025-04-05T01:22:53.874" v="55" actId="20577"/>
        <pc:sldMkLst>
          <pc:docMk/>
          <pc:sldMk cId="1248507728" sldId="2183"/>
        </pc:sldMkLst>
        <pc:spChg chg="mod">
          <ac:chgData name="Reuben Stephen" userId="6a6eda1f0b9c2b70" providerId="LiveId" clId="{0A486EDB-C66C-40BC-8B14-948D99F41408}" dt="2025-04-05T01:22:53.874" v="55" actId="20577"/>
          <ac:spMkLst>
            <pc:docMk/>
            <pc:sldMk cId="1248507728" sldId="2183"/>
            <ac:spMk id="4" creationId="{656BF35B-B024-F5B1-D416-AF17FA6ACE42}"/>
          </ac:spMkLst>
        </pc:spChg>
      </pc:sldChg>
      <pc:sldChg chg="modSp mod">
        <pc:chgData name="Reuben Stephen" userId="6a6eda1f0b9c2b70" providerId="LiveId" clId="{0A486EDB-C66C-40BC-8B14-948D99F41408}" dt="2025-04-05T01:25:06.707" v="92"/>
        <pc:sldMkLst>
          <pc:docMk/>
          <pc:sldMk cId="3417700735" sldId="2192"/>
        </pc:sldMkLst>
        <pc:spChg chg="mod">
          <ac:chgData name="Reuben Stephen" userId="6a6eda1f0b9c2b70" providerId="LiveId" clId="{0A486EDB-C66C-40BC-8B14-948D99F41408}" dt="2025-04-05T01:25:06.707" v="92"/>
          <ac:spMkLst>
            <pc:docMk/>
            <pc:sldMk cId="3417700735" sldId="2192"/>
            <ac:spMk id="3" creationId="{4B41D641-3276-D009-38E2-003D73303DEC}"/>
          </ac:spMkLst>
        </pc:spChg>
        <pc:spChg chg="mod">
          <ac:chgData name="Reuben Stephen" userId="6a6eda1f0b9c2b70" providerId="LiveId" clId="{0A486EDB-C66C-40BC-8B14-948D99F41408}" dt="2025-04-05T01:24:42.080" v="91"/>
          <ac:spMkLst>
            <pc:docMk/>
            <pc:sldMk cId="3417700735" sldId="2192"/>
            <ac:spMk id="4" creationId="{7E755FB2-3F6A-1054-52EA-238BD45C4FED}"/>
          </ac:spMkLst>
        </pc:spChg>
      </pc:sldChg>
      <pc:sldChg chg="modSp mod">
        <pc:chgData name="Reuben Stephen" userId="6a6eda1f0b9c2b70" providerId="LiveId" clId="{0A486EDB-C66C-40BC-8B14-948D99F41408}" dt="2025-04-05T01:25:27.952" v="93" actId="20577"/>
        <pc:sldMkLst>
          <pc:docMk/>
          <pc:sldMk cId="4026022784" sldId="2193"/>
        </pc:sldMkLst>
        <pc:spChg chg="mod">
          <ac:chgData name="Reuben Stephen" userId="6a6eda1f0b9c2b70" providerId="LiveId" clId="{0A486EDB-C66C-40BC-8B14-948D99F41408}" dt="2025-04-05T01:25:27.952" v="93" actId="20577"/>
          <ac:spMkLst>
            <pc:docMk/>
            <pc:sldMk cId="4026022784" sldId="2193"/>
            <ac:spMk id="4" creationId="{AD0035E5-82D0-D1A3-4E5F-72494693D696}"/>
          </ac:spMkLst>
        </pc:spChg>
      </pc:sldChg>
      <pc:sldChg chg="modSp mod">
        <pc:chgData name="Reuben Stephen" userId="6a6eda1f0b9c2b70" providerId="LiveId" clId="{0A486EDB-C66C-40BC-8B14-948D99F41408}" dt="2025-04-05T01:28:59.255" v="94" actId="20577"/>
        <pc:sldMkLst>
          <pc:docMk/>
          <pc:sldMk cId="1074060346" sldId="2195"/>
        </pc:sldMkLst>
        <pc:spChg chg="mod">
          <ac:chgData name="Reuben Stephen" userId="6a6eda1f0b9c2b70" providerId="LiveId" clId="{0A486EDB-C66C-40BC-8B14-948D99F41408}" dt="2025-04-05T01:28:59.255" v="94" actId="20577"/>
          <ac:spMkLst>
            <pc:docMk/>
            <pc:sldMk cId="1074060346" sldId="2195"/>
            <ac:spMk id="4" creationId="{D5770D01-89A2-737D-2D77-F2F43E004733}"/>
          </ac:spMkLst>
        </pc:spChg>
      </pc:sldChg>
      <pc:sldChg chg="modSp mod">
        <pc:chgData name="Reuben Stephen" userId="6a6eda1f0b9c2b70" providerId="LiveId" clId="{0A486EDB-C66C-40BC-8B14-948D99F41408}" dt="2025-04-05T01:45:17.880" v="281" actId="20577"/>
        <pc:sldMkLst>
          <pc:docMk/>
          <pc:sldMk cId="139069936" sldId="2196"/>
        </pc:sldMkLst>
        <pc:spChg chg="mod">
          <ac:chgData name="Reuben Stephen" userId="6a6eda1f0b9c2b70" providerId="LiveId" clId="{0A486EDB-C66C-40BC-8B14-948D99F41408}" dt="2025-04-05T01:43:52.878" v="258" actId="1076"/>
          <ac:spMkLst>
            <pc:docMk/>
            <pc:sldMk cId="139069936" sldId="2196"/>
            <ac:spMk id="3" creationId="{F542A339-0354-E852-9A48-EE90F3312C8D}"/>
          </ac:spMkLst>
        </pc:spChg>
        <pc:spChg chg="mod">
          <ac:chgData name="Reuben Stephen" userId="6a6eda1f0b9c2b70" providerId="LiveId" clId="{0A486EDB-C66C-40BC-8B14-948D99F41408}" dt="2025-04-05T01:45:17.880" v="281" actId="20577"/>
          <ac:spMkLst>
            <pc:docMk/>
            <pc:sldMk cId="139069936" sldId="2196"/>
            <ac:spMk id="5" creationId="{4948263A-9A1D-FA07-E8B2-C8434160A8E5}"/>
          </ac:spMkLst>
        </pc:spChg>
      </pc:sldChg>
      <pc:sldChg chg="modSp mod">
        <pc:chgData name="Reuben Stephen" userId="6a6eda1f0b9c2b70" providerId="LiveId" clId="{0A486EDB-C66C-40BC-8B14-948D99F41408}" dt="2025-04-05T01:45:12.004" v="279" actId="20577"/>
        <pc:sldMkLst>
          <pc:docMk/>
          <pc:sldMk cId="3195505942" sldId="2198"/>
        </pc:sldMkLst>
        <pc:spChg chg="mod">
          <ac:chgData name="Reuben Stephen" userId="6a6eda1f0b9c2b70" providerId="LiveId" clId="{0A486EDB-C66C-40BC-8B14-948D99F41408}" dt="2025-04-05T01:45:12.004" v="279" actId="20577"/>
          <ac:spMkLst>
            <pc:docMk/>
            <pc:sldMk cId="3195505942" sldId="2198"/>
            <ac:spMk id="5" creationId="{DA73EC1F-FEA8-974F-FDC2-498A7742AFD6}"/>
          </ac:spMkLst>
        </pc:spChg>
      </pc:sldChg>
      <pc:sldChg chg="modSp mod">
        <pc:chgData name="Reuben Stephen" userId="6a6eda1f0b9c2b70" providerId="LiveId" clId="{0A486EDB-C66C-40BC-8B14-948D99F41408}" dt="2025-04-05T01:45:21.814" v="283" actId="20577"/>
        <pc:sldMkLst>
          <pc:docMk/>
          <pc:sldMk cId="2486300348" sldId="2199"/>
        </pc:sldMkLst>
        <pc:spChg chg="mod">
          <ac:chgData name="Reuben Stephen" userId="6a6eda1f0b9c2b70" providerId="LiveId" clId="{0A486EDB-C66C-40BC-8B14-948D99F41408}" dt="2025-04-05T01:40:42.880" v="213" actId="20577"/>
          <ac:spMkLst>
            <pc:docMk/>
            <pc:sldMk cId="2486300348" sldId="2199"/>
            <ac:spMk id="3" creationId="{8376C851-10EC-BE8E-D9C9-02063091A0AF}"/>
          </ac:spMkLst>
        </pc:spChg>
        <pc:spChg chg="mod">
          <ac:chgData name="Reuben Stephen" userId="6a6eda1f0b9c2b70" providerId="LiveId" clId="{0A486EDB-C66C-40BC-8B14-948D99F41408}" dt="2025-04-05T01:45:21.814" v="283" actId="20577"/>
          <ac:spMkLst>
            <pc:docMk/>
            <pc:sldMk cId="2486300348" sldId="2199"/>
            <ac:spMk id="5" creationId="{155BFC17-C7F7-48FE-B7AB-894C6030D2F8}"/>
          </ac:spMkLst>
        </pc:spChg>
      </pc:sldChg>
      <pc:sldChg chg="modSp mod">
        <pc:chgData name="Reuben Stephen" userId="6a6eda1f0b9c2b70" providerId="LiveId" clId="{0A486EDB-C66C-40BC-8B14-948D99F41408}" dt="2025-04-05T01:48:16.559" v="297" actId="20577"/>
        <pc:sldMkLst>
          <pc:docMk/>
          <pc:sldMk cId="4014766684" sldId="2200"/>
        </pc:sldMkLst>
        <pc:spChg chg="mod">
          <ac:chgData name="Reuben Stephen" userId="6a6eda1f0b9c2b70" providerId="LiveId" clId="{0A486EDB-C66C-40BC-8B14-948D99F41408}" dt="2025-04-05T01:48:16.559" v="297" actId="20577"/>
          <ac:spMkLst>
            <pc:docMk/>
            <pc:sldMk cId="4014766684" sldId="2200"/>
            <ac:spMk id="4" creationId="{0CE476F4-EEA7-2608-9CFA-B95123F325D9}"/>
          </ac:spMkLst>
        </pc:spChg>
      </pc:sldChg>
      <pc:sldChg chg="modSp mod">
        <pc:chgData name="Reuben Stephen" userId="6a6eda1f0b9c2b70" providerId="LiveId" clId="{0A486EDB-C66C-40BC-8B14-948D99F41408}" dt="2025-04-05T01:48:42.506" v="310" actId="20577"/>
        <pc:sldMkLst>
          <pc:docMk/>
          <pc:sldMk cId="2290530466" sldId="2201"/>
        </pc:sldMkLst>
        <pc:spChg chg="mod">
          <ac:chgData name="Reuben Stephen" userId="6a6eda1f0b9c2b70" providerId="LiveId" clId="{0A486EDB-C66C-40BC-8B14-948D99F41408}" dt="2025-04-05T01:48:42.506" v="310" actId="20577"/>
          <ac:spMkLst>
            <pc:docMk/>
            <pc:sldMk cId="2290530466" sldId="2201"/>
            <ac:spMk id="4" creationId="{C5D4C830-CBFB-407D-0520-65561B45F0B5}"/>
          </ac:spMkLst>
        </pc:spChg>
      </pc:sldChg>
      <pc:sldChg chg="modSp mod">
        <pc:chgData name="Reuben Stephen" userId="6a6eda1f0b9c2b70" providerId="LiveId" clId="{0A486EDB-C66C-40BC-8B14-948D99F41408}" dt="2025-04-05T01:49:05.182" v="322" actId="20577"/>
        <pc:sldMkLst>
          <pc:docMk/>
          <pc:sldMk cId="2696903545" sldId="2202"/>
        </pc:sldMkLst>
        <pc:spChg chg="mod">
          <ac:chgData name="Reuben Stephen" userId="6a6eda1f0b9c2b70" providerId="LiveId" clId="{0A486EDB-C66C-40BC-8B14-948D99F41408}" dt="2025-04-05T01:49:05.182" v="322" actId="20577"/>
          <ac:spMkLst>
            <pc:docMk/>
            <pc:sldMk cId="2696903545" sldId="2202"/>
            <ac:spMk id="4" creationId="{9A20D706-7D71-5E70-3D75-F3CB2A6E22EE}"/>
          </ac:spMkLst>
        </pc:spChg>
      </pc:sldChg>
      <pc:sldChg chg="modSp mod">
        <pc:chgData name="Reuben Stephen" userId="6a6eda1f0b9c2b70" providerId="LiveId" clId="{0A486EDB-C66C-40BC-8B14-948D99F41408}" dt="2025-04-05T01:49:22.508" v="334" actId="20577"/>
        <pc:sldMkLst>
          <pc:docMk/>
          <pc:sldMk cId="182489781" sldId="2203"/>
        </pc:sldMkLst>
        <pc:spChg chg="mod">
          <ac:chgData name="Reuben Stephen" userId="6a6eda1f0b9c2b70" providerId="LiveId" clId="{0A486EDB-C66C-40BC-8B14-948D99F41408}" dt="2025-04-05T01:49:22.508" v="334" actId="20577"/>
          <ac:spMkLst>
            <pc:docMk/>
            <pc:sldMk cId="182489781" sldId="2203"/>
            <ac:spMk id="4" creationId="{28AE1B61-284B-C39F-6FD2-1C4C2493B77E}"/>
          </ac:spMkLst>
        </pc:spChg>
      </pc:sldChg>
      <pc:sldChg chg="modSp mod">
        <pc:chgData name="Reuben Stephen" userId="6a6eda1f0b9c2b70" providerId="LiveId" clId="{0A486EDB-C66C-40BC-8B14-948D99F41408}" dt="2025-04-05T01:49:42.207" v="346" actId="20577"/>
        <pc:sldMkLst>
          <pc:docMk/>
          <pc:sldMk cId="2480692053" sldId="2204"/>
        </pc:sldMkLst>
        <pc:spChg chg="mod">
          <ac:chgData name="Reuben Stephen" userId="6a6eda1f0b9c2b70" providerId="LiveId" clId="{0A486EDB-C66C-40BC-8B14-948D99F41408}" dt="2025-04-05T01:49:42.207" v="346" actId="20577"/>
          <ac:spMkLst>
            <pc:docMk/>
            <pc:sldMk cId="2480692053" sldId="2204"/>
            <ac:spMk id="4" creationId="{C06527B7-5B03-0A40-2A8F-82BA4BBB6756}"/>
          </ac:spMkLst>
        </pc:spChg>
      </pc:sldChg>
      <pc:sldChg chg="modSp mod">
        <pc:chgData name="Reuben Stephen" userId="6a6eda1f0b9c2b70" providerId="LiveId" clId="{0A486EDB-C66C-40BC-8B14-948D99F41408}" dt="2025-04-05T01:50:42.082" v="349" actId="20577"/>
        <pc:sldMkLst>
          <pc:docMk/>
          <pc:sldMk cId="189503831" sldId="2205"/>
        </pc:sldMkLst>
        <pc:spChg chg="mod">
          <ac:chgData name="Reuben Stephen" userId="6a6eda1f0b9c2b70" providerId="LiveId" clId="{0A486EDB-C66C-40BC-8B14-948D99F41408}" dt="2025-04-05T01:50:42.082" v="349" actId="20577"/>
          <ac:spMkLst>
            <pc:docMk/>
            <pc:sldMk cId="189503831" sldId="2205"/>
            <ac:spMk id="4" creationId="{9C8BCD71-105D-A23A-7CF5-CB02DCBCC88F}"/>
          </ac:spMkLst>
        </pc:spChg>
      </pc:sldChg>
      <pc:sldChg chg="modSp mod">
        <pc:chgData name="Reuben Stephen" userId="6a6eda1f0b9c2b70" providerId="LiveId" clId="{0A486EDB-C66C-40BC-8B14-948D99F41408}" dt="2025-04-05T01:51:09.069" v="357" actId="20577"/>
        <pc:sldMkLst>
          <pc:docMk/>
          <pc:sldMk cId="954651816" sldId="2206"/>
        </pc:sldMkLst>
        <pc:spChg chg="mod">
          <ac:chgData name="Reuben Stephen" userId="6a6eda1f0b9c2b70" providerId="LiveId" clId="{0A486EDB-C66C-40BC-8B14-948D99F41408}" dt="2025-04-05T01:51:09.069" v="357" actId="20577"/>
          <ac:spMkLst>
            <pc:docMk/>
            <pc:sldMk cId="954651816" sldId="2206"/>
            <ac:spMk id="4" creationId="{1F01D61E-ED33-362A-4F5B-057632F70833}"/>
          </ac:spMkLst>
        </pc:spChg>
      </pc:sldChg>
      <pc:sldChg chg="modSp mod">
        <pc:chgData name="Reuben Stephen" userId="6a6eda1f0b9c2b70" providerId="LiveId" clId="{0A486EDB-C66C-40BC-8B14-948D99F41408}" dt="2025-04-05T01:51:25.252" v="359" actId="20577"/>
        <pc:sldMkLst>
          <pc:docMk/>
          <pc:sldMk cId="4139644595" sldId="2207"/>
        </pc:sldMkLst>
        <pc:spChg chg="mod">
          <ac:chgData name="Reuben Stephen" userId="6a6eda1f0b9c2b70" providerId="LiveId" clId="{0A486EDB-C66C-40BC-8B14-948D99F41408}" dt="2025-04-05T01:51:25.252" v="359" actId="20577"/>
          <ac:spMkLst>
            <pc:docMk/>
            <pc:sldMk cId="4139644595" sldId="2207"/>
            <ac:spMk id="4" creationId="{D65E9009-E3C8-2CBE-6D5C-22E77323F7B2}"/>
          </ac:spMkLst>
        </pc:spChg>
      </pc:sldChg>
      <pc:sldChg chg="modSp mod">
        <pc:chgData name="Reuben Stephen" userId="6a6eda1f0b9c2b70" providerId="LiveId" clId="{0A486EDB-C66C-40BC-8B14-948D99F41408}" dt="2025-04-05T01:52:08.334" v="367" actId="20577"/>
        <pc:sldMkLst>
          <pc:docMk/>
          <pc:sldMk cId="1559381436" sldId="2208"/>
        </pc:sldMkLst>
        <pc:spChg chg="mod">
          <ac:chgData name="Reuben Stephen" userId="6a6eda1f0b9c2b70" providerId="LiveId" clId="{0A486EDB-C66C-40BC-8B14-948D99F41408}" dt="2025-04-05T01:52:08.334" v="367" actId="20577"/>
          <ac:spMkLst>
            <pc:docMk/>
            <pc:sldMk cId="1559381436" sldId="2208"/>
            <ac:spMk id="4" creationId="{A86BB282-E376-F87B-4103-AC1C8A5E20A1}"/>
          </ac:spMkLst>
        </pc:spChg>
      </pc:sldChg>
      <pc:sldChg chg="modSp mod">
        <pc:chgData name="Reuben Stephen" userId="6a6eda1f0b9c2b70" providerId="LiveId" clId="{0A486EDB-C66C-40BC-8B14-948D99F41408}" dt="2025-04-05T01:52:28.163" v="369" actId="14100"/>
        <pc:sldMkLst>
          <pc:docMk/>
          <pc:sldMk cId="755387422" sldId="2209"/>
        </pc:sldMkLst>
        <pc:spChg chg="mod">
          <ac:chgData name="Reuben Stephen" userId="6a6eda1f0b9c2b70" providerId="LiveId" clId="{0A486EDB-C66C-40BC-8B14-948D99F41408}" dt="2025-04-05T01:52:28.163" v="369" actId="14100"/>
          <ac:spMkLst>
            <pc:docMk/>
            <pc:sldMk cId="755387422" sldId="2209"/>
            <ac:spMk id="4" creationId="{4B0B4324-054F-07C7-AAD0-003E1B02095A}"/>
          </ac:spMkLst>
        </pc:spChg>
      </pc:sldChg>
      <pc:sldChg chg="modSp mod">
        <pc:chgData name="Reuben Stephen" userId="6a6eda1f0b9c2b70" providerId="LiveId" clId="{0A486EDB-C66C-40BC-8B14-948D99F41408}" dt="2025-04-05T01:52:45.727" v="372" actId="20577"/>
        <pc:sldMkLst>
          <pc:docMk/>
          <pc:sldMk cId="3931749541" sldId="2210"/>
        </pc:sldMkLst>
        <pc:spChg chg="mod">
          <ac:chgData name="Reuben Stephen" userId="6a6eda1f0b9c2b70" providerId="LiveId" clId="{0A486EDB-C66C-40BC-8B14-948D99F41408}" dt="2025-04-05T01:52:45.727" v="372" actId="20577"/>
          <ac:spMkLst>
            <pc:docMk/>
            <pc:sldMk cId="3931749541" sldId="2210"/>
            <ac:spMk id="4" creationId="{2CA8F6D5-7455-72C9-F33D-A4C590B5AC2F}"/>
          </ac:spMkLst>
        </pc:spChg>
      </pc:sldChg>
      <pc:sldChg chg="modSp mod">
        <pc:chgData name="Reuben Stephen" userId="6a6eda1f0b9c2b70" providerId="LiveId" clId="{0A486EDB-C66C-40BC-8B14-948D99F41408}" dt="2025-04-05T01:54:49.943" v="427" actId="20577"/>
        <pc:sldMkLst>
          <pc:docMk/>
          <pc:sldMk cId="1588438480" sldId="2211"/>
        </pc:sldMkLst>
        <pc:spChg chg="mod">
          <ac:chgData name="Reuben Stephen" userId="6a6eda1f0b9c2b70" providerId="LiveId" clId="{0A486EDB-C66C-40BC-8B14-948D99F41408}" dt="2025-04-05T01:54:49.943" v="427" actId="20577"/>
          <ac:spMkLst>
            <pc:docMk/>
            <pc:sldMk cId="1588438480" sldId="2211"/>
            <ac:spMk id="3" creationId="{2D0BEC79-07DB-2E99-2E22-EC2CDB955EB6}"/>
          </ac:spMkLst>
        </pc:spChg>
      </pc:sldChg>
      <pc:sldChg chg="modSp mod">
        <pc:chgData name="Reuben Stephen" userId="6a6eda1f0b9c2b70" providerId="LiveId" clId="{0A486EDB-C66C-40BC-8B14-948D99F41408}" dt="2025-04-05T01:55:34.349" v="448" actId="20577"/>
        <pc:sldMkLst>
          <pc:docMk/>
          <pc:sldMk cId="2877923320" sldId="2212"/>
        </pc:sldMkLst>
        <pc:spChg chg="mod">
          <ac:chgData name="Reuben Stephen" userId="6a6eda1f0b9c2b70" providerId="LiveId" clId="{0A486EDB-C66C-40BC-8B14-948D99F41408}" dt="2025-04-05T01:55:34.349" v="448" actId="20577"/>
          <ac:spMkLst>
            <pc:docMk/>
            <pc:sldMk cId="2877923320" sldId="2212"/>
            <ac:spMk id="3" creationId="{AA8DE3A7-4588-E8AA-44E9-4DEAC93A997F}"/>
          </ac:spMkLst>
        </pc:spChg>
      </pc:sldChg>
      <pc:sldChg chg="modSp mod">
        <pc:chgData name="Reuben Stephen" userId="6a6eda1f0b9c2b70" providerId="LiveId" clId="{0A486EDB-C66C-40BC-8B14-948D99F41408}" dt="2025-04-05T01:56:42.255" v="479" actId="20577"/>
        <pc:sldMkLst>
          <pc:docMk/>
          <pc:sldMk cId="2377854253" sldId="2213"/>
        </pc:sldMkLst>
        <pc:spChg chg="mod">
          <ac:chgData name="Reuben Stephen" userId="6a6eda1f0b9c2b70" providerId="LiveId" clId="{0A486EDB-C66C-40BC-8B14-948D99F41408}" dt="2025-04-05T01:56:42.255" v="479" actId="20577"/>
          <ac:spMkLst>
            <pc:docMk/>
            <pc:sldMk cId="2377854253" sldId="2213"/>
            <ac:spMk id="3" creationId="{CB24A838-CC3A-B9A1-67C2-CBB121D77054}"/>
          </ac:spMkLst>
        </pc:spChg>
      </pc:sldChg>
      <pc:sldChg chg="modSp mod">
        <pc:chgData name="Reuben Stephen" userId="6a6eda1f0b9c2b70" providerId="LiveId" clId="{0A486EDB-C66C-40BC-8B14-948D99F41408}" dt="2025-04-05T01:58:00.230" v="524" actId="20577"/>
        <pc:sldMkLst>
          <pc:docMk/>
          <pc:sldMk cId="4254857502" sldId="2214"/>
        </pc:sldMkLst>
        <pc:spChg chg="mod">
          <ac:chgData name="Reuben Stephen" userId="6a6eda1f0b9c2b70" providerId="LiveId" clId="{0A486EDB-C66C-40BC-8B14-948D99F41408}" dt="2025-04-05T01:58:00.230" v="524" actId="20577"/>
          <ac:spMkLst>
            <pc:docMk/>
            <pc:sldMk cId="4254857502" sldId="2214"/>
            <ac:spMk id="3" creationId="{B056316F-61BE-4131-1935-9153EBC86796}"/>
          </ac:spMkLst>
        </pc:spChg>
      </pc:sldChg>
      <pc:sldChg chg="modSp mod">
        <pc:chgData name="Reuben Stephen" userId="6a6eda1f0b9c2b70" providerId="LiveId" clId="{0A486EDB-C66C-40BC-8B14-948D99F41408}" dt="2025-04-05T01:58:57.446" v="558" actId="20577"/>
        <pc:sldMkLst>
          <pc:docMk/>
          <pc:sldMk cId="2023233644" sldId="2215"/>
        </pc:sldMkLst>
        <pc:spChg chg="mod">
          <ac:chgData name="Reuben Stephen" userId="6a6eda1f0b9c2b70" providerId="LiveId" clId="{0A486EDB-C66C-40BC-8B14-948D99F41408}" dt="2025-04-05T01:58:57.446" v="558" actId="20577"/>
          <ac:spMkLst>
            <pc:docMk/>
            <pc:sldMk cId="2023233644" sldId="2215"/>
            <ac:spMk id="7" creationId="{E892261A-786C-6B2F-D628-C57510FD18EE}"/>
          </ac:spMkLst>
        </pc:spChg>
      </pc:sldChg>
      <pc:sldChg chg="modSp mod">
        <pc:chgData name="Reuben Stephen" userId="6a6eda1f0b9c2b70" providerId="LiveId" clId="{0A486EDB-C66C-40BC-8B14-948D99F41408}" dt="2025-04-05T01:58:33.756" v="546" actId="6549"/>
        <pc:sldMkLst>
          <pc:docMk/>
          <pc:sldMk cId="698116463" sldId="2216"/>
        </pc:sldMkLst>
        <pc:spChg chg="mod">
          <ac:chgData name="Reuben Stephen" userId="6a6eda1f0b9c2b70" providerId="LiveId" clId="{0A486EDB-C66C-40BC-8B14-948D99F41408}" dt="2025-04-05T01:58:33.756" v="546" actId="6549"/>
          <ac:spMkLst>
            <pc:docMk/>
            <pc:sldMk cId="698116463" sldId="2216"/>
            <ac:spMk id="3" creationId="{87148D50-D6BE-F71C-EFAC-371EBD14EBCB}"/>
          </ac:spMkLst>
        </pc:spChg>
      </pc:sldChg>
      <pc:sldChg chg="modSp mod">
        <pc:chgData name="Reuben Stephen" userId="6a6eda1f0b9c2b70" providerId="LiveId" clId="{0A486EDB-C66C-40BC-8B14-948D99F41408}" dt="2025-04-05T01:58:54.819" v="557" actId="20577"/>
        <pc:sldMkLst>
          <pc:docMk/>
          <pc:sldMk cId="4080107628" sldId="2217"/>
        </pc:sldMkLst>
        <pc:spChg chg="mod">
          <ac:chgData name="Reuben Stephen" userId="6a6eda1f0b9c2b70" providerId="LiveId" clId="{0A486EDB-C66C-40BC-8B14-948D99F41408}" dt="2025-04-05T01:58:54.819" v="557" actId="20577"/>
          <ac:spMkLst>
            <pc:docMk/>
            <pc:sldMk cId="4080107628" sldId="2217"/>
            <ac:spMk id="7" creationId="{E31132F9-79A1-9E7B-1451-00D969794807}"/>
          </ac:spMkLst>
        </pc:spChg>
      </pc:sldChg>
      <pc:sldChg chg="modSp mod">
        <pc:chgData name="Reuben Stephen" userId="6a6eda1f0b9c2b70" providerId="LiveId" clId="{0A486EDB-C66C-40BC-8B14-948D99F41408}" dt="2025-04-05T01:59:21.090" v="569" actId="20577"/>
        <pc:sldMkLst>
          <pc:docMk/>
          <pc:sldMk cId="1072970104" sldId="2218"/>
        </pc:sldMkLst>
        <pc:spChg chg="mod">
          <ac:chgData name="Reuben Stephen" userId="6a6eda1f0b9c2b70" providerId="LiveId" clId="{0A486EDB-C66C-40BC-8B14-948D99F41408}" dt="2025-04-05T01:59:21.090" v="569" actId="20577"/>
          <ac:spMkLst>
            <pc:docMk/>
            <pc:sldMk cId="1072970104" sldId="2218"/>
            <ac:spMk id="3" creationId="{EC383F5A-355B-DC72-2740-C1C038EFD347}"/>
          </ac:spMkLst>
        </pc:spChg>
      </pc:sldChg>
      <pc:sldChg chg="modSp mod">
        <pc:chgData name="Reuben Stephen" userId="6a6eda1f0b9c2b70" providerId="LiveId" clId="{0A486EDB-C66C-40BC-8B14-948D99F41408}" dt="2025-04-05T01:59:41.479" v="580" actId="20577"/>
        <pc:sldMkLst>
          <pc:docMk/>
          <pc:sldMk cId="2824883173" sldId="2219"/>
        </pc:sldMkLst>
        <pc:spChg chg="mod">
          <ac:chgData name="Reuben Stephen" userId="6a6eda1f0b9c2b70" providerId="LiveId" clId="{0A486EDB-C66C-40BC-8B14-948D99F41408}" dt="2025-04-05T01:59:41.479" v="580" actId="20577"/>
          <ac:spMkLst>
            <pc:docMk/>
            <pc:sldMk cId="2824883173" sldId="2219"/>
            <ac:spMk id="7" creationId="{E0CE58E6-8816-762B-AC81-9B47AF89D93B}"/>
          </ac:spMkLst>
        </pc:spChg>
      </pc:sldChg>
      <pc:sldChg chg="modSp mod">
        <pc:chgData name="Reuben Stephen" userId="6a6eda1f0b9c2b70" providerId="LiveId" clId="{0A486EDB-C66C-40BC-8B14-948D99F41408}" dt="2025-04-05T01:54:23.576" v="409" actId="20577"/>
        <pc:sldMkLst>
          <pc:docMk/>
          <pc:sldMk cId="4099884261" sldId="2220"/>
        </pc:sldMkLst>
        <pc:spChg chg="mod">
          <ac:chgData name="Reuben Stephen" userId="6a6eda1f0b9c2b70" providerId="LiveId" clId="{0A486EDB-C66C-40BC-8B14-948D99F41408}" dt="2025-04-05T01:54:23.576" v="409" actId="20577"/>
          <ac:spMkLst>
            <pc:docMk/>
            <pc:sldMk cId="4099884261" sldId="2220"/>
            <ac:spMk id="3" creationId="{ED6D2439-B46C-5B70-3AC5-06B11F114739}"/>
          </ac:spMkLst>
        </pc:spChg>
      </pc:sldChg>
      <pc:sldChg chg="modSp mod">
        <pc:chgData name="Reuben Stephen" userId="6a6eda1f0b9c2b70" providerId="LiveId" clId="{0A486EDB-C66C-40BC-8B14-948D99F41408}" dt="2025-04-05T01:55:05.156" v="434" actId="20577"/>
        <pc:sldMkLst>
          <pc:docMk/>
          <pc:sldMk cId="390755713" sldId="2221"/>
        </pc:sldMkLst>
        <pc:spChg chg="mod">
          <ac:chgData name="Reuben Stephen" userId="6a6eda1f0b9c2b70" providerId="LiveId" clId="{0A486EDB-C66C-40BC-8B14-948D99F41408}" dt="2025-04-05T01:55:05.156" v="434" actId="20577"/>
          <ac:spMkLst>
            <pc:docMk/>
            <pc:sldMk cId="390755713" sldId="2221"/>
            <ac:spMk id="3" creationId="{188F7537-A81E-A173-0972-C800F7ED3B8E}"/>
          </ac:spMkLst>
        </pc:spChg>
      </pc:sldChg>
      <pc:sldChg chg="modSp mod">
        <pc:chgData name="Reuben Stephen" userId="6a6eda1f0b9c2b70" providerId="LiveId" clId="{0A486EDB-C66C-40BC-8B14-948D99F41408}" dt="2025-04-05T01:56:03.288" v="462" actId="20577"/>
        <pc:sldMkLst>
          <pc:docMk/>
          <pc:sldMk cId="3291869401" sldId="2222"/>
        </pc:sldMkLst>
        <pc:spChg chg="mod">
          <ac:chgData name="Reuben Stephen" userId="6a6eda1f0b9c2b70" providerId="LiveId" clId="{0A486EDB-C66C-40BC-8B14-948D99F41408}" dt="2025-04-05T01:56:03.288" v="462" actId="20577"/>
          <ac:spMkLst>
            <pc:docMk/>
            <pc:sldMk cId="3291869401" sldId="2222"/>
            <ac:spMk id="3" creationId="{1FE97FA3-D9F2-FA9A-2264-9D4E54FC5A53}"/>
          </ac:spMkLst>
        </pc:spChg>
      </pc:sldChg>
    </pc:docChg>
  </pc:docChgLst>
  <pc:docChgLst>
    <pc:chgData name="Sini Mathew" userId="3875fe58a975fc01" providerId="LiveId" clId="{D419F245-736E-4D48-915C-ACA6162E949A}"/>
    <pc:docChg chg="undo custSel modSld">
      <pc:chgData name="Sini Mathew" userId="3875fe58a975fc01" providerId="LiveId" clId="{D419F245-736E-4D48-915C-ACA6162E949A}" dt="2025-04-05T01:52:52.219" v="95"/>
      <pc:docMkLst>
        <pc:docMk/>
      </pc:docMkLst>
      <pc:sldChg chg="modSp mod">
        <pc:chgData name="Sini Mathew" userId="3875fe58a975fc01" providerId="LiveId" clId="{D419F245-736E-4D48-915C-ACA6162E949A}" dt="2025-04-05T01:03:12.035" v="60" actId="1076"/>
        <pc:sldMkLst>
          <pc:docMk/>
          <pc:sldMk cId="1738488628" sldId="1543"/>
        </pc:sldMkLst>
        <pc:spChg chg="mod">
          <ac:chgData name="Sini Mathew" userId="3875fe58a975fc01" providerId="LiveId" clId="{D419F245-736E-4D48-915C-ACA6162E949A}" dt="2025-04-05T01:03:12.035" v="60" actId="1076"/>
          <ac:spMkLst>
            <pc:docMk/>
            <pc:sldMk cId="1738488628" sldId="1543"/>
            <ac:spMk id="10" creationId="{8812F03D-55E6-0116-F164-9E2DBAF627B1}"/>
          </ac:spMkLst>
        </pc:spChg>
      </pc:sldChg>
      <pc:sldChg chg="modSp mod">
        <pc:chgData name="Sini Mathew" userId="3875fe58a975fc01" providerId="LiveId" clId="{D419F245-736E-4D48-915C-ACA6162E949A}" dt="2025-04-05T01:07:22.094" v="69" actId="1076"/>
        <pc:sldMkLst>
          <pc:docMk/>
          <pc:sldMk cId="3368756669" sldId="1545"/>
        </pc:sldMkLst>
        <pc:spChg chg="mod">
          <ac:chgData name="Sini Mathew" userId="3875fe58a975fc01" providerId="LiveId" clId="{D419F245-736E-4D48-915C-ACA6162E949A}" dt="2025-04-05T01:07:09.844" v="68" actId="1076"/>
          <ac:spMkLst>
            <pc:docMk/>
            <pc:sldMk cId="3368756669" sldId="1545"/>
            <ac:spMk id="3" creationId="{3B3C4E8B-68F8-7126-0AF8-D0669B12C418}"/>
          </ac:spMkLst>
        </pc:spChg>
        <pc:spChg chg="mod">
          <ac:chgData name="Sini Mathew" userId="3875fe58a975fc01" providerId="LiveId" clId="{D419F245-736E-4D48-915C-ACA6162E949A}" dt="2025-04-05T01:06:33.191" v="64" actId="1076"/>
          <ac:spMkLst>
            <pc:docMk/>
            <pc:sldMk cId="3368756669" sldId="1545"/>
            <ac:spMk id="4" creationId="{064DE8CA-B187-EC06-A4FA-4F11CB386D6A}"/>
          </ac:spMkLst>
        </pc:spChg>
        <pc:spChg chg="mod">
          <ac:chgData name="Sini Mathew" userId="3875fe58a975fc01" providerId="LiveId" clId="{D419F245-736E-4D48-915C-ACA6162E949A}" dt="2025-04-05T01:07:22.094" v="69" actId="1076"/>
          <ac:spMkLst>
            <pc:docMk/>
            <pc:sldMk cId="3368756669" sldId="1545"/>
            <ac:spMk id="6" creationId="{C5D08377-6ACC-D0A4-65EE-2A5E2B751FD3}"/>
          </ac:spMkLst>
        </pc:spChg>
        <pc:spChg chg="mod">
          <ac:chgData name="Sini Mathew" userId="3875fe58a975fc01" providerId="LiveId" clId="{D419F245-736E-4D48-915C-ACA6162E949A}" dt="2025-04-05T01:06:45.957" v="66" actId="1076"/>
          <ac:spMkLst>
            <pc:docMk/>
            <pc:sldMk cId="3368756669" sldId="1545"/>
            <ac:spMk id="8" creationId="{9F8B7B75-9825-910A-9879-0015C0B7D615}"/>
          </ac:spMkLst>
        </pc:spChg>
        <pc:spChg chg="mod">
          <ac:chgData name="Sini Mathew" userId="3875fe58a975fc01" providerId="LiveId" clId="{D419F245-736E-4D48-915C-ACA6162E949A}" dt="2025-04-05T01:06:50.841" v="67" actId="1076"/>
          <ac:spMkLst>
            <pc:docMk/>
            <pc:sldMk cId="3368756669" sldId="1545"/>
            <ac:spMk id="9" creationId="{E844E02B-6A3D-AAE4-528E-328F50F4796F}"/>
          </ac:spMkLst>
        </pc:spChg>
        <pc:spChg chg="mod">
          <ac:chgData name="Sini Mathew" userId="3875fe58a975fc01" providerId="LiveId" clId="{D419F245-736E-4D48-915C-ACA6162E949A}" dt="2025-04-05T01:04:26.103" v="63" actId="1076"/>
          <ac:spMkLst>
            <pc:docMk/>
            <pc:sldMk cId="3368756669" sldId="1545"/>
            <ac:spMk id="10" creationId="{F0BD5696-85A7-DDD4-3D7A-82F0B5AFE44E}"/>
          </ac:spMkLst>
        </pc:spChg>
        <pc:picChg chg="mod">
          <ac:chgData name="Sini Mathew" userId="3875fe58a975fc01" providerId="LiveId" clId="{D419F245-736E-4D48-915C-ACA6162E949A}" dt="2025-04-05T01:04:21.364" v="62" actId="1076"/>
          <ac:picMkLst>
            <pc:docMk/>
            <pc:sldMk cId="3368756669" sldId="1545"/>
            <ac:picMk id="7" creationId="{79201B77-84D1-A4FE-9F53-42BD530956FE}"/>
          </ac:picMkLst>
        </pc:picChg>
      </pc:sldChg>
      <pc:sldChg chg="modSp mod">
        <pc:chgData name="Sini Mathew" userId="3875fe58a975fc01" providerId="LiveId" clId="{D419F245-736E-4D48-915C-ACA6162E949A}" dt="2025-04-05T00:47:46.677" v="21" actId="1076"/>
        <pc:sldMkLst>
          <pc:docMk/>
          <pc:sldMk cId="88404620" sldId="1980"/>
        </pc:sldMkLst>
        <pc:spChg chg="mod">
          <ac:chgData name="Sini Mathew" userId="3875fe58a975fc01" providerId="LiveId" clId="{D419F245-736E-4D48-915C-ACA6162E949A}" dt="2025-04-05T00:47:15.654" v="15" actId="1076"/>
          <ac:spMkLst>
            <pc:docMk/>
            <pc:sldMk cId="88404620" sldId="1980"/>
            <ac:spMk id="3" creationId="{2D761E48-FBBF-E87B-39BE-203A778C1D12}"/>
          </ac:spMkLst>
        </pc:spChg>
        <pc:spChg chg="mod">
          <ac:chgData name="Sini Mathew" userId="3875fe58a975fc01" providerId="LiveId" clId="{D419F245-736E-4D48-915C-ACA6162E949A}" dt="2025-04-05T00:47:25.289" v="16" actId="1076"/>
          <ac:spMkLst>
            <pc:docMk/>
            <pc:sldMk cId="88404620" sldId="1980"/>
            <ac:spMk id="7" creationId="{FC6E172B-3707-79DF-9D9C-C3DDA0B6E507}"/>
          </ac:spMkLst>
        </pc:spChg>
        <pc:spChg chg="mod">
          <ac:chgData name="Sini Mathew" userId="3875fe58a975fc01" providerId="LiveId" clId="{D419F245-736E-4D48-915C-ACA6162E949A}" dt="2025-04-05T00:47:39.969" v="20" actId="1076"/>
          <ac:spMkLst>
            <pc:docMk/>
            <pc:sldMk cId="88404620" sldId="1980"/>
            <ac:spMk id="8" creationId="{84128A4C-BAEA-E882-5683-99A8C4D40AE1}"/>
          </ac:spMkLst>
        </pc:spChg>
        <pc:spChg chg="mod">
          <ac:chgData name="Sini Mathew" userId="3875fe58a975fc01" providerId="LiveId" clId="{D419F245-736E-4D48-915C-ACA6162E949A}" dt="2025-04-05T00:47:46.677" v="21" actId="1076"/>
          <ac:spMkLst>
            <pc:docMk/>
            <pc:sldMk cId="88404620" sldId="1980"/>
            <ac:spMk id="9" creationId="{3F2240E4-D617-E6B9-D5F3-1266297E6737}"/>
          </ac:spMkLst>
        </pc:spChg>
        <pc:spChg chg="mod">
          <ac:chgData name="Sini Mathew" userId="3875fe58a975fc01" providerId="LiveId" clId="{D419F245-736E-4D48-915C-ACA6162E949A}" dt="2025-04-05T00:47:32.899" v="18" actId="1076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Sini Mathew" userId="3875fe58a975fc01" providerId="LiveId" clId="{D419F245-736E-4D48-915C-ACA6162E949A}" dt="2025-04-05T00:47:12.384" v="14" actId="1076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Sini Mathew" userId="3875fe58a975fc01" providerId="LiveId" clId="{D419F245-736E-4D48-915C-ACA6162E949A}" dt="2025-04-05T00:47:02.009" v="13" actId="1076"/>
        <pc:sldMkLst>
          <pc:docMk/>
          <pc:sldMk cId="4046410781" sldId="2127"/>
        </pc:sldMkLst>
        <pc:spChg chg="mod">
          <ac:chgData name="Sini Mathew" userId="3875fe58a975fc01" providerId="LiveId" clId="{D419F245-736E-4D48-915C-ACA6162E949A}" dt="2025-04-05T00:46:33.403" v="7" actId="1076"/>
          <ac:spMkLst>
            <pc:docMk/>
            <pc:sldMk cId="4046410781" sldId="2127"/>
            <ac:spMk id="3" creationId="{8685C7FB-D20D-8A7C-2EA8-E2D154D7703D}"/>
          </ac:spMkLst>
        </pc:spChg>
        <pc:spChg chg="mod">
          <ac:chgData name="Sini Mathew" userId="3875fe58a975fc01" providerId="LiveId" clId="{D419F245-736E-4D48-915C-ACA6162E949A}" dt="2025-04-05T00:46:48.129" v="10" actId="1076"/>
          <ac:spMkLst>
            <pc:docMk/>
            <pc:sldMk cId="4046410781" sldId="2127"/>
            <ac:spMk id="5" creationId="{726B0097-91C4-5FB0-4E23-F379E290453E}"/>
          </ac:spMkLst>
        </pc:spChg>
        <pc:spChg chg="mod">
          <ac:chgData name="Sini Mathew" userId="3875fe58a975fc01" providerId="LiveId" clId="{D419F245-736E-4D48-915C-ACA6162E949A}" dt="2025-04-05T00:46:40.345" v="9" actId="1076"/>
          <ac:spMkLst>
            <pc:docMk/>
            <pc:sldMk cId="4046410781" sldId="2127"/>
            <ac:spMk id="7" creationId="{C1639E81-6AB8-76DD-1327-514EFF5E33F5}"/>
          </ac:spMkLst>
        </pc:spChg>
        <pc:spChg chg="mod">
          <ac:chgData name="Sini Mathew" userId="3875fe58a975fc01" providerId="LiveId" clId="{D419F245-736E-4D48-915C-ACA6162E949A}" dt="2025-04-05T00:46:50.711" v="11" actId="1076"/>
          <ac:spMkLst>
            <pc:docMk/>
            <pc:sldMk cId="4046410781" sldId="2127"/>
            <ac:spMk id="8" creationId="{1A0D72CF-CCFA-F2F8-8880-883B27D3E582}"/>
          </ac:spMkLst>
        </pc:spChg>
        <pc:spChg chg="mod">
          <ac:chgData name="Sini Mathew" userId="3875fe58a975fc01" providerId="LiveId" clId="{D419F245-736E-4D48-915C-ACA6162E949A}" dt="2025-04-05T00:46:54.574" v="12" actId="1076"/>
          <ac:spMkLst>
            <pc:docMk/>
            <pc:sldMk cId="4046410781" sldId="2127"/>
            <ac:spMk id="9" creationId="{02FB2AE4-0D3C-9FB6-35F0-702DA1F4DC71}"/>
          </ac:spMkLst>
        </pc:spChg>
        <pc:spChg chg="mod">
          <ac:chgData name="Sini Mathew" userId="3875fe58a975fc01" providerId="LiveId" clId="{D419F245-736E-4D48-915C-ACA6162E949A}" dt="2025-04-05T00:47:02.009" v="13" actId="1076"/>
          <ac:spMkLst>
            <pc:docMk/>
            <pc:sldMk cId="4046410781" sldId="2127"/>
            <ac:spMk id="12" creationId="{68F1D7EB-0773-4AEA-08EA-3371F7148245}"/>
          </ac:spMkLst>
        </pc:spChg>
      </pc:sldChg>
      <pc:sldChg chg="modSp mod">
        <pc:chgData name="Sini Mathew" userId="3875fe58a975fc01" providerId="LiveId" clId="{D419F245-736E-4D48-915C-ACA6162E949A}" dt="2025-04-05T00:57:41.001" v="34" actId="20577"/>
        <pc:sldMkLst>
          <pc:docMk/>
          <pc:sldMk cId="1278113787" sldId="2128"/>
        </pc:sldMkLst>
        <pc:spChg chg="mod">
          <ac:chgData name="Sini Mathew" userId="3875fe58a975fc01" providerId="LiveId" clId="{D419F245-736E-4D48-915C-ACA6162E949A}" dt="2025-04-05T00:48:44.395" v="22" actId="1076"/>
          <ac:spMkLst>
            <pc:docMk/>
            <pc:sldMk cId="1278113787" sldId="2128"/>
            <ac:spMk id="3" creationId="{E16E1E22-AABE-36C0-BBD9-2453AB50BAC0}"/>
          </ac:spMkLst>
        </pc:spChg>
        <pc:spChg chg="mod">
          <ac:chgData name="Sini Mathew" userId="3875fe58a975fc01" providerId="LiveId" clId="{D419F245-736E-4D48-915C-ACA6162E949A}" dt="2025-04-05T00:49:03.850" v="25" actId="1076"/>
          <ac:spMkLst>
            <pc:docMk/>
            <pc:sldMk cId="1278113787" sldId="2128"/>
            <ac:spMk id="7" creationId="{30D24873-19B5-8310-2156-DCCDBF4E8DC3}"/>
          </ac:spMkLst>
        </pc:spChg>
        <pc:spChg chg="mod">
          <ac:chgData name="Sini Mathew" userId="3875fe58a975fc01" providerId="LiveId" clId="{D419F245-736E-4D48-915C-ACA6162E949A}" dt="2025-04-05T00:49:48.949" v="32" actId="1076"/>
          <ac:spMkLst>
            <pc:docMk/>
            <pc:sldMk cId="1278113787" sldId="2128"/>
            <ac:spMk id="8" creationId="{322447E3-6398-8EAB-E981-2D3CCC8E99C8}"/>
          </ac:spMkLst>
        </pc:spChg>
        <pc:spChg chg="mod">
          <ac:chgData name="Sini Mathew" userId="3875fe58a975fc01" providerId="LiveId" clId="{D419F245-736E-4D48-915C-ACA6162E949A}" dt="2025-04-05T00:49:27.790" v="30" actId="1076"/>
          <ac:spMkLst>
            <pc:docMk/>
            <pc:sldMk cId="1278113787" sldId="2128"/>
            <ac:spMk id="9" creationId="{CE52DDE9-86E7-58C1-0066-D3C601D2CB17}"/>
          </ac:spMkLst>
        </pc:spChg>
        <pc:spChg chg="mod">
          <ac:chgData name="Sini Mathew" userId="3875fe58a975fc01" providerId="LiveId" clId="{D419F245-736E-4D48-915C-ACA6162E949A}" dt="2025-04-05T00:49:52.584" v="33" actId="1076"/>
          <ac:spMkLst>
            <pc:docMk/>
            <pc:sldMk cId="1278113787" sldId="2128"/>
            <ac:spMk id="10" creationId="{D075F29D-549B-5C4C-BFB3-ADFBACB2B456}"/>
          </ac:spMkLst>
        </pc:spChg>
        <pc:spChg chg="mod">
          <ac:chgData name="Sini Mathew" userId="3875fe58a975fc01" providerId="LiveId" clId="{D419F245-736E-4D48-915C-ACA6162E949A}" dt="2025-04-05T00:57:41.001" v="34" actId="20577"/>
          <ac:spMkLst>
            <pc:docMk/>
            <pc:sldMk cId="1278113787" sldId="2128"/>
            <ac:spMk id="12" creationId="{88F4B2BD-87D6-30F3-4DE9-508D01EF9A25}"/>
          </ac:spMkLst>
        </pc:spChg>
      </pc:sldChg>
      <pc:sldChg chg="modSp mod">
        <pc:chgData name="Sini Mathew" userId="3875fe58a975fc01" providerId="LiveId" clId="{D419F245-736E-4D48-915C-ACA6162E949A}" dt="2025-04-05T01:00:52.732" v="49" actId="6549"/>
        <pc:sldMkLst>
          <pc:docMk/>
          <pc:sldMk cId="616756977" sldId="2129"/>
        </pc:sldMkLst>
        <pc:spChg chg="mod">
          <ac:chgData name="Sini Mathew" userId="3875fe58a975fc01" providerId="LiveId" clId="{D419F245-736E-4D48-915C-ACA6162E949A}" dt="2025-04-05T00:59:32.928" v="36" actId="1076"/>
          <ac:spMkLst>
            <pc:docMk/>
            <pc:sldMk cId="616756977" sldId="2129"/>
            <ac:spMk id="3" creationId="{56F63134-4524-755E-275C-EB1F5BF41EE6}"/>
          </ac:spMkLst>
        </pc:spChg>
        <pc:spChg chg="mod">
          <ac:chgData name="Sini Mathew" userId="3875fe58a975fc01" providerId="LiveId" clId="{D419F245-736E-4D48-915C-ACA6162E949A}" dt="2025-04-05T01:00:00.722" v="42" actId="1076"/>
          <ac:spMkLst>
            <pc:docMk/>
            <pc:sldMk cId="616756977" sldId="2129"/>
            <ac:spMk id="4" creationId="{08B579D6-1AB3-D9AD-986F-A21FA9EE47C8}"/>
          </ac:spMkLst>
        </pc:spChg>
        <pc:spChg chg="mod">
          <ac:chgData name="Sini Mathew" userId="3875fe58a975fc01" providerId="LiveId" clId="{D419F245-736E-4D48-915C-ACA6162E949A}" dt="2025-04-05T00:59:44.240" v="38" actId="1076"/>
          <ac:spMkLst>
            <pc:docMk/>
            <pc:sldMk cId="616756977" sldId="2129"/>
            <ac:spMk id="5" creationId="{15B7F004-7DED-8987-7F5D-BD659FC46ADF}"/>
          </ac:spMkLst>
        </pc:spChg>
        <pc:spChg chg="mod">
          <ac:chgData name="Sini Mathew" userId="3875fe58a975fc01" providerId="LiveId" clId="{D419F245-736E-4D48-915C-ACA6162E949A}" dt="2025-04-05T00:59:39.230" v="37" actId="1076"/>
          <ac:spMkLst>
            <pc:docMk/>
            <pc:sldMk cId="616756977" sldId="2129"/>
            <ac:spMk id="7" creationId="{3FED5AFE-BB39-7667-3B0E-DCB8578EC253}"/>
          </ac:spMkLst>
        </pc:spChg>
        <pc:spChg chg="mod">
          <ac:chgData name="Sini Mathew" userId="3875fe58a975fc01" providerId="LiveId" clId="{D419F245-736E-4D48-915C-ACA6162E949A}" dt="2025-04-05T01:00:18.738" v="45" actId="1076"/>
          <ac:spMkLst>
            <pc:docMk/>
            <pc:sldMk cId="616756977" sldId="2129"/>
            <ac:spMk id="9" creationId="{68786014-6CF0-D718-FDD0-D54216AB581F}"/>
          </ac:spMkLst>
        </pc:spChg>
        <pc:spChg chg="mod">
          <ac:chgData name="Sini Mathew" userId="3875fe58a975fc01" providerId="LiveId" clId="{D419F245-736E-4D48-915C-ACA6162E949A}" dt="2025-04-05T01:00:12.630" v="44" actId="1076"/>
          <ac:spMkLst>
            <pc:docMk/>
            <pc:sldMk cId="616756977" sldId="2129"/>
            <ac:spMk id="10" creationId="{9A1E25C6-002A-9B6A-36BB-8F662763858F}"/>
          </ac:spMkLst>
        </pc:spChg>
        <pc:spChg chg="mod">
          <ac:chgData name="Sini Mathew" userId="3875fe58a975fc01" providerId="LiveId" clId="{D419F245-736E-4D48-915C-ACA6162E949A}" dt="2025-04-05T01:00:52.732" v="49" actId="6549"/>
          <ac:spMkLst>
            <pc:docMk/>
            <pc:sldMk cId="616756977" sldId="2129"/>
            <ac:spMk id="12" creationId="{518E15F4-4EE9-65FE-8644-BA65174FE0A0}"/>
          </ac:spMkLst>
        </pc:spChg>
      </pc:sldChg>
      <pc:sldChg chg="modSp mod">
        <pc:chgData name="Sini Mathew" userId="3875fe58a975fc01" providerId="LiveId" clId="{D419F245-736E-4D48-915C-ACA6162E949A}" dt="2025-04-05T01:02:32.588" v="59" actId="1076"/>
        <pc:sldMkLst>
          <pc:docMk/>
          <pc:sldMk cId="3667561014" sldId="2130"/>
        </pc:sldMkLst>
        <pc:spChg chg="mod">
          <ac:chgData name="Sini Mathew" userId="3875fe58a975fc01" providerId="LiveId" clId="{D419F245-736E-4D48-915C-ACA6162E949A}" dt="2025-04-05T01:01:25.751" v="52" actId="1076"/>
          <ac:spMkLst>
            <pc:docMk/>
            <pc:sldMk cId="3667561014" sldId="2130"/>
            <ac:spMk id="3" creationId="{B77667B5-A2EF-0A14-4661-D3E40927171F}"/>
          </ac:spMkLst>
        </pc:spChg>
        <pc:spChg chg="mod">
          <ac:chgData name="Sini Mathew" userId="3875fe58a975fc01" providerId="LiveId" clId="{D419F245-736E-4D48-915C-ACA6162E949A}" dt="2025-04-05T01:01:17.708" v="51" actId="1076"/>
          <ac:spMkLst>
            <pc:docMk/>
            <pc:sldMk cId="3667561014" sldId="2130"/>
            <ac:spMk id="5" creationId="{11C4A1CD-E871-3C06-AECC-E0FA1BB58762}"/>
          </ac:spMkLst>
        </pc:spChg>
        <pc:spChg chg="mod">
          <ac:chgData name="Sini Mathew" userId="3875fe58a975fc01" providerId="LiveId" clId="{D419F245-736E-4D48-915C-ACA6162E949A}" dt="2025-04-05T01:01:30.158" v="53" actId="1076"/>
          <ac:spMkLst>
            <pc:docMk/>
            <pc:sldMk cId="3667561014" sldId="2130"/>
            <ac:spMk id="7" creationId="{15DD6189-1DF0-050F-15DF-45371CD5437C}"/>
          </ac:spMkLst>
        </pc:spChg>
        <pc:spChg chg="mod">
          <ac:chgData name="Sini Mathew" userId="3875fe58a975fc01" providerId="LiveId" clId="{D419F245-736E-4D48-915C-ACA6162E949A}" dt="2025-04-05T01:02:28.962" v="58" actId="1076"/>
          <ac:spMkLst>
            <pc:docMk/>
            <pc:sldMk cId="3667561014" sldId="2130"/>
            <ac:spMk id="8" creationId="{78ACC9EB-4E3C-CFBE-E821-DBC22FCD6989}"/>
          </ac:spMkLst>
        </pc:spChg>
        <pc:spChg chg="mod">
          <ac:chgData name="Sini Mathew" userId="3875fe58a975fc01" providerId="LiveId" clId="{D419F245-736E-4D48-915C-ACA6162E949A}" dt="2025-04-05T01:02:32.588" v="59" actId="1076"/>
          <ac:spMkLst>
            <pc:docMk/>
            <pc:sldMk cId="3667561014" sldId="2130"/>
            <ac:spMk id="9" creationId="{E083B01E-F566-8B51-2A9D-81E3C0CEE920}"/>
          </ac:spMkLst>
        </pc:spChg>
        <pc:spChg chg="mod">
          <ac:chgData name="Sini Mathew" userId="3875fe58a975fc01" providerId="LiveId" clId="{D419F245-736E-4D48-915C-ACA6162E949A}" dt="2025-04-05T01:01:14.556" v="50" actId="1076"/>
          <ac:spMkLst>
            <pc:docMk/>
            <pc:sldMk cId="3667561014" sldId="2130"/>
            <ac:spMk id="12" creationId="{C1585363-9F7B-619B-FF46-6702E813D77C}"/>
          </ac:spMkLst>
        </pc:spChg>
      </pc:sldChg>
      <pc:sldChg chg="modSp mod">
        <pc:chgData name="Sini Mathew" userId="3875fe58a975fc01" providerId="LiveId" clId="{D419F245-736E-4D48-915C-ACA6162E949A}" dt="2025-04-05T01:07:50.573" v="73" actId="1076"/>
        <pc:sldMkLst>
          <pc:docMk/>
          <pc:sldMk cId="1383090789" sldId="2133"/>
        </pc:sldMkLst>
        <pc:spChg chg="mod">
          <ac:chgData name="Sini Mathew" userId="3875fe58a975fc01" providerId="LiveId" clId="{D419F245-736E-4D48-915C-ACA6162E949A}" dt="2025-04-05T01:07:50.573" v="73" actId="1076"/>
          <ac:spMkLst>
            <pc:docMk/>
            <pc:sldMk cId="1383090789" sldId="2133"/>
            <ac:spMk id="4" creationId="{63D01B0B-8FDC-1265-BD01-C99B3DC0AFF7}"/>
          </ac:spMkLst>
        </pc:spChg>
        <pc:spChg chg="mod">
          <ac:chgData name="Sini Mathew" userId="3875fe58a975fc01" providerId="LiveId" clId="{D419F245-736E-4D48-915C-ACA6162E949A}" dt="2025-04-05T01:07:44.343" v="72" actId="1076"/>
          <ac:spMkLst>
            <pc:docMk/>
            <pc:sldMk cId="1383090789" sldId="2133"/>
            <ac:spMk id="10" creationId="{603978A9-FEC7-6058-055B-0B49D6626B3A}"/>
          </ac:spMkLst>
        </pc:spChg>
        <pc:picChg chg="mod">
          <ac:chgData name="Sini Mathew" userId="3875fe58a975fc01" providerId="LiveId" clId="{D419F245-736E-4D48-915C-ACA6162E949A}" dt="2025-04-05T01:07:39.806" v="71" actId="1076"/>
          <ac:picMkLst>
            <pc:docMk/>
            <pc:sldMk cId="1383090789" sldId="2133"/>
            <ac:picMk id="3" creationId="{617E4EE4-58B6-D7DD-D83A-EE63127511D3}"/>
          </ac:picMkLst>
        </pc:picChg>
      </pc:sldChg>
      <pc:sldChg chg="modSp mod">
        <pc:chgData name="Sini Mathew" userId="3875fe58a975fc01" providerId="LiveId" clId="{D419F245-736E-4D48-915C-ACA6162E949A}" dt="2025-04-05T01:08:27.970" v="77" actId="1076"/>
        <pc:sldMkLst>
          <pc:docMk/>
          <pc:sldMk cId="2344975083" sldId="2134"/>
        </pc:sldMkLst>
        <pc:spChg chg="mod">
          <ac:chgData name="Sini Mathew" userId="3875fe58a975fc01" providerId="LiveId" clId="{D419F245-736E-4D48-915C-ACA6162E949A}" dt="2025-04-05T01:08:27.970" v="77" actId="1076"/>
          <ac:spMkLst>
            <pc:docMk/>
            <pc:sldMk cId="2344975083" sldId="2134"/>
            <ac:spMk id="4" creationId="{D242BC7D-C674-2557-6D43-FFC424C547A3}"/>
          </ac:spMkLst>
        </pc:spChg>
        <pc:spChg chg="mod">
          <ac:chgData name="Sini Mathew" userId="3875fe58a975fc01" providerId="LiveId" clId="{D419F245-736E-4D48-915C-ACA6162E949A}" dt="2025-04-05T01:08:22.780" v="76" actId="1076"/>
          <ac:spMkLst>
            <pc:docMk/>
            <pc:sldMk cId="2344975083" sldId="2134"/>
            <ac:spMk id="10" creationId="{24F70224-4761-7586-7E27-34D724A9EA3B}"/>
          </ac:spMkLst>
        </pc:spChg>
        <pc:picChg chg="mod">
          <ac:chgData name="Sini Mathew" userId="3875fe58a975fc01" providerId="LiveId" clId="{D419F245-736E-4D48-915C-ACA6162E949A}" dt="2025-04-05T01:08:18.888" v="75" actId="1076"/>
          <ac:picMkLst>
            <pc:docMk/>
            <pc:sldMk cId="2344975083" sldId="2134"/>
            <ac:picMk id="3" creationId="{1B315E70-2925-45E4-E44F-E17EAA367DC6}"/>
          </ac:picMkLst>
        </pc:picChg>
      </pc:sldChg>
      <pc:sldChg chg="modSp mod">
        <pc:chgData name="Sini Mathew" userId="3875fe58a975fc01" providerId="LiveId" clId="{D419F245-736E-4D48-915C-ACA6162E949A}" dt="2025-04-05T01:52:52.219" v="95"/>
        <pc:sldMkLst>
          <pc:docMk/>
          <pc:sldMk cId="2290117312" sldId="2164"/>
        </pc:sldMkLst>
        <pc:spChg chg="mod">
          <ac:chgData name="Sini Mathew" userId="3875fe58a975fc01" providerId="LiveId" clId="{D419F245-736E-4D48-915C-ACA6162E949A}" dt="2025-04-05T01:52:52.219" v="95"/>
          <ac:spMkLst>
            <pc:docMk/>
            <pc:sldMk cId="2290117312" sldId="2164"/>
            <ac:spMk id="5" creationId="{C1D63327-77E4-7736-AF2F-2B8692D6A8AF}"/>
          </ac:spMkLst>
        </pc:spChg>
        <pc:spChg chg="mod">
          <ac:chgData name="Sini Mathew" userId="3875fe58a975fc01" providerId="LiveId" clId="{D419F245-736E-4D48-915C-ACA6162E949A}" dt="2025-04-05T01:52:45.306" v="93" actId="1076"/>
          <ac:spMkLst>
            <pc:docMk/>
            <pc:sldMk cId="2290117312" sldId="2164"/>
            <ac:spMk id="7" creationId="{5A87DD58-B98C-9CCF-56EB-80CBB94ED741}"/>
          </ac:spMkLst>
        </pc:spChg>
      </pc:sldChg>
      <pc:sldChg chg="modSp mod">
        <pc:chgData name="Sini Mathew" userId="3875fe58a975fc01" providerId="LiveId" clId="{D419F245-736E-4D48-915C-ACA6162E949A}" dt="2025-04-05T01:09:43.448" v="85" actId="1076"/>
        <pc:sldMkLst>
          <pc:docMk/>
          <pc:sldMk cId="1248507728" sldId="2183"/>
        </pc:sldMkLst>
        <pc:spChg chg="mod">
          <ac:chgData name="Sini Mathew" userId="3875fe58a975fc01" providerId="LiveId" clId="{D419F245-736E-4D48-915C-ACA6162E949A}" dt="2025-04-05T01:09:39.933" v="84" actId="1076"/>
          <ac:spMkLst>
            <pc:docMk/>
            <pc:sldMk cId="1248507728" sldId="2183"/>
            <ac:spMk id="4" creationId="{656BF35B-B024-F5B1-D416-AF17FA6ACE42}"/>
          </ac:spMkLst>
        </pc:spChg>
        <pc:spChg chg="mod">
          <ac:chgData name="Sini Mathew" userId="3875fe58a975fc01" providerId="LiveId" clId="{D419F245-736E-4D48-915C-ACA6162E949A}" dt="2025-04-05T01:09:43.448" v="85" actId="1076"/>
          <ac:spMkLst>
            <pc:docMk/>
            <pc:sldMk cId="1248507728" sldId="2183"/>
            <ac:spMk id="10" creationId="{4BD3D2D7-CF85-9DA6-06C1-27CE6F9E5A87}"/>
          </ac:spMkLst>
        </pc:spChg>
        <pc:picChg chg="mod">
          <ac:chgData name="Sini Mathew" userId="3875fe58a975fc01" providerId="LiveId" clId="{D419F245-736E-4D48-915C-ACA6162E949A}" dt="2025-04-05T01:09:34.229" v="83" actId="1076"/>
          <ac:picMkLst>
            <pc:docMk/>
            <pc:sldMk cId="1248507728" sldId="2183"/>
            <ac:picMk id="3" creationId="{54E88A2A-EA93-DA77-CA4E-BAF98CEEDD2A}"/>
          </ac:picMkLst>
        </pc:picChg>
      </pc:sldChg>
      <pc:sldChg chg="modSp mod">
        <pc:chgData name="Sini Mathew" userId="3875fe58a975fc01" providerId="LiveId" clId="{D419F245-736E-4D48-915C-ACA6162E949A}" dt="2025-04-05T01:09:10.728" v="81" actId="1076"/>
        <pc:sldMkLst>
          <pc:docMk/>
          <pc:sldMk cId="259297803" sldId="2189"/>
        </pc:sldMkLst>
        <pc:spChg chg="mod">
          <ac:chgData name="Sini Mathew" userId="3875fe58a975fc01" providerId="LiveId" clId="{D419F245-736E-4D48-915C-ACA6162E949A}" dt="2025-04-05T01:09:10.728" v="81" actId="1076"/>
          <ac:spMkLst>
            <pc:docMk/>
            <pc:sldMk cId="259297803" sldId="2189"/>
            <ac:spMk id="4" creationId="{61B2A0CF-5E1B-05CF-49F4-711DFDD1C04B}"/>
          </ac:spMkLst>
        </pc:spChg>
        <pc:spChg chg="mod">
          <ac:chgData name="Sini Mathew" userId="3875fe58a975fc01" providerId="LiveId" clId="{D419F245-736E-4D48-915C-ACA6162E949A}" dt="2025-04-05T01:09:06.130" v="80" actId="1076"/>
          <ac:spMkLst>
            <pc:docMk/>
            <pc:sldMk cId="259297803" sldId="2189"/>
            <ac:spMk id="10" creationId="{5694C3E2-3461-135C-56A5-3ED212DC351F}"/>
          </ac:spMkLst>
        </pc:spChg>
        <pc:picChg chg="mod">
          <ac:chgData name="Sini Mathew" userId="3875fe58a975fc01" providerId="LiveId" clId="{D419F245-736E-4D48-915C-ACA6162E949A}" dt="2025-04-05T01:09:01.385" v="79" actId="1076"/>
          <ac:picMkLst>
            <pc:docMk/>
            <pc:sldMk cId="259297803" sldId="2189"/>
            <ac:picMk id="3" creationId="{7D9807D1-5302-2A68-B247-711D1B5EC6D7}"/>
          </ac:picMkLst>
        </pc:picChg>
      </pc:sldChg>
      <pc:sldChg chg="modSp mod">
        <pc:chgData name="Sini Mathew" userId="3875fe58a975fc01" providerId="LiveId" clId="{D419F245-736E-4D48-915C-ACA6162E949A}" dt="2025-04-05T01:10:16.645" v="89" actId="1076"/>
        <pc:sldMkLst>
          <pc:docMk/>
          <pc:sldMk cId="3228609223" sldId="2190"/>
        </pc:sldMkLst>
        <pc:spChg chg="mod">
          <ac:chgData name="Sini Mathew" userId="3875fe58a975fc01" providerId="LiveId" clId="{D419F245-736E-4D48-915C-ACA6162E949A}" dt="2025-04-05T01:10:16.645" v="89" actId="1076"/>
          <ac:spMkLst>
            <pc:docMk/>
            <pc:sldMk cId="3228609223" sldId="2190"/>
            <ac:spMk id="4" creationId="{76CF99E8-B95F-47B6-34E6-4D3EE923F5FB}"/>
          </ac:spMkLst>
        </pc:spChg>
        <pc:spChg chg="mod">
          <ac:chgData name="Sini Mathew" userId="3875fe58a975fc01" providerId="LiveId" clId="{D419F245-736E-4D48-915C-ACA6162E949A}" dt="2025-04-05T01:10:11.134" v="88" actId="1076"/>
          <ac:spMkLst>
            <pc:docMk/>
            <pc:sldMk cId="3228609223" sldId="2190"/>
            <ac:spMk id="10" creationId="{6D9EB643-25DC-1592-F789-7618FEE73469}"/>
          </ac:spMkLst>
        </pc:spChg>
        <pc:picChg chg="mod">
          <ac:chgData name="Sini Mathew" userId="3875fe58a975fc01" providerId="LiveId" clId="{D419F245-736E-4D48-915C-ACA6162E949A}" dt="2025-04-05T01:10:06.721" v="87" actId="1076"/>
          <ac:picMkLst>
            <pc:docMk/>
            <pc:sldMk cId="3228609223" sldId="2190"/>
            <ac:picMk id="3" creationId="{E5A0883C-3480-2F3C-7745-C66F3482348F}"/>
          </ac:picMkLst>
        </pc:picChg>
      </pc:sldChg>
      <pc:sldChg chg="modSp mod">
        <pc:chgData name="Sini Mathew" userId="3875fe58a975fc01" providerId="LiveId" clId="{D419F245-736E-4D48-915C-ACA6162E949A}" dt="2025-04-05T01:23:32.670" v="90" actId="1076"/>
        <pc:sldMkLst>
          <pc:docMk/>
          <pc:sldMk cId="2480692053" sldId="2204"/>
        </pc:sldMkLst>
        <pc:spChg chg="mod">
          <ac:chgData name="Sini Mathew" userId="3875fe58a975fc01" providerId="LiveId" clId="{D419F245-736E-4D48-915C-ACA6162E949A}" dt="2025-04-05T01:23:32.670" v="90" actId="1076"/>
          <ac:spMkLst>
            <pc:docMk/>
            <pc:sldMk cId="2480692053" sldId="2204"/>
            <ac:spMk id="4" creationId="{C06527B7-5B03-0A40-2A8F-82BA4BBB6756}"/>
          </ac:spMkLst>
        </pc:spChg>
      </pc:sldChg>
    </pc:docChg>
  </pc:docChgLst>
  <pc:docChgLst>
    <pc:chgData name="Ajit Abraham" userId="66e44ec9267aee7b" providerId="Windows Live" clId="Web-{C13B9567-FBAD-892C-43CA-D9F02108B8CC}"/>
    <pc:docChg chg="addSld modSld">
      <pc:chgData name="Ajit Abraham" userId="66e44ec9267aee7b" providerId="Windows Live" clId="Web-{C13B9567-FBAD-892C-43CA-D9F02108B8CC}" dt="2025-04-05T01:56:43.722" v="255" actId="20577"/>
      <pc:docMkLst>
        <pc:docMk/>
      </pc:docMkLst>
      <pc:sldChg chg="modSp">
        <pc:chgData name="Ajit Abraham" userId="66e44ec9267aee7b" providerId="Windows Live" clId="Web-{C13B9567-FBAD-892C-43CA-D9F02108B8CC}" dt="2025-04-05T00:59:48.839" v="128" actId="20577"/>
        <pc:sldMkLst>
          <pc:docMk/>
          <pc:sldMk cId="1738488628" sldId="1543"/>
        </pc:sldMkLst>
        <pc:spChg chg="mod">
          <ac:chgData name="Ajit Abraham" userId="66e44ec9267aee7b" providerId="Windows Live" clId="Web-{C13B9567-FBAD-892C-43CA-D9F02108B8CC}" dt="2025-04-05T00:59:48.839" v="128" actId="20577"/>
          <ac:spMkLst>
            <pc:docMk/>
            <pc:sldMk cId="1738488628" sldId="1543"/>
            <ac:spMk id="10" creationId="{8812F03D-55E6-0116-F164-9E2DBAF627B1}"/>
          </ac:spMkLst>
        </pc:spChg>
      </pc:sldChg>
      <pc:sldChg chg="modSp">
        <pc:chgData name="Ajit Abraham" userId="66e44ec9267aee7b" providerId="Windows Live" clId="Web-{C13B9567-FBAD-892C-43CA-D9F02108B8CC}" dt="2025-04-05T00:59:40.011" v="125" actId="20577"/>
        <pc:sldMkLst>
          <pc:docMk/>
          <pc:sldMk cId="3368756669" sldId="1545"/>
        </pc:sldMkLst>
        <pc:spChg chg="mod">
          <ac:chgData name="Ajit Abraham" userId="66e44ec9267aee7b" providerId="Windows Live" clId="Web-{C13B9567-FBAD-892C-43CA-D9F02108B8CC}" dt="2025-04-05T00:59:40.011" v="125" actId="20577"/>
          <ac:spMkLst>
            <pc:docMk/>
            <pc:sldMk cId="3368756669" sldId="1545"/>
            <ac:spMk id="4" creationId="{064DE8CA-B187-EC06-A4FA-4F11CB386D6A}"/>
          </ac:spMkLst>
        </pc:spChg>
      </pc:sldChg>
      <pc:sldChg chg="modSp">
        <pc:chgData name="Ajit Abraham" userId="66e44ec9267aee7b" providerId="Windows Live" clId="Web-{C13B9567-FBAD-892C-43CA-D9F02108B8CC}" dt="2025-04-05T00:45:17.341" v="19" actId="20577"/>
        <pc:sldMkLst>
          <pc:docMk/>
          <pc:sldMk cId="2430628198" sldId="1888"/>
        </pc:sldMkLst>
        <pc:spChg chg="mod">
          <ac:chgData name="Ajit Abraham" userId="66e44ec9267aee7b" providerId="Windows Live" clId="Web-{C13B9567-FBAD-892C-43CA-D9F02108B8CC}" dt="2025-04-05T00:45:17.341" v="19" actId="20577"/>
          <ac:spMkLst>
            <pc:docMk/>
            <pc:sldMk cId="2430628198" sldId="1888"/>
            <ac:spMk id="4" creationId="{064DE8CA-B187-EC06-A4FA-4F11CB386D6A}"/>
          </ac:spMkLst>
        </pc:spChg>
      </pc:sldChg>
      <pc:sldChg chg="modSp">
        <pc:chgData name="Ajit Abraham" userId="66e44ec9267aee7b" providerId="Windows Live" clId="Web-{C13B9567-FBAD-892C-43CA-D9F02108B8CC}" dt="2025-04-05T01:56:43.722" v="255" actId="20577"/>
        <pc:sldMkLst>
          <pc:docMk/>
          <pc:sldMk cId="88404620" sldId="1980"/>
        </pc:sldMkLst>
        <pc:spChg chg="mod">
          <ac:chgData name="Ajit Abraham" userId="66e44ec9267aee7b" providerId="Windows Live" clId="Web-{C13B9567-FBAD-892C-43CA-D9F02108B8CC}" dt="2025-04-05T01:56:43.722" v="255" actId="20577"/>
          <ac:spMkLst>
            <pc:docMk/>
            <pc:sldMk cId="88404620" sldId="1980"/>
            <ac:spMk id="11" creationId="{C03A3D43-756F-CF37-1BB3-453DF324C46B}"/>
          </ac:spMkLst>
        </pc:spChg>
      </pc:sldChg>
      <pc:sldChg chg="modSp">
        <pc:chgData name="Ajit Abraham" userId="66e44ec9267aee7b" providerId="Windows Live" clId="Web-{C13B9567-FBAD-892C-43CA-D9F02108B8CC}" dt="2025-04-05T00:50:32.266" v="62" actId="1076"/>
        <pc:sldMkLst>
          <pc:docMk/>
          <pc:sldMk cId="1700184848" sldId="1992"/>
        </pc:sldMkLst>
        <pc:spChg chg="mod">
          <ac:chgData name="Ajit Abraham" userId="66e44ec9267aee7b" providerId="Windows Live" clId="Web-{C13B9567-FBAD-892C-43CA-D9F02108B8CC}" dt="2025-04-05T00:50:32.266" v="62" actId="1076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Ajit Abraham" userId="66e44ec9267aee7b" providerId="Windows Live" clId="Web-{C13B9567-FBAD-892C-43CA-D9F02108B8CC}" dt="2025-04-05T00:50:28.125" v="61" actId="20577"/>
          <ac:spMkLst>
            <pc:docMk/>
            <pc:sldMk cId="1700184848" sldId="1992"/>
            <ac:spMk id="5" creationId="{7A9E4F5E-F433-A77D-054E-01E586305C40}"/>
          </ac:spMkLst>
        </pc:spChg>
      </pc:sldChg>
      <pc:sldChg chg="modSp">
        <pc:chgData name="Ajit Abraham" userId="66e44ec9267aee7b" providerId="Windows Live" clId="Web-{C13B9567-FBAD-892C-43CA-D9F02108B8CC}" dt="2025-04-05T00:45:26.622" v="21" actId="20577"/>
        <pc:sldMkLst>
          <pc:docMk/>
          <pc:sldMk cId="474597300" sldId="2086"/>
        </pc:sldMkLst>
        <pc:spChg chg="mod">
          <ac:chgData name="Ajit Abraham" userId="66e44ec9267aee7b" providerId="Windows Live" clId="Web-{C13B9567-FBAD-892C-43CA-D9F02108B8CC}" dt="2025-04-05T00:45:26.622" v="21" actId="20577"/>
          <ac:spMkLst>
            <pc:docMk/>
            <pc:sldMk cId="474597300" sldId="2086"/>
            <ac:spMk id="4" creationId="{064DE8CA-B187-EC06-A4FA-4F11CB386D6A}"/>
          </ac:spMkLst>
        </pc:spChg>
      </pc:sldChg>
      <pc:sldChg chg="modSp">
        <pc:chgData name="Ajit Abraham" userId="66e44ec9267aee7b" providerId="Windows Live" clId="Web-{C13B9567-FBAD-892C-43CA-D9F02108B8CC}" dt="2025-04-05T00:51:22.551" v="67" actId="14100"/>
        <pc:sldMkLst>
          <pc:docMk/>
          <pc:sldMk cId="232143484" sldId="2119"/>
        </pc:sldMkLst>
        <pc:spChg chg="mod">
          <ac:chgData name="Ajit Abraham" userId="66e44ec9267aee7b" providerId="Windows Live" clId="Web-{C13B9567-FBAD-892C-43CA-D9F02108B8CC}" dt="2025-04-05T00:51:22.551" v="67" actId="14100"/>
          <ac:spMkLst>
            <pc:docMk/>
            <pc:sldMk cId="232143484" sldId="2119"/>
            <ac:spMk id="4" creationId="{064DE8CA-B187-EC06-A4FA-4F11CB386D6A}"/>
          </ac:spMkLst>
        </pc:spChg>
      </pc:sldChg>
      <pc:sldChg chg="modSp">
        <pc:chgData name="Ajit Abraham" userId="66e44ec9267aee7b" providerId="Windows Live" clId="Web-{C13B9567-FBAD-892C-43CA-D9F02108B8CC}" dt="2025-04-05T00:43:19.352" v="0"/>
        <pc:sldMkLst>
          <pc:docMk/>
          <pc:sldMk cId="4046410781" sldId="2127"/>
        </pc:sldMkLst>
        <pc:spChg chg="mod">
          <ac:chgData name="Ajit Abraham" userId="66e44ec9267aee7b" providerId="Windows Live" clId="Web-{C13B9567-FBAD-892C-43CA-D9F02108B8CC}" dt="2025-04-05T00:43:19.352" v="0"/>
          <ac:spMkLst>
            <pc:docMk/>
            <pc:sldMk cId="4046410781" sldId="2127"/>
            <ac:spMk id="12" creationId="{68F1D7EB-0773-4AEA-08EA-3371F7148245}"/>
          </ac:spMkLst>
        </pc:spChg>
      </pc:sldChg>
      <pc:sldChg chg="modSp">
        <pc:chgData name="Ajit Abraham" userId="66e44ec9267aee7b" providerId="Windows Live" clId="Web-{C13B9567-FBAD-892C-43CA-D9F02108B8CC}" dt="2025-04-05T00:43:29.305" v="1"/>
        <pc:sldMkLst>
          <pc:docMk/>
          <pc:sldMk cId="1278113787" sldId="2128"/>
        </pc:sldMkLst>
        <pc:spChg chg="mod">
          <ac:chgData name="Ajit Abraham" userId="66e44ec9267aee7b" providerId="Windows Live" clId="Web-{C13B9567-FBAD-892C-43CA-D9F02108B8CC}" dt="2025-04-05T00:43:29.305" v="1"/>
          <ac:spMkLst>
            <pc:docMk/>
            <pc:sldMk cId="1278113787" sldId="2128"/>
            <ac:spMk id="12" creationId="{88F4B2BD-87D6-30F3-4DE9-508D01EF9A25}"/>
          </ac:spMkLst>
        </pc:spChg>
      </pc:sldChg>
      <pc:sldChg chg="modSp">
        <pc:chgData name="Ajit Abraham" userId="66e44ec9267aee7b" providerId="Windows Live" clId="Web-{C13B9567-FBAD-892C-43CA-D9F02108B8CC}" dt="2025-04-05T00:43:44.118" v="2"/>
        <pc:sldMkLst>
          <pc:docMk/>
          <pc:sldMk cId="616756977" sldId="2129"/>
        </pc:sldMkLst>
        <pc:spChg chg="mod">
          <ac:chgData name="Ajit Abraham" userId="66e44ec9267aee7b" providerId="Windows Live" clId="Web-{C13B9567-FBAD-892C-43CA-D9F02108B8CC}" dt="2025-04-05T00:43:44.118" v="2"/>
          <ac:spMkLst>
            <pc:docMk/>
            <pc:sldMk cId="616756977" sldId="2129"/>
            <ac:spMk id="12" creationId="{518E15F4-4EE9-65FE-8644-BA65174FE0A0}"/>
          </ac:spMkLst>
        </pc:spChg>
      </pc:sldChg>
      <pc:sldChg chg="modSp">
        <pc:chgData name="Ajit Abraham" userId="66e44ec9267aee7b" providerId="Windows Live" clId="Web-{C13B9567-FBAD-892C-43CA-D9F02108B8CC}" dt="2025-04-05T00:57:26.408" v="111" actId="14100"/>
        <pc:sldMkLst>
          <pc:docMk/>
          <pc:sldMk cId="3667561014" sldId="2130"/>
        </pc:sldMkLst>
        <pc:spChg chg="mod">
          <ac:chgData name="Ajit Abraham" userId="66e44ec9267aee7b" providerId="Windows Live" clId="Web-{C13B9567-FBAD-892C-43CA-D9F02108B8CC}" dt="2025-04-05T00:57:26.408" v="111" actId="14100"/>
          <ac:spMkLst>
            <pc:docMk/>
            <pc:sldMk cId="3667561014" sldId="2130"/>
            <ac:spMk id="12" creationId="{C1585363-9F7B-619B-FF46-6702E813D77C}"/>
          </ac:spMkLst>
        </pc:spChg>
      </pc:sldChg>
      <pc:sldChg chg="modSp">
        <pc:chgData name="Ajit Abraham" userId="66e44ec9267aee7b" providerId="Windows Live" clId="Web-{C13B9567-FBAD-892C-43CA-D9F02108B8CC}" dt="2025-04-05T00:59:34.620" v="123" actId="20577"/>
        <pc:sldMkLst>
          <pc:docMk/>
          <pc:sldMk cId="1383090789" sldId="2133"/>
        </pc:sldMkLst>
        <pc:spChg chg="mod">
          <ac:chgData name="Ajit Abraham" userId="66e44ec9267aee7b" providerId="Windows Live" clId="Web-{C13B9567-FBAD-892C-43CA-D9F02108B8CC}" dt="2025-04-05T00:59:34.620" v="123" actId="20577"/>
          <ac:spMkLst>
            <pc:docMk/>
            <pc:sldMk cId="1383090789" sldId="2133"/>
            <ac:spMk id="4" creationId="{63D01B0B-8FDC-1265-BD01-C99B3DC0AFF7}"/>
          </ac:spMkLst>
        </pc:spChg>
      </pc:sldChg>
      <pc:sldChg chg="modSp">
        <pc:chgData name="Ajit Abraham" userId="66e44ec9267aee7b" providerId="Windows Live" clId="Web-{C13B9567-FBAD-892C-43CA-D9F02108B8CC}" dt="2025-04-05T00:59:14.604" v="121" actId="20577"/>
        <pc:sldMkLst>
          <pc:docMk/>
          <pc:sldMk cId="2344975083" sldId="2134"/>
        </pc:sldMkLst>
        <pc:spChg chg="mod">
          <ac:chgData name="Ajit Abraham" userId="66e44ec9267aee7b" providerId="Windows Live" clId="Web-{C13B9567-FBAD-892C-43CA-D9F02108B8CC}" dt="2025-04-05T00:59:14.604" v="121" actId="20577"/>
          <ac:spMkLst>
            <pc:docMk/>
            <pc:sldMk cId="2344975083" sldId="2134"/>
            <ac:spMk id="4" creationId="{D242BC7D-C674-2557-6D43-FFC424C547A3}"/>
          </ac:spMkLst>
        </pc:spChg>
      </pc:sldChg>
      <pc:sldChg chg="modSp">
        <pc:chgData name="Ajit Abraham" userId="66e44ec9267aee7b" providerId="Windows Live" clId="Web-{C13B9567-FBAD-892C-43CA-D9F02108B8CC}" dt="2025-04-05T00:53:29.884" v="88"/>
        <pc:sldMkLst>
          <pc:docMk/>
          <pc:sldMk cId="3778138920" sldId="2144"/>
        </pc:sldMkLst>
        <pc:spChg chg="mod">
          <ac:chgData name="Ajit Abraham" userId="66e44ec9267aee7b" providerId="Windows Live" clId="Web-{C13B9567-FBAD-892C-43CA-D9F02108B8CC}" dt="2025-04-05T00:53:29.884" v="88"/>
          <ac:spMkLst>
            <pc:docMk/>
            <pc:sldMk cId="3778138920" sldId="2144"/>
            <ac:spMk id="4" creationId="{02E74AEA-7C4C-DF5B-FDF1-FFFF2C1E8003}"/>
          </ac:spMkLst>
        </pc:spChg>
      </pc:sldChg>
      <pc:sldChg chg="modSp">
        <pc:chgData name="Ajit Abraham" userId="66e44ec9267aee7b" providerId="Windows Live" clId="Web-{C13B9567-FBAD-892C-43CA-D9F02108B8CC}" dt="2025-04-05T00:53:22.462" v="87" actId="14100"/>
        <pc:sldMkLst>
          <pc:docMk/>
          <pc:sldMk cId="757515522" sldId="2148"/>
        </pc:sldMkLst>
        <pc:spChg chg="mod">
          <ac:chgData name="Ajit Abraham" userId="66e44ec9267aee7b" providerId="Windows Live" clId="Web-{C13B9567-FBAD-892C-43CA-D9F02108B8CC}" dt="2025-04-05T00:53:22.462" v="87" actId="14100"/>
          <ac:spMkLst>
            <pc:docMk/>
            <pc:sldMk cId="757515522" sldId="2148"/>
            <ac:spMk id="4" creationId="{A2D96F37-72BF-0807-5B96-569A4F5B888D}"/>
          </ac:spMkLst>
        </pc:spChg>
      </pc:sldChg>
      <pc:sldChg chg="modSp">
        <pc:chgData name="Ajit Abraham" userId="66e44ec9267aee7b" providerId="Windows Live" clId="Web-{C13B9567-FBAD-892C-43CA-D9F02108B8CC}" dt="2025-04-05T01:09:12.313" v="251" actId="20577"/>
        <pc:sldMkLst>
          <pc:docMk/>
          <pc:sldMk cId="3898120243" sldId="2152"/>
        </pc:sldMkLst>
        <pc:spChg chg="mod">
          <ac:chgData name="Ajit Abraham" userId="66e44ec9267aee7b" providerId="Windows Live" clId="Web-{C13B9567-FBAD-892C-43CA-D9F02108B8CC}" dt="2025-04-05T01:04:45.944" v="144" actId="20577"/>
          <ac:spMkLst>
            <pc:docMk/>
            <pc:sldMk cId="3898120243" sldId="2152"/>
            <ac:spMk id="3" creationId="{8428B067-088E-D552-E20E-9D5A17DFDCDA}"/>
          </ac:spMkLst>
        </pc:spChg>
        <pc:spChg chg="mod">
          <ac:chgData name="Ajit Abraham" userId="66e44ec9267aee7b" providerId="Windows Live" clId="Web-{C13B9567-FBAD-892C-43CA-D9F02108B8CC}" dt="2025-04-05T01:04:59.460" v="148" actId="20577"/>
          <ac:spMkLst>
            <pc:docMk/>
            <pc:sldMk cId="3898120243" sldId="2152"/>
            <ac:spMk id="5" creationId="{F4240DA9-D575-59A9-0DD8-B8FFC078CA74}"/>
          </ac:spMkLst>
        </pc:spChg>
        <pc:spChg chg="mod">
          <ac:chgData name="Ajit Abraham" userId="66e44ec9267aee7b" providerId="Windows Live" clId="Web-{C13B9567-FBAD-892C-43CA-D9F02108B8CC}" dt="2025-04-05T01:09:12.313" v="251" actId="20577"/>
          <ac:spMkLst>
            <pc:docMk/>
            <pc:sldMk cId="3898120243" sldId="2152"/>
            <ac:spMk id="13" creationId="{896888EB-287E-1222-5315-C54679658BC5}"/>
          </ac:spMkLst>
        </pc:spChg>
      </pc:sldChg>
      <pc:sldChg chg="modSp">
        <pc:chgData name="Ajit Abraham" userId="66e44ec9267aee7b" providerId="Windows Live" clId="Web-{C13B9567-FBAD-892C-43CA-D9F02108B8CC}" dt="2025-04-05T00:55:06.403" v="100"/>
        <pc:sldMkLst>
          <pc:docMk/>
          <pc:sldMk cId="583353319" sldId="2156"/>
        </pc:sldMkLst>
        <pc:spChg chg="mod">
          <ac:chgData name="Ajit Abraham" userId="66e44ec9267aee7b" providerId="Windows Live" clId="Web-{C13B9567-FBAD-892C-43CA-D9F02108B8CC}" dt="2025-04-05T00:55:06.403" v="100"/>
          <ac:spMkLst>
            <pc:docMk/>
            <pc:sldMk cId="583353319" sldId="2156"/>
            <ac:spMk id="3" creationId="{4083B9A5-281C-3F97-EF31-496CBF23BC7D}"/>
          </ac:spMkLst>
        </pc:spChg>
      </pc:sldChg>
      <pc:sldChg chg="modSp">
        <pc:chgData name="Ajit Abraham" userId="66e44ec9267aee7b" providerId="Windows Live" clId="Web-{C13B9567-FBAD-892C-43CA-D9F02108B8CC}" dt="2025-04-05T00:55:12.935" v="101"/>
        <pc:sldMkLst>
          <pc:docMk/>
          <pc:sldMk cId="678598712" sldId="2157"/>
        </pc:sldMkLst>
        <pc:spChg chg="mod">
          <ac:chgData name="Ajit Abraham" userId="66e44ec9267aee7b" providerId="Windows Live" clId="Web-{C13B9567-FBAD-892C-43CA-D9F02108B8CC}" dt="2025-04-05T00:55:12.935" v="101"/>
          <ac:spMkLst>
            <pc:docMk/>
            <pc:sldMk cId="678598712" sldId="2157"/>
            <ac:spMk id="7" creationId="{E13B5A3B-C921-46AC-B6B6-8C73C20AF8D0}"/>
          </ac:spMkLst>
        </pc:spChg>
      </pc:sldChg>
      <pc:sldChg chg="modSp">
        <pc:chgData name="Ajit Abraham" userId="66e44ec9267aee7b" providerId="Windows Live" clId="Web-{C13B9567-FBAD-892C-43CA-D9F02108B8CC}" dt="2025-04-05T00:56:14.640" v="109" actId="14100"/>
        <pc:sldMkLst>
          <pc:docMk/>
          <pc:sldMk cId="2290117312" sldId="2164"/>
        </pc:sldMkLst>
        <pc:spChg chg="mod">
          <ac:chgData name="Ajit Abraham" userId="66e44ec9267aee7b" providerId="Windows Live" clId="Web-{C13B9567-FBAD-892C-43CA-D9F02108B8CC}" dt="2025-04-05T00:56:14.640" v="109" actId="14100"/>
          <ac:spMkLst>
            <pc:docMk/>
            <pc:sldMk cId="2290117312" sldId="2164"/>
            <ac:spMk id="5" creationId="{C1D63327-77E4-7736-AF2F-2B8692D6A8AF}"/>
          </ac:spMkLst>
        </pc:spChg>
      </pc:sldChg>
      <pc:sldChg chg="modSp">
        <pc:chgData name="Ajit Abraham" userId="66e44ec9267aee7b" providerId="Windows Live" clId="Web-{C13B9567-FBAD-892C-43CA-D9F02108B8CC}" dt="2025-04-05T00:58:56.478" v="117" actId="20577"/>
        <pc:sldMkLst>
          <pc:docMk/>
          <pc:sldMk cId="1248507728" sldId="2183"/>
        </pc:sldMkLst>
        <pc:spChg chg="mod">
          <ac:chgData name="Ajit Abraham" userId="66e44ec9267aee7b" providerId="Windows Live" clId="Web-{C13B9567-FBAD-892C-43CA-D9F02108B8CC}" dt="2025-04-05T00:58:56.478" v="117" actId="20577"/>
          <ac:spMkLst>
            <pc:docMk/>
            <pc:sldMk cId="1248507728" sldId="2183"/>
            <ac:spMk id="4" creationId="{656BF35B-B024-F5B1-D416-AF17FA6ACE42}"/>
          </ac:spMkLst>
        </pc:spChg>
      </pc:sldChg>
      <pc:sldChg chg="modSp">
        <pc:chgData name="Ajit Abraham" userId="66e44ec9267aee7b" providerId="Windows Live" clId="Web-{C13B9567-FBAD-892C-43CA-D9F02108B8CC}" dt="2025-04-05T00:59:03.291" v="119" actId="20577"/>
        <pc:sldMkLst>
          <pc:docMk/>
          <pc:sldMk cId="259297803" sldId="2189"/>
        </pc:sldMkLst>
        <pc:spChg chg="mod">
          <ac:chgData name="Ajit Abraham" userId="66e44ec9267aee7b" providerId="Windows Live" clId="Web-{C13B9567-FBAD-892C-43CA-D9F02108B8CC}" dt="2025-04-05T00:59:03.291" v="119" actId="20577"/>
          <ac:spMkLst>
            <pc:docMk/>
            <pc:sldMk cId="259297803" sldId="2189"/>
            <ac:spMk id="4" creationId="{61B2A0CF-5E1B-05CF-49F4-711DFDD1C04B}"/>
          </ac:spMkLst>
        </pc:spChg>
      </pc:sldChg>
      <pc:sldChg chg="modSp">
        <pc:chgData name="Ajit Abraham" userId="66e44ec9267aee7b" providerId="Windows Live" clId="Web-{C13B9567-FBAD-892C-43CA-D9F02108B8CC}" dt="2025-04-05T00:58:48.181" v="115" actId="20577"/>
        <pc:sldMkLst>
          <pc:docMk/>
          <pc:sldMk cId="3228609223" sldId="2190"/>
        </pc:sldMkLst>
        <pc:spChg chg="mod">
          <ac:chgData name="Ajit Abraham" userId="66e44ec9267aee7b" providerId="Windows Live" clId="Web-{C13B9567-FBAD-892C-43CA-D9F02108B8CC}" dt="2025-04-05T00:58:48.181" v="115" actId="20577"/>
          <ac:spMkLst>
            <pc:docMk/>
            <pc:sldMk cId="3228609223" sldId="2190"/>
            <ac:spMk id="4" creationId="{76CF99E8-B95F-47B6-34E6-4D3EE923F5FB}"/>
          </ac:spMkLst>
        </pc:spChg>
      </pc:sldChg>
      <pc:sldChg chg="modSp">
        <pc:chgData name="Ajit Abraham" userId="66e44ec9267aee7b" providerId="Windows Live" clId="Web-{C13B9567-FBAD-892C-43CA-D9F02108B8CC}" dt="2025-04-05T01:00:22.700" v="130" actId="1076"/>
        <pc:sldMkLst>
          <pc:docMk/>
          <pc:sldMk cId="3327288889" sldId="2191"/>
        </pc:sldMkLst>
        <pc:spChg chg="mod">
          <ac:chgData name="Ajit Abraham" userId="66e44ec9267aee7b" providerId="Windows Live" clId="Web-{C13B9567-FBAD-892C-43CA-D9F02108B8CC}" dt="2025-04-05T01:00:22.700" v="130" actId="1076"/>
          <ac:spMkLst>
            <pc:docMk/>
            <pc:sldMk cId="3327288889" sldId="2191"/>
            <ac:spMk id="4" creationId="{C0064572-53FE-72E1-6395-3DEDBFBDE1F6}"/>
          </ac:spMkLst>
        </pc:spChg>
      </pc:sldChg>
      <pc:sldChg chg="modSp">
        <pc:chgData name="Ajit Abraham" userId="66e44ec9267aee7b" providerId="Windows Live" clId="Web-{C13B9567-FBAD-892C-43CA-D9F02108B8CC}" dt="2025-04-05T01:00:33.528" v="131"/>
        <pc:sldMkLst>
          <pc:docMk/>
          <pc:sldMk cId="3417700735" sldId="2192"/>
        </pc:sldMkLst>
        <pc:spChg chg="mod">
          <ac:chgData name="Ajit Abraham" userId="66e44ec9267aee7b" providerId="Windows Live" clId="Web-{C13B9567-FBAD-892C-43CA-D9F02108B8CC}" dt="2025-04-05T01:00:33.528" v="131"/>
          <ac:spMkLst>
            <pc:docMk/>
            <pc:sldMk cId="3417700735" sldId="2192"/>
            <ac:spMk id="4" creationId="{7E755FB2-3F6A-1054-52EA-238BD45C4FED}"/>
          </ac:spMkLst>
        </pc:spChg>
      </pc:sldChg>
      <pc:sldChg chg="modSp">
        <pc:chgData name="Ajit Abraham" userId="66e44ec9267aee7b" providerId="Windows Live" clId="Web-{C13B9567-FBAD-892C-43CA-D9F02108B8CC}" dt="2025-04-05T01:00:40.576" v="132"/>
        <pc:sldMkLst>
          <pc:docMk/>
          <pc:sldMk cId="4026022784" sldId="2193"/>
        </pc:sldMkLst>
        <pc:spChg chg="mod">
          <ac:chgData name="Ajit Abraham" userId="66e44ec9267aee7b" providerId="Windows Live" clId="Web-{C13B9567-FBAD-892C-43CA-D9F02108B8CC}" dt="2025-04-05T01:00:40.576" v="132"/>
          <ac:spMkLst>
            <pc:docMk/>
            <pc:sldMk cId="4026022784" sldId="2193"/>
            <ac:spMk id="4" creationId="{AD0035E5-82D0-D1A3-4E5F-72494693D696}"/>
          </ac:spMkLst>
        </pc:spChg>
      </pc:sldChg>
      <pc:sldChg chg="modSp">
        <pc:chgData name="Ajit Abraham" userId="66e44ec9267aee7b" providerId="Windows Live" clId="Web-{C13B9567-FBAD-892C-43CA-D9F02108B8CC}" dt="2025-04-05T01:00:47.716" v="133"/>
        <pc:sldMkLst>
          <pc:docMk/>
          <pc:sldMk cId="3409087115" sldId="2194"/>
        </pc:sldMkLst>
        <pc:spChg chg="mod">
          <ac:chgData name="Ajit Abraham" userId="66e44ec9267aee7b" providerId="Windows Live" clId="Web-{C13B9567-FBAD-892C-43CA-D9F02108B8CC}" dt="2025-04-05T01:00:47.716" v="133"/>
          <ac:spMkLst>
            <pc:docMk/>
            <pc:sldMk cId="3409087115" sldId="2194"/>
            <ac:spMk id="4" creationId="{44844F8E-94E6-883B-214E-4B6ECB5123FE}"/>
          </ac:spMkLst>
        </pc:spChg>
      </pc:sldChg>
      <pc:sldChg chg="modSp">
        <pc:chgData name="Ajit Abraham" userId="66e44ec9267aee7b" providerId="Windows Live" clId="Web-{C13B9567-FBAD-892C-43CA-D9F02108B8CC}" dt="2025-04-05T01:00:58.717" v="134"/>
        <pc:sldMkLst>
          <pc:docMk/>
          <pc:sldMk cId="1074060346" sldId="2195"/>
        </pc:sldMkLst>
        <pc:spChg chg="mod">
          <ac:chgData name="Ajit Abraham" userId="66e44ec9267aee7b" providerId="Windows Live" clId="Web-{C13B9567-FBAD-892C-43CA-D9F02108B8CC}" dt="2025-04-05T01:00:58.717" v="134"/>
          <ac:spMkLst>
            <pc:docMk/>
            <pc:sldMk cId="1074060346" sldId="2195"/>
            <ac:spMk id="4" creationId="{D5770D01-89A2-737D-2D77-F2F43E004733}"/>
          </ac:spMkLst>
        </pc:spChg>
      </pc:sldChg>
      <pc:sldChg chg="modSp">
        <pc:chgData name="Ajit Abraham" userId="66e44ec9267aee7b" providerId="Windows Live" clId="Web-{C13B9567-FBAD-892C-43CA-D9F02108B8CC}" dt="2025-04-05T00:50:01.374" v="57" actId="1076"/>
        <pc:sldMkLst>
          <pc:docMk/>
          <pc:sldMk cId="139069936" sldId="2196"/>
        </pc:sldMkLst>
        <pc:spChg chg="mod">
          <ac:chgData name="Ajit Abraham" userId="66e44ec9267aee7b" providerId="Windows Live" clId="Web-{C13B9567-FBAD-892C-43CA-D9F02108B8CC}" dt="2025-04-05T00:50:01.374" v="57" actId="1076"/>
          <ac:spMkLst>
            <pc:docMk/>
            <pc:sldMk cId="139069936" sldId="2196"/>
            <ac:spMk id="3" creationId="{F542A339-0354-E852-9A48-EE90F3312C8D}"/>
          </ac:spMkLst>
        </pc:spChg>
        <pc:spChg chg="mod">
          <ac:chgData name="Ajit Abraham" userId="66e44ec9267aee7b" providerId="Windows Live" clId="Web-{C13B9567-FBAD-892C-43CA-D9F02108B8CC}" dt="2025-04-05T00:49:59.171" v="56" actId="20577"/>
          <ac:spMkLst>
            <pc:docMk/>
            <pc:sldMk cId="139069936" sldId="2196"/>
            <ac:spMk id="5" creationId="{4948263A-9A1D-FA07-E8B2-C8434160A8E5}"/>
          </ac:spMkLst>
        </pc:spChg>
      </pc:sldChg>
      <pc:sldChg chg="modSp">
        <pc:chgData name="Ajit Abraham" userId="66e44ec9267aee7b" providerId="Windows Live" clId="Web-{C13B9567-FBAD-892C-43CA-D9F02108B8CC}" dt="2025-04-05T00:50:55.423" v="63"/>
        <pc:sldMkLst>
          <pc:docMk/>
          <pc:sldMk cId="3195505942" sldId="2198"/>
        </pc:sldMkLst>
        <pc:spChg chg="mod">
          <ac:chgData name="Ajit Abraham" userId="66e44ec9267aee7b" providerId="Windows Live" clId="Web-{C13B9567-FBAD-892C-43CA-D9F02108B8CC}" dt="2025-04-05T00:50:55.423" v="63"/>
          <ac:spMkLst>
            <pc:docMk/>
            <pc:sldMk cId="3195505942" sldId="2198"/>
            <ac:spMk id="5" creationId="{DA73EC1F-FEA8-974F-FDC2-498A7742AFD6}"/>
          </ac:spMkLst>
        </pc:spChg>
      </pc:sldChg>
      <pc:sldChg chg="modSp">
        <pc:chgData name="Ajit Abraham" userId="66e44ec9267aee7b" providerId="Windows Live" clId="Web-{C13B9567-FBAD-892C-43CA-D9F02108B8CC}" dt="2025-04-05T00:50:17.906" v="59" actId="1076"/>
        <pc:sldMkLst>
          <pc:docMk/>
          <pc:sldMk cId="2486300348" sldId="2199"/>
        </pc:sldMkLst>
        <pc:spChg chg="mod">
          <ac:chgData name="Ajit Abraham" userId="66e44ec9267aee7b" providerId="Windows Live" clId="Web-{C13B9567-FBAD-892C-43CA-D9F02108B8CC}" dt="2025-04-05T00:50:17.906" v="59" actId="1076"/>
          <ac:spMkLst>
            <pc:docMk/>
            <pc:sldMk cId="2486300348" sldId="2199"/>
            <ac:spMk id="3" creationId="{8376C851-10EC-BE8E-D9C9-02063091A0AF}"/>
          </ac:spMkLst>
        </pc:spChg>
        <pc:spChg chg="mod">
          <ac:chgData name="Ajit Abraham" userId="66e44ec9267aee7b" providerId="Windows Live" clId="Web-{C13B9567-FBAD-892C-43CA-D9F02108B8CC}" dt="2025-04-05T00:50:13.515" v="58" actId="14100"/>
          <ac:spMkLst>
            <pc:docMk/>
            <pc:sldMk cId="2486300348" sldId="2199"/>
            <ac:spMk id="5" creationId="{155BFC17-C7F7-48FE-B7AB-894C6030D2F8}"/>
          </ac:spMkLst>
        </pc:spChg>
      </pc:sldChg>
      <pc:sldChg chg="modSp">
        <pc:chgData name="Ajit Abraham" userId="66e44ec9267aee7b" providerId="Windows Live" clId="Web-{C13B9567-FBAD-892C-43CA-D9F02108B8CC}" dt="2025-04-05T00:51:43.270" v="70" actId="1076"/>
        <pc:sldMkLst>
          <pc:docMk/>
          <pc:sldMk cId="4014766684" sldId="2200"/>
        </pc:sldMkLst>
        <pc:spChg chg="mod">
          <ac:chgData name="Ajit Abraham" userId="66e44ec9267aee7b" providerId="Windows Live" clId="Web-{C13B9567-FBAD-892C-43CA-D9F02108B8CC}" dt="2025-04-05T00:51:43.270" v="70" actId="1076"/>
          <ac:spMkLst>
            <pc:docMk/>
            <pc:sldMk cId="4014766684" sldId="2200"/>
            <ac:spMk id="4" creationId="{0CE476F4-EEA7-2608-9CFA-B95123F325D9}"/>
          </ac:spMkLst>
        </pc:spChg>
      </pc:sldChg>
      <pc:sldChg chg="modSp">
        <pc:chgData name="Ajit Abraham" userId="66e44ec9267aee7b" providerId="Windows Live" clId="Web-{C13B9567-FBAD-892C-43CA-D9F02108B8CC}" dt="2025-04-05T00:51:53.677" v="71"/>
        <pc:sldMkLst>
          <pc:docMk/>
          <pc:sldMk cId="2290530466" sldId="2201"/>
        </pc:sldMkLst>
        <pc:spChg chg="mod">
          <ac:chgData name="Ajit Abraham" userId="66e44ec9267aee7b" providerId="Windows Live" clId="Web-{C13B9567-FBAD-892C-43CA-D9F02108B8CC}" dt="2025-04-05T00:51:53.677" v="71"/>
          <ac:spMkLst>
            <pc:docMk/>
            <pc:sldMk cId="2290530466" sldId="2201"/>
            <ac:spMk id="4" creationId="{C5D4C830-CBFB-407D-0520-65561B45F0B5}"/>
          </ac:spMkLst>
        </pc:spChg>
      </pc:sldChg>
      <pc:sldChg chg="modSp">
        <pc:chgData name="Ajit Abraham" userId="66e44ec9267aee7b" providerId="Windows Live" clId="Web-{C13B9567-FBAD-892C-43CA-D9F02108B8CC}" dt="2025-04-05T00:52:09.084" v="74" actId="14100"/>
        <pc:sldMkLst>
          <pc:docMk/>
          <pc:sldMk cId="2696903545" sldId="2202"/>
        </pc:sldMkLst>
        <pc:spChg chg="mod">
          <ac:chgData name="Ajit Abraham" userId="66e44ec9267aee7b" providerId="Windows Live" clId="Web-{C13B9567-FBAD-892C-43CA-D9F02108B8CC}" dt="2025-04-05T00:52:09.084" v="74" actId="14100"/>
          <ac:spMkLst>
            <pc:docMk/>
            <pc:sldMk cId="2696903545" sldId="2202"/>
            <ac:spMk id="4" creationId="{9A20D706-7D71-5E70-3D75-F3CB2A6E22EE}"/>
          </ac:spMkLst>
        </pc:spChg>
      </pc:sldChg>
      <pc:sldChg chg="modSp">
        <pc:chgData name="Ajit Abraham" userId="66e44ec9267aee7b" providerId="Windows Live" clId="Web-{C13B9567-FBAD-892C-43CA-D9F02108B8CC}" dt="2025-04-05T00:52:52.086" v="82" actId="14100"/>
        <pc:sldMkLst>
          <pc:docMk/>
          <pc:sldMk cId="182489781" sldId="2203"/>
        </pc:sldMkLst>
        <pc:spChg chg="mod">
          <ac:chgData name="Ajit Abraham" userId="66e44ec9267aee7b" providerId="Windows Live" clId="Web-{C13B9567-FBAD-892C-43CA-D9F02108B8CC}" dt="2025-04-05T00:52:52.086" v="82" actId="14100"/>
          <ac:spMkLst>
            <pc:docMk/>
            <pc:sldMk cId="182489781" sldId="2203"/>
            <ac:spMk id="4" creationId="{28AE1B61-284B-C39F-6FD2-1C4C2493B77E}"/>
          </ac:spMkLst>
        </pc:spChg>
      </pc:sldChg>
      <pc:sldChg chg="modSp">
        <pc:chgData name="Ajit Abraham" userId="66e44ec9267aee7b" providerId="Windows Live" clId="Web-{C13B9567-FBAD-892C-43CA-D9F02108B8CC}" dt="2025-04-05T00:53:05.992" v="85" actId="14100"/>
        <pc:sldMkLst>
          <pc:docMk/>
          <pc:sldMk cId="2480692053" sldId="2204"/>
        </pc:sldMkLst>
        <pc:spChg chg="mod">
          <ac:chgData name="Ajit Abraham" userId="66e44ec9267aee7b" providerId="Windows Live" clId="Web-{C13B9567-FBAD-892C-43CA-D9F02108B8CC}" dt="2025-04-05T00:53:05.992" v="85" actId="14100"/>
          <ac:spMkLst>
            <pc:docMk/>
            <pc:sldMk cId="2480692053" sldId="2204"/>
            <ac:spMk id="4" creationId="{C06527B7-5B03-0A40-2A8F-82BA4BBB6756}"/>
          </ac:spMkLst>
        </pc:spChg>
      </pc:sldChg>
      <pc:sldChg chg="modSp">
        <pc:chgData name="Ajit Abraham" userId="66e44ec9267aee7b" providerId="Windows Live" clId="Web-{C13B9567-FBAD-892C-43CA-D9F02108B8CC}" dt="2025-04-05T00:53:41.650" v="89"/>
        <pc:sldMkLst>
          <pc:docMk/>
          <pc:sldMk cId="189503831" sldId="2205"/>
        </pc:sldMkLst>
        <pc:spChg chg="mod">
          <ac:chgData name="Ajit Abraham" userId="66e44ec9267aee7b" providerId="Windows Live" clId="Web-{C13B9567-FBAD-892C-43CA-D9F02108B8CC}" dt="2025-04-05T00:53:41.650" v="89"/>
          <ac:spMkLst>
            <pc:docMk/>
            <pc:sldMk cId="189503831" sldId="2205"/>
            <ac:spMk id="4" creationId="{9C8BCD71-105D-A23A-7CF5-CB02DCBCC88F}"/>
          </ac:spMkLst>
        </pc:spChg>
      </pc:sldChg>
      <pc:sldChg chg="modSp">
        <pc:chgData name="Ajit Abraham" userId="66e44ec9267aee7b" providerId="Windows Live" clId="Web-{C13B9567-FBAD-892C-43CA-D9F02108B8CC}" dt="2025-04-05T00:53:48.603" v="90"/>
        <pc:sldMkLst>
          <pc:docMk/>
          <pc:sldMk cId="954651816" sldId="2206"/>
        </pc:sldMkLst>
        <pc:spChg chg="mod">
          <ac:chgData name="Ajit Abraham" userId="66e44ec9267aee7b" providerId="Windows Live" clId="Web-{C13B9567-FBAD-892C-43CA-D9F02108B8CC}" dt="2025-04-05T00:53:48.603" v="90"/>
          <ac:spMkLst>
            <pc:docMk/>
            <pc:sldMk cId="954651816" sldId="2206"/>
            <ac:spMk id="4" creationId="{1F01D61E-ED33-362A-4F5B-057632F70833}"/>
          </ac:spMkLst>
        </pc:spChg>
      </pc:sldChg>
      <pc:sldChg chg="modSp">
        <pc:chgData name="Ajit Abraham" userId="66e44ec9267aee7b" providerId="Windows Live" clId="Web-{C13B9567-FBAD-892C-43CA-D9F02108B8CC}" dt="2025-04-05T00:54:00.713" v="92" actId="14100"/>
        <pc:sldMkLst>
          <pc:docMk/>
          <pc:sldMk cId="4139644595" sldId="2207"/>
        </pc:sldMkLst>
        <pc:spChg chg="mod">
          <ac:chgData name="Ajit Abraham" userId="66e44ec9267aee7b" providerId="Windows Live" clId="Web-{C13B9567-FBAD-892C-43CA-D9F02108B8CC}" dt="2025-04-05T00:54:00.713" v="92" actId="14100"/>
          <ac:spMkLst>
            <pc:docMk/>
            <pc:sldMk cId="4139644595" sldId="2207"/>
            <ac:spMk id="4" creationId="{D65E9009-E3C8-2CBE-6D5C-22E77323F7B2}"/>
          </ac:spMkLst>
        </pc:spChg>
      </pc:sldChg>
      <pc:sldChg chg="modSp">
        <pc:chgData name="Ajit Abraham" userId="66e44ec9267aee7b" providerId="Windows Live" clId="Web-{C13B9567-FBAD-892C-43CA-D9F02108B8CC}" dt="2025-04-05T00:54:08.026" v="93"/>
        <pc:sldMkLst>
          <pc:docMk/>
          <pc:sldMk cId="1559381436" sldId="2208"/>
        </pc:sldMkLst>
        <pc:spChg chg="mod">
          <ac:chgData name="Ajit Abraham" userId="66e44ec9267aee7b" providerId="Windows Live" clId="Web-{C13B9567-FBAD-892C-43CA-D9F02108B8CC}" dt="2025-04-05T00:54:08.026" v="93"/>
          <ac:spMkLst>
            <pc:docMk/>
            <pc:sldMk cId="1559381436" sldId="2208"/>
            <ac:spMk id="4" creationId="{A86BB282-E376-F87B-4103-AC1C8A5E20A1}"/>
          </ac:spMkLst>
        </pc:spChg>
      </pc:sldChg>
      <pc:sldChg chg="modSp">
        <pc:chgData name="Ajit Abraham" userId="66e44ec9267aee7b" providerId="Windows Live" clId="Web-{C13B9567-FBAD-892C-43CA-D9F02108B8CC}" dt="2025-04-05T00:54:16.245" v="94"/>
        <pc:sldMkLst>
          <pc:docMk/>
          <pc:sldMk cId="755387422" sldId="2209"/>
        </pc:sldMkLst>
        <pc:spChg chg="mod">
          <ac:chgData name="Ajit Abraham" userId="66e44ec9267aee7b" providerId="Windows Live" clId="Web-{C13B9567-FBAD-892C-43CA-D9F02108B8CC}" dt="2025-04-05T00:54:16.245" v="94"/>
          <ac:spMkLst>
            <pc:docMk/>
            <pc:sldMk cId="755387422" sldId="2209"/>
            <ac:spMk id="4" creationId="{4B0B4324-054F-07C7-AAD0-003E1B02095A}"/>
          </ac:spMkLst>
        </pc:spChg>
      </pc:sldChg>
      <pc:sldChg chg="modSp">
        <pc:chgData name="Ajit Abraham" userId="66e44ec9267aee7b" providerId="Windows Live" clId="Web-{C13B9567-FBAD-892C-43CA-D9F02108B8CC}" dt="2025-04-05T00:54:22.620" v="95"/>
        <pc:sldMkLst>
          <pc:docMk/>
          <pc:sldMk cId="3931749541" sldId="2210"/>
        </pc:sldMkLst>
        <pc:spChg chg="mod">
          <ac:chgData name="Ajit Abraham" userId="66e44ec9267aee7b" providerId="Windows Live" clId="Web-{C13B9567-FBAD-892C-43CA-D9F02108B8CC}" dt="2025-04-05T00:54:22.620" v="95"/>
          <ac:spMkLst>
            <pc:docMk/>
            <pc:sldMk cId="3931749541" sldId="2210"/>
            <ac:spMk id="4" creationId="{2CA8F6D5-7455-72C9-F33D-A4C590B5AC2F}"/>
          </ac:spMkLst>
        </pc:spChg>
      </pc:sldChg>
      <pc:sldChg chg="modSp">
        <pc:chgData name="Ajit Abraham" userId="66e44ec9267aee7b" providerId="Windows Live" clId="Web-{C13B9567-FBAD-892C-43CA-D9F02108B8CC}" dt="2025-04-05T01:09:00.782" v="247" actId="20577"/>
        <pc:sldMkLst>
          <pc:docMk/>
          <pc:sldMk cId="1588438480" sldId="2211"/>
        </pc:sldMkLst>
        <pc:spChg chg="mod">
          <ac:chgData name="Ajit Abraham" userId="66e44ec9267aee7b" providerId="Windows Live" clId="Web-{C13B9567-FBAD-892C-43CA-D9F02108B8CC}" dt="2025-04-05T01:06:09.760" v="176" actId="20577"/>
          <ac:spMkLst>
            <pc:docMk/>
            <pc:sldMk cId="1588438480" sldId="2211"/>
            <ac:spMk id="3" creationId="{2D0BEC79-07DB-2E99-2E22-EC2CDB955EB6}"/>
          </ac:spMkLst>
        </pc:spChg>
        <pc:spChg chg="mod">
          <ac:chgData name="Ajit Abraham" userId="66e44ec9267aee7b" providerId="Windows Live" clId="Web-{C13B9567-FBAD-892C-43CA-D9F02108B8CC}" dt="2025-04-05T01:06:31.948" v="183" actId="14100"/>
          <ac:spMkLst>
            <pc:docMk/>
            <pc:sldMk cId="1588438480" sldId="2211"/>
            <ac:spMk id="5" creationId="{29CA3F32-7BBA-BB73-3333-247B13F71254}"/>
          </ac:spMkLst>
        </pc:spChg>
        <pc:spChg chg="mod">
          <ac:chgData name="Ajit Abraham" userId="66e44ec9267aee7b" providerId="Windows Live" clId="Web-{C13B9567-FBAD-892C-43CA-D9F02108B8CC}" dt="2025-04-05T01:09:00.782" v="247" actId="20577"/>
          <ac:spMkLst>
            <pc:docMk/>
            <pc:sldMk cId="1588438480" sldId="2211"/>
            <ac:spMk id="13" creationId="{4768C18B-97B2-8FFD-2DA5-36092856427C}"/>
          </ac:spMkLst>
        </pc:spChg>
      </pc:sldChg>
      <pc:sldChg chg="modSp">
        <pc:chgData name="Ajit Abraham" userId="66e44ec9267aee7b" providerId="Windows Live" clId="Web-{C13B9567-FBAD-892C-43CA-D9F02108B8CC}" dt="2025-04-05T01:08:50.641" v="243" actId="20577"/>
        <pc:sldMkLst>
          <pc:docMk/>
          <pc:sldMk cId="2877923320" sldId="2212"/>
        </pc:sldMkLst>
        <pc:spChg chg="mod">
          <ac:chgData name="Ajit Abraham" userId="66e44ec9267aee7b" providerId="Windows Live" clId="Web-{C13B9567-FBAD-892C-43CA-D9F02108B8CC}" dt="2025-04-05T01:07:25.231" v="206"/>
          <ac:spMkLst>
            <pc:docMk/>
            <pc:sldMk cId="2877923320" sldId="2212"/>
            <ac:spMk id="3" creationId="{AA8DE3A7-4588-E8AA-44E9-4DEAC93A997F}"/>
          </ac:spMkLst>
        </pc:spChg>
        <pc:spChg chg="mod">
          <ac:chgData name="Ajit Abraham" userId="66e44ec9267aee7b" providerId="Windows Live" clId="Web-{C13B9567-FBAD-892C-43CA-D9F02108B8CC}" dt="2025-04-05T01:07:25.247" v="207"/>
          <ac:spMkLst>
            <pc:docMk/>
            <pc:sldMk cId="2877923320" sldId="2212"/>
            <ac:spMk id="5" creationId="{9031ED52-F440-6F62-144C-8B6CD2598F0A}"/>
          </ac:spMkLst>
        </pc:spChg>
        <pc:spChg chg="mod">
          <ac:chgData name="Ajit Abraham" userId="66e44ec9267aee7b" providerId="Windows Live" clId="Web-{C13B9567-FBAD-892C-43CA-D9F02108B8CC}" dt="2025-04-05T01:08:50.641" v="243" actId="20577"/>
          <ac:spMkLst>
            <pc:docMk/>
            <pc:sldMk cId="2877923320" sldId="2212"/>
            <ac:spMk id="13" creationId="{DD196A51-BDD2-6820-F69B-22282C9765D9}"/>
          </ac:spMkLst>
        </pc:spChg>
      </pc:sldChg>
      <pc:sldChg chg="modSp">
        <pc:chgData name="Ajit Abraham" userId="66e44ec9267aee7b" providerId="Windows Live" clId="Web-{C13B9567-FBAD-892C-43CA-D9F02108B8CC}" dt="2025-04-05T01:08:36.343" v="239"/>
        <pc:sldMkLst>
          <pc:docMk/>
          <pc:sldMk cId="2377854253" sldId="2213"/>
        </pc:sldMkLst>
        <pc:spChg chg="mod">
          <ac:chgData name="Ajit Abraham" userId="66e44ec9267aee7b" providerId="Windows Live" clId="Web-{C13B9567-FBAD-892C-43CA-D9F02108B8CC}" dt="2025-04-05T01:08:36.328" v="238"/>
          <ac:spMkLst>
            <pc:docMk/>
            <pc:sldMk cId="2377854253" sldId="2213"/>
            <ac:spMk id="3" creationId="{CB24A838-CC3A-B9A1-67C2-CBB121D77054}"/>
          </ac:spMkLst>
        </pc:spChg>
        <pc:spChg chg="mod">
          <ac:chgData name="Ajit Abraham" userId="66e44ec9267aee7b" providerId="Windows Live" clId="Web-{C13B9567-FBAD-892C-43CA-D9F02108B8CC}" dt="2025-04-05T01:08:36.343" v="239"/>
          <ac:spMkLst>
            <pc:docMk/>
            <pc:sldMk cId="2377854253" sldId="2213"/>
            <ac:spMk id="5" creationId="{26FC3AE5-BAA8-ECC4-CFC4-5B02A8D391AB}"/>
          </ac:spMkLst>
        </pc:spChg>
        <pc:spChg chg="mod">
          <ac:chgData name="Ajit Abraham" userId="66e44ec9267aee7b" providerId="Windows Live" clId="Web-{C13B9567-FBAD-892C-43CA-D9F02108B8CC}" dt="2025-04-05T01:08:27.749" v="237" actId="20577"/>
          <ac:spMkLst>
            <pc:docMk/>
            <pc:sldMk cId="2377854253" sldId="2213"/>
            <ac:spMk id="13" creationId="{D87B84F4-33C7-6F62-2C50-079BD030C888}"/>
          </ac:spMkLst>
        </pc:spChg>
      </pc:sldChg>
      <pc:sldChg chg="modSp">
        <pc:chgData name="Ajit Abraham" userId="66e44ec9267aee7b" providerId="Windows Live" clId="Web-{C13B9567-FBAD-892C-43CA-D9F02108B8CC}" dt="2025-04-05T00:55:21.872" v="102"/>
        <pc:sldMkLst>
          <pc:docMk/>
          <pc:sldMk cId="4254857502" sldId="2214"/>
        </pc:sldMkLst>
        <pc:spChg chg="mod">
          <ac:chgData name="Ajit Abraham" userId="66e44ec9267aee7b" providerId="Windows Live" clId="Web-{C13B9567-FBAD-892C-43CA-D9F02108B8CC}" dt="2025-04-05T00:55:21.872" v="102"/>
          <ac:spMkLst>
            <pc:docMk/>
            <pc:sldMk cId="4254857502" sldId="2214"/>
            <ac:spMk id="3" creationId="{B056316F-61BE-4131-1935-9153EBC86796}"/>
          </ac:spMkLst>
        </pc:spChg>
      </pc:sldChg>
      <pc:sldChg chg="modSp">
        <pc:chgData name="Ajit Abraham" userId="66e44ec9267aee7b" providerId="Windows Live" clId="Web-{C13B9567-FBAD-892C-43CA-D9F02108B8CC}" dt="2025-04-05T00:55:29.388" v="103"/>
        <pc:sldMkLst>
          <pc:docMk/>
          <pc:sldMk cId="2023233644" sldId="2215"/>
        </pc:sldMkLst>
        <pc:spChg chg="mod">
          <ac:chgData name="Ajit Abraham" userId="66e44ec9267aee7b" providerId="Windows Live" clId="Web-{C13B9567-FBAD-892C-43CA-D9F02108B8CC}" dt="2025-04-05T00:55:29.388" v="103"/>
          <ac:spMkLst>
            <pc:docMk/>
            <pc:sldMk cId="2023233644" sldId="2215"/>
            <ac:spMk id="7" creationId="{E892261A-786C-6B2F-D628-C57510FD18EE}"/>
          </ac:spMkLst>
        </pc:spChg>
      </pc:sldChg>
      <pc:sldChg chg="modSp">
        <pc:chgData name="Ajit Abraham" userId="66e44ec9267aee7b" providerId="Windows Live" clId="Web-{C13B9567-FBAD-892C-43CA-D9F02108B8CC}" dt="2025-04-05T00:55:36.139" v="104"/>
        <pc:sldMkLst>
          <pc:docMk/>
          <pc:sldMk cId="698116463" sldId="2216"/>
        </pc:sldMkLst>
        <pc:spChg chg="mod">
          <ac:chgData name="Ajit Abraham" userId="66e44ec9267aee7b" providerId="Windows Live" clId="Web-{C13B9567-FBAD-892C-43CA-D9F02108B8CC}" dt="2025-04-05T00:55:36.139" v="104"/>
          <ac:spMkLst>
            <pc:docMk/>
            <pc:sldMk cId="698116463" sldId="2216"/>
            <ac:spMk id="3" creationId="{87148D50-D6BE-F71C-EFAC-371EBD14EBCB}"/>
          </ac:spMkLst>
        </pc:spChg>
      </pc:sldChg>
      <pc:sldChg chg="modSp">
        <pc:chgData name="Ajit Abraham" userId="66e44ec9267aee7b" providerId="Windows Live" clId="Web-{C13B9567-FBAD-892C-43CA-D9F02108B8CC}" dt="2025-04-05T00:55:45.076" v="105"/>
        <pc:sldMkLst>
          <pc:docMk/>
          <pc:sldMk cId="4080107628" sldId="2217"/>
        </pc:sldMkLst>
        <pc:spChg chg="mod">
          <ac:chgData name="Ajit Abraham" userId="66e44ec9267aee7b" providerId="Windows Live" clId="Web-{C13B9567-FBAD-892C-43CA-D9F02108B8CC}" dt="2025-04-05T00:55:45.076" v="105"/>
          <ac:spMkLst>
            <pc:docMk/>
            <pc:sldMk cId="4080107628" sldId="2217"/>
            <ac:spMk id="7" creationId="{E31132F9-79A1-9E7B-1451-00D969794807}"/>
          </ac:spMkLst>
        </pc:spChg>
      </pc:sldChg>
      <pc:sldChg chg="modSp">
        <pc:chgData name="Ajit Abraham" userId="66e44ec9267aee7b" providerId="Windows Live" clId="Web-{C13B9567-FBAD-892C-43CA-D9F02108B8CC}" dt="2025-04-05T00:55:54.483" v="106"/>
        <pc:sldMkLst>
          <pc:docMk/>
          <pc:sldMk cId="1072970104" sldId="2218"/>
        </pc:sldMkLst>
        <pc:spChg chg="mod">
          <ac:chgData name="Ajit Abraham" userId="66e44ec9267aee7b" providerId="Windows Live" clId="Web-{C13B9567-FBAD-892C-43CA-D9F02108B8CC}" dt="2025-04-05T00:55:54.483" v="106"/>
          <ac:spMkLst>
            <pc:docMk/>
            <pc:sldMk cId="1072970104" sldId="2218"/>
            <ac:spMk id="3" creationId="{EC383F5A-355B-DC72-2740-C1C038EFD347}"/>
          </ac:spMkLst>
        </pc:spChg>
      </pc:sldChg>
      <pc:sldChg chg="modSp">
        <pc:chgData name="Ajit Abraham" userId="66e44ec9267aee7b" providerId="Windows Live" clId="Web-{C13B9567-FBAD-892C-43CA-D9F02108B8CC}" dt="2025-04-05T00:56:01.968" v="107"/>
        <pc:sldMkLst>
          <pc:docMk/>
          <pc:sldMk cId="2824883173" sldId="2219"/>
        </pc:sldMkLst>
        <pc:spChg chg="mod">
          <ac:chgData name="Ajit Abraham" userId="66e44ec9267aee7b" providerId="Windows Live" clId="Web-{C13B9567-FBAD-892C-43CA-D9F02108B8CC}" dt="2025-04-05T00:56:01.968" v="107"/>
          <ac:spMkLst>
            <pc:docMk/>
            <pc:sldMk cId="2824883173" sldId="2219"/>
            <ac:spMk id="7" creationId="{E0CE58E6-8816-762B-AC81-9B47AF89D93B}"/>
          </ac:spMkLst>
        </pc:spChg>
      </pc:sldChg>
      <pc:sldChg chg="modSp add replId">
        <pc:chgData name="Ajit Abraham" userId="66e44ec9267aee7b" providerId="Windows Live" clId="Web-{C13B9567-FBAD-892C-43CA-D9F02108B8CC}" dt="2025-04-05T01:09:04.704" v="249" actId="20577"/>
        <pc:sldMkLst>
          <pc:docMk/>
          <pc:sldMk cId="4099884261" sldId="2220"/>
        </pc:sldMkLst>
        <pc:spChg chg="mod">
          <ac:chgData name="Ajit Abraham" userId="66e44ec9267aee7b" providerId="Windows Live" clId="Web-{C13B9567-FBAD-892C-43CA-D9F02108B8CC}" dt="2025-04-05T01:05:19.820" v="156" actId="20577"/>
          <ac:spMkLst>
            <pc:docMk/>
            <pc:sldMk cId="4099884261" sldId="2220"/>
            <ac:spMk id="3" creationId="{ED6D2439-B46C-5B70-3AC5-06B11F114739}"/>
          </ac:spMkLst>
        </pc:spChg>
        <pc:spChg chg="mod">
          <ac:chgData name="Ajit Abraham" userId="66e44ec9267aee7b" providerId="Windows Live" clId="Web-{C13B9567-FBAD-892C-43CA-D9F02108B8CC}" dt="2025-04-05T01:05:29.399" v="163" actId="20577"/>
          <ac:spMkLst>
            <pc:docMk/>
            <pc:sldMk cId="4099884261" sldId="2220"/>
            <ac:spMk id="5" creationId="{06A32BE3-388A-F5DA-EB08-B6C608DD7DA4}"/>
          </ac:spMkLst>
        </pc:spChg>
        <pc:spChg chg="mod">
          <ac:chgData name="Ajit Abraham" userId="66e44ec9267aee7b" providerId="Windows Live" clId="Web-{C13B9567-FBAD-892C-43CA-D9F02108B8CC}" dt="2025-04-05T01:09:04.704" v="249" actId="20577"/>
          <ac:spMkLst>
            <pc:docMk/>
            <pc:sldMk cId="4099884261" sldId="2220"/>
            <ac:spMk id="13" creationId="{857B4E5A-36D5-5E61-F1B5-A14E5F8557E6}"/>
          </ac:spMkLst>
        </pc:spChg>
      </pc:sldChg>
      <pc:sldChg chg="modSp add replId">
        <pc:chgData name="Ajit Abraham" userId="66e44ec9267aee7b" providerId="Windows Live" clId="Web-{C13B9567-FBAD-892C-43CA-D9F02108B8CC}" dt="2025-04-05T01:08:55.563" v="245" actId="20577"/>
        <pc:sldMkLst>
          <pc:docMk/>
          <pc:sldMk cId="390755713" sldId="2221"/>
        </pc:sldMkLst>
        <pc:spChg chg="mod">
          <ac:chgData name="Ajit Abraham" userId="66e44ec9267aee7b" providerId="Windows Live" clId="Web-{C13B9567-FBAD-892C-43CA-D9F02108B8CC}" dt="2025-04-05T01:06:55.199" v="194"/>
          <ac:spMkLst>
            <pc:docMk/>
            <pc:sldMk cId="390755713" sldId="2221"/>
            <ac:spMk id="3" creationId="{188F7537-A81E-A173-0972-C800F7ED3B8E}"/>
          </ac:spMkLst>
        </pc:spChg>
        <pc:spChg chg="mod">
          <ac:chgData name="Ajit Abraham" userId="66e44ec9267aee7b" providerId="Windows Live" clId="Web-{C13B9567-FBAD-892C-43CA-D9F02108B8CC}" dt="2025-04-05T01:06:55.230" v="195"/>
          <ac:spMkLst>
            <pc:docMk/>
            <pc:sldMk cId="390755713" sldId="2221"/>
            <ac:spMk id="5" creationId="{5C916993-31C0-9556-BDA0-F1E3B74623BC}"/>
          </ac:spMkLst>
        </pc:spChg>
        <pc:spChg chg="mod">
          <ac:chgData name="Ajit Abraham" userId="66e44ec9267aee7b" providerId="Windows Live" clId="Web-{C13B9567-FBAD-892C-43CA-D9F02108B8CC}" dt="2025-04-05T01:08:55.563" v="245" actId="20577"/>
          <ac:spMkLst>
            <pc:docMk/>
            <pc:sldMk cId="390755713" sldId="2221"/>
            <ac:spMk id="13" creationId="{6EF519E0-41F1-C29B-C662-C36E54607E00}"/>
          </ac:spMkLst>
        </pc:spChg>
      </pc:sldChg>
      <pc:sldChg chg="modSp add replId">
        <pc:chgData name="Ajit Abraham" userId="66e44ec9267aee7b" providerId="Windows Live" clId="Web-{C13B9567-FBAD-892C-43CA-D9F02108B8CC}" dt="2025-04-05T01:08:44.828" v="241" actId="20577"/>
        <pc:sldMkLst>
          <pc:docMk/>
          <pc:sldMk cId="3291869401" sldId="2222"/>
        </pc:sldMkLst>
        <pc:spChg chg="mod">
          <ac:chgData name="Ajit Abraham" userId="66e44ec9267aee7b" providerId="Windows Live" clId="Web-{C13B9567-FBAD-892C-43CA-D9F02108B8CC}" dt="2025-04-05T01:08:13.921" v="232"/>
          <ac:spMkLst>
            <pc:docMk/>
            <pc:sldMk cId="3291869401" sldId="2222"/>
            <ac:spMk id="3" creationId="{1FE97FA3-D9F2-FA9A-2264-9D4E54FC5A53}"/>
          </ac:spMkLst>
        </pc:spChg>
        <pc:spChg chg="mod">
          <ac:chgData name="Ajit Abraham" userId="66e44ec9267aee7b" providerId="Windows Live" clId="Web-{C13B9567-FBAD-892C-43CA-D9F02108B8CC}" dt="2025-04-05T01:08:13.936" v="233"/>
          <ac:spMkLst>
            <pc:docMk/>
            <pc:sldMk cId="3291869401" sldId="2222"/>
            <ac:spMk id="5" creationId="{50286381-D533-2BC4-3D96-97A3DEF18F8F}"/>
          </ac:spMkLst>
        </pc:spChg>
        <pc:spChg chg="mod">
          <ac:chgData name="Ajit Abraham" userId="66e44ec9267aee7b" providerId="Windows Live" clId="Web-{C13B9567-FBAD-892C-43CA-D9F02108B8CC}" dt="2025-04-05T01:08:44.828" v="241" actId="20577"/>
          <ac:spMkLst>
            <pc:docMk/>
            <pc:sldMk cId="3291869401" sldId="2222"/>
            <ac:spMk id="13" creationId="{BA9F3FE1-B78D-69F2-E69E-E7ED7421DB07}"/>
          </ac:spMkLst>
        </pc:spChg>
      </pc:sldChg>
    </pc:docChg>
  </pc:docChgLst>
  <pc:docChgLst>
    <pc:chgData name="Ajit Abraham" userId="66e44ec9267aee7b" providerId="LiveId" clId="{967089A4-34E5-492C-A290-30F44135D4A4}"/>
    <pc:docChg chg="undo redo custSel addSld delSld modSld sldOrd modMainMaster">
      <pc:chgData name="Ajit Abraham" userId="66e44ec9267aee7b" providerId="LiveId" clId="{967089A4-34E5-492C-A290-30F44135D4A4}" dt="2025-04-04T16:20:16.556" v="2155" actId="14100"/>
      <pc:docMkLst>
        <pc:docMk/>
      </pc:docMkLst>
      <pc:sldChg chg="modSp mod">
        <pc:chgData name="Ajit Abraham" userId="66e44ec9267aee7b" providerId="LiveId" clId="{967089A4-34E5-492C-A290-30F44135D4A4}" dt="2025-04-03T09:30:31.632" v="50" actId="20577"/>
        <pc:sldMkLst>
          <pc:docMk/>
          <pc:sldMk cId="3749989706" sldId="439"/>
        </pc:sldMkLst>
        <pc:spChg chg="mod">
          <ac:chgData name="Ajit Abraham" userId="66e44ec9267aee7b" providerId="LiveId" clId="{967089A4-34E5-492C-A290-30F44135D4A4}" dt="2025-04-03T09:30:31.632" v="50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modSp mod">
        <pc:chgData name="Ajit Abraham" userId="66e44ec9267aee7b" providerId="LiveId" clId="{967089A4-34E5-492C-A290-30F44135D4A4}" dt="2025-04-03T09:28:23.071" v="1" actId="20577"/>
        <pc:sldMkLst>
          <pc:docMk/>
          <pc:sldMk cId="2329691217" sldId="511"/>
        </pc:sldMkLst>
        <pc:spChg chg="mod">
          <ac:chgData name="Ajit Abraham" userId="66e44ec9267aee7b" providerId="LiveId" clId="{967089A4-34E5-492C-A290-30F44135D4A4}" dt="2025-04-03T09:28:23.071" v="1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Ajit Abraham" userId="66e44ec9267aee7b" providerId="LiveId" clId="{967089A4-34E5-492C-A290-30F44135D4A4}" dt="2025-04-03T09:30:56.975" v="54" actId="14100"/>
        <pc:sldMkLst>
          <pc:docMk/>
          <pc:sldMk cId="2078510117" sldId="633"/>
        </pc:sldMkLst>
        <pc:spChg chg="mod">
          <ac:chgData name="Ajit Abraham" userId="66e44ec9267aee7b" providerId="LiveId" clId="{967089A4-34E5-492C-A290-30F44135D4A4}" dt="2025-04-03T09:30:56.975" v="54" actId="14100"/>
          <ac:spMkLst>
            <pc:docMk/>
            <pc:sldMk cId="2078510117" sldId="633"/>
            <ac:spMk id="6" creationId="{2A77E361-0731-5941-80D2-641C47A02C93}"/>
          </ac:spMkLst>
        </pc:spChg>
      </pc:sldChg>
      <pc:sldChg chg="modSp mod">
        <pc:chgData name="Ajit Abraham" userId="66e44ec9267aee7b" providerId="LiveId" clId="{967089A4-34E5-492C-A290-30F44135D4A4}" dt="2025-04-03T09:30:10.988" v="29" actId="20577"/>
        <pc:sldMkLst>
          <pc:docMk/>
          <pc:sldMk cId="347759732" sldId="952"/>
        </pc:sldMkLst>
        <pc:spChg chg="mod">
          <ac:chgData name="Ajit Abraham" userId="66e44ec9267aee7b" providerId="LiveId" clId="{967089A4-34E5-492C-A290-30F44135D4A4}" dt="2025-04-03T09:30:10.988" v="29" actId="20577"/>
          <ac:spMkLst>
            <pc:docMk/>
            <pc:sldMk cId="347759732" sldId="952"/>
            <ac:spMk id="3" creationId="{6DD02174-DEBC-400F-A4DF-B2DD71DE45B9}"/>
          </ac:spMkLst>
        </pc:spChg>
      </pc:sldChg>
      <pc:sldChg chg="modSp mod">
        <pc:chgData name="Ajit Abraham" userId="66e44ec9267aee7b" providerId="LiveId" clId="{967089A4-34E5-492C-A290-30F44135D4A4}" dt="2025-04-03T09:37:44.244" v="231" actId="6549"/>
        <pc:sldMkLst>
          <pc:docMk/>
          <pc:sldMk cId="2646698185" sldId="1444"/>
        </pc:sldMkLst>
        <pc:spChg chg="mod">
          <ac:chgData name="Ajit Abraham" userId="66e44ec9267aee7b" providerId="LiveId" clId="{967089A4-34E5-492C-A290-30F44135D4A4}" dt="2025-04-03T09:37:44.244" v="231" actId="6549"/>
          <ac:spMkLst>
            <pc:docMk/>
            <pc:sldMk cId="2646698185" sldId="1444"/>
            <ac:spMk id="12" creationId="{A03D52CF-E261-624A-BC5A-964DA31E576D}"/>
          </ac:spMkLst>
        </pc:spChg>
      </pc:sldChg>
      <pc:sldChg chg="modSp mod">
        <pc:chgData name="Ajit Abraham" userId="66e44ec9267aee7b" providerId="LiveId" clId="{967089A4-34E5-492C-A290-30F44135D4A4}" dt="2025-04-04T16:16:31.898" v="2111" actId="14100"/>
        <pc:sldMkLst>
          <pc:docMk/>
          <pc:sldMk cId="1738488628" sldId="1543"/>
        </pc:sldMkLst>
        <pc:spChg chg="mod">
          <ac:chgData name="Ajit Abraham" userId="66e44ec9267aee7b" providerId="LiveId" clId="{967089A4-34E5-492C-A290-30F44135D4A4}" dt="2025-04-04T16:16:31.898" v="2111" actId="14100"/>
          <ac:spMkLst>
            <pc:docMk/>
            <pc:sldMk cId="1738488628" sldId="1543"/>
            <ac:spMk id="8" creationId="{5BE79D6D-45E0-4529-650E-55EE2C2D70A7}"/>
          </ac:spMkLst>
        </pc:spChg>
        <pc:spChg chg="mod">
          <ac:chgData name="Ajit Abraham" userId="66e44ec9267aee7b" providerId="LiveId" clId="{967089A4-34E5-492C-A290-30F44135D4A4}" dt="2025-04-03T14:17:40.461" v="834" actId="6549"/>
          <ac:spMkLst>
            <pc:docMk/>
            <pc:sldMk cId="1738488628" sldId="1543"/>
            <ac:spMk id="10" creationId="{8812F03D-55E6-0116-F164-9E2DBAF627B1}"/>
          </ac:spMkLst>
        </pc:spChg>
      </pc:sldChg>
      <pc:sldChg chg="addSp modSp mod">
        <pc:chgData name="Ajit Abraham" userId="66e44ec9267aee7b" providerId="LiveId" clId="{967089A4-34E5-492C-A290-30F44135D4A4}" dt="2025-04-03T14:28:23.956" v="889" actId="1076"/>
        <pc:sldMkLst>
          <pc:docMk/>
          <pc:sldMk cId="3368756669" sldId="1545"/>
        </pc:sldMkLst>
        <pc:spChg chg="add mod">
          <ac:chgData name="Ajit Abraham" userId="66e44ec9267aee7b" providerId="LiveId" clId="{967089A4-34E5-492C-A290-30F44135D4A4}" dt="2025-04-03T14:27:33.690" v="881" actId="14100"/>
          <ac:spMkLst>
            <pc:docMk/>
            <pc:sldMk cId="3368756669" sldId="1545"/>
            <ac:spMk id="3" creationId="{3B3C4E8B-68F8-7126-0AF8-D0669B12C418}"/>
          </ac:spMkLst>
        </pc:spChg>
        <pc:spChg chg="mod">
          <ac:chgData name="Ajit Abraham" userId="66e44ec9267aee7b" providerId="LiveId" clId="{967089A4-34E5-492C-A290-30F44135D4A4}" dt="2025-04-03T14:28:23.956" v="889" actId="1076"/>
          <ac:spMkLst>
            <pc:docMk/>
            <pc:sldMk cId="3368756669" sldId="1545"/>
            <ac:spMk id="4" creationId="{064DE8CA-B187-EC06-A4FA-4F11CB386D6A}"/>
          </ac:spMkLst>
        </pc:spChg>
        <pc:spChg chg="mod">
          <ac:chgData name="Ajit Abraham" userId="66e44ec9267aee7b" providerId="LiveId" clId="{967089A4-34E5-492C-A290-30F44135D4A4}" dt="2025-04-03T14:22:40.525" v="847" actId="20577"/>
          <ac:spMkLst>
            <pc:docMk/>
            <pc:sldMk cId="3368756669" sldId="1545"/>
            <ac:spMk id="5" creationId="{CAE21420-34C8-30C5-50CE-1D01ED744F93}"/>
          </ac:spMkLst>
        </pc:spChg>
        <pc:spChg chg="add mod">
          <ac:chgData name="Ajit Abraham" userId="66e44ec9267aee7b" providerId="LiveId" clId="{967089A4-34E5-492C-A290-30F44135D4A4}" dt="2025-04-03T14:27:42.120" v="883" actId="20577"/>
          <ac:spMkLst>
            <pc:docMk/>
            <pc:sldMk cId="3368756669" sldId="1545"/>
            <ac:spMk id="6" creationId="{C5D08377-6ACC-D0A4-65EE-2A5E2B751FD3}"/>
          </ac:spMkLst>
        </pc:spChg>
        <pc:spChg chg="add mod">
          <ac:chgData name="Ajit Abraham" userId="66e44ec9267aee7b" providerId="LiveId" clId="{967089A4-34E5-492C-A290-30F44135D4A4}" dt="2025-04-03T14:28:08.635" v="888" actId="1076"/>
          <ac:spMkLst>
            <pc:docMk/>
            <pc:sldMk cId="3368756669" sldId="1545"/>
            <ac:spMk id="8" creationId="{9F8B7B75-9825-910A-9879-0015C0B7D615}"/>
          </ac:spMkLst>
        </pc:spChg>
        <pc:spChg chg="add mod">
          <ac:chgData name="Ajit Abraham" userId="66e44ec9267aee7b" providerId="LiveId" clId="{967089A4-34E5-492C-A290-30F44135D4A4}" dt="2025-04-03T14:28:08.635" v="888" actId="1076"/>
          <ac:spMkLst>
            <pc:docMk/>
            <pc:sldMk cId="3368756669" sldId="1545"/>
            <ac:spMk id="9" creationId="{E844E02B-6A3D-AAE4-528E-328F50F4796F}"/>
          </ac:spMkLst>
        </pc:spChg>
      </pc:sldChg>
      <pc:sldChg chg="modSp mod">
        <pc:chgData name="Ajit Abraham" userId="66e44ec9267aee7b" providerId="LiveId" clId="{967089A4-34E5-492C-A290-30F44135D4A4}" dt="2025-04-03T09:31:19.537" v="70" actId="20577"/>
        <pc:sldMkLst>
          <pc:docMk/>
          <pc:sldMk cId="1563557240" sldId="1564"/>
        </pc:sldMkLst>
        <pc:spChg chg="mod">
          <ac:chgData name="Ajit Abraham" userId="66e44ec9267aee7b" providerId="LiveId" clId="{967089A4-34E5-492C-A290-30F44135D4A4}" dt="2025-04-03T09:31:19.537" v="70" actId="20577"/>
          <ac:spMkLst>
            <pc:docMk/>
            <pc:sldMk cId="1563557240" sldId="1564"/>
            <ac:spMk id="2" creationId="{00000000-0000-0000-0000-000000000000}"/>
          </ac:spMkLst>
        </pc:spChg>
      </pc:sldChg>
      <pc:sldChg chg="modSp del mod">
        <pc:chgData name="Ajit Abraham" userId="66e44ec9267aee7b" providerId="LiveId" clId="{967089A4-34E5-492C-A290-30F44135D4A4}" dt="2025-04-04T16:08:10.507" v="2024" actId="47"/>
        <pc:sldMkLst>
          <pc:docMk/>
          <pc:sldMk cId="2901638533" sldId="1838"/>
        </pc:sldMkLst>
        <pc:spChg chg="mod">
          <ac:chgData name="Ajit Abraham" userId="66e44ec9267aee7b" providerId="LiveId" clId="{967089A4-34E5-492C-A290-30F44135D4A4}" dt="2025-04-03T09:36:51.246" v="204"/>
          <ac:spMkLst>
            <pc:docMk/>
            <pc:sldMk cId="2901638533" sldId="1838"/>
            <ac:spMk id="2" creationId="{00000000-0000-0000-0000-000000000000}"/>
          </ac:spMkLst>
        </pc:spChg>
      </pc:sldChg>
      <pc:sldChg chg="modSp del mod">
        <pc:chgData name="Ajit Abraham" userId="66e44ec9267aee7b" providerId="LiveId" clId="{967089A4-34E5-492C-A290-30F44135D4A4}" dt="2025-04-04T15:57:18.521" v="1830" actId="47"/>
        <pc:sldMkLst>
          <pc:docMk/>
          <pc:sldMk cId="2857978467" sldId="1870"/>
        </pc:sldMkLst>
        <pc:spChg chg="mod">
          <ac:chgData name="Ajit Abraham" userId="66e44ec9267aee7b" providerId="LiveId" clId="{967089A4-34E5-492C-A290-30F44135D4A4}" dt="2025-04-03T09:36:05.109" v="185"/>
          <ac:spMkLst>
            <pc:docMk/>
            <pc:sldMk cId="2857978467" sldId="1870"/>
            <ac:spMk id="2" creationId="{00000000-0000-0000-0000-000000000000}"/>
          </ac:spMkLst>
        </pc:spChg>
      </pc:sldChg>
      <pc:sldChg chg="modSp mod">
        <pc:chgData name="Ajit Abraham" userId="66e44ec9267aee7b" providerId="LiveId" clId="{967089A4-34E5-492C-A290-30F44135D4A4}" dt="2025-04-04T16:16:49.614" v="2112" actId="403"/>
        <pc:sldMkLst>
          <pc:docMk/>
          <pc:sldMk cId="2430628198" sldId="1888"/>
        </pc:sldMkLst>
        <pc:spChg chg="mod">
          <ac:chgData name="Ajit Abraham" userId="66e44ec9267aee7b" providerId="LiveId" clId="{967089A4-34E5-492C-A290-30F44135D4A4}" dt="2025-04-03T09:38:46.866" v="276" actId="20577"/>
          <ac:spMkLst>
            <pc:docMk/>
            <pc:sldMk cId="2430628198" sldId="1888"/>
            <ac:spMk id="2" creationId="{69072751-0DFD-E04D-8DBC-6192EE4B4B2A}"/>
          </ac:spMkLst>
        </pc:spChg>
        <pc:spChg chg="mod">
          <ac:chgData name="Ajit Abraham" userId="66e44ec9267aee7b" providerId="LiveId" clId="{967089A4-34E5-492C-A290-30F44135D4A4}" dt="2025-04-04T16:16:49.614" v="2112" actId="403"/>
          <ac:spMkLst>
            <pc:docMk/>
            <pc:sldMk cId="2430628198" sldId="1888"/>
            <ac:spMk id="3" creationId="{57AE222E-4671-212B-25A7-CE983FDD0D35}"/>
          </ac:spMkLst>
        </pc:spChg>
        <pc:spChg chg="mod">
          <ac:chgData name="Ajit Abraham" userId="66e44ec9267aee7b" providerId="LiveId" clId="{967089A4-34E5-492C-A290-30F44135D4A4}" dt="2025-04-03T14:31:10.512" v="915" actId="207"/>
          <ac:spMkLst>
            <pc:docMk/>
            <pc:sldMk cId="2430628198" sldId="1888"/>
            <ac:spMk id="4" creationId="{064DE8CA-B187-EC06-A4FA-4F11CB386D6A}"/>
          </ac:spMkLst>
        </pc:spChg>
      </pc:sldChg>
      <pc:sldChg chg="modSp mod">
        <pc:chgData name="Ajit Abraham" userId="66e44ec9267aee7b" providerId="LiveId" clId="{967089A4-34E5-492C-A290-30F44135D4A4}" dt="2025-04-03T09:32:13.838" v="123" actId="20577"/>
        <pc:sldMkLst>
          <pc:docMk/>
          <pc:sldMk cId="3856652934" sldId="1918"/>
        </pc:sldMkLst>
        <pc:spChg chg="mod">
          <ac:chgData name="Ajit Abraham" userId="66e44ec9267aee7b" providerId="LiveId" clId="{967089A4-34E5-492C-A290-30F44135D4A4}" dt="2025-04-03T09:32:13.838" v="123" actId="20577"/>
          <ac:spMkLst>
            <pc:docMk/>
            <pc:sldMk cId="3856652934" sldId="1918"/>
            <ac:spMk id="2" creationId="{00000000-0000-0000-0000-000000000000}"/>
          </ac:spMkLst>
        </pc:spChg>
      </pc:sldChg>
      <pc:sldChg chg="modSp mod">
        <pc:chgData name="Ajit Abraham" userId="66e44ec9267aee7b" providerId="LiveId" clId="{967089A4-34E5-492C-A290-30F44135D4A4}" dt="2025-04-03T09:34:17.673" v="154" actId="20577"/>
        <pc:sldMkLst>
          <pc:docMk/>
          <pc:sldMk cId="23874075" sldId="1959"/>
        </pc:sldMkLst>
        <pc:spChg chg="mod">
          <ac:chgData name="Ajit Abraham" userId="66e44ec9267aee7b" providerId="LiveId" clId="{967089A4-34E5-492C-A290-30F44135D4A4}" dt="2025-04-03T09:34:17.673" v="154" actId="20577"/>
          <ac:spMkLst>
            <pc:docMk/>
            <pc:sldMk cId="23874075" sldId="1959"/>
            <ac:spMk id="2" creationId="{00000000-0000-0000-0000-000000000000}"/>
          </ac:spMkLst>
        </pc:spChg>
      </pc:sldChg>
      <pc:sldChg chg="modSp mod">
        <pc:chgData name="Ajit Abraham" userId="66e44ec9267aee7b" providerId="LiveId" clId="{967089A4-34E5-492C-A290-30F44135D4A4}" dt="2025-04-03T09:35:38.658" v="180" actId="20577"/>
        <pc:sldMkLst>
          <pc:docMk/>
          <pc:sldMk cId="3954064343" sldId="1968"/>
        </pc:sldMkLst>
        <pc:spChg chg="mod">
          <ac:chgData name="Ajit Abraham" userId="66e44ec9267aee7b" providerId="LiveId" clId="{967089A4-34E5-492C-A290-30F44135D4A4}" dt="2025-04-03T09:35:38.658" v="180" actId="20577"/>
          <ac:spMkLst>
            <pc:docMk/>
            <pc:sldMk cId="3954064343" sldId="1968"/>
            <ac:spMk id="2" creationId="{00000000-0000-0000-0000-000000000000}"/>
          </ac:spMkLst>
        </pc:spChg>
      </pc:sldChg>
      <pc:sldChg chg="modSp mod">
        <pc:chgData name="Ajit Abraham" userId="66e44ec9267aee7b" providerId="LiveId" clId="{967089A4-34E5-492C-A290-30F44135D4A4}" dt="2025-04-03T09:36:18.504" v="192" actId="20577"/>
        <pc:sldMkLst>
          <pc:docMk/>
          <pc:sldMk cId="1840363242" sldId="1969"/>
        </pc:sldMkLst>
        <pc:spChg chg="mod">
          <ac:chgData name="Ajit Abraham" userId="66e44ec9267aee7b" providerId="LiveId" clId="{967089A4-34E5-492C-A290-30F44135D4A4}" dt="2025-04-03T09:36:18.504" v="192" actId="20577"/>
          <ac:spMkLst>
            <pc:docMk/>
            <pc:sldMk cId="1840363242" sldId="1969"/>
            <ac:spMk id="2" creationId="{00000000-0000-0000-0000-000000000000}"/>
          </ac:spMkLst>
        </pc:spChg>
      </pc:sldChg>
      <pc:sldChg chg="modSp mod">
        <pc:chgData name="Ajit Abraham" userId="66e44ec9267aee7b" providerId="LiveId" clId="{967089A4-34E5-492C-A290-30F44135D4A4}" dt="2025-04-04T16:15:28.661" v="2096" actId="1076"/>
        <pc:sldMkLst>
          <pc:docMk/>
          <pc:sldMk cId="88404620" sldId="1980"/>
        </pc:sldMkLst>
        <pc:spChg chg="mod">
          <ac:chgData name="Ajit Abraham" userId="66e44ec9267aee7b" providerId="LiveId" clId="{967089A4-34E5-492C-A290-30F44135D4A4}" dt="2025-04-03T09:39:23.486" v="288" actId="20577"/>
          <ac:spMkLst>
            <pc:docMk/>
            <pc:sldMk cId="88404620" sldId="1980"/>
            <ac:spMk id="2" creationId="{00000000-0000-0000-0000-000000000000}"/>
          </ac:spMkLst>
        </pc:spChg>
        <pc:spChg chg="mod">
          <ac:chgData name="Ajit Abraham" userId="66e44ec9267aee7b" providerId="LiveId" clId="{967089A4-34E5-492C-A290-30F44135D4A4}" dt="2025-04-03T09:55:03.931" v="346" actId="20577"/>
          <ac:spMkLst>
            <pc:docMk/>
            <pc:sldMk cId="88404620" sldId="1980"/>
            <ac:spMk id="4" creationId="{11638D45-CE17-40C1-F11F-770D918C473D}"/>
          </ac:spMkLst>
        </pc:spChg>
        <pc:spChg chg="mod">
          <ac:chgData name="Ajit Abraham" userId="66e44ec9267aee7b" providerId="LiveId" clId="{967089A4-34E5-492C-A290-30F44135D4A4}" dt="2025-04-04T16:15:28.661" v="2096" actId="1076"/>
          <ac:spMkLst>
            <pc:docMk/>
            <pc:sldMk cId="88404620" sldId="1980"/>
            <ac:spMk id="8" creationId="{84128A4C-BAEA-E882-5683-99A8C4D40AE1}"/>
          </ac:spMkLst>
        </pc:spChg>
        <pc:spChg chg="mod">
          <ac:chgData name="Ajit Abraham" userId="66e44ec9267aee7b" providerId="LiveId" clId="{967089A4-34E5-492C-A290-30F44135D4A4}" dt="2025-04-04T16:15:28.661" v="2096" actId="1076"/>
          <ac:spMkLst>
            <pc:docMk/>
            <pc:sldMk cId="88404620" sldId="1980"/>
            <ac:spMk id="9" creationId="{3F2240E4-D617-E6B9-D5F3-1266297E6737}"/>
          </ac:spMkLst>
        </pc:spChg>
        <pc:spChg chg="mod">
          <ac:chgData name="Ajit Abraham" userId="66e44ec9267aee7b" providerId="LiveId" clId="{967089A4-34E5-492C-A290-30F44135D4A4}" dt="2025-04-04T16:15:22.213" v="2095" actId="403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Ajit Abraham" userId="66e44ec9267aee7b" providerId="LiveId" clId="{967089A4-34E5-492C-A290-30F44135D4A4}" dt="2025-04-03T09:49:47.087" v="318" actId="20577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Ajit Abraham" userId="66e44ec9267aee7b" providerId="LiveId" clId="{967089A4-34E5-492C-A290-30F44135D4A4}" dt="2025-04-03T14:54:29.582" v="1137" actId="20577"/>
        <pc:sldMkLst>
          <pc:docMk/>
          <pc:sldMk cId="1700184848" sldId="1992"/>
        </pc:sldMkLst>
        <pc:spChg chg="mod">
          <ac:chgData name="Ajit Abraham" userId="66e44ec9267aee7b" providerId="LiveId" clId="{967089A4-34E5-492C-A290-30F44135D4A4}" dt="2025-04-03T09:32:25.962" v="124"/>
          <ac:spMkLst>
            <pc:docMk/>
            <pc:sldMk cId="1700184848" sldId="1992"/>
            <ac:spMk id="2" creationId="{00000000-0000-0000-0000-000000000000}"/>
          </ac:spMkLst>
        </pc:spChg>
        <pc:spChg chg="mod">
          <ac:chgData name="Ajit Abraham" userId="66e44ec9267aee7b" providerId="LiveId" clId="{967089A4-34E5-492C-A290-30F44135D4A4}" dt="2025-04-03T14:54:29.582" v="1137" actId="20577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Ajit Abraham" userId="66e44ec9267aee7b" providerId="LiveId" clId="{967089A4-34E5-492C-A290-30F44135D4A4}" dt="2025-04-03T14:45:47.645" v="1026" actId="20577"/>
          <ac:spMkLst>
            <pc:docMk/>
            <pc:sldMk cId="1700184848" sldId="1992"/>
            <ac:spMk id="4" creationId="{11638D45-CE17-40C1-F11F-770D918C473D}"/>
          </ac:spMkLst>
        </pc:spChg>
        <pc:spChg chg="mod">
          <ac:chgData name="Ajit Abraham" userId="66e44ec9267aee7b" providerId="LiveId" clId="{967089A4-34E5-492C-A290-30F44135D4A4}" dt="2025-04-03T14:50:01.200" v="1087" actId="20577"/>
          <ac:spMkLst>
            <pc:docMk/>
            <pc:sldMk cId="1700184848" sldId="1992"/>
            <ac:spMk id="5" creationId="{7A9E4F5E-F433-A77D-054E-01E586305C40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3779911877" sldId="1997"/>
        </pc:sldMkLst>
        <pc:spChg chg="mod">
          <ac:chgData name="Ajit Abraham" userId="66e44ec9267aee7b" providerId="LiveId" clId="{967089A4-34E5-492C-A290-30F44135D4A4}" dt="2025-04-03T09:35:05.871" v="167" actId="113"/>
          <ac:spMkLst>
            <pc:docMk/>
            <pc:sldMk cId="3779911877" sldId="1997"/>
            <ac:spMk id="2" creationId="{00000000-0000-0000-0000-000000000000}"/>
          </ac:spMkLst>
        </pc:spChg>
      </pc:sldChg>
      <pc:sldChg chg="modSp mod">
        <pc:chgData name="Ajit Abraham" userId="66e44ec9267aee7b" providerId="LiveId" clId="{967089A4-34E5-492C-A290-30F44135D4A4}" dt="2025-04-04T16:16:55.993" v="2113" actId="403"/>
        <pc:sldMkLst>
          <pc:docMk/>
          <pc:sldMk cId="474597300" sldId="2086"/>
        </pc:sldMkLst>
        <pc:spChg chg="mod">
          <ac:chgData name="Ajit Abraham" userId="66e44ec9267aee7b" providerId="LiveId" clId="{967089A4-34E5-492C-A290-30F44135D4A4}" dt="2025-04-03T09:31:27.100" v="74" actId="20577"/>
          <ac:spMkLst>
            <pc:docMk/>
            <pc:sldMk cId="474597300" sldId="2086"/>
            <ac:spMk id="2" creationId="{69072751-0DFD-E04D-8DBC-6192EE4B4B2A}"/>
          </ac:spMkLst>
        </pc:spChg>
        <pc:spChg chg="mod">
          <ac:chgData name="Ajit Abraham" userId="66e44ec9267aee7b" providerId="LiveId" clId="{967089A4-34E5-492C-A290-30F44135D4A4}" dt="2025-04-04T16:16:55.993" v="2113" actId="403"/>
          <ac:spMkLst>
            <pc:docMk/>
            <pc:sldMk cId="474597300" sldId="2086"/>
            <ac:spMk id="3" creationId="{57AE222E-4671-212B-25A7-CE983FDD0D35}"/>
          </ac:spMkLst>
        </pc:spChg>
        <pc:spChg chg="mod">
          <ac:chgData name="Ajit Abraham" userId="66e44ec9267aee7b" providerId="LiveId" clId="{967089A4-34E5-492C-A290-30F44135D4A4}" dt="2025-04-03T14:31:30.793" v="916"/>
          <ac:spMkLst>
            <pc:docMk/>
            <pc:sldMk cId="474597300" sldId="2086"/>
            <ac:spMk id="4" creationId="{064DE8CA-B187-EC06-A4FA-4F11CB386D6A}"/>
          </ac:spMkLst>
        </pc:spChg>
        <pc:spChg chg="mod">
          <ac:chgData name="Ajit Abraham" userId="66e44ec9267aee7b" providerId="LiveId" clId="{967089A4-34E5-492C-A290-30F44135D4A4}" dt="2025-04-03T14:31:53.929" v="921" actId="20577"/>
          <ac:spMkLst>
            <pc:docMk/>
            <pc:sldMk cId="474597300" sldId="2086"/>
            <ac:spMk id="5" creationId="{63D8ACD8-84DA-F701-5EFD-94E948303EC8}"/>
          </ac:spMkLst>
        </pc:spChg>
      </pc:sldChg>
      <pc:sldChg chg="modSp mod">
        <pc:chgData name="Ajit Abraham" userId="66e44ec9267aee7b" providerId="LiveId" clId="{967089A4-34E5-492C-A290-30F44135D4A4}" dt="2025-04-03T09:33:13.955" v="136" actId="20577"/>
        <pc:sldMkLst>
          <pc:docMk/>
          <pc:sldMk cId="3908188759" sldId="2118"/>
        </pc:sldMkLst>
        <pc:spChg chg="mod">
          <ac:chgData name="Ajit Abraham" userId="66e44ec9267aee7b" providerId="LiveId" clId="{967089A4-34E5-492C-A290-30F44135D4A4}" dt="2025-04-03T09:33:13.955" v="136" actId="20577"/>
          <ac:spMkLst>
            <pc:docMk/>
            <pc:sldMk cId="3908188759" sldId="2118"/>
            <ac:spMk id="2" creationId="{00000000-0000-0000-0000-000000000000}"/>
          </ac:spMkLst>
        </pc:spChg>
      </pc:sldChg>
      <pc:sldChg chg="modSp mod">
        <pc:chgData name="Ajit Abraham" userId="66e44ec9267aee7b" providerId="LiveId" clId="{967089A4-34E5-492C-A290-30F44135D4A4}" dt="2025-04-04T16:17:29.494" v="2119" actId="403"/>
        <pc:sldMkLst>
          <pc:docMk/>
          <pc:sldMk cId="232143484" sldId="2119"/>
        </pc:sldMkLst>
        <pc:spChg chg="mod">
          <ac:chgData name="Ajit Abraham" userId="66e44ec9267aee7b" providerId="LiveId" clId="{967089A4-34E5-492C-A290-30F44135D4A4}" dt="2025-04-03T09:33:21.557" v="137"/>
          <ac:spMkLst>
            <pc:docMk/>
            <pc:sldMk cId="232143484" sldId="2119"/>
            <ac:spMk id="2" creationId="{69072751-0DFD-E04D-8DBC-6192EE4B4B2A}"/>
          </ac:spMkLst>
        </pc:spChg>
        <pc:spChg chg="mod">
          <ac:chgData name="Ajit Abraham" userId="66e44ec9267aee7b" providerId="LiveId" clId="{967089A4-34E5-492C-A290-30F44135D4A4}" dt="2025-04-04T16:17:29.494" v="2119" actId="403"/>
          <ac:spMkLst>
            <pc:docMk/>
            <pc:sldMk cId="232143484" sldId="2119"/>
            <ac:spMk id="3" creationId="{57AE222E-4671-212B-25A7-CE983FDD0D35}"/>
          </ac:spMkLst>
        </pc:spChg>
        <pc:spChg chg="mod">
          <ac:chgData name="Ajit Abraham" userId="66e44ec9267aee7b" providerId="LiveId" clId="{967089A4-34E5-492C-A290-30F44135D4A4}" dt="2025-04-04T09:11:57.563" v="1199" actId="1076"/>
          <ac:spMkLst>
            <pc:docMk/>
            <pc:sldMk cId="232143484" sldId="2119"/>
            <ac:spMk id="4" creationId="{064DE8CA-B187-EC06-A4FA-4F11CB386D6A}"/>
          </ac:spMkLst>
        </pc:spChg>
        <pc:spChg chg="mod">
          <ac:chgData name="Ajit Abraham" userId="66e44ec9267aee7b" providerId="LiveId" clId="{967089A4-34E5-492C-A290-30F44135D4A4}" dt="2025-04-04T09:27:54.075" v="1375" actId="20577"/>
          <ac:spMkLst>
            <pc:docMk/>
            <pc:sldMk cId="232143484" sldId="2119"/>
            <ac:spMk id="5" creationId="{603C9D2D-EACB-79F3-8672-19DF7AB738A1}"/>
          </ac:spMkLst>
        </pc:spChg>
      </pc:sldChg>
      <pc:sldChg chg="modSp mod">
        <pc:chgData name="Ajit Abraham" userId="66e44ec9267aee7b" providerId="LiveId" clId="{967089A4-34E5-492C-A290-30F44135D4A4}" dt="2025-04-04T16:15:40.947" v="2099" actId="1076"/>
        <pc:sldMkLst>
          <pc:docMk/>
          <pc:sldMk cId="4046410781" sldId="2127"/>
        </pc:sldMkLst>
        <pc:spChg chg="mod">
          <ac:chgData name="Ajit Abraham" userId="66e44ec9267aee7b" providerId="LiveId" clId="{967089A4-34E5-492C-A290-30F44135D4A4}" dt="2025-04-03T09:39:27.602" v="290" actId="20577"/>
          <ac:spMkLst>
            <pc:docMk/>
            <pc:sldMk cId="4046410781" sldId="2127"/>
            <ac:spMk id="2" creationId="{449640D6-A24B-09A1-4FED-9139A446DDCA}"/>
          </ac:spMkLst>
        </pc:spChg>
        <pc:spChg chg="mod">
          <ac:chgData name="Ajit Abraham" userId="66e44ec9267aee7b" providerId="LiveId" clId="{967089A4-34E5-492C-A290-30F44135D4A4}" dt="2025-04-03T13:58:02.935" v="371" actId="20577"/>
          <ac:spMkLst>
            <pc:docMk/>
            <pc:sldMk cId="4046410781" sldId="2127"/>
            <ac:spMk id="4" creationId="{7F37C43C-13BC-E44C-668E-3E33C87FC7CD}"/>
          </ac:spMkLst>
        </pc:spChg>
        <pc:spChg chg="mod">
          <ac:chgData name="Ajit Abraham" userId="66e44ec9267aee7b" providerId="LiveId" clId="{967089A4-34E5-492C-A290-30F44135D4A4}" dt="2025-04-04T16:15:36.998" v="2098" actId="14100"/>
          <ac:spMkLst>
            <pc:docMk/>
            <pc:sldMk cId="4046410781" sldId="2127"/>
            <ac:spMk id="5" creationId="{726B0097-91C4-5FB0-4E23-F379E290453E}"/>
          </ac:spMkLst>
        </pc:spChg>
        <pc:spChg chg="mod">
          <ac:chgData name="Ajit Abraham" userId="66e44ec9267aee7b" providerId="LiveId" clId="{967089A4-34E5-492C-A290-30F44135D4A4}" dt="2025-04-04T16:15:40.947" v="2099" actId="1076"/>
          <ac:spMkLst>
            <pc:docMk/>
            <pc:sldMk cId="4046410781" sldId="2127"/>
            <ac:spMk id="8" creationId="{1A0D72CF-CCFA-F2F8-8880-883B27D3E582}"/>
          </ac:spMkLst>
        </pc:spChg>
        <pc:spChg chg="mod">
          <ac:chgData name="Ajit Abraham" userId="66e44ec9267aee7b" providerId="LiveId" clId="{967089A4-34E5-492C-A290-30F44135D4A4}" dt="2025-04-04T16:15:40.947" v="2099" actId="1076"/>
          <ac:spMkLst>
            <pc:docMk/>
            <pc:sldMk cId="4046410781" sldId="2127"/>
            <ac:spMk id="9" creationId="{02FB2AE4-0D3C-9FB6-35F0-702DA1F4DC71}"/>
          </ac:spMkLst>
        </pc:spChg>
        <pc:spChg chg="mod">
          <ac:chgData name="Ajit Abraham" userId="66e44ec9267aee7b" providerId="LiveId" clId="{967089A4-34E5-492C-A290-30F44135D4A4}" dt="2025-04-03T13:56:28.108" v="361" actId="6549"/>
          <ac:spMkLst>
            <pc:docMk/>
            <pc:sldMk cId="4046410781" sldId="2127"/>
            <ac:spMk id="12" creationId="{68F1D7EB-0773-4AEA-08EA-3371F7148245}"/>
          </ac:spMkLst>
        </pc:spChg>
      </pc:sldChg>
      <pc:sldChg chg="modSp mod">
        <pc:chgData name="Ajit Abraham" userId="66e44ec9267aee7b" providerId="LiveId" clId="{967089A4-34E5-492C-A290-30F44135D4A4}" dt="2025-04-04T16:15:52.709" v="2103" actId="1076"/>
        <pc:sldMkLst>
          <pc:docMk/>
          <pc:sldMk cId="1278113787" sldId="2128"/>
        </pc:sldMkLst>
        <pc:spChg chg="mod">
          <ac:chgData name="Ajit Abraham" userId="66e44ec9267aee7b" providerId="LiveId" clId="{967089A4-34E5-492C-A290-30F44135D4A4}" dt="2025-04-03T09:39:20.313" v="286" actId="20577"/>
          <ac:spMkLst>
            <pc:docMk/>
            <pc:sldMk cId="1278113787" sldId="2128"/>
            <ac:spMk id="2" creationId="{2A7BDA80-E738-DD19-3300-61CD767417FE}"/>
          </ac:spMkLst>
        </pc:spChg>
        <pc:spChg chg="mod">
          <ac:chgData name="Ajit Abraham" userId="66e44ec9267aee7b" providerId="LiveId" clId="{967089A4-34E5-492C-A290-30F44135D4A4}" dt="2025-04-03T13:59:36.022" v="397" actId="1076"/>
          <ac:spMkLst>
            <pc:docMk/>
            <pc:sldMk cId="1278113787" sldId="2128"/>
            <ac:spMk id="3" creationId="{E16E1E22-AABE-36C0-BBD9-2453AB50BAC0}"/>
          </ac:spMkLst>
        </pc:spChg>
        <pc:spChg chg="mod">
          <ac:chgData name="Ajit Abraham" userId="66e44ec9267aee7b" providerId="LiveId" clId="{967089A4-34E5-492C-A290-30F44135D4A4}" dt="2025-04-03T14:09:41.971" v="641" actId="20577"/>
          <ac:spMkLst>
            <pc:docMk/>
            <pc:sldMk cId="1278113787" sldId="2128"/>
            <ac:spMk id="4" creationId="{4E28219F-D797-75DD-9504-40800806AFAB}"/>
          </ac:spMkLst>
        </pc:spChg>
        <pc:spChg chg="mod">
          <ac:chgData name="Ajit Abraham" userId="66e44ec9267aee7b" providerId="LiveId" clId="{967089A4-34E5-492C-A290-30F44135D4A4}" dt="2025-04-03T13:59:36.022" v="397" actId="1076"/>
          <ac:spMkLst>
            <pc:docMk/>
            <pc:sldMk cId="1278113787" sldId="2128"/>
            <ac:spMk id="7" creationId="{30D24873-19B5-8310-2156-DCCDBF4E8DC3}"/>
          </ac:spMkLst>
        </pc:spChg>
        <pc:spChg chg="mod">
          <ac:chgData name="Ajit Abraham" userId="66e44ec9267aee7b" providerId="LiveId" clId="{967089A4-34E5-492C-A290-30F44135D4A4}" dt="2025-04-04T16:15:52.709" v="2103" actId="1076"/>
          <ac:spMkLst>
            <pc:docMk/>
            <pc:sldMk cId="1278113787" sldId="2128"/>
            <ac:spMk id="8" creationId="{322447E3-6398-8EAB-E981-2D3CCC8E99C8}"/>
          </ac:spMkLst>
        </pc:spChg>
        <pc:spChg chg="mod">
          <ac:chgData name="Ajit Abraham" userId="66e44ec9267aee7b" providerId="LiveId" clId="{967089A4-34E5-492C-A290-30F44135D4A4}" dt="2025-04-04T16:15:52.709" v="2103" actId="1076"/>
          <ac:spMkLst>
            <pc:docMk/>
            <pc:sldMk cId="1278113787" sldId="2128"/>
            <ac:spMk id="9" creationId="{CE52DDE9-86E7-58C1-0066-D3C601D2CB17}"/>
          </ac:spMkLst>
        </pc:spChg>
        <pc:spChg chg="mod">
          <ac:chgData name="Ajit Abraham" userId="66e44ec9267aee7b" providerId="LiveId" clId="{967089A4-34E5-492C-A290-30F44135D4A4}" dt="2025-04-04T16:15:48.498" v="2102" actId="14100"/>
          <ac:spMkLst>
            <pc:docMk/>
            <pc:sldMk cId="1278113787" sldId="2128"/>
            <ac:spMk id="10" creationId="{D075F29D-549B-5C4C-BFB3-ADFBACB2B456}"/>
          </ac:spMkLst>
        </pc:spChg>
        <pc:spChg chg="mod">
          <ac:chgData name="Ajit Abraham" userId="66e44ec9267aee7b" providerId="LiveId" clId="{967089A4-34E5-492C-A290-30F44135D4A4}" dt="2025-04-03T14:04:16.870" v="595" actId="20577"/>
          <ac:spMkLst>
            <pc:docMk/>
            <pc:sldMk cId="1278113787" sldId="2128"/>
            <ac:spMk id="12" creationId="{88F4B2BD-87D6-30F3-4DE9-508D01EF9A25}"/>
          </ac:spMkLst>
        </pc:spChg>
      </pc:sldChg>
      <pc:sldChg chg="addSp delSp modSp mod">
        <pc:chgData name="Ajit Abraham" userId="66e44ec9267aee7b" providerId="LiveId" clId="{967089A4-34E5-492C-A290-30F44135D4A4}" dt="2025-04-04T16:16:08.823" v="2106" actId="1076"/>
        <pc:sldMkLst>
          <pc:docMk/>
          <pc:sldMk cId="616756977" sldId="2129"/>
        </pc:sldMkLst>
        <pc:spChg chg="mod">
          <ac:chgData name="Ajit Abraham" userId="66e44ec9267aee7b" providerId="LiveId" clId="{967089A4-34E5-492C-A290-30F44135D4A4}" dt="2025-04-03T09:39:16.454" v="284" actId="20577"/>
          <ac:spMkLst>
            <pc:docMk/>
            <pc:sldMk cId="616756977" sldId="2129"/>
            <ac:spMk id="2" creationId="{8FA42A20-A48C-FD0D-24A1-AF886DDA9BB2}"/>
          </ac:spMkLst>
        </pc:spChg>
        <pc:spChg chg="mod">
          <ac:chgData name="Ajit Abraham" userId="66e44ec9267aee7b" providerId="LiveId" clId="{967089A4-34E5-492C-A290-30F44135D4A4}" dt="2025-04-03T14:08:13.221" v="627" actId="1076"/>
          <ac:spMkLst>
            <pc:docMk/>
            <pc:sldMk cId="616756977" sldId="2129"/>
            <ac:spMk id="3" creationId="{56F63134-4524-755E-275C-EB1F5BF41EE6}"/>
          </ac:spMkLst>
        </pc:spChg>
        <pc:spChg chg="mod">
          <ac:chgData name="Ajit Abraham" userId="66e44ec9267aee7b" providerId="LiveId" clId="{967089A4-34E5-492C-A290-30F44135D4A4}" dt="2025-04-03T14:09:46.669" v="643" actId="20577"/>
          <ac:spMkLst>
            <pc:docMk/>
            <pc:sldMk cId="616756977" sldId="2129"/>
            <ac:spMk id="4" creationId="{08B579D6-1AB3-D9AD-986F-A21FA9EE47C8}"/>
          </ac:spMkLst>
        </pc:spChg>
        <pc:spChg chg="mod">
          <ac:chgData name="Ajit Abraham" userId="66e44ec9267aee7b" providerId="LiveId" clId="{967089A4-34E5-492C-A290-30F44135D4A4}" dt="2025-04-04T16:15:59.642" v="2105" actId="14100"/>
          <ac:spMkLst>
            <pc:docMk/>
            <pc:sldMk cId="616756977" sldId="2129"/>
            <ac:spMk id="5" creationId="{15B7F004-7DED-8987-7F5D-BD659FC46ADF}"/>
          </ac:spMkLst>
        </pc:spChg>
        <pc:spChg chg="mod">
          <ac:chgData name="Ajit Abraham" userId="66e44ec9267aee7b" providerId="LiveId" clId="{967089A4-34E5-492C-A290-30F44135D4A4}" dt="2025-04-03T14:08:13.221" v="627" actId="1076"/>
          <ac:spMkLst>
            <pc:docMk/>
            <pc:sldMk cId="616756977" sldId="2129"/>
            <ac:spMk id="7" creationId="{3FED5AFE-BB39-7667-3B0E-DCB8578EC253}"/>
          </ac:spMkLst>
        </pc:spChg>
        <pc:spChg chg="del mod">
          <ac:chgData name="Ajit Abraham" userId="66e44ec9267aee7b" providerId="LiveId" clId="{967089A4-34E5-492C-A290-30F44135D4A4}" dt="2025-04-03T14:09:05.082" v="634" actId="478"/>
          <ac:spMkLst>
            <pc:docMk/>
            <pc:sldMk cId="616756977" sldId="2129"/>
            <ac:spMk id="8" creationId="{ED3DF3F0-3FA6-B8D3-8CC5-E1435CE81B31}"/>
          </ac:spMkLst>
        </pc:spChg>
        <pc:spChg chg="mod">
          <ac:chgData name="Ajit Abraham" userId="66e44ec9267aee7b" providerId="LiveId" clId="{967089A4-34E5-492C-A290-30F44135D4A4}" dt="2025-04-04T16:16:08.823" v="2106" actId="1076"/>
          <ac:spMkLst>
            <pc:docMk/>
            <pc:sldMk cId="616756977" sldId="2129"/>
            <ac:spMk id="9" creationId="{68786014-6CF0-D718-FDD0-D54216AB581F}"/>
          </ac:spMkLst>
        </pc:spChg>
        <pc:spChg chg="add mod">
          <ac:chgData name="Ajit Abraham" userId="66e44ec9267aee7b" providerId="LiveId" clId="{967089A4-34E5-492C-A290-30F44135D4A4}" dt="2025-04-04T16:16:08.823" v="2106" actId="1076"/>
          <ac:spMkLst>
            <pc:docMk/>
            <pc:sldMk cId="616756977" sldId="2129"/>
            <ac:spMk id="10" creationId="{9A1E25C6-002A-9B6A-36BB-8F662763858F}"/>
          </ac:spMkLst>
        </pc:spChg>
        <pc:spChg chg="mod">
          <ac:chgData name="Ajit Abraham" userId="66e44ec9267aee7b" providerId="LiveId" clId="{967089A4-34E5-492C-A290-30F44135D4A4}" dt="2025-04-03T14:08:04.419" v="626" actId="1076"/>
          <ac:spMkLst>
            <pc:docMk/>
            <pc:sldMk cId="616756977" sldId="2129"/>
            <ac:spMk id="12" creationId="{518E15F4-4EE9-65FE-8644-BA65174FE0A0}"/>
          </ac:spMkLst>
        </pc:spChg>
      </pc:sldChg>
      <pc:sldChg chg="modSp mod">
        <pc:chgData name="Ajit Abraham" userId="66e44ec9267aee7b" providerId="LiveId" clId="{967089A4-34E5-492C-A290-30F44135D4A4}" dt="2025-04-04T16:16:21.877" v="2109" actId="1076"/>
        <pc:sldMkLst>
          <pc:docMk/>
          <pc:sldMk cId="3667561014" sldId="2130"/>
        </pc:sldMkLst>
        <pc:spChg chg="mod">
          <ac:chgData name="Ajit Abraham" userId="66e44ec9267aee7b" providerId="LiveId" clId="{967089A4-34E5-492C-A290-30F44135D4A4}" dt="2025-04-03T09:39:13.517" v="282" actId="20577"/>
          <ac:spMkLst>
            <pc:docMk/>
            <pc:sldMk cId="3667561014" sldId="2130"/>
            <ac:spMk id="2" creationId="{5D224F16-9A81-DEFE-BB49-223A73BF0158}"/>
          </ac:spMkLst>
        </pc:spChg>
        <pc:spChg chg="mod">
          <ac:chgData name="Ajit Abraham" userId="66e44ec9267aee7b" providerId="LiveId" clId="{967089A4-34E5-492C-A290-30F44135D4A4}" dt="2025-04-03T14:14:09.185" v="811" actId="1076"/>
          <ac:spMkLst>
            <pc:docMk/>
            <pc:sldMk cId="3667561014" sldId="2130"/>
            <ac:spMk id="3" creationId="{B77667B5-A2EF-0A14-4661-D3E40927171F}"/>
          </ac:spMkLst>
        </pc:spChg>
        <pc:spChg chg="mod">
          <ac:chgData name="Ajit Abraham" userId="66e44ec9267aee7b" providerId="LiveId" clId="{967089A4-34E5-492C-A290-30F44135D4A4}" dt="2025-04-03T14:09:52.351" v="645" actId="20577"/>
          <ac:spMkLst>
            <pc:docMk/>
            <pc:sldMk cId="3667561014" sldId="2130"/>
            <ac:spMk id="4" creationId="{001A3FFD-DFB0-267E-7D65-D1285A50AFC6}"/>
          </ac:spMkLst>
        </pc:spChg>
        <pc:spChg chg="mod">
          <ac:chgData name="Ajit Abraham" userId="66e44ec9267aee7b" providerId="LiveId" clId="{967089A4-34E5-492C-A290-30F44135D4A4}" dt="2025-04-04T16:16:16.426" v="2108" actId="14100"/>
          <ac:spMkLst>
            <pc:docMk/>
            <pc:sldMk cId="3667561014" sldId="2130"/>
            <ac:spMk id="5" creationId="{11C4A1CD-E871-3C06-AECC-E0FA1BB58762}"/>
          </ac:spMkLst>
        </pc:spChg>
        <pc:spChg chg="mod">
          <ac:chgData name="Ajit Abraham" userId="66e44ec9267aee7b" providerId="LiveId" clId="{967089A4-34E5-492C-A290-30F44135D4A4}" dt="2025-04-03T14:14:09.185" v="811" actId="1076"/>
          <ac:spMkLst>
            <pc:docMk/>
            <pc:sldMk cId="3667561014" sldId="2130"/>
            <ac:spMk id="7" creationId="{15DD6189-1DF0-050F-15DF-45371CD5437C}"/>
          </ac:spMkLst>
        </pc:spChg>
        <pc:spChg chg="mod">
          <ac:chgData name="Ajit Abraham" userId="66e44ec9267aee7b" providerId="LiveId" clId="{967089A4-34E5-492C-A290-30F44135D4A4}" dt="2025-04-04T16:16:21.877" v="2109" actId="1076"/>
          <ac:spMkLst>
            <pc:docMk/>
            <pc:sldMk cId="3667561014" sldId="2130"/>
            <ac:spMk id="8" creationId="{78ACC9EB-4E3C-CFBE-E821-DBC22FCD6989}"/>
          </ac:spMkLst>
        </pc:spChg>
        <pc:spChg chg="mod">
          <ac:chgData name="Ajit Abraham" userId="66e44ec9267aee7b" providerId="LiveId" clId="{967089A4-34E5-492C-A290-30F44135D4A4}" dt="2025-04-04T16:16:21.877" v="2109" actId="1076"/>
          <ac:spMkLst>
            <pc:docMk/>
            <pc:sldMk cId="3667561014" sldId="2130"/>
            <ac:spMk id="9" creationId="{E083B01E-F566-8B51-2A9D-81E3C0CEE920}"/>
          </ac:spMkLst>
        </pc:spChg>
        <pc:spChg chg="mod">
          <ac:chgData name="Ajit Abraham" userId="66e44ec9267aee7b" providerId="LiveId" clId="{967089A4-34E5-492C-A290-30F44135D4A4}" dt="2025-04-03T14:14:02.396" v="810" actId="1076"/>
          <ac:spMkLst>
            <pc:docMk/>
            <pc:sldMk cId="3667561014" sldId="2130"/>
            <ac:spMk id="12" creationId="{C1585363-9F7B-619B-FF46-6702E813D77C}"/>
          </ac:spMkLst>
        </pc:spChg>
      </pc:sldChg>
      <pc:sldChg chg="modSp del mod">
        <pc:chgData name="Ajit Abraham" userId="66e44ec9267aee7b" providerId="LiveId" clId="{967089A4-34E5-492C-A290-30F44135D4A4}" dt="2025-04-03T14:09:58.334" v="646" actId="47"/>
        <pc:sldMkLst>
          <pc:docMk/>
          <pc:sldMk cId="993827321" sldId="2131"/>
        </pc:sldMkLst>
        <pc:spChg chg="mod">
          <ac:chgData name="Ajit Abraham" userId="66e44ec9267aee7b" providerId="LiveId" clId="{967089A4-34E5-492C-A290-30F44135D4A4}" dt="2025-04-03T09:39:10.162" v="280" actId="20577"/>
          <ac:spMkLst>
            <pc:docMk/>
            <pc:sldMk cId="993827321" sldId="2131"/>
            <ac:spMk id="2" creationId="{00CEF866-F4D0-2665-9011-3C6C8009AB6D}"/>
          </ac:spMkLst>
        </pc:spChg>
      </pc:sldChg>
      <pc:sldChg chg="modSp del mod">
        <pc:chgData name="Ajit Abraham" userId="66e44ec9267aee7b" providerId="LiveId" clId="{967089A4-34E5-492C-A290-30F44135D4A4}" dt="2025-04-03T14:10:00.478" v="647" actId="47"/>
        <pc:sldMkLst>
          <pc:docMk/>
          <pc:sldMk cId="868127692" sldId="2132"/>
        </pc:sldMkLst>
        <pc:spChg chg="mod">
          <ac:chgData name="Ajit Abraham" userId="66e44ec9267aee7b" providerId="LiveId" clId="{967089A4-34E5-492C-A290-30F44135D4A4}" dt="2025-04-03T09:39:07.423" v="278" actId="20577"/>
          <ac:spMkLst>
            <pc:docMk/>
            <pc:sldMk cId="868127692" sldId="2132"/>
            <ac:spMk id="2" creationId="{F5782D64-2387-CD0D-3431-D239BB348B2B}"/>
          </ac:spMkLst>
        </pc:spChg>
      </pc:sldChg>
      <pc:sldChg chg="modSp mod">
        <pc:chgData name="Ajit Abraham" userId="66e44ec9267aee7b" providerId="LiveId" clId="{967089A4-34E5-492C-A290-30F44135D4A4}" dt="2025-04-03T14:24:44.270" v="862" actId="20577"/>
        <pc:sldMkLst>
          <pc:docMk/>
          <pc:sldMk cId="1383090789" sldId="2133"/>
        </pc:sldMkLst>
        <pc:spChg chg="mod">
          <ac:chgData name="Ajit Abraham" userId="66e44ec9267aee7b" providerId="LiveId" clId="{967089A4-34E5-492C-A290-30F44135D4A4}" dt="2025-04-03T14:24:19.712" v="852" actId="20577"/>
          <ac:spMkLst>
            <pc:docMk/>
            <pc:sldMk cId="1383090789" sldId="2133"/>
            <ac:spMk id="4" creationId="{63D01B0B-8FDC-1265-BD01-C99B3DC0AFF7}"/>
          </ac:spMkLst>
        </pc:spChg>
        <pc:spChg chg="mod">
          <ac:chgData name="Ajit Abraham" userId="66e44ec9267aee7b" providerId="LiveId" clId="{967089A4-34E5-492C-A290-30F44135D4A4}" dt="2025-04-03T14:24:44.270" v="862" actId="20577"/>
          <ac:spMkLst>
            <pc:docMk/>
            <pc:sldMk cId="1383090789" sldId="2133"/>
            <ac:spMk id="5" creationId="{266A2E14-E950-71EA-D24E-FB7167C5CAC6}"/>
          </ac:spMkLst>
        </pc:spChg>
      </pc:sldChg>
      <pc:sldChg chg="modSp mod">
        <pc:chgData name="Ajit Abraham" userId="66e44ec9267aee7b" providerId="LiveId" clId="{967089A4-34E5-492C-A290-30F44135D4A4}" dt="2025-04-03T14:24:38.923" v="860" actId="20577"/>
        <pc:sldMkLst>
          <pc:docMk/>
          <pc:sldMk cId="2344975083" sldId="2134"/>
        </pc:sldMkLst>
        <pc:spChg chg="mod">
          <ac:chgData name="Ajit Abraham" userId="66e44ec9267aee7b" providerId="LiveId" clId="{967089A4-34E5-492C-A290-30F44135D4A4}" dt="2025-04-03T14:24:22.642" v="853" actId="20577"/>
          <ac:spMkLst>
            <pc:docMk/>
            <pc:sldMk cId="2344975083" sldId="2134"/>
            <ac:spMk id="4" creationId="{D242BC7D-C674-2557-6D43-FFC424C547A3}"/>
          </ac:spMkLst>
        </pc:spChg>
        <pc:spChg chg="mod">
          <ac:chgData name="Ajit Abraham" userId="66e44ec9267aee7b" providerId="LiveId" clId="{967089A4-34E5-492C-A290-30F44135D4A4}" dt="2025-04-03T14:24:38.923" v="860" actId="20577"/>
          <ac:spMkLst>
            <pc:docMk/>
            <pc:sldMk cId="2344975083" sldId="2134"/>
            <ac:spMk id="5" creationId="{F951AA6E-3DF2-8F2B-34AE-40FC2C6D8E97}"/>
          </ac:spMkLst>
        </pc:spChg>
      </pc:sldChg>
      <pc:sldChg chg="modSp del mod">
        <pc:chgData name="Ajit Abraham" userId="66e44ec9267aee7b" providerId="LiveId" clId="{967089A4-34E5-492C-A290-30F44135D4A4}" dt="2025-04-04T16:08:10.507" v="2024" actId="47"/>
        <pc:sldMkLst>
          <pc:docMk/>
          <pc:sldMk cId="3425560710" sldId="2135"/>
        </pc:sldMkLst>
        <pc:spChg chg="mod">
          <ac:chgData name="Ajit Abraham" userId="66e44ec9267aee7b" providerId="LiveId" clId="{967089A4-34E5-492C-A290-30F44135D4A4}" dt="2025-04-03T09:36:47.705" v="203"/>
          <ac:spMkLst>
            <pc:docMk/>
            <pc:sldMk cId="3425560710" sldId="2135"/>
            <ac:spMk id="2" creationId="{79D1D527-4902-54A7-8246-3A63E1E7C65B}"/>
          </ac:spMkLst>
        </pc:spChg>
      </pc:sldChg>
      <pc:sldChg chg="modSp del mod">
        <pc:chgData name="Ajit Abraham" userId="66e44ec9267aee7b" providerId="LiveId" clId="{967089A4-34E5-492C-A290-30F44135D4A4}" dt="2025-04-03T14:32:01.530" v="922" actId="47"/>
        <pc:sldMkLst>
          <pc:docMk/>
          <pc:sldMk cId="2340738477" sldId="2136"/>
        </pc:sldMkLst>
        <pc:spChg chg="mod">
          <ac:chgData name="Ajit Abraham" userId="66e44ec9267aee7b" providerId="LiveId" clId="{967089A4-34E5-492C-A290-30F44135D4A4}" dt="2025-04-03T09:31:32.341" v="77" actId="20577"/>
          <ac:spMkLst>
            <pc:docMk/>
            <pc:sldMk cId="2340738477" sldId="2136"/>
            <ac:spMk id="2" creationId="{967E50B4-B95D-E012-1D72-0C8BA35538E7}"/>
          </ac:spMkLst>
        </pc:spChg>
      </pc:sldChg>
      <pc:sldChg chg="modSp del mod">
        <pc:chgData name="Ajit Abraham" userId="66e44ec9267aee7b" providerId="LiveId" clId="{967089A4-34E5-492C-A290-30F44135D4A4}" dt="2025-04-03T14:32:03.808" v="924" actId="47"/>
        <pc:sldMkLst>
          <pc:docMk/>
          <pc:sldMk cId="527803962" sldId="2137"/>
        </pc:sldMkLst>
        <pc:spChg chg="mod">
          <ac:chgData name="Ajit Abraham" userId="66e44ec9267aee7b" providerId="LiveId" clId="{967089A4-34E5-492C-A290-30F44135D4A4}" dt="2025-04-03T09:31:41.502" v="83" actId="20577"/>
          <ac:spMkLst>
            <pc:docMk/>
            <pc:sldMk cId="527803962" sldId="2137"/>
            <ac:spMk id="2" creationId="{3800E5EE-FD00-081E-757A-F2CACD844748}"/>
          </ac:spMkLst>
        </pc:spChg>
      </pc:sldChg>
      <pc:sldChg chg="modSp del mod">
        <pc:chgData name="Ajit Abraham" userId="66e44ec9267aee7b" providerId="LiveId" clId="{967089A4-34E5-492C-A290-30F44135D4A4}" dt="2025-04-03T14:32:05.922" v="926" actId="47"/>
        <pc:sldMkLst>
          <pc:docMk/>
          <pc:sldMk cId="2024468232" sldId="2138"/>
        </pc:sldMkLst>
        <pc:spChg chg="mod">
          <ac:chgData name="Ajit Abraham" userId="66e44ec9267aee7b" providerId="LiveId" clId="{967089A4-34E5-492C-A290-30F44135D4A4}" dt="2025-04-03T09:31:54.681" v="89" actId="20577"/>
          <ac:spMkLst>
            <pc:docMk/>
            <pc:sldMk cId="2024468232" sldId="2138"/>
            <ac:spMk id="2" creationId="{6BFCDD4C-C38D-E7FC-CA88-BDA494C19C9E}"/>
          </ac:spMkLst>
        </pc:spChg>
      </pc:sldChg>
      <pc:sldChg chg="modSp del mod">
        <pc:chgData name="Ajit Abraham" userId="66e44ec9267aee7b" providerId="LiveId" clId="{967089A4-34E5-492C-A290-30F44135D4A4}" dt="2025-04-03T14:46:01.975" v="1027" actId="47"/>
        <pc:sldMkLst>
          <pc:docMk/>
          <pc:sldMk cId="3844664788" sldId="2139"/>
        </pc:sldMkLst>
        <pc:spChg chg="mod">
          <ac:chgData name="Ajit Abraham" userId="66e44ec9267aee7b" providerId="LiveId" clId="{967089A4-34E5-492C-A290-30F44135D4A4}" dt="2025-04-03T09:32:31.158" v="125"/>
          <ac:spMkLst>
            <pc:docMk/>
            <pc:sldMk cId="3844664788" sldId="2139"/>
            <ac:spMk id="2" creationId="{FD72337C-737C-F714-0DC9-23CCA7A93C42}"/>
          </ac:spMkLst>
        </pc:spChg>
      </pc:sldChg>
      <pc:sldChg chg="modSp del mod">
        <pc:chgData name="Ajit Abraham" userId="66e44ec9267aee7b" providerId="LiveId" clId="{967089A4-34E5-492C-A290-30F44135D4A4}" dt="2025-04-03T14:46:02.702" v="1028" actId="47"/>
        <pc:sldMkLst>
          <pc:docMk/>
          <pc:sldMk cId="3337826896" sldId="2140"/>
        </pc:sldMkLst>
        <pc:spChg chg="mod">
          <ac:chgData name="Ajit Abraham" userId="66e44ec9267aee7b" providerId="LiveId" clId="{967089A4-34E5-492C-A290-30F44135D4A4}" dt="2025-04-03T09:32:35.318" v="126"/>
          <ac:spMkLst>
            <pc:docMk/>
            <pc:sldMk cId="3337826896" sldId="2140"/>
            <ac:spMk id="2" creationId="{ED5662F4-722F-4FBC-648B-6AFE4369D8C5}"/>
          </ac:spMkLst>
        </pc:spChg>
      </pc:sldChg>
      <pc:sldChg chg="modSp del mod">
        <pc:chgData name="Ajit Abraham" userId="66e44ec9267aee7b" providerId="LiveId" clId="{967089A4-34E5-492C-A290-30F44135D4A4}" dt="2025-04-03T14:46:03.618" v="1029" actId="47"/>
        <pc:sldMkLst>
          <pc:docMk/>
          <pc:sldMk cId="2071117816" sldId="2141"/>
        </pc:sldMkLst>
        <pc:spChg chg="mod">
          <ac:chgData name="Ajit Abraham" userId="66e44ec9267aee7b" providerId="LiveId" clId="{967089A4-34E5-492C-A290-30F44135D4A4}" dt="2025-04-03T09:32:38.854" v="127"/>
          <ac:spMkLst>
            <pc:docMk/>
            <pc:sldMk cId="2071117816" sldId="2141"/>
            <ac:spMk id="2" creationId="{101E9EE6-CF11-FBA8-846E-F05CE9A3C0B9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1338693707" sldId="2142"/>
        </pc:sldMkLst>
        <pc:spChg chg="mod">
          <ac:chgData name="Ajit Abraham" userId="66e44ec9267aee7b" providerId="LiveId" clId="{967089A4-34E5-492C-A290-30F44135D4A4}" dt="2025-04-03T09:33:24.912" v="138"/>
          <ac:spMkLst>
            <pc:docMk/>
            <pc:sldMk cId="1338693707" sldId="2142"/>
            <ac:spMk id="2" creationId="{C6EC7C1D-79F5-11A1-B4A1-F48C45327E69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3692014111" sldId="2143"/>
        </pc:sldMkLst>
        <pc:spChg chg="mod">
          <ac:chgData name="Ajit Abraham" userId="66e44ec9267aee7b" providerId="LiveId" clId="{967089A4-34E5-492C-A290-30F44135D4A4}" dt="2025-04-03T09:33:28.759" v="139"/>
          <ac:spMkLst>
            <pc:docMk/>
            <pc:sldMk cId="3692014111" sldId="2143"/>
            <ac:spMk id="2" creationId="{EF264947-AB00-3688-9E89-ACA5AEADE2FE}"/>
          </ac:spMkLst>
        </pc:spChg>
      </pc:sldChg>
      <pc:sldChg chg="modSp mod">
        <pc:chgData name="Ajit Abraham" userId="66e44ec9267aee7b" providerId="LiveId" clId="{967089A4-34E5-492C-A290-30F44135D4A4}" dt="2025-04-04T16:18:04.960" v="2126" actId="403"/>
        <pc:sldMkLst>
          <pc:docMk/>
          <pc:sldMk cId="3778138920" sldId="2144"/>
        </pc:sldMkLst>
        <pc:spChg chg="mod">
          <ac:chgData name="Ajit Abraham" userId="66e44ec9267aee7b" providerId="LiveId" clId="{967089A4-34E5-492C-A290-30F44135D4A4}" dt="2025-04-03T09:34:27.414" v="156"/>
          <ac:spMkLst>
            <pc:docMk/>
            <pc:sldMk cId="3778138920" sldId="2144"/>
            <ac:spMk id="2" creationId="{5A816FF6-B776-F913-5405-2D3A75500D67}"/>
          </ac:spMkLst>
        </pc:spChg>
        <pc:spChg chg="mod">
          <ac:chgData name="Ajit Abraham" userId="66e44ec9267aee7b" providerId="LiveId" clId="{967089A4-34E5-492C-A290-30F44135D4A4}" dt="2025-04-04T16:18:04.960" v="2126" actId="403"/>
          <ac:spMkLst>
            <pc:docMk/>
            <pc:sldMk cId="3778138920" sldId="2144"/>
            <ac:spMk id="3" creationId="{27E2716B-F4F6-8203-434C-D935746A475F}"/>
          </ac:spMkLst>
        </pc:spChg>
        <pc:spChg chg="mod">
          <ac:chgData name="Ajit Abraham" userId="66e44ec9267aee7b" providerId="LiveId" clId="{967089A4-34E5-492C-A290-30F44135D4A4}" dt="2025-04-04T09:36:15.489" v="1448" actId="1076"/>
          <ac:spMkLst>
            <pc:docMk/>
            <pc:sldMk cId="3778138920" sldId="2144"/>
            <ac:spMk id="4" creationId="{02E74AEA-7C4C-DF5B-FDF1-FFFF2C1E8003}"/>
          </ac:spMkLst>
        </pc:spChg>
        <pc:spChg chg="mod">
          <ac:chgData name="Ajit Abraham" userId="66e44ec9267aee7b" providerId="LiveId" clId="{967089A4-34E5-492C-A290-30F44135D4A4}" dt="2025-04-04T09:37:38.219" v="1456" actId="20577"/>
          <ac:spMkLst>
            <pc:docMk/>
            <pc:sldMk cId="3778138920" sldId="2144"/>
            <ac:spMk id="5" creationId="{975BCDBB-2DA4-A967-B63F-53DDD5A3101A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1850701335" sldId="2145"/>
        </pc:sldMkLst>
        <pc:spChg chg="mod">
          <ac:chgData name="Ajit Abraham" userId="66e44ec9267aee7b" providerId="LiveId" clId="{967089A4-34E5-492C-A290-30F44135D4A4}" dt="2025-04-03T09:33:34.732" v="141"/>
          <ac:spMkLst>
            <pc:docMk/>
            <pc:sldMk cId="1850701335" sldId="2145"/>
            <ac:spMk id="2" creationId="{4AE2D63C-15E7-FEBF-2C86-A64CAE4F135D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2224426025" sldId="2146"/>
        </pc:sldMkLst>
        <pc:spChg chg="mod">
          <ac:chgData name="Ajit Abraham" userId="66e44ec9267aee7b" providerId="LiveId" clId="{967089A4-34E5-492C-A290-30F44135D4A4}" dt="2025-04-03T09:33:57.238" v="147"/>
          <ac:spMkLst>
            <pc:docMk/>
            <pc:sldMk cId="2224426025" sldId="2146"/>
            <ac:spMk id="2" creationId="{EDBC0AC8-A6E7-B810-2529-3FC306B9184C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4247893051" sldId="2147"/>
        </pc:sldMkLst>
        <pc:spChg chg="mod">
          <ac:chgData name="Ajit Abraham" userId="66e44ec9267aee7b" providerId="LiveId" clId="{967089A4-34E5-492C-A290-30F44135D4A4}" dt="2025-04-03T09:33:48.854" v="145" actId="20577"/>
          <ac:spMkLst>
            <pc:docMk/>
            <pc:sldMk cId="4247893051" sldId="2147"/>
            <ac:spMk id="2" creationId="{34595BE5-5298-4990-1DD6-92AFD0DB1ADF}"/>
          </ac:spMkLst>
        </pc:spChg>
      </pc:sldChg>
      <pc:sldChg chg="modSp mod">
        <pc:chgData name="Ajit Abraham" userId="66e44ec9267aee7b" providerId="LiveId" clId="{967089A4-34E5-492C-A290-30F44135D4A4}" dt="2025-04-04T16:18:00.719" v="2125" actId="403"/>
        <pc:sldMkLst>
          <pc:docMk/>
          <pc:sldMk cId="757515522" sldId="2148"/>
        </pc:sldMkLst>
        <pc:spChg chg="mod">
          <ac:chgData name="Ajit Abraham" userId="66e44ec9267aee7b" providerId="LiveId" clId="{967089A4-34E5-492C-A290-30F44135D4A4}" dt="2025-04-03T09:34:24.567" v="155"/>
          <ac:spMkLst>
            <pc:docMk/>
            <pc:sldMk cId="757515522" sldId="2148"/>
            <ac:spMk id="2" creationId="{6C40B44B-FAFB-7C2A-D7F6-4D769874124C}"/>
          </ac:spMkLst>
        </pc:spChg>
        <pc:spChg chg="mod">
          <ac:chgData name="Ajit Abraham" userId="66e44ec9267aee7b" providerId="LiveId" clId="{967089A4-34E5-492C-A290-30F44135D4A4}" dt="2025-04-04T16:18:00.719" v="2125" actId="403"/>
          <ac:spMkLst>
            <pc:docMk/>
            <pc:sldMk cId="757515522" sldId="2148"/>
            <ac:spMk id="3" creationId="{04F47305-D779-90C0-F1CA-5EB8E48C1B1C}"/>
          </ac:spMkLst>
        </pc:spChg>
        <pc:spChg chg="mod">
          <ac:chgData name="Ajit Abraham" userId="66e44ec9267aee7b" providerId="LiveId" clId="{967089A4-34E5-492C-A290-30F44135D4A4}" dt="2025-04-04T09:34:24.053" v="1434" actId="20577"/>
          <ac:spMkLst>
            <pc:docMk/>
            <pc:sldMk cId="757515522" sldId="2148"/>
            <ac:spMk id="4" creationId="{A2D96F37-72BF-0807-5B96-569A4F5B888D}"/>
          </ac:spMkLst>
        </pc:spChg>
        <pc:spChg chg="mod">
          <ac:chgData name="Ajit Abraham" userId="66e44ec9267aee7b" providerId="LiveId" clId="{967089A4-34E5-492C-A290-30F44135D4A4}" dt="2025-04-04T09:37:33.686" v="1455" actId="20577"/>
          <ac:spMkLst>
            <pc:docMk/>
            <pc:sldMk cId="757515522" sldId="2148"/>
            <ac:spMk id="5" creationId="{41EC1324-87A2-432A-C2F7-79807DBEF408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1284974600" sldId="2149"/>
        </pc:sldMkLst>
        <pc:spChg chg="mod">
          <ac:chgData name="Ajit Abraham" userId="66e44ec9267aee7b" providerId="LiveId" clId="{967089A4-34E5-492C-A290-30F44135D4A4}" dt="2025-04-03T09:34:33.287" v="158"/>
          <ac:spMkLst>
            <pc:docMk/>
            <pc:sldMk cId="1284974600" sldId="2149"/>
            <ac:spMk id="2" creationId="{7FE070B0-C9CE-286C-8A1A-6B7093D731B8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45099914" sldId="2150"/>
        </pc:sldMkLst>
        <pc:spChg chg="mod">
          <ac:chgData name="Ajit Abraham" userId="66e44ec9267aee7b" providerId="LiveId" clId="{967089A4-34E5-492C-A290-30F44135D4A4}" dt="2025-04-03T09:35:13.956" v="169" actId="113"/>
          <ac:spMkLst>
            <pc:docMk/>
            <pc:sldMk cId="45099914" sldId="2150"/>
            <ac:spMk id="2" creationId="{33C06898-F0D9-8066-2D38-D5F52CCAFFE5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2784931821" sldId="2151"/>
        </pc:sldMkLst>
        <pc:spChg chg="mod">
          <ac:chgData name="Ajit Abraham" userId="66e44ec9267aee7b" providerId="LiveId" clId="{967089A4-34E5-492C-A290-30F44135D4A4}" dt="2025-04-03T09:35:26.022" v="174" actId="113"/>
          <ac:spMkLst>
            <pc:docMk/>
            <pc:sldMk cId="2784931821" sldId="2151"/>
            <ac:spMk id="2" creationId="{02DEE191-1B93-A9FF-4BAA-FA5EF59CA6A6}"/>
          </ac:spMkLst>
        </pc:spChg>
      </pc:sldChg>
      <pc:sldChg chg="modSp mod">
        <pc:chgData name="Ajit Abraham" userId="66e44ec9267aee7b" providerId="LiveId" clId="{967089A4-34E5-492C-A290-30F44135D4A4}" dt="2025-04-04T16:18:50.424" v="2136" actId="27636"/>
        <pc:sldMkLst>
          <pc:docMk/>
          <pc:sldMk cId="3898120243" sldId="2152"/>
        </pc:sldMkLst>
        <pc:spChg chg="mod">
          <ac:chgData name="Ajit Abraham" userId="66e44ec9267aee7b" providerId="LiveId" clId="{967089A4-34E5-492C-A290-30F44135D4A4}" dt="2025-04-03T09:35:48.520" v="181"/>
          <ac:spMkLst>
            <pc:docMk/>
            <pc:sldMk cId="3898120243" sldId="2152"/>
            <ac:spMk id="2" creationId="{FB706844-AFC4-C01F-6D5B-89C5D4786D22}"/>
          </ac:spMkLst>
        </pc:spChg>
        <pc:spChg chg="mod">
          <ac:chgData name="Ajit Abraham" userId="66e44ec9267aee7b" providerId="LiveId" clId="{967089A4-34E5-492C-A290-30F44135D4A4}" dt="2025-04-04T16:18:50.424" v="2136" actId="27636"/>
          <ac:spMkLst>
            <pc:docMk/>
            <pc:sldMk cId="3898120243" sldId="2152"/>
            <ac:spMk id="3" creationId="{8428B067-088E-D552-E20E-9D5A17DFDCDA}"/>
          </ac:spMkLst>
        </pc:spChg>
        <pc:spChg chg="mod">
          <ac:chgData name="Ajit Abraham" userId="66e44ec9267aee7b" providerId="LiveId" clId="{967089A4-34E5-492C-A290-30F44135D4A4}" dt="2025-04-04T16:18:40.502" v="2134" actId="403"/>
          <ac:spMkLst>
            <pc:docMk/>
            <pc:sldMk cId="3898120243" sldId="2152"/>
            <ac:spMk id="5" creationId="{F4240DA9-D575-59A9-0DD8-B8FFC078CA74}"/>
          </ac:spMkLst>
        </pc:spChg>
        <pc:spChg chg="mod">
          <ac:chgData name="Ajit Abraham" userId="66e44ec9267aee7b" providerId="LiveId" clId="{967089A4-34E5-492C-A290-30F44135D4A4}" dt="2025-04-04T15:57:13.180" v="1829" actId="20577"/>
          <ac:spMkLst>
            <pc:docMk/>
            <pc:sldMk cId="3898120243" sldId="2152"/>
            <ac:spMk id="13" creationId="{896888EB-287E-1222-5315-C54679658BC5}"/>
          </ac:spMkLst>
        </pc:spChg>
      </pc:sldChg>
      <pc:sldChg chg="modSp del mod">
        <pc:chgData name="Ajit Abraham" userId="66e44ec9267aee7b" providerId="LiveId" clId="{967089A4-34E5-492C-A290-30F44135D4A4}" dt="2025-04-04T15:57:18.521" v="1830" actId="47"/>
        <pc:sldMkLst>
          <pc:docMk/>
          <pc:sldMk cId="445725138" sldId="2153"/>
        </pc:sldMkLst>
        <pc:spChg chg="mod">
          <ac:chgData name="Ajit Abraham" userId="66e44ec9267aee7b" providerId="LiveId" clId="{967089A4-34E5-492C-A290-30F44135D4A4}" dt="2025-04-03T09:35:52.123" v="182"/>
          <ac:spMkLst>
            <pc:docMk/>
            <pc:sldMk cId="445725138" sldId="2153"/>
            <ac:spMk id="2" creationId="{BD4E450B-C1DB-7998-208A-F0682E200547}"/>
          </ac:spMkLst>
        </pc:spChg>
      </pc:sldChg>
      <pc:sldChg chg="modSp del mod">
        <pc:chgData name="Ajit Abraham" userId="66e44ec9267aee7b" providerId="LiveId" clId="{967089A4-34E5-492C-A290-30F44135D4A4}" dt="2025-04-04T15:57:18.521" v="1830" actId="47"/>
        <pc:sldMkLst>
          <pc:docMk/>
          <pc:sldMk cId="3476629669" sldId="2154"/>
        </pc:sldMkLst>
        <pc:spChg chg="mod">
          <ac:chgData name="Ajit Abraham" userId="66e44ec9267aee7b" providerId="LiveId" clId="{967089A4-34E5-492C-A290-30F44135D4A4}" dt="2025-04-03T09:35:57.119" v="183"/>
          <ac:spMkLst>
            <pc:docMk/>
            <pc:sldMk cId="3476629669" sldId="2154"/>
            <ac:spMk id="2" creationId="{99D82246-B09C-335F-BF2A-9D9D0AE4E519}"/>
          </ac:spMkLst>
        </pc:spChg>
      </pc:sldChg>
      <pc:sldChg chg="modSp del mod">
        <pc:chgData name="Ajit Abraham" userId="66e44ec9267aee7b" providerId="LiveId" clId="{967089A4-34E5-492C-A290-30F44135D4A4}" dt="2025-04-04T15:57:18.521" v="1830" actId="47"/>
        <pc:sldMkLst>
          <pc:docMk/>
          <pc:sldMk cId="1370246591" sldId="2155"/>
        </pc:sldMkLst>
        <pc:spChg chg="mod">
          <ac:chgData name="Ajit Abraham" userId="66e44ec9267aee7b" providerId="LiveId" clId="{967089A4-34E5-492C-A290-30F44135D4A4}" dt="2025-04-03T09:36:01.330" v="184"/>
          <ac:spMkLst>
            <pc:docMk/>
            <pc:sldMk cId="1370246591" sldId="2155"/>
            <ac:spMk id="2" creationId="{F0303BDB-CC90-53E0-B335-429B250404FE}"/>
          </ac:spMkLst>
        </pc:spChg>
      </pc:sldChg>
      <pc:sldChg chg="modSp mod">
        <pc:chgData name="Ajit Abraham" userId="66e44ec9267aee7b" providerId="LiveId" clId="{967089A4-34E5-492C-A290-30F44135D4A4}" dt="2025-04-04T16:19:18.404" v="2142" actId="403"/>
        <pc:sldMkLst>
          <pc:docMk/>
          <pc:sldMk cId="583353319" sldId="2156"/>
        </pc:sldMkLst>
        <pc:spChg chg="mod">
          <ac:chgData name="Ajit Abraham" userId="66e44ec9267aee7b" providerId="LiveId" clId="{967089A4-34E5-492C-A290-30F44135D4A4}" dt="2025-04-03T09:36:29.391" v="199" actId="20577"/>
          <ac:spMkLst>
            <pc:docMk/>
            <pc:sldMk cId="583353319" sldId="2156"/>
            <ac:spMk id="2" creationId="{7C00201E-AC16-4D49-61B1-94B223327C64}"/>
          </ac:spMkLst>
        </pc:spChg>
        <pc:spChg chg="mod">
          <ac:chgData name="Ajit Abraham" userId="66e44ec9267aee7b" providerId="LiveId" clId="{967089A4-34E5-492C-A290-30F44135D4A4}" dt="2025-04-04T16:08:59.112" v="2028" actId="14100"/>
          <ac:spMkLst>
            <pc:docMk/>
            <pc:sldMk cId="583353319" sldId="2156"/>
            <ac:spMk id="3" creationId="{4083B9A5-281C-3F97-EF31-496CBF23BC7D}"/>
          </ac:spMkLst>
        </pc:spChg>
        <pc:spChg chg="mod">
          <ac:chgData name="Ajit Abraham" userId="66e44ec9267aee7b" providerId="LiveId" clId="{967089A4-34E5-492C-A290-30F44135D4A4}" dt="2025-04-04T16:07:10.793" v="2017" actId="20577"/>
          <ac:spMkLst>
            <pc:docMk/>
            <pc:sldMk cId="583353319" sldId="2156"/>
            <ac:spMk id="4" creationId="{9F39BBE7-EC42-0DAE-2682-96E7029B3BAD}"/>
          </ac:spMkLst>
        </pc:spChg>
        <pc:spChg chg="mod">
          <ac:chgData name="Ajit Abraham" userId="66e44ec9267aee7b" providerId="LiveId" clId="{967089A4-34E5-492C-A290-30F44135D4A4}" dt="2025-04-04T16:19:18.404" v="2142" actId="403"/>
          <ac:spMkLst>
            <pc:docMk/>
            <pc:sldMk cId="583353319" sldId="2156"/>
            <ac:spMk id="5" creationId="{C9D4E3AF-9B7B-2A9C-A8D1-1E8A462A8619}"/>
          </ac:spMkLst>
        </pc:spChg>
      </pc:sldChg>
      <pc:sldChg chg="modSp mod">
        <pc:chgData name="Ajit Abraham" userId="66e44ec9267aee7b" providerId="LiveId" clId="{967089A4-34E5-492C-A290-30F44135D4A4}" dt="2025-04-04T16:19:26.586" v="2145" actId="14100"/>
        <pc:sldMkLst>
          <pc:docMk/>
          <pc:sldMk cId="678598712" sldId="2157"/>
        </pc:sldMkLst>
        <pc:spChg chg="mod">
          <ac:chgData name="Ajit Abraham" userId="66e44ec9267aee7b" providerId="LiveId" clId="{967089A4-34E5-492C-A290-30F44135D4A4}" dt="2025-04-03T09:36:35.824" v="200"/>
          <ac:spMkLst>
            <pc:docMk/>
            <pc:sldMk cId="678598712" sldId="2157"/>
            <ac:spMk id="2" creationId="{5D3FA9BD-EC81-6D3C-3280-FE870CEFC66C}"/>
          </ac:spMkLst>
        </pc:spChg>
        <pc:spChg chg="mod">
          <ac:chgData name="Ajit Abraham" userId="66e44ec9267aee7b" providerId="LiveId" clId="{967089A4-34E5-492C-A290-30F44135D4A4}" dt="2025-04-04T16:19:26.586" v="2145" actId="14100"/>
          <ac:spMkLst>
            <pc:docMk/>
            <pc:sldMk cId="678598712" sldId="2157"/>
            <ac:spMk id="3" creationId="{40B7CECC-010E-26C3-325E-BC5B96403ACF}"/>
          </ac:spMkLst>
        </pc:spChg>
        <pc:spChg chg="mod">
          <ac:chgData name="Ajit Abraham" userId="66e44ec9267aee7b" providerId="LiveId" clId="{967089A4-34E5-492C-A290-30F44135D4A4}" dt="2025-04-04T16:07:55.478" v="2023" actId="20577"/>
          <ac:spMkLst>
            <pc:docMk/>
            <pc:sldMk cId="678598712" sldId="2157"/>
            <ac:spMk id="4" creationId="{4CDA4C8B-5B13-C96C-9440-23E4705B2476}"/>
          </ac:spMkLst>
        </pc:spChg>
        <pc:spChg chg="mod">
          <ac:chgData name="Ajit Abraham" userId="66e44ec9267aee7b" providerId="LiveId" clId="{967089A4-34E5-492C-A290-30F44135D4A4}" dt="2025-04-04T16:09:33.581" v="2035" actId="6549"/>
          <ac:spMkLst>
            <pc:docMk/>
            <pc:sldMk cId="678598712" sldId="2157"/>
            <ac:spMk id="7" creationId="{E13B5A3B-C921-46AC-B6B6-8C73C20AF8D0}"/>
          </ac:spMkLst>
        </pc:spChg>
      </pc:sldChg>
      <pc:sldChg chg="modSp del mod">
        <pc:chgData name="Ajit Abraham" userId="66e44ec9267aee7b" providerId="LiveId" clId="{967089A4-34E5-492C-A290-30F44135D4A4}" dt="2025-04-04T16:08:10.507" v="2024" actId="47"/>
        <pc:sldMkLst>
          <pc:docMk/>
          <pc:sldMk cId="4022068333" sldId="2158"/>
        </pc:sldMkLst>
        <pc:spChg chg="mod">
          <ac:chgData name="Ajit Abraham" userId="66e44ec9267aee7b" providerId="LiveId" clId="{967089A4-34E5-492C-A290-30F44135D4A4}" dt="2025-04-03T09:36:39.810" v="201"/>
          <ac:spMkLst>
            <pc:docMk/>
            <pc:sldMk cId="4022068333" sldId="2158"/>
            <ac:spMk id="2" creationId="{8F4A3083-3B77-3F5F-1D43-E9BC134E3058}"/>
          </ac:spMkLst>
        </pc:spChg>
      </pc:sldChg>
      <pc:sldChg chg="modSp del mod">
        <pc:chgData name="Ajit Abraham" userId="66e44ec9267aee7b" providerId="LiveId" clId="{967089A4-34E5-492C-A290-30F44135D4A4}" dt="2025-04-04T16:08:10.507" v="2024" actId="47"/>
        <pc:sldMkLst>
          <pc:docMk/>
          <pc:sldMk cId="4016058205" sldId="2159"/>
        </pc:sldMkLst>
        <pc:spChg chg="mod">
          <ac:chgData name="Ajit Abraham" userId="66e44ec9267aee7b" providerId="LiveId" clId="{967089A4-34E5-492C-A290-30F44135D4A4}" dt="2025-04-03T09:36:43.851" v="202"/>
          <ac:spMkLst>
            <pc:docMk/>
            <pc:sldMk cId="4016058205" sldId="2159"/>
            <ac:spMk id="2" creationId="{FAFA9D2A-D9A3-539B-D953-52C4029AFC87}"/>
          </ac:spMkLst>
        </pc:spChg>
      </pc:sldChg>
      <pc:sldChg chg="modSp del mod">
        <pc:chgData name="Ajit Abraham" userId="66e44ec9267aee7b" providerId="LiveId" clId="{967089A4-34E5-492C-A290-30F44135D4A4}" dt="2025-04-04T16:08:10.507" v="2024" actId="47"/>
        <pc:sldMkLst>
          <pc:docMk/>
          <pc:sldMk cId="2246876707" sldId="2160"/>
        </pc:sldMkLst>
        <pc:spChg chg="mod">
          <ac:chgData name="Ajit Abraham" userId="66e44ec9267aee7b" providerId="LiveId" clId="{967089A4-34E5-492C-A290-30F44135D4A4}" dt="2025-04-03T09:36:56.161" v="205"/>
          <ac:spMkLst>
            <pc:docMk/>
            <pc:sldMk cId="2246876707" sldId="2160"/>
            <ac:spMk id="2" creationId="{FF03C755-1B18-6C25-1825-BE8C3E354BEB}"/>
          </ac:spMkLst>
        </pc:spChg>
      </pc:sldChg>
      <pc:sldChg chg="modSp del mod">
        <pc:chgData name="Ajit Abraham" userId="66e44ec9267aee7b" providerId="LiveId" clId="{967089A4-34E5-492C-A290-30F44135D4A4}" dt="2025-04-04T16:08:10.507" v="2024" actId="47"/>
        <pc:sldMkLst>
          <pc:docMk/>
          <pc:sldMk cId="8563792" sldId="2161"/>
        </pc:sldMkLst>
        <pc:spChg chg="mod">
          <ac:chgData name="Ajit Abraham" userId="66e44ec9267aee7b" providerId="LiveId" clId="{967089A4-34E5-492C-A290-30F44135D4A4}" dt="2025-04-03T09:36:59.741" v="206"/>
          <ac:spMkLst>
            <pc:docMk/>
            <pc:sldMk cId="8563792" sldId="2161"/>
            <ac:spMk id="2" creationId="{D60C0DD9-6D51-BDBB-C270-92562947F6DA}"/>
          </ac:spMkLst>
        </pc:spChg>
      </pc:sldChg>
      <pc:sldChg chg="modSp del mod">
        <pc:chgData name="Ajit Abraham" userId="66e44ec9267aee7b" providerId="LiveId" clId="{967089A4-34E5-492C-A290-30F44135D4A4}" dt="2025-04-04T16:08:10.507" v="2024" actId="47"/>
        <pc:sldMkLst>
          <pc:docMk/>
          <pc:sldMk cId="1861412710" sldId="2162"/>
        </pc:sldMkLst>
        <pc:spChg chg="mod">
          <ac:chgData name="Ajit Abraham" userId="66e44ec9267aee7b" providerId="LiveId" clId="{967089A4-34E5-492C-A290-30F44135D4A4}" dt="2025-04-03T09:37:03.251" v="207"/>
          <ac:spMkLst>
            <pc:docMk/>
            <pc:sldMk cId="1861412710" sldId="2162"/>
            <ac:spMk id="2" creationId="{A27AA236-4FF5-5EB5-A186-69A5E20EF706}"/>
          </ac:spMkLst>
        </pc:spChg>
      </pc:sldChg>
      <pc:sldChg chg="modSp mod">
        <pc:chgData name="Ajit Abraham" userId="66e44ec9267aee7b" providerId="LiveId" clId="{967089A4-34E5-492C-A290-30F44135D4A4}" dt="2025-04-04T15:52:25.489" v="1789" actId="20577"/>
        <pc:sldMkLst>
          <pc:docMk/>
          <pc:sldMk cId="2290117312" sldId="2164"/>
        </pc:sldMkLst>
        <pc:spChg chg="mod">
          <ac:chgData name="Ajit Abraham" userId="66e44ec9267aee7b" providerId="LiveId" clId="{967089A4-34E5-492C-A290-30F44135D4A4}" dt="2025-04-03T09:38:09.862" v="270" actId="20577"/>
          <ac:spMkLst>
            <pc:docMk/>
            <pc:sldMk cId="2290117312" sldId="2164"/>
            <ac:spMk id="2" creationId="{3941B67D-73DC-32D7-06D7-CDE5DEF8B890}"/>
          </ac:spMkLst>
        </pc:spChg>
        <pc:spChg chg="mod">
          <ac:chgData name="Ajit Abraham" userId="66e44ec9267aee7b" providerId="LiveId" clId="{967089A4-34E5-492C-A290-30F44135D4A4}" dt="2025-04-04T15:50:56.584" v="1765" actId="1076"/>
          <ac:spMkLst>
            <pc:docMk/>
            <pc:sldMk cId="2290117312" sldId="2164"/>
            <ac:spMk id="5" creationId="{C1D63327-77E4-7736-AF2F-2B8692D6A8AF}"/>
          </ac:spMkLst>
        </pc:spChg>
        <pc:spChg chg="mod">
          <ac:chgData name="Ajit Abraham" userId="66e44ec9267aee7b" providerId="LiveId" clId="{967089A4-34E5-492C-A290-30F44135D4A4}" dt="2025-04-04T15:52:25.489" v="1789" actId="20577"/>
          <ac:spMkLst>
            <pc:docMk/>
            <pc:sldMk cId="2290117312" sldId="2164"/>
            <ac:spMk id="7" creationId="{5A87DD58-B98C-9CCF-56EB-80CBB94ED741}"/>
          </ac:spMkLst>
        </pc:spChg>
      </pc:sldChg>
      <pc:sldChg chg="modSp del mod">
        <pc:chgData name="Ajit Abraham" userId="66e44ec9267aee7b" providerId="LiveId" clId="{967089A4-34E5-492C-A290-30F44135D4A4}" dt="2025-04-03T14:32:02.801" v="923" actId="47"/>
        <pc:sldMkLst>
          <pc:docMk/>
          <pc:sldMk cId="3571860351" sldId="2168"/>
        </pc:sldMkLst>
        <pc:spChg chg="mod">
          <ac:chgData name="Ajit Abraham" userId="66e44ec9267aee7b" providerId="LiveId" clId="{967089A4-34E5-492C-A290-30F44135D4A4}" dt="2025-04-03T09:31:36.527" v="80" actId="20577"/>
          <ac:spMkLst>
            <pc:docMk/>
            <pc:sldMk cId="3571860351" sldId="2168"/>
            <ac:spMk id="2" creationId="{BDCB5623-BB4D-474D-3F7E-1A2255CE9577}"/>
          </ac:spMkLst>
        </pc:spChg>
      </pc:sldChg>
      <pc:sldChg chg="modSp del mod">
        <pc:chgData name="Ajit Abraham" userId="66e44ec9267aee7b" providerId="LiveId" clId="{967089A4-34E5-492C-A290-30F44135D4A4}" dt="2025-04-03T14:32:04.832" v="925" actId="47"/>
        <pc:sldMkLst>
          <pc:docMk/>
          <pc:sldMk cId="1540209709" sldId="2169"/>
        </pc:sldMkLst>
        <pc:spChg chg="mod">
          <ac:chgData name="Ajit Abraham" userId="66e44ec9267aee7b" providerId="LiveId" clId="{967089A4-34E5-492C-A290-30F44135D4A4}" dt="2025-04-03T09:31:50.517" v="86" actId="20577"/>
          <ac:spMkLst>
            <pc:docMk/>
            <pc:sldMk cId="1540209709" sldId="2169"/>
            <ac:spMk id="2" creationId="{22B1CA0E-802D-5E56-F35B-5F0D7042E6B5}"/>
          </ac:spMkLst>
        </pc:spChg>
      </pc:sldChg>
      <pc:sldChg chg="modSp del mod">
        <pc:chgData name="Ajit Abraham" userId="66e44ec9267aee7b" providerId="LiveId" clId="{967089A4-34E5-492C-A290-30F44135D4A4}" dt="2025-04-03T14:32:06.698" v="927" actId="47"/>
        <pc:sldMkLst>
          <pc:docMk/>
          <pc:sldMk cId="2152743309" sldId="2170"/>
        </pc:sldMkLst>
        <pc:spChg chg="mod">
          <ac:chgData name="Ajit Abraham" userId="66e44ec9267aee7b" providerId="LiveId" clId="{967089A4-34E5-492C-A290-30F44135D4A4}" dt="2025-04-03T09:31:58.168" v="92" actId="20577"/>
          <ac:spMkLst>
            <pc:docMk/>
            <pc:sldMk cId="2152743309" sldId="2170"/>
            <ac:spMk id="2" creationId="{714B85AA-77A5-2A23-6E8C-40C36531FD45}"/>
          </ac:spMkLst>
        </pc:spChg>
      </pc:sldChg>
      <pc:sldChg chg="modSp del mod">
        <pc:chgData name="Ajit Abraham" userId="66e44ec9267aee7b" providerId="LiveId" clId="{967089A4-34E5-492C-A290-30F44135D4A4}" dt="2025-04-03T14:46:04.360" v="1030" actId="47"/>
        <pc:sldMkLst>
          <pc:docMk/>
          <pc:sldMk cId="2201128824" sldId="2171"/>
        </pc:sldMkLst>
        <pc:spChg chg="mod">
          <ac:chgData name="Ajit Abraham" userId="66e44ec9267aee7b" providerId="LiveId" clId="{967089A4-34E5-492C-A290-30F44135D4A4}" dt="2025-04-03T09:32:43.035" v="128"/>
          <ac:spMkLst>
            <pc:docMk/>
            <pc:sldMk cId="2201128824" sldId="2171"/>
            <ac:spMk id="2" creationId="{927AAF10-806E-9B2D-CF48-A06B38175F25}"/>
          </ac:spMkLst>
        </pc:spChg>
      </pc:sldChg>
      <pc:sldChg chg="modSp del mod">
        <pc:chgData name="Ajit Abraham" userId="66e44ec9267aee7b" providerId="LiveId" clId="{967089A4-34E5-492C-A290-30F44135D4A4}" dt="2025-04-03T14:46:06.837" v="1033" actId="47"/>
        <pc:sldMkLst>
          <pc:docMk/>
          <pc:sldMk cId="2424987550" sldId="2172"/>
        </pc:sldMkLst>
        <pc:spChg chg="mod">
          <ac:chgData name="Ajit Abraham" userId="66e44ec9267aee7b" providerId="LiveId" clId="{967089A4-34E5-492C-A290-30F44135D4A4}" dt="2025-04-03T09:32:54.392" v="131"/>
          <ac:spMkLst>
            <pc:docMk/>
            <pc:sldMk cId="2424987550" sldId="2172"/>
            <ac:spMk id="2" creationId="{0F35B41F-24CB-EE31-856B-5BB24D5FB4A5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2190295711" sldId="2173"/>
        </pc:sldMkLst>
        <pc:spChg chg="mod">
          <ac:chgData name="Ajit Abraham" userId="66e44ec9267aee7b" providerId="LiveId" clId="{967089A4-34E5-492C-A290-30F44135D4A4}" dt="2025-04-03T09:33:31.685" v="140"/>
          <ac:spMkLst>
            <pc:docMk/>
            <pc:sldMk cId="2190295711" sldId="2173"/>
            <ac:spMk id="2" creationId="{298A136F-52C3-7737-357C-35EA36612709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3121763194" sldId="2174"/>
        </pc:sldMkLst>
        <pc:spChg chg="mod">
          <ac:chgData name="Ajit Abraham" userId="66e44ec9267aee7b" providerId="LiveId" clId="{967089A4-34E5-492C-A290-30F44135D4A4}" dt="2025-04-03T09:33:38.142" v="142"/>
          <ac:spMkLst>
            <pc:docMk/>
            <pc:sldMk cId="3121763194" sldId="2174"/>
            <ac:spMk id="2" creationId="{3ED0A6EB-C909-8250-1AE4-280C9CE0E25D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447992155" sldId="2175"/>
        </pc:sldMkLst>
        <pc:spChg chg="mod">
          <ac:chgData name="Ajit Abraham" userId="66e44ec9267aee7b" providerId="LiveId" clId="{967089A4-34E5-492C-A290-30F44135D4A4}" dt="2025-04-03T09:33:53.464" v="146"/>
          <ac:spMkLst>
            <pc:docMk/>
            <pc:sldMk cId="447992155" sldId="2175"/>
            <ac:spMk id="2" creationId="{AAD2E583-6E33-764B-14FD-434F37E99950}"/>
          </ac:spMkLst>
        </pc:spChg>
      </pc:sldChg>
      <pc:sldChg chg="modSp del mod">
        <pc:chgData name="Ajit Abraham" userId="66e44ec9267aee7b" providerId="LiveId" clId="{967089A4-34E5-492C-A290-30F44135D4A4}" dt="2025-04-04T09:14:55.296" v="1204" actId="47"/>
        <pc:sldMkLst>
          <pc:docMk/>
          <pc:sldMk cId="2128694983" sldId="2176"/>
        </pc:sldMkLst>
        <pc:spChg chg="mod">
          <ac:chgData name="Ajit Abraham" userId="66e44ec9267aee7b" providerId="LiveId" clId="{967089A4-34E5-492C-A290-30F44135D4A4}" dt="2025-04-03T09:34:00.782" v="148"/>
          <ac:spMkLst>
            <pc:docMk/>
            <pc:sldMk cId="2128694983" sldId="2176"/>
            <ac:spMk id="2" creationId="{87EEF371-802F-60B6-DC71-AF84A9420824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1632275153" sldId="2177"/>
        </pc:sldMkLst>
        <pc:spChg chg="mod">
          <ac:chgData name="Ajit Abraham" userId="66e44ec9267aee7b" providerId="LiveId" clId="{967089A4-34E5-492C-A290-30F44135D4A4}" dt="2025-04-03T09:34:30.047" v="157"/>
          <ac:spMkLst>
            <pc:docMk/>
            <pc:sldMk cId="1632275153" sldId="2177"/>
            <ac:spMk id="2" creationId="{8CF5641A-9276-A500-957E-F16142C14DFF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3030067217" sldId="2178"/>
        </pc:sldMkLst>
        <pc:spChg chg="mod">
          <ac:chgData name="Ajit Abraham" userId="66e44ec9267aee7b" providerId="LiveId" clId="{967089A4-34E5-492C-A290-30F44135D4A4}" dt="2025-04-03T09:34:36.236" v="159"/>
          <ac:spMkLst>
            <pc:docMk/>
            <pc:sldMk cId="3030067217" sldId="2178"/>
            <ac:spMk id="2" creationId="{DBA25D05-6309-603E-7870-CCFF2AB6A0F6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2400366016" sldId="2179"/>
        </pc:sldMkLst>
        <pc:spChg chg="mod">
          <ac:chgData name="Ajit Abraham" userId="66e44ec9267aee7b" providerId="LiveId" clId="{967089A4-34E5-492C-A290-30F44135D4A4}" dt="2025-04-03T09:34:55.857" v="166" actId="20577"/>
          <ac:spMkLst>
            <pc:docMk/>
            <pc:sldMk cId="2400366016" sldId="2179"/>
            <ac:spMk id="2" creationId="{3495ACFF-DB73-827A-764A-40023AB848C5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3113402023" sldId="2180"/>
        </pc:sldMkLst>
        <pc:spChg chg="mod">
          <ac:chgData name="Ajit Abraham" userId="66e44ec9267aee7b" providerId="LiveId" clId="{967089A4-34E5-492C-A290-30F44135D4A4}" dt="2025-04-03T09:35:19.251" v="172" actId="20577"/>
          <ac:spMkLst>
            <pc:docMk/>
            <pc:sldMk cId="3113402023" sldId="2180"/>
            <ac:spMk id="2" creationId="{D056928F-C90F-F6F5-BF34-9C8D96D0C185}"/>
          </ac:spMkLst>
        </pc:spChg>
      </pc:sldChg>
      <pc:sldChg chg="modSp del mod">
        <pc:chgData name="Ajit Abraham" userId="66e44ec9267aee7b" providerId="LiveId" clId="{967089A4-34E5-492C-A290-30F44135D4A4}" dt="2025-04-04T09:36:40.164" v="1449" actId="47"/>
        <pc:sldMkLst>
          <pc:docMk/>
          <pc:sldMk cId="1986443749" sldId="2181"/>
        </pc:sldMkLst>
        <pc:spChg chg="mod">
          <ac:chgData name="Ajit Abraham" userId="66e44ec9267aee7b" providerId="LiveId" clId="{967089A4-34E5-492C-A290-30F44135D4A4}" dt="2025-04-03T09:35:31.005" v="177" actId="20577"/>
          <ac:spMkLst>
            <pc:docMk/>
            <pc:sldMk cId="1986443749" sldId="2181"/>
            <ac:spMk id="2" creationId="{BE5568EF-5850-307A-83D5-BBE8FD72BA1C}"/>
          </ac:spMkLst>
        </pc:spChg>
      </pc:sldChg>
      <pc:sldChg chg="del">
        <pc:chgData name="Ajit Abraham" userId="66e44ec9267aee7b" providerId="LiveId" clId="{967089A4-34E5-492C-A290-30F44135D4A4}" dt="2025-04-03T14:25:42.086" v="869" actId="47"/>
        <pc:sldMkLst>
          <pc:docMk/>
          <pc:sldMk cId="4178686647" sldId="2182"/>
        </pc:sldMkLst>
      </pc:sldChg>
      <pc:sldChg chg="modSp mod">
        <pc:chgData name="Ajit Abraham" userId="66e44ec9267aee7b" providerId="LiveId" clId="{967089A4-34E5-492C-A290-30F44135D4A4}" dt="2025-04-03T14:25:28.040" v="868"/>
        <pc:sldMkLst>
          <pc:docMk/>
          <pc:sldMk cId="1248507728" sldId="2183"/>
        </pc:sldMkLst>
        <pc:spChg chg="mod">
          <ac:chgData name="Ajit Abraham" userId="66e44ec9267aee7b" providerId="LiveId" clId="{967089A4-34E5-492C-A290-30F44135D4A4}" dt="2025-04-03T14:25:28.040" v="868"/>
          <ac:spMkLst>
            <pc:docMk/>
            <pc:sldMk cId="1248507728" sldId="2183"/>
            <ac:spMk id="4" creationId="{656BF35B-B024-F5B1-D416-AF17FA6ACE42}"/>
          </ac:spMkLst>
        </pc:spChg>
        <pc:spChg chg="mod">
          <ac:chgData name="Ajit Abraham" userId="66e44ec9267aee7b" providerId="LiveId" clId="{967089A4-34E5-492C-A290-30F44135D4A4}" dt="2025-04-03T14:24:58.544" v="866" actId="20577"/>
          <ac:spMkLst>
            <pc:docMk/>
            <pc:sldMk cId="1248507728" sldId="2183"/>
            <ac:spMk id="5" creationId="{826A89AA-A34D-800B-7E71-3BDC7964C37B}"/>
          </ac:spMkLst>
        </pc:spChg>
      </pc:sldChg>
      <pc:sldChg chg="del">
        <pc:chgData name="Ajit Abraham" userId="66e44ec9267aee7b" providerId="LiveId" clId="{967089A4-34E5-492C-A290-30F44135D4A4}" dt="2025-04-03T14:25:58.683" v="873" actId="47"/>
        <pc:sldMkLst>
          <pc:docMk/>
          <pc:sldMk cId="17518934" sldId="2184"/>
        </pc:sldMkLst>
      </pc:sldChg>
      <pc:sldChg chg="del">
        <pc:chgData name="Ajit Abraham" userId="66e44ec9267aee7b" providerId="LiveId" clId="{967089A4-34E5-492C-A290-30F44135D4A4}" dt="2025-04-03T14:26:00.247" v="874" actId="47"/>
        <pc:sldMkLst>
          <pc:docMk/>
          <pc:sldMk cId="1849500969" sldId="2185"/>
        </pc:sldMkLst>
      </pc:sldChg>
      <pc:sldChg chg="modSp del mod">
        <pc:chgData name="Ajit Abraham" userId="66e44ec9267aee7b" providerId="LiveId" clId="{967089A4-34E5-492C-A290-30F44135D4A4}" dt="2025-04-03T14:46:05.124" v="1031" actId="47"/>
        <pc:sldMkLst>
          <pc:docMk/>
          <pc:sldMk cId="2542157740" sldId="2186"/>
        </pc:sldMkLst>
        <pc:spChg chg="mod">
          <ac:chgData name="Ajit Abraham" userId="66e44ec9267aee7b" providerId="LiveId" clId="{967089A4-34E5-492C-A290-30F44135D4A4}" dt="2025-04-03T09:32:46.158" v="129"/>
          <ac:spMkLst>
            <pc:docMk/>
            <pc:sldMk cId="2542157740" sldId="2186"/>
            <ac:spMk id="2" creationId="{CD07C1CE-EF9D-8E67-0F93-0016079CE8BC}"/>
          </ac:spMkLst>
        </pc:spChg>
      </pc:sldChg>
      <pc:sldChg chg="modSp del mod">
        <pc:chgData name="Ajit Abraham" userId="66e44ec9267aee7b" providerId="LiveId" clId="{967089A4-34E5-492C-A290-30F44135D4A4}" dt="2025-04-03T14:46:05.981" v="1032" actId="47"/>
        <pc:sldMkLst>
          <pc:docMk/>
          <pc:sldMk cId="1323117998" sldId="2187"/>
        </pc:sldMkLst>
        <pc:spChg chg="mod">
          <ac:chgData name="Ajit Abraham" userId="66e44ec9267aee7b" providerId="LiveId" clId="{967089A4-34E5-492C-A290-30F44135D4A4}" dt="2025-04-03T09:32:50.201" v="130"/>
          <ac:spMkLst>
            <pc:docMk/>
            <pc:sldMk cId="1323117998" sldId="2187"/>
            <ac:spMk id="2" creationId="{707E98BC-2E52-3E5E-E63E-B51C9510A5E5}"/>
          </ac:spMkLst>
        </pc:spChg>
      </pc:sldChg>
      <pc:sldChg chg="modSp del mod">
        <pc:chgData name="Ajit Abraham" userId="66e44ec9267aee7b" providerId="LiveId" clId="{967089A4-34E5-492C-A290-30F44135D4A4}" dt="2025-04-04T15:52:28.873" v="1790" actId="47"/>
        <pc:sldMkLst>
          <pc:docMk/>
          <pc:sldMk cId="3661075944" sldId="2188"/>
        </pc:sldMkLst>
        <pc:spChg chg="mod">
          <ac:chgData name="Ajit Abraham" userId="66e44ec9267aee7b" providerId="LiveId" clId="{967089A4-34E5-492C-A290-30F44135D4A4}" dt="2025-04-03T09:38:27.919" v="273"/>
          <ac:spMkLst>
            <pc:docMk/>
            <pc:sldMk cId="3661075944" sldId="2188"/>
            <ac:spMk id="2" creationId="{9214F1D0-E0E2-30B6-06D7-AB932D1959C5}"/>
          </ac:spMkLst>
        </pc:spChg>
      </pc:sldChg>
      <pc:sldChg chg="modSp add mod">
        <pc:chgData name="Ajit Abraham" userId="66e44ec9267aee7b" providerId="LiveId" clId="{967089A4-34E5-492C-A290-30F44135D4A4}" dt="2025-04-03T14:24:34.587" v="858" actId="20577"/>
        <pc:sldMkLst>
          <pc:docMk/>
          <pc:sldMk cId="259297803" sldId="2189"/>
        </pc:sldMkLst>
        <pc:spChg chg="mod">
          <ac:chgData name="Ajit Abraham" userId="66e44ec9267aee7b" providerId="LiveId" clId="{967089A4-34E5-492C-A290-30F44135D4A4}" dt="2025-04-03T14:24:34.587" v="858" actId="20577"/>
          <ac:spMkLst>
            <pc:docMk/>
            <pc:sldMk cId="259297803" sldId="2189"/>
            <ac:spMk id="5" creationId="{B13C309E-F40B-6DD1-68FC-B2DD86992B24}"/>
          </ac:spMkLst>
        </pc:spChg>
      </pc:sldChg>
      <pc:sldChg chg="addSp delSp new del mod">
        <pc:chgData name="Ajit Abraham" userId="66e44ec9267aee7b" providerId="LiveId" clId="{967089A4-34E5-492C-A290-30F44135D4A4}" dt="2025-04-03T09:48:30.493" v="305" actId="47"/>
        <pc:sldMkLst>
          <pc:docMk/>
          <pc:sldMk cId="2638044375" sldId="2189"/>
        </pc:sldMkLst>
        <pc:spChg chg="add del">
          <ac:chgData name="Ajit Abraham" userId="66e44ec9267aee7b" providerId="LiveId" clId="{967089A4-34E5-492C-A290-30F44135D4A4}" dt="2025-04-03T09:46:46.778" v="297" actId="22"/>
          <ac:spMkLst>
            <pc:docMk/>
            <pc:sldMk cId="2638044375" sldId="2189"/>
            <ac:spMk id="4" creationId="{5E7DB542-BD28-D13C-B810-2ECDF9F6C3C5}"/>
          </ac:spMkLst>
        </pc:spChg>
        <pc:spChg chg="add del">
          <ac:chgData name="Ajit Abraham" userId="66e44ec9267aee7b" providerId="LiveId" clId="{967089A4-34E5-492C-A290-30F44135D4A4}" dt="2025-04-03T09:47:31.437" v="299" actId="478"/>
          <ac:spMkLst>
            <pc:docMk/>
            <pc:sldMk cId="2638044375" sldId="2189"/>
            <ac:spMk id="4" creationId="{AF4274B7-44AB-330B-19E6-722CF49942A9}"/>
          </ac:spMkLst>
        </pc:spChg>
        <pc:spChg chg="add del">
          <ac:chgData name="Ajit Abraham" userId="66e44ec9267aee7b" providerId="LiveId" clId="{967089A4-34E5-492C-A290-30F44135D4A4}" dt="2025-04-03T09:48:06.867" v="304" actId="22"/>
          <ac:spMkLst>
            <pc:docMk/>
            <pc:sldMk cId="2638044375" sldId="2189"/>
            <ac:spMk id="6" creationId="{B5626248-716C-6A80-C1C3-F51096E6A23D}"/>
          </ac:spMkLst>
        </pc:spChg>
      </pc:sldChg>
      <pc:sldChg chg="modSp add mod">
        <pc:chgData name="Ajit Abraham" userId="66e44ec9267aee7b" providerId="LiveId" clId="{967089A4-34E5-492C-A290-30F44135D4A4}" dt="2025-04-03T14:25:53.229" v="872" actId="20577"/>
        <pc:sldMkLst>
          <pc:docMk/>
          <pc:sldMk cId="3228609223" sldId="2190"/>
        </pc:sldMkLst>
        <pc:spChg chg="mod">
          <ac:chgData name="Ajit Abraham" userId="66e44ec9267aee7b" providerId="LiveId" clId="{967089A4-34E5-492C-A290-30F44135D4A4}" dt="2025-04-03T14:25:53.229" v="872" actId="20577"/>
          <ac:spMkLst>
            <pc:docMk/>
            <pc:sldMk cId="3228609223" sldId="2190"/>
            <ac:spMk id="5" creationId="{036DD23F-F23D-3D51-0EDC-A49E031383B8}"/>
          </ac:spMkLst>
        </pc:spChg>
      </pc:sldChg>
      <pc:sldChg chg="modSp add mod">
        <pc:chgData name="Ajit Abraham" userId="66e44ec9267aee7b" providerId="LiveId" clId="{967089A4-34E5-492C-A290-30F44135D4A4}" dt="2025-04-04T16:17:01.202" v="2114" actId="403"/>
        <pc:sldMkLst>
          <pc:docMk/>
          <pc:sldMk cId="3327288889" sldId="2191"/>
        </pc:sldMkLst>
        <pc:spChg chg="mod">
          <ac:chgData name="Ajit Abraham" userId="66e44ec9267aee7b" providerId="LiveId" clId="{967089A4-34E5-492C-A290-30F44135D4A4}" dt="2025-04-04T16:17:01.202" v="2114" actId="403"/>
          <ac:spMkLst>
            <pc:docMk/>
            <pc:sldMk cId="3327288889" sldId="2191"/>
            <ac:spMk id="3" creationId="{48E047E9-6C2B-5057-F10B-C2E2CD96E998}"/>
          </ac:spMkLst>
        </pc:spChg>
        <pc:spChg chg="mod">
          <ac:chgData name="Ajit Abraham" userId="66e44ec9267aee7b" providerId="LiveId" clId="{967089A4-34E5-492C-A290-30F44135D4A4}" dt="2025-04-03T14:33:11.637" v="943" actId="207"/>
          <ac:spMkLst>
            <pc:docMk/>
            <pc:sldMk cId="3327288889" sldId="2191"/>
            <ac:spMk id="4" creationId="{C0064572-53FE-72E1-6395-3DEDBFBDE1F6}"/>
          </ac:spMkLst>
        </pc:spChg>
        <pc:spChg chg="mod">
          <ac:chgData name="Ajit Abraham" userId="66e44ec9267aee7b" providerId="LiveId" clId="{967089A4-34E5-492C-A290-30F44135D4A4}" dt="2025-04-03T14:32:20.202" v="934" actId="20577"/>
          <ac:spMkLst>
            <pc:docMk/>
            <pc:sldMk cId="3327288889" sldId="2191"/>
            <ac:spMk id="5" creationId="{0FD7DDD3-4151-0C92-3EF3-6CD96E527B79}"/>
          </ac:spMkLst>
        </pc:spChg>
      </pc:sldChg>
      <pc:sldChg chg="modSp add mod">
        <pc:chgData name="Ajit Abraham" userId="66e44ec9267aee7b" providerId="LiveId" clId="{967089A4-34E5-492C-A290-30F44135D4A4}" dt="2025-04-04T16:17:05.605" v="2115" actId="403"/>
        <pc:sldMkLst>
          <pc:docMk/>
          <pc:sldMk cId="3417700735" sldId="2192"/>
        </pc:sldMkLst>
        <pc:spChg chg="mod">
          <ac:chgData name="Ajit Abraham" userId="66e44ec9267aee7b" providerId="LiveId" clId="{967089A4-34E5-492C-A290-30F44135D4A4}" dt="2025-04-04T16:17:05.605" v="2115" actId="403"/>
          <ac:spMkLst>
            <pc:docMk/>
            <pc:sldMk cId="3417700735" sldId="2192"/>
            <ac:spMk id="3" creationId="{4B41D641-3276-D009-38E2-003D73303DEC}"/>
          </ac:spMkLst>
        </pc:spChg>
        <pc:spChg chg="mod">
          <ac:chgData name="Ajit Abraham" userId="66e44ec9267aee7b" providerId="LiveId" clId="{967089A4-34E5-492C-A290-30F44135D4A4}" dt="2025-04-03T14:37:18.536" v="963" actId="20577"/>
          <ac:spMkLst>
            <pc:docMk/>
            <pc:sldMk cId="3417700735" sldId="2192"/>
            <ac:spMk id="4" creationId="{7E755FB2-3F6A-1054-52EA-238BD45C4FED}"/>
          </ac:spMkLst>
        </pc:spChg>
        <pc:spChg chg="mod">
          <ac:chgData name="Ajit Abraham" userId="66e44ec9267aee7b" providerId="LiveId" clId="{967089A4-34E5-492C-A290-30F44135D4A4}" dt="2025-04-03T14:34:33.812" v="955" actId="20577"/>
          <ac:spMkLst>
            <pc:docMk/>
            <pc:sldMk cId="3417700735" sldId="2192"/>
            <ac:spMk id="5" creationId="{D883FC84-E288-6030-8F21-F294E5EEB6D9}"/>
          </ac:spMkLst>
        </pc:spChg>
      </pc:sldChg>
      <pc:sldChg chg="modSp add mod">
        <pc:chgData name="Ajit Abraham" userId="66e44ec9267aee7b" providerId="LiveId" clId="{967089A4-34E5-492C-A290-30F44135D4A4}" dt="2025-04-04T16:17:10.199" v="2116" actId="403"/>
        <pc:sldMkLst>
          <pc:docMk/>
          <pc:sldMk cId="4026022784" sldId="2193"/>
        </pc:sldMkLst>
        <pc:spChg chg="mod">
          <ac:chgData name="Ajit Abraham" userId="66e44ec9267aee7b" providerId="LiveId" clId="{967089A4-34E5-492C-A290-30F44135D4A4}" dt="2025-04-04T16:17:10.199" v="2116" actId="403"/>
          <ac:spMkLst>
            <pc:docMk/>
            <pc:sldMk cId="4026022784" sldId="2193"/>
            <ac:spMk id="3" creationId="{D5D47B30-F3DD-B26F-A260-63CAA25686EA}"/>
          </ac:spMkLst>
        </pc:spChg>
        <pc:spChg chg="mod">
          <ac:chgData name="Ajit Abraham" userId="66e44ec9267aee7b" providerId="LiveId" clId="{967089A4-34E5-492C-A290-30F44135D4A4}" dt="2025-04-03T14:38:00.528" v="968" actId="20577"/>
          <ac:spMkLst>
            <pc:docMk/>
            <pc:sldMk cId="4026022784" sldId="2193"/>
            <ac:spMk id="4" creationId="{AD0035E5-82D0-D1A3-4E5F-72494693D696}"/>
          </ac:spMkLst>
        </pc:spChg>
        <pc:spChg chg="mod">
          <ac:chgData name="Ajit Abraham" userId="66e44ec9267aee7b" providerId="LiveId" clId="{967089A4-34E5-492C-A290-30F44135D4A4}" dt="2025-04-03T14:37:27.859" v="965" actId="20577"/>
          <ac:spMkLst>
            <pc:docMk/>
            <pc:sldMk cId="4026022784" sldId="2193"/>
            <ac:spMk id="5" creationId="{94A2474A-D1E1-4D3E-CF51-CB23B6D53894}"/>
          </ac:spMkLst>
        </pc:spChg>
      </pc:sldChg>
      <pc:sldChg chg="modSp add mod">
        <pc:chgData name="Ajit Abraham" userId="66e44ec9267aee7b" providerId="LiveId" clId="{967089A4-34E5-492C-A290-30F44135D4A4}" dt="2025-04-04T16:17:14.874" v="2117" actId="403"/>
        <pc:sldMkLst>
          <pc:docMk/>
          <pc:sldMk cId="3409087115" sldId="2194"/>
        </pc:sldMkLst>
        <pc:spChg chg="mod">
          <ac:chgData name="Ajit Abraham" userId="66e44ec9267aee7b" providerId="LiveId" clId="{967089A4-34E5-492C-A290-30F44135D4A4}" dt="2025-04-04T16:17:14.874" v="2117" actId="403"/>
          <ac:spMkLst>
            <pc:docMk/>
            <pc:sldMk cId="3409087115" sldId="2194"/>
            <ac:spMk id="3" creationId="{FA19BCD4-1DA4-2C60-19BA-2B72EE738641}"/>
          </ac:spMkLst>
        </pc:spChg>
        <pc:spChg chg="mod">
          <ac:chgData name="Ajit Abraham" userId="66e44ec9267aee7b" providerId="LiveId" clId="{967089A4-34E5-492C-A290-30F44135D4A4}" dt="2025-04-03T14:39:57.258" v="982" actId="207"/>
          <ac:spMkLst>
            <pc:docMk/>
            <pc:sldMk cId="3409087115" sldId="2194"/>
            <ac:spMk id="4" creationId="{44844F8E-94E6-883B-214E-4B6ECB5123FE}"/>
          </ac:spMkLst>
        </pc:spChg>
        <pc:spChg chg="mod">
          <ac:chgData name="Ajit Abraham" userId="66e44ec9267aee7b" providerId="LiveId" clId="{967089A4-34E5-492C-A290-30F44135D4A4}" dt="2025-04-03T14:38:55.561" v="975" actId="20577"/>
          <ac:spMkLst>
            <pc:docMk/>
            <pc:sldMk cId="3409087115" sldId="2194"/>
            <ac:spMk id="5" creationId="{08F67D7B-B968-C33F-308E-AAA0BDC6F9D2}"/>
          </ac:spMkLst>
        </pc:spChg>
      </pc:sldChg>
      <pc:sldChg chg="modSp add mod">
        <pc:chgData name="Ajit Abraham" userId="66e44ec9267aee7b" providerId="LiveId" clId="{967089A4-34E5-492C-A290-30F44135D4A4}" dt="2025-04-04T16:17:19.474" v="2118" actId="403"/>
        <pc:sldMkLst>
          <pc:docMk/>
          <pc:sldMk cId="1074060346" sldId="2195"/>
        </pc:sldMkLst>
        <pc:spChg chg="mod">
          <ac:chgData name="Ajit Abraham" userId="66e44ec9267aee7b" providerId="LiveId" clId="{967089A4-34E5-492C-A290-30F44135D4A4}" dt="2025-04-04T16:17:19.474" v="2118" actId="403"/>
          <ac:spMkLst>
            <pc:docMk/>
            <pc:sldMk cId="1074060346" sldId="2195"/>
            <ac:spMk id="3" creationId="{93172206-4B7D-A939-18D4-06A4F2621EFC}"/>
          </ac:spMkLst>
        </pc:spChg>
        <pc:spChg chg="mod">
          <ac:chgData name="Ajit Abraham" userId="66e44ec9267aee7b" providerId="LiveId" clId="{967089A4-34E5-492C-A290-30F44135D4A4}" dt="2025-04-03T14:41:12.714" v="997" actId="20577"/>
          <ac:spMkLst>
            <pc:docMk/>
            <pc:sldMk cId="1074060346" sldId="2195"/>
            <ac:spMk id="4" creationId="{D5770D01-89A2-737D-2D77-F2F43E004733}"/>
          </ac:spMkLst>
        </pc:spChg>
        <pc:spChg chg="mod">
          <ac:chgData name="Ajit Abraham" userId="66e44ec9267aee7b" providerId="LiveId" clId="{967089A4-34E5-492C-A290-30F44135D4A4}" dt="2025-04-03T14:40:09.786" v="984" actId="20577"/>
          <ac:spMkLst>
            <pc:docMk/>
            <pc:sldMk cId="1074060346" sldId="2195"/>
            <ac:spMk id="5" creationId="{87CFC04C-13DE-C309-1D2E-2516F0D75362}"/>
          </ac:spMkLst>
        </pc:spChg>
      </pc:sldChg>
      <pc:sldChg chg="modSp add mod ord">
        <pc:chgData name="Ajit Abraham" userId="66e44ec9267aee7b" providerId="LiveId" clId="{967089A4-34E5-492C-A290-30F44135D4A4}" dt="2025-04-03T14:56:49.575" v="1176" actId="20577"/>
        <pc:sldMkLst>
          <pc:docMk/>
          <pc:sldMk cId="139069936" sldId="2196"/>
        </pc:sldMkLst>
        <pc:spChg chg="mod">
          <ac:chgData name="Ajit Abraham" userId="66e44ec9267aee7b" providerId="LiveId" clId="{967089A4-34E5-492C-A290-30F44135D4A4}" dt="2025-04-03T14:55:32.905" v="1152" actId="14100"/>
          <ac:spMkLst>
            <pc:docMk/>
            <pc:sldMk cId="139069936" sldId="2196"/>
            <ac:spMk id="3" creationId="{F542A339-0354-E852-9A48-EE90F3312C8D}"/>
          </ac:spMkLst>
        </pc:spChg>
        <pc:spChg chg="mod">
          <ac:chgData name="Ajit Abraham" userId="66e44ec9267aee7b" providerId="LiveId" clId="{967089A4-34E5-492C-A290-30F44135D4A4}" dt="2025-04-03T14:48:01.273" v="1061" actId="20577"/>
          <ac:spMkLst>
            <pc:docMk/>
            <pc:sldMk cId="139069936" sldId="2196"/>
            <ac:spMk id="4" creationId="{48F823EC-DE24-8583-E46F-36FEB94FBC1A}"/>
          </ac:spMkLst>
        </pc:spChg>
        <pc:spChg chg="mod">
          <ac:chgData name="Ajit Abraham" userId="66e44ec9267aee7b" providerId="LiveId" clId="{967089A4-34E5-492C-A290-30F44135D4A4}" dt="2025-04-03T14:56:49.575" v="1176" actId="20577"/>
          <ac:spMkLst>
            <pc:docMk/>
            <pc:sldMk cId="139069936" sldId="2196"/>
            <ac:spMk id="5" creationId="{4948263A-9A1D-FA07-E8B2-C8434160A8E5}"/>
          </ac:spMkLst>
        </pc:spChg>
      </pc:sldChg>
      <pc:sldChg chg="modSp add del mod">
        <pc:chgData name="Ajit Abraham" userId="66e44ec9267aee7b" providerId="LiveId" clId="{967089A4-34E5-492C-A290-30F44135D4A4}" dt="2025-04-03T14:47:51.125" v="1056" actId="47"/>
        <pc:sldMkLst>
          <pc:docMk/>
          <pc:sldMk cId="1436468825" sldId="2197"/>
        </pc:sldMkLst>
        <pc:spChg chg="mod">
          <ac:chgData name="Ajit Abraham" userId="66e44ec9267aee7b" providerId="LiveId" clId="{967089A4-34E5-492C-A290-30F44135D4A4}" dt="2025-04-03T14:46:28.479" v="1042" actId="20577"/>
          <ac:spMkLst>
            <pc:docMk/>
            <pc:sldMk cId="1436468825" sldId="2197"/>
            <ac:spMk id="4" creationId="{B14D2720-7DA5-D5DA-211A-BAD49406603B}"/>
          </ac:spMkLst>
        </pc:spChg>
      </pc:sldChg>
      <pc:sldChg chg="modSp add mod">
        <pc:chgData name="Ajit Abraham" userId="66e44ec9267aee7b" providerId="LiveId" clId="{967089A4-34E5-492C-A290-30F44135D4A4}" dt="2025-04-03T14:57:20.842" v="1179" actId="20577"/>
        <pc:sldMkLst>
          <pc:docMk/>
          <pc:sldMk cId="3195505942" sldId="2198"/>
        </pc:sldMkLst>
        <pc:spChg chg="mod">
          <ac:chgData name="Ajit Abraham" userId="66e44ec9267aee7b" providerId="LiveId" clId="{967089A4-34E5-492C-A290-30F44135D4A4}" dt="2025-04-03T14:56:25.777" v="1172" actId="20577"/>
          <ac:spMkLst>
            <pc:docMk/>
            <pc:sldMk cId="3195505942" sldId="2198"/>
            <ac:spMk id="3" creationId="{5C038D53-2F59-9F61-EFDC-98EB0B96D761}"/>
          </ac:spMkLst>
        </pc:spChg>
        <pc:spChg chg="mod">
          <ac:chgData name="Ajit Abraham" userId="66e44ec9267aee7b" providerId="LiveId" clId="{967089A4-34E5-492C-A290-30F44135D4A4}" dt="2025-04-03T14:46:32.780" v="1044" actId="20577"/>
          <ac:spMkLst>
            <pc:docMk/>
            <pc:sldMk cId="3195505942" sldId="2198"/>
            <ac:spMk id="4" creationId="{B51E7E0F-A6BA-92C8-4982-11D5C0D25B05}"/>
          </ac:spMkLst>
        </pc:spChg>
        <pc:spChg chg="mod">
          <ac:chgData name="Ajit Abraham" userId="66e44ec9267aee7b" providerId="LiveId" clId="{967089A4-34E5-492C-A290-30F44135D4A4}" dt="2025-04-03T14:57:20.842" v="1179" actId="20577"/>
          <ac:spMkLst>
            <pc:docMk/>
            <pc:sldMk cId="3195505942" sldId="2198"/>
            <ac:spMk id="5" creationId="{DA73EC1F-FEA8-974F-FDC2-498A7742AFD6}"/>
          </ac:spMkLst>
        </pc:spChg>
      </pc:sldChg>
      <pc:sldChg chg="modSp add mod ord">
        <pc:chgData name="Ajit Abraham" userId="66e44ec9267aee7b" providerId="LiveId" clId="{967089A4-34E5-492C-A290-30F44135D4A4}" dt="2025-04-03T14:54:24.092" v="1136" actId="20577"/>
        <pc:sldMkLst>
          <pc:docMk/>
          <pc:sldMk cId="2486300348" sldId="2199"/>
        </pc:sldMkLst>
        <pc:spChg chg="mod">
          <ac:chgData name="Ajit Abraham" userId="66e44ec9267aee7b" providerId="LiveId" clId="{967089A4-34E5-492C-A290-30F44135D4A4}" dt="2025-04-03T14:54:24.092" v="1136" actId="20577"/>
          <ac:spMkLst>
            <pc:docMk/>
            <pc:sldMk cId="2486300348" sldId="2199"/>
            <ac:spMk id="3" creationId="{8376C851-10EC-BE8E-D9C9-02063091A0AF}"/>
          </ac:spMkLst>
        </pc:spChg>
        <pc:spChg chg="mod">
          <ac:chgData name="Ajit Abraham" userId="66e44ec9267aee7b" providerId="LiveId" clId="{967089A4-34E5-492C-A290-30F44135D4A4}" dt="2025-04-03T14:49:56.170" v="1085" actId="20577"/>
          <ac:spMkLst>
            <pc:docMk/>
            <pc:sldMk cId="2486300348" sldId="2199"/>
            <ac:spMk id="5" creationId="{155BFC17-C7F7-48FE-B7AB-894C6030D2F8}"/>
          </ac:spMkLst>
        </pc:spChg>
      </pc:sldChg>
      <pc:sldChg chg="modSp add mod">
        <pc:chgData name="Ajit Abraham" userId="66e44ec9267aee7b" providerId="LiveId" clId="{967089A4-34E5-492C-A290-30F44135D4A4}" dt="2025-04-04T16:17:35.124" v="2120" actId="403"/>
        <pc:sldMkLst>
          <pc:docMk/>
          <pc:sldMk cId="4014766684" sldId="2200"/>
        </pc:sldMkLst>
        <pc:spChg chg="mod">
          <ac:chgData name="Ajit Abraham" userId="66e44ec9267aee7b" providerId="LiveId" clId="{967089A4-34E5-492C-A290-30F44135D4A4}" dt="2025-04-04T16:17:35.124" v="2120" actId="403"/>
          <ac:spMkLst>
            <pc:docMk/>
            <pc:sldMk cId="4014766684" sldId="2200"/>
            <ac:spMk id="3" creationId="{82D9EB86-C932-B850-C1C1-001299C5D26A}"/>
          </ac:spMkLst>
        </pc:spChg>
        <pc:spChg chg="mod">
          <ac:chgData name="Ajit Abraham" userId="66e44ec9267aee7b" providerId="LiveId" clId="{967089A4-34E5-492C-A290-30F44135D4A4}" dt="2025-04-04T09:16:47.319" v="1233" actId="20577"/>
          <ac:spMkLst>
            <pc:docMk/>
            <pc:sldMk cId="4014766684" sldId="2200"/>
            <ac:spMk id="4" creationId="{0CE476F4-EEA7-2608-9CFA-B95123F325D9}"/>
          </ac:spMkLst>
        </pc:spChg>
        <pc:spChg chg="mod">
          <ac:chgData name="Ajit Abraham" userId="66e44ec9267aee7b" providerId="LiveId" clId="{967089A4-34E5-492C-A290-30F44135D4A4}" dt="2025-04-04T09:27:49.916" v="1373" actId="20577"/>
          <ac:spMkLst>
            <pc:docMk/>
            <pc:sldMk cId="4014766684" sldId="2200"/>
            <ac:spMk id="5" creationId="{C46E5ED5-D576-46C0-3C91-9B2D5C3009FC}"/>
          </ac:spMkLst>
        </pc:spChg>
      </pc:sldChg>
      <pc:sldChg chg="modSp add mod">
        <pc:chgData name="Ajit Abraham" userId="66e44ec9267aee7b" providerId="LiveId" clId="{967089A4-34E5-492C-A290-30F44135D4A4}" dt="2025-04-04T16:17:39.734" v="2121" actId="403"/>
        <pc:sldMkLst>
          <pc:docMk/>
          <pc:sldMk cId="2290530466" sldId="2201"/>
        </pc:sldMkLst>
        <pc:spChg chg="mod">
          <ac:chgData name="Ajit Abraham" userId="66e44ec9267aee7b" providerId="LiveId" clId="{967089A4-34E5-492C-A290-30F44135D4A4}" dt="2025-04-04T16:17:39.734" v="2121" actId="403"/>
          <ac:spMkLst>
            <pc:docMk/>
            <pc:sldMk cId="2290530466" sldId="2201"/>
            <ac:spMk id="3" creationId="{291FA177-9223-FAA2-FA91-BABB3C328F6A}"/>
          </ac:spMkLst>
        </pc:spChg>
        <pc:spChg chg="mod">
          <ac:chgData name="Ajit Abraham" userId="66e44ec9267aee7b" providerId="LiveId" clId="{967089A4-34E5-492C-A290-30F44135D4A4}" dt="2025-04-04T09:22:59.543" v="1297" actId="20577"/>
          <ac:spMkLst>
            <pc:docMk/>
            <pc:sldMk cId="2290530466" sldId="2201"/>
            <ac:spMk id="4" creationId="{C5D4C830-CBFB-407D-0520-65561B45F0B5}"/>
          </ac:spMkLst>
        </pc:spChg>
        <pc:spChg chg="mod">
          <ac:chgData name="Ajit Abraham" userId="66e44ec9267aee7b" providerId="LiveId" clId="{967089A4-34E5-492C-A290-30F44135D4A4}" dt="2025-04-04T09:27:45.470" v="1371" actId="20577"/>
          <ac:spMkLst>
            <pc:docMk/>
            <pc:sldMk cId="2290530466" sldId="2201"/>
            <ac:spMk id="5" creationId="{BCB4B4B2-CEA6-F6E3-04C5-7E77E1454195}"/>
          </ac:spMkLst>
        </pc:spChg>
      </pc:sldChg>
      <pc:sldChg chg="modSp add mod">
        <pc:chgData name="Ajit Abraham" userId="66e44ec9267aee7b" providerId="LiveId" clId="{967089A4-34E5-492C-A290-30F44135D4A4}" dt="2025-04-04T16:17:45.999" v="2122" actId="403"/>
        <pc:sldMkLst>
          <pc:docMk/>
          <pc:sldMk cId="2696903545" sldId="2202"/>
        </pc:sldMkLst>
        <pc:spChg chg="mod">
          <ac:chgData name="Ajit Abraham" userId="66e44ec9267aee7b" providerId="LiveId" clId="{967089A4-34E5-492C-A290-30F44135D4A4}" dt="2025-04-04T16:17:45.999" v="2122" actId="403"/>
          <ac:spMkLst>
            <pc:docMk/>
            <pc:sldMk cId="2696903545" sldId="2202"/>
            <ac:spMk id="3" creationId="{A6CEBEAD-AB3F-F08A-1EF8-5698C22B3B48}"/>
          </ac:spMkLst>
        </pc:spChg>
        <pc:spChg chg="mod">
          <ac:chgData name="Ajit Abraham" userId="66e44ec9267aee7b" providerId="LiveId" clId="{967089A4-34E5-492C-A290-30F44135D4A4}" dt="2025-04-04T09:25:19.658" v="1339" actId="20577"/>
          <ac:spMkLst>
            <pc:docMk/>
            <pc:sldMk cId="2696903545" sldId="2202"/>
            <ac:spMk id="4" creationId="{9A20D706-7D71-5E70-3D75-F3CB2A6E22EE}"/>
          </ac:spMkLst>
        </pc:spChg>
        <pc:spChg chg="mod">
          <ac:chgData name="Ajit Abraham" userId="66e44ec9267aee7b" providerId="LiveId" clId="{967089A4-34E5-492C-A290-30F44135D4A4}" dt="2025-04-04T09:27:41.885" v="1369" actId="20577"/>
          <ac:spMkLst>
            <pc:docMk/>
            <pc:sldMk cId="2696903545" sldId="2202"/>
            <ac:spMk id="5" creationId="{D5FB204D-FFFA-D10A-1110-7C2C1878A29B}"/>
          </ac:spMkLst>
        </pc:spChg>
      </pc:sldChg>
      <pc:sldChg chg="modSp add mod">
        <pc:chgData name="Ajit Abraham" userId="66e44ec9267aee7b" providerId="LiveId" clId="{967089A4-34E5-492C-A290-30F44135D4A4}" dt="2025-04-04T16:17:51.174" v="2123" actId="403"/>
        <pc:sldMkLst>
          <pc:docMk/>
          <pc:sldMk cId="182489781" sldId="2203"/>
        </pc:sldMkLst>
        <pc:spChg chg="mod">
          <ac:chgData name="Ajit Abraham" userId="66e44ec9267aee7b" providerId="LiveId" clId="{967089A4-34E5-492C-A290-30F44135D4A4}" dt="2025-04-04T16:17:51.174" v="2123" actId="403"/>
          <ac:spMkLst>
            <pc:docMk/>
            <pc:sldMk cId="182489781" sldId="2203"/>
            <ac:spMk id="3" creationId="{C2E2BDD3-53F2-E95B-0DF9-8A2BB50BCB5D}"/>
          </ac:spMkLst>
        </pc:spChg>
        <pc:spChg chg="mod">
          <ac:chgData name="Ajit Abraham" userId="66e44ec9267aee7b" providerId="LiveId" clId="{967089A4-34E5-492C-A290-30F44135D4A4}" dt="2025-04-04T09:27:06.695" v="1363" actId="1076"/>
          <ac:spMkLst>
            <pc:docMk/>
            <pc:sldMk cId="182489781" sldId="2203"/>
            <ac:spMk id="4" creationId="{28AE1B61-284B-C39F-6FD2-1C4C2493B77E}"/>
          </ac:spMkLst>
        </pc:spChg>
        <pc:spChg chg="mod">
          <ac:chgData name="Ajit Abraham" userId="66e44ec9267aee7b" providerId="LiveId" clId="{967089A4-34E5-492C-A290-30F44135D4A4}" dt="2025-04-04T09:27:37.405" v="1367" actId="20577"/>
          <ac:spMkLst>
            <pc:docMk/>
            <pc:sldMk cId="182489781" sldId="2203"/>
            <ac:spMk id="5" creationId="{D0C71920-F220-D651-322B-0CA68B77AB73}"/>
          </ac:spMkLst>
        </pc:spChg>
      </pc:sldChg>
      <pc:sldChg chg="modSp add mod">
        <pc:chgData name="Ajit Abraham" userId="66e44ec9267aee7b" providerId="LiveId" clId="{967089A4-34E5-492C-A290-30F44135D4A4}" dt="2025-04-04T16:17:55.508" v="2124" actId="403"/>
        <pc:sldMkLst>
          <pc:docMk/>
          <pc:sldMk cId="2480692053" sldId="2204"/>
        </pc:sldMkLst>
        <pc:spChg chg="mod">
          <ac:chgData name="Ajit Abraham" userId="66e44ec9267aee7b" providerId="LiveId" clId="{967089A4-34E5-492C-A290-30F44135D4A4}" dt="2025-04-04T16:17:55.508" v="2124" actId="403"/>
          <ac:spMkLst>
            <pc:docMk/>
            <pc:sldMk cId="2480692053" sldId="2204"/>
            <ac:spMk id="3" creationId="{8A4EBD59-B85D-78C5-2CD4-82D9AA4EAEE5}"/>
          </ac:spMkLst>
        </pc:spChg>
        <pc:spChg chg="mod">
          <ac:chgData name="Ajit Abraham" userId="66e44ec9267aee7b" providerId="LiveId" clId="{967089A4-34E5-492C-A290-30F44135D4A4}" dt="2025-04-04T09:29:16.980" v="1395" actId="20577"/>
          <ac:spMkLst>
            <pc:docMk/>
            <pc:sldMk cId="2480692053" sldId="2204"/>
            <ac:spMk id="4" creationId="{C06527B7-5B03-0A40-2A8F-82BA4BBB6756}"/>
          </ac:spMkLst>
        </pc:spChg>
        <pc:spChg chg="mod">
          <ac:chgData name="Ajit Abraham" userId="66e44ec9267aee7b" providerId="LiveId" clId="{967089A4-34E5-492C-A290-30F44135D4A4}" dt="2025-04-04T09:28:02.155" v="1378" actId="20577"/>
          <ac:spMkLst>
            <pc:docMk/>
            <pc:sldMk cId="2480692053" sldId="2204"/>
            <ac:spMk id="5" creationId="{29FD6506-6B54-8DC8-7631-EB6B52923992}"/>
          </ac:spMkLst>
        </pc:spChg>
      </pc:sldChg>
      <pc:sldChg chg="modSp add mod">
        <pc:chgData name="Ajit Abraham" userId="66e44ec9267aee7b" providerId="LiveId" clId="{967089A4-34E5-492C-A290-30F44135D4A4}" dt="2025-04-04T16:18:09.684" v="2127" actId="403"/>
        <pc:sldMkLst>
          <pc:docMk/>
          <pc:sldMk cId="189503831" sldId="2205"/>
        </pc:sldMkLst>
        <pc:spChg chg="mod">
          <ac:chgData name="Ajit Abraham" userId="66e44ec9267aee7b" providerId="LiveId" clId="{967089A4-34E5-492C-A290-30F44135D4A4}" dt="2025-04-04T16:18:09.684" v="2127" actId="403"/>
          <ac:spMkLst>
            <pc:docMk/>
            <pc:sldMk cId="189503831" sldId="2205"/>
            <ac:spMk id="3" creationId="{4BCC0A61-46E7-88E2-6A64-B39290595F40}"/>
          </ac:spMkLst>
        </pc:spChg>
        <pc:spChg chg="mod">
          <ac:chgData name="Ajit Abraham" userId="66e44ec9267aee7b" providerId="LiveId" clId="{967089A4-34E5-492C-A290-30F44135D4A4}" dt="2025-04-04T09:39:08.899" v="1469" actId="20577"/>
          <ac:spMkLst>
            <pc:docMk/>
            <pc:sldMk cId="189503831" sldId="2205"/>
            <ac:spMk id="4" creationId="{9C8BCD71-105D-A23A-7CF5-CB02DCBCC88F}"/>
          </ac:spMkLst>
        </pc:spChg>
        <pc:spChg chg="mod">
          <ac:chgData name="Ajit Abraham" userId="66e44ec9267aee7b" providerId="LiveId" clId="{967089A4-34E5-492C-A290-30F44135D4A4}" dt="2025-04-04T09:39:18.293" v="1472" actId="20577"/>
          <ac:spMkLst>
            <pc:docMk/>
            <pc:sldMk cId="189503831" sldId="2205"/>
            <ac:spMk id="5" creationId="{57166D7E-C838-EED4-49F2-4CD2A5C8C93D}"/>
          </ac:spMkLst>
        </pc:spChg>
      </pc:sldChg>
      <pc:sldChg chg="add del">
        <pc:chgData name="Ajit Abraham" userId="66e44ec9267aee7b" providerId="LiveId" clId="{967089A4-34E5-492C-A290-30F44135D4A4}" dt="2025-04-04T09:34:13.214" v="1427"/>
        <pc:sldMkLst>
          <pc:docMk/>
          <pc:sldMk cId="346599074" sldId="2205"/>
        </pc:sldMkLst>
      </pc:sldChg>
      <pc:sldChg chg="modSp add mod">
        <pc:chgData name="Ajit Abraham" userId="66e44ec9267aee7b" providerId="LiveId" clId="{967089A4-34E5-492C-A290-30F44135D4A4}" dt="2025-04-04T16:18:15.174" v="2128" actId="403"/>
        <pc:sldMkLst>
          <pc:docMk/>
          <pc:sldMk cId="954651816" sldId="2206"/>
        </pc:sldMkLst>
        <pc:spChg chg="mod">
          <ac:chgData name="Ajit Abraham" userId="66e44ec9267aee7b" providerId="LiveId" clId="{967089A4-34E5-492C-A290-30F44135D4A4}" dt="2025-04-04T16:18:15.174" v="2128" actId="403"/>
          <ac:spMkLst>
            <pc:docMk/>
            <pc:sldMk cId="954651816" sldId="2206"/>
            <ac:spMk id="3" creationId="{06CAC32F-BC66-8664-C80A-95CDBA1D7FAF}"/>
          </ac:spMkLst>
        </pc:spChg>
        <pc:spChg chg="mod">
          <ac:chgData name="Ajit Abraham" userId="66e44ec9267aee7b" providerId="LiveId" clId="{967089A4-34E5-492C-A290-30F44135D4A4}" dt="2025-04-04T09:39:46.585" v="1477"/>
          <ac:spMkLst>
            <pc:docMk/>
            <pc:sldMk cId="954651816" sldId="2206"/>
            <ac:spMk id="4" creationId="{1F01D61E-ED33-362A-4F5B-057632F70833}"/>
          </ac:spMkLst>
        </pc:spChg>
        <pc:spChg chg="mod">
          <ac:chgData name="Ajit Abraham" userId="66e44ec9267aee7b" providerId="LiveId" clId="{967089A4-34E5-492C-A290-30F44135D4A4}" dt="2025-04-04T09:39:25.300" v="1474" actId="20577"/>
          <ac:spMkLst>
            <pc:docMk/>
            <pc:sldMk cId="954651816" sldId="2206"/>
            <ac:spMk id="5" creationId="{1DB86389-B75B-14A9-AEF0-DF337C1E318D}"/>
          </ac:spMkLst>
        </pc:spChg>
      </pc:sldChg>
      <pc:sldChg chg="modSp add mod">
        <pc:chgData name="Ajit Abraham" userId="66e44ec9267aee7b" providerId="LiveId" clId="{967089A4-34E5-492C-A290-30F44135D4A4}" dt="2025-04-04T16:18:19.258" v="2129" actId="403"/>
        <pc:sldMkLst>
          <pc:docMk/>
          <pc:sldMk cId="4139644595" sldId="2207"/>
        </pc:sldMkLst>
        <pc:spChg chg="mod">
          <ac:chgData name="Ajit Abraham" userId="66e44ec9267aee7b" providerId="LiveId" clId="{967089A4-34E5-492C-A290-30F44135D4A4}" dt="2025-04-04T16:18:19.258" v="2129" actId="403"/>
          <ac:spMkLst>
            <pc:docMk/>
            <pc:sldMk cId="4139644595" sldId="2207"/>
            <ac:spMk id="3" creationId="{9326A09E-5A32-F394-0321-55FA1FD37B75}"/>
          </ac:spMkLst>
        </pc:spChg>
        <pc:spChg chg="mod">
          <ac:chgData name="Ajit Abraham" userId="66e44ec9267aee7b" providerId="LiveId" clId="{967089A4-34E5-492C-A290-30F44135D4A4}" dt="2025-04-04T09:40:23.476" v="1483" actId="20577"/>
          <ac:spMkLst>
            <pc:docMk/>
            <pc:sldMk cId="4139644595" sldId="2207"/>
            <ac:spMk id="4" creationId="{D65E9009-E3C8-2CBE-6D5C-22E77323F7B2}"/>
          </ac:spMkLst>
        </pc:spChg>
        <pc:spChg chg="mod">
          <ac:chgData name="Ajit Abraham" userId="66e44ec9267aee7b" providerId="LiveId" clId="{967089A4-34E5-492C-A290-30F44135D4A4}" dt="2025-04-04T09:41:39.112" v="1498" actId="20577"/>
          <ac:spMkLst>
            <pc:docMk/>
            <pc:sldMk cId="4139644595" sldId="2207"/>
            <ac:spMk id="5" creationId="{D7C13A1B-C735-08F9-C1C6-C1958CB35653}"/>
          </ac:spMkLst>
        </pc:spChg>
      </pc:sldChg>
      <pc:sldChg chg="modSp add mod">
        <pc:chgData name="Ajit Abraham" userId="66e44ec9267aee7b" providerId="LiveId" clId="{967089A4-34E5-492C-A290-30F44135D4A4}" dt="2025-04-04T16:18:23.044" v="2130" actId="403"/>
        <pc:sldMkLst>
          <pc:docMk/>
          <pc:sldMk cId="1559381436" sldId="2208"/>
        </pc:sldMkLst>
        <pc:spChg chg="mod">
          <ac:chgData name="Ajit Abraham" userId="66e44ec9267aee7b" providerId="LiveId" clId="{967089A4-34E5-492C-A290-30F44135D4A4}" dt="2025-04-04T16:18:23.044" v="2130" actId="403"/>
          <ac:spMkLst>
            <pc:docMk/>
            <pc:sldMk cId="1559381436" sldId="2208"/>
            <ac:spMk id="3" creationId="{320CC431-3068-CE43-28AE-324798D1DD68}"/>
          </ac:spMkLst>
        </pc:spChg>
        <pc:spChg chg="mod">
          <ac:chgData name="Ajit Abraham" userId="66e44ec9267aee7b" providerId="LiveId" clId="{967089A4-34E5-492C-A290-30F44135D4A4}" dt="2025-04-04T09:41:08.069" v="1493" actId="20577"/>
          <ac:spMkLst>
            <pc:docMk/>
            <pc:sldMk cId="1559381436" sldId="2208"/>
            <ac:spMk id="4" creationId="{A86BB282-E376-F87B-4103-AC1C8A5E20A1}"/>
          </ac:spMkLst>
        </pc:spChg>
        <pc:spChg chg="mod">
          <ac:chgData name="Ajit Abraham" userId="66e44ec9267aee7b" providerId="LiveId" clId="{967089A4-34E5-492C-A290-30F44135D4A4}" dt="2025-04-04T09:41:44.113" v="1500" actId="20577"/>
          <ac:spMkLst>
            <pc:docMk/>
            <pc:sldMk cId="1559381436" sldId="2208"/>
            <ac:spMk id="5" creationId="{2C897AEE-7432-CA31-D9A8-6D418ECB132B}"/>
          </ac:spMkLst>
        </pc:spChg>
      </pc:sldChg>
      <pc:sldChg chg="modSp add mod">
        <pc:chgData name="Ajit Abraham" userId="66e44ec9267aee7b" providerId="LiveId" clId="{967089A4-34E5-492C-A290-30F44135D4A4}" dt="2025-04-04T16:18:27.434" v="2131" actId="403"/>
        <pc:sldMkLst>
          <pc:docMk/>
          <pc:sldMk cId="755387422" sldId="2209"/>
        </pc:sldMkLst>
        <pc:spChg chg="mod">
          <ac:chgData name="Ajit Abraham" userId="66e44ec9267aee7b" providerId="LiveId" clId="{967089A4-34E5-492C-A290-30F44135D4A4}" dt="2025-04-04T16:18:27.434" v="2131" actId="403"/>
          <ac:spMkLst>
            <pc:docMk/>
            <pc:sldMk cId="755387422" sldId="2209"/>
            <ac:spMk id="3" creationId="{EDA7DEC6-B81F-8951-CC7A-F85AD62A00AD}"/>
          </ac:spMkLst>
        </pc:spChg>
        <pc:spChg chg="mod">
          <ac:chgData name="Ajit Abraham" userId="66e44ec9267aee7b" providerId="LiveId" clId="{967089A4-34E5-492C-A290-30F44135D4A4}" dt="2025-04-04T09:44:07.053" v="1522" actId="20577"/>
          <ac:spMkLst>
            <pc:docMk/>
            <pc:sldMk cId="755387422" sldId="2209"/>
            <ac:spMk id="4" creationId="{4B0B4324-054F-07C7-AAD0-003E1B02095A}"/>
          </ac:spMkLst>
        </pc:spChg>
        <pc:spChg chg="mod">
          <ac:chgData name="Ajit Abraham" userId="66e44ec9267aee7b" providerId="LiveId" clId="{967089A4-34E5-492C-A290-30F44135D4A4}" dt="2025-04-04T09:42:38.463" v="1511" actId="20577"/>
          <ac:spMkLst>
            <pc:docMk/>
            <pc:sldMk cId="755387422" sldId="2209"/>
            <ac:spMk id="5" creationId="{CA261C74-D3F1-8F06-4534-5B1E47811D1A}"/>
          </ac:spMkLst>
        </pc:spChg>
      </pc:sldChg>
      <pc:sldChg chg="modSp add mod">
        <pc:chgData name="Ajit Abraham" userId="66e44ec9267aee7b" providerId="LiveId" clId="{967089A4-34E5-492C-A290-30F44135D4A4}" dt="2025-04-04T16:18:30.974" v="2132" actId="403"/>
        <pc:sldMkLst>
          <pc:docMk/>
          <pc:sldMk cId="3931749541" sldId="2210"/>
        </pc:sldMkLst>
        <pc:spChg chg="mod">
          <ac:chgData name="Ajit Abraham" userId="66e44ec9267aee7b" providerId="LiveId" clId="{967089A4-34E5-492C-A290-30F44135D4A4}" dt="2025-04-04T16:18:30.974" v="2132" actId="403"/>
          <ac:spMkLst>
            <pc:docMk/>
            <pc:sldMk cId="3931749541" sldId="2210"/>
            <ac:spMk id="3" creationId="{39F8BA20-A9B1-9408-0016-CF0E9BD52366}"/>
          </ac:spMkLst>
        </pc:spChg>
        <pc:spChg chg="mod">
          <ac:chgData name="Ajit Abraham" userId="66e44ec9267aee7b" providerId="LiveId" clId="{967089A4-34E5-492C-A290-30F44135D4A4}" dt="2025-04-04T09:44:39.129" v="1527" actId="20577"/>
          <ac:spMkLst>
            <pc:docMk/>
            <pc:sldMk cId="3931749541" sldId="2210"/>
            <ac:spMk id="4" creationId="{2CA8F6D5-7455-72C9-F33D-A4C590B5AC2F}"/>
          </ac:spMkLst>
        </pc:spChg>
        <pc:spChg chg="mod">
          <ac:chgData name="Ajit Abraham" userId="66e44ec9267aee7b" providerId="LiveId" clId="{967089A4-34E5-492C-A290-30F44135D4A4}" dt="2025-04-04T09:43:17.974" v="1518" actId="20577"/>
          <ac:spMkLst>
            <pc:docMk/>
            <pc:sldMk cId="3931749541" sldId="2210"/>
            <ac:spMk id="5" creationId="{3165E102-1982-425A-4D6E-B7143F1B142C}"/>
          </ac:spMkLst>
        </pc:spChg>
      </pc:sldChg>
      <pc:sldChg chg="modSp add mod">
        <pc:chgData name="Ajit Abraham" userId="66e44ec9267aee7b" providerId="LiveId" clId="{967089A4-34E5-492C-A290-30F44135D4A4}" dt="2025-04-04T16:18:57.884" v="2138" actId="27636"/>
        <pc:sldMkLst>
          <pc:docMk/>
          <pc:sldMk cId="1588438480" sldId="2211"/>
        </pc:sldMkLst>
        <pc:spChg chg="mod">
          <ac:chgData name="Ajit Abraham" userId="66e44ec9267aee7b" providerId="LiveId" clId="{967089A4-34E5-492C-A290-30F44135D4A4}" dt="2025-04-04T16:18:57.884" v="2138" actId="27636"/>
          <ac:spMkLst>
            <pc:docMk/>
            <pc:sldMk cId="1588438480" sldId="2211"/>
            <ac:spMk id="3" creationId="{2D0BEC79-07DB-2E99-2E22-EC2CDB955EB6}"/>
          </ac:spMkLst>
        </pc:spChg>
        <pc:spChg chg="mod">
          <ac:chgData name="Ajit Abraham" userId="66e44ec9267aee7b" providerId="LiveId" clId="{967089A4-34E5-492C-A290-30F44135D4A4}" dt="2025-04-04T15:59:59.803" v="1884" actId="20577"/>
          <ac:spMkLst>
            <pc:docMk/>
            <pc:sldMk cId="1588438480" sldId="2211"/>
            <ac:spMk id="5" creationId="{29CA3F32-7BBA-BB73-3333-247B13F71254}"/>
          </ac:spMkLst>
        </pc:spChg>
        <pc:spChg chg="mod">
          <ac:chgData name="Ajit Abraham" userId="66e44ec9267aee7b" providerId="LiveId" clId="{967089A4-34E5-492C-A290-30F44135D4A4}" dt="2025-04-04T15:58:37.732" v="1849" actId="20577"/>
          <ac:spMkLst>
            <pc:docMk/>
            <pc:sldMk cId="1588438480" sldId="2211"/>
            <ac:spMk id="13" creationId="{4768C18B-97B2-8FFD-2DA5-36092856427C}"/>
          </ac:spMkLst>
        </pc:spChg>
      </pc:sldChg>
      <pc:sldChg chg="modSp add mod">
        <pc:chgData name="Ajit Abraham" userId="66e44ec9267aee7b" providerId="LiveId" clId="{967089A4-34E5-492C-A290-30F44135D4A4}" dt="2025-04-04T16:19:02.871" v="2140" actId="27636"/>
        <pc:sldMkLst>
          <pc:docMk/>
          <pc:sldMk cId="2877923320" sldId="2212"/>
        </pc:sldMkLst>
        <pc:spChg chg="mod">
          <ac:chgData name="Ajit Abraham" userId="66e44ec9267aee7b" providerId="LiveId" clId="{967089A4-34E5-492C-A290-30F44135D4A4}" dt="2025-04-04T16:19:02.871" v="2140" actId="27636"/>
          <ac:spMkLst>
            <pc:docMk/>
            <pc:sldMk cId="2877923320" sldId="2212"/>
            <ac:spMk id="3" creationId="{AA8DE3A7-4588-E8AA-44E9-4DEAC93A997F}"/>
          </ac:spMkLst>
        </pc:spChg>
        <pc:spChg chg="mod">
          <ac:chgData name="Ajit Abraham" userId="66e44ec9267aee7b" providerId="LiveId" clId="{967089A4-34E5-492C-A290-30F44135D4A4}" dt="2025-04-04T16:03:10.098" v="1976" actId="20577"/>
          <ac:spMkLst>
            <pc:docMk/>
            <pc:sldMk cId="2877923320" sldId="2212"/>
            <ac:spMk id="5" creationId="{9031ED52-F440-6F62-144C-8B6CD2598F0A}"/>
          </ac:spMkLst>
        </pc:spChg>
        <pc:spChg chg="mod">
          <ac:chgData name="Ajit Abraham" userId="66e44ec9267aee7b" providerId="LiveId" clId="{967089A4-34E5-492C-A290-30F44135D4A4}" dt="2025-04-04T16:03:28.245" v="1977" actId="20577"/>
          <ac:spMkLst>
            <pc:docMk/>
            <pc:sldMk cId="2877923320" sldId="2212"/>
            <ac:spMk id="13" creationId="{DD196A51-BDD2-6820-F69B-22282C9765D9}"/>
          </ac:spMkLst>
        </pc:spChg>
      </pc:sldChg>
      <pc:sldChg chg="modSp add mod">
        <pc:chgData name="Ajit Abraham" userId="66e44ec9267aee7b" providerId="LiveId" clId="{967089A4-34E5-492C-A290-30F44135D4A4}" dt="2025-04-04T16:19:10.405" v="2141" actId="404"/>
        <pc:sldMkLst>
          <pc:docMk/>
          <pc:sldMk cId="2377854253" sldId="2213"/>
        </pc:sldMkLst>
        <pc:spChg chg="mod">
          <ac:chgData name="Ajit Abraham" userId="66e44ec9267aee7b" providerId="LiveId" clId="{967089A4-34E5-492C-A290-30F44135D4A4}" dt="2025-04-04T16:19:10.405" v="2141" actId="404"/>
          <ac:spMkLst>
            <pc:docMk/>
            <pc:sldMk cId="2377854253" sldId="2213"/>
            <ac:spMk id="3" creationId="{CB24A838-CC3A-B9A1-67C2-CBB121D77054}"/>
          </ac:spMkLst>
        </pc:spChg>
        <pc:spChg chg="mod">
          <ac:chgData name="Ajit Abraham" userId="66e44ec9267aee7b" providerId="LiveId" clId="{967089A4-34E5-492C-A290-30F44135D4A4}" dt="2025-04-04T16:04:09.737" v="1986" actId="20577"/>
          <ac:spMkLst>
            <pc:docMk/>
            <pc:sldMk cId="2377854253" sldId="2213"/>
            <ac:spMk id="5" creationId="{26FC3AE5-BAA8-ECC4-CFC4-5B02A8D391AB}"/>
          </ac:spMkLst>
        </pc:spChg>
        <pc:spChg chg="mod">
          <ac:chgData name="Ajit Abraham" userId="66e44ec9267aee7b" providerId="LiveId" clId="{967089A4-34E5-492C-A290-30F44135D4A4}" dt="2025-04-04T16:04:17.472" v="1987" actId="20577"/>
          <ac:spMkLst>
            <pc:docMk/>
            <pc:sldMk cId="2377854253" sldId="2213"/>
            <ac:spMk id="13" creationId="{D87B84F4-33C7-6F62-2C50-079BD030C888}"/>
          </ac:spMkLst>
        </pc:spChg>
      </pc:sldChg>
      <pc:sldChg chg="modSp add mod">
        <pc:chgData name="Ajit Abraham" userId="66e44ec9267aee7b" providerId="LiveId" clId="{967089A4-34E5-492C-A290-30F44135D4A4}" dt="2025-04-04T16:19:31.038" v="2146" actId="403"/>
        <pc:sldMkLst>
          <pc:docMk/>
          <pc:sldMk cId="4254857502" sldId="2214"/>
        </pc:sldMkLst>
        <pc:spChg chg="mod">
          <ac:chgData name="Ajit Abraham" userId="66e44ec9267aee7b" providerId="LiveId" clId="{967089A4-34E5-492C-A290-30F44135D4A4}" dt="2025-04-04T16:10:32.596" v="2053" actId="20577"/>
          <ac:spMkLst>
            <pc:docMk/>
            <pc:sldMk cId="4254857502" sldId="2214"/>
            <ac:spMk id="3" creationId="{B056316F-61BE-4131-1935-9153EBC86796}"/>
          </ac:spMkLst>
        </pc:spChg>
        <pc:spChg chg="mod">
          <ac:chgData name="Ajit Abraham" userId="66e44ec9267aee7b" providerId="LiveId" clId="{967089A4-34E5-492C-A290-30F44135D4A4}" dt="2025-04-04T16:11:21.712" v="2060" actId="20577"/>
          <ac:spMkLst>
            <pc:docMk/>
            <pc:sldMk cId="4254857502" sldId="2214"/>
            <ac:spMk id="4" creationId="{A32C128C-AAE4-6565-9545-6C600D03BEFB}"/>
          </ac:spMkLst>
        </pc:spChg>
        <pc:spChg chg="mod">
          <ac:chgData name="Ajit Abraham" userId="66e44ec9267aee7b" providerId="LiveId" clId="{967089A4-34E5-492C-A290-30F44135D4A4}" dt="2025-04-04T16:19:31.038" v="2146" actId="403"/>
          <ac:spMkLst>
            <pc:docMk/>
            <pc:sldMk cId="4254857502" sldId="2214"/>
            <ac:spMk id="5" creationId="{8D24E460-1F8C-C06C-1284-E17D7FF7D707}"/>
          </ac:spMkLst>
        </pc:spChg>
      </pc:sldChg>
      <pc:sldChg chg="modSp add mod">
        <pc:chgData name="Ajit Abraham" userId="66e44ec9267aee7b" providerId="LiveId" clId="{967089A4-34E5-492C-A290-30F44135D4A4}" dt="2025-04-04T16:19:38.136" v="2148" actId="14100"/>
        <pc:sldMkLst>
          <pc:docMk/>
          <pc:sldMk cId="2023233644" sldId="2215"/>
        </pc:sldMkLst>
        <pc:spChg chg="mod">
          <ac:chgData name="Ajit Abraham" userId="66e44ec9267aee7b" providerId="LiveId" clId="{967089A4-34E5-492C-A290-30F44135D4A4}" dt="2025-04-04T16:19:38.136" v="2148" actId="14100"/>
          <ac:spMkLst>
            <pc:docMk/>
            <pc:sldMk cId="2023233644" sldId="2215"/>
            <ac:spMk id="3" creationId="{825DD41B-D84C-4C0F-9B70-5BA46D4B47CF}"/>
          </ac:spMkLst>
        </pc:spChg>
        <pc:spChg chg="mod">
          <ac:chgData name="Ajit Abraham" userId="66e44ec9267aee7b" providerId="LiveId" clId="{967089A4-34E5-492C-A290-30F44135D4A4}" dt="2025-04-04T16:11:27.340" v="2061" actId="20577"/>
          <ac:spMkLst>
            <pc:docMk/>
            <pc:sldMk cId="2023233644" sldId="2215"/>
            <ac:spMk id="4" creationId="{02EBA5FE-EA55-1F61-76B3-E99CF2C0FF29}"/>
          </ac:spMkLst>
        </pc:spChg>
      </pc:sldChg>
      <pc:sldChg chg="modSp add mod">
        <pc:chgData name="Ajit Abraham" userId="66e44ec9267aee7b" providerId="LiveId" clId="{967089A4-34E5-492C-A290-30F44135D4A4}" dt="2025-04-04T16:19:52.937" v="2149" actId="403"/>
        <pc:sldMkLst>
          <pc:docMk/>
          <pc:sldMk cId="698116463" sldId="2216"/>
        </pc:sldMkLst>
        <pc:spChg chg="mod">
          <ac:chgData name="Ajit Abraham" userId="66e44ec9267aee7b" providerId="LiveId" clId="{967089A4-34E5-492C-A290-30F44135D4A4}" dt="2025-04-04T16:10:55.268" v="2058" actId="20577"/>
          <ac:spMkLst>
            <pc:docMk/>
            <pc:sldMk cId="698116463" sldId="2216"/>
            <ac:spMk id="3" creationId="{87148D50-D6BE-F71C-EFAC-371EBD14EBCB}"/>
          </ac:spMkLst>
        </pc:spChg>
        <pc:spChg chg="mod">
          <ac:chgData name="Ajit Abraham" userId="66e44ec9267aee7b" providerId="LiveId" clId="{967089A4-34E5-492C-A290-30F44135D4A4}" dt="2025-04-04T16:11:13.382" v="2059" actId="20577"/>
          <ac:spMkLst>
            <pc:docMk/>
            <pc:sldMk cId="698116463" sldId="2216"/>
            <ac:spMk id="4" creationId="{E36162D9-A74E-FA64-59E3-F7B2BAFCBA1F}"/>
          </ac:spMkLst>
        </pc:spChg>
        <pc:spChg chg="mod">
          <ac:chgData name="Ajit Abraham" userId="66e44ec9267aee7b" providerId="LiveId" clId="{967089A4-34E5-492C-A290-30F44135D4A4}" dt="2025-04-04T16:19:52.937" v="2149" actId="403"/>
          <ac:spMkLst>
            <pc:docMk/>
            <pc:sldMk cId="698116463" sldId="2216"/>
            <ac:spMk id="5" creationId="{A4C6638D-5F35-A9B6-EF84-F1942C28DECF}"/>
          </ac:spMkLst>
        </pc:spChg>
      </pc:sldChg>
      <pc:sldChg chg="modSp add mod">
        <pc:chgData name="Ajit Abraham" userId="66e44ec9267aee7b" providerId="LiveId" clId="{967089A4-34E5-492C-A290-30F44135D4A4}" dt="2025-04-04T16:19:59.170" v="2151" actId="14100"/>
        <pc:sldMkLst>
          <pc:docMk/>
          <pc:sldMk cId="4080107628" sldId="2217"/>
        </pc:sldMkLst>
        <pc:spChg chg="mod">
          <ac:chgData name="Ajit Abraham" userId="66e44ec9267aee7b" providerId="LiveId" clId="{967089A4-34E5-492C-A290-30F44135D4A4}" dt="2025-04-04T16:19:59.170" v="2151" actId="14100"/>
          <ac:spMkLst>
            <pc:docMk/>
            <pc:sldMk cId="4080107628" sldId="2217"/>
            <ac:spMk id="3" creationId="{C6C6F241-6702-C328-E904-D024636BAE4D}"/>
          </ac:spMkLst>
        </pc:spChg>
        <pc:spChg chg="mod">
          <ac:chgData name="Ajit Abraham" userId="66e44ec9267aee7b" providerId="LiveId" clId="{967089A4-34E5-492C-A290-30F44135D4A4}" dt="2025-04-04T16:13:42.823" v="2083" actId="20577"/>
          <ac:spMkLst>
            <pc:docMk/>
            <pc:sldMk cId="4080107628" sldId="2217"/>
            <ac:spMk id="4" creationId="{D09F6A27-70C3-2E28-948E-0DEAE26F63E8}"/>
          </ac:spMkLst>
        </pc:spChg>
      </pc:sldChg>
      <pc:sldChg chg="modSp add mod">
        <pc:chgData name="Ajit Abraham" userId="66e44ec9267aee7b" providerId="LiveId" clId="{967089A4-34E5-492C-A290-30F44135D4A4}" dt="2025-04-04T16:20:03.290" v="2152" actId="403"/>
        <pc:sldMkLst>
          <pc:docMk/>
          <pc:sldMk cId="1072970104" sldId="2218"/>
        </pc:sldMkLst>
        <pc:spChg chg="mod">
          <ac:chgData name="Ajit Abraham" userId="66e44ec9267aee7b" providerId="LiveId" clId="{967089A4-34E5-492C-A290-30F44135D4A4}" dt="2025-04-04T16:12:15.302" v="2070" actId="20577"/>
          <ac:spMkLst>
            <pc:docMk/>
            <pc:sldMk cId="1072970104" sldId="2218"/>
            <ac:spMk id="3" creationId="{EC383F5A-355B-DC72-2740-C1C038EFD347}"/>
          </ac:spMkLst>
        </pc:spChg>
        <pc:spChg chg="mod">
          <ac:chgData name="Ajit Abraham" userId="66e44ec9267aee7b" providerId="LiveId" clId="{967089A4-34E5-492C-A290-30F44135D4A4}" dt="2025-04-04T16:13:47.778" v="2084" actId="20577"/>
          <ac:spMkLst>
            <pc:docMk/>
            <pc:sldMk cId="1072970104" sldId="2218"/>
            <ac:spMk id="4" creationId="{15CF0B69-FF98-9F0E-022C-E342CE153471}"/>
          </ac:spMkLst>
        </pc:spChg>
        <pc:spChg chg="mod">
          <ac:chgData name="Ajit Abraham" userId="66e44ec9267aee7b" providerId="LiveId" clId="{967089A4-34E5-492C-A290-30F44135D4A4}" dt="2025-04-04T16:20:03.290" v="2152" actId="403"/>
          <ac:spMkLst>
            <pc:docMk/>
            <pc:sldMk cId="1072970104" sldId="2218"/>
            <ac:spMk id="5" creationId="{40C8C781-CFCD-D5DF-BA05-E020A35E4F29}"/>
          </ac:spMkLst>
        </pc:spChg>
      </pc:sldChg>
      <pc:sldChg chg="modSp add mod">
        <pc:chgData name="Ajit Abraham" userId="66e44ec9267aee7b" providerId="LiveId" clId="{967089A4-34E5-492C-A290-30F44135D4A4}" dt="2025-04-04T16:20:16.556" v="2155" actId="14100"/>
        <pc:sldMkLst>
          <pc:docMk/>
          <pc:sldMk cId="2824883173" sldId="2219"/>
        </pc:sldMkLst>
        <pc:spChg chg="mod">
          <ac:chgData name="Ajit Abraham" userId="66e44ec9267aee7b" providerId="LiveId" clId="{967089A4-34E5-492C-A290-30F44135D4A4}" dt="2025-04-04T16:20:16.556" v="2155" actId="14100"/>
          <ac:spMkLst>
            <pc:docMk/>
            <pc:sldMk cId="2824883173" sldId="2219"/>
            <ac:spMk id="3" creationId="{499B0F31-728F-EE96-5B09-7759E2CDD140}"/>
          </ac:spMkLst>
        </pc:spChg>
        <pc:spChg chg="mod">
          <ac:chgData name="Ajit Abraham" userId="66e44ec9267aee7b" providerId="LiveId" clId="{967089A4-34E5-492C-A290-30F44135D4A4}" dt="2025-04-04T16:13:52.913" v="2085" actId="20577"/>
          <ac:spMkLst>
            <pc:docMk/>
            <pc:sldMk cId="2824883173" sldId="2219"/>
            <ac:spMk id="4" creationId="{D78C9704-969D-8AB3-E0B3-629B6168F9A1}"/>
          </ac:spMkLst>
        </pc:spChg>
      </pc:sldChg>
      <pc:sldMasterChg chg="modSldLayout">
        <pc:chgData name="Ajit Abraham" userId="66e44ec9267aee7b" providerId="LiveId" clId="{967089A4-34E5-492C-A290-30F44135D4A4}" dt="2025-04-03T09:29:14.318" v="21" actId="20577"/>
        <pc:sldMasterMkLst>
          <pc:docMk/>
          <pc:sldMasterMk cId="2021402228" sldId="2147483673"/>
        </pc:sldMasterMkLst>
        <pc:sldLayoutChg chg="modSp mod">
          <pc:chgData name="Ajit Abraham" userId="66e44ec9267aee7b" providerId="LiveId" clId="{967089A4-34E5-492C-A290-30F44135D4A4}" dt="2025-04-03T09:29:14.318" v="21" actId="20577"/>
          <pc:sldLayoutMkLst>
            <pc:docMk/>
            <pc:sldMasterMk cId="2021402228" sldId="2147483673"/>
            <pc:sldLayoutMk cId="1800146765" sldId="2147483722"/>
          </pc:sldLayoutMkLst>
          <pc:spChg chg="mod">
            <ac:chgData name="Ajit Abraham" userId="66e44ec9267aee7b" providerId="LiveId" clId="{967089A4-34E5-492C-A290-30F44135D4A4}" dt="2025-04-03T09:29:14.318" v="21" actId="20577"/>
            <ac:spMkLst>
              <pc:docMk/>
              <pc:sldMasterMk cId="2021402228" sldId="2147483673"/>
              <pc:sldLayoutMk cId="1800146765" sldId="2147483722"/>
              <ac:spMk id="10" creationId="{2ABC3181-23C2-4E58-A642-35AA820BC59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05/04/2025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11F5-A38D-3C99-E2F1-9856C99F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D0C6-6ED3-E1CB-CB72-0BABD058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FB9F4-92BE-79CA-C2B1-2078FD5CA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DFF68-F3FC-04FF-F7CF-F1C9ED636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93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34DE-E92C-8E7B-5561-D10E5305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949C-FE5B-795A-7C2C-1C003C124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9FDAD-2FA4-4F2F-191C-8A7CCCE53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E044C-AC93-EFC1-DC2A-2D6405108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361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22B0-2DA8-2AE6-BC5F-E3A387C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83EB1-54AA-6568-E35E-9568C06F4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F8C77-36A6-3771-408C-2383954FB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AAFA-44AC-AD3C-B4A9-784909235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86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F214-CD10-C852-15BF-1211AB50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63422-1CCE-8F66-7260-2231BC501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83EDE-187C-1FBD-9B3F-92CD26C2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85B4-4C99-6701-BF8A-CAC82AEDE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34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06 April 2025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5/4/2025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32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393040" y="1029298"/>
            <a:ext cx="8578743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yeshu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natha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neethi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surya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ekanam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ninn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aathmadanam</a:t>
            </a:r>
            <a:endParaRPr lang="en-US" sz="2800" dirty="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dassaril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eesamayathil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nathane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sarva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malozhichu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divya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danam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nalkuka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D761E48-FBBF-E87B-39BE-203A778C1D12}"/>
              </a:ext>
            </a:extLst>
          </p:cNvPr>
          <p:cNvSpPr/>
          <p:nvPr/>
        </p:nvSpPr>
        <p:spPr>
          <a:xfrm>
            <a:off x="6724688" y="1992972"/>
            <a:ext cx="124397" cy="42132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E172B-3707-79DF-9D9C-C3DDA0B6E507}"/>
              </a:ext>
            </a:extLst>
          </p:cNvPr>
          <p:cNvSpPr txBox="1"/>
          <p:nvPr/>
        </p:nvSpPr>
        <p:spPr>
          <a:xfrm flipH="1">
            <a:off x="6915360" y="2018966"/>
            <a:ext cx="40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4128A4C-BAEA-E882-5683-99A8C4D40AE1}"/>
              </a:ext>
            </a:extLst>
          </p:cNvPr>
          <p:cNvSpPr/>
          <p:nvPr/>
        </p:nvSpPr>
        <p:spPr>
          <a:xfrm>
            <a:off x="6889277" y="4114202"/>
            <a:ext cx="124397" cy="42884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240E4-D617-E6B9-D5F3-1266297E6737}"/>
              </a:ext>
            </a:extLst>
          </p:cNvPr>
          <p:cNvSpPr txBox="1"/>
          <p:nvPr/>
        </p:nvSpPr>
        <p:spPr>
          <a:xfrm flipH="1">
            <a:off x="7068968" y="4143956"/>
            <a:ext cx="25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A3D43-756F-CF37-1BB3-453DF324C46B}"/>
              </a:ext>
            </a:extLst>
          </p:cNvPr>
          <p:cNvSpPr txBox="1"/>
          <p:nvPr/>
        </p:nvSpPr>
        <p:spPr>
          <a:xfrm>
            <a:off x="393040" y="3198241"/>
            <a:ext cx="6496237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 dirty="0" err="1">
                <a:latin typeface="ML-TTKarthika"/>
              </a:rPr>
              <a:t>tbip</a:t>
            </a:r>
            <a:r>
              <a:rPr lang="en-SG" sz="2800" dirty="0">
                <a:latin typeface="ML-TTKarthika"/>
              </a:rPr>
              <a:t>\</a:t>
            </a:r>
            <a:r>
              <a:rPr lang="en-SG" sz="2800" dirty="0" err="1">
                <a:latin typeface="ML-TTKarthika"/>
              </a:rPr>
              <a:t>mYm</a:t>
            </a:r>
            <a:r>
              <a:rPr lang="en-SG" sz="2800" dirty="0">
                <a:latin typeface="ML-TTKarthika"/>
              </a:rPr>
              <a:t> \</a:t>
            </a:r>
            <a:r>
              <a:rPr lang="en-SG" sz="2800" dirty="0" err="1">
                <a:latin typeface="ML-TTKarthika"/>
              </a:rPr>
              <a:t>oXnkqcym</a:t>
            </a:r>
            <a:r>
              <a:rPr lang="en-SG" sz="2800" dirty="0">
                <a:latin typeface="ML-TTKarthika"/>
              </a:rPr>
              <a:t> </a:t>
            </a:r>
            <a:r>
              <a:rPr lang="en-SG" sz="2800" dirty="0" err="1">
                <a:latin typeface="ML-TTKarthika"/>
              </a:rPr>
              <a:t>GIWw</a:t>
            </a:r>
            <a:r>
              <a:rPr lang="en-SG" sz="2800" dirty="0">
                <a:latin typeface="ML-TTKarthika"/>
              </a:rPr>
              <a:t> \</a:t>
            </a:r>
            <a:r>
              <a:rPr lang="en-SG" sz="2800" dirty="0" err="1">
                <a:latin typeface="ML-TTKarthika"/>
              </a:rPr>
              <a:t>n¶mßZm</a:t>
            </a:r>
            <a:r>
              <a:rPr lang="en-SG" sz="2800" dirty="0">
                <a:latin typeface="ML-TTKarthika"/>
              </a:rPr>
              <a:t>\w </a:t>
            </a:r>
            <a:r>
              <a:rPr lang="en-SG" sz="2800" dirty="0" err="1">
                <a:latin typeface="ML-TTKarthika"/>
              </a:rPr>
              <a:t>Zmkcneokab¯nÂ</a:t>
            </a:r>
            <a:r>
              <a:rPr lang="en-SG" sz="2800" dirty="0">
                <a:latin typeface="ML-TTKarthika"/>
              </a:rPr>
              <a:t> \</a:t>
            </a:r>
            <a:r>
              <a:rPr lang="en-SG" sz="2800" dirty="0" err="1">
                <a:latin typeface="ML-TTKarthika"/>
              </a:rPr>
              <a:t>mYs</a:t>
            </a:r>
            <a:r>
              <a:rPr lang="en-SG" sz="2800" dirty="0">
                <a:latin typeface="ML-TTKarthika"/>
              </a:rPr>
              <a:t>\ </a:t>
            </a:r>
          </a:p>
          <a:p>
            <a:r>
              <a:rPr lang="en-SG" sz="2800" dirty="0" err="1">
                <a:latin typeface="ML-TTKarthika"/>
              </a:rPr>
              <a:t>kÀÆ</a:t>
            </a:r>
            <a:r>
              <a:rPr lang="en-SG" sz="2800" dirty="0">
                <a:latin typeface="ML-TTKarthika"/>
              </a:rPr>
              <a:t> </a:t>
            </a:r>
            <a:r>
              <a:rPr lang="en-SG" sz="2800" dirty="0" err="1">
                <a:latin typeface="ML-TTKarthika"/>
              </a:rPr>
              <a:t>amsemgn¨p</a:t>
            </a:r>
            <a:r>
              <a:rPr lang="en-SG" sz="2800" dirty="0">
                <a:latin typeface="ML-TTKarthika"/>
              </a:rPr>
              <a:t> </a:t>
            </a:r>
            <a:r>
              <a:rPr lang="en-SG" sz="2800" dirty="0" err="1">
                <a:latin typeface="ML-TTKarthika"/>
              </a:rPr>
              <a:t>ZnhyZm</a:t>
            </a:r>
            <a:r>
              <a:rPr lang="en-SG" sz="2800" dirty="0">
                <a:latin typeface="ML-TTKarthika"/>
              </a:rPr>
              <a:t>\w \</a:t>
            </a:r>
            <a:r>
              <a:rPr lang="en-SG" sz="2800" dirty="0" err="1">
                <a:latin typeface="ML-TTKarthika"/>
              </a:rPr>
              <a:t>evIpI</a:t>
            </a:r>
            <a:endParaRPr lang="en-US" sz="2800" dirty="0">
              <a:latin typeface="ML-TTKarthik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6A4A-C228-FF69-CC41-762C9BB8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40D6-A24B-09A1-4FED-9139A446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043F89-EF71-FC6A-184E-A7C5C7399A4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C43C-13BC-E44C-668E-3E33C87FC7C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B0097-91C4-5FB0-4E23-F379E290453E}"/>
              </a:ext>
            </a:extLst>
          </p:cNvPr>
          <p:cNvSpPr txBox="1"/>
          <p:nvPr/>
        </p:nvSpPr>
        <p:spPr>
          <a:xfrm>
            <a:off x="395955" y="3286090"/>
            <a:ext cx="7562711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C¶p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k¶n</a:t>
            </a:r>
            <a:r>
              <a:rPr lang="en-SG" sz="2800">
                <a:latin typeface="ML-TTKarthika" panose="04000000000000000000" pitchFamily="82" charset="0"/>
              </a:rPr>
              <a:t>[</a:t>
            </a:r>
            <a:r>
              <a:rPr lang="en-SG" sz="2800" err="1">
                <a:latin typeface="ML-TTKarthika" panose="04000000000000000000" pitchFamily="82" charset="0"/>
              </a:rPr>
              <a:t>nbnÂ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h¶ncn¡pw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R§sf</a:t>
            </a:r>
            <a:r>
              <a:rPr lang="en-SG" sz="2800">
                <a:latin typeface="ML-TTKarthika" panose="04000000000000000000" pitchFamily="82" charset="0"/>
              </a:rPr>
              <a:t> \o </a:t>
            </a:r>
          </a:p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Znhyminjw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evIn</a:t>
            </a:r>
            <a:r>
              <a:rPr lang="en-SG" sz="2800">
                <a:latin typeface="ML-TTKarthika" panose="04000000000000000000" pitchFamily="82" charset="0"/>
              </a:rPr>
              <a:t> ]men¡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kÀÆamb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Nn´Zqsc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o¡n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Im¡pI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1D7EB-0773-4AEA-08EA-3371F7148245}"/>
              </a:ext>
            </a:extLst>
          </p:cNvPr>
          <p:cNvSpPr txBox="1"/>
          <p:nvPr/>
        </p:nvSpPr>
        <p:spPr>
          <a:xfrm>
            <a:off x="395955" y="1060780"/>
            <a:ext cx="790554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innu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ninte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sannidhiyil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vannirikkkum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njangale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Segoe UI"/>
                <a:cs typeface="Segoe UI"/>
              </a:rPr>
              <a:t> nee</a:t>
            </a:r>
          </a:p>
          <a:p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ninte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divyashisham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nalki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paalikka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</a:p>
          <a:p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sarva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maya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chinta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doorae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neekki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Segoe UI"/>
                <a:cs typeface="Segoe UI"/>
              </a:rPr>
              <a:t>kakkuka</a:t>
            </a:r>
            <a:endParaRPr lang="en-US" sz="28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685C7FB-D20D-8A7C-2EA8-E2D154D7703D}"/>
              </a:ext>
            </a:extLst>
          </p:cNvPr>
          <p:cNvSpPr/>
          <p:nvPr/>
        </p:nvSpPr>
        <p:spPr>
          <a:xfrm>
            <a:off x="7424475" y="1987981"/>
            <a:ext cx="116878" cy="3160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39E81-6AB8-76DD-1327-514EFF5E33F5}"/>
              </a:ext>
            </a:extLst>
          </p:cNvPr>
          <p:cNvSpPr txBox="1"/>
          <p:nvPr/>
        </p:nvSpPr>
        <p:spPr>
          <a:xfrm>
            <a:off x="7757851" y="1961337"/>
            <a:ext cx="32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A0D72CF-CCFA-F2F8-8880-883B27D3E582}"/>
              </a:ext>
            </a:extLst>
          </p:cNvPr>
          <p:cNvSpPr/>
          <p:nvPr/>
        </p:nvSpPr>
        <p:spPr>
          <a:xfrm>
            <a:off x="6230967" y="4259088"/>
            <a:ext cx="131917" cy="37620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2AE4-0D3C-9FB6-35F0-702DA1F4DC71}"/>
              </a:ext>
            </a:extLst>
          </p:cNvPr>
          <p:cNvSpPr txBox="1"/>
          <p:nvPr/>
        </p:nvSpPr>
        <p:spPr>
          <a:xfrm>
            <a:off x="6508389" y="4301753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641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6CD5-BA11-4249-F72E-0A91835D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DA80-E738-DD19-3300-61CD7674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AE5603-D841-3BD5-8EB0-F1CFB0B1D8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219F-D797-75DD-9504-40800806AFA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4B2BD-87D6-30F3-4DE9-508D01EF9A25}"/>
              </a:ext>
            </a:extLst>
          </p:cNvPr>
          <p:cNvSpPr txBox="1"/>
          <p:nvPr/>
        </p:nvSpPr>
        <p:spPr>
          <a:xfrm>
            <a:off x="44773" y="864101"/>
            <a:ext cx="905445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ithra </a:t>
            </a:r>
            <a:r>
              <a:rPr lang="en-SG" sz="2800" b="0" i="0" u="none" strike="noStrike" baseline="0" dirty="0" err="1">
                <a:solidFill>
                  <a:srgbClr val="000000"/>
                </a:solidFill>
                <a:latin typeface="Segoe UI"/>
                <a:cs typeface="Segoe UI"/>
              </a:rPr>
              <a:t>naalum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nin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kripaye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vyarthamaakki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theerththu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poye</a:t>
            </a:r>
            <a:endParaRPr lang="en-SG" sz="2800" b="0" i="0" u="none" strike="noStrike" baseline="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aththale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dirty="0" err="1">
                <a:solidFill>
                  <a:srgbClr val="000000"/>
                </a:solidFill>
                <a:latin typeface="Segoe UI"/>
                <a:cs typeface="Segoe UI"/>
              </a:rPr>
              <a:t>llaam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b="0" i="0" u="none" strike="noStrike" baseline="0" dirty="0" err="1">
                <a:solidFill>
                  <a:srgbClr val="000000"/>
                </a:solidFill>
                <a:latin typeface="Segoe UI"/>
                <a:cs typeface="Segoe UI"/>
              </a:rPr>
              <a:t>neeki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nee kai </a:t>
            </a:r>
            <a:r>
              <a:rPr lang="en-SG" sz="2800" b="0" i="0" u="none" strike="noStrike" baseline="0" dirty="0" err="1">
                <a:solidFill>
                  <a:srgbClr val="000000"/>
                </a:solidFill>
                <a:latin typeface="Segoe UI"/>
                <a:cs typeface="Segoe UI"/>
              </a:rPr>
              <a:t>thaanguka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</a:p>
          <a:p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ninte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sathya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bodham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njangalhil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nee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nalkuka</a:t>
            </a:r>
            <a:r>
              <a:rPr lang="en-SG" sz="1800" b="0" i="0" u="none" strike="noStrike" baseline="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endParaRPr lang="en-US" sz="28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E16E1E22-AABE-36C0-BBD9-2453AB50BAC0}"/>
              </a:ext>
            </a:extLst>
          </p:cNvPr>
          <p:cNvSpPr/>
          <p:nvPr/>
        </p:nvSpPr>
        <p:spPr>
          <a:xfrm>
            <a:off x="7512649" y="1828973"/>
            <a:ext cx="86800" cy="36868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24873-19B5-8310-2156-DCCDBF4E8DC3}"/>
              </a:ext>
            </a:extLst>
          </p:cNvPr>
          <p:cNvSpPr txBox="1"/>
          <p:nvPr/>
        </p:nvSpPr>
        <p:spPr>
          <a:xfrm>
            <a:off x="7736476" y="1793698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22447E3-6398-8EAB-E981-2D3CCC8E99C8}"/>
              </a:ext>
            </a:extLst>
          </p:cNvPr>
          <p:cNvSpPr/>
          <p:nvPr/>
        </p:nvSpPr>
        <p:spPr>
          <a:xfrm>
            <a:off x="7556049" y="4060107"/>
            <a:ext cx="169516" cy="36868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2DDE9-86E7-58C1-0066-D3C601D2CB17}"/>
              </a:ext>
            </a:extLst>
          </p:cNvPr>
          <p:cNvSpPr txBox="1"/>
          <p:nvPr/>
        </p:nvSpPr>
        <p:spPr>
          <a:xfrm>
            <a:off x="7821233" y="4176148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75F29D-549B-5C4C-BFB3-ADFBACB2B456}"/>
              </a:ext>
            </a:extLst>
          </p:cNvPr>
          <p:cNvSpPr txBox="1"/>
          <p:nvPr/>
        </p:nvSpPr>
        <p:spPr>
          <a:xfrm>
            <a:off x="322712" y="3179591"/>
            <a:ext cx="834715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C{X\</a:t>
            </a:r>
            <a:r>
              <a:rPr lang="en-SG" sz="2800" err="1">
                <a:latin typeface="ML-TTKarthika" panose="04000000000000000000" pitchFamily="82" charset="0"/>
              </a:rPr>
              <a:t>mfpw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Ir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sb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hyÀ°am¡n¯oÀ¯pt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mtb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A¯seÃmw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o¡n</a:t>
            </a:r>
            <a:r>
              <a:rPr lang="en-SG" sz="2800">
                <a:latin typeface="ML-TTKarthika" panose="04000000000000000000" pitchFamily="82" charset="0"/>
              </a:rPr>
              <a:t> \o </a:t>
            </a:r>
            <a:r>
              <a:rPr lang="en-SG" sz="2800" err="1">
                <a:latin typeface="ML-TTKarthika" panose="04000000000000000000" pitchFamily="82" charset="0"/>
              </a:rPr>
              <a:t>ssI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Xm§pIþ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kXyt_m</a:t>
            </a:r>
            <a:r>
              <a:rPr lang="en-SG" sz="2800">
                <a:latin typeface="ML-TTKarthika" panose="04000000000000000000" pitchFamily="82" charset="0"/>
              </a:rPr>
              <a:t>[w </a:t>
            </a:r>
            <a:r>
              <a:rPr lang="en-SG" sz="2800" err="1">
                <a:latin typeface="ML-TTKarthika" panose="04000000000000000000" pitchFamily="82" charset="0"/>
              </a:rPr>
              <a:t>R§fnÂ</a:t>
            </a:r>
            <a:r>
              <a:rPr lang="en-SG" sz="2800">
                <a:latin typeface="ML-TTKarthika" panose="04000000000000000000" pitchFamily="82" charset="0"/>
              </a:rPr>
              <a:t> \o \</a:t>
            </a:r>
            <a:r>
              <a:rPr lang="en-SG" sz="2800" err="1">
                <a:latin typeface="ML-TTKarthika" panose="04000000000000000000" pitchFamily="82" charset="0"/>
              </a:rPr>
              <a:t>ÂIpI</a:t>
            </a:r>
            <a:r>
              <a:rPr lang="en-SG" sz="2800">
                <a:latin typeface="ML-TTKarthika" panose="04000000000000000000" pitchFamily="82" charset="0"/>
              </a:rPr>
              <a:t>!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11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3992-C310-D61F-6BD6-303D8B72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2A20-A48C-FD0D-24A1-AF886DDA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32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2EAE8B3-7492-5918-EBFB-5210F9F45C6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579D6-1AB3-D9AD-986F-A21FA9EE47C8}"/>
              </a:ext>
            </a:extLst>
          </p:cNvPr>
          <p:cNvSpPr txBox="1"/>
          <p:nvPr/>
        </p:nvSpPr>
        <p:spPr>
          <a:xfrm>
            <a:off x="710977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7F004-7DED-8987-7F5D-BD659FC46ADF}"/>
              </a:ext>
            </a:extLst>
          </p:cNvPr>
          <p:cNvSpPr txBox="1"/>
          <p:nvPr/>
        </p:nvSpPr>
        <p:spPr>
          <a:xfrm>
            <a:off x="431527" y="3240553"/>
            <a:ext cx="8509273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\o s]</a:t>
            </a:r>
            <a:r>
              <a:rPr lang="en-SG" sz="2800" err="1">
                <a:latin typeface="ML-TTKarthika" panose="04000000000000000000" pitchFamily="82" charset="0"/>
              </a:rPr>
              <a:t>mgn¡pw</a:t>
            </a:r>
            <a:r>
              <a:rPr lang="en-SG" sz="2800">
                <a:latin typeface="ML-TTKarthika" panose="04000000000000000000" pitchFamily="82" charset="0"/>
              </a:rPr>
              <a:t> tX³samgnIÄ R§fpÅnem¡nSphm³ ]</a:t>
            </a:r>
            <a:r>
              <a:rPr lang="en-SG" sz="2800" err="1">
                <a:latin typeface="ML-TTKarthika" panose="04000000000000000000" pitchFamily="82" charset="0"/>
              </a:rPr>
              <a:t>mcw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sImXn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evIotSWw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ssZhta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FÃmw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sNbvXp</a:t>
            </a:r>
            <a:r>
              <a:rPr lang="en-SG" sz="2800">
                <a:latin typeface="ML-TTKarthika" panose="04000000000000000000" pitchFamily="82" charset="0"/>
              </a:rPr>
              <a:t>\Ã ZmkcmbnXocphm³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E15F4-4EE9-65FE-8644-BA65174FE0A0}"/>
              </a:ext>
            </a:extLst>
          </p:cNvPr>
          <p:cNvSpPr txBox="1"/>
          <p:nvPr/>
        </p:nvSpPr>
        <p:spPr>
          <a:xfrm>
            <a:off x="431527" y="716276"/>
            <a:ext cx="7474892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nee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pozhikkum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theinmozhikal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njangal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ullil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aakkiduvan</a:t>
            </a:r>
            <a:endParaRPr lang="en-US" sz="2800" dirty="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paaram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kothi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nalkeedenam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daivame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ellam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cheythu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nalla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daasarayi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theeruvan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56F63134-4524-755E-275C-EB1F5BF41EE6}"/>
              </a:ext>
            </a:extLst>
          </p:cNvPr>
          <p:cNvSpPr/>
          <p:nvPr/>
        </p:nvSpPr>
        <p:spPr>
          <a:xfrm>
            <a:off x="7595136" y="2072645"/>
            <a:ext cx="116878" cy="50403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D5AFE-BB39-7667-3B0E-DCB8578EC253}"/>
              </a:ext>
            </a:extLst>
          </p:cNvPr>
          <p:cNvSpPr txBox="1"/>
          <p:nvPr/>
        </p:nvSpPr>
        <p:spPr>
          <a:xfrm>
            <a:off x="7862043" y="2072645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86014-6CF0-D718-FDD0-D54216AB581F}"/>
              </a:ext>
            </a:extLst>
          </p:cNvPr>
          <p:cNvSpPr txBox="1"/>
          <p:nvPr/>
        </p:nvSpPr>
        <p:spPr>
          <a:xfrm>
            <a:off x="7862042" y="4171361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A1E25C6-002A-9B6A-36BB-8F662763858F}"/>
              </a:ext>
            </a:extLst>
          </p:cNvPr>
          <p:cNvSpPr/>
          <p:nvPr/>
        </p:nvSpPr>
        <p:spPr>
          <a:xfrm>
            <a:off x="7595136" y="4127038"/>
            <a:ext cx="116878" cy="50403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6A9E-2DC3-9B02-09CC-296689BB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4F16-9A81-DEFE-BB49-223A73BF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E9C9336-A4CD-6C0B-41BF-01C1420B7F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A3FFD-DFB0-267E-7D65-D1285A50AFC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4A1CD-E871-3C06-AECC-E0FA1BB58762}"/>
              </a:ext>
            </a:extLst>
          </p:cNvPr>
          <p:cNvSpPr txBox="1"/>
          <p:nvPr/>
        </p:nvSpPr>
        <p:spPr>
          <a:xfrm>
            <a:off x="523921" y="3290081"/>
            <a:ext cx="7722950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\Ã]¦</a:t>
            </a:r>
            <a:r>
              <a:rPr lang="en-SG" sz="2800" err="1">
                <a:latin typeface="ML-TTKarthika" panose="04000000000000000000" pitchFamily="82" charset="0"/>
              </a:rPr>
              <a:t>mbpÅXns</a:t>
            </a:r>
            <a:r>
              <a:rPr lang="en-SG" sz="2800">
                <a:latin typeface="ML-TTKarthika" panose="04000000000000000000" pitchFamily="82" charset="0"/>
              </a:rPr>
              <a:t>\ R§sfÃmsaSp¯oSm³ \</a:t>
            </a:r>
            <a:r>
              <a:rPr lang="en-SG" sz="2800" err="1">
                <a:latin typeface="ML-TTKarthika" panose="04000000000000000000" pitchFamily="82" charset="0"/>
              </a:rPr>
              <a:t>ÃZm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þaSnbmÀ¡p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ÂIWw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þBcpw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hyÀ°ambnt¸mbnStÃ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ssZhta</a:t>
            </a:r>
            <a:r>
              <a:rPr lang="en-SG" sz="2800">
                <a:latin typeface="ML-TTKarthika" panose="04000000000000000000" pitchFamily="82" charset="0"/>
              </a:rPr>
              <a:t>! 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85363-9F7B-619B-FF46-6702E813D77C}"/>
              </a:ext>
            </a:extLst>
          </p:cNvPr>
          <p:cNvSpPr txBox="1"/>
          <p:nvPr/>
        </p:nvSpPr>
        <p:spPr>
          <a:xfrm>
            <a:off x="63708" y="844979"/>
            <a:ext cx="9016584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nalla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pankaayullhathine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njangallhellaam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eduththeedaan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nalla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daanam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adiyaarkku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nalkenham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aarum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vyarthamaayi-ppoyidalle</a:t>
            </a:r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daivame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B77667B5-A2EF-0A14-4661-D3E40927171F}"/>
              </a:ext>
            </a:extLst>
          </p:cNvPr>
          <p:cNvSpPr/>
          <p:nvPr/>
        </p:nvSpPr>
        <p:spPr>
          <a:xfrm>
            <a:off x="7444220" y="1853419"/>
            <a:ext cx="56721" cy="39876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D6189-1DF0-050F-15DF-45371CD5437C}"/>
              </a:ext>
            </a:extLst>
          </p:cNvPr>
          <p:cNvSpPr txBox="1"/>
          <p:nvPr/>
        </p:nvSpPr>
        <p:spPr>
          <a:xfrm>
            <a:off x="7780354" y="1868133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8ACC9EB-4E3C-CFBE-E821-DBC22FCD6989}"/>
              </a:ext>
            </a:extLst>
          </p:cNvPr>
          <p:cNvSpPr/>
          <p:nvPr/>
        </p:nvSpPr>
        <p:spPr>
          <a:xfrm>
            <a:off x="7470309" y="4292614"/>
            <a:ext cx="116878" cy="30852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3B01E-F566-8B51-2A9D-81E3C0CEE920}"/>
              </a:ext>
            </a:extLst>
          </p:cNvPr>
          <p:cNvSpPr txBox="1"/>
          <p:nvPr/>
        </p:nvSpPr>
        <p:spPr>
          <a:xfrm>
            <a:off x="7767652" y="424552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756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67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Thanksgiving Prayers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79D6D-45E0-4529-650E-55EE2C2D70A7}"/>
              </a:ext>
            </a:extLst>
          </p:cNvPr>
          <p:cNvSpPr txBox="1"/>
          <p:nvPr/>
        </p:nvSpPr>
        <p:spPr>
          <a:xfrm>
            <a:off x="214670" y="2907119"/>
            <a:ext cx="7552086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latin typeface="ML-TTKarthika"/>
              </a:rPr>
              <a:t>Ft¶mSpÅ</a:t>
            </a:r>
            <a:r>
              <a:rPr lang="en-SG" sz="2800">
                <a:latin typeface="ML-TTKarthika"/>
              </a:rPr>
              <a:t>\n³ </a:t>
            </a:r>
            <a:r>
              <a:rPr lang="en-SG" sz="2800" err="1">
                <a:latin typeface="ML-TTKarthika"/>
              </a:rPr>
              <a:t>kÀÆ</a:t>
            </a:r>
            <a:r>
              <a:rPr lang="en-SG" sz="2800">
                <a:latin typeface="ML-TTKarthika"/>
              </a:rPr>
              <a:t> \·</a:t>
            </a:r>
            <a:r>
              <a:rPr lang="en-SG" sz="2800" err="1">
                <a:latin typeface="ML-TTKarthika"/>
              </a:rPr>
              <a:t>IÄ¡mbn</a:t>
            </a:r>
            <a:r>
              <a:rPr lang="en-SG" sz="2800">
                <a:latin typeface="ML-TTKarthika"/>
              </a:rPr>
              <a:t> Rm³ </a:t>
            </a:r>
            <a:endParaRPr lang="en-US">
              <a:latin typeface="ML-TTKarthika"/>
            </a:endParaRPr>
          </a:p>
          <a:p>
            <a:r>
              <a:rPr lang="en-SG" sz="2800" err="1">
                <a:latin typeface="ML-TTKarthika"/>
              </a:rPr>
              <a:t>F´psNt</a:t>
            </a:r>
            <a:r>
              <a:rPr lang="en-SG" sz="2800">
                <a:latin typeface="ML-TTKarthika"/>
              </a:rPr>
              <a:t>¿¬</a:t>
            </a:r>
            <a:r>
              <a:rPr lang="en-SG" sz="2800" err="1">
                <a:latin typeface="ML-TTKarthika"/>
              </a:rPr>
              <a:t>Sp</a:t>
            </a:r>
            <a:r>
              <a:rPr lang="en-SG" sz="2800">
                <a:latin typeface="ML-TTKarthika"/>
              </a:rPr>
              <a:t> \n\</a:t>
            </a:r>
            <a:r>
              <a:rPr lang="en-SG" sz="2800" err="1">
                <a:latin typeface="ML-TTKarthika"/>
              </a:rPr>
              <a:t>t¡ip</a:t>
            </a:r>
            <a:r>
              <a:rPr lang="en-SG" sz="2800">
                <a:latin typeface="ML-TTKarthika"/>
              </a:rPr>
              <a:t>]cm </a:t>
            </a:r>
            <a:endParaRPr lang="en-SG">
              <a:latin typeface="ML-TTKarthika"/>
            </a:endParaRPr>
          </a:p>
          <a:p>
            <a:r>
              <a:rPr lang="en-SG" sz="2800" err="1">
                <a:latin typeface="ML-TTKarthika" panose="04000000000000000000" pitchFamily="82" charset="0"/>
              </a:rPr>
              <a:t>Ct¸mÄ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F´psNt</a:t>
            </a:r>
            <a:r>
              <a:rPr lang="en-SG" sz="2800">
                <a:latin typeface="ML-TTKarthika" panose="04000000000000000000" pitchFamily="82" charset="0"/>
              </a:rPr>
              <a:t>¿¬</a:t>
            </a:r>
            <a:r>
              <a:rPr lang="en-SG" sz="2800" err="1">
                <a:latin typeface="ML-TTKarthika" panose="04000000000000000000" pitchFamily="82" charset="0"/>
              </a:rPr>
              <a:t>Sp</a:t>
            </a:r>
            <a:r>
              <a:rPr lang="en-SG" sz="2800">
                <a:latin typeface="ML-TTKarthika" panose="04000000000000000000" pitchFamily="82" charset="0"/>
              </a:rPr>
              <a:t> \n\</a:t>
            </a:r>
            <a:r>
              <a:rPr lang="en-SG" sz="2800" err="1">
                <a:latin typeface="ML-TTKarthika" panose="04000000000000000000" pitchFamily="82" charset="0"/>
              </a:rPr>
              <a:t>t¡ip</a:t>
            </a:r>
            <a:r>
              <a:rPr lang="en-SG" sz="2800">
                <a:latin typeface="ML-TTKarthika" panose="04000000000000000000" pitchFamily="82" charset="0"/>
              </a:rPr>
              <a:t>]cm</a:t>
            </a:r>
            <a:endParaRPr lang="en-US" sz="4800">
              <a:latin typeface="ML-TTKarthika" panose="04000000000000000000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2F03D-55E6-0116-F164-9E2DBAF627B1}"/>
              </a:ext>
            </a:extLst>
          </p:cNvPr>
          <p:cNvSpPr txBox="1"/>
          <p:nvPr/>
        </p:nvSpPr>
        <p:spPr>
          <a:xfrm>
            <a:off x="214670" y="1029610"/>
            <a:ext cx="8917710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Segoe UI"/>
                <a:ea typeface="+mn-lt"/>
                <a:cs typeface="Segoe UI"/>
              </a:rPr>
              <a:t>ennodulla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nin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sarva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nanmakalkkaayi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njan</a:t>
            </a:r>
          </a:p>
          <a:p>
            <a:r>
              <a:rPr lang="en-US" sz="2800" dirty="0" err="1">
                <a:latin typeface="Segoe UI"/>
                <a:ea typeface="+mn-lt"/>
                <a:cs typeface="Segoe UI"/>
              </a:rPr>
              <a:t>enthu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cheyyendu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ninakkeshu</a:t>
            </a:r>
            <a:r>
              <a:rPr lang="en-US" sz="2800" dirty="0">
                <a:latin typeface="Segoe UI"/>
                <a:ea typeface="+mn-lt"/>
                <a:cs typeface="Segoe UI"/>
              </a:rPr>
              <a:t> para </a:t>
            </a:r>
          </a:p>
          <a:p>
            <a:r>
              <a:rPr lang="en-US" sz="2800" dirty="0" err="1">
                <a:latin typeface="Segoe UI"/>
                <a:ea typeface="+mn-lt"/>
                <a:cs typeface="Segoe UI"/>
              </a:rPr>
              <a:t>ippol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enthu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cheyyendu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ninakkeshu</a:t>
            </a:r>
            <a:r>
              <a:rPr lang="en-US" sz="2800" dirty="0">
                <a:latin typeface="Segoe UI"/>
                <a:ea typeface="+mn-lt"/>
                <a:cs typeface="Segoe UI"/>
              </a:rPr>
              <a:t> para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3848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645063" y="1773360"/>
            <a:ext cx="6109545" cy="2038951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Offertory – </a:t>
            </a:r>
            <a:r>
              <a:rPr lang="en-SG" sz="60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Kaalvari</a:t>
            </a:r>
            <a:r>
              <a:rPr lang="en-SG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 </a:t>
            </a:r>
            <a:r>
              <a:rPr lang="en-SG" sz="60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krushinmel</a:t>
            </a:r>
            <a:endParaRPr lang="en-US" sz="6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  <a:ea typeface="Calibri"/>
              <a:cs typeface="Calibri"/>
            </a:endParaRPr>
          </a:p>
          <a:p>
            <a:pPr marL="0" indent="0" algn="ctr">
              <a:buNone/>
              <a:tabLst>
                <a:tab pos="1423880" algn="l"/>
              </a:tabLst>
            </a:pP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271046" y="854426"/>
            <a:ext cx="6102482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kalvary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krushinmel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enikkay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maricha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karthane</a:t>
            </a:r>
            <a:br>
              <a:rPr lang="en-SG" sz="2800" dirty="0">
                <a:latin typeface="Segoe UI"/>
              </a:rPr>
            </a:b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ithrayere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enne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snehippan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yeshupara</a:t>
            </a:r>
            <a:endParaRPr lang="en-SG" sz="2800" b="0" i="0">
              <a:solidFill>
                <a:srgbClr val="222222"/>
              </a:solidFill>
              <a:effectLst/>
              <a:latin typeface="Segoe UI"/>
              <a:cs typeface="Segoe UI"/>
            </a:endParaRPr>
          </a:p>
          <a:p>
            <a:endParaRPr lang="en-SG" sz="240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SG"/>
          </a:p>
          <a:p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കാൽവറി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ക്രൂശിന്മേ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ൽ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എനിക്കായ്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മരിച്ച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കർത്തനെ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ഇത്രയേറെ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എന്നെ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സ്നേഹിപ്പാ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യേശുപരാ</a:t>
            </a:r>
            <a:endParaRPr lang="en-SG" dirty="0" err="1">
              <a:latin typeface="Arial"/>
              <a:ea typeface="Calibri"/>
              <a:cs typeface="Kartik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079402" y="362164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69" y="646824"/>
            <a:ext cx="2902809" cy="2974817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3B3C4E8B-68F8-7126-0AF8-D0669B12C418}"/>
              </a:ext>
            </a:extLst>
          </p:cNvPr>
          <p:cNvSpPr/>
          <p:nvPr/>
        </p:nvSpPr>
        <p:spPr>
          <a:xfrm>
            <a:off x="5237753" y="1068951"/>
            <a:ext cx="158044" cy="1411111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08377-6ACC-D0A4-65EE-2A5E2B751FD3}"/>
              </a:ext>
            </a:extLst>
          </p:cNvPr>
          <p:cNvSpPr txBox="1"/>
          <p:nvPr/>
        </p:nvSpPr>
        <p:spPr>
          <a:xfrm>
            <a:off x="5546141" y="1589840"/>
            <a:ext cx="34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9F8B7B75-9825-910A-9879-0015C0B7D615}"/>
              </a:ext>
            </a:extLst>
          </p:cNvPr>
          <p:cNvSpPr/>
          <p:nvPr/>
        </p:nvSpPr>
        <p:spPr>
          <a:xfrm>
            <a:off x="5260622" y="3145815"/>
            <a:ext cx="158044" cy="1411111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4E02B-6A3D-AAE4-528E-328F50F4796F}"/>
              </a:ext>
            </a:extLst>
          </p:cNvPr>
          <p:cNvSpPr txBox="1"/>
          <p:nvPr/>
        </p:nvSpPr>
        <p:spPr>
          <a:xfrm>
            <a:off x="5546141" y="3666704"/>
            <a:ext cx="34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5BFD-74BB-0E2C-A6A4-CE8C9C91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3C23-2F46-DBAF-D471-E52BE0AD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01B0B-8FDC-1265-BD01-C99B3DC0AFF7}"/>
              </a:ext>
            </a:extLst>
          </p:cNvPr>
          <p:cNvSpPr txBox="1"/>
          <p:nvPr/>
        </p:nvSpPr>
        <p:spPr>
          <a:xfrm>
            <a:off x="292607" y="795864"/>
            <a:ext cx="6209463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njan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yeshupara</a:t>
            </a:r>
            <a:br>
              <a:rPr lang="en-SG" sz="2800" dirty="0">
                <a:latin typeface="Segoe UI"/>
              </a:rPr>
            </a:b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ithrayere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enne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snehippan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yeshupara</a:t>
            </a:r>
            <a:endParaRPr lang="en-SG" sz="2800" b="0" i="0">
              <a:solidFill>
                <a:srgbClr val="222222"/>
              </a:solidFill>
              <a:effectLst/>
              <a:latin typeface="Segoe UI"/>
              <a:cs typeface="Segoe UI"/>
            </a:endParaRPr>
          </a:p>
          <a:p>
            <a:endParaRPr lang="en-SG"/>
          </a:p>
          <a:p>
            <a:endParaRPr lang="en-SG"/>
          </a:p>
          <a:p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യേശുപരാ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ഇത്രയേറെ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എന്നെ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സ്നേഹിപ്പാ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യേശുപരാ</a:t>
            </a:r>
            <a:endParaRPr lang="en-SG" dirty="0" err="1">
              <a:latin typeface="Arial"/>
              <a:cs typeface="Kartik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A2E14-E950-71EA-D24E-FB7167C5CAC6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3978A9-FEC7-6058-055B-0B49D6626B3A}"/>
              </a:ext>
            </a:extLst>
          </p:cNvPr>
          <p:cNvSpPr txBox="1">
            <a:spLocks/>
          </p:cNvSpPr>
          <p:nvPr/>
        </p:nvSpPr>
        <p:spPr>
          <a:xfrm>
            <a:off x="6126695" y="3750927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17E4EE4-58B6-D7DD-D83A-EE6312751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2" y="786552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90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444C-86F3-FE25-D4CA-3A668048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1AC3-9C02-48EA-713D-2E3276B0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2BC7D-C674-2557-6D43-FFC424C547A3}"/>
              </a:ext>
            </a:extLst>
          </p:cNvPr>
          <p:cNvSpPr txBox="1"/>
          <p:nvPr/>
        </p:nvSpPr>
        <p:spPr>
          <a:xfrm>
            <a:off x="292607" y="724434"/>
            <a:ext cx="6491592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nin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thiru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rakthathin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thullikal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therichu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krushathil</a:t>
            </a:r>
            <a:br>
              <a:rPr lang="en-SG" sz="2800" dirty="0">
                <a:latin typeface="Segoe UI"/>
              </a:rPr>
            </a:b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athiloro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thullikalkkum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nalkum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maruvilayay</a:t>
            </a:r>
            <a:endParaRPr lang="en-SG" sz="2800" b="0" i="0" dirty="0">
              <a:solidFill>
                <a:srgbClr val="222222"/>
              </a:solidFill>
              <a:effectLst/>
              <a:latin typeface="Segoe UI"/>
              <a:cs typeface="Segoe UI"/>
            </a:endParaRPr>
          </a:p>
          <a:p>
            <a:endParaRPr lang="en-US"/>
          </a:p>
          <a:p>
            <a:endParaRPr lang="en-US"/>
          </a:p>
          <a:p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നിൻ തിരു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രക്തത്തി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തുള്ളിക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ൾ തെറിച്ചു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ക്രൂശതി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ൽ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അതിലോരോ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തുള്ളികൾക്കും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</a:t>
            </a:r>
            <a:br>
              <a:rPr lang="ml-IN" sz="2000" dirty="0"/>
            </a:b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നൽകും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മറുവിലയായ്</a:t>
            </a:r>
            <a:endParaRPr lang="en-US" sz="2000" dirty="0" err="1">
              <a:latin typeface="Arial"/>
              <a:ea typeface="Calibri"/>
              <a:cs typeface="Kartik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1AA6E-3DF2-8F2B-34AE-40FC2C6D8E97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F70224-4761-7586-7E27-34D724A9EA3B}"/>
              </a:ext>
            </a:extLst>
          </p:cNvPr>
          <p:cNvSpPr txBox="1">
            <a:spLocks/>
          </p:cNvSpPr>
          <p:nvPr/>
        </p:nvSpPr>
        <p:spPr>
          <a:xfrm>
            <a:off x="6094966" y="3761369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B315E70-2925-45E4-E44F-E17EAA367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733" y="690476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7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7B71D-105F-8940-0E45-15078400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2F27-B82D-D700-93A1-C3F5A8BA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2A0CF-5E1B-05CF-49F4-711DFDD1C04B}"/>
              </a:ext>
            </a:extLst>
          </p:cNvPr>
          <p:cNvSpPr txBox="1"/>
          <p:nvPr/>
        </p:nvSpPr>
        <p:spPr>
          <a:xfrm>
            <a:off x="374903" y="768264"/>
            <a:ext cx="6209463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njan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yeshupara</a:t>
            </a:r>
            <a:br>
              <a:rPr lang="en-SG" sz="2800" dirty="0">
                <a:latin typeface="Segoe UI"/>
              </a:rPr>
            </a:b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ithrayere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enne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snehippan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yeshupara</a:t>
            </a:r>
            <a:endParaRPr lang="en-SG" sz="2800" b="0" i="0">
              <a:solidFill>
                <a:srgbClr val="222222"/>
              </a:solidFill>
              <a:effectLst/>
              <a:latin typeface="Segoe UI"/>
              <a:cs typeface="Segoe UI"/>
            </a:endParaRPr>
          </a:p>
          <a:p>
            <a:endParaRPr lang="en-SG"/>
          </a:p>
          <a:p>
            <a:endParaRPr lang="en-SG"/>
          </a:p>
          <a:p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യേശുപരാ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ഇത്രയേറെ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എന്നെ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സ്നേഹിപ്പാ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യേശുപരാ</a:t>
            </a:r>
            <a:endParaRPr lang="en-SG" dirty="0" err="1">
              <a:latin typeface="Arial"/>
              <a:cs typeface="Kartik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C309E-F40B-6DD1-68FC-B2DD86992B24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94C3E2-3461-135C-56A5-3ED212DC351F}"/>
              </a:ext>
            </a:extLst>
          </p:cNvPr>
          <p:cNvSpPr txBox="1">
            <a:spLocks/>
          </p:cNvSpPr>
          <p:nvPr/>
        </p:nvSpPr>
        <p:spPr>
          <a:xfrm>
            <a:off x="6177733" y="3648025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D9807D1-5302-2A68-B247-711D1B5EC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733" y="58074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24BF-2A77-3ABC-BB1A-782A6F35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7B61-F4D6-4535-6D6A-1408651C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BF35B-B024-F5B1-D416-AF17FA6ACE42}"/>
              </a:ext>
            </a:extLst>
          </p:cNvPr>
          <p:cNvSpPr txBox="1"/>
          <p:nvPr/>
        </p:nvSpPr>
        <p:spPr>
          <a:xfrm>
            <a:off x="334099" y="724434"/>
            <a:ext cx="6209463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dirty="0" err="1">
                <a:latin typeface="Segoe UI"/>
                <a:cs typeface="Segoe UI"/>
              </a:rPr>
              <a:t>dushtaram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yoodhanmar</a:t>
            </a:r>
            <a:br>
              <a:rPr lang="en-SG" sz="2800" dirty="0">
                <a:latin typeface="Segoe UI"/>
              </a:rPr>
            </a:br>
            <a:r>
              <a:rPr lang="en-SG" sz="2800" dirty="0" err="1">
                <a:latin typeface="Segoe UI"/>
                <a:cs typeface="Segoe UI"/>
              </a:rPr>
              <a:t>himsa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cheythu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ninne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ethrayo</a:t>
            </a:r>
            <a:br>
              <a:rPr lang="en-SG" sz="2800" dirty="0">
                <a:latin typeface="Segoe UI"/>
              </a:rPr>
            </a:br>
            <a:r>
              <a:rPr lang="en-SG" sz="2800" dirty="0">
                <a:latin typeface="Segoe UI"/>
                <a:cs typeface="Segoe UI"/>
              </a:rPr>
              <a:t>nee </a:t>
            </a:r>
            <a:r>
              <a:rPr lang="en-SG" sz="2800" dirty="0" err="1">
                <a:latin typeface="Segoe UI"/>
                <a:cs typeface="Segoe UI"/>
              </a:rPr>
              <a:t>pidanju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vedhanayale</a:t>
            </a:r>
            <a:br>
              <a:rPr lang="en-SG" sz="2800" dirty="0">
                <a:latin typeface="Segoe UI"/>
              </a:rPr>
            </a:br>
            <a:r>
              <a:rPr lang="en-SG" sz="2800" dirty="0" err="1">
                <a:latin typeface="Segoe UI"/>
                <a:cs typeface="Segoe UI"/>
              </a:rPr>
              <a:t>athum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en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perkkallo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rakshaka</a:t>
            </a:r>
            <a:endParaRPr lang="en-SG" sz="2800" dirty="0">
              <a:latin typeface="Segoe UI"/>
              <a:cs typeface="Segoe UI"/>
            </a:endParaRPr>
          </a:p>
          <a:p>
            <a:pPr>
              <a:buNone/>
            </a:pPr>
            <a:br>
              <a:rPr lang="en-SG" sz="2400" dirty="0"/>
            </a:br>
            <a:endParaRPr lang="en-SG"/>
          </a:p>
          <a:p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ദുഷ്ടരാം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യൂദന്മാ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ർ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ഹിംസ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ചെയ്തു നിന്നെ എത്രയോ</a:t>
            </a:r>
            <a:br>
              <a:rPr lang="ml-IN" sz="2000" dirty="0"/>
            </a:b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നീ പിടഞ്ഞു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വേദനയാലെ</a:t>
            </a:r>
            <a:br>
              <a:rPr lang="ml-IN" sz="2000" dirty="0"/>
            </a:b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അതും എൻ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പെർക്കല്ലോ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രക്ഷകാ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endParaRPr lang="en-SG" dirty="0">
              <a:latin typeface="Arial"/>
              <a:cs typeface="Kartik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A89AA-A34D-800B-7E71-3BDC7964C37B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BD3D2D7-CF85-9DA6-06C1-27CE6F9E5A87}"/>
              </a:ext>
            </a:extLst>
          </p:cNvPr>
          <p:cNvSpPr txBox="1">
            <a:spLocks/>
          </p:cNvSpPr>
          <p:nvPr/>
        </p:nvSpPr>
        <p:spPr>
          <a:xfrm>
            <a:off x="6126695" y="3841937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54E88A2A-EA93-DA77-CA4E-BAF98CEED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2" y="690476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07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8699-96D9-6ED2-1FBE-A2D4C8F3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9DC6-9774-A84B-E836-440C4ABF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F99E8-B95F-47B6-34E6-4D3EE923F5FB}"/>
              </a:ext>
            </a:extLst>
          </p:cNvPr>
          <p:cNvSpPr txBox="1"/>
          <p:nvPr/>
        </p:nvSpPr>
        <p:spPr>
          <a:xfrm>
            <a:off x="329183" y="724434"/>
            <a:ext cx="6209463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njan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yeshupara</a:t>
            </a:r>
            <a:br>
              <a:rPr lang="en-SG" sz="2800" dirty="0">
                <a:latin typeface="Segoe UI"/>
              </a:rPr>
            </a:b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ithrayere</a:t>
            </a:r>
            <a:r>
              <a:rPr lang="en-SG" sz="2800" dirty="0">
                <a:solidFill>
                  <a:srgbClr val="222222"/>
                </a:solidFill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enne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snehippan</a:t>
            </a:r>
            <a:br>
              <a:rPr lang="en-SG" sz="2800" dirty="0">
                <a:latin typeface="Segoe UI"/>
              </a:rPr>
            </a:b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njan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b="0" i="0" dirty="0" err="1">
                <a:solidFill>
                  <a:srgbClr val="222222"/>
                </a:solidFill>
                <a:effectLst/>
                <a:latin typeface="Segoe UI"/>
                <a:cs typeface="Segoe UI"/>
              </a:rPr>
              <a:t>enthullu</a:t>
            </a:r>
            <a:r>
              <a:rPr lang="en-SG" sz="2800" b="0" i="0" dirty="0">
                <a:solidFill>
                  <a:srgbClr val="22222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222222"/>
                </a:solidFill>
                <a:latin typeface="Segoe UI"/>
                <a:cs typeface="Segoe UI"/>
              </a:rPr>
              <a:t>yeshupara</a:t>
            </a:r>
            <a:endParaRPr lang="en-SG" sz="2800" b="0" i="0">
              <a:solidFill>
                <a:srgbClr val="222222"/>
              </a:solidFill>
              <a:effectLst/>
              <a:latin typeface="Segoe UI"/>
              <a:cs typeface="Segoe UI"/>
            </a:endParaRPr>
          </a:p>
          <a:p>
            <a:endParaRPr lang="en-SG"/>
          </a:p>
          <a:p>
            <a:endParaRPr lang="en-SG"/>
          </a:p>
          <a:p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യേശുപരാ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ഇത്രയേറെ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എന്നെ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സ്നേഹിപ്പാ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</a:t>
            </a:r>
            <a:br>
              <a:rPr lang="ml-IN" sz="2000" dirty="0"/>
            </a:b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ഞാ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ൻ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എന്തുള്ളു</a:t>
            </a:r>
            <a:r>
              <a:rPr lang="ml-IN" sz="2000" b="0" i="0" dirty="0">
                <a:solidFill>
                  <a:srgbClr val="222222"/>
                </a:solidFill>
                <a:effectLst/>
                <a:latin typeface="Arial"/>
                <a:cs typeface="Kartika"/>
              </a:rPr>
              <a:t> </a:t>
            </a:r>
            <a:r>
              <a:rPr lang="ml-IN" sz="2000" b="0" i="0" dirty="0" err="1">
                <a:solidFill>
                  <a:srgbClr val="222222"/>
                </a:solidFill>
                <a:effectLst/>
                <a:latin typeface="Arial"/>
                <a:cs typeface="Kartika"/>
              </a:rPr>
              <a:t>യേശുപരാ</a:t>
            </a:r>
            <a:endParaRPr lang="en-SG" dirty="0" err="1">
              <a:latin typeface="Arial"/>
              <a:cs typeface="Kartik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DD23F-F23D-3D51-0EDC-A49E031383B8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6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D9EB643-25DC-1592-F789-7618FEE73469}"/>
              </a:ext>
            </a:extLst>
          </p:cNvPr>
          <p:cNvSpPr txBox="1">
            <a:spLocks/>
          </p:cNvSpPr>
          <p:nvPr/>
        </p:nvSpPr>
        <p:spPr>
          <a:xfrm>
            <a:off x="6035256" y="3675457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E5A0883C-3480-2F3C-7745-C66F34823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023" y="635612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0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7E361-0731-5941-80D2-641C47A02C93}"/>
              </a:ext>
            </a:extLst>
          </p:cNvPr>
          <p:cNvSpPr txBox="1">
            <a:spLocks/>
          </p:cNvSpPr>
          <p:nvPr/>
        </p:nvSpPr>
        <p:spPr>
          <a:xfrm>
            <a:off x="2733739" y="1527208"/>
            <a:ext cx="4074685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Confession- Hymn no 236</a:t>
            </a:r>
            <a:endParaRPr kumimoji="0" lang="en-US" sz="7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510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Confession – 236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485324" y="944510"/>
            <a:ext cx="6919738" cy="19499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enikk</a:t>
            </a:r>
            <a:r>
              <a:rPr lang="ml-IN" sz="2800" b="0" i="0">
                <a:effectLst/>
                <a:latin typeface="Segoe UI"/>
                <a:ea typeface="open sans"/>
                <a:cs typeface="open sans"/>
              </a:rPr>
              <a:t>a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ai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chinthi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nin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raktham</a:t>
            </a:r>
            <a:br>
              <a:rPr lang="en-SG" sz="2800">
                <a:latin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illithallaathoru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nya</a:t>
            </a:r>
            <a:r>
              <a:rPr lang="ml-IN" sz="2800" b="0" i="0">
                <a:effectLst/>
                <a:latin typeface="Segoe UI"/>
                <a:ea typeface="open sans"/>
                <a:cs typeface="open sans"/>
              </a:rPr>
              <a:t>a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yam</a:t>
            </a:r>
            <a:br>
              <a:rPr lang="en-SG" sz="2800">
                <a:latin typeface="Segoe UI"/>
              </a:rPr>
            </a:br>
            <a:r>
              <a:rPr lang="ml-IN" sz="2800">
                <a:latin typeface="Segoe UI"/>
                <a:ea typeface="open sans"/>
              </a:rPr>
              <a:t>i</a:t>
            </a:r>
            <a:r>
              <a:rPr lang="en-SG" sz="2800" err="1">
                <a:latin typeface="Segoe UI"/>
                <a:ea typeface="open sans"/>
                <a:cs typeface="open sans"/>
              </a:rPr>
              <a:t>ppozhum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nin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err="1">
                <a:latin typeface="Segoe UI"/>
                <a:ea typeface="open sans"/>
                <a:cs typeface="open sans"/>
              </a:rPr>
              <a:t>vili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err="1">
                <a:latin typeface="Segoe UI"/>
                <a:ea typeface="open sans"/>
                <a:cs typeface="open sans"/>
              </a:rPr>
              <a:t>o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rthu</a:t>
            </a:r>
            <a:br>
              <a:rPr lang="en-SG" sz="2800">
                <a:latin typeface="Segoe UI"/>
              </a:rPr>
            </a:b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deva</a:t>
            </a:r>
            <a:r>
              <a:rPr lang="ml-IN" sz="2800" b="0" i="0">
                <a:effectLst/>
                <a:latin typeface="Segoe UI"/>
                <a:ea typeface="open sans"/>
                <a:cs typeface="open sans"/>
              </a:rPr>
              <a:t>a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ttin-kutti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varunnen</a:t>
            </a:r>
            <a:endParaRPr lang="en-US" sz="2800">
              <a:latin typeface="Segoe UI"/>
              <a:ea typeface="open sans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537341" y="3081588"/>
            <a:ext cx="6507933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F\</a:t>
            </a:r>
            <a:r>
              <a:rPr lang="en-SG" sz="2800" err="1">
                <a:latin typeface="ML-TTKarthika" panose="04000000000000000000" pitchFamily="82" charset="0"/>
              </a:rPr>
              <a:t>n¡mbv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Nn´n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càw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CÃnXÃmsXmcp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ymbw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Ct¸mgpw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hnfn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HmÀ¯p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pt-BR" sz="2800">
                <a:latin typeface="ML-TTKarthika" panose="04000000000000000000" pitchFamily="82" charset="0"/>
              </a:rPr>
              <a:t>tZhm«n³Ip«n! hcpt¶³ 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674449" y="2057774"/>
            <a:ext cx="3510220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236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236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b="0" i="0" err="1">
                <a:effectLst/>
                <a:latin typeface="Segoe UI"/>
                <a:cs typeface="Segoe UI"/>
              </a:rPr>
              <a:t>enikka</a:t>
            </a:r>
            <a:r>
              <a:rPr lang="ml-IN" sz="2800" b="0" i="0">
                <a:effectLst/>
                <a:latin typeface="Segoe UI"/>
                <a:cs typeface="Segoe UI"/>
              </a:rPr>
              <a:t>a</a:t>
            </a:r>
            <a:r>
              <a:rPr lang="en-SG" sz="2800" b="0" i="0" err="1">
                <a:effectLst/>
                <a:latin typeface="Segoe UI"/>
                <a:cs typeface="Segoe UI"/>
              </a:rPr>
              <a:t>i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chinthi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nin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raktham</a:t>
            </a:r>
            <a:br>
              <a:rPr lang="en-SG" sz="2800">
                <a:latin typeface="Segoe UI"/>
              </a:rPr>
            </a:br>
            <a:r>
              <a:rPr lang="en-SG" sz="2800" b="0" i="0" err="1">
                <a:effectLst/>
                <a:latin typeface="Segoe UI"/>
                <a:cs typeface="Segoe UI"/>
              </a:rPr>
              <a:t>illithallaathoru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nya</a:t>
            </a:r>
            <a:r>
              <a:rPr lang="ml-IN" sz="2800" b="0" i="0">
                <a:effectLst/>
                <a:latin typeface="Segoe UI"/>
                <a:cs typeface="Segoe UI"/>
              </a:rPr>
              <a:t>a</a:t>
            </a:r>
            <a:r>
              <a:rPr lang="en-SG" sz="2800" b="0" i="0">
                <a:effectLst/>
                <a:latin typeface="Segoe UI"/>
                <a:cs typeface="Segoe UI"/>
              </a:rPr>
              <a:t>yam</a:t>
            </a:r>
            <a:br>
              <a:rPr lang="en-SG" sz="2800">
                <a:latin typeface="Segoe UI"/>
              </a:rPr>
            </a:br>
            <a:r>
              <a:rPr lang="ml-IN" sz="2800">
                <a:latin typeface="Segoe UI"/>
              </a:rPr>
              <a:t>i</a:t>
            </a:r>
            <a:r>
              <a:rPr lang="en-SG" sz="2800" b="0" i="0" err="1">
                <a:effectLst/>
                <a:latin typeface="Segoe UI"/>
                <a:cs typeface="Segoe UI"/>
              </a:rPr>
              <a:t>ppozhum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nin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vili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err="1">
                <a:latin typeface="Segoe UI"/>
                <a:cs typeface="Segoe UI"/>
              </a:rPr>
              <a:t>o</a:t>
            </a:r>
            <a:r>
              <a:rPr lang="en-SG" sz="2800" b="0" i="0" err="1">
                <a:effectLst/>
                <a:latin typeface="Segoe UI"/>
                <a:cs typeface="Segoe UI"/>
              </a:rPr>
              <a:t>rthu</a:t>
            </a:r>
            <a:br>
              <a:rPr lang="en-SG" sz="2800">
                <a:latin typeface="Segoe UI"/>
              </a:rPr>
            </a:br>
            <a:r>
              <a:rPr lang="en-SG" sz="2800" b="0" i="0" err="1">
                <a:effectLst/>
                <a:latin typeface="Segoe UI"/>
                <a:cs typeface="Segoe UI"/>
              </a:rPr>
              <a:t>devattin-kutti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varunnen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99190" y="2874972"/>
            <a:ext cx="850026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F\</a:t>
            </a:r>
            <a:r>
              <a:rPr lang="en-SG" sz="2800" err="1">
                <a:latin typeface="ML-TTKarthika" panose="04000000000000000000" pitchFamily="82" charset="0"/>
              </a:rPr>
              <a:t>n¡mbv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Nn´n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càw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CÃnXÃmsXmcp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ymbw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Ct¸mgpw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hnfn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HmÀ¯p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pt-BR" sz="2800">
                <a:latin typeface="ML-TTKarthika" panose="04000000000000000000" pitchFamily="82" charset="0"/>
              </a:rPr>
              <a:t>tZhm«n³Ip«n! hcpt¶³ 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8ACD8-84DA-F701-5EFD-94E948303EC8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1 of 6</a:t>
            </a:r>
          </a:p>
        </p:txBody>
      </p:sp>
    </p:spTree>
    <p:extLst>
      <p:ext uri="{BB962C8B-B14F-4D97-AF65-F5344CB8AC3E}">
        <p14:creationId xmlns:p14="http://schemas.microsoft.com/office/powerpoint/2010/main" val="474597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342B-D754-0FDA-EAE7-C2778F24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A3C9-4F87-D80B-0A4A-A56F1BFA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236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64572-53FE-72E1-6395-3DEDBFBDE1F6}"/>
              </a:ext>
            </a:extLst>
          </p:cNvPr>
          <p:cNvSpPr txBox="1"/>
          <p:nvPr/>
        </p:nvSpPr>
        <p:spPr>
          <a:xfrm>
            <a:off x="131217" y="633718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vividha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samshayangalaal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vichaara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poraattangalaal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vipathil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akappettu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njaan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devattin-kutti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varunnen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047E9-6C2B-5057-F10B-C2E2CD96E998}"/>
              </a:ext>
            </a:extLst>
          </p:cNvPr>
          <p:cNvSpPr txBox="1"/>
          <p:nvPr/>
        </p:nvSpPr>
        <p:spPr>
          <a:xfrm>
            <a:off x="199190" y="2874972"/>
            <a:ext cx="850026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hnhn</a:t>
            </a:r>
            <a:r>
              <a:rPr lang="en-SG" sz="2800">
                <a:latin typeface="ML-TTKarthika" panose="04000000000000000000" pitchFamily="82" charset="0"/>
              </a:rPr>
              <a:t>[ </a:t>
            </a:r>
            <a:r>
              <a:rPr lang="en-SG" sz="2800" err="1">
                <a:latin typeface="ML-TTKarthika" panose="04000000000000000000" pitchFamily="82" charset="0"/>
              </a:rPr>
              <a:t>kwib§fmÂ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hnNmc</a:t>
            </a:r>
            <a:r>
              <a:rPr lang="en-SG" sz="2800">
                <a:latin typeface="ML-TTKarthika" panose="04000000000000000000" pitchFamily="82" charset="0"/>
              </a:rPr>
              <a:t> t]mcm«§</a:t>
            </a:r>
            <a:r>
              <a:rPr lang="en-SG" sz="2800" err="1">
                <a:latin typeface="ML-TTKarthika" panose="04000000000000000000" pitchFamily="82" charset="0"/>
              </a:rPr>
              <a:t>fmÂ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hn</a:t>
            </a:r>
            <a:r>
              <a:rPr lang="en-SG" sz="2800">
                <a:latin typeface="ML-TTKarthika" panose="04000000000000000000" pitchFamily="82" charset="0"/>
              </a:rPr>
              <a:t>]¯</a:t>
            </a:r>
            <a:r>
              <a:rPr lang="en-SG" sz="2800" err="1">
                <a:latin typeface="ML-TTKarthika" panose="04000000000000000000" pitchFamily="82" charset="0"/>
              </a:rPr>
              <a:t>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AIs¸«p</a:t>
            </a:r>
            <a:r>
              <a:rPr lang="en-SG" sz="2800">
                <a:latin typeface="ML-TTKarthika" panose="04000000000000000000" pitchFamily="82" charset="0"/>
              </a:rPr>
              <a:t> Rm³ </a:t>
            </a:r>
          </a:p>
          <a:p>
            <a:r>
              <a:rPr lang="en-SG" sz="2800">
                <a:latin typeface="ML-TTKarthika" panose="04000000000000000000" pitchFamily="82" charset="0"/>
              </a:rPr>
              <a:t>tZhm«n³Ip«n! hcpt¶³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7DDD3-4151-0C92-3EF3-6CD96E527B79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2 of 6</a:t>
            </a:r>
          </a:p>
        </p:txBody>
      </p:sp>
    </p:spTree>
    <p:extLst>
      <p:ext uri="{BB962C8B-B14F-4D97-AF65-F5344CB8AC3E}">
        <p14:creationId xmlns:p14="http://schemas.microsoft.com/office/powerpoint/2010/main" val="3327288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0BF1-39E0-3D5E-D2C8-BD62641B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3DFF-66AE-6BF9-6DF5-6D130044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236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55FB2-3F6A-1054-52EA-238BD45C4FED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daaridr</a:t>
            </a:r>
            <a:r>
              <a:rPr lang="ml-IN" sz="2800" b="0" i="0">
                <a:effectLst/>
                <a:latin typeface="Segoe UI"/>
                <a:ea typeface="open sans"/>
                <a:cs typeface="Segoe UI"/>
              </a:rPr>
              <a:t>ya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arishtan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kurudan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dhanasaukhyangal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kazhchayum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daanamayi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ningal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labhippaan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cs typeface="Segoe UI"/>
              </a:rPr>
              <a:t>devattin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-kutti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varunnen</a:t>
            </a:r>
            <a:endParaRPr lang="en-US" sz="2800">
              <a:latin typeface="Segoe UI"/>
              <a:ea typeface="open sans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1D641-3276-D009-38E2-003D73303DEC}"/>
              </a:ext>
            </a:extLst>
          </p:cNvPr>
          <p:cNvSpPr txBox="1"/>
          <p:nvPr/>
        </p:nvSpPr>
        <p:spPr>
          <a:xfrm>
            <a:off x="199190" y="2874972"/>
            <a:ext cx="850026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Zmcn</a:t>
            </a:r>
            <a:r>
              <a:rPr lang="en-SG" sz="2800">
                <a:latin typeface="ML-TTKarthika" panose="04000000000000000000" pitchFamily="82" charset="0"/>
              </a:rPr>
              <a:t>{Zymcnã³ IpcpS³ </a:t>
            </a:r>
          </a:p>
          <a:p>
            <a:r>
              <a:rPr lang="en-SG" sz="2800">
                <a:latin typeface="ML-TTKarthika" panose="04000000000000000000" pitchFamily="82" charset="0"/>
              </a:rPr>
              <a:t>[\ </a:t>
            </a:r>
            <a:r>
              <a:rPr lang="en-SG" sz="2800" err="1">
                <a:latin typeface="ML-TTKarthika" panose="04000000000000000000" pitchFamily="82" charset="0"/>
              </a:rPr>
              <a:t>kuJy§Ä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ImgvNbpw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Zm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ambv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n¦Â</a:t>
            </a:r>
            <a:r>
              <a:rPr lang="en-SG" sz="2800">
                <a:latin typeface="ML-TTKarthika" panose="04000000000000000000" pitchFamily="82" charset="0"/>
              </a:rPr>
              <a:t> e`n¸m³ </a:t>
            </a:r>
          </a:p>
          <a:p>
            <a:r>
              <a:rPr lang="en-SG" sz="2800">
                <a:latin typeface="ML-TTKarthika" panose="04000000000000000000" pitchFamily="82" charset="0"/>
              </a:rPr>
              <a:t>tZhm«n³Ip«n! hcpt¶³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3FC84-E288-6030-8F21-F294E5EEB6D9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3 of 6</a:t>
            </a:r>
          </a:p>
        </p:txBody>
      </p:sp>
    </p:spTree>
    <p:extLst>
      <p:ext uri="{BB962C8B-B14F-4D97-AF65-F5344CB8AC3E}">
        <p14:creationId xmlns:p14="http://schemas.microsoft.com/office/powerpoint/2010/main" val="3417700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2B2C-C5E0-A79B-D60F-75944A77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F432-8C7C-8E6B-103B-607E651E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236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035E5-82D0-D1A3-4E5F-72494693D696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b="0" i="0" err="1">
                <a:effectLst/>
                <a:latin typeface="Segoe UI"/>
                <a:cs typeface="Segoe UI"/>
              </a:rPr>
              <a:t>enne</a:t>
            </a:r>
            <a:r>
              <a:rPr lang="en-SG" sz="2800" b="0" i="0">
                <a:effectLst/>
                <a:latin typeface="Segoe UI"/>
                <a:cs typeface="Segoe UI"/>
              </a:rPr>
              <a:t> nee </a:t>
            </a:r>
            <a:r>
              <a:rPr lang="en-SG" sz="2800" b="0" i="0" err="1">
                <a:effectLst/>
                <a:latin typeface="Segoe UI"/>
                <a:cs typeface="Segoe UI"/>
              </a:rPr>
              <a:t>kaikkondedume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cs typeface="Segoe UI"/>
              </a:rPr>
              <a:t>en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pizha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pokki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rakshikkum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cs typeface="Segoe UI"/>
              </a:rPr>
              <a:t>ennallo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nin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vagdathavum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cs typeface="Segoe UI"/>
              </a:rPr>
              <a:t>devattin-kutti</a:t>
            </a:r>
            <a:r>
              <a:rPr lang="en-SG" sz="2800" b="0" i="0">
                <a:effectLst/>
                <a:latin typeface="Segoe UI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varunnen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47B30-F3DD-B26F-A260-63CAA25686EA}"/>
              </a:ext>
            </a:extLst>
          </p:cNvPr>
          <p:cNvSpPr txBox="1"/>
          <p:nvPr/>
        </p:nvSpPr>
        <p:spPr>
          <a:xfrm>
            <a:off x="199190" y="2874972"/>
            <a:ext cx="850026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Fs¶ \o </a:t>
            </a:r>
            <a:r>
              <a:rPr lang="en-SG" sz="2800" err="1">
                <a:latin typeface="ML-TTKarthika" panose="04000000000000000000" pitchFamily="82" charset="0"/>
              </a:rPr>
              <a:t>ssIs¡m¬SoSpta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F³ ]ng t]</a:t>
            </a:r>
            <a:r>
              <a:rPr lang="en-SG" sz="2800" err="1">
                <a:latin typeface="ML-TTKarthika" panose="04000000000000000000" pitchFamily="82" charset="0"/>
              </a:rPr>
              <a:t>m¡n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c£n¡pw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F¶tÃm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hmKvZ¯hpw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tZhm«n³Ip«n! hcpt¶³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2474A-D1E1-4D3E-CF51-CB23B6D53894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4 of 6</a:t>
            </a:r>
          </a:p>
        </p:txBody>
      </p:sp>
    </p:spTree>
    <p:extLst>
      <p:ext uri="{BB962C8B-B14F-4D97-AF65-F5344CB8AC3E}">
        <p14:creationId xmlns:p14="http://schemas.microsoft.com/office/powerpoint/2010/main" val="4026022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19E4-97F0-E285-6E6F-9C0531A6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F480-CDC6-733E-A46A-DAE91A2F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236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44F8E-94E6-883B-214E-4B6ECB5123FE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agocharamaam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nin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sheham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agadha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prayaasam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theerthu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ayyo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ninte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nintethavaan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devattin-kutti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varunnen</a:t>
            </a:r>
            <a:endParaRPr lang="en-US" sz="2800">
              <a:latin typeface="Segoe UI"/>
              <a:ea typeface="open sans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9BCD4-1DA4-2C60-19BA-2B72EE738641}"/>
              </a:ext>
            </a:extLst>
          </p:cNvPr>
          <p:cNvSpPr txBox="1"/>
          <p:nvPr/>
        </p:nvSpPr>
        <p:spPr>
          <a:xfrm>
            <a:off x="199190" y="2874972"/>
            <a:ext cx="850026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AtKmNcamw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kvt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lw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AKm</a:t>
            </a:r>
            <a:r>
              <a:rPr lang="en-SG" sz="2800">
                <a:latin typeface="ML-TTKarthika" panose="04000000000000000000" pitchFamily="82" charset="0"/>
              </a:rPr>
              <a:t>[ {]</a:t>
            </a:r>
            <a:r>
              <a:rPr lang="en-SG" sz="2800" err="1">
                <a:latin typeface="ML-TTKarthika" panose="04000000000000000000" pitchFamily="82" charset="0"/>
              </a:rPr>
              <a:t>bmkw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XoÀ¯p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At¿m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\ntâXmhm³ </a:t>
            </a:r>
          </a:p>
          <a:p>
            <a:r>
              <a:rPr lang="en-SG" sz="2800">
                <a:latin typeface="ML-TTKarthika" panose="04000000000000000000" pitchFamily="82" charset="0"/>
              </a:rPr>
              <a:t>tZhm«n³Ip«n! hcpt¶³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67D7B-B968-C33F-308E-AAA0BDC6F9D2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5 of 6</a:t>
            </a:r>
          </a:p>
        </p:txBody>
      </p:sp>
    </p:spTree>
    <p:extLst>
      <p:ext uri="{BB962C8B-B14F-4D97-AF65-F5344CB8AC3E}">
        <p14:creationId xmlns:p14="http://schemas.microsoft.com/office/powerpoint/2010/main" val="3409087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4B58-7326-DE79-0621-1456F5E7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FEFF-5EEF-2B5D-5CFC-454B6E021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236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70D01-89A2-737D-2D77-F2F43E004733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aa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swaira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snehathin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neelam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aazham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uyaram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veethiyum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aaraanjarrinjang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- </a:t>
            </a: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orkkuvaan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err="1">
                <a:effectLst/>
                <a:latin typeface="Segoe UI"/>
                <a:ea typeface="open sans"/>
                <a:cs typeface="Segoe UI"/>
              </a:rPr>
              <a:t>devattin-kutti</a:t>
            </a:r>
            <a:r>
              <a:rPr lang="en-SG" sz="2800" b="0" i="0">
                <a:effectLst/>
                <a:latin typeface="Segoe UI"/>
                <a:ea typeface="open sans"/>
                <a:cs typeface="Segoe UI"/>
              </a:rPr>
              <a:t> </a:t>
            </a:r>
            <a:r>
              <a:rPr lang="en-SG" sz="2800" b="0" i="0" err="1">
                <a:effectLst/>
                <a:latin typeface="Segoe UI"/>
                <a:cs typeface="Segoe UI"/>
              </a:rPr>
              <a:t>varunnen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72206-4B7D-A939-18D4-06A4F2621EFC}"/>
              </a:ext>
            </a:extLst>
          </p:cNvPr>
          <p:cNvSpPr txBox="1"/>
          <p:nvPr/>
        </p:nvSpPr>
        <p:spPr>
          <a:xfrm>
            <a:off x="199190" y="2874972"/>
            <a:ext cx="8500262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B </a:t>
            </a:r>
            <a:r>
              <a:rPr lang="en-SG" sz="2800" err="1">
                <a:latin typeface="ML-TTKarthika" panose="04000000000000000000" pitchFamily="82" charset="0"/>
              </a:rPr>
              <a:t>sskzc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kvt</a:t>
            </a:r>
            <a:r>
              <a:rPr lang="en-SG" sz="2800">
                <a:latin typeface="ML-TTKarthika" panose="04000000000000000000" pitchFamily="82" charset="0"/>
              </a:rPr>
              <a:t>\l¯n³ \</a:t>
            </a:r>
            <a:r>
              <a:rPr lang="en-SG" sz="2800" err="1">
                <a:latin typeface="ML-TTKarthika" panose="04000000000000000000" pitchFamily="82" charset="0"/>
              </a:rPr>
              <a:t>ofw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Bgw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Dbcw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hoXnbpw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Bcmªdnªt§mÀ¡phm³ </a:t>
            </a:r>
          </a:p>
          <a:p>
            <a:r>
              <a:rPr lang="en-SG" sz="2800">
                <a:latin typeface="ML-TTKarthika" panose="04000000000000000000" pitchFamily="82" charset="0"/>
              </a:rPr>
              <a:t>tZhm«n³Ip«n! hcpt¶³!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CFC04C-13DE-C309-1D2E-2516F0D75362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6 of 6</a:t>
            </a:r>
          </a:p>
        </p:txBody>
      </p:sp>
    </p:spTree>
    <p:extLst>
      <p:ext uri="{BB962C8B-B14F-4D97-AF65-F5344CB8AC3E}">
        <p14:creationId xmlns:p14="http://schemas.microsoft.com/office/powerpoint/2010/main" val="1074060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En Yeshu than</a:t>
            </a:r>
            <a:endParaRPr lang="en-SG">
              <a:latin typeface="Segoe UI"/>
              <a:cs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652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 </a:t>
            </a:r>
            <a:r>
              <a:rPr lang="en-US">
                <a:latin typeface="+mn-lt"/>
                <a:cs typeface="Segoe UI"/>
              </a:rPr>
              <a:t>En Yeshu than</a:t>
            </a:r>
            <a:endParaRPr lang="en-SG">
              <a:latin typeface="Segoe UI"/>
              <a:cs typeface="Segoe UI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1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101601" y="2973675"/>
            <a:ext cx="8940799" cy="18620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300" b="0" i="0">
                <a:effectLst/>
                <a:latin typeface="BlinkMacSystemFont"/>
              </a:rPr>
              <a:t>എന്നേശു തൻ വിലതീരാ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സ്നേഹമാർക്കു</a:t>
            </a:r>
            <a:r>
              <a:rPr lang="en-SG" sz="2300"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വർണ്ണിക്കാം</a:t>
            </a:r>
            <a:br>
              <a:rPr lang="ml-IN" sz="2300"/>
            </a:br>
            <a:r>
              <a:rPr lang="ml-IN" sz="2300" b="0" i="0">
                <a:effectLst/>
                <a:latin typeface="BlinkMacSystemFont"/>
              </a:rPr>
              <a:t>തന്നന്തികെ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ചേർന്നങ്ങായതറിഞ്ഞോർക്കു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താൻ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സാധ്യം</a:t>
            </a:r>
            <a:endParaRPr lang="en-SG" sz="2300" b="0" i="0">
              <a:effectLst/>
              <a:latin typeface="BlinkMacSystemFont"/>
            </a:endParaRPr>
          </a:p>
          <a:p>
            <a:endParaRPr lang="en-SG" sz="2300">
              <a:latin typeface="ML-TTKarthika" panose="04000000000000000000" pitchFamily="82" charset="0"/>
            </a:endParaRPr>
          </a:p>
          <a:p>
            <a:r>
              <a:rPr lang="ml-IN" sz="2300">
                <a:latin typeface="ML-TTKarthika" panose="04000000000000000000" pitchFamily="82" charset="0"/>
              </a:rPr>
              <a:t>യേശുവിൻ സ്നേഹം</a:t>
            </a:r>
            <a:r>
              <a:rPr lang="en-SG" sz="2300">
                <a:latin typeface="ML-TTKarthika" panose="04000000000000000000" pitchFamily="82" charset="0"/>
              </a:rPr>
              <a:t> </a:t>
            </a:r>
            <a:r>
              <a:rPr lang="ml-IN" sz="2300">
                <a:latin typeface="ML-TTKarthika" panose="04000000000000000000" pitchFamily="82" charset="0"/>
              </a:rPr>
              <a:t>ആശ്ചര്യസ്നേഹം</a:t>
            </a:r>
          </a:p>
          <a:p>
            <a:r>
              <a:rPr lang="ml-IN" sz="2300">
                <a:latin typeface="ML-TTKarthika" panose="04000000000000000000" pitchFamily="82" charset="0"/>
              </a:rPr>
              <a:t>യേശുവിൻ സ്നേഹം</a:t>
            </a:r>
            <a:r>
              <a:rPr lang="en-SG" sz="2300">
                <a:latin typeface="ML-TTKarthika" panose="04000000000000000000" pitchFamily="82" charset="0"/>
              </a:rPr>
              <a:t> </a:t>
            </a:r>
            <a:r>
              <a:rPr lang="ml-IN" sz="2300">
                <a:latin typeface="ML-TTKarthika" panose="04000000000000000000" pitchFamily="82" charset="0"/>
              </a:rPr>
              <a:t>ആശ്ചര്യസ്നേഹമേ</a:t>
            </a:r>
            <a:endParaRPr lang="en-US" sz="230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103520" y="499609"/>
            <a:ext cx="8936961" cy="22960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err="1">
                <a:latin typeface="Segoe UI"/>
                <a:ea typeface="+mn-lt"/>
                <a:cs typeface="Segoe UI"/>
              </a:rPr>
              <a:t>enneshu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SG" sz="2800">
                <a:latin typeface="Segoe UI"/>
                <a:ea typeface="+mn-lt"/>
                <a:cs typeface="Segoe UI"/>
              </a:rPr>
              <a:t>t</a:t>
            </a:r>
            <a:r>
              <a:rPr lang="en-US" sz="2800" err="1">
                <a:latin typeface="Segoe UI"/>
                <a:ea typeface="+mn-lt"/>
                <a:cs typeface="Segoe UI"/>
              </a:rPr>
              <a:t>han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vilatheera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sneham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aarkku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varnnikkaam</a:t>
            </a:r>
            <a:endParaRPr lang="en-US" sz="2800">
              <a:latin typeface="Segoe UI"/>
              <a:ea typeface="+mn-lt"/>
              <a:cs typeface="Segoe UI"/>
            </a:endParaRPr>
          </a:p>
          <a:p>
            <a:pPr algn="l"/>
            <a:r>
              <a:rPr lang="en-US" sz="2800" err="1">
                <a:latin typeface="Segoe UI"/>
                <a:ea typeface="+mn-lt"/>
                <a:cs typeface="Segoe UI"/>
              </a:rPr>
              <a:t>thannanthike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chernnangaayatharinjorkku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thaan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saadhyam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</a:p>
          <a:p>
            <a:pPr algn="l"/>
            <a:r>
              <a:rPr lang="en-US" sz="2800" err="1">
                <a:latin typeface="Segoe UI"/>
                <a:cs typeface="Segoe UI"/>
              </a:rPr>
              <a:t>yeshuvin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aascharya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</a:t>
            </a:r>
            <a:endParaRPr lang="en-US" sz="2800">
              <a:latin typeface="Segoe UI"/>
              <a:cs typeface="Segoe UI"/>
            </a:endParaRPr>
          </a:p>
          <a:p>
            <a:pPr algn="l"/>
            <a:r>
              <a:rPr lang="en-US" sz="2800">
                <a:latin typeface="Segoe UI"/>
                <a:cs typeface="Segoe UI"/>
              </a:rPr>
              <a:t>yeshuvin </a:t>
            </a:r>
            <a:r>
              <a:rPr lang="en-US" sz="2800" err="1">
                <a:latin typeface="Segoe UI"/>
                <a:cs typeface="Segoe UI"/>
              </a:rPr>
              <a:t>sneham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aascharya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snehame</a:t>
            </a:r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00184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E0E5F-A750-54E1-2962-091C4A38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2ED2-B465-D489-43BF-79A1ACF2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 </a:t>
            </a:r>
            <a:r>
              <a:rPr lang="en-US">
                <a:latin typeface="+mn-lt"/>
                <a:cs typeface="Segoe UI"/>
              </a:rPr>
              <a:t>En Yeshu than</a:t>
            </a:r>
            <a:endParaRPr lang="en-SG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1F74C80-ED8A-AF80-53B5-1DF80FFFD95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823EC-DE24-8583-E46F-36FEB94FBC1A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2: 2 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42A339-0354-E852-9A48-EE90F3312C8D}"/>
              </a:ext>
            </a:extLst>
          </p:cNvPr>
          <p:cNvSpPr/>
          <p:nvPr/>
        </p:nvSpPr>
        <p:spPr>
          <a:xfrm>
            <a:off x="96810" y="2973675"/>
            <a:ext cx="8942005" cy="18620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300" dirty="0" err="1">
                <a:latin typeface="ML-TTKarthika"/>
                <a:cs typeface="Kartika"/>
              </a:rPr>
              <a:t>പാപിയെന്നുടെ</a:t>
            </a:r>
            <a:r>
              <a:rPr lang="ml-IN" sz="2300" dirty="0">
                <a:latin typeface="ML-TTKarthika"/>
                <a:cs typeface="Kartika"/>
              </a:rPr>
              <a:t> ദോഷത്തെ </a:t>
            </a:r>
            <a:r>
              <a:rPr lang="ml-IN" sz="2300" dirty="0" err="1">
                <a:latin typeface="ML-TTKarthika"/>
                <a:cs typeface="Kartika"/>
              </a:rPr>
              <a:t>തീർത്താമോദം</a:t>
            </a:r>
            <a:r>
              <a:rPr lang="ml-IN" sz="2300" dirty="0">
                <a:latin typeface="ML-TTKarthika"/>
                <a:cs typeface="Kartika"/>
              </a:rPr>
              <a:t> </a:t>
            </a:r>
            <a:r>
              <a:rPr lang="ml-IN" sz="2300" dirty="0" err="1">
                <a:latin typeface="ML-TTKarthika"/>
                <a:cs typeface="Kartika"/>
              </a:rPr>
              <a:t>നൽകി</a:t>
            </a:r>
            <a:r>
              <a:rPr lang="ml-IN" sz="2300" dirty="0">
                <a:latin typeface="ML-TTKarthika"/>
                <a:cs typeface="Kartika"/>
              </a:rPr>
              <a:t> </a:t>
            </a:r>
            <a:endParaRPr lang="en-US" sz="2300" dirty="0">
              <a:latin typeface="ML-TTKarthika"/>
              <a:cs typeface="Kartika"/>
            </a:endParaRPr>
          </a:p>
          <a:p>
            <a:r>
              <a:rPr lang="ml-IN" sz="2300" dirty="0" err="1">
                <a:latin typeface="ML-TTKarthika"/>
                <a:cs typeface="Kartika"/>
              </a:rPr>
              <a:t>പാപാന്ധശക്തിയെ</a:t>
            </a:r>
            <a:r>
              <a:rPr lang="ml-IN" sz="2300" dirty="0">
                <a:latin typeface="ML-TTKarthika"/>
                <a:cs typeface="Kartika"/>
              </a:rPr>
              <a:t> </a:t>
            </a:r>
            <a:r>
              <a:rPr lang="ml-IN" sz="2300" dirty="0" err="1">
                <a:latin typeface="ML-TTKarthika"/>
                <a:cs typeface="Kartika"/>
              </a:rPr>
              <a:t>വെന്നീടാ</a:t>
            </a:r>
            <a:r>
              <a:rPr lang="ml-IN" sz="2300" dirty="0">
                <a:latin typeface="ML-TTKarthika"/>
                <a:cs typeface="Kartika"/>
              </a:rPr>
              <a:t>- </a:t>
            </a:r>
            <a:r>
              <a:rPr lang="ml-IN" sz="2300" dirty="0" err="1">
                <a:latin typeface="ML-TTKarthika"/>
                <a:cs typeface="Kartika"/>
              </a:rPr>
              <a:t>നുള്ളാത്മാവും</a:t>
            </a:r>
            <a:r>
              <a:rPr lang="ml-IN" sz="2300" dirty="0">
                <a:latin typeface="ML-TTKarthika"/>
                <a:cs typeface="Kartika"/>
              </a:rPr>
              <a:t> </a:t>
            </a:r>
            <a:r>
              <a:rPr lang="ml-IN" sz="2300" dirty="0" err="1">
                <a:latin typeface="ML-TTKarthika"/>
                <a:cs typeface="Kartika"/>
              </a:rPr>
              <a:t>നൽകി</a:t>
            </a:r>
            <a:endParaRPr lang="en-SG" sz="2300" dirty="0">
              <a:latin typeface="BlinkMacSystemFont"/>
            </a:endParaRPr>
          </a:p>
          <a:p>
            <a:endParaRPr lang="en-SG" sz="2300">
              <a:latin typeface="BlinkMacSystemFont"/>
            </a:endParaRPr>
          </a:p>
          <a:p>
            <a:r>
              <a:rPr lang="ml-IN" sz="2300" dirty="0" err="1">
                <a:latin typeface="ML-TTKarthika"/>
                <a:cs typeface="Kartika"/>
              </a:rPr>
              <a:t>യേശുവി</a:t>
            </a:r>
            <a:r>
              <a:rPr lang="ml-IN" sz="2300" dirty="0">
                <a:latin typeface="ML-TTKarthika"/>
                <a:cs typeface="Kartika"/>
              </a:rPr>
              <a:t>ൻ സ്നേഹം</a:t>
            </a:r>
            <a:r>
              <a:rPr lang="en-SG" sz="2300" dirty="0">
                <a:latin typeface="ML-TTKarthika"/>
              </a:rPr>
              <a:t> </a:t>
            </a:r>
            <a:r>
              <a:rPr lang="ml-IN" sz="2300" dirty="0" err="1">
                <a:latin typeface="ML-TTKarthika"/>
                <a:cs typeface="Kartika"/>
              </a:rPr>
              <a:t>ആശ്ചര്യസ്നേഹം</a:t>
            </a:r>
          </a:p>
          <a:p>
            <a:r>
              <a:rPr lang="ml-IN" sz="2300" dirty="0" err="1">
                <a:latin typeface="ML-TTKarthika"/>
                <a:cs typeface="Kartika"/>
              </a:rPr>
              <a:t>യേശുവി</a:t>
            </a:r>
            <a:r>
              <a:rPr lang="ml-IN" sz="2300" dirty="0">
                <a:latin typeface="ML-TTKarthika"/>
                <a:cs typeface="Kartika"/>
              </a:rPr>
              <a:t>ൻ സ്നേഹം</a:t>
            </a:r>
            <a:r>
              <a:rPr lang="en-SG" sz="2300" dirty="0">
                <a:latin typeface="ML-TTKarthika"/>
              </a:rPr>
              <a:t> </a:t>
            </a:r>
            <a:r>
              <a:rPr lang="ml-IN" sz="2300" dirty="0" err="1">
                <a:latin typeface="ML-TTKarthika"/>
                <a:cs typeface="Kartika"/>
              </a:rPr>
              <a:t>ആശ്ചര്യസ്നേഹമേ</a:t>
            </a:r>
            <a:endParaRPr lang="en-US" sz="2300" dirty="0" err="1">
              <a:latin typeface="ML-TTKarthika"/>
              <a:cs typeface="Kartika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8263A-9A1D-FA07-E8B2-C8434160A8E5}"/>
              </a:ext>
            </a:extLst>
          </p:cNvPr>
          <p:cNvSpPr txBox="1">
            <a:spLocks/>
          </p:cNvSpPr>
          <p:nvPr/>
        </p:nvSpPr>
        <p:spPr>
          <a:xfrm>
            <a:off x="3615" y="695424"/>
            <a:ext cx="9136533" cy="18778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latin typeface="Segoe UI"/>
                <a:ea typeface="+mn-lt"/>
                <a:cs typeface="Segoe UI"/>
              </a:rPr>
              <a:t>maa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paapi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ennude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doshhaththe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theerhthaamodam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nalki</a:t>
            </a:r>
            <a:endParaRPr lang="en-US" dirty="0" err="1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>
                <a:latin typeface="Segoe UI"/>
                <a:ea typeface="+mn-lt"/>
                <a:cs typeface="Segoe UI"/>
              </a:rPr>
              <a:t>paapaandha-shakthiye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venneedaanullaathmaavum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nalki</a:t>
            </a:r>
            <a:endParaRPr lang="en-US" dirty="0" err="1"/>
          </a:p>
          <a:p>
            <a:pPr algn="l"/>
            <a:r>
              <a:rPr lang="en-US" sz="2800" dirty="0" err="1">
                <a:latin typeface="Segoe UI"/>
                <a:cs typeface="Segoe UI"/>
              </a:rPr>
              <a:t>yeshuvin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sneham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aascharya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sneham</a:t>
            </a:r>
            <a:endParaRPr lang="en-US" sz="2800" dirty="0">
              <a:latin typeface="Segoe UI"/>
              <a:cs typeface="Segoe UI"/>
            </a:endParaRPr>
          </a:p>
          <a:p>
            <a:pPr algn="l"/>
            <a:r>
              <a:rPr lang="en-US" sz="2800" dirty="0" err="1">
                <a:latin typeface="Segoe UI"/>
                <a:cs typeface="Segoe UI"/>
              </a:rPr>
              <a:t>yeshuvin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sneham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aascharya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snehame</a:t>
            </a:r>
            <a:endParaRPr lang="en-US" sz="2800" dirty="0">
              <a:latin typeface="Segoe UI"/>
              <a:cs typeface="Segoe UI"/>
            </a:endParaRPr>
          </a:p>
          <a:p>
            <a:pPr algn="l"/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9069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4007-798E-5DD3-9FCB-CD8D6F08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A6C79-FE37-E7C4-45CE-9A339C5B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 </a:t>
            </a:r>
            <a:r>
              <a:rPr lang="en-US">
                <a:latin typeface="+mn-lt"/>
                <a:cs typeface="Segoe UI"/>
              </a:rPr>
              <a:t>En Yeshu than</a:t>
            </a:r>
            <a:endParaRPr lang="en-SG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B5AAB42-A748-DA23-B1FB-316BF431D80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8ECAA-B89E-3FC9-8F93-A416CEF7CD5F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2: 3 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6C851-10EC-BE8E-D9C9-02063091A0AF}"/>
              </a:ext>
            </a:extLst>
          </p:cNvPr>
          <p:cNvSpPr/>
          <p:nvPr/>
        </p:nvSpPr>
        <p:spPr>
          <a:xfrm>
            <a:off x="37453" y="2973675"/>
            <a:ext cx="8801747" cy="18620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300" b="0" i="0">
                <a:effectLst/>
                <a:latin typeface="BlinkMacSystemFont"/>
              </a:rPr>
              <a:t>തൻ നാമം ചൊല്ലുന്നതെത്രമോദം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എന്നകതാരിൽ</a:t>
            </a:r>
          </a:p>
          <a:p>
            <a:r>
              <a:rPr lang="ml-IN" sz="2300" b="0" i="0">
                <a:effectLst/>
                <a:latin typeface="BlinkMacSystemFont"/>
              </a:rPr>
              <a:t>വന്നു അവൻ ചിന്ത എങ്കിലപ്പോളുണ്ടാമാനന്ദം</a:t>
            </a:r>
            <a:r>
              <a:rPr lang="en-SG" sz="2300" b="0" i="0">
                <a:effectLst/>
                <a:latin typeface="BlinkMacSystemFont"/>
              </a:rPr>
              <a:t> </a:t>
            </a:r>
          </a:p>
          <a:p>
            <a:endParaRPr lang="en-SG" sz="2300">
              <a:latin typeface="BlinkMacSystemFont"/>
            </a:endParaRPr>
          </a:p>
          <a:p>
            <a:r>
              <a:rPr lang="ml-IN" sz="2300">
                <a:latin typeface="ML-TTKarthika" panose="04000000000000000000" pitchFamily="82" charset="0"/>
              </a:rPr>
              <a:t>യേശുവിൻ സ്നേഹം</a:t>
            </a:r>
            <a:r>
              <a:rPr lang="en-SG" sz="2300">
                <a:latin typeface="ML-TTKarthika" panose="04000000000000000000" pitchFamily="82" charset="0"/>
              </a:rPr>
              <a:t> </a:t>
            </a:r>
            <a:r>
              <a:rPr lang="ml-IN" sz="2300">
                <a:latin typeface="ML-TTKarthika" panose="04000000000000000000" pitchFamily="82" charset="0"/>
              </a:rPr>
              <a:t>ആശ്ചര്യസ്നേഹം</a:t>
            </a:r>
          </a:p>
          <a:p>
            <a:r>
              <a:rPr lang="ml-IN" sz="2300">
                <a:latin typeface="ML-TTKarthika" panose="04000000000000000000" pitchFamily="82" charset="0"/>
              </a:rPr>
              <a:t>യേശുവിൻ സ്നേഹം</a:t>
            </a:r>
            <a:r>
              <a:rPr lang="en-SG" sz="2300">
                <a:latin typeface="ML-TTKarthika" panose="04000000000000000000" pitchFamily="82" charset="0"/>
              </a:rPr>
              <a:t> </a:t>
            </a:r>
            <a:r>
              <a:rPr lang="ml-IN" sz="2300">
                <a:latin typeface="ML-TTKarthika" panose="04000000000000000000" pitchFamily="82" charset="0"/>
              </a:rPr>
              <a:t>ആശ്ചര്യസ്നേഹമേ</a:t>
            </a:r>
            <a:endParaRPr lang="en-US" sz="230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5BFC17-C7F7-48FE-B7AB-894C6030D2F8}"/>
              </a:ext>
            </a:extLst>
          </p:cNvPr>
          <p:cNvSpPr txBox="1">
            <a:spLocks/>
          </p:cNvSpPr>
          <p:nvPr/>
        </p:nvSpPr>
        <p:spPr>
          <a:xfrm>
            <a:off x="-4187" y="499609"/>
            <a:ext cx="8960810" cy="21986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ml-IN" sz="2800">
                <a:latin typeface="Segoe UI"/>
                <a:ea typeface="+mn-lt"/>
                <a:cs typeface="Segoe UI"/>
              </a:rPr>
              <a:t>t</a:t>
            </a:r>
            <a:r>
              <a:rPr lang="en-US" sz="2800" err="1">
                <a:latin typeface="Segoe UI"/>
                <a:ea typeface="+mn-lt"/>
                <a:cs typeface="Segoe UI"/>
              </a:rPr>
              <a:t>han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naamam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chollunnathethra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modham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SG" sz="2800">
                <a:latin typeface="Segoe UI"/>
                <a:ea typeface="+mn-lt"/>
                <a:cs typeface="Segoe UI"/>
              </a:rPr>
              <a:t>e</a:t>
            </a:r>
            <a:r>
              <a:rPr lang="en-US" sz="2800" err="1">
                <a:latin typeface="Segoe UI"/>
                <a:ea typeface="+mn-lt"/>
                <a:cs typeface="Segoe UI"/>
              </a:rPr>
              <a:t>nnakathaaril</a:t>
            </a:r>
            <a:endParaRPr lang="en-US" sz="2800">
              <a:latin typeface="Segoe UI"/>
              <a:ea typeface="+mn-lt"/>
              <a:cs typeface="Segoe UI"/>
            </a:endParaRPr>
          </a:p>
          <a:p>
            <a:pPr algn="l"/>
            <a:r>
              <a:rPr lang="ml-IN" sz="2800">
                <a:latin typeface="Segoe UI"/>
                <a:ea typeface="+mn-lt"/>
                <a:cs typeface="Segoe UI"/>
              </a:rPr>
              <a:t>v</a:t>
            </a:r>
            <a:r>
              <a:rPr lang="en-US" sz="2800" err="1">
                <a:latin typeface="Segoe UI"/>
                <a:ea typeface="+mn-lt"/>
                <a:cs typeface="Segoe UI"/>
              </a:rPr>
              <a:t>annu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ml-IN" sz="2800">
                <a:latin typeface="Segoe UI"/>
                <a:ea typeface="+mn-lt"/>
                <a:cs typeface="Segoe UI"/>
              </a:rPr>
              <a:t>a</a:t>
            </a:r>
            <a:r>
              <a:rPr lang="en-SG" sz="2800">
                <a:latin typeface="Segoe UI"/>
                <a:ea typeface="+mn-lt"/>
                <a:cs typeface="Segoe UI"/>
              </a:rPr>
              <a:t>v</a:t>
            </a:r>
            <a:r>
              <a:rPr lang="en-US" sz="2800">
                <a:latin typeface="Segoe UI"/>
                <a:ea typeface="+mn-lt"/>
                <a:cs typeface="Segoe UI"/>
              </a:rPr>
              <a:t>an </a:t>
            </a:r>
            <a:r>
              <a:rPr lang="en-US" sz="2800" err="1">
                <a:latin typeface="Segoe UI"/>
                <a:ea typeface="+mn-lt"/>
                <a:cs typeface="Segoe UI"/>
              </a:rPr>
              <a:t>chintha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enkil</a:t>
            </a:r>
            <a:r>
              <a:rPr lang="ml-IN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appol</a:t>
            </a:r>
            <a:r>
              <a:rPr lang="en-US" sz="2800">
                <a:latin typeface="Segoe UI"/>
                <a:ea typeface="+mn-lt"/>
                <a:cs typeface="Segoe UI"/>
              </a:rPr>
              <a:t> undam </a:t>
            </a:r>
            <a:r>
              <a:rPr lang="en-US" sz="2800" err="1">
                <a:latin typeface="Segoe UI"/>
                <a:ea typeface="+mn-lt"/>
                <a:cs typeface="Segoe UI"/>
              </a:rPr>
              <a:t>aanandham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</a:p>
          <a:p>
            <a:pPr algn="l"/>
            <a:r>
              <a:rPr lang="en-US" sz="2800" err="1">
                <a:latin typeface="Segoe UI"/>
                <a:cs typeface="Segoe UI"/>
              </a:rPr>
              <a:t>yeshuvin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aascharya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ml-IN" sz="2800">
                <a:latin typeface="Segoe UI"/>
                <a:cs typeface="Segoe UI"/>
              </a:rPr>
              <a:t>s</a:t>
            </a:r>
            <a:r>
              <a:rPr lang="en-US" sz="2800" err="1">
                <a:latin typeface="Segoe UI"/>
                <a:cs typeface="Segoe UI"/>
              </a:rPr>
              <a:t>neham</a:t>
            </a:r>
            <a:endParaRPr lang="en-US" sz="2800">
              <a:latin typeface="Segoe UI"/>
              <a:cs typeface="Segoe UI"/>
            </a:endParaRPr>
          </a:p>
          <a:p>
            <a:pPr algn="l"/>
            <a:r>
              <a:rPr lang="en-US" sz="2800">
                <a:latin typeface="Segoe UI"/>
                <a:cs typeface="Segoe UI"/>
              </a:rPr>
              <a:t>yeshuvin </a:t>
            </a:r>
            <a:r>
              <a:rPr lang="en-US" sz="2800" err="1">
                <a:latin typeface="Segoe UI"/>
                <a:cs typeface="Segoe UI"/>
              </a:rPr>
              <a:t>sneham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aascharya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snehame</a:t>
            </a:r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86300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13126-8B46-182E-2549-5032C045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86F3-A14F-C37A-3288-56BBCAD1D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 </a:t>
            </a:r>
            <a:r>
              <a:rPr lang="en-US">
                <a:latin typeface="+mn-lt"/>
                <a:cs typeface="Segoe UI"/>
              </a:rPr>
              <a:t>En Yeshu than</a:t>
            </a:r>
            <a:endParaRPr lang="en-SG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DF5A480-F764-6F3B-AB10-B446BCFE746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E7E0F-A6BA-92C8-4982-11D5C0D25B05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4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038D53-2F59-9F61-EFDC-98EB0B96D761}"/>
              </a:ext>
            </a:extLst>
          </p:cNvPr>
          <p:cNvSpPr/>
          <p:nvPr/>
        </p:nvSpPr>
        <p:spPr>
          <a:xfrm>
            <a:off x="272726" y="2959774"/>
            <a:ext cx="8598547" cy="18620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300" b="0" i="0">
                <a:effectLst/>
                <a:latin typeface="BlinkMacSystemFont"/>
              </a:rPr>
              <a:t>വിശ്വാസമോടൽപ്പ നാളിഹെ ഞാൻ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പാർത്തനന്തരം</a:t>
            </a:r>
          </a:p>
          <a:p>
            <a:r>
              <a:rPr lang="ml-IN" sz="2300" b="0" i="0">
                <a:effectLst/>
                <a:latin typeface="BlinkMacSystemFont"/>
              </a:rPr>
              <a:t>യേശു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കൊണ്ടുപോകുമെന്നെ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തൻ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പിതാവിൻ</a:t>
            </a:r>
            <a:r>
              <a:rPr lang="en-SG" sz="2300" b="0" i="0">
                <a:effectLst/>
                <a:latin typeface="BlinkMacSystemFont"/>
              </a:rPr>
              <a:t> </a:t>
            </a:r>
            <a:r>
              <a:rPr lang="ml-IN" sz="2300" b="0" i="0">
                <a:effectLst/>
                <a:latin typeface="BlinkMacSystemFont"/>
              </a:rPr>
              <a:t>വീടതിൽ</a:t>
            </a:r>
            <a:r>
              <a:rPr lang="en-SG" sz="2300" b="0" i="0">
                <a:effectLst/>
                <a:latin typeface="BlinkMacSystemFont"/>
              </a:rPr>
              <a:t> </a:t>
            </a:r>
          </a:p>
          <a:p>
            <a:endParaRPr lang="en-SG" sz="2300">
              <a:latin typeface="BlinkMacSystemFont"/>
            </a:endParaRPr>
          </a:p>
          <a:p>
            <a:r>
              <a:rPr lang="ml-IN" sz="2300">
                <a:latin typeface="ML-TTKarthika" panose="04000000000000000000" pitchFamily="82" charset="0"/>
              </a:rPr>
              <a:t>യേശുവിൻ സ്നേഹം</a:t>
            </a:r>
            <a:r>
              <a:rPr lang="en-SG" sz="2300">
                <a:latin typeface="ML-TTKarthika" panose="04000000000000000000" pitchFamily="82" charset="0"/>
              </a:rPr>
              <a:t> </a:t>
            </a:r>
            <a:r>
              <a:rPr lang="ml-IN" sz="2300">
                <a:latin typeface="ML-TTKarthika" panose="04000000000000000000" pitchFamily="82" charset="0"/>
              </a:rPr>
              <a:t>ആശ്ചര്യസ്നേഹം</a:t>
            </a:r>
          </a:p>
          <a:p>
            <a:r>
              <a:rPr lang="ml-IN" sz="2300">
                <a:latin typeface="ML-TTKarthika" panose="04000000000000000000" pitchFamily="82" charset="0"/>
              </a:rPr>
              <a:t>യേശുവിൻ സ്നേഹം</a:t>
            </a:r>
            <a:r>
              <a:rPr lang="en-SG" sz="2300">
                <a:latin typeface="ML-TTKarthika" panose="04000000000000000000" pitchFamily="82" charset="0"/>
              </a:rPr>
              <a:t> </a:t>
            </a:r>
            <a:r>
              <a:rPr lang="ml-IN" sz="2300">
                <a:latin typeface="ML-TTKarthika" panose="04000000000000000000" pitchFamily="82" charset="0"/>
              </a:rPr>
              <a:t>ആശ്ചര്യസ്നേഹമേ</a:t>
            </a:r>
            <a:endParaRPr lang="en-US" sz="230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73EC1F-FEA8-974F-FDC2-498A7742AFD6}"/>
              </a:ext>
            </a:extLst>
          </p:cNvPr>
          <p:cNvSpPr txBox="1">
            <a:spLocks/>
          </p:cNvSpPr>
          <p:nvPr/>
        </p:nvSpPr>
        <p:spPr>
          <a:xfrm>
            <a:off x="257614" y="695424"/>
            <a:ext cx="8673891" cy="1950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err="1">
                <a:latin typeface="Segoe UI"/>
                <a:ea typeface="+mn-lt"/>
                <a:cs typeface="Segoe UI"/>
              </a:rPr>
              <a:t>vishwaasa-modalppa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naalihe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njaan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paarthanantharam</a:t>
            </a:r>
            <a:endParaRPr lang="en-US" sz="2800">
              <a:latin typeface="Segoe UI"/>
              <a:ea typeface="+mn-lt"/>
              <a:cs typeface="Segoe UI"/>
            </a:endParaRPr>
          </a:p>
          <a:p>
            <a:pPr algn="l"/>
            <a:r>
              <a:rPr lang="en-US" sz="2800" err="1">
                <a:latin typeface="Segoe UI"/>
                <a:ea typeface="+mn-lt"/>
                <a:cs typeface="Segoe UI"/>
              </a:rPr>
              <a:t>yeshu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kondupokumenne</a:t>
            </a:r>
            <a:r>
              <a:rPr lang="en-US" sz="2800">
                <a:latin typeface="Segoe UI"/>
                <a:ea typeface="+mn-lt"/>
                <a:cs typeface="Segoe UI"/>
              </a:rPr>
              <a:t> than </a:t>
            </a:r>
            <a:r>
              <a:rPr lang="en-US" sz="2800" err="1">
                <a:latin typeface="Segoe UI"/>
                <a:ea typeface="+mn-lt"/>
                <a:cs typeface="Segoe UI"/>
              </a:rPr>
              <a:t>pithaavin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veedathil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</a:p>
          <a:p>
            <a:pPr algn="l"/>
            <a:r>
              <a:rPr lang="en-US" sz="2800">
                <a:latin typeface="Segoe UI"/>
                <a:cs typeface="Segoe UI"/>
              </a:rPr>
              <a:t>yeshuvin </a:t>
            </a:r>
            <a:r>
              <a:rPr lang="en-US" sz="2800" err="1">
                <a:latin typeface="Segoe UI"/>
                <a:cs typeface="Segoe UI"/>
              </a:rPr>
              <a:t>sneham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aascharya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</a:t>
            </a:r>
            <a:endParaRPr lang="en-US" sz="2800">
              <a:latin typeface="Segoe UI"/>
              <a:cs typeface="Segoe UI"/>
            </a:endParaRPr>
          </a:p>
          <a:p>
            <a:pPr algn="l"/>
            <a:r>
              <a:rPr lang="en-US" sz="2800" err="1">
                <a:latin typeface="Segoe UI"/>
                <a:cs typeface="Segoe UI"/>
              </a:rPr>
              <a:t>yeshuvin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aascharya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snehame</a:t>
            </a:r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95505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Holy Communion - 225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188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</a:rPr>
              <a:t>225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367495" y="1039102"/>
            <a:ext cx="8586607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nithyam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nadaththeedaname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alle-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pithaave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yahove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nithyam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nadaththeedaname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47472" y="3132979"/>
            <a:ext cx="8449056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lnXw</a:t>
            </a:r>
            <a:r>
              <a:rPr lang="en-SG" sz="2800">
                <a:latin typeface="ML-TTKarthika" panose="04000000000000000000" pitchFamily="82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</a:rPr>
              <a:t>msesbs</a:t>
            </a:r>
            <a:r>
              <a:rPr lang="en-SG" sz="2800">
                <a:latin typeface="ML-TTKarthika" panose="04000000000000000000" pitchFamily="82" charset="0"/>
              </a:rPr>
              <a:t>¶ \</a:t>
            </a:r>
            <a:r>
              <a:rPr lang="en-SG" sz="2800" err="1">
                <a:latin typeface="ML-TTKarthika" panose="04000000000000000000" pitchFamily="82" charset="0"/>
              </a:rPr>
              <a:t>nXyw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S¯osSWta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Fsâ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lnXw</a:t>
            </a:r>
            <a:r>
              <a:rPr lang="en-SG" sz="2800">
                <a:latin typeface="ML-TTKarthika" panose="04000000000000000000" pitchFamily="82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</a:rPr>
              <a:t>mse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AsÃ</a:t>
            </a:r>
            <a:r>
              <a:rPr lang="en-SG" sz="2800">
                <a:latin typeface="ML-TTKarthika" panose="04000000000000000000" pitchFamily="82" charset="0"/>
              </a:rPr>
              <a:t> F³ ]nXmthþF³ </a:t>
            </a:r>
            <a:r>
              <a:rPr lang="en-SG" sz="2800" err="1">
                <a:latin typeface="ML-TTKarthika" panose="04000000000000000000" pitchFamily="82" charset="0"/>
              </a:rPr>
              <a:t>btlmth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lnXw</a:t>
            </a:r>
            <a:r>
              <a:rPr lang="en-SG" sz="2800">
                <a:latin typeface="ML-TTKarthika" panose="04000000000000000000" pitchFamily="82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</a:rPr>
              <a:t>msesbs</a:t>
            </a:r>
            <a:r>
              <a:rPr lang="en-SG" sz="2800">
                <a:latin typeface="ML-TTKarthika" panose="04000000000000000000" pitchFamily="82" charset="0"/>
              </a:rPr>
              <a:t>¶ \</a:t>
            </a:r>
            <a:r>
              <a:rPr lang="en-SG" sz="2800" err="1">
                <a:latin typeface="ML-TTKarthika" panose="04000000000000000000" pitchFamily="82" charset="0"/>
              </a:rPr>
              <a:t>nXyw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S¯osSWta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6945087" y="4835723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 of 6</a:t>
            </a:r>
          </a:p>
        </p:txBody>
      </p:sp>
    </p:spTree>
    <p:extLst>
      <p:ext uri="{BB962C8B-B14F-4D97-AF65-F5344CB8AC3E}">
        <p14:creationId xmlns:p14="http://schemas.microsoft.com/office/powerpoint/2010/main" val="232143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236B-5FA2-BA03-0FD7-B8A889D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1D617-0A0D-0062-C9C2-14CCD59F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</a:rPr>
              <a:t>225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476F4-EEA7-2608-9CFA-B95123F325D9}"/>
              </a:ext>
            </a:extLst>
          </p:cNvPr>
          <p:cNvSpPr txBox="1"/>
          <p:nvPr/>
        </p:nvSpPr>
        <p:spPr>
          <a:xfrm>
            <a:off x="367495" y="1048173"/>
            <a:ext cx="85593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impamulla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jeevithavum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erey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dhanam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maanangalum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thumpamatta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saukhyangalum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chodikkunnille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adiyaan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nithyam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nadaththeedaname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9EB86-C932-B850-C1C1-001299C5D26A}"/>
              </a:ext>
            </a:extLst>
          </p:cNvPr>
          <p:cNvSpPr txBox="1"/>
          <p:nvPr/>
        </p:nvSpPr>
        <p:spPr>
          <a:xfrm>
            <a:off x="347472" y="3132979"/>
            <a:ext cx="8449056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C¼apÅ </a:t>
            </a:r>
            <a:r>
              <a:rPr lang="en-SG" sz="2800" err="1">
                <a:latin typeface="ML-TTKarthika" panose="04000000000000000000" pitchFamily="82" charset="0"/>
              </a:rPr>
              <a:t>PohnXhpw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Gsd</a:t>
            </a:r>
            <a:r>
              <a:rPr lang="en-SG" sz="2800">
                <a:latin typeface="ML-TTKarthika" panose="04000000000000000000" pitchFamily="82" charset="0"/>
              </a:rPr>
              <a:t> [\w am\§</a:t>
            </a:r>
            <a:r>
              <a:rPr lang="en-SG" sz="2800" err="1">
                <a:latin typeface="ML-TTKarthika" panose="04000000000000000000" pitchFamily="82" charset="0"/>
              </a:rPr>
              <a:t>fpw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Xp¼aä </a:t>
            </a:r>
            <a:r>
              <a:rPr lang="en-SG" sz="2800" err="1">
                <a:latin typeface="ML-TTKarthika" panose="04000000000000000000" pitchFamily="82" charset="0"/>
              </a:rPr>
              <a:t>kuJy§fpw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tNmZn¡p¶nsÃ</a:t>
            </a:r>
            <a:r>
              <a:rPr lang="en-SG" sz="2800">
                <a:latin typeface="ML-TTKarthika" panose="04000000000000000000" pitchFamily="82" charset="0"/>
              </a:rPr>
              <a:t> ASnbm³ </a:t>
            </a:r>
          </a:p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lnXw</a:t>
            </a:r>
            <a:r>
              <a:rPr lang="en-SG" sz="2800">
                <a:latin typeface="ML-TTKarthika" panose="04000000000000000000" pitchFamily="82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</a:rPr>
              <a:t>msesbs</a:t>
            </a:r>
            <a:r>
              <a:rPr lang="en-SG" sz="2800">
                <a:latin typeface="ML-TTKarthika" panose="04000000000000000000" pitchFamily="82" charset="0"/>
              </a:rPr>
              <a:t>¶ \</a:t>
            </a:r>
            <a:r>
              <a:rPr lang="en-SG" sz="2800" err="1">
                <a:latin typeface="ML-TTKarthika" panose="04000000000000000000" pitchFamily="82" charset="0"/>
              </a:rPr>
              <a:t>nXyw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S¯osSWta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E5ED5-D576-46C0-3C91-9B2D5C3009FC}"/>
              </a:ext>
            </a:extLst>
          </p:cNvPr>
          <p:cNvSpPr txBox="1"/>
          <p:nvPr/>
        </p:nvSpPr>
        <p:spPr>
          <a:xfrm>
            <a:off x="6945087" y="4835723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2 of 6</a:t>
            </a:r>
          </a:p>
        </p:txBody>
      </p:sp>
    </p:spTree>
    <p:extLst>
      <p:ext uri="{BB962C8B-B14F-4D97-AF65-F5344CB8AC3E}">
        <p14:creationId xmlns:p14="http://schemas.microsoft.com/office/powerpoint/2010/main" val="4014766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E78B-B2D7-255E-85EE-958855F3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3914-2741-FABE-D4E8-FE970DD5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</a:rPr>
              <a:t>225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4C830-CBFB-407D-0520-65561B45F0B5}"/>
              </a:ext>
            </a:extLst>
          </p:cNvPr>
          <p:cNvSpPr txBox="1"/>
          <p:nvPr/>
        </p:nvSpPr>
        <p:spPr>
          <a:xfrm>
            <a:off x="224852" y="1039102"/>
            <a:ext cx="8772392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neru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nirappaam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vazhiyo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neenda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nadayo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kurutho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paaram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karanjnjodunnatho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paarithilum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bhaagyangalo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nithyam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nadaththeedaname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FA177-9223-FAA2-FA91-BABB3C328F6A}"/>
              </a:ext>
            </a:extLst>
          </p:cNvPr>
          <p:cNvSpPr txBox="1"/>
          <p:nvPr/>
        </p:nvSpPr>
        <p:spPr>
          <a:xfrm>
            <a:off x="347472" y="3132979"/>
            <a:ext cx="8449056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ml-IN" sz="2000">
                <a:latin typeface="ML-TTKarthika" panose="04000000000000000000" pitchFamily="82" charset="0"/>
                <a:cs typeface="Kartika" panose="02020503030404060203" pitchFamily="18" charset="0"/>
              </a:rPr>
              <a:t>നേരു നിരപ്പാം വഴിയോ</a:t>
            </a:r>
            <a:r>
              <a:rPr lang="en-SG" sz="2000">
                <a:latin typeface="ML-TTKarthika" panose="04000000000000000000" pitchFamily="82" charset="0"/>
                <a:cs typeface="Kartika" panose="02020503030404060203" pitchFamily="18" charset="0"/>
              </a:rPr>
              <a:t> </a:t>
            </a:r>
            <a:r>
              <a:rPr lang="ml-IN" sz="2000">
                <a:latin typeface="ML-TTKarthika" panose="04000000000000000000" pitchFamily="82" charset="0"/>
                <a:cs typeface="Kartika" panose="02020503030404060203" pitchFamily="18" charset="0"/>
              </a:rPr>
              <a:t>നീണ്ട നടയോകുറുതോ</a:t>
            </a:r>
          </a:p>
          <a:p>
            <a:r>
              <a:rPr lang="ml-IN" sz="2000">
                <a:latin typeface="ML-TTKarthika" panose="04000000000000000000" pitchFamily="82" charset="0"/>
                <a:cs typeface="Kartika" panose="02020503030404060203" pitchFamily="18" charset="0"/>
              </a:rPr>
              <a:t>പാരം കരഞ്ഞോടുന്നതോ</a:t>
            </a:r>
            <a:r>
              <a:rPr lang="en-SG" sz="2000">
                <a:latin typeface="ML-TTKarthika" panose="04000000000000000000" pitchFamily="82" charset="0"/>
                <a:cs typeface="Kartika" panose="02020503030404060203" pitchFamily="18" charset="0"/>
              </a:rPr>
              <a:t> </a:t>
            </a:r>
            <a:r>
              <a:rPr lang="ml-IN" sz="2000">
                <a:latin typeface="ML-TTKarthika" panose="04000000000000000000" pitchFamily="82" charset="0"/>
                <a:cs typeface="Kartika" panose="02020503030404060203" pitchFamily="18" charset="0"/>
              </a:rPr>
              <a:t>പാരിതിലും ഭാഗ്യങ്ങളോ</a:t>
            </a:r>
            <a:r>
              <a:rPr lang="en-SG" sz="2000">
                <a:latin typeface="ML-TTKarthika" panose="04000000000000000000" pitchFamily="82" charset="0"/>
                <a:cs typeface="Kartika" panose="02020503030404060203" pitchFamily="18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  <a:cs typeface="Kartika" panose="02020503030404060203" pitchFamily="18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  <a:cs typeface="Kartika" panose="02020503030404060203" pitchFamily="18" charset="0"/>
              </a:rPr>
              <a:t>nsâ</a:t>
            </a:r>
            <a:r>
              <a:rPr lang="en-SG" sz="2800">
                <a:latin typeface="ML-TTKarthika" panose="04000000000000000000" pitchFamily="82" charset="0"/>
                <a:cs typeface="Kartika" panose="02020503030404060203" pitchFamily="18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  <a:cs typeface="Kartika" panose="02020503030404060203" pitchFamily="18" charset="0"/>
              </a:rPr>
              <a:t>lnXw</a:t>
            </a:r>
            <a:r>
              <a:rPr lang="en-SG" sz="2800">
                <a:latin typeface="ML-TTKarthika" panose="04000000000000000000" pitchFamily="82" charset="0"/>
                <a:cs typeface="Kartika" panose="02020503030404060203" pitchFamily="18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  <a:cs typeface="Kartika" panose="02020503030404060203" pitchFamily="18" charset="0"/>
              </a:rPr>
              <a:t>msesbs</a:t>
            </a:r>
            <a:r>
              <a:rPr lang="en-SG" sz="2800">
                <a:latin typeface="ML-TTKarthika" panose="04000000000000000000" pitchFamily="82" charset="0"/>
                <a:cs typeface="Kartika" panose="02020503030404060203" pitchFamily="18" charset="0"/>
              </a:rPr>
              <a:t>¶ \</a:t>
            </a:r>
            <a:r>
              <a:rPr lang="en-SG" sz="2800" err="1">
                <a:latin typeface="ML-TTKarthika" panose="04000000000000000000" pitchFamily="82" charset="0"/>
                <a:cs typeface="Kartika" panose="02020503030404060203" pitchFamily="18" charset="0"/>
              </a:rPr>
              <a:t>nXyw</a:t>
            </a:r>
            <a:r>
              <a:rPr lang="en-SG" sz="2800">
                <a:latin typeface="ML-TTKarthika" panose="04000000000000000000" pitchFamily="82" charset="0"/>
                <a:cs typeface="Kartika" panose="02020503030404060203" pitchFamily="18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  <a:cs typeface="Kartika" panose="02020503030404060203" pitchFamily="18" charset="0"/>
              </a:rPr>
              <a:t>S¯osSWta</a:t>
            </a:r>
            <a:r>
              <a:rPr lang="en-SG" sz="2800">
                <a:latin typeface="ML-TTKarthika" panose="04000000000000000000" pitchFamily="82" charset="0"/>
                <a:cs typeface="Kartika" panose="02020503030404060203" pitchFamily="18" charset="0"/>
              </a:rPr>
              <a:t> </a:t>
            </a:r>
          </a:p>
          <a:p>
            <a:endParaRPr lang="en-US" sz="2800">
              <a:latin typeface="ML-TTKarthika" panose="04000000000000000000" pitchFamily="82" charset="0"/>
              <a:cs typeface="Kartika" panose="0202050303040406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4B4B2-CEA6-F6E3-04C5-7E77E1454195}"/>
              </a:ext>
            </a:extLst>
          </p:cNvPr>
          <p:cNvSpPr txBox="1"/>
          <p:nvPr/>
        </p:nvSpPr>
        <p:spPr>
          <a:xfrm>
            <a:off x="6945087" y="4835723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3 of 6</a:t>
            </a:r>
          </a:p>
        </p:txBody>
      </p:sp>
    </p:spTree>
    <p:extLst>
      <p:ext uri="{BB962C8B-B14F-4D97-AF65-F5344CB8AC3E}">
        <p14:creationId xmlns:p14="http://schemas.microsoft.com/office/powerpoint/2010/main" val="2290530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BABA-D1B0-9E73-82D2-68BE653A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CCA5-C818-63F5-0076-582002A8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</a:rPr>
              <a:t>225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0D706-7D71-5E70-3D75-F3CB2A6E22EE}"/>
              </a:ext>
            </a:extLst>
          </p:cNvPr>
          <p:cNvSpPr txBox="1"/>
          <p:nvPr/>
        </p:nvSpPr>
        <p:spPr>
          <a:xfrm>
            <a:off x="158853" y="1039102"/>
            <a:ext cx="8993211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andhakaaram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bheethikalo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appane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prakaashangalo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enthu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nee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kalpichcheedunno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ellaam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enikk-ashirvaadam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nithyam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nadaththeedaname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EBEAD-AB3F-F08A-1EF8-5698C22B3B48}"/>
              </a:ext>
            </a:extLst>
          </p:cNvPr>
          <p:cNvSpPr txBox="1"/>
          <p:nvPr/>
        </p:nvSpPr>
        <p:spPr>
          <a:xfrm>
            <a:off x="347472" y="3132979"/>
            <a:ext cx="8449056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AÔImcw</a:t>
            </a:r>
            <a:r>
              <a:rPr lang="en-SG" sz="2800">
                <a:latin typeface="ML-TTKarthika" panose="04000000000000000000" pitchFamily="82" charset="0"/>
              </a:rPr>
              <a:t> `</a:t>
            </a:r>
            <a:r>
              <a:rPr lang="en-SG" sz="2800" err="1">
                <a:latin typeface="ML-TTKarthika" panose="04000000000000000000" pitchFamily="82" charset="0"/>
              </a:rPr>
              <a:t>oXnIsfm</a:t>
            </a:r>
            <a:r>
              <a:rPr lang="en-SG" sz="2800">
                <a:latin typeface="ML-TTKarthika" panose="04000000000000000000" pitchFamily="82" charset="0"/>
              </a:rPr>
              <a:t> A¸s\ {]</a:t>
            </a:r>
            <a:r>
              <a:rPr lang="en-SG" sz="2800" err="1">
                <a:latin typeface="ML-TTKarthika" panose="04000000000000000000" pitchFamily="82" charset="0"/>
              </a:rPr>
              <a:t>Imi§sfm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F´p</a:t>
            </a:r>
            <a:r>
              <a:rPr lang="en-SG" sz="2800">
                <a:latin typeface="ML-TTKarthika" panose="04000000000000000000" pitchFamily="82" charset="0"/>
              </a:rPr>
              <a:t> \o </a:t>
            </a:r>
            <a:r>
              <a:rPr lang="en-SG" sz="2800" err="1">
                <a:latin typeface="ML-TTKarthika" panose="04000000000000000000" pitchFamily="82" charset="0"/>
              </a:rPr>
              <a:t>Iev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n¨oSps¶m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FÃmw</a:t>
            </a:r>
            <a:r>
              <a:rPr lang="en-SG" sz="2800">
                <a:latin typeface="ML-TTKarthika" panose="04000000000000000000" pitchFamily="82" charset="0"/>
              </a:rPr>
              <a:t> F\</a:t>
            </a:r>
            <a:r>
              <a:rPr lang="en-SG" sz="2800" err="1">
                <a:latin typeface="ML-TTKarthika" panose="04000000000000000000" pitchFamily="82" charset="0"/>
              </a:rPr>
              <a:t>n¡minÀÆmZw</a:t>
            </a:r>
            <a:r>
              <a:rPr lang="en-SG" sz="2800">
                <a:latin typeface="ML-TTKarthika" panose="04000000000000000000" pitchFamily="82" charset="0"/>
              </a:rPr>
              <a:t>  </a:t>
            </a:r>
          </a:p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lnXw</a:t>
            </a:r>
            <a:r>
              <a:rPr lang="en-SG" sz="2800">
                <a:latin typeface="ML-TTKarthika" panose="04000000000000000000" pitchFamily="82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</a:rPr>
              <a:t>msesbs</a:t>
            </a:r>
            <a:r>
              <a:rPr lang="en-SG" sz="2800">
                <a:latin typeface="ML-TTKarthika" panose="04000000000000000000" pitchFamily="82" charset="0"/>
              </a:rPr>
              <a:t>¶ \</a:t>
            </a:r>
            <a:r>
              <a:rPr lang="en-SG" sz="2800" err="1">
                <a:latin typeface="ML-TTKarthika" panose="04000000000000000000" pitchFamily="82" charset="0"/>
              </a:rPr>
              <a:t>nXyw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S¯osSWta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B204D-FFFA-D10A-1110-7C2C1878A29B}"/>
              </a:ext>
            </a:extLst>
          </p:cNvPr>
          <p:cNvSpPr txBox="1"/>
          <p:nvPr/>
        </p:nvSpPr>
        <p:spPr>
          <a:xfrm>
            <a:off x="6945087" y="4835723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4 of 6</a:t>
            </a:r>
          </a:p>
        </p:txBody>
      </p:sp>
    </p:spTree>
    <p:extLst>
      <p:ext uri="{BB962C8B-B14F-4D97-AF65-F5344CB8AC3E}">
        <p14:creationId xmlns:p14="http://schemas.microsoft.com/office/powerpoint/2010/main" val="2696903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6FC3-4118-4AE7-1524-1DADE997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B34C-64CF-9E20-FA23-75A07C60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</a:rPr>
              <a:t>225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AE1B61-284B-C39F-6FD2-1C4C2493B77E}"/>
              </a:ext>
            </a:extLst>
          </p:cNvPr>
          <p:cNvSpPr txBox="1"/>
          <p:nvPr/>
        </p:nvSpPr>
        <p:spPr>
          <a:xfrm>
            <a:off x="192818" y="1039102"/>
            <a:ext cx="8948862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ethu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gunamennarivaan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Illa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jnaanamennil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naatha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thirunaamam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nimitham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neethimaargaththil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thirichu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nithyam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nadaththeedaname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2BDD3-53F2-E95B-0DF9-8A2BB50BCB5D}"/>
              </a:ext>
            </a:extLst>
          </p:cNvPr>
          <p:cNvSpPr txBox="1"/>
          <p:nvPr/>
        </p:nvSpPr>
        <p:spPr>
          <a:xfrm>
            <a:off x="347472" y="3132979"/>
            <a:ext cx="8449056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GXp</a:t>
            </a:r>
            <a:r>
              <a:rPr lang="en-SG" sz="2800">
                <a:latin typeface="ML-TTKarthika" panose="04000000000000000000" pitchFamily="82" charset="0"/>
              </a:rPr>
              <a:t> KWsa¶dnhm³ CÃ </a:t>
            </a:r>
            <a:r>
              <a:rPr lang="en-SG" sz="2800" err="1">
                <a:latin typeface="ML-TTKarthika" panose="04000000000000000000" pitchFamily="82" charset="0"/>
              </a:rPr>
              <a:t>Úm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sa¶nÂ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mYm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\n³ </a:t>
            </a:r>
            <a:r>
              <a:rPr lang="en-SG" sz="2800" err="1">
                <a:latin typeface="ML-TTKarthika" panose="04000000000000000000" pitchFamily="82" charset="0"/>
              </a:rPr>
              <a:t>Xncp</a:t>
            </a:r>
            <a:r>
              <a:rPr lang="en-SG" sz="2800">
                <a:latin typeface="ML-TTKarthika" panose="04000000000000000000" pitchFamily="82" charset="0"/>
              </a:rPr>
              <a:t>\maw \</a:t>
            </a:r>
            <a:r>
              <a:rPr lang="en-SG" sz="2800" err="1">
                <a:latin typeface="ML-TTKarthika" panose="04000000000000000000" pitchFamily="82" charset="0"/>
              </a:rPr>
              <a:t>nan¯w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oXnamÀ</a:t>
            </a:r>
            <a:r>
              <a:rPr lang="en-SG" sz="2800">
                <a:latin typeface="ML-TTKarthika" panose="04000000000000000000" pitchFamily="82" charset="0"/>
              </a:rPr>
              <a:t>¤¯</a:t>
            </a:r>
            <a:r>
              <a:rPr lang="en-SG" sz="2800" err="1">
                <a:latin typeface="ML-TTKarthika" panose="04000000000000000000" pitchFamily="82" charset="0"/>
              </a:rPr>
              <a:t>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Xncn¨p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lnXw</a:t>
            </a:r>
            <a:r>
              <a:rPr lang="en-SG" sz="2800">
                <a:latin typeface="ML-TTKarthika" panose="04000000000000000000" pitchFamily="82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</a:rPr>
              <a:t>msesbs</a:t>
            </a:r>
            <a:r>
              <a:rPr lang="en-SG" sz="2800">
                <a:latin typeface="ML-TTKarthika" panose="04000000000000000000" pitchFamily="82" charset="0"/>
              </a:rPr>
              <a:t>¶ \</a:t>
            </a:r>
            <a:r>
              <a:rPr lang="en-SG" sz="2800" err="1">
                <a:latin typeface="ML-TTKarthika" panose="04000000000000000000" pitchFamily="82" charset="0"/>
              </a:rPr>
              <a:t>nXyw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S¯osSWta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71920-F220-D651-322B-0CA68B77AB73}"/>
              </a:ext>
            </a:extLst>
          </p:cNvPr>
          <p:cNvSpPr txBox="1"/>
          <p:nvPr/>
        </p:nvSpPr>
        <p:spPr>
          <a:xfrm>
            <a:off x="6945087" y="4835723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5 of 6</a:t>
            </a:r>
          </a:p>
        </p:txBody>
      </p:sp>
    </p:spTree>
    <p:extLst>
      <p:ext uri="{BB962C8B-B14F-4D97-AF65-F5344CB8AC3E}">
        <p14:creationId xmlns:p14="http://schemas.microsoft.com/office/powerpoint/2010/main" val="182489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CACEA-4BEA-5B9E-66E0-1A037E15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1135-4C0D-6D74-54F9-64C33981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</a:rPr>
              <a:t>225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527B7-5B03-0A40-2A8F-82BA4BBB6756}"/>
              </a:ext>
            </a:extLst>
          </p:cNvPr>
          <p:cNvSpPr txBox="1"/>
          <p:nvPr/>
        </p:nvSpPr>
        <p:spPr>
          <a:xfrm>
            <a:off x="249280" y="1048246"/>
            <a:ext cx="9139361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agni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megha-ththoonukalaal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adiyaane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nadaththi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anudinam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koodeyirunnu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appane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kadaakshikkuka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hitham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pole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nithyam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nadaththeedaname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EBD59-B85D-78C5-2CD4-82D9AA4EAEE5}"/>
              </a:ext>
            </a:extLst>
          </p:cNvPr>
          <p:cNvSpPr txBox="1"/>
          <p:nvPr/>
        </p:nvSpPr>
        <p:spPr>
          <a:xfrm>
            <a:off x="347472" y="3132979"/>
            <a:ext cx="8449056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AántaL¯qWpIfmÂ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ASnbs</a:t>
            </a:r>
            <a:r>
              <a:rPr lang="en-SG" sz="2800">
                <a:latin typeface="ML-TTKarthika" panose="04000000000000000000" pitchFamily="82" charset="0"/>
              </a:rPr>
              <a:t>\ </a:t>
            </a:r>
            <a:r>
              <a:rPr lang="en-SG" sz="2800" err="1">
                <a:latin typeface="ML-TTKarthika" panose="04000000000000000000" pitchFamily="82" charset="0"/>
              </a:rPr>
              <a:t>F¶pw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S¯n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A\</a:t>
            </a:r>
            <a:r>
              <a:rPr lang="en-SG" sz="2800" err="1">
                <a:latin typeface="ML-TTKarthika" panose="04000000000000000000" pitchFamily="82" charset="0"/>
              </a:rPr>
              <a:t>pZn</a:t>
            </a:r>
            <a:r>
              <a:rPr lang="en-SG" sz="2800">
                <a:latin typeface="ML-TTKarthika" panose="04000000000000000000" pitchFamily="82" charset="0"/>
              </a:rPr>
              <a:t>\w </a:t>
            </a:r>
            <a:r>
              <a:rPr lang="en-SG" sz="2800" err="1">
                <a:latin typeface="ML-TTKarthika" panose="04000000000000000000" pitchFamily="82" charset="0"/>
              </a:rPr>
              <a:t>IqsS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Ccp¶p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A¸t</a:t>
            </a:r>
            <a:r>
              <a:rPr lang="en-SG" sz="2800">
                <a:latin typeface="ML-TTKarthika" panose="04000000000000000000" pitchFamily="82" charset="0"/>
              </a:rPr>
              <a:t>\ </a:t>
            </a:r>
            <a:r>
              <a:rPr lang="en-SG" sz="2800" err="1">
                <a:latin typeface="ML-TTKarthika" panose="04000000000000000000" pitchFamily="82" charset="0"/>
              </a:rPr>
              <a:t>ISm£n¡psI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lnXw</a:t>
            </a:r>
            <a:r>
              <a:rPr lang="en-SG" sz="2800">
                <a:latin typeface="ML-TTKarthika" panose="04000000000000000000" pitchFamily="82" charset="0"/>
              </a:rPr>
              <a:t> t]</a:t>
            </a:r>
            <a:r>
              <a:rPr lang="en-SG" sz="2800" err="1">
                <a:latin typeface="ML-TTKarthika" panose="04000000000000000000" pitchFamily="82" charset="0"/>
              </a:rPr>
              <a:t>msesbs</a:t>
            </a:r>
            <a:r>
              <a:rPr lang="en-SG" sz="2800">
                <a:latin typeface="ML-TTKarthika" panose="04000000000000000000" pitchFamily="82" charset="0"/>
              </a:rPr>
              <a:t>¶ \</a:t>
            </a:r>
            <a:r>
              <a:rPr lang="en-SG" sz="2800" err="1">
                <a:latin typeface="ML-TTKarthika" panose="04000000000000000000" pitchFamily="82" charset="0"/>
              </a:rPr>
              <a:t>nXyw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S¯osSWta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D6506-6B54-8DC8-7631-EB6B52923992}"/>
              </a:ext>
            </a:extLst>
          </p:cNvPr>
          <p:cNvSpPr txBox="1"/>
          <p:nvPr/>
        </p:nvSpPr>
        <p:spPr>
          <a:xfrm>
            <a:off x="6945087" y="4835723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6 of 6</a:t>
            </a:r>
          </a:p>
        </p:txBody>
      </p:sp>
    </p:spTree>
    <p:extLst>
      <p:ext uri="{BB962C8B-B14F-4D97-AF65-F5344CB8AC3E}">
        <p14:creationId xmlns:p14="http://schemas.microsoft.com/office/powerpoint/2010/main" val="2480692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- 254</a:t>
            </a:r>
            <a:endParaRPr lang="en-US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74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D7CE-F119-1088-EC06-643E9C78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B44B-FAFB-7C2A-D7F6-4D769874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96F37-72BF-0807-5B96-569A4F5B888D}"/>
              </a:ext>
            </a:extLst>
          </p:cNvPr>
          <p:cNvSpPr txBox="1"/>
          <p:nvPr/>
        </p:nvSpPr>
        <p:spPr>
          <a:xfrm>
            <a:off x="132192" y="1283633"/>
            <a:ext cx="8585750" cy="13074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kunjattin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thiru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rakthathal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shudhanay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thernnu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than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chankile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shudha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rakthathaal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jayam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padidum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47305-D779-90C0-F1CA-5EB8E48C1B1C}"/>
              </a:ext>
            </a:extLst>
          </p:cNvPr>
          <p:cNvSpPr txBox="1"/>
          <p:nvPr/>
        </p:nvSpPr>
        <p:spPr>
          <a:xfrm>
            <a:off x="130652" y="3050262"/>
            <a:ext cx="9003012" cy="93102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Ipªm«n³ </a:t>
            </a:r>
            <a:r>
              <a:rPr lang="en-SG" sz="2800" err="1">
                <a:latin typeface="ML-TTKarthika" panose="04000000000000000000" pitchFamily="82" charset="0"/>
              </a:rPr>
              <a:t>Xncpcà¯mÂ</a:t>
            </a:r>
            <a:r>
              <a:rPr lang="en-SG" sz="2800">
                <a:latin typeface="ML-TTKarthika" panose="04000000000000000000" pitchFamily="82" charset="0"/>
              </a:rPr>
              <a:t> Rm³ ip²\</a:t>
            </a:r>
            <a:r>
              <a:rPr lang="en-SG" sz="2800" err="1">
                <a:latin typeface="ML-TTKarthika" panose="04000000000000000000" pitchFamily="82" charset="0"/>
              </a:rPr>
              <a:t>mbv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XoÀ¶p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X³ </a:t>
            </a:r>
            <a:r>
              <a:rPr lang="en-SG" sz="2800" err="1">
                <a:latin typeface="ML-TTKarthika" panose="04000000000000000000" pitchFamily="82" charset="0"/>
              </a:rPr>
              <a:t>N¦nse</a:t>
            </a:r>
            <a:r>
              <a:rPr lang="en-SG" sz="2800">
                <a:latin typeface="ML-TTKarthika" panose="04000000000000000000" pitchFamily="82" charset="0"/>
              </a:rPr>
              <a:t> ip²cà¯mÂ Rm³ </a:t>
            </a:r>
            <a:r>
              <a:rPr lang="en-SG" sz="2800" err="1">
                <a:latin typeface="ML-TTKarthika" panose="04000000000000000000" pitchFamily="82" charset="0"/>
              </a:rPr>
              <a:t>Pbw</a:t>
            </a:r>
            <a:r>
              <a:rPr lang="en-SG" sz="2800">
                <a:latin typeface="ML-TTKarthika" panose="04000000000000000000" pitchFamily="82" charset="0"/>
              </a:rPr>
              <a:t> ]</a:t>
            </a:r>
            <a:r>
              <a:rPr lang="en-SG" sz="2800" err="1">
                <a:latin typeface="ML-TTKarthika" panose="04000000000000000000" pitchFamily="82" charset="0"/>
              </a:rPr>
              <a:t>mSoSpw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C1324-87A2-432A-C2F7-79807DBEF408}"/>
              </a:ext>
            </a:extLst>
          </p:cNvPr>
          <p:cNvSpPr txBox="1"/>
          <p:nvPr/>
        </p:nvSpPr>
        <p:spPr>
          <a:xfrm>
            <a:off x="6908801" y="4835725"/>
            <a:ext cx="2231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1 of 8</a:t>
            </a:r>
          </a:p>
        </p:txBody>
      </p:sp>
    </p:spTree>
    <p:extLst>
      <p:ext uri="{BB962C8B-B14F-4D97-AF65-F5344CB8AC3E}">
        <p14:creationId xmlns:p14="http://schemas.microsoft.com/office/powerpoint/2010/main" val="757515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93DF-66AF-B7CE-C2A5-5EF302F4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6FF6-B776-F913-5405-2D3A7550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74AEA-7C4C-DF5B-FDF1-FFFF2C1E8003}"/>
              </a:ext>
            </a:extLst>
          </p:cNvPr>
          <p:cNvSpPr txBox="1"/>
          <p:nvPr/>
        </p:nvSpPr>
        <p:spPr>
          <a:xfrm>
            <a:off x="376573" y="994077"/>
            <a:ext cx="7849210" cy="18394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mahathvam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rakshaka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sthuthi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ninakennum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chettil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ninnenne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nee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veendeduthathinal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sthuthikum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aayussin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nalellam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nandiyodadi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vanangum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2716B-F4F6-8203-434C-D935746A475F}"/>
              </a:ext>
            </a:extLst>
          </p:cNvPr>
          <p:cNvSpPr txBox="1"/>
          <p:nvPr/>
        </p:nvSpPr>
        <p:spPr>
          <a:xfrm>
            <a:off x="343888" y="3170578"/>
            <a:ext cx="8328398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alXzw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c£Im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kvXpXn</a:t>
            </a:r>
            <a:r>
              <a:rPr lang="en-SG" sz="2800">
                <a:latin typeface="ML-TTKarthika" panose="04000000000000000000" pitchFamily="82" charset="0"/>
              </a:rPr>
              <a:t> \n\s¡¶pw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tNänÂ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ns¶s</a:t>
            </a:r>
            <a:r>
              <a:rPr lang="en-SG" sz="2800">
                <a:latin typeface="ML-TTKarthika" panose="04000000000000000000" pitchFamily="82" charset="0"/>
              </a:rPr>
              <a:t>¶ \o </a:t>
            </a:r>
            <a:r>
              <a:rPr lang="en-SG" sz="2800" err="1">
                <a:latin typeface="ML-TTKarthika" panose="04000000000000000000" pitchFamily="82" charset="0"/>
              </a:rPr>
              <a:t>ho¬sSSp¯Xn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mÂ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kvXpXn¡pw</a:t>
            </a:r>
            <a:r>
              <a:rPr lang="en-SG" sz="2800">
                <a:latin typeface="ML-TTKarthika" panose="04000000000000000000" pitchFamily="82" charset="0"/>
              </a:rPr>
              <a:t> \ns¶ Rm³ BbpÊn³ \</a:t>
            </a:r>
            <a:r>
              <a:rPr lang="en-SG" sz="2800" err="1">
                <a:latin typeface="ML-TTKarthika" panose="04000000000000000000" pitchFamily="82" charset="0"/>
              </a:rPr>
              <a:t>msfÃmw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\µ</a:t>
            </a:r>
            <a:r>
              <a:rPr lang="en-SG" sz="2800" err="1">
                <a:latin typeface="ML-TTKarthika" panose="04000000000000000000" pitchFamily="82" charset="0"/>
              </a:rPr>
              <a:t>ntbmSSn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hW§pw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BCDBB-2DA4-A967-B63F-53DDD5A3101A}"/>
              </a:ext>
            </a:extLst>
          </p:cNvPr>
          <p:cNvSpPr txBox="1"/>
          <p:nvPr/>
        </p:nvSpPr>
        <p:spPr>
          <a:xfrm>
            <a:off x="7061201" y="4835725"/>
            <a:ext cx="2078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2 of 8</a:t>
            </a:r>
          </a:p>
        </p:txBody>
      </p:sp>
    </p:spTree>
    <p:extLst>
      <p:ext uri="{BB962C8B-B14F-4D97-AF65-F5344CB8AC3E}">
        <p14:creationId xmlns:p14="http://schemas.microsoft.com/office/powerpoint/2010/main" val="3778138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90D81-BB12-67D6-DBE0-A69601EB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690C-95B2-E297-3603-A4CF8AD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BCD71-105D-A23A-7CF5-CB02DCBCC88F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aarppodu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ghoshikum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ee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seeyon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yathrayil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munpottu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thanne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odunnu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viruthinayi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C0A61-46E7-88E2-6A64-B39290595F40}"/>
              </a:ext>
            </a:extLst>
          </p:cNvPr>
          <p:cNvSpPr txBox="1"/>
          <p:nvPr/>
        </p:nvSpPr>
        <p:spPr>
          <a:xfrm>
            <a:off x="130652" y="3050262"/>
            <a:ext cx="9003012" cy="93102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BÀt¸mSp</a:t>
            </a:r>
            <a:r>
              <a:rPr lang="en-SG" sz="2800">
                <a:latin typeface="ML-TTKarthika" panose="04000000000000000000" pitchFamily="82" charset="0"/>
              </a:rPr>
              <a:t> \ns¶ </a:t>
            </a:r>
            <a:r>
              <a:rPr lang="en-SG" sz="2800" err="1">
                <a:latin typeface="ML-TTKarthika" panose="04000000000000000000" pitchFamily="82" charset="0"/>
              </a:rPr>
              <a:t>tLmjn¡pw</a:t>
            </a:r>
            <a:r>
              <a:rPr lang="en-SG" sz="2800">
                <a:latin typeface="ML-TTKarthika" panose="04000000000000000000" pitchFamily="82" charset="0"/>
              </a:rPr>
              <a:t> Cu kotbm³ bm{</a:t>
            </a:r>
            <a:r>
              <a:rPr lang="en-SG" sz="2800" err="1">
                <a:latin typeface="ML-TTKarthika" panose="04000000000000000000" pitchFamily="82" charset="0"/>
              </a:rPr>
              <a:t>XbnÂ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apt¼m«p </a:t>
            </a:r>
            <a:r>
              <a:rPr lang="en-SG" sz="2800" err="1">
                <a:latin typeface="ML-TTKarthika" panose="04000000000000000000" pitchFamily="82" charset="0"/>
              </a:rPr>
              <a:t>Xs</a:t>
            </a:r>
            <a:r>
              <a:rPr lang="en-SG" sz="2800">
                <a:latin typeface="ML-TTKarthika" panose="04000000000000000000" pitchFamily="82" charset="0"/>
              </a:rPr>
              <a:t>¶ </a:t>
            </a:r>
            <a:r>
              <a:rPr lang="en-SG" sz="2800" err="1">
                <a:latin typeface="ML-TTKarthika" panose="04000000000000000000" pitchFamily="82" charset="0"/>
              </a:rPr>
              <a:t>HmSp¶p</a:t>
            </a:r>
            <a:r>
              <a:rPr lang="en-SG" sz="2800">
                <a:latin typeface="ML-TTKarthika" panose="04000000000000000000" pitchFamily="82" charset="0"/>
              </a:rPr>
              <a:t> F³ </a:t>
            </a:r>
            <a:r>
              <a:rPr lang="en-SG" sz="2800" err="1">
                <a:latin typeface="ML-TTKarthika" panose="04000000000000000000" pitchFamily="82" charset="0"/>
              </a:rPr>
              <a:t>hncpXn¶mbn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66D7E-C838-EED4-49F2-4CD2A5C8C93D}"/>
              </a:ext>
            </a:extLst>
          </p:cNvPr>
          <p:cNvSpPr txBox="1"/>
          <p:nvPr/>
        </p:nvSpPr>
        <p:spPr>
          <a:xfrm>
            <a:off x="6908801" y="4835725"/>
            <a:ext cx="2231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3 of 8</a:t>
            </a:r>
          </a:p>
        </p:txBody>
      </p:sp>
    </p:spTree>
    <p:extLst>
      <p:ext uri="{BB962C8B-B14F-4D97-AF65-F5344CB8AC3E}">
        <p14:creationId xmlns:p14="http://schemas.microsoft.com/office/powerpoint/2010/main" val="189503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EE55-8A73-81A5-4734-8D60C7346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7166-353A-80FF-2753-0261EF6A6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1D61E-ED33-362A-4F5B-057632F70833}"/>
              </a:ext>
            </a:extLst>
          </p:cNvPr>
          <p:cNvSpPr txBox="1"/>
          <p:nvPr/>
        </p:nvSpPr>
        <p:spPr>
          <a:xfrm>
            <a:off x="376573" y="994077"/>
            <a:ext cx="7849210" cy="18394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labhikum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nishchayam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viruthenikke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shathrukkal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aarume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kondupokayilla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praapikkum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annu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raajan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kaiyil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ninnu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doothanmarude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madhyathil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AC32F-BC66-8664-C80A-95CDBA1D7FAF}"/>
              </a:ext>
            </a:extLst>
          </p:cNvPr>
          <p:cNvSpPr txBox="1"/>
          <p:nvPr/>
        </p:nvSpPr>
        <p:spPr>
          <a:xfrm>
            <a:off x="343888" y="3170578"/>
            <a:ext cx="8328398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e`n¡pw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nÝbw</a:t>
            </a:r>
            <a:r>
              <a:rPr lang="en-SG" sz="2800">
                <a:latin typeface="ML-TTKarthika" panose="04000000000000000000" pitchFamily="82" charset="0"/>
              </a:rPr>
              <a:t> F³ </a:t>
            </a:r>
            <a:r>
              <a:rPr lang="en-SG" sz="2800" err="1">
                <a:latin typeface="ML-TTKarthika" panose="04000000000000000000" pitchFamily="82" charset="0"/>
              </a:rPr>
              <a:t>hncpsX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n¡v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i</a:t>
            </a:r>
            <a:r>
              <a:rPr lang="en-SG" sz="2800">
                <a:latin typeface="ML-TTKarthika" panose="04000000000000000000" pitchFamily="82" charset="0"/>
              </a:rPr>
              <a:t>{</a:t>
            </a:r>
            <a:r>
              <a:rPr lang="en-SG" sz="2800" err="1">
                <a:latin typeface="ML-TTKarthika" panose="04000000000000000000" pitchFamily="82" charset="0"/>
              </a:rPr>
              <a:t>Xp¡Ä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Bcpta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sIm¬Spt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mIbnÃ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{]m]</a:t>
            </a:r>
            <a:r>
              <a:rPr lang="en-SG" sz="2800" err="1">
                <a:latin typeface="ML-TTKarthika" panose="04000000000000000000" pitchFamily="82" charset="0"/>
              </a:rPr>
              <a:t>n¡pw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A¶p</a:t>
            </a:r>
            <a:r>
              <a:rPr lang="en-SG" sz="2800">
                <a:latin typeface="ML-TTKarthika" panose="04000000000000000000" pitchFamily="82" charset="0"/>
              </a:rPr>
              <a:t> Rm³ cmP³ </a:t>
            </a:r>
            <a:r>
              <a:rPr lang="en-SG" sz="2800" err="1">
                <a:latin typeface="ML-TTKarthika" panose="04000000000000000000" pitchFamily="82" charset="0"/>
              </a:rPr>
              <a:t>ssIbnÂ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n¶p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ZqX·mcpsS</a:t>
            </a:r>
            <a:r>
              <a:rPr lang="en-SG" sz="2800">
                <a:latin typeface="ML-TTKarthika" panose="04000000000000000000" pitchFamily="82" charset="0"/>
              </a:rPr>
              <a:t> a²y¯nÂ 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86389-B75B-14A9-AEF0-DF337C1E318D}"/>
              </a:ext>
            </a:extLst>
          </p:cNvPr>
          <p:cNvSpPr txBox="1"/>
          <p:nvPr/>
        </p:nvSpPr>
        <p:spPr>
          <a:xfrm>
            <a:off x="7061201" y="4835725"/>
            <a:ext cx="2078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4 of 8</a:t>
            </a:r>
          </a:p>
        </p:txBody>
      </p:sp>
    </p:spTree>
    <p:extLst>
      <p:ext uri="{BB962C8B-B14F-4D97-AF65-F5344CB8AC3E}">
        <p14:creationId xmlns:p14="http://schemas.microsoft.com/office/powerpoint/2010/main" val="954651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E0B4-1804-A728-4FEF-5F6749E9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1F12-B15C-6C83-71CE-9AF602F39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E9009-E3C8-2CBE-6D5C-22E77323F7B2}"/>
              </a:ext>
            </a:extLst>
          </p:cNvPr>
          <p:cNvSpPr txBox="1"/>
          <p:nvPr/>
        </p:nvSpPr>
        <p:spPr>
          <a:xfrm>
            <a:off x="132192" y="1283633"/>
            <a:ext cx="8413393" cy="13074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bhagya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kalam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orkkumpol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ennullam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thullunnu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ee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lokasukham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thalli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aa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bhagyam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kandappol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6A09E-5A32-F394-0321-55FA1FD37B75}"/>
              </a:ext>
            </a:extLst>
          </p:cNvPr>
          <p:cNvSpPr txBox="1"/>
          <p:nvPr/>
        </p:nvSpPr>
        <p:spPr>
          <a:xfrm>
            <a:off x="130652" y="3050262"/>
            <a:ext cx="9003012" cy="93102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F³ `</a:t>
            </a:r>
            <a:r>
              <a:rPr lang="en-SG" sz="2800" err="1">
                <a:latin typeface="ML-TTKarthika" panose="04000000000000000000" pitchFamily="82" charset="0"/>
              </a:rPr>
              <a:t>mKyImew</a:t>
            </a:r>
            <a:r>
              <a:rPr lang="en-SG" sz="2800">
                <a:latin typeface="ML-TTKarthika" panose="04000000000000000000" pitchFamily="82" charset="0"/>
              </a:rPr>
              <a:t> HmÀ¡pt¼msf¶pÅw </a:t>
            </a:r>
            <a:r>
              <a:rPr lang="en-SG" sz="2800" err="1">
                <a:latin typeface="ML-TTKarthika" panose="04000000000000000000" pitchFamily="82" charset="0"/>
              </a:rPr>
              <a:t>XpÅp¶p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Cu </a:t>
            </a:r>
            <a:r>
              <a:rPr lang="en-SG" sz="2800" err="1">
                <a:latin typeface="ML-TTKarthika" panose="04000000000000000000" pitchFamily="82" charset="0"/>
              </a:rPr>
              <a:t>temIkpJw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XÅn</a:t>
            </a:r>
            <a:r>
              <a:rPr lang="en-SG" sz="2800">
                <a:latin typeface="ML-TTKarthika" panose="04000000000000000000" pitchFamily="82" charset="0"/>
              </a:rPr>
              <a:t> Rm³ B `</a:t>
            </a:r>
            <a:r>
              <a:rPr lang="en-SG" sz="2800" err="1">
                <a:latin typeface="ML-TTKarthika" panose="04000000000000000000" pitchFamily="82" charset="0"/>
              </a:rPr>
              <a:t>mKyw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I¬St¸mÄ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13A1B-C735-08F9-C1C6-C1958CB35653}"/>
              </a:ext>
            </a:extLst>
          </p:cNvPr>
          <p:cNvSpPr txBox="1"/>
          <p:nvPr/>
        </p:nvSpPr>
        <p:spPr>
          <a:xfrm>
            <a:off x="6908801" y="4835725"/>
            <a:ext cx="2231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5 of 8</a:t>
            </a:r>
          </a:p>
        </p:txBody>
      </p:sp>
    </p:spTree>
    <p:extLst>
      <p:ext uri="{BB962C8B-B14F-4D97-AF65-F5344CB8AC3E}">
        <p14:creationId xmlns:p14="http://schemas.microsoft.com/office/powerpoint/2010/main" val="4139644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AE88-0113-66BD-28C3-8DB66679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1D05-E8BD-F710-C43A-C92C2A36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BB282-E376-F87B-4103-AC1C8A5E20A1}"/>
              </a:ext>
            </a:extLst>
          </p:cNvPr>
          <p:cNvSpPr txBox="1"/>
          <p:nvPr/>
        </p:nvSpPr>
        <p:spPr>
          <a:xfrm>
            <a:off x="376573" y="994077"/>
            <a:ext cx="7849210" cy="18394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nithyamaam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rajyathil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annu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paadidum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raajan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mukham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kandu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ennum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njaan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ghoshikum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rakthathin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phalamay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vazhume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swargathil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kodi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kodi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yugangalaayi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CC431-3068-CE43-28AE-324798D1DD68}"/>
              </a:ext>
            </a:extLst>
          </p:cNvPr>
          <p:cNvSpPr txBox="1"/>
          <p:nvPr/>
        </p:nvSpPr>
        <p:spPr>
          <a:xfrm>
            <a:off x="343888" y="3170578"/>
            <a:ext cx="8328398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nXyamw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cmPy¯nÂ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A¶p</a:t>
            </a:r>
            <a:r>
              <a:rPr lang="en-SG" sz="2800">
                <a:latin typeface="ML-TTKarthika" panose="04000000000000000000" pitchFamily="82" charset="0"/>
              </a:rPr>
              <a:t> Rm³ ]</a:t>
            </a:r>
            <a:r>
              <a:rPr lang="en-SG" sz="2800" err="1">
                <a:latin typeface="ML-TTKarthika" panose="04000000000000000000" pitchFamily="82" charset="0"/>
              </a:rPr>
              <a:t>mSnSpw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cmP³ </a:t>
            </a:r>
            <a:r>
              <a:rPr lang="en-SG" sz="2800" err="1">
                <a:latin typeface="ML-TTKarthika" panose="04000000000000000000" pitchFamily="82" charset="0"/>
              </a:rPr>
              <a:t>apJw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I¬Sp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F¶pw</a:t>
            </a:r>
            <a:r>
              <a:rPr lang="en-SG" sz="2800">
                <a:latin typeface="ML-TTKarthika" panose="04000000000000000000" pitchFamily="82" charset="0"/>
              </a:rPr>
              <a:t> Rm³ </a:t>
            </a:r>
            <a:r>
              <a:rPr lang="en-SG" sz="2800" err="1">
                <a:latin typeface="ML-TTKarthika" panose="04000000000000000000" pitchFamily="82" charset="0"/>
              </a:rPr>
              <a:t>tLmjn¡pw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cà¯n³ ^</a:t>
            </a:r>
            <a:r>
              <a:rPr lang="en-SG" sz="2800" err="1">
                <a:latin typeface="ML-TTKarthika" panose="04000000000000000000" pitchFamily="82" charset="0"/>
              </a:rPr>
              <a:t>eambv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hmgpta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kzÀ</a:t>
            </a:r>
            <a:r>
              <a:rPr lang="en-SG" sz="2800">
                <a:latin typeface="ML-TTKarthika" panose="04000000000000000000" pitchFamily="82" charset="0"/>
              </a:rPr>
              <a:t>¤¯</a:t>
            </a:r>
            <a:r>
              <a:rPr lang="en-SG" sz="2800" err="1">
                <a:latin typeface="ML-TTKarthika" panose="04000000000000000000" pitchFamily="82" charset="0"/>
              </a:rPr>
              <a:t>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tImSn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tImSn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bpK§fmbn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97AEE-7432-CA31-D9A8-6D418ECB132B}"/>
              </a:ext>
            </a:extLst>
          </p:cNvPr>
          <p:cNvSpPr txBox="1"/>
          <p:nvPr/>
        </p:nvSpPr>
        <p:spPr>
          <a:xfrm>
            <a:off x="7061201" y="4835725"/>
            <a:ext cx="2078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6 of 8</a:t>
            </a:r>
          </a:p>
        </p:txBody>
      </p:sp>
    </p:spTree>
    <p:extLst>
      <p:ext uri="{BB962C8B-B14F-4D97-AF65-F5344CB8AC3E}">
        <p14:creationId xmlns:p14="http://schemas.microsoft.com/office/powerpoint/2010/main" val="15593814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4878C-C5E9-D299-44D6-3C72D40D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C3AA-1E10-F816-EA4E-F990EDB0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B4324-054F-07C7-AAD0-003E1B02095A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manoharamaam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seeyonil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vegam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chernnidum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kleshamaake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neengipom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avide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ethumpol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7DEC6-B81F-8951-CC7A-F85AD62A00AD}"/>
              </a:ext>
            </a:extLst>
          </p:cNvPr>
          <p:cNvSpPr txBox="1"/>
          <p:nvPr/>
        </p:nvSpPr>
        <p:spPr>
          <a:xfrm>
            <a:off x="130652" y="3050262"/>
            <a:ext cx="9003012" cy="93102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at\</a:t>
            </a:r>
            <a:r>
              <a:rPr lang="en-SG" sz="2800" err="1">
                <a:latin typeface="ML-TTKarthika" panose="04000000000000000000" pitchFamily="82" charset="0"/>
              </a:rPr>
              <a:t>mlcamw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kotbm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nÂ</a:t>
            </a:r>
            <a:r>
              <a:rPr lang="en-SG" sz="2800">
                <a:latin typeface="ML-TTKarthika" panose="04000000000000000000" pitchFamily="82" charset="0"/>
              </a:rPr>
              <a:t> Rm³ </a:t>
            </a:r>
            <a:r>
              <a:rPr lang="en-SG" sz="2800" err="1">
                <a:latin typeface="ML-TTKarthika" panose="04000000000000000000" pitchFamily="82" charset="0"/>
              </a:rPr>
              <a:t>thKw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tNÀ¶oSpw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F³ </a:t>
            </a:r>
            <a:r>
              <a:rPr lang="en-SG" sz="2800" err="1">
                <a:latin typeface="ML-TTKarthika" panose="04000000000000000000" pitchFamily="82" charset="0"/>
              </a:rPr>
              <a:t>t¢iamsI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o§nt¸mw</a:t>
            </a:r>
            <a:r>
              <a:rPr lang="en-SG" sz="2800">
                <a:latin typeface="ML-TTKarthika" panose="04000000000000000000" pitchFamily="82" charset="0"/>
              </a:rPr>
              <a:t> AhnsSsb¯pt¼mÄ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61C74-D3F1-8F06-4534-5B1E47811D1A}"/>
              </a:ext>
            </a:extLst>
          </p:cNvPr>
          <p:cNvSpPr txBox="1"/>
          <p:nvPr/>
        </p:nvSpPr>
        <p:spPr>
          <a:xfrm>
            <a:off x="6908801" y="4835725"/>
            <a:ext cx="2231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7 of 8</a:t>
            </a:r>
          </a:p>
        </p:txBody>
      </p:sp>
    </p:spTree>
    <p:extLst>
      <p:ext uri="{BB962C8B-B14F-4D97-AF65-F5344CB8AC3E}">
        <p14:creationId xmlns:p14="http://schemas.microsoft.com/office/powerpoint/2010/main" val="755387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CCEB-924C-9176-A552-6DAEB52B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93753-48FA-BD81-8170-87393629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Holy Communion – </a:t>
            </a:r>
            <a:r>
              <a:rPr lang="en-US">
                <a:latin typeface="+mn-lt"/>
                <a:cs typeface="Segoe UI"/>
              </a:rPr>
              <a:t>254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8F6D5-7455-72C9-F33D-A4C590B5AC2F}"/>
              </a:ext>
            </a:extLst>
          </p:cNvPr>
          <p:cNvSpPr txBox="1"/>
          <p:nvPr/>
        </p:nvSpPr>
        <p:spPr>
          <a:xfrm>
            <a:off x="376573" y="994077"/>
            <a:ext cx="7849210" cy="18394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nithyamam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santhosham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prapikkum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annu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njan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shathruvinathu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eduppan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padilla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aanandam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koodidum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sanandam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padidum</a:t>
            </a:r>
            <a:endParaRPr lang="en-US" sz="280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shree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yeshu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rajan</a:t>
            </a:r>
            <a:r>
              <a:rPr lang="en-US" sz="280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munpaake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BA20-A9B1-9408-0016-CF0E9BD52366}"/>
              </a:ext>
            </a:extLst>
          </p:cNvPr>
          <p:cNvSpPr txBox="1"/>
          <p:nvPr/>
        </p:nvSpPr>
        <p:spPr>
          <a:xfrm>
            <a:off x="343888" y="3170578"/>
            <a:ext cx="8328398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nXyamw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kt´mjw</a:t>
            </a:r>
            <a:r>
              <a:rPr lang="en-SG" sz="2800">
                <a:latin typeface="ML-TTKarthika" panose="04000000000000000000" pitchFamily="82" charset="0"/>
              </a:rPr>
              <a:t> {]m]</a:t>
            </a:r>
            <a:r>
              <a:rPr lang="en-SG" sz="2800" err="1">
                <a:latin typeface="ML-TTKarthika" panose="04000000000000000000" pitchFamily="82" charset="0"/>
              </a:rPr>
              <a:t>n¡pw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A¶p</a:t>
            </a:r>
            <a:r>
              <a:rPr lang="en-SG" sz="2800">
                <a:latin typeface="ML-TTKarthika" panose="04000000000000000000" pitchFamily="82" charset="0"/>
              </a:rPr>
              <a:t> Rm³ </a:t>
            </a:r>
          </a:p>
          <a:p>
            <a:r>
              <a:rPr lang="en-SG" sz="2800">
                <a:latin typeface="ML-TTKarthika" panose="04000000000000000000" pitchFamily="82" charset="0"/>
              </a:rPr>
              <a:t>F³ </a:t>
            </a:r>
            <a:r>
              <a:rPr lang="en-SG" sz="2800" err="1">
                <a:latin typeface="ML-TTKarthika" panose="04000000000000000000" pitchFamily="82" charset="0"/>
              </a:rPr>
              <a:t>i</a:t>
            </a:r>
            <a:r>
              <a:rPr lang="en-SG" sz="2800">
                <a:latin typeface="ML-TTKarthika" panose="04000000000000000000" pitchFamily="82" charset="0"/>
              </a:rPr>
              <a:t>{</a:t>
            </a:r>
            <a:r>
              <a:rPr lang="en-SG" sz="2800" err="1">
                <a:latin typeface="ML-TTKarthika" panose="04000000000000000000" pitchFamily="82" charset="0"/>
              </a:rPr>
              <a:t>Xphn¶Xp</a:t>
            </a:r>
            <a:r>
              <a:rPr lang="en-SG" sz="2800">
                <a:latin typeface="ML-TTKarthika" panose="04000000000000000000" pitchFamily="82" charset="0"/>
              </a:rPr>
              <a:t> FSp¸m³ ]</a:t>
            </a:r>
            <a:r>
              <a:rPr lang="en-SG" sz="2800" err="1">
                <a:latin typeface="ML-TTKarthika" panose="04000000000000000000" pitchFamily="82" charset="0"/>
              </a:rPr>
              <a:t>mSnÃ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B\µw </a:t>
            </a:r>
            <a:r>
              <a:rPr lang="en-SG" sz="2800" err="1">
                <a:latin typeface="ML-TTKarthika" panose="04000000000000000000" pitchFamily="82" charset="0"/>
              </a:rPr>
              <a:t>IqSnSpw</a:t>
            </a:r>
            <a:r>
              <a:rPr lang="en-SG" sz="2800">
                <a:latin typeface="ML-TTKarthika" panose="04000000000000000000" pitchFamily="82" charset="0"/>
              </a:rPr>
              <a:t> km\µw ]</a:t>
            </a:r>
            <a:r>
              <a:rPr lang="en-SG" sz="2800" err="1">
                <a:latin typeface="ML-TTKarthika" panose="04000000000000000000" pitchFamily="82" charset="0"/>
              </a:rPr>
              <a:t>mSnSpw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{iotbipcmP³ ap¼msI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5E102-1982-425A-4D6E-B7143F1B142C}"/>
              </a:ext>
            </a:extLst>
          </p:cNvPr>
          <p:cNvSpPr txBox="1"/>
          <p:nvPr/>
        </p:nvSpPr>
        <p:spPr>
          <a:xfrm>
            <a:off x="7061201" y="4835725"/>
            <a:ext cx="2078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8 of 8</a:t>
            </a:r>
          </a:p>
        </p:txBody>
      </p:sp>
    </p:spTree>
    <p:extLst>
      <p:ext uri="{BB962C8B-B14F-4D97-AF65-F5344CB8AC3E}">
        <p14:creationId xmlns:p14="http://schemas.microsoft.com/office/powerpoint/2010/main" val="39317495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+mn-lt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0643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0B78-9F0B-FB15-F9D6-1347A0B4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6844-AFC4-C01F-6D5B-89C5D478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ADF2D1-A4D6-7255-07AD-0C0E73D0D90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8B067-088E-D552-E20E-9D5A17DFDCDA}"/>
              </a:ext>
            </a:extLst>
          </p:cNvPr>
          <p:cNvSpPr/>
          <p:nvPr/>
        </p:nvSpPr>
        <p:spPr>
          <a:xfrm>
            <a:off x="-1" y="756797"/>
            <a:ext cx="9139813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Segoe UI"/>
                <a:ea typeface="+mn-lt"/>
                <a:cs typeface="Segoe UI"/>
              </a:rPr>
              <a:t>manassode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shaapa-marathil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thoongiya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manuvele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daivajaatha</a:t>
            </a:r>
            <a:r>
              <a:rPr lang="en-US" sz="2800">
                <a:latin typeface="Segoe UI"/>
                <a:ea typeface="+mn-lt"/>
                <a:cs typeface="Segoe UI"/>
              </a:rPr>
              <a:t>!</a:t>
            </a: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ninakkee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vedana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varuthivechathee</a:t>
            </a:r>
            <a:r>
              <a:rPr lang="en-US" sz="2800">
                <a:latin typeface="Segoe UI"/>
                <a:ea typeface="+mn-lt"/>
                <a:cs typeface="Segoe UI"/>
              </a:rPr>
              <a:t> neechan </a:t>
            </a:r>
            <a:r>
              <a:rPr lang="en-US" sz="2800" err="1">
                <a:latin typeface="Segoe UI"/>
                <a:ea typeface="+mn-lt"/>
                <a:cs typeface="Segoe UI"/>
              </a:rPr>
              <a:t>njaanayyo</a:t>
            </a:r>
            <a:r>
              <a:rPr lang="en-US" sz="2800">
                <a:latin typeface="Segoe UI"/>
                <a:ea typeface="+mn-lt"/>
                <a:cs typeface="Segoe UI"/>
              </a:rPr>
              <a:t> (2)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4240DA9-D575-59A9-0DD8-B8FFC078CA74}"/>
              </a:ext>
            </a:extLst>
          </p:cNvPr>
          <p:cNvSpPr txBox="1"/>
          <p:nvPr/>
        </p:nvSpPr>
        <p:spPr>
          <a:xfrm>
            <a:off x="130801" y="3050642"/>
            <a:ext cx="8882398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>
                <a:latin typeface="ML-TTKarthika"/>
              </a:rPr>
              <a:t>a\</a:t>
            </a:r>
            <a:r>
              <a:rPr lang="en-SG" sz="2800" err="1">
                <a:latin typeface="ML-TTKarthika"/>
              </a:rPr>
              <a:t>tÊmsS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im</a:t>
            </a:r>
            <a:r>
              <a:rPr lang="en-SG" sz="2800">
                <a:latin typeface="ML-TTKarthika"/>
              </a:rPr>
              <a:t>] </a:t>
            </a:r>
            <a:r>
              <a:rPr lang="en-SG" sz="2800" err="1">
                <a:latin typeface="ML-TTKarthika"/>
              </a:rPr>
              <a:t>ac¯nÂ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Xq§nb</a:t>
            </a:r>
            <a:r>
              <a:rPr lang="en-SG" sz="2800">
                <a:latin typeface="ML-TTKarthika"/>
              </a:rPr>
              <a:t> a\</a:t>
            </a:r>
            <a:r>
              <a:rPr lang="en-SG" sz="2800" err="1">
                <a:latin typeface="ML-TTKarthika"/>
              </a:rPr>
              <a:t>pthte</a:t>
            </a:r>
            <a:r>
              <a:rPr lang="en-SG" sz="2800">
                <a:latin typeface="ML-TTKarthika"/>
              </a:rPr>
              <a:t>! </a:t>
            </a:r>
            <a:r>
              <a:rPr lang="en-SG" sz="2800" err="1">
                <a:latin typeface="ML-TTKarthika"/>
              </a:rPr>
              <a:t>ssZhPmXm</a:t>
            </a:r>
            <a:r>
              <a:rPr lang="en-SG" sz="2800">
                <a:latin typeface="ML-TTKarthika"/>
              </a:rPr>
              <a:t>! </a:t>
            </a:r>
          </a:p>
          <a:p>
            <a:r>
              <a:rPr lang="en-SG" sz="2800">
                <a:latin typeface="ML-TTKarthika"/>
              </a:rPr>
              <a:t>\n\¡o </a:t>
            </a:r>
            <a:r>
              <a:rPr lang="en-SG" sz="2800" err="1">
                <a:latin typeface="ML-TTKarthika"/>
              </a:rPr>
              <a:t>thZ</a:t>
            </a:r>
            <a:r>
              <a:rPr lang="en-SG" sz="2800">
                <a:latin typeface="ML-TTKarthika"/>
              </a:rPr>
              <a:t>\ </a:t>
            </a:r>
            <a:r>
              <a:rPr lang="en-SG" sz="2800" err="1">
                <a:latin typeface="ML-TTKarthika"/>
              </a:rPr>
              <a:t>hcp¯nsh¨Xoþ</a:t>
            </a:r>
            <a:r>
              <a:rPr lang="en-SG" sz="2800">
                <a:latin typeface="ML-TTKarthika"/>
              </a:rPr>
              <a:t>\oN³ Rm\</a:t>
            </a:r>
            <a:r>
              <a:rPr lang="en-SG" sz="2800" err="1">
                <a:latin typeface="ML-TTKarthika"/>
              </a:rPr>
              <a:t>t¿m</a:t>
            </a:r>
            <a:r>
              <a:rPr lang="en-SG" sz="2800">
                <a:latin typeface="ML-TTKarthika"/>
              </a:rPr>
              <a:t>! (2)</a:t>
            </a:r>
            <a:endParaRPr lang="en-US" sz="2800">
              <a:latin typeface="ML-TTKarthika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6888EB-287E-1222-5315-C54679658BC5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1 of 7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120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B77C-2713-7293-4EF3-D64411F4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2BFE-D21A-48E9-8B8D-B07DA722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4293659-FDF3-7178-5255-C5A7A582130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6D2439-B46C-5B70-3AC5-06B11F114739}"/>
              </a:ext>
            </a:extLst>
          </p:cNvPr>
          <p:cNvSpPr/>
          <p:nvPr/>
        </p:nvSpPr>
        <p:spPr>
          <a:xfrm>
            <a:off x="0" y="756797"/>
            <a:ext cx="9009660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Segoe UI"/>
                <a:cs typeface="Segoe UI"/>
              </a:rPr>
              <a:t>paramaneethi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en-durithathaalenne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arivan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ninnoru-neram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 err="1">
                <a:latin typeface="Segoe UI"/>
                <a:cs typeface="Segoe UI"/>
              </a:rPr>
              <a:t>paraman</a:t>
            </a:r>
            <a:r>
              <a:rPr lang="en-US" sz="2800">
                <a:latin typeface="Segoe UI"/>
                <a:cs typeface="Segoe UI"/>
              </a:rPr>
              <a:t> nee </a:t>
            </a:r>
            <a:r>
              <a:rPr lang="en-US" sz="2800" err="1">
                <a:latin typeface="Segoe UI"/>
                <a:cs typeface="Segoe UI"/>
              </a:rPr>
              <a:t>athaal-ariyappettidan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irangi</a:t>
            </a:r>
            <a:r>
              <a:rPr lang="en-US" sz="2800">
                <a:latin typeface="Segoe UI"/>
                <a:cs typeface="Segoe UI"/>
              </a:rPr>
              <a:t> vannallo (2)</a:t>
            </a:r>
            <a:endParaRPr 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6A32BE3-388A-F5DA-EB08-B6C608DD7DA4}"/>
              </a:ext>
            </a:extLst>
          </p:cNvPr>
          <p:cNvSpPr txBox="1"/>
          <p:nvPr/>
        </p:nvSpPr>
        <p:spPr>
          <a:xfrm>
            <a:off x="130801" y="3050642"/>
            <a:ext cx="8882398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>
                <a:latin typeface="ML-TTKarthika"/>
              </a:rPr>
              <a:t>]ca\</a:t>
            </a:r>
            <a:r>
              <a:rPr lang="en-SG" sz="2800" err="1">
                <a:latin typeface="ML-TTKarthika"/>
              </a:rPr>
              <a:t>oXn</a:t>
            </a:r>
            <a:r>
              <a:rPr lang="en-SG" sz="2800">
                <a:latin typeface="ML-TTKarthika"/>
              </a:rPr>
              <a:t> F³ </a:t>
            </a:r>
            <a:r>
              <a:rPr lang="en-SG" sz="2800" err="1">
                <a:latin typeface="ML-TTKarthika"/>
              </a:rPr>
              <a:t>ZpcnX¯mses</a:t>
            </a:r>
            <a:r>
              <a:rPr lang="en-SG" sz="2800">
                <a:latin typeface="ML-TTKarthika"/>
              </a:rPr>
              <a:t>¶ Acnhm³ \</a:t>
            </a:r>
            <a:r>
              <a:rPr lang="en-SG" sz="2800" err="1">
                <a:latin typeface="ML-TTKarthika"/>
              </a:rPr>
              <a:t>ns¶mcpt</a:t>
            </a:r>
            <a:r>
              <a:rPr lang="en-SG" sz="2800">
                <a:latin typeface="ML-TTKarthika"/>
              </a:rPr>
              <a:t>\</a:t>
            </a:r>
            <a:r>
              <a:rPr lang="en-SG" sz="2800" err="1">
                <a:latin typeface="ML-TTKarthika"/>
              </a:rPr>
              <a:t>cw</a:t>
            </a:r>
            <a:r>
              <a:rPr lang="en-SG" sz="2800">
                <a:latin typeface="ML-TTKarthika"/>
              </a:rPr>
              <a:t> </a:t>
            </a:r>
            <a:endParaRPr lang="en-US">
              <a:latin typeface="ML-TTKarthika"/>
            </a:endParaRPr>
          </a:p>
          <a:p>
            <a:r>
              <a:rPr lang="en-SG" sz="2800">
                <a:latin typeface="ML-TTKarthika"/>
              </a:rPr>
              <a:t>]ca³ \o </a:t>
            </a:r>
            <a:r>
              <a:rPr lang="en-SG" sz="2800" err="1">
                <a:latin typeface="ML-TTKarthika"/>
              </a:rPr>
              <a:t>AXmÂ</a:t>
            </a:r>
            <a:r>
              <a:rPr lang="en-SG" sz="2800">
                <a:latin typeface="ML-TTKarthika"/>
              </a:rPr>
              <a:t> Acnbs¸«nSm³ </a:t>
            </a:r>
            <a:r>
              <a:rPr lang="en-SG" sz="2800" err="1">
                <a:latin typeface="ML-TTKarthika"/>
              </a:rPr>
              <a:t>Cd§n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h¶tÃm</a:t>
            </a:r>
            <a:r>
              <a:rPr lang="en-SG" sz="2800">
                <a:latin typeface="ML-TTKarthika"/>
              </a:rPr>
              <a:t>! (2)</a:t>
            </a:r>
            <a:endParaRPr lang="en-US" sz="2800">
              <a:latin typeface="ML-TTKarthika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B4E5A-36D5-5E61-F1B5-A14E5F8557E6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2 of 7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8842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18EB-7C03-8735-9542-0DDCE246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DB8B-4D8A-06F6-7E6D-DBAF31BF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0E8CFB2-707A-1695-C821-5F8B1F976A0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BEC79-07DB-2E99-2E22-EC2CDB955EB6}"/>
              </a:ext>
            </a:extLst>
          </p:cNvPr>
          <p:cNvSpPr/>
          <p:nvPr/>
        </p:nvSpPr>
        <p:spPr>
          <a:xfrm>
            <a:off x="134340" y="756797"/>
            <a:ext cx="8875320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Segoe UI"/>
                <a:ea typeface="+mn-lt"/>
                <a:cs typeface="Segoe UI"/>
              </a:rPr>
              <a:t>malapole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shaapam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jwalichirangiya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nilathin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paathakam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moolam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alinju</a:t>
            </a:r>
            <a:r>
              <a:rPr lang="en-US" sz="2800">
                <a:latin typeface="Segoe UI"/>
                <a:ea typeface="+mn-lt"/>
                <a:cs typeface="Segoe UI"/>
              </a:rPr>
              <a:t> nee </a:t>
            </a:r>
            <a:r>
              <a:rPr lang="en-US" sz="2800" err="1">
                <a:latin typeface="Segoe UI"/>
                <a:ea typeface="+mn-lt"/>
                <a:cs typeface="Segoe UI"/>
              </a:rPr>
              <a:t>shaapam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thalayil</a:t>
            </a:r>
            <a:r>
              <a:rPr lang="en-US" sz="2800">
                <a:latin typeface="Segoe UI"/>
                <a:ea typeface="+mn-lt"/>
                <a:cs typeface="Segoe UI"/>
              </a:rPr>
              <a:t> kondeedan </a:t>
            </a:r>
            <a:r>
              <a:rPr lang="en-US" sz="2800" err="1">
                <a:latin typeface="Segoe UI"/>
                <a:ea typeface="+mn-lt"/>
                <a:cs typeface="Segoe UI"/>
              </a:rPr>
              <a:t>valima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vittallo</a:t>
            </a:r>
            <a:r>
              <a:rPr lang="en-US" sz="2800">
                <a:latin typeface="Segoe UI"/>
                <a:ea typeface="+mn-lt"/>
                <a:cs typeface="Segoe UI"/>
              </a:rPr>
              <a:t>! (2)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9CA3F32-7BBA-BB73-3333-247B13F71254}"/>
              </a:ext>
            </a:extLst>
          </p:cNvPr>
          <p:cNvSpPr txBox="1"/>
          <p:nvPr/>
        </p:nvSpPr>
        <p:spPr>
          <a:xfrm>
            <a:off x="130801" y="3050642"/>
            <a:ext cx="9136398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>
                <a:latin typeface="ML-TTKarthika"/>
              </a:rPr>
              <a:t>aet]</a:t>
            </a:r>
            <a:r>
              <a:rPr lang="en-SG" sz="2800" err="1">
                <a:latin typeface="ML-TTKarthika"/>
              </a:rPr>
              <a:t>mse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im</a:t>
            </a:r>
            <a:r>
              <a:rPr lang="en-SG" sz="2800">
                <a:latin typeface="ML-TTKarthika"/>
              </a:rPr>
              <a:t>]w </a:t>
            </a:r>
            <a:r>
              <a:rPr lang="en-SG" sz="2800" err="1">
                <a:latin typeface="ML-TTKarthika"/>
              </a:rPr>
              <a:t>Pzen¨nd§nb</a:t>
            </a:r>
            <a:r>
              <a:rPr lang="en-SG" sz="2800">
                <a:latin typeface="ML-TTKarthika"/>
              </a:rPr>
              <a:t> \ne¯n³ ]</a:t>
            </a:r>
            <a:r>
              <a:rPr lang="en-SG" sz="2800" err="1">
                <a:latin typeface="ML-TTKarthika"/>
              </a:rPr>
              <a:t>mXIw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aqew</a:t>
            </a:r>
            <a:r>
              <a:rPr lang="en-SG" sz="2800">
                <a:latin typeface="ML-TTKarthika"/>
              </a:rPr>
              <a:t> </a:t>
            </a:r>
          </a:p>
          <a:p>
            <a:r>
              <a:rPr lang="en-SG" sz="2800" err="1">
                <a:latin typeface="ML-TTKarthika"/>
              </a:rPr>
              <a:t>Aenªp</a:t>
            </a:r>
            <a:r>
              <a:rPr lang="en-SG" sz="2800">
                <a:latin typeface="ML-TTKarthika"/>
              </a:rPr>
              <a:t> \o </a:t>
            </a:r>
            <a:r>
              <a:rPr lang="en-SG" sz="2800" err="1">
                <a:latin typeface="ML-TTKarthika"/>
              </a:rPr>
              <a:t>im</a:t>
            </a:r>
            <a:r>
              <a:rPr lang="en-SG" sz="2800">
                <a:latin typeface="ML-TTKarthika"/>
              </a:rPr>
              <a:t>]w </a:t>
            </a:r>
            <a:r>
              <a:rPr lang="en-SG" sz="2800" err="1">
                <a:latin typeface="ML-TTKarthika"/>
              </a:rPr>
              <a:t>XebnÂ</a:t>
            </a:r>
            <a:r>
              <a:rPr lang="en-SG" sz="2800">
                <a:latin typeface="ML-TTKarthika"/>
              </a:rPr>
              <a:t> sIm¬SoSm³ </a:t>
            </a:r>
            <a:r>
              <a:rPr lang="en-SG" sz="2800" err="1">
                <a:latin typeface="ML-TTKarthika"/>
              </a:rPr>
              <a:t>hena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hn«tÃm</a:t>
            </a:r>
            <a:r>
              <a:rPr lang="en-SG" sz="2800">
                <a:latin typeface="ML-TTKarthika"/>
              </a:rPr>
              <a:t>! (2) </a:t>
            </a:r>
            <a:endParaRPr lang="en-US" sz="2800">
              <a:latin typeface="ML-TTKarthika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68C18B-97B2-8FFD-2DA5-36092856427C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3 of 7 </a:t>
            </a:r>
          </a:p>
        </p:txBody>
      </p:sp>
    </p:spTree>
    <p:extLst>
      <p:ext uri="{BB962C8B-B14F-4D97-AF65-F5344CB8AC3E}">
        <p14:creationId xmlns:p14="http://schemas.microsoft.com/office/powerpoint/2010/main" val="15884384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E1548-0C7A-0CAA-1FCB-5936BE70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9C8B-A3F5-505F-5F7E-056C1999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8E87B07-CBE9-063D-E050-46EB31B00CF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F7537-A81E-A173-0972-C800F7ED3B8E}"/>
              </a:ext>
            </a:extLst>
          </p:cNvPr>
          <p:cNvSpPr/>
          <p:nvPr/>
        </p:nvSpPr>
        <p:spPr>
          <a:xfrm>
            <a:off x="134340" y="756797"/>
            <a:ext cx="8875320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Segoe UI"/>
                <a:ea typeface="+mn-lt"/>
                <a:cs typeface="Segoe UI"/>
              </a:rPr>
              <a:t>nandiketta</a:t>
            </a:r>
            <a:r>
              <a:rPr lang="en-US" sz="2800">
                <a:latin typeface="Segoe UI"/>
                <a:ea typeface="+mn-lt"/>
                <a:cs typeface="Segoe UI"/>
              </a:rPr>
              <a:t> ee </a:t>
            </a:r>
            <a:r>
              <a:rPr lang="en-US" sz="2800" err="1">
                <a:latin typeface="Segoe UI"/>
                <a:ea typeface="+mn-lt"/>
                <a:cs typeface="Segoe UI"/>
              </a:rPr>
              <a:t>narare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naraka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jwalayil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ninnu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nedan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mannava</a:t>
            </a:r>
            <a:r>
              <a:rPr lang="en-US" sz="2800">
                <a:latin typeface="Segoe UI"/>
                <a:ea typeface="+mn-lt"/>
                <a:cs typeface="Segoe UI"/>
              </a:rPr>
              <a:t>! </a:t>
            </a:r>
            <a:r>
              <a:rPr lang="en-US" sz="2800" err="1">
                <a:latin typeface="Segoe UI"/>
                <a:ea typeface="+mn-lt"/>
                <a:cs typeface="Segoe UI"/>
              </a:rPr>
              <a:t>thiru-ponkuruthi</a:t>
            </a:r>
            <a:r>
              <a:rPr lang="en-US" sz="2800">
                <a:latin typeface="Segoe UI"/>
                <a:ea typeface="+mn-lt"/>
                <a:cs typeface="Segoe UI"/>
              </a:rPr>
              <a:t> nee chinthi </a:t>
            </a:r>
            <a:r>
              <a:rPr lang="en-US" sz="2800" err="1">
                <a:latin typeface="Segoe UI"/>
                <a:ea typeface="+mn-lt"/>
                <a:cs typeface="Segoe UI"/>
              </a:rPr>
              <a:t>ninnallo</a:t>
            </a:r>
            <a:r>
              <a:rPr lang="en-US" sz="2800">
                <a:latin typeface="Segoe UI"/>
                <a:ea typeface="+mn-lt"/>
                <a:cs typeface="Segoe UI"/>
              </a:rPr>
              <a:t>! (2)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C916993-31C0-9556-BDA0-F1E3B74623BC}"/>
              </a:ext>
            </a:extLst>
          </p:cNvPr>
          <p:cNvSpPr txBox="1"/>
          <p:nvPr/>
        </p:nvSpPr>
        <p:spPr>
          <a:xfrm>
            <a:off x="130801" y="3050642"/>
            <a:ext cx="8882398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>
                <a:latin typeface="ML-TTKarthika"/>
              </a:rPr>
              <a:t>\µ</a:t>
            </a:r>
            <a:r>
              <a:rPr lang="en-SG" sz="2800" err="1">
                <a:latin typeface="ML-TTKarthika"/>
              </a:rPr>
              <a:t>nsI</a:t>
            </a:r>
            <a:r>
              <a:rPr lang="en-SG" sz="2800">
                <a:latin typeface="ML-TTKarthika"/>
              </a:rPr>
              <a:t>« Cu \csc \</a:t>
            </a:r>
            <a:r>
              <a:rPr lang="en-SG" sz="2800" err="1">
                <a:latin typeface="ML-TTKarthika"/>
              </a:rPr>
              <a:t>cI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PzmebnÂ</a:t>
            </a:r>
            <a:r>
              <a:rPr lang="en-SG" sz="2800">
                <a:latin typeface="ML-TTKarthika"/>
              </a:rPr>
              <a:t> \</a:t>
            </a:r>
            <a:r>
              <a:rPr lang="en-SG" sz="2800" err="1">
                <a:latin typeface="ML-TTKarthika"/>
              </a:rPr>
              <a:t>n¶p</a:t>
            </a:r>
            <a:r>
              <a:rPr lang="en-SG" sz="2800">
                <a:latin typeface="ML-TTKarthika"/>
              </a:rPr>
              <a:t> t\Sm³ </a:t>
            </a:r>
            <a:endParaRPr lang="en-US" sz="2800">
              <a:latin typeface="ML-TTKarthika"/>
            </a:endParaRPr>
          </a:p>
          <a:p>
            <a:r>
              <a:rPr lang="en-SG" sz="2800" err="1">
                <a:latin typeface="ML-TTKarthika"/>
              </a:rPr>
              <a:t>a¶h</a:t>
            </a:r>
            <a:r>
              <a:rPr lang="en-SG" sz="2800">
                <a:latin typeface="ML-TTKarthika"/>
              </a:rPr>
              <a:t>! </a:t>
            </a:r>
            <a:r>
              <a:rPr lang="en-SG" sz="2800" err="1">
                <a:latin typeface="ML-TTKarthika"/>
              </a:rPr>
              <a:t>Xncpþs</a:t>
            </a:r>
            <a:r>
              <a:rPr lang="en-SG" sz="2800">
                <a:latin typeface="ML-TTKarthika"/>
              </a:rPr>
              <a:t>]m³IpcpXn \o </a:t>
            </a:r>
            <a:r>
              <a:rPr lang="en-SG" sz="2800" err="1">
                <a:latin typeface="ML-TTKarthika"/>
              </a:rPr>
              <a:t>Nn´n</a:t>
            </a:r>
            <a:r>
              <a:rPr lang="en-SG" sz="2800">
                <a:latin typeface="ML-TTKarthika"/>
              </a:rPr>
              <a:t> \</a:t>
            </a:r>
            <a:r>
              <a:rPr lang="en-SG" sz="2800" err="1">
                <a:latin typeface="ML-TTKarthika"/>
              </a:rPr>
              <a:t>n¶tÃm</a:t>
            </a:r>
            <a:r>
              <a:rPr lang="en-SG" sz="2800">
                <a:latin typeface="ML-TTKarthika"/>
              </a:rPr>
              <a:t>! (2)</a:t>
            </a:r>
            <a:endParaRPr lang="en-US" sz="2800">
              <a:latin typeface="ML-TTKarthika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519E0-41F1-C29B-C662-C36E54607E00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4 of 7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57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11E2-8013-DF46-28B4-80F72C0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B77F-9204-036D-187E-C6241F64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1175A7F-573C-15D8-0603-4EF2EBE76FA7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DE3A7-4588-E8AA-44E9-4DEAC93A997F}"/>
              </a:ext>
            </a:extLst>
          </p:cNvPr>
          <p:cNvSpPr/>
          <p:nvPr/>
        </p:nvSpPr>
        <p:spPr>
          <a:xfrm>
            <a:off x="-4187" y="756797"/>
            <a:ext cx="9148187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Segoe UI"/>
                <a:ea typeface="+mn-lt"/>
                <a:cs typeface="Segoe UI"/>
              </a:rPr>
              <a:t>daiva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kopathin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dharsanam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vittu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paapi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njaan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olhicheedan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sarvalokathin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naayaka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nin</a:t>
            </a:r>
            <a:r>
              <a:rPr lang="en-US" sz="2800">
                <a:latin typeface="Segoe UI"/>
                <a:ea typeface="+mn-lt"/>
                <a:cs typeface="Segoe UI"/>
              </a:rPr>
              <a:t> vilaavum </a:t>
            </a:r>
            <a:r>
              <a:rPr lang="en-US" sz="2800" err="1">
                <a:latin typeface="Segoe UI"/>
                <a:ea typeface="+mn-lt"/>
                <a:cs typeface="Segoe UI"/>
              </a:rPr>
              <a:t>vindallo</a:t>
            </a:r>
            <a:r>
              <a:rPr lang="en-US" sz="2800">
                <a:latin typeface="Segoe UI"/>
                <a:ea typeface="+mn-lt"/>
                <a:cs typeface="Segoe UI"/>
              </a:rPr>
              <a:t> (2)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9031ED52-F440-6F62-144C-8B6CD2598F0A}"/>
              </a:ext>
            </a:extLst>
          </p:cNvPr>
          <p:cNvSpPr txBox="1"/>
          <p:nvPr/>
        </p:nvSpPr>
        <p:spPr>
          <a:xfrm>
            <a:off x="130801" y="3050642"/>
            <a:ext cx="8882398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latin typeface="ML-TTKarthika"/>
              </a:rPr>
              <a:t>ssZhtIm</a:t>
            </a:r>
            <a:r>
              <a:rPr lang="en-SG" sz="2800">
                <a:latin typeface="ML-TTKarthika"/>
              </a:rPr>
              <a:t>]¯n³ </a:t>
            </a:r>
            <a:r>
              <a:rPr lang="en-SG" sz="2800" err="1">
                <a:latin typeface="ML-TTKarthika"/>
              </a:rPr>
              <a:t>ZÀi</a:t>
            </a:r>
            <a:r>
              <a:rPr lang="en-SG" sz="2800">
                <a:latin typeface="ML-TTKarthika"/>
              </a:rPr>
              <a:t>\w </a:t>
            </a:r>
            <a:r>
              <a:rPr lang="en-SG" sz="2800" err="1">
                <a:latin typeface="ML-TTKarthika"/>
              </a:rPr>
              <a:t>hn«p</a:t>
            </a:r>
            <a:r>
              <a:rPr lang="en-SG" sz="2800">
                <a:latin typeface="ML-TTKarthika"/>
              </a:rPr>
              <a:t> ]m]n Rms\mfn¨oSm³ </a:t>
            </a:r>
          </a:p>
          <a:p>
            <a:r>
              <a:rPr lang="en-SG" sz="2800" err="1">
                <a:latin typeface="ML-TTKarthika"/>
              </a:rPr>
              <a:t>kÀÆ</a:t>
            </a:r>
            <a:r>
              <a:rPr lang="en-SG" sz="2800">
                <a:latin typeface="ML-TTKarthika"/>
              </a:rPr>
              <a:t> temI¯n³ \</a:t>
            </a:r>
            <a:r>
              <a:rPr lang="en-SG" sz="2800" err="1">
                <a:latin typeface="ML-TTKarthika"/>
              </a:rPr>
              <a:t>mbIm</a:t>
            </a:r>
            <a:r>
              <a:rPr lang="en-SG" sz="2800">
                <a:latin typeface="ML-TTKarthika"/>
              </a:rPr>
              <a:t> \n³ </a:t>
            </a:r>
            <a:r>
              <a:rPr lang="en-SG" sz="2800" err="1">
                <a:latin typeface="ML-TTKarthika"/>
              </a:rPr>
              <a:t>hnþemhpw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hn¬StÃm</a:t>
            </a:r>
            <a:r>
              <a:rPr lang="en-SG" sz="2800">
                <a:latin typeface="ML-TTKarthika"/>
              </a:rPr>
              <a:t>! (2) </a:t>
            </a:r>
            <a:endParaRPr lang="en-US" sz="2800">
              <a:latin typeface="ML-TTKarthika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196A51-BDD2-6820-F69B-22282C9765D9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5 of 7</a:t>
            </a:r>
          </a:p>
        </p:txBody>
      </p:sp>
    </p:spTree>
    <p:extLst>
      <p:ext uri="{BB962C8B-B14F-4D97-AF65-F5344CB8AC3E}">
        <p14:creationId xmlns:p14="http://schemas.microsoft.com/office/powerpoint/2010/main" val="28779233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9950-FB31-BA39-F1FE-78530148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B964-2461-D10D-DFBA-AB7BEAE4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50AD6E9-535B-8B6A-81AD-39218911FED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E97FA3-D9F2-FA9A-2264-9D4E54FC5A53}"/>
              </a:ext>
            </a:extLst>
          </p:cNvPr>
          <p:cNvSpPr/>
          <p:nvPr/>
        </p:nvSpPr>
        <p:spPr>
          <a:xfrm>
            <a:off x="134340" y="756797"/>
            <a:ext cx="9009660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Segoe UI"/>
                <a:ea typeface="+mn-lt"/>
                <a:cs typeface="Segoe UI"/>
              </a:rPr>
              <a:t>marichavarkka-mruthaai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dehathe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nurukkiyo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jeeva-naadha</a:t>
            </a:r>
            <a:r>
              <a:rPr lang="en-US" sz="2800">
                <a:latin typeface="Segoe UI"/>
                <a:ea typeface="+mn-lt"/>
                <a:cs typeface="Segoe UI"/>
              </a:rPr>
              <a:t>!</a:t>
            </a:r>
            <a:endParaRPr lang="en-US" sz="2000"/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murinjudanja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thiru</a:t>
            </a:r>
            <a:r>
              <a:rPr lang="en-US" sz="2800">
                <a:latin typeface="Segoe UI"/>
                <a:ea typeface="+mn-lt"/>
                <a:cs typeface="Segoe UI"/>
              </a:rPr>
              <a:t> meyyin </a:t>
            </a:r>
            <a:r>
              <a:rPr lang="en-US" sz="2800" err="1">
                <a:latin typeface="Segoe UI"/>
                <a:ea typeface="+mn-lt"/>
                <a:cs typeface="Segoe UI"/>
              </a:rPr>
              <a:t>rektham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chorinjallo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paaril</a:t>
            </a:r>
            <a:r>
              <a:rPr lang="en-US" sz="2800">
                <a:latin typeface="Segoe UI"/>
                <a:ea typeface="+mn-lt"/>
                <a:cs typeface="Segoe UI"/>
              </a:rPr>
              <a:t> (2)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0286381-D533-2BC4-3D96-97A3DEF18F8F}"/>
              </a:ext>
            </a:extLst>
          </p:cNvPr>
          <p:cNvSpPr txBox="1"/>
          <p:nvPr/>
        </p:nvSpPr>
        <p:spPr>
          <a:xfrm>
            <a:off x="130801" y="3050642"/>
            <a:ext cx="8882398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latin typeface="ML-TTKarthika"/>
              </a:rPr>
              <a:t>acn¨hÀ¡arXmbv</a:t>
            </a:r>
            <a:r>
              <a:rPr lang="en-SG" sz="2800">
                <a:latin typeface="ML-TTKarthika"/>
              </a:rPr>
              <a:t> \n³ </a:t>
            </a:r>
            <a:r>
              <a:rPr lang="en-SG" sz="2800" err="1">
                <a:latin typeface="ML-TTKarthika"/>
              </a:rPr>
              <a:t>tZls¯þ</a:t>
            </a:r>
            <a:r>
              <a:rPr lang="en-SG" sz="2800">
                <a:latin typeface="ML-TTKarthika"/>
              </a:rPr>
              <a:t>\</a:t>
            </a:r>
            <a:r>
              <a:rPr lang="en-SG" sz="2800" err="1">
                <a:latin typeface="ML-TTKarthika"/>
              </a:rPr>
              <a:t>pdp¡ntbm</a:t>
            </a:r>
            <a:r>
              <a:rPr lang="en-SG" sz="2800">
                <a:latin typeface="ML-TTKarthika"/>
              </a:rPr>
              <a:t> Poh\</a:t>
            </a:r>
            <a:r>
              <a:rPr lang="en-SG" sz="2800" err="1">
                <a:latin typeface="ML-TTKarthika"/>
              </a:rPr>
              <a:t>mYm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apdnªpS</a:t>
            </a:r>
            <a:r>
              <a:rPr lang="en-SG" sz="2800">
                <a:latin typeface="ML-TTKarthika"/>
              </a:rPr>
              <a:t>ª \n³ Xncpsa¿n³ </a:t>
            </a:r>
            <a:r>
              <a:rPr lang="en-SG" sz="2800" err="1">
                <a:latin typeface="ML-TTKarthika"/>
              </a:rPr>
              <a:t>càw</a:t>
            </a:r>
            <a:r>
              <a:rPr lang="en-SG" sz="2800">
                <a:latin typeface="ML-TTKarthika"/>
              </a:rPr>
              <a:t> </a:t>
            </a:r>
            <a:r>
              <a:rPr lang="en-SG" sz="2800" err="1">
                <a:latin typeface="ML-TTKarthika"/>
              </a:rPr>
              <a:t>sNmcnªtÃm</a:t>
            </a:r>
            <a:r>
              <a:rPr lang="en-SG" sz="2800">
                <a:latin typeface="ML-TTKarthika"/>
              </a:rPr>
              <a:t>! ]</a:t>
            </a:r>
            <a:r>
              <a:rPr lang="en-SG" sz="2800" err="1">
                <a:latin typeface="ML-TTKarthika"/>
              </a:rPr>
              <a:t>mcnÂ</a:t>
            </a:r>
            <a:r>
              <a:rPr lang="en-SG" sz="2800">
                <a:latin typeface="ML-TTKarthika"/>
              </a:rPr>
              <a:t> (2)</a:t>
            </a:r>
            <a:endParaRPr lang="en-US" sz="2800">
              <a:latin typeface="ML-TTKarthika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F3FE1-B78D-69F2-E69E-E7ED7421DB07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6 of 7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869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6CD8-772E-F0D1-6B5E-82FA5605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3F97-B0CF-80B2-102D-F9C2D291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536119-CEB1-8443-F187-F486F541C60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24A838-CC3A-B9A1-67C2-CBB121D77054}"/>
              </a:ext>
            </a:extLst>
          </p:cNvPr>
          <p:cNvSpPr/>
          <p:nvPr/>
        </p:nvSpPr>
        <p:spPr>
          <a:xfrm>
            <a:off x="134340" y="756797"/>
            <a:ext cx="9009660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Segoe UI"/>
                <a:ea typeface="+mn-lt"/>
                <a:cs typeface="Segoe UI"/>
              </a:rPr>
              <a:t>arishta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paapi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nin-thiru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punyangalhil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sharanam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vachu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va-nnayyo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thiru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prathimayaakkadimaye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krupa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niranja</a:t>
            </a:r>
            <a:r>
              <a:rPr lang="en-US" sz="2800">
                <a:latin typeface="Segoe UI"/>
                <a:ea typeface="+mn-lt"/>
                <a:cs typeface="Segoe UI"/>
              </a:rPr>
              <a:t> karthaave! (2)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6FC3AE5-BAA8-ECC4-CFC4-5B02A8D391AB}"/>
              </a:ext>
            </a:extLst>
          </p:cNvPr>
          <p:cNvSpPr txBox="1"/>
          <p:nvPr/>
        </p:nvSpPr>
        <p:spPr>
          <a:xfrm>
            <a:off x="130801" y="3050642"/>
            <a:ext cx="8882398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latin typeface="ML-TTKarthika" panose="04000000000000000000" pitchFamily="82" charset="0"/>
              </a:rPr>
              <a:t>Acnã</a:t>
            </a:r>
            <a:r>
              <a:rPr lang="en-SG" sz="2800">
                <a:latin typeface="ML-TTKarthika" panose="04000000000000000000" pitchFamily="82" charset="0"/>
              </a:rPr>
              <a:t> ]m]n \n³ </a:t>
            </a:r>
            <a:r>
              <a:rPr lang="en-SG" sz="2800" err="1">
                <a:latin typeface="ML-TTKarthika" panose="04000000000000000000" pitchFamily="82" charset="0"/>
              </a:rPr>
              <a:t>Xncp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pWy§fnÂ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icWw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h¨ph¶t¿m</a:t>
            </a:r>
            <a:r>
              <a:rPr lang="en-SG" sz="2800">
                <a:latin typeface="ML-TTKarthika" panose="04000000000000000000" pitchFamily="82" charset="0"/>
              </a:rPr>
              <a:t>!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Xncp</a:t>
            </a:r>
            <a:r>
              <a:rPr lang="en-SG" sz="2800">
                <a:latin typeface="ML-TTKarthika" panose="04000000000000000000" pitchFamily="82" charset="0"/>
              </a:rPr>
              <a:t> {]</a:t>
            </a:r>
            <a:r>
              <a:rPr lang="en-SG" sz="2800" err="1">
                <a:latin typeface="ML-TTKarthika" panose="04000000000000000000" pitchFamily="82" charset="0"/>
              </a:rPr>
              <a:t>Xnabm¡KXnsb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Ir</a:t>
            </a:r>
            <a:r>
              <a:rPr lang="en-SG" sz="2800">
                <a:latin typeface="ML-TTKarthika" panose="04000000000000000000" pitchFamily="82" charset="0"/>
              </a:rPr>
              <a:t>]\</a:t>
            </a:r>
            <a:r>
              <a:rPr lang="en-SG" sz="2800" err="1">
                <a:latin typeface="ML-TTKarthika" panose="04000000000000000000" pitchFamily="82" charset="0"/>
              </a:rPr>
              <a:t>nd</a:t>
            </a:r>
            <a:r>
              <a:rPr lang="en-SG" sz="2800">
                <a:latin typeface="ML-TTKarthika" panose="04000000000000000000" pitchFamily="82" charset="0"/>
              </a:rPr>
              <a:t>ª </a:t>
            </a:r>
            <a:r>
              <a:rPr lang="en-SG" sz="2800" err="1">
                <a:latin typeface="ML-TTKarthika" panose="04000000000000000000" pitchFamily="82" charset="0"/>
              </a:rPr>
              <a:t>IÀ¯mth</a:t>
            </a:r>
            <a:r>
              <a:rPr lang="en-SG" sz="2800">
                <a:latin typeface="ML-TTKarthika" panose="04000000000000000000" pitchFamily="82" charset="0"/>
              </a:rPr>
              <a:t>! (2)</a:t>
            </a:r>
            <a:endParaRPr lang="en-SG" sz="2800">
              <a:latin typeface="ML-TTKarthika" panose="04000000000000000000" pitchFamily="82" charset="0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7B84F4-33C7-6F62-2C50-079BD030C888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7 of 7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854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+mn-lt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363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6012-D12D-0081-D136-61B8D83D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201E-AC16-4D49-61B1-94B22332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3311DFC-3D9C-A76F-D9AA-E49BE7A5227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9BBE7-EC42-0DAE-2682-96E7029B3BAD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1 of 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3B9A5-281C-3F97-EF31-496CBF23BC7D}"/>
              </a:ext>
            </a:extLst>
          </p:cNvPr>
          <p:cNvSpPr txBox="1"/>
          <p:nvPr/>
        </p:nvSpPr>
        <p:spPr>
          <a:xfrm>
            <a:off x="335392" y="1022685"/>
            <a:ext cx="8548964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Segoe UI"/>
                <a:ea typeface="+mn-lt"/>
                <a:cs typeface="Segoe UI"/>
              </a:rPr>
              <a:t>shuddhikkaai</a:t>
            </a:r>
            <a:r>
              <a:rPr lang="en-US" sz="2800">
                <a:latin typeface="Segoe UI"/>
                <a:ea typeface="+mn-lt"/>
                <a:cs typeface="Segoe UI"/>
              </a:rPr>
              <a:t> nee </a:t>
            </a:r>
            <a:r>
              <a:rPr lang="en-US" sz="2800" err="1">
                <a:latin typeface="Segoe UI"/>
                <a:ea typeface="+mn-lt"/>
                <a:cs typeface="Segoe UI"/>
              </a:rPr>
              <a:t>yeshu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sameepe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poyo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kulicho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kunjaattin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rakthathil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poornaashrayam</a:t>
            </a:r>
            <a:r>
              <a:rPr lang="en-US" sz="2800">
                <a:latin typeface="Segoe UI"/>
                <a:ea typeface="+mn-lt"/>
                <a:cs typeface="Segoe UI"/>
              </a:rPr>
              <a:t> ee </a:t>
            </a:r>
            <a:r>
              <a:rPr lang="en-US" sz="2800" err="1">
                <a:latin typeface="Segoe UI"/>
                <a:ea typeface="+mn-lt"/>
                <a:cs typeface="Segoe UI"/>
              </a:rPr>
              <a:t>nimisham</a:t>
            </a:r>
            <a:r>
              <a:rPr lang="en-US" sz="2800">
                <a:latin typeface="Segoe UI"/>
                <a:ea typeface="+mn-lt"/>
                <a:cs typeface="Segoe UI"/>
              </a:rPr>
              <a:t> than </a:t>
            </a:r>
            <a:r>
              <a:rPr lang="en-US" sz="2800" err="1">
                <a:latin typeface="Segoe UI"/>
                <a:ea typeface="+mn-lt"/>
                <a:cs typeface="Segoe UI"/>
              </a:rPr>
              <a:t>krupa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>
                <a:latin typeface="Segoe UI"/>
                <a:ea typeface="+mn-lt"/>
                <a:cs typeface="Segoe UI"/>
              </a:rPr>
              <a:t>thannil </a:t>
            </a:r>
            <a:r>
              <a:rPr lang="en-US" sz="2800" err="1">
                <a:latin typeface="Segoe UI"/>
                <a:ea typeface="+mn-lt"/>
                <a:cs typeface="Segoe UI"/>
              </a:rPr>
              <a:t>vecho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suddhiyayo</a:t>
            </a:r>
            <a:r>
              <a:rPr lang="en-US" sz="2800">
                <a:latin typeface="Segoe UI"/>
                <a:ea typeface="+mn-lt"/>
                <a:cs typeface="Segoe UI"/>
              </a:rPr>
              <a:t> nee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4E3AF-9B7B-2A9C-A8D1-1E8A462A8619}"/>
              </a:ext>
            </a:extLst>
          </p:cNvPr>
          <p:cNvSpPr txBox="1"/>
          <p:nvPr/>
        </p:nvSpPr>
        <p:spPr>
          <a:xfrm>
            <a:off x="346681" y="3135842"/>
            <a:ext cx="7276721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ip²n¡mbv \o </a:t>
            </a:r>
            <a:r>
              <a:rPr lang="en-SG" sz="2800" err="1">
                <a:latin typeface="ML-TTKarthika" panose="04000000000000000000" pitchFamily="82" charset="0"/>
              </a:rPr>
              <a:t>tbip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kaot</a:t>
            </a:r>
            <a:r>
              <a:rPr lang="en-SG" sz="2800">
                <a:latin typeface="ML-TTKarthika" panose="04000000000000000000" pitchFamily="82" charset="0"/>
              </a:rPr>
              <a:t>]t]</a:t>
            </a:r>
            <a:r>
              <a:rPr lang="en-SG" sz="2800" err="1">
                <a:latin typeface="ML-TTKarthika" panose="04000000000000000000" pitchFamily="82" charset="0"/>
              </a:rPr>
              <a:t>mtbm</a:t>
            </a:r>
            <a:r>
              <a:rPr lang="en-SG" sz="2800">
                <a:latin typeface="ML-TTKarthika" panose="04000000000000000000" pitchFamily="82" charset="0"/>
              </a:rPr>
              <a:t>?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? </a:t>
            </a:r>
          </a:p>
          <a:p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qÀ®m</a:t>
            </a:r>
            <a:r>
              <a:rPr lang="en-SG" sz="2800">
                <a:latin typeface="ML-TTKarthika" panose="04000000000000000000" pitchFamily="82" charset="0"/>
              </a:rPr>
              <a:t>{</a:t>
            </a:r>
            <a:r>
              <a:rPr lang="en-SG" sz="2800" err="1">
                <a:latin typeface="ML-TTKarthika" panose="04000000000000000000" pitchFamily="82" charset="0"/>
              </a:rPr>
              <a:t>ibw</a:t>
            </a:r>
            <a:r>
              <a:rPr lang="en-SG" sz="2800">
                <a:latin typeface="ML-TTKarthika" panose="04000000000000000000" pitchFamily="82" charset="0"/>
              </a:rPr>
              <a:t> Cu \</a:t>
            </a:r>
            <a:r>
              <a:rPr lang="en-SG" sz="2800" err="1">
                <a:latin typeface="ML-TTKarthika" panose="04000000000000000000" pitchFamily="82" charset="0"/>
              </a:rPr>
              <a:t>nanjw</a:t>
            </a:r>
            <a:r>
              <a:rPr lang="en-SG" sz="2800">
                <a:latin typeface="ML-TTKarthika" panose="04000000000000000000" pitchFamily="82" charset="0"/>
              </a:rPr>
              <a:t> X³ </a:t>
            </a:r>
            <a:r>
              <a:rPr lang="en-SG" sz="2800" err="1">
                <a:latin typeface="ML-TTKarthika" panose="04000000000000000000" pitchFamily="82" charset="0"/>
              </a:rPr>
              <a:t>Ir</a:t>
            </a:r>
            <a:r>
              <a:rPr lang="en-SG" sz="2800">
                <a:latin typeface="ML-TTKarthika" panose="04000000000000000000" pitchFamily="82" charset="0"/>
              </a:rPr>
              <a:t>]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X¶nÂ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sht¨m</a:t>
            </a:r>
            <a:r>
              <a:rPr lang="en-SG" sz="2800">
                <a:latin typeface="ML-TTKarthika" panose="04000000000000000000" pitchFamily="82" charset="0"/>
              </a:rPr>
              <a:t> ip²nbmtbm \o ?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3533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24D9-2C4D-48D5-CF9F-E1D84DD4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A9BD-EC81-6D3C-3280-FE870CEF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0A28958-A191-1F1A-1455-A61A6F30E11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B5A3B-C921-46AC-B6B6-8C73C20AF8D0}"/>
              </a:ext>
            </a:extLst>
          </p:cNvPr>
          <p:cNvSpPr txBox="1"/>
          <p:nvPr/>
        </p:nvSpPr>
        <p:spPr>
          <a:xfrm>
            <a:off x="634739" y="1111729"/>
            <a:ext cx="8509261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kunjattin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aathma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suddhi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nalkum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himam</a:t>
            </a:r>
            <a:r>
              <a:rPr lang="en-US" sz="2800">
                <a:latin typeface="Segoe UI"/>
                <a:ea typeface="Calibri"/>
                <a:cs typeface="Segoe UI"/>
              </a:rPr>
              <a:t> pol </a:t>
            </a:r>
            <a:r>
              <a:rPr lang="en-US" sz="2800" err="1">
                <a:latin typeface="Segoe UI"/>
                <a:ea typeface="Calibri"/>
                <a:cs typeface="Segoe UI"/>
              </a:rPr>
              <a:t>nishkalankamo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anki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kunjaattin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r>
              <a:rPr lang="en-US" sz="2800">
                <a:latin typeface="Segoe UI"/>
                <a:ea typeface="Calibri"/>
                <a:cs typeface="Segoe UI"/>
              </a:rPr>
              <a:t>?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A4C8B-5B13-C96C-9440-23E4705B2476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2 of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7CECC-010E-26C3-325E-BC5B96403ACF}"/>
              </a:ext>
            </a:extLst>
          </p:cNvPr>
          <p:cNvSpPr txBox="1"/>
          <p:nvPr/>
        </p:nvSpPr>
        <p:spPr>
          <a:xfrm>
            <a:off x="634738" y="3125712"/>
            <a:ext cx="8023840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Bßip²n \</a:t>
            </a:r>
            <a:r>
              <a:rPr lang="en-SG" sz="2800" err="1">
                <a:latin typeface="ML-TTKarthika" panose="04000000000000000000" pitchFamily="82" charset="0"/>
              </a:rPr>
              <a:t>evIpwþ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lnawt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mÂ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njvIf¦tam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A¦n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?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5987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916F-72ED-7837-838B-676A8471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4931-8873-DE40-2525-44FC13B4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7C1ED01-A027-699F-9384-2ADB3ED29C0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C128C-AAE4-6565-9545-6C600D03BEFB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3 of 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6316F-61BE-4131-1935-9153EBC86796}"/>
              </a:ext>
            </a:extLst>
          </p:cNvPr>
          <p:cNvSpPr txBox="1"/>
          <p:nvPr/>
        </p:nvSpPr>
        <p:spPr>
          <a:xfrm>
            <a:off x="335392" y="1022685"/>
            <a:ext cx="8548964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Segoe UI"/>
                <a:ea typeface="+mn-lt"/>
                <a:cs typeface="Segoe UI"/>
              </a:rPr>
              <a:t>anudinam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rakshakan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pakshatho</a:t>
            </a:r>
            <a:r>
              <a:rPr lang="en-US" sz="2800">
                <a:latin typeface="Segoe UI"/>
                <a:ea typeface="+mn-lt"/>
                <a:cs typeface="Segoe UI"/>
              </a:rPr>
              <a:t> nee</a:t>
            </a: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suddhiyai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nadanneedunnathu</a:t>
            </a:r>
            <a:r>
              <a:rPr lang="en-US" sz="2800">
                <a:latin typeface="Segoe UI"/>
                <a:ea typeface="+mn-lt"/>
                <a:cs typeface="Segoe UI"/>
              </a:rPr>
              <a:t>?</a:t>
            </a: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kroosheriya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karthanil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ninakkundo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vishramam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naazhika</a:t>
            </a:r>
            <a:r>
              <a:rPr lang="en-US" sz="2800">
                <a:latin typeface="Segoe UI"/>
                <a:ea typeface="+mn-lt"/>
                <a:cs typeface="Segoe UI"/>
              </a:rPr>
              <a:t> thorume?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4E460-1F8C-C06C-1284-E17D7FF7D707}"/>
              </a:ext>
            </a:extLst>
          </p:cNvPr>
          <p:cNvSpPr txBox="1"/>
          <p:nvPr/>
        </p:nvSpPr>
        <p:spPr>
          <a:xfrm>
            <a:off x="346681" y="3135842"/>
            <a:ext cx="7276721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A\</a:t>
            </a:r>
            <a:r>
              <a:rPr lang="en-SG" sz="2800" err="1">
                <a:latin typeface="ML-TTKarthika" panose="04000000000000000000" pitchFamily="82" charset="0"/>
              </a:rPr>
              <a:t>pZn</a:t>
            </a:r>
            <a:r>
              <a:rPr lang="en-SG" sz="2800">
                <a:latin typeface="ML-TTKarthika" panose="04000000000000000000" pitchFamily="82" charset="0"/>
              </a:rPr>
              <a:t>\w c£I³ ]£</a:t>
            </a:r>
            <a:r>
              <a:rPr lang="en-SG" sz="2800" err="1">
                <a:latin typeface="ML-TTKarthika" panose="04000000000000000000" pitchFamily="82" charset="0"/>
              </a:rPr>
              <a:t>t¯m</a:t>
            </a:r>
            <a:r>
              <a:rPr lang="en-SG" sz="2800">
                <a:latin typeface="ML-TTKarthika" panose="04000000000000000000" pitchFamily="82" charset="0"/>
              </a:rPr>
              <a:t> \o </a:t>
            </a:r>
          </a:p>
          <a:p>
            <a:r>
              <a:rPr lang="en-SG" sz="2800">
                <a:latin typeface="ML-TTKarthika" panose="04000000000000000000" pitchFamily="82" charset="0"/>
              </a:rPr>
              <a:t>ip²nbmbv \</a:t>
            </a:r>
            <a:r>
              <a:rPr lang="en-SG" sz="2800" err="1">
                <a:latin typeface="ML-TTKarthika" panose="04000000000000000000" pitchFamily="82" charset="0"/>
              </a:rPr>
              <a:t>S¶oSp¶Xv</a:t>
            </a:r>
            <a:r>
              <a:rPr lang="en-SG" sz="2800">
                <a:latin typeface="ML-TTKarthika" panose="04000000000000000000" pitchFamily="82" charset="0"/>
              </a:rPr>
              <a:t>? </a:t>
            </a:r>
          </a:p>
          <a:p>
            <a:r>
              <a:rPr lang="en-SG" sz="2800">
                <a:latin typeface="ML-TTKarthika" panose="04000000000000000000" pitchFamily="82" charset="0"/>
              </a:rPr>
              <a:t>{</a:t>
            </a:r>
            <a:r>
              <a:rPr lang="en-SG" sz="2800" err="1">
                <a:latin typeface="ML-TTKarthika" panose="04000000000000000000" pitchFamily="82" charset="0"/>
              </a:rPr>
              <a:t>Iqtidnb</a:t>
            </a:r>
            <a:r>
              <a:rPr lang="en-SG" sz="2800">
                <a:latin typeface="ML-TTKarthika" panose="04000000000000000000" pitchFamily="82" charset="0"/>
              </a:rPr>
              <a:t> IÀ¯\</a:t>
            </a:r>
            <a:r>
              <a:rPr lang="en-SG" sz="2800" err="1">
                <a:latin typeface="ML-TTKarthika" panose="04000000000000000000" pitchFamily="82" charset="0"/>
              </a:rPr>
              <a:t>nÂ</a:t>
            </a:r>
            <a:r>
              <a:rPr lang="en-SG" sz="2800">
                <a:latin typeface="ML-TTKarthika" panose="04000000000000000000" pitchFamily="82" charset="0"/>
              </a:rPr>
              <a:t> \n\¡</a:t>
            </a:r>
            <a:r>
              <a:rPr lang="en-SG" sz="2800" err="1">
                <a:latin typeface="ML-TTKarthika" panose="04000000000000000000" pitchFamily="82" charset="0"/>
              </a:rPr>
              <a:t>p¬tSm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hn</a:t>
            </a:r>
            <a:r>
              <a:rPr lang="en-SG" sz="2800">
                <a:latin typeface="ML-TTKarthika" panose="04000000000000000000" pitchFamily="82" charset="0"/>
              </a:rPr>
              <a:t>{</a:t>
            </a:r>
            <a:r>
              <a:rPr lang="en-SG" sz="2800" err="1">
                <a:latin typeface="ML-TTKarthika" panose="04000000000000000000" pitchFamily="82" charset="0"/>
              </a:rPr>
              <a:t>iaw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mgnItXmdpta</a:t>
            </a:r>
            <a:r>
              <a:rPr lang="en-SG" sz="2800">
                <a:latin typeface="ML-TTKarthika" panose="04000000000000000000" pitchFamily="82" charset="0"/>
              </a:rPr>
              <a:t>? 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575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865B-E011-9F25-4A6F-C7323A08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046F-9FA9-2504-FA4C-0C411024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F393C8A-D080-876E-783E-B1D845CD059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2261A-786C-6B2F-D628-C57510FD18EE}"/>
              </a:ext>
            </a:extLst>
          </p:cNvPr>
          <p:cNvSpPr txBox="1"/>
          <p:nvPr/>
        </p:nvSpPr>
        <p:spPr>
          <a:xfrm>
            <a:off x="634739" y="1111729"/>
            <a:ext cx="8509261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kunjaattin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aathma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suddhi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nalkum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himam</a:t>
            </a:r>
            <a:r>
              <a:rPr lang="en-US" sz="2800">
                <a:latin typeface="Segoe UI"/>
                <a:ea typeface="Calibri"/>
                <a:cs typeface="Segoe UI"/>
              </a:rPr>
              <a:t> pol </a:t>
            </a:r>
            <a:r>
              <a:rPr lang="en-US" sz="2800" err="1">
                <a:latin typeface="Segoe UI"/>
                <a:ea typeface="Calibri"/>
                <a:cs typeface="Segoe UI"/>
              </a:rPr>
              <a:t>nishkalankamo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anki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kunjaattin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r>
              <a:rPr lang="en-US" sz="2800">
                <a:latin typeface="Segoe UI"/>
                <a:ea typeface="Calibri"/>
                <a:cs typeface="Segoe UI"/>
              </a:rPr>
              <a:t>?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BA5FE-EA55-1F61-76B3-E99CF2C0FF29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4 of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DD41B-D84C-4C0F-9B70-5BA46D4B47CF}"/>
              </a:ext>
            </a:extLst>
          </p:cNvPr>
          <p:cNvSpPr txBox="1"/>
          <p:nvPr/>
        </p:nvSpPr>
        <p:spPr>
          <a:xfrm>
            <a:off x="634738" y="3159579"/>
            <a:ext cx="7877084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Bßip²n \</a:t>
            </a:r>
            <a:r>
              <a:rPr lang="en-SG" sz="2800" err="1">
                <a:latin typeface="ML-TTKarthika" panose="04000000000000000000" pitchFamily="82" charset="0"/>
              </a:rPr>
              <a:t>evIpwþ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lnawt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mÂ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njvIf¦tam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A¦n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?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2336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F85AD-61BA-A0E1-C840-F9E75C93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DB3A-F903-2EE7-6F23-4638A82A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66543A3-E60A-2BBD-EBB9-CF3A33D41A10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162D9-A74E-FA64-59E3-F7B2BAFCBA1F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5 of 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48D50-D6BE-F71C-EFAC-371EBD14EBCB}"/>
              </a:ext>
            </a:extLst>
          </p:cNvPr>
          <p:cNvSpPr txBox="1"/>
          <p:nvPr/>
        </p:nvSpPr>
        <p:spPr>
          <a:xfrm>
            <a:off x="335392" y="1022685"/>
            <a:ext cx="8548964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Segoe UI"/>
                <a:ea typeface="+mn-lt"/>
                <a:cs typeface="Segoe UI"/>
              </a:rPr>
              <a:t>karthan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varavil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anki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shudhhamo</a:t>
            </a:r>
            <a:r>
              <a:rPr lang="en-US" sz="2800">
                <a:latin typeface="Segoe UI"/>
                <a:ea typeface="+mn-lt"/>
                <a:cs typeface="Segoe UI"/>
              </a:rPr>
              <a:t>?</a:t>
            </a: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ettavum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venmayaai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kaanumo</a:t>
            </a:r>
            <a:r>
              <a:rPr lang="en-US" sz="2800">
                <a:latin typeface="Segoe UI"/>
                <a:ea typeface="+mn-lt"/>
                <a:cs typeface="Segoe UI"/>
              </a:rPr>
              <a:t>?</a:t>
            </a: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swar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purathil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vaasam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cheithidaan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yogya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paathram</a:t>
            </a:r>
            <a:r>
              <a:rPr lang="en-US" sz="2800">
                <a:latin typeface="Segoe UI"/>
                <a:ea typeface="+mn-lt"/>
                <a:cs typeface="Segoe UI"/>
              </a:rPr>
              <a:t> aay </a:t>
            </a:r>
            <a:r>
              <a:rPr lang="en-US" sz="2800" err="1">
                <a:latin typeface="Segoe UI"/>
                <a:ea typeface="+mn-lt"/>
                <a:cs typeface="Segoe UI"/>
              </a:rPr>
              <a:t>theerumo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annalil</a:t>
            </a:r>
            <a:r>
              <a:rPr lang="en-US" sz="2800">
                <a:latin typeface="Segoe UI"/>
                <a:ea typeface="+mn-lt"/>
                <a:cs typeface="Segoe UI"/>
              </a:rPr>
              <a:t>?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6638D-5F35-A9B6-EF84-F1942C28DECF}"/>
              </a:ext>
            </a:extLst>
          </p:cNvPr>
          <p:cNvSpPr txBox="1"/>
          <p:nvPr/>
        </p:nvSpPr>
        <p:spPr>
          <a:xfrm>
            <a:off x="346681" y="3135842"/>
            <a:ext cx="7276721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IÀ¯³ </a:t>
            </a:r>
            <a:r>
              <a:rPr lang="en-SG" sz="2800" err="1">
                <a:latin typeface="ML-TTKarthika" panose="04000000000000000000" pitchFamily="82" charset="0"/>
              </a:rPr>
              <a:t>hchnÂ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A¦n</a:t>
            </a:r>
            <a:r>
              <a:rPr lang="en-SG" sz="2800">
                <a:latin typeface="ML-TTKarthika" panose="04000000000000000000" pitchFamily="82" charset="0"/>
              </a:rPr>
              <a:t> ip²tam?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Gähpw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sh×bmbv¡mWptam</a:t>
            </a:r>
            <a:r>
              <a:rPr lang="en-SG" sz="2800">
                <a:latin typeface="ML-TTKarthika" panose="04000000000000000000" pitchFamily="82" charset="0"/>
              </a:rPr>
              <a:t>?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kzÀ¸pc¯nÂ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hmkw</a:t>
            </a:r>
            <a:r>
              <a:rPr lang="en-SG" sz="2800">
                <a:latin typeface="ML-TTKarthika" panose="04000000000000000000" pitchFamily="82" charset="0"/>
              </a:rPr>
              <a:t> sNbvXnSm³ </a:t>
            </a:r>
            <a:r>
              <a:rPr lang="en-SG" sz="2800" err="1">
                <a:latin typeface="ML-TTKarthika" panose="04000000000000000000" pitchFamily="82" charset="0"/>
              </a:rPr>
              <a:t>tbmKy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]m{</a:t>
            </a:r>
            <a:r>
              <a:rPr lang="en-SG" sz="2800" err="1">
                <a:latin typeface="ML-TTKarthika" panose="04000000000000000000" pitchFamily="82" charset="0"/>
              </a:rPr>
              <a:t>Xw</a:t>
            </a:r>
            <a:r>
              <a:rPr lang="en-SG" sz="2800">
                <a:latin typeface="ML-TTKarthika" panose="04000000000000000000" pitchFamily="82" charset="0"/>
              </a:rPr>
              <a:t> Bb </a:t>
            </a:r>
            <a:r>
              <a:rPr lang="en-SG" sz="2800" err="1">
                <a:latin typeface="ML-TTKarthika" panose="04000000000000000000" pitchFamily="82" charset="0"/>
              </a:rPr>
              <a:t>vXocptam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A¶mfnÂ</a:t>
            </a:r>
            <a:r>
              <a:rPr lang="en-SG" sz="2800">
                <a:latin typeface="ML-TTKarthika" panose="04000000000000000000" pitchFamily="82" charset="0"/>
              </a:rPr>
              <a:t>? 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1164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3A6F-C618-C53D-65D8-71ABBB4D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4004-4332-6B94-96F9-59FA73A4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32CFD6-00D6-1B14-A752-0827FF45FFE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132F9-79A1-9E7B-1451-00D969794807}"/>
              </a:ext>
            </a:extLst>
          </p:cNvPr>
          <p:cNvSpPr txBox="1"/>
          <p:nvPr/>
        </p:nvSpPr>
        <p:spPr>
          <a:xfrm>
            <a:off x="634739" y="1111729"/>
            <a:ext cx="8509261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kunjattin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aathma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suddhi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nalkum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himam</a:t>
            </a:r>
            <a:r>
              <a:rPr lang="en-US" sz="2800">
                <a:latin typeface="Segoe UI"/>
                <a:ea typeface="Calibri"/>
                <a:cs typeface="Segoe UI"/>
              </a:rPr>
              <a:t> pol </a:t>
            </a:r>
            <a:r>
              <a:rPr lang="en-US" sz="2800" err="1">
                <a:latin typeface="Segoe UI"/>
                <a:ea typeface="Calibri"/>
                <a:cs typeface="Segoe UI"/>
              </a:rPr>
              <a:t>nishkalankamo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anki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kunjaattin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r>
              <a:rPr lang="en-US" sz="2800">
                <a:latin typeface="Segoe UI"/>
                <a:ea typeface="Calibri"/>
                <a:cs typeface="Segoe UI"/>
              </a:rPr>
              <a:t>?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F6A27-70C3-2E28-948E-0DEAE26F63E8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6 of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6F241-6702-C328-E904-D024636BAE4D}"/>
              </a:ext>
            </a:extLst>
          </p:cNvPr>
          <p:cNvSpPr txBox="1"/>
          <p:nvPr/>
        </p:nvSpPr>
        <p:spPr>
          <a:xfrm>
            <a:off x="634738" y="3159579"/>
            <a:ext cx="8306062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Bßip²n \</a:t>
            </a:r>
            <a:r>
              <a:rPr lang="en-SG" sz="2800" err="1">
                <a:latin typeface="ML-TTKarthika" panose="04000000000000000000" pitchFamily="82" charset="0"/>
              </a:rPr>
              <a:t>evIpwþ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lnawt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mÂ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njvIf¦tam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A¦n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?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1076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049E-AD42-0073-A66C-14C8B66F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574A4-82DA-F855-614D-F410A1E7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C1A08EA-6AB9-4780-C531-6CFBB3489DC0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F0B69-FF98-9F0E-022C-E342CE153471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7 of 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83F5A-355B-DC72-2740-C1C038EFD347}"/>
              </a:ext>
            </a:extLst>
          </p:cNvPr>
          <p:cNvSpPr txBox="1"/>
          <p:nvPr/>
        </p:nvSpPr>
        <p:spPr>
          <a:xfrm>
            <a:off x="335392" y="1022685"/>
            <a:ext cx="8548964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Segoe UI"/>
                <a:ea typeface="+mn-lt"/>
                <a:cs typeface="Segoe UI"/>
              </a:rPr>
              <a:t>paapakkara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eatta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anki</a:t>
            </a:r>
            <a:r>
              <a:rPr lang="en-US" sz="2800">
                <a:latin typeface="Segoe UI"/>
                <a:ea typeface="+mn-lt"/>
                <a:cs typeface="Segoe UI"/>
              </a:rPr>
              <a:t> nee </a:t>
            </a:r>
            <a:r>
              <a:rPr lang="en-US" sz="2800" err="1">
                <a:latin typeface="Segoe UI"/>
                <a:ea typeface="+mn-lt"/>
                <a:cs typeface="Segoe UI"/>
              </a:rPr>
              <a:t>neekki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kunjaattin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rakthathil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kulikka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latin typeface="Segoe UI"/>
                <a:ea typeface="+mn-lt"/>
                <a:cs typeface="Segoe UI"/>
              </a:rPr>
              <a:t>jeeva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neer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ozhukunnu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ashuddharkaai</a:t>
            </a:r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>
                <a:latin typeface="Segoe UI"/>
                <a:ea typeface="+mn-lt"/>
                <a:cs typeface="Segoe UI"/>
              </a:rPr>
              <a:t>kulichu </a:t>
            </a:r>
            <a:r>
              <a:rPr lang="en-US" sz="2800" err="1">
                <a:latin typeface="Segoe UI"/>
                <a:ea typeface="+mn-lt"/>
                <a:cs typeface="Segoe UI"/>
              </a:rPr>
              <a:t>suddhi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yayeeduka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8C781-CFCD-D5DF-BA05-E020A35E4F29}"/>
              </a:ext>
            </a:extLst>
          </p:cNvPr>
          <p:cNvSpPr txBox="1"/>
          <p:nvPr/>
        </p:nvSpPr>
        <p:spPr>
          <a:xfrm>
            <a:off x="346681" y="3135842"/>
            <a:ext cx="7276721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]m]¡d </a:t>
            </a:r>
            <a:r>
              <a:rPr lang="en-SG" sz="2800" err="1">
                <a:latin typeface="ML-TTKarthika" panose="04000000000000000000" pitchFamily="82" charset="0"/>
              </a:rPr>
              <a:t>Gä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A¦n</a:t>
            </a:r>
            <a:r>
              <a:rPr lang="en-SG" sz="2800">
                <a:latin typeface="ML-TTKarthika" panose="04000000000000000000" pitchFamily="82" charset="0"/>
              </a:rPr>
              <a:t> \o \</a:t>
            </a:r>
            <a:r>
              <a:rPr lang="en-SG" sz="2800" err="1">
                <a:latin typeface="ML-TTKarthika" panose="04000000000000000000" pitchFamily="82" charset="0"/>
              </a:rPr>
              <a:t>o¡n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Ipªm«n³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Ipfn</a:t>
            </a:r>
            <a:r>
              <a:rPr lang="en-SG" sz="2800">
                <a:latin typeface="ML-TTKarthika" panose="04000000000000000000" pitchFamily="82" charset="0"/>
              </a:rPr>
              <a:t>¡... </a:t>
            </a:r>
          </a:p>
          <a:p>
            <a:r>
              <a:rPr lang="en-SG" sz="2800">
                <a:latin typeface="ML-TTKarthika" panose="04000000000000000000" pitchFamily="82" charset="0"/>
              </a:rPr>
              <a:t>Poh\</a:t>
            </a:r>
            <a:r>
              <a:rPr lang="en-SG" sz="2800" err="1">
                <a:latin typeface="ML-TTKarthika" panose="04000000000000000000" pitchFamily="82" charset="0"/>
              </a:rPr>
              <a:t>oÀ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HgpIp¶p</a:t>
            </a:r>
            <a:r>
              <a:rPr lang="en-SG" sz="2800">
                <a:latin typeface="ML-TTKarthika" panose="04000000000000000000" pitchFamily="82" charset="0"/>
              </a:rPr>
              <a:t> Aip²À¡mbv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Ipfn¨p</a:t>
            </a:r>
            <a:r>
              <a:rPr lang="en-SG" sz="2800">
                <a:latin typeface="ML-TTKarthika" panose="04000000000000000000" pitchFamily="82" charset="0"/>
              </a:rPr>
              <a:t> ip²nbmboSpI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9701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6EAE8-C831-6B15-6BAC-64A28728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3700-3D6E-2658-B06F-5FB27F6E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+mn-lt"/>
                <a:cs typeface="Segoe UI"/>
              </a:rPr>
              <a:t>Holy Communion – 176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28F600-A7A5-7ECF-38A3-8BBCCD7DC83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E58E6-8816-762B-AC81-9B47AF89D93B}"/>
              </a:ext>
            </a:extLst>
          </p:cNvPr>
          <p:cNvSpPr txBox="1"/>
          <p:nvPr/>
        </p:nvSpPr>
        <p:spPr>
          <a:xfrm>
            <a:off x="634739" y="1111729"/>
            <a:ext cx="8509261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kunjaattin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aathma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suddhi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nalkum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himam</a:t>
            </a:r>
            <a:r>
              <a:rPr lang="en-US" sz="2800">
                <a:latin typeface="Segoe UI"/>
                <a:ea typeface="Calibri"/>
                <a:cs typeface="Segoe UI"/>
              </a:rPr>
              <a:t> pol </a:t>
            </a:r>
            <a:r>
              <a:rPr lang="en-US" sz="2800" err="1">
                <a:latin typeface="Segoe UI"/>
                <a:ea typeface="Calibri"/>
                <a:cs typeface="Segoe UI"/>
              </a:rPr>
              <a:t>nishkalankamo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nin</a:t>
            </a:r>
            <a:r>
              <a:rPr lang="en-US" sz="2800">
                <a:latin typeface="Segoe UI"/>
                <a:ea typeface="Calibri"/>
                <a:cs typeface="Segoe UI"/>
              </a:rPr>
              <a:t> </a:t>
            </a:r>
            <a:r>
              <a:rPr lang="en-US" sz="2800" err="1">
                <a:latin typeface="Segoe UI"/>
                <a:ea typeface="Calibri"/>
                <a:cs typeface="Segoe UI"/>
              </a:rPr>
              <a:t>anki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r>
              <a:rPr lang="en-US" sz="2800" err="1">
                <a:latin typeface="Segoe UI"/>
                <a:ea typeface="Calibri"/>
                <a:cs typeface="Segoe UI"/>
              </a:rPr>
              <a:t>kulicho</a:t>
            </a:r>
            <a:r>
              <a:rPr lang="en-US" sz="2800">
                <a:latin typeface="Segoe UI"/>
                <a:ea typeface="Calibri"/>
                <a:cs typeface="Segoe UI"/>
              </a:rPr>
              <a:t> kunjaattin </a:t>
            </a:r>
            <a:r>
              <a:rPr lang="en-US" sz="2800" err="1">
                <a:latin typeface="Segoe UI"/>
                <a:ea typeface="Calibri"/>
                <a:cs typeface="Segoe UI"/>
              </a:rPr>
              <a:t>rakthathil</a:t>
            </a:r>
            <a:r>
              <a:rPr lang="en-US" sz="2800">
                <a:latin typeface="Segoe UI"/>
                <a:ea typeface="Calibri"/>
                <a:cs typeface="Segoe UI"/>
              </a:rPr>
              <a:t>?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C9704-969D-8AB3-E0B3-629B6168F9A1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8 of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B0F31-728F-EE96-5B09-7759E2CDD140}"/>
              </a:ext>
            </a:extLst>
          </p:cNvPr>
          <p:cNvSpPr txBox="1"/>
          <p:nvPr/>
        </p:nvSpPr>
        <p:spPr>
          <a:xfrm>
            <a:off x="634738" y="3159579"/>
            <a:ext cx="8181884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Bßip²n \</a:t>
            </a:r>
            <a:r>
              <a:rPr lang="en-SG" sz="2800" err="1">
                <a:latin typeface="ML-TTKarthika" panose="04000000000000000000" pitchFamily="82" charset="0"/>
              </a:rPr>
              <a:t>evIpwþ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lnawt</a:t>
            </a:r>
            <a:r>
              <a:rPr lang="en-SG" sz="2800">
                <a:latin typeface="ML-TTKarthika" panose="04000000000000000000" pitchFamily="82" charset="0"/>
              </a:rPr>
              <a:t>]</a:t>
            </a:r>
            <a:r>
              <a:rPr lang="en-SG" sz="2800" err="1">
                <a:latin typeface="ML-TTKarthika" panose="04000000000000000000" pitchFamily="82" charset="0"/>
              </a:rPr>
              <a:t>mÂ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njvIf¦tam</a:t>
            </a:r>
            <a:r>
              <a:rPr lang="en-SG" sz="2800">
                <a:latin typeface="ML-TTKarthika" panose="04000000000000000000" pitchFamily="82" charset="0"/>
              </a:rPr>
              <a:t> \n³ </a:t>
            </a:r>
            <a:r>
              <a:rPr lang="en-SG" sz="2800" err="1">
                <a:latin typeface="ML-TTKarthika" panose="04000000000000000000" pitchFamily="82" charset="0"/>
              </a:rPr>
              <a:t>A¦n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Ipfnt¨m</a:t>
            </a:r>
            <a:r>
              <a:rPr lang="en-SG" sz="2800">
                <a:latin typeface="ML-TTKarthika" panose="04000000000000000000" pitchFamily="82" charset="0"/>
              </a:rPr>
              <a:t> Ipªm«n³ </a:t>
            </a:r>
            <a:r>
              <a:rPr lang="en-SG" sz="2800" err="1">
                <a:latin typeface="ML-TTKarthika" panose="04000000000000000000" pitchFamily="82" charset="0"/>
              </a:rPr>
              <a:t>cà¯nÂ</a:t>
            </a:r>
            <a:r>
              <a:rPr lang="en-SG" sz="2800">
                <a:latin typeface="ML-TTKarthika" panose="04000000000000000000" pitchFamily="82" charset="0"/>
              </a:rPr>
              <a:t>?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8831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</a:rPr>
              <a:t>Closing Hymn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</a:p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Doxology 7</a:t>
            </a:r>
            <a:endParaRPr kumimoji="0" lang="en-US" sz="6000" b="1" i="0" u="none" strike="noStrike" kern="1200" cap="none" spc="0" normalizeH="0" baseline="0" noProof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419C-97CF-09EB-E7C4-1F6FF5E5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B67D-73DC-32D7-06D7-CDE5DEF8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Closing Hymn – </a:t>
            </a:r>
            <a:r>
              <a:rPr lang="en-SG" err="1">
                <a:latin typeface="Segoe UI"/>
                <a:cs typeface="Segoe UI"/>
              </a:rPr>
              <a:t>Yeshuvin</a:t>
            </a:r>
            <a:r>
              <a:rPr lang="en-SG">
                <a:latin typeface="Segoe UI"/>
                <a:cs typeface="Segoe UI"/>
              </a:rPr>
              <a:t> </a:t>
            </a:r>
            <a:r>
              <a:rPr lang="en-SG" err="1">
                <a:latin typeface="Segoe UI"/>
                <a:cs typeface="Segoe UI"/>
              </a:rPr>
              <a:t>krupa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3144D09-CEEC-D47E-748F-77E999AAF3E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63327-77E4-7736-AF2F-2B8692D6A8AF}"/>
              </a:ext>
            </a:extLst>
          </p:cNvPr>
          <p:cNvSpPr/>
          <p:nvPr/>
        </p:nvSpPr>
        <p:spPr>
          <a:xfrm>
            <a:off x="437848" y="887070"/>
            <a:ext cx="8675309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yeshuvin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krupa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kadaaksham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maa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pithavin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snehavum</a:t>
            </a:r>
            <a:endParaRPr lang="en-US" sz="280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daivaathmaavin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samsargam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ennum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ingundaakenam</a:t>
            </a:r>
            <a:endParaRPr lang="en-US" sz="280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hallelujah hallelujah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hallelujah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aa </a:t>
            </a:r>
            <a:r>
              <a:rPr lang="en-US" sz="2800" err="1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aamen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ml-IN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(</a:t>
            </a:r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2</a:t>
            </a:r>
            <a:r>
              <a:rPr lang="ml-IN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7DD58-B98C-9CCF-56EB-80CBB94ED741}"/>
              </a:ext>
            </a:extLst>
          </p:cNvPr>
          <p:cNvSpPr/>
          <p:nvPr/>
        </p:nvSpPr>
        <p:spPr>
          <a:xfrm>
            <a:off x="312058" y="2682500"/>
            <a:ext cx="8801099" cy="101566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യേശുവിൻ കൃപാ കടാക്ഷം മാ</a:t>
            </a:r>
            <a:r>
              <a:rPr lang="en-SG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 </a:t>
            </a:r>
            <a:r>
              <a:rPr lang="ml-IN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പിതാവിൻ സ്നേഹവും </a:t>
            </a:r>
          </a:p>
          <a:p>
            <a:r>
              <a:rPr lang="ml-IN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ദൈവാത്മാവിൻ സംസർഗം എന്നും ഇങ്ങുണ്ടാകേണം</a:t>
            </a:r>
          </a:p>
          <a:p>
            <a:r>
              <a:rPr lang="ml-IN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ഹാലേലൂയ ഹാലേലൂയ</a:t>
            </a:r>
            <a:r>
              <a:rPr lang="en-SG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 </a:t>
            </a:r>
            <a:r>
              <a:rPr lang="ml-IN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ഹാലേലൂയ ആ ആമേൻ</a:t>
            </a:r>
            <a:r>
              <a:rPr lang="en-SG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 </a:t>
            </a:r>
            <a:r>
              <a:rPr lang="ml-IN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(</a:t>
            </a:r>
            <a:r>
              <a:rPr lang="en-SG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2</a:t>
            </a:r>
            <a:r>
              <a:rPr lang="ml-IN" sz="2000">
                <a:latin typeface="Kartika" panose="02020503030404060203" pitchFamily="18" charset="0"/>
                <a:ea typeface="+mn-lt"/>
                <a:cs typeface="Kartika" panose="02020503030404060203" pitchFamily="18" charset="0"/>
              </a:rPr>
              <a:t>)</a:t>
            </a:r>
            <a:endParaRPr lang="en-US" sz="200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1173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65</Slides>
  <Notes>5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1_Office Theme</vt:lpstr>
      <vt:lpstr>6_Office Theme</vt:lpstr>
      <vt:lpstr>Office 2013 - 2022 Theme</vt:lpstr>
      <vt:lpstr>PowerPoint Presentation</vt:lpstr>
      <vt:lpstr>Opening Song – Hymn 32</vt:lpstr>
      <vt:lpstr>Opening Song – Hymn 32</vt:lpstr>
      <vt:lpstr>Opening Song – Hymn 32</vt:lpstr>
      <vt:lpstr>Opening Song – Hymn 32</vt:lpstr>
      <vt:lpstr>Opening Song – Hymn 32</vt:lpstr>
      <vt:lpstr>PowerPoint Presentation</vt:lpstr>
      <vt:lpstr>Thanksgiving Prayers </vt:lpstr>
      <vt:lpstr>PowerPoint Presentation</vt:lpstr>
      <vt:lpstr>Offertory Hymn</vt:lpstr>
      <vt:lpstr>Offertory Hymn</vt:lpstr>
      <vt:lpstr>Offertory Hymn</vt:lpstr>
      <vt:lpstr>Offertory Hymn</vt:lpstr>
      <vt:lpstr>Offertory Hymn</vt:lpstr>
      <vt:lpstr>Offertory Hymn</vt:lpstr>
      <vt:lpstr>PowerPoint Presentation</vt:lpstr>
      <vt:lpstr>Confession – 236</vt:lpstr>
      <vt:lpstr>PowerPoint Presentation</vt:lpstr>
      <vt:lpstr>Holy Communion – 236</vt:lpstr>
      <vt:lpstr>Holy Communion – 236</vt:lpstr>
      <vt:lpstr>Holy Communion – 236</vt:lpstr>
      <vt:lpstr>Holy Communion – 236</vt:lpstr>
      <vt:lpstr>Holy Communion – 236</vt:lpstr>
      <vt:lpstr>Holy Communion – 236</vt:lpstr>
      <vt:lpstr>Holy Communion – 236</vt:lpstr>
      <vt:lpstr>Holy Communion – En Yeshu than</vt:lpstr>
      <vt:lpstr>Holy Communion – En Yeshu than</vt:lpstr>
      <vt:lpstr>Holy Communion – En Yeshu than</vt:lpstr>
      <vt:lpstr>Holy Communion – En Yeshu than</vt:lpstr>
      <vt:lpstr>Holy Communion – En Yeshu than</vt:lpstr>
      <vt:lpstr>Holy Communion - 225</vt:lpstr>
      <vt:lpstr>Holy Communion – 225</vt:lpstr>
      <vt:lpstr>Holy Communion – 225</vt:lpstr>
      <vt:lpstr>Holy Communion – 225</vt:lpstr>
      <vt:lpstr>Holy Communion – 225</vt:lpstr>
      <vt:lpstr>Holy Communion – 225</vt:lpstr>
      <vt:lpstr>Holy Communion – 225</vt:lpstr>
      <vt:lpstr>Holy Communion - 254</vt:lpstr>
      <vt:lpstr>Holy Communion – 254</vt:lpstr>
      <vt:lpstr>Holy Communion – 254</vt:lpstr>
      <vt:lpstr>Holy Communion – 254</vt:lpstr>
      <vt:lpstr>Holy Communion – 254</vt:lpstr>
      <vt:lpstr>Holy Communion – 254</vt:lpstr>
      <vt:lpstr>Holy Communion – 254</vt:lpstr>
      <vt:lpstr>Holy Communion – 254</vt:lpstr>
      <vt:lpstr>Holy Communion – 254</vt:lpstr>
      <vt:lpstr>Holy Communion – 313</vt:lpstr>
      <vt:lpstr>Holy Communion – 313</vt:lpstr>
      <vt:lpstr>Holy Communion – 313</vt:lpstr>
      <vt:lpstr>Holy Communion – 313</vt:lpstr>
      <vt:lpstr>Holy Communion – 313</vt:lpstr>
      <vt:lpstr>Holy Communion – 313</vt:lpstr>
      <vt:lpstr>Holy Communion – 313</vt:lpstr>
      <vt:lpstr>Holy Communion – 313</vt:lpstr>
      <vt:lpstr>Holy Communion – 176</vt:lpstr>
      <vt:lpstr>Holy Communion – 176</vt:lpstr>
      <vt:lpstr>Holy Communion – 176</vt:lpstr>
      <vt:lpstr>Holy Communion – 176</vt:lpstr>
      <vt:lpstr>Holy Communion – 176</vt:lpstr>
      <vt:lpstr>Holy Communion – 176</vt:lpstr>
      <vt:lpstr>Holy Communion – 176</vt:lpstr>
      <vt:lpstr>Holy Communion – 176</vt:lpstr>
      <vt:lpstr>Holy Communion – 176</vt:lpstr>
      <vt:lpstr>PowerPoint Presentation</vt:lpstr>
      <vt:lpstr>Closing Hymn – Yeshuvin krupa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38</cp:revision>
  <dcterms:created xsi:type="dcterms:W3CDTF">2020-09-02T02:55:07Z</dcterms:created>
  <dcterms:modified xsi:type="dcterms:W3CDTF">2025-04-05T13:29:04Z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