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810" r:id="rId2"/>
    <p:sldMasterId id="2147483823" r:id="rId3"/>
  </p:sldMasterIdLst>
  <p:notesMasterIdLst>
    <p:notesMasterId r:id="rId63"/>
  </p:notesMasterIdLst>
  <p:sldIdLst>
    <p:sldId id="511" r:id="rId4"/>
    <p:sldId id="1980" r:id="rId5"/>
    <p:sldId id="2508" r:id="rId6"/>
    <p:sldId id="2509" r:id="rId7"/>
    <p:sldId id="2510" r:id="rId8"/>
    <p:sldId id="952" r:id="rId9"/>
    <p:sldId id="2228" r:id="rId10"/>
    <p:sldId id="439" r:id="rId11"/>
    <p:sldId id="1545" r:id="rId12"/>
    <p:sldId id="2358" r:id="rId13"/>
    <p:sldId id="2511" r:id="rId14"/>
    <p:sldId id="2512" r:id="rId15"/>
    <p:sldId id="2514" r:id="rId16"/>
    <p:sldId id="2450" r:id="rId17"/>
    <p:sldId id="2430" r:id="rId18"/>
    <p:sldId id="1888" r:id="rId19"/>
    <p:sldId id="1539" r:id="rId20"/>
    <p:sldId id="1564" r:id="rId21"/>
    <p:sldId id="2332" r:id="rId22"/>
    <p:sldId id="2421" r:id="rId23"/>
    <p:sldId id="2376" r:id="rId24"/>
    <p:sldId id="2375" r:id="rId25"/>
    <p:sldId id="2241" r:id="rId26"/>
    <p:sldId id="2315" r:id="rId27"/>
    <p:sldId id="2380" r:id="rId28"/>
    <p:sldId id="2381" r:id="rId29"/>
    <p:sldId id="2382" r:id="rId30"/>
    <p:sldId id="2249" r:id="rId31"/>
    <p:sldId id="2308" r:id="rId32"/>
    <p:sldId id="2486" r:id="rId33"/>
    <p:sldId id="2386" r:id="rId34"/>
    <p:sldId id="2487" r:id="rId35"/>
    <p:sldId id="2387" r:id="rId36"/>
    <p:sldId id="2488" r:id="rId37"/>
    <p:sldId id="2390" r:id="rId38"/>
    <p:sldId id="2489" r:id="rId39"/>
    <p:sldId id="2307" r:id="rId40"/>
    <p:sldId id="2250" r:id="rId41"/>
    <p:sldId id="2515" r:id="rId42"/>
    <p:sldId id="2516" r:id="rId43"/>
    <p:sldId id="2517" r:id="rId44"/>
    <p:sldId id="2518" r:id="rId45"/>
    <p:sldId id="2251" r:id="rId46"/>
    <p:sldId id="2252" r:id="rId47"/>
    <p:sldId id="2519" r:id="rId48"/>
    <p:sldId id="2520" r:id="rId49"/>
    <p:sldId id="2521" r:id="rId50"/>
    <p:sldId id="2522" r:id="rId51"/>
    <p:sldId id="2465" r:id="rId52"/>
    <p:sldId id="2466" r:id="rId53"/>
    <p:sldId id="2523" r:id="rId54"/>
    <p:sldId id="2524" r:id="rId55"/>
    <p:sldId id="2525" r:id="rId56"/>
    <p:sldId id="2526" r:id="rId57"/>
    <p:sldId id="2527" r:id="rId58"/>
    <p:sldId id="2528" r:id="rId59"/>
    <p:sldId id="1444" r:id="rId60"/>
    <p:sldId id="2231" r:id="rId61"/>
    <p:sldId id="2502" r:id="rId62"/>
  </p:sldIdLst>
  <p:sldSz cx="9144000" cy="5143500" type="screen16x9"/>
  <p:notesSz cx="6858000" cy="9144000"/>
  <p:custDataLst>
    <p:tags r:id="rId6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AF5F0"/>
    <a:srgbClr val="E8D3D3"/>
    <a:srgbClr val="D1CDC4"/>
    <a:srgbClr val="A78B86"/>
    <a:srgbClr val="FFD9C8"/>
    <a:srgbClr val="C09C6F"/>
    <a:srgbClr val="AACDE2"/>
    <a:srgbClr val="7E5F73"/>
    <a:srgbClr val="B38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599A8D-43C9-41FC-AFB6-8C2E56BFEB1F}" v="308" dt="2025-07-05T02:50:10.808"/>
    <p1510:client id="{6517C65C-8737-6643-150C-C046AF7DB178}" v="11" dt="2025-07-05T04:14:49.0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1" d="100"/>
          <a:sy n="161" d="100"/>
        </p:scale>
        <p:origin x="17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" Target="slides/slide4.xml"/><Relationship Id="rId71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ags" Target="tags/tag1.xml"/><Relationship Id="rId69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05/07/2025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721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9D707-C32B-3EC3-2BA1-F4D09BFFB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EDBD24-75B3-CCD8-9AE7-4B0D86763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848523-37D4-9B1A-413C-E0B2680C4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0B72B-42FD-2F03-4588-3A9FF073F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2578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107C3-FC23-F664-BBAC-5EA1A4EC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40FC6C-C343-6BFC-44EF-C03EBEE97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FD4726-8ABE-051C-3B49-31880254D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32A45-ED0A-FAF2-3F10-5265798A5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964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EF6D8-9956-D01F-36D8-84BA01B8D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E89C1-BFBA-BD4B-A4E1-245F80441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DEA5E3-45FE-EBE0-E237-967B6F60B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579E3-B769-9E39-8F0E-5F393FCB9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9376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F7E2C-D8E2-2808-B080-B17D54E95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60B83-AC15-91A2-B346-FF7D3D22B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F2FF0-0A75-BA77-B2AD-2BB341B96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EDA17-BAF8-7060-6505-18A884F03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6207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8215F-9832-6777-4C36-CAD2C42B3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D9D53-EC70-583A-C919-7FE042B08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4244D-DFA0-C4CE-96BB-78CE22932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08FF7-4A2C-BE4E-F62D-A22161E86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680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37AD6-C902-46F4-2E26-A9C5BAF8A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0FE092-D7E3-6CEA-FAFC-45588CF5E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729730-65AB-8FC0-27C2-BD1C8E9F4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9F52C-8333-9434-CBBF-553EDACDC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0858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6B951-E948-6825-2E3D-156703FEF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DC626-55B5-EBBF-893D-3E02E92F6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6E3C5-4864-B807-E615-64DF2962B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CDBCB-95FE-A046-CEF1-78CC0C40D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75855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AEE6B-37A6-4D13-911D-D110A192A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E1068-D5EC-DFCF-DCFB-016DC9359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36D584-53D4-2095-2EA7-5AC5A7F42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4FA39-59ED-24EA-B12D-2F8002FC78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7494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3DA5C-2179-E2B7-1920-FABEFEE63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23CC1A-0333-A57B-4F1D-C809D91AC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66FF9-A6B1-AA4A-8746-4A3594883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87101-2C5A-4636-CA69-AD72129DD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1263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1F3BE-2797-AEC9-7F78-C03BFF040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D89D8-38E9-8701-12B4-64EB4D004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48801-6BFA-0EE3-5E4B-2F57FC1D3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4B7BB-A315-F643-8FF6-2D76BE212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78745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46D91-63B7-D085-46B4-163EDFBF1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4A1897-1895-5753-FE3A-7DC1E0883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FCCE2-A66A-A340-4F19-BA0695B07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55398-D6D9-7EF5-88FF-A9E66F1BC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2811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12745-3B92-AF2F-0B53-18905B76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988D8-0CB6-1C0F-C3EC-5EDB72404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F0E80-61F4-6EDE-826A-0E5408271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5DC65-4D5A-62F1-6381-6A386DFBD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03809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D325C-522B-06AA-070B-1A93C5A97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C8177-A15B-FF1D-F3CE-90A0944DA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8B78B-5770-AF18-28B0-D10732B50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E1234-2C35-01A2-C24A-30AA700B18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0422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1268E-41DE-36C0-7404-F9735577B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8AEE4-FF97-8ACB-8E50-AC9176B59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F6937F-58F8-C1BC-1028-F76E62EED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CEA29-D086-7DF1-879C-C83F3A8DB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65997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1DC8F-55EF-B97D-112E-690292781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C81067-B6CA-2CDD-84F3-FA1B1032F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81696B-25F2-EA86-B0CB-3F65FF8D9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14959-E73A-6ED7-1B33-BA61D0C9C1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42752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499F2-A637-D09C-4B50-872810329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73A99-5899-3E5A-0775-243FFC5F9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DC337-FF35-BC1C-C5CA-518EFC175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BBF8F-AF1F-191E-6558-20E8D3EEDB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148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CD60-66C0-6B94-B75F-BA1D6A307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103B1-87F8-6A51-EF6F-38121CCF1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C7871-E796-9700-50F7-07FB3DE74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28E8D-366D-5A29-25B9-2500E09E2C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68585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4437B-A4CA-672D-31B5-948C18513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35542-AEAD-01B5-F42F-0AF55FC7B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4A2FE-6988-A19E-7FD1-74236CB41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075C7-3636-357F-A350-B76D4F210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9734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A0678-F0CF-AC64-BD67-3FB02DCC9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81C64-A357-186E-5025-00F48487AE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27908-4C0C-B89B-A9F0-111D170FB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AD742-B8DA-2EAD-F2D4-B91FA49B7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69085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09529-574C-50A8-503D-135AD32C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97EF2-A6F6-2991-EFD1-671E831CF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80C09-A095-CC7A-2042-04BCEF7A0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041B5-7FB8-F48D-CF71-03614DF77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14226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611EC-E881-57D8-31A3-95A171AAE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A0D52D-9832-4901-778B-8325396A3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4B926-A09B-A8A8-7C1F-43C8AA5AB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E5185-6AEB-DBCA-64CA-1AFA4727D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9799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00CBD-198D-1A86-AA92-51ABE0922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AB365-8985-8359-42ED-4E1801BE3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7707F-D126-0F12-3041-158F799A2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E8AB0-1509-29B4-D1DE-135C280B9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34165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29177-0FFE-64F0-1D0B-06DE18E44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E58C9-3688-8738-63FA-8229E838C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AEEBE-522D-E338-7636-2530B6453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1E62F-DA05-0139-1D77-B6ED84AA5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5725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CAF88-6A2B-0900-E080-D98E20CE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A62C9-7857-E0A2-7600-914E1C8AF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C6608-34E3-5764-25EF-0C9BE2BEA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0B0E1-C1BF-5F31-95E8-C912FDCC2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6839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7B291-BE20-5A66-E9DA-C38D8F6AD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F3005-2D58-1E9B-EFF2-8A45318FB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D33A7-6BC4-68D9-ECF2-45D93F35D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39744-FC3D-4FF2-3F13-9EFCE082F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07264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611EC-E881-57D8-31A3-95A171AAE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A0D52D-9832-4901-778B-8325396A3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4B926-A09B-A8A8-7C1F-43C8AA5AB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E5185-6AEB-DBCA-64CA-1AFA4727D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72881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897FD-76B5-C18F-8E04-C3255D584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99D2B-5E68-8FEF-989A-979CF0691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7B4BE-63A1-7D3C-3DEE-31FA0396A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3FFF5-56FC-08A8-F467-427A46C63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47711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EB00A-EA0E-9AFF-CBF1-A6B8076F0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9D1F7-7115-3F61-2EA9-A0E74F79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7B7CD-A8FB-9514-865D-8BE9CAC56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1DB4C-DECB-5807-D6B7-79ECD4125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46544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8146F-4EDA-6618-1408-FE083711C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091E6-6DBC-B694-93CB-778670132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AD25A-4485-C53F-B2A1-172157BE1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9FD56-60BE-6C1C-7E3F-B81B0523A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3708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3C49A-9852-74C9-B9C2-1C63949D4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57D4E-455A-42EB-95D5-53F7BD8F3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5B019-8443-ACC8-6789-BEDC55A84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48938-B491-A5E7-DDF1-2959FD0EB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9546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55C67-FCF2-8998-931D-34D525745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F296C-1780-EC24-F26F-98EF493A0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8C16C5-EA15-BDB6-86C6-953D54CD5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FFF9D-39E5-56B2-D4B7-E9BA9A83A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45560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4B0F9-8A55-3CF2-4F50-438F13B6D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9781ED-33BD-CBE2-A176-328F28EB8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869F9-45B5-895B-22D8-0B19D7AFF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293EB-DC3F-8D67-42F1-C226AA177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39311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6EFF0-06FD-CC34-822A-68A0D2B82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1FE61-D1AA-84DC-C42F-B68CF1CDA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CBA75-5ABF-9236-4681-644022AF0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425C6-C8BF-0D79-C449-CB34F0C34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99780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126F4-F307-1113-C27A-3E81111A9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959A5-3334-4FBA-BA89-BDF88FB6C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E150A-E5E4-ED9E-D476-B2B1F927E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FEF1F-8D5B-3DD8-4280-AACD4CA58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2728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0" y="4841404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10FA4-5B68-A6DF-6394-CB1B3CC7EF93}"/>
              </a:ext>
            </a:extLst>
          </p:cNvPr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>
                <a:latin typeface="Algerian" panose="04020705040A02060702" pitchFamily="82" charset="0"/>
              </a:rPr>
              <a:t>Senior Citizens Day</a:t>
            </a:r>
            <a:endParaRPr lang="en-US" sz="3200">
              <a:latin typeface="Algerian" panose="04020705040A02060702" pitchFamily="82" charset="0"/>
            </a:endParaRPr>
          </a:p>
          <a:p>
            <a:pPr algn="ctr"/>
            <a:endParaRPr lang="en-US" sz="2800"/>
          </a:p>
          <a:p>
            <a:pPr algn="ctr"/>
            <a:r>
              <a:rPr lang="en-US" sz="280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889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756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>
            <a:extLst>
              <a:ext uri="{FF2B5EF4-FFF2-40B4-BE49-F238E27FC236}">
                <a16:creationId xmlns:a16="http://schemas.microsoft.com/office/drawing/2014/main" id="{AC254632-74E4-F909-D24F-744916F7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06 July 2025</a:t>
            </a:r>
          </a:p>
        </p:txBody>
      </p:sp>
    </p:spTree>
    <p:extLst>
      <p:ext uri="{BB962C8B-B14F-4D97-AF65-F5344CB8AC3E}">
        <p14:creationId xmlns:p14="http://schemas.microsoft.com/office/powerpoint/2010/main" val="180014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0167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5423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63635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00069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90471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7696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20277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17234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07823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42355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68524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121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0029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71683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10235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16099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23163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25560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62255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38231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61650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2535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3763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780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>
            <a:extLst>
              <a:ext uri="{FF2B5EF4-FFF2-40B4-BE49-F238E27FC236}">
                <a16:creationId xmlns:a16="http://schemas.microsoft.com/office/drawing/2014/main" id="{AC254632-74E4-F909-D24F-744916F7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June 2025</a:t>
            </a:r>
          </a:p>
        </p:txBody>
      </p:sp>
    </p:spTree>
    <p:extLst>
      <p:ext uri="{BB962C8B-B14F-4D97-AF65-F5344CB8AC3E}">
        <p14:creationId xmlns:p14="http://schemas.microsoft.com/office/powerpoint/2010/main" val="2015821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A35C0-E370-32B5-1E9B-723017E94EC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723" r:id="rId12"/>
    <p:sldLayoutId id="2147483837" r:id="rId13"/>
    <p:sldLayoutId id="2147483722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083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CCC00-496A-47A6-84BD-F8B47B0F7754}" type="datetimeFigureOut">
              <a:rPr lang="en-SG" smtClean="0"/>
              <a:t>5/7/2025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2945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6" r:id="rId12"/>
    <p:sldLayoutId id="2147483850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10C7A2-B140-7C31-BCBA-76CAF5F59BEF}"/>
              </a:ext>
            </a:extLst>
          </p:cNvPr>
          <p:cNvSpPr txBox="1">
            <a:spLocks/>
          </p:cNvSpPr>
          <p:nvPr/>
        </p:nvSpPr>
        <p:spPr>
          <a:xfrm>
            <a:off x="-12031" y="1679968"/>
            <a:ext cx="9156031" cy="1783563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Opening Hymn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Hymn No. 30</a:t>
            </a:r>
          </a:p>
        </p:txBody>
      </p:sp>
    </p:spTree>
    <p:extLst>
      <p:ext uri="{BB962C8B-B14F-4D97-AF65-F5344CB8AC3E}">
        <p14:creationId xmlns:p14="http://schemas.microsoft.com/office/powerpoint/2010/main" val="2329691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185" y="13609"/>
            <a:ext cx="9144000" cy="486000"/>
          </a:xfrm>
        </p:spPr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No.  30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1 of 4 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1" y="506363"/>
            <a:ext cx="91439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>
              <a:defRPr/>
            </a:pPr>
            <a:r>
              <a:rPr lang="en-SG" sz="2800" i="0" dirty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anpu</a:t>
            </a:r>
            <a:r>
              <a:rPr lang="en-SG" sz="2800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thingum </a:t>
            </a:r>
            <a:r>
              <a:rPr lang="en-SG" sz="2800" i="0" dirty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dayaa-parane</a:t>
            </a:r>
            <a:r>
              <a:rPr lang="en-SG" sz="2800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br>
              <a:rPr lang="en-SG" sz="2800" dirty="0">
                <a:latin typeface="Calibri"/>
                <a:ea typeface="Calibri"/>
                <a:cs typeface="Calibri"/>
              </a:rPr>
            </a:br>
            <a:r>
              <a:rPr lang="en-SG" sz="2800" i="0" dirty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impa-merrum</a:t>
            </a:r>
            <a:r>
              <a:rPr lang="en-SG" sz="2800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i="0" dirty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nin</a:t>
            </a:r>
            <a:r>
              <a:rPr lang="en-SG" sz="2800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i="0" dirty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paa</a:t>
            </a:r>
            <a:r>
              <a:rPr lang="en-SG" sz="2800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-da-</a:t>
            </a:r>
            <a:r>
              <a:rPr lang="en-SG" sz="2800" i="0" dirty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thinkal</a:t>
            </a:r>
            <a:br>
              <a:rPr lang="en-SG" sz="2800" dirty="0">
                <a:latin typeface="Calibri"/>
                <a:ea typeface="Calibri"/>
                <a:cs typeface="Calibri"/>
              </a:rPr>
            </a:br>
            <a:r>
              <a:rPr lang="en-SG" sz="2800" i="0" dirty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nin</a:t>
            </a:r>
            <a:r>
              <a:rPr lang="en-SG" sz="2800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pai-</a:t>
            </a:r>
            <a:r>
              <a:rPr lang="en-SG" sz="2800" i="0" dirty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thangalh</a:t>
            </a:r>
            <a:r>
              <a:rPr lang="en-SG" sz="2800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i="0" dirty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adiyaar-itha</a:t>
            </a:r>
            <a:br>
              <a:rPr lang="en-SG" sz="2800" dirty="0">
                <a:latin typeface="Calibri"/>
                <a:ea typeface="Calibri"/>
                <a:cs typeface="Calibri"/>
              </a:rPr>
            </a:br>
            <a:r>
              <a:rPr lang="en-SG" sz="2800" i="0" dirty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kumpidunne</a:t>
            </a:r>
            <a:r>
              <a:rPr lang="en-SG" sz="2800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i="0" dirty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anugrahikka</a:t>
            </a:r>
            <a:endParaRPr lang="en-SG" sz="2800" i="0" dirty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varika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varika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ee yoga-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maddh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-ye</a:t>
            </a:r>
            <a:b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</a:b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chori-yenham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nin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aathma-varam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parishu-ddha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paraa-parane</a:t>
            </a:r>
            <a:endParaRPr lang="en-US" sz="2800" dirty="0">
              <a:solidFill>
                <a:srgbClr val="800000"/>
              </a:solidFill>
              <a:ea typeface="Calibri"/>
              <a:cs typeface="Calibri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382F4CF3-487D-4C9C-AF28-721893F0F411}"/>
              </a:ext>
            </a:extLst>
          </p:cNvPr>
          <p:cNvSpPr txBox="1"/>
          <p:nvPr/>
        </p:nvSpPr>
        <p:spPr>
          <a:xfrm>
            <a:off x="1" y="3191958"/>
            <a:ext cx="92099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5963"/>
            <a:r>
              <a:rPr lang="en-SG" sz="2800" dirty="0">
                <a:latin typeface="ML-TTKarthika" panose="04000000000000000000" pitchFamily="82" charset="0"/>
              </a:rPr>
              <a:t>A³]p </a:t>
            </a:r>
            <a:r>
              <a:rPr lang="en-SG" sz="2800" dirty="0" err="1">
                <a:latin typeface="ML-TTKarthika" panose="04000000000000000000" pitchFamily="82" charset="0"/>
              </a:rPr>
              <a:t>Xn§pw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Zbm</a:t>
            </a:r>
            <a:r>
              <a:rPr lang="en-SG" sz="2800" dirty="0">
                <a:latin typeface="ML-TTKarthika" panose="04000000000000000000" pitchFamily="82" charset="0"/>
              </a:rPr>
              <a:t>]</a:t>
            </a:r>
            <a:r>
              <a:rPr lang="en-SG" sz="2800" dirty="0" err="1">
                <a:latin typeface="ML-TTKarthika" panose="04000000000000000000" pitchFamily="82" charset="0"/>
              </a:rPr>
              <a:t>ct</a:t>
            </a:r>
            <a:r>
              <a:rPr lang="en-SG" sz="2800" dirty="0">
                <a:latin typeface="ML-TTKarthika" panose="04000000000000000000" pitchFamily="82" charset="0"/>
              </a:rPr>
              <a:t>\! --C¼tadpw \n³]</a:t>
            </a:r>
            <a:r>
              <a:rPr lang="en-SG" sz="2800" dirty="0" err="1">
                <a:latin typeface="ML-TTKarthika" panose="04000000000000000000" pitchFamily="82" charset="0"/>
              </a:rPr>
              <a:t>mZ¯n¦Â</a:t>
            </a:r>
            <a:endParaRPr lang="en-SG" sz="2800" dirty="0">
              <a:latin typeface="ML-TTKarthika" panose="04000000000000000000" pitchFamily="82" charset="0"/>
            </a:endParaRPr>
          </a:p>
          <a:p>
            <a:pPr indent="715963"/>
            <a:r>
              <a:rPr lang="en-SG" sz="2800" dirty="0">
                <a:latin typeface="ML-TTKarthika" panose="04000000000000000000" pitchFamily="82" charset="0"/>
              </a:rPr>
              <a:t>\n³ ss]</a:t>
            </a:r>
            <a:r>
              <a:rPr lang="en-SG" sz="2800" dirty="0" err="1">
                <a:latin typeface="ML-TTKarthika" panose="04000000000000000000" pitchFamily="82" charset="0"/>
              </a:rPr>
              <a:t>X§fSnbmcnXm</a:t>
            </a:r>
            <a:r>
              <a:rPr lang="en-SG" sz="2800" dirty="0">
                <a:latin typeface="ML-TTKarthika" panose="04000000000000000000" pitchFamily="82" charset="0"/>
              </a:rPr>
              <a:t> Ip¼nSpt¶b\p{</a:t>
            </a:r>
            <a:r>
              <a:rPr lang="en-SG" sz="2800" dirty="0" err="1">
                <a:latin typeface="ML-TTKarthika" panose="04000000000000000000" pitchFamily="82" charset="0"/>
              </a:rPr>
              <a:t>Kln</a:t>
            </a:r>
            <a:r>
              <a:rPr lang="en-SG" sz="2800" dirty="0">
                <a:latin typeface="ML-TTKarthika" panose="04000000000000000000" pitchFamily="82" charset="0"/>
              </a:rPr>
              <a:t>¡</a:t>
            </a:r>
          </a:p>
          <a:p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hcnI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hcnI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Cu tbmþKat²y </a:t>
            </a:r>
          </a:p>
          <a:p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sNmcnbWw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\</a:t>
            </a:r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n¶mßhcw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]cnip² ]cm]</a:t>
            </a:r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ct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\! </a:t>
            </a:r>
            <a:endParaRPr lang="en-US" sz="2800" dirty="0">
              <a:solidFill>
                <a:srgbClr val="800000"/>
              </a:solidFill>
              <a:latin typeface="ML-TTKarthika" panose="04000000000000000000" pitchFamily="82" charset="0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40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314D8-45FE-B4AC-1CCB-E183960FA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090E-4495-0B31-2380-6865D7F07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5" y="13609"/>
            <a:ext cx="9144000" cy="486000"/>
          </a:xfrm>
        </p:spPr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No.  30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AB901BD-6F49-C4DC-A132-B53B65AD1CB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C4DF6B-BF52-210A-AE07-B11D8D8ED22F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2 of 4 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186B24AE-D379-5F9F-6D48-F0BB23BBD7A6}"/>
              </a:ext>
            </a:extLst>
          </p:cNvPr>
          <p:cNvSpPr txBox="1"/>
          <p:nvPr/>
        </p:nvSpPr>
        <p:spPr>
          <a:xfrm>
            <a:off x="1" y="506363"/>
            <a:ext cx="91439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>
              <a:defRPr/>
            </a:pP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onnile-rreyaal-ukalh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ninte</a:t>
            </a:r>
            <a:br>
              <a:rPr lang="en-SG" sz="2800" dirty="0">
                <a:ea typeface="Calibri"/>
                <a:cs typeface="Calibri"/>
              </a:rPr>
            </a:b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sanni-dhaanathinkal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varum-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polh</a:t>
            </a:r>
            <a:br>
              <a:rPr lang="en-SG" sz="2800" dirty="0">
                <a:ea typeface="Calibri"/>
                <a:cs typeface="Calibri"/>
              </a:rPr>
            </a:b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vannu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cherum-avarr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naduvil</a:t>
            </a:r>
            <a:br>
              <a:rPr lang="en-SG" sz="2800" dirty="0">
                <a:ea typeface="Calibri"/>
                <a:cs typeface="Calibri"/>
              </a:rPr>
            </a:b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ennu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chonna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daya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parane</a:t>
            </a:r>
            <a:endParaRPr lang="en-SG" sz="2800" i="0" dirty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varika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varika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ee yoga-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maddh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-ye</a:t>
            </a:r>
            <a:b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</a:b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chori-yenham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nin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aathma-varam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parishu-ddha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paraa-parane</a:t>
            </a:r>
            <a:endParaRPr lang="en-US" sz="2800" dirty="0">
              <a:solidFill>
                <a:srgbClr val="800000"/>
              </a:solidFill>
              <a:ea typeface="Calibri"/>
              <a:cs typeface="Calibri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2B2FE66D-6491-39DD-4A52-73F317A9443D}"/>
              </a:ext>
            </a:extLst>
          </p:cNvPr>
          <p:cNvSpPr txBox="1"/>
          <p:nvPr/>
        </p:nvSpPr>
        <p:spPr>
          <a:xfrm>
            <a:off x="1" y="3191958"/>
            <a:ext cx="92099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5963"/>
            <a:r>
              <a:rPr lang="en-SG" sz="2800" dirty="0" err="1">
                <a:latin typeface="ML-TTKarthika" panose="04000000000000000000" pitchFamily="82" charset="0"/>
              </a:rPr>
              <a:t>H¶ntesdbmfpIÄ</a:t>
            </a:r>
            <a:r>
              <a:rPr lang="en-SG" sz="2800" dirty="0">
                <a:latin typeface="ML-TTKarthika" panose="04000000000000000000" pitchFamily="82" charset="0"/>
              </a:rPr>
              <a:t> \</a:t>
            </a:r>
            <a:r>
              <a:rPr lang="en-SG" sz="2800" dirty="0" err="1">
                <a:latin typeface="ML-TTKarthika" panose="04000000000000000000" pitchFamily="82" charset="0"/>
              </a:rPr>
              <a:t>nsâ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k¶n</a:t>
            </a:r>
            <a:r>
              <a:rPr lang="en-SG" sz="2800" dirty="0">
                <a:latin typeface="ML-TTKarthika" panose="04000000000000000000" pitchFamily="82" charset="0"/>
              </a:rPr>
              <a:t>[m\¯</a:t>
            </a:r>
            <a:r>
              <a:rPr lang="en-SG" sz="2800" dirty="0" err="1">
                <a:latin typeface="ML-TTKarthika" panose="04000000000000000000" pitchFamily="82" charset="0"/>
              </a:rPr>
              <a:t>n¦Â</a:t>
            </a:r>
            <a:r>
              <a:rPr lang="en-SG" sz="2800" dirty="0">
                <a:latin typeface="ML-TTKarthika" panose="04000000000000000000" pitchFamily="82" charset="0"/>
              </a:rPr>
              <a:t> hcpt¼mÄ </a:t>
            </a:r>
          </a:p>
          <a:p>
            <a:pPr indent="715963"/>
            <a:r>
              <a:rPr lang="en-SG" sz="2800" dirty="0" err="1">
                <a:latin typeface="ML-TTKarthika" panose="04000000000000000000" pitchFamily="82" charset="0"/>
              </a:rPr>
              <a:t>h¶p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tNcpahÀ</a:t>
            </a:r>
            <a:r>
              <a:rPr lang="en-SG" sz="2800" dirty="0">
                <a:latin typeface="ML-TTKarthika" panose="04000000000000000000" pitchFamily="82" charset="0"/>
              </a:rPr>
              <a:t> \</a:t>
            </a:r>
            <a:r>
              <a:rPr lang="en-SG" sz="2800" dirty="0" err="1">
                <a:latin typeface="ML-TTKarthika" panose="04000000000000000000" pitchFamily="82" charset="0"/>
              </a:rPr>
              <a:t>SphnÂ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F¶p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sNm</a:t>
            </a:r>
            <a:r>
              <a:rPr lang="en-SG" sz="2800" dirty="0">
                <a:latin typeface="ML-TTKarthika" panose="04000000000000000000" pitchFamily="82" charset="0"/>
              </a:rPr>
              <a:t>¶ </a:t>
            </a:r>
            <a:r>
              <a:rPr lang="en-SG" sz="2800" dirty="0" err="1">
                <a:latin typeface="ML-TTKarthika" panose="04000000000000000000" pitchFamily="82" charset="0"/>
              </a:rPr>
              <a:t>Zbm</a:t>
            </a:r>
            <a:r>
              <a:rPr lang="en-SG" sz="2800" dirty="0">
                <a:latin typeface="ML-TTKarthika" panose="04000000000000000000" pitchFamily="82" charset="0"/>
              </a:rPr>
              <a:t>]cs\! </a:t>
            </a:r>
            <a:endParaRPr lang="en-SG" sz="2800" dirty="0">
              <a:solidFill>
                <a:srgbClr val="800000"/>
              </a:solidFill>
              <a:latin typeface="ML-TTKarthika" panose="04000000000000000000" pitchFamily="82" charset="0"/>
            </a:endParaRPr>
          </a:p>
          <a:p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hcnI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hcnI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Cu tbmþKat²y </a:t>
            </a:r>
          </a:p>
          <a:p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sNmcnbWw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\</a:t>
            </a:r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n¶mßhcw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]cnip² ]cm]</a:t>
            </a:r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ct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\! </a:t>
            </a:r>
            <a:endParaRPr lang="en-US" sz="2800" dirty="0">
              <a:solidFill>
                <a:srgbClr val="800000"/>
              </a:solidFill>
              <a:latin typeface="ML-TTKarthika" panose="04000000000000000000" pitchFamily="82" charset="0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75163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92D4F-2AD9-AE61-E196-C9289DC5A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F5768-9949-112E-1E6D-978FA256E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5" y="13609"/>
            <a:ext cx="9144000" cy="486000"/>
          </a:xfrm>
        </p:spPr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No.  30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691499C-D84F-9493-D40C-EA6C5358209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59A50E-D907-3F75-BB13-8DB3855909D6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3 of 4 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ACC73C48-60E2-F2D1-8717-735BC6EA825C}"/>
              </a:ext>
            </a:extLst>
          </p:cNvPr>
          <p:cNvSpPr txBox="1"/>
          <p:nvPr/>
        </p:nvSpPr>
        <p:spPr>
          <a:xfrm>
            <a:off x="1" y="506363"/>
            <a:ext cx="91439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>
              <a:defRPr/>
            </a:pP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ninn-ude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maha-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thva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sannidhi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-</a:t>
            </a:r>
            <a:br>
              <a:rPr lang="en-SG" sz="2800" dirty="0">
                <a:ea typeface="Calibri"/>
                <a:cs typeface="Calibri"/>
              </a:rPr>
            </a:b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yenniye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njagalk-aashrayamaay</a:t>
            </a:r>
            <a:br>
              <a:rPr lang="en-SG" sz="2800" dirty="0">
                <a:ea typeface="Calibri"/>
                <a:cs typeface="Calibri"/>
              </a:rPr>
            </a:b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onnumill-ennarrinj-eeshane</a:t>
            </a:r>
            <a:br>
              <a:rPr lang="en-SG" sz="2800" dirty="0">
                <a:ea typeface="Calibri"/>
                <a:cs typeface="Calibri"/>
              </a:rPr>
            </a:b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vannitha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njangalh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nin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paa-dathil</a:t>
            </a:r>
            <a:endParaRPr lang="en-SG" sz="2800" i="0" dirty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varika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varika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ee yoga-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maddh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-ye</a:t>
            </a:r>
            <a:b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</a:b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chori-yenham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nin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aathma-varam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parishu-ddha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paraa-parane</a:t>
            </a:r>
            <a:endParaRPr lang="en-US" sz="2800" dirty="0">
              <a:solidFill>
                <a:srgbClr val="800000"/>
              </a:solidFill>
              <a:ea typeface="Calibri"/>
              <a:cs typeface="Calibri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A92AB2A2-7F3F-9962-BF12-9943E31E43A2}"/>
              </a:ext>
            </a:extLst>
          </p:cNvPr>
          <p:cNvSpPr txBox="1"/>
          <p:nvPr/>
        </p:nvSpPr>
        <p:spPr>
          <a:xfrm>
            <a:off x="1" y="3191958"/>
            <a:ext cx="92099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/>
            <a:r>
              <a:rPr lang="en-SG" sz="2800" dirty="0">
                <a:latin typeface="ML-TTKarthika" panose="04000000000000000000" pitchFamily="82" charset="0"/>
              </a:rPr>
              <a:t>\</a:t>
            </a:r>
            <a:r>
              <a:rPr lang="en-SG" sz="2800" dirty="0" err="1">
                <a:latin typeface="ML-TTKarthika" panose="04000000000000000000" pitchFamily="82" charset="0"/>
              </a:rPr>
              <a:t>n¶psS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alXzk¶n</a:t>
            </a:r>
            <a:r>
              <a:rPr lang="en-SG" sz="2800" dirty="0">
                <a:latin typeface="ML-TTKarthika" panose="04000000000000000000" pitchFamily="82" charset="0"/>
              </a:rPr>
              <a:t>[</a:t>
            </a:r>
            <a:r>
              <a:rPr lang="en-SG" sz="2800" dirty="0" err="1">
                <a:latin typeface="ML-TTKarthika" panose="04000000000000000000" pitchFamily="82" charset="0"/>
              </a:rPr>
              <a:t>nþ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sb¶ntb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R§Ä¡m</a:t>
            </a:r>
            <a:r>
              <a:rPr lang="en-SG" sz="2800" dirty="0">
                <a:latin typeface="ML-TTKarthika" panose="04000000000000000000" pitchFamily="82" charset="0"/>
              </a:rPr>
              <a:t>{</a:t>
            </a:r>
            <a:r>
              <a:rPr lang="en-SG" sz="2800" dirty="0" err="1">
                <a:latin typeface="ML-TTKarthika" panose="04000000000000000000" pitchFamily="82" charset="0"/>
              </a:rPr>
              <a:t>ibambv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H¶pansÃ¶dnªois</a:t>
            </a:r>
            <a:r>
              <a:rPr lang="en-SG" sz="2800" dirty="0">
                <a:latin typeface="ML-TTKarthika" panose="04000000000000000000" pitchFamily="82" charset="0"/>
              </a:rPr>
              <a:t>\! </a:t>
            </a:r>
            <a:r>
              <a:rPr lang="en-SG" sz="2800" dirty="0" err="1">
                <a:latin typeface="ML-TTKarthika" panose="04000000000000000000" pitchFamily="82" charset="0"/>
              </a:rPr>
              <a:t>h¶nXm</a:t>
            </a:r>
            <a:r>
              <a:rPr lang="en-SG" sz="2800" dirty="0">
                <a:latin typeface="ML-TTKarthika" panose="04000000000000000000" pitchFamily="82" charset="0"/>
              </a:rPr>
              <a:t> R§Ä \n³]</a:t>
            </a:r>
            <a:r>
              <a:rPr lang="en-SG" sz="2800" dirty="0" err="1">
                <a:latin typeface="ML-TTKarthika" panose="04000000000000000000" pitchFamily="82" charset="0"/>
              </a:rPr>
              <a:t>mZ¯nÂ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endParaRPr lang="en-SG" sz="2800" dirty="0">
              <a:solidFill>
                <a:srgbClr val="800000"/>
              </a:solidFill>
              <a:latin typeface="ML-TTKarthika" panose="04000000000000000000" pitchFamily="82" charset="0"/>
            </a:endParaRPr>
          </a:p>
          <a:p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hcnI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hcnI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Cu tbmþKat²y </a:t>
            </a:r>
          </a:p>
          <a:p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sNmcnbWw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\</a:t>
            </a:r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n¶mßhcw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]cnip² ]cm]</a:t>
            </a:r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ct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\! </a:t>
            </a:r>
            <a:endParaRPr lang="en-US" sz="2800" dirty="0">
              <a:solidFill>
                <a:srgbClr val="800000"/>
              </a:solidFill>
              <a:latin typeface="ML-TTKarthika" panose="04000000000000000000" pitchFamily="82" charset="0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1177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972EC-6F8B-DA96-A7C1-C8058C90D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E744A-4C4B-E8A4-A85B-D5BF0314F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5" y="13609"/>
            <a:ext cx="9144000" cy="486000"/>
          </a:xfrm>
        </p:spPr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No.  30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27C9017-36FC-615E-8CAC-4881EFF285CA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577052-94CD-F3DA-B33F-B519E6D455B7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4 of 4 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317EC8C7-A791-294D-55A7-E1DD6337E65D}"/>
              </a:ext>
            </a:extLst>
          </p:cNvPr>
          <p:cNvSpPr txBox="1"/>
          <p:nvPr/>
        </p:nvSpPr>
        <p:spPr>
          <a:xfrm>
            <a:off x="1" y="506363"/>
            <a:ext cx="91439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>
              <a:defRPr/>
            </a:pP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thiru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munpil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vanna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njangalhe</a:t>
            </a:r>
            <a:br>
              <a:rPr lang="en-SG" sz="2800" dirty="0">
                <a:ea typeface="Calibri"/>
                <a:cs typeface="Calibri"/>
              </a:rPr>
            </a:b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verruthe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ayach-eedaruthe</a:t>
            </a:r>
            <a:br>
              <a:rPr lang="en-SG" sz="2800" dirty="0">
                <a:ea typeface="Calibri"/>
                <a:cs typeface="Calibri"/>
              </a:rPr>
            </a:b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tharanham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nin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kripaa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varangalh</a:t>
            </a:r>
            <a:br>
              <a:rPr lang="en-SG" sz="2800" dirty="0">
                <a:ea typeface="Calibri"/>
                <a:cs typeface="Calibri"/>
              </a:rPr>
            </a:b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nirravaay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parane</a:t>
            </a:r>
            <a:r>
              <a:rPr lang="en-SG" sz="28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000000"/>
                </a:solidFill>
                <a:ea typeface="Calibri"/>
                <a:cs typeface="Calibri"/>
              </a:rPr>
              <a:t>dayavaay</a:t>
            </a:r>
            <a:endParaRPr lang="en-US" sz="2800" dirty="0">
              <a:solidFill>
                <a:prstClr val="black"/>
              </a:solidFill>
              <a:ea typeface="Calibri"/>
              <a:cs typeface="Calibri"/>
            </a:endParaRPr>
          </a:p>
          <a:p>
            <a:pPr>
              <a:defRPr/>
            </a:pP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varika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varika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ee yoga-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maddh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-ye</a:t>
            </a:r>
            <a:b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</a:b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chori-yenham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nin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aathma-varam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parishu-ddha</a:t>
            </a:r>
            <a:r>
              <a:rPr lang="en-SG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SG" sz="2800" dirty="0" err="1">
                <a:solidFill>
                  <a:srgbClr val="800000"/>
                </a:solidFill>
                <a:ea typeface="Calibri"/>
                <a:cs typeface="Calibri"/>
              </a:rPr>
              <a:t>paraa-parane</a:t>
            </a:r>
            <a:endParaRPr lang="en-US" sz="2800" dirty="0">
              <a:solidFill>
                <a:srgbClr val="800000"/>
              </a:solidFill>
              <a:ea typeface="Calibri"/>
              <a:cs typeface="Calibri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00286394-3917-EF88-FEEB-F5ED4B3CD5A7}"/>
              </a:ext>
            </a:extLst>
          </p:cNvPr>
          <p:cNvSpPr txBox="1"/>
          <p:nvPr/>
        </p:nvSpPr>
        <p:spPr>
          <a:xfrm>
            <a:off x="1" y="3191958"/>
            <a:ext cx="92099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/>
            <a:r>
              <a:rPr lang="en-SG" sz="2800" dirty="0">
                <a:latin typeface="ML-TTKarthika" panose="04000000000000000000" pitchFamily="82" charset="0"/>
              </a:rPr>
              <a:t>Xncpap¼nÂ h¶ </a:t>
            </a:r>
            <a:r>
              <a:rPr lang="en-SG" sz="2800" dirty="0" err="1">
                <a:latin typeface="ML-TTKarthika" panose="04000000000000000000" pitchFamily="82" charset="0"/>
              </a:rPr>
              <a:t>R§sfþ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shdpsX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Ab¨oScptX</a:t>
            </a:r>
            <a:r>
              <a:rPr lang="en-SG" sz="2800" dirty="0">
                <a:latin typeface="ML-TTKarthika" panose="04000000000000000000" pitchFamily="82" charset="0"/>
              </a:rPr>
              <a:t>! </a:t>
            </a:r>
          </a:p>
          <a:p>
            <a:pPr marL="715963"/>
            <a:r>
              <a:rPr lang="en-SG" sz="2800" dirty="0" err="1">
                <a:latin typeface="ML-TTKarthika" panose="04000000000000000000" pitchFamily="82" charset="0"/>
              </a:rPr>
              <a:t>XcWw</a:t>
            </a:r>
            <a:r>
              <a:rPr lang="en-SG" sz="2800" dirty="0">
                <a:latin typeface="ML-TTKarthika" panose="04000000000000000000" pitchFamily="82" charset="0"/>
              </a:rPr>
              <a:t> \n³ </a:t>
            </a:r>
            <a:r>
              <a:rPr lang="en-SG" sz="2800" dirty="0" err="1">
                <a:latin typeface="ML-TTKarthika" panose="04000000000000000000" pitchFamily="82" charset="0"/>
              </a:rPr>
              <a:t>Ir</a:t>
            </a:r>
            <a:r>
              <a:rPr lang="en-SG" sz="2800" dirty="0">
                <a:latin typeface="ML-TTKarthika" panose="04000000000000000000" pitchFamily="82" charset="0"/>
              </a:rPr>
              <a:t>]</a:t>
            </a:r>
            <a:r>
              <a:rPr lang="en-SG" sz="2800" dirty="0" err="1">
                <a:latin typeface="ML-TTKarthika" panose="04000000000000000000" pitchFamily="82" charset="0"/>
              </a:rPr>
              <a:t>mhc§Ä</a:t>
            </a:r>
            <a:r>
              <a:rPr lang="en-SG" sz="2800" dirty="0">
                <a:latin typeface="ML-TTKarthika" panose="04000000000000000000" pitchFamily="82" charset="0"/>
              </a:rPr>
              <a:t> \</a:t>
            </a:r>
            <a:r>
              <a:rPr lang="en-SG" sz="2800" dirty="0" err="1">
                <a:latin typeface="ML-TTKarthika" panose="04000000000000000000" pitchFamily="82" charset="0"/>
              </a:rPr>
              <a:t>ndhmbv</a:t>
            </a:r>
            <a:r>
              <a:rPr lang="en-SG" sz="2800" dirty="0">
                <a:latin typeface="ML-TTKarthika" panose="04000000000000000000" pitchFamily="82" charset="0"/>
              </a:rPr>
              <a:t> ]</a:t>
            </a:r>
            <a:r>
              <a:rPr lang="en-SG" sz="2800" dirty="0" err="1">
                <a:latin typeface="ML-TTKarthika" panose="04000000000000000000" pitchFamily="82" charset="0"/>
              </a:rPr>
              <a:t>ct</a:t>
            </a:r>
            <a:r>
              <a:rPr lang="en-SG" sz="2800" dirty="0">
                <a:latin typeface="ML-TTKarthika" panose="04000000000000000000" pitchFamily="82" charset="0"/>
              </a:rPr>
              <a:t>\! </a:t>
            </a:r>
            <a:r>
              <a:rPr lang="en-SG" sz="2800" dirty="0" err="1">
                <a:latin typeface="ML-TTKarthika" panose="04000000000000000000" pitchFamily="82" charset="0"/>
              </a:rPr>
              <a:t>Zbhmbv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endParaRPr lang="en-SG" sz="2800" dirty="0">
              <a:solidFill>
                <a:srgbClr val="800000"/>
              </a:solidFill>
              <a:latin typeface="ML-TTKarthika" panose="04000000000000000000" pitchFamily="82" charset="0"/>
            </a:endParaRPr>
          </a:p>
          <a:p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hcnI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hcnI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Cu tbmþKat²y </a:t>
            </a:r>
          </a:p>
          <a:p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sNmcnbWw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\</a:t>
            </a:r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n¶mßhcw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]cnip² ]cm]</a:t>
            </a:r>
            <a:r>
              <a:rPr lang="en-SG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ct</a:t>
            </a:r>
            <a:r>
              <a:rPr lang="en-SG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\! </a:t>
            </a:r>
            <a:endParaRPr lang="en-US" sz="2800" dirty="0">
              <a:solidFill>
                <a:srgbClr val="800000"/>
              </a:solidFill>
              <a:latin typeface="ML-TTKarthika" panose="04000000000000000000" pitchFamily="82" charset="0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230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2174-DEBC-400F-A4DF-B2DD71DE45B9}"/>
              </a:ext>
            </a:extLst>
          </p:cNvPr>
          <p:cNvSpPr txBox="1">
            <a:spLocks/>
          </p:cNvSpPr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6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Nandiyode</a:t>
            </a:r>
            <a:r>
              <a:rPr lang="en-GB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GB" sz="6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njaan</a:t>
            </a:r>
            <a:r>
              <a:rPr lang="en-GB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GB" sz="6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sthuthi</a:t>
            </a:r>
            <a:r>
              <a:rPr lang="en-GB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GB" sz="6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paadidum</a:t>
            </a:r>
            <a:endParaRPr lang="en-GB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59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595D6-263B-3E11-7BEE-94815392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19393-2E07-9BA8-3601-874709AD6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Thanksgiving Prayers – </a:t>
            </a:r>
            <a:r>
              <a:rPr lang="en-SG" err="1">
                <a:latin typeface="Segoe UI"/>
                <a:cs typeface="Segoe UI"/>
              </a:rPr>
              <a:t>Nanniyode</a:t>
            </a:r>
            <a:r>
              <a:rPr lang="en-SG">
                <a:latin typeface="Segoe UI"/>
                <a:cs typeface="Segoe UI"/>
              </a:rPr>
              <a:t> </a:t>
            </a:r>
            <a:r>
              <a:rPr lang="en-SG" err="1">
                <a:latin typeface="Segoe UI"/>
                <a:cs typeface="Segoe UI"/>
              </a:rPr>
              <a:t>njaan</a:t>
            </a:r>
            <a:r>
              <a:rPr lang="en-SG">
                <a:latin typeface="Segoe UI"/>
                <a:cs typeface="Segoe UI"/>
              </a:rPr>
              <a:t>….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E0C6967-EF0A-E504-0E46-4C1AF83739E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4F7B6-9E31-10FC-E2D5-95C9D46485E8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Thanksgiving: 1 of 1 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38AA8282-5CF8-B618-8ED3-A8397EE553D9}"/>
              </a:ext>
            </a:extLst>
          </p:cNvPr>
          <p:cNvSpPr txBox="1"/>
          <p:nvPr/>
        </p:nvSpPr>
        <p:spPr>
          <a:xfrm>
            <a:off x="1753982" y="1035781"/>
            <a:ext cx="631096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2800" b="0" i="0" dirty="0" err="1">
                <a:effectLst/>
                <a:latin typeface="Calibri"/>
                <a:ea typeface="Calibri"/>
                <a:cs typeface="Calibri"/>
              </a:rPr>
              <a:t>Nandiyode</a:t>
            </a:r>
            <a:r>
              <a:rPr lang="en-SG" sz="28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dirty="0" err="1">
                <a:effectLst/>
                <a:latin typeface="Calibri"/>
                <a:ea typeface="Calibri"/>
                <a:cs typeface="Calibri"/>
              </a:rPr>
              <a:t>njaan</a:t>
            </a:r>
            <a:r>
              <a:rPr lang="en-SG" sz="28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dirty="0" err="1">
                <a:effectLst/>
                <a:latin typeface="Calibri"/>
                <a:ea typeface="Calibri"/>
                <a:cs typeface="Calibri"/>
              </a:rPr>
              <a:t>sthuthi</a:t>
            </a:r>
            <a:r>
              <a:rPr lang="en-SG" sz="28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dirty="0" err="1">
                <a:effectLst/>
                <a:latin typeface="Calibri"/>
                <a:ea typeface="Calibri"/>
                <a:cs typeface="Calibri"/>
              </a:rPr>
              <a:t>paadidum</a:t>
            </a:r>
            <a:endParaRPr lang="en-SG" sz="2800" b="0" i="0" dirty="0">
              <a:effectLst/>
              <a:latin typeface="Calibri"/>
              <a:ea typeface="Calibri"/>
              <a:cs typeface="Calibri"/>
            </a:endParaRPr>
          </a:p>
          <a:p>
            <a:pPr algn="l"/>
            <a:r>
              <a:rPr lang="en-SG" sz="2800" b="0" i="0" dirty="0">
                <a:effectLst/>
                <a:latin typeface="Calibri"/>
                <a:ea typeface="Calibri"/>
                <a:cs typeface="Calibri"/>
              </a:rPr>
              <a:t>Ente 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y</a:t>
            </a:r>
            <a:r>
              <a:rPr lang="en-SG" sz="2800" b="0" i="0" dirty="0" err="1">
                <a:effectLst/>
                <a:latin typeface="Calibri"/>
                <a:ea typeface="Calibri"/>
                <a:cs typeface="Calibri"/>
              </a:rPr>
              <a:t>eshu</a:t>
            </a:r>
            <a:r>
              <a:rPr lang="en-SG" sz="28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dirty="0" err="1">
                <a:effectLst/>
                <a:latin typeface="Calibri"/>
                <a:ea typeface="Calibri"/>
                <a:cs typeface="Calibri"/>
              </a:rPr>
              <a:t>naathha</a:t>
            </a:r>
            <a:endParaRPr lang="en-SG" sz="2800" b="0" i="0" dirty="0">
              <a:effectLst/>
              <a:latin typeface="Calibri"/>
              <a:ea typeface="Calibri"/>
              <a:cs typeface="Calibri"/>
            </a:endParaRPr>
          </a:p>
          <a:p>
            <a:pPr algn="l"/>
            <a:r>
              <a:rPr lang="en-SG" sz="2800" b="0" i="0" dirty="0" err="1">
                <a:effectLst/>
                <a:latin typeface="Calibri"/>
                <a:ea typeface="Calibri"/>
                <a:cs typeface="Calibri"/>
              </a:rPr>
              <a:t>Enikkaay</a:t>
            </a:r>
            <a:r>
              <a:rPr lang="en-SG" sz="2800" b="0" i="0" dirty="0">
                <a:effectLst/>
                <a:latin typeface="Calibri"/>
                <a:ea typeface="Calibri"/>
                <a:cs typeface="Calibri"/>
              </a:rPr>
              <a:t> nee </a:t>
            </a:r>
            <a:r>
              <a:rPr lang="en-SG" sz="2800" b="0" i="0" dirty="0" err="1">
                <a:effectLst/>
                <a:latin typeface="Calibri"/>
                <a:ea typeface="Calibri"/>
                <a:cs typeface="Calibri"/>
              </a:rPr>
              <a:t>cheythoro</a:t>
            </a:r>
            <a:r>
              <a:rPr lang="en-SG" sz="28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dirty="0" err="1">
                <a:effectLst/>
                <a:latin typeface="Calibri"/>
                <a:ea typeface="Calibri"/>
                <a:cs typeface="Calibri"/>
              </a:rPr>
              <a:t>nanmakkum</a:t>
            </a:r>
            <a:endParaRPr lang="en-SG" sz="2800" b="0" i="0" dirty="0">
              <a:effectLst/>
              <a:latin typeface="Calibri"/>
              <a:ea typeface="Calibri"/>
              <a:cs typeface="Calibri"/>
            </a:endParaRPr>
          </a:p>
          <a:p>
            <a:pPr algn="l"/>
            <a:r>
              <a:rPr lang="en-SG" sz="2800" b="0" i="0" dirty="0">
                <a:effectLst/>
                <a:latin typeface="Calibri"/>
                <a:ea typeface="Calibri"/>
                <a:cs typeface="Calibri"/>
              </a:rPr>
              <a:t>Innu </a:t>
            </a:r>
            <a:r>
              <a:rPr lang="en-SG" sz="2800" b="0" i="0" dirty="0" err="1">
                <a:effectLst/>
                <a:latin typeface="Calibri"/>
                <a:ea typeface="Calibri"/>
                <a:cs typeface="Calibri"/>
              </a:rPr>
              <a:t>nandi</a:t>
            </a:r>
            <a:r>
              <a:rPr lang="en-SG" sz="28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dirty="0" err="1">
                <a:effectLst/>
                <a:latin typeface="Calibri"/>
                <a:ea typeface="Calibri"/>
                <a:cs typeface="Calibri"/>
              </a:rPr>
              <a:t>chollunnu</a:t>
            </a:r>
            <a:r>
              <a:rPr lang="en-SG" sz="28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dirty="0" err="1">
                <a:effectLst/>
                <a:latin typeface="Calibri"/>
                <a:ea typeface="Calibri"/>
                <a:cs typeface="Calibri"/>
              </a:rPr>
              <a:t>njaan</a:t>
            </a:r>
            <a:endParaRPr lang="en-SG" sz="2800" b="0" i="0" dirty="0"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2C9521C-65DC-81F3-F15F-B71F644B15F7}"/>
              </a:ext>
            </a:extLst>
          </p:cNvPr>
          <p:cNvSpPr txBox="1"/>
          <p:nvPr/>
        </p:nvSpPr>
        <p:spPr>
          <a:xfrm>
            <a:off x="1745744" y="2892316"/>
            <a:ext cx="682984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>
                <a:latin typeface="ML-TTKarthika" panose="04000000000000000000" pitchFamily="82" charset="0"/>
              </a:rPr>
              <a:t>\µ</a:t>
            </a:r>
            <a:r>
              <a:rPr lang="en-SG" sz="2800" err="1">
                <a:latin typeface="ML-TTKarthika" panose="04000000000000000000" pitchFamily="82" charset="0"/>
              </a:rPr>
              <a:t>ntbmsS</a:t>
            </a:r>
            <a:r>
              <a:rPr lang="en-SG" sz="2800">
                <a:latin typeface="ML-TTKarthika" panose="04000000000000000000" pitchFamily="82" charset="0"/>
              </a:rPr>
              <a:t> Rm³ </a:t>
            </a:r>
            <a:r>
              <a:rPr lang="en-SG" sz="2800" err="1">
                <a:latin typeface="ML-TTKarthika" panose="04000000000000000000" pitchFamily="82" charset="0"/>
              </a:rPr>
              <a:t>kvXpXn</a:t>
            </a:r>
            <a:r>
              <a:rPr lang="en-SG" sz="2800">
                <a:latin typeface="ML-TTKarthika" panose="04000000000000000000" pitchFamily="82" charset="0"/>
              </a:rPr>
              <a:t> ]</a:t>
            </a:r>
            <a:r>
              <a:rPr lang="en-SG" sz="2800" err="1">
                <a:latin typeface="ML-TTKarthika" panose="04000000000000000000" pitchFamily="82" charset="0"/>
              </a:rPr>
              <a:t>mSnSpw</a:t>
            </a:r>
            <a:endParaRPr lang="en-SG" sz="2800">
              <a:latin typeface="ML-TTKarthika" panose="04000000000000000000" pitchFamily="82" charset="0"/>
            </a:endParaRPr>
          </a:p>
          <a:p>
            <a:r>
              <a:rPr lang="en-SG" sz="2800" err="1">
                <a:latin typeface="ML-TTKarthika" panose="04000000000000000000" pitchFamily="82" charset="0"/>
              </a:rPr>
              <a:t>Fsâ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tbip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mYm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>
                <a:latin typeface="ML-TTKarthika" panose="04000000000000000000" pitchFamily="82" charset="0"/>
              </a:rPr>
              <a:t>F\</a:t>
            </a:r>
            <a:r>
              <a:rPr lang="en-SG" sz="2800" err="1">
                <a:latin typeface="ML-TTKarthika" panose="04000000000000000000" pitchFamily="82" charset="0"/>
              </a:rPr>
              <a:t>n¡mbv</a:t>
            </a:r>
            <a:r>
              <a:rPr lang="en-SG" sz="2800">
                <a:latin typeface="ML-TTKarthika" panose="04000000000000000000" pitchFamily="82" charset="0"/>
              </a:rPr>
              <a:t> \o </a:t>
            </a:r>
            <a:r>
              <a:rPr lang="en-SG" sz="2800" err="1">
                <a:latin typeface="ML-TTKarthika" panose="04000000000000000000" pitchFamily="82" charset="0"/>
              </a:rPr>
              <a:t>sNbvtXmtcm</a:t>
            </a:r>
            <a:r>
              <a:rPr lang="en-SG" sz="2800">
                <a:latin typeface="ML-TTKarthika" panose="04000000000000000000" pitchFamily="82" charset="0"/>
              </a:rPr>
              <a:t> \</a:t>
            </a:r>
            <a:r>
              <a:rPr lang="en-SG" sz="2800" err="1">
                <a:latin typeface="ML-TTKarthika" panose="04000000000000000000" pitchFamily="82" charset="0"/>
              </a:rPr>
              <a:t>bv¡pw</a:t>
            </a:r>
            <a:endParaRPr lang="en-SG" sz="2800">
              <a:latin typeface="ML-TTKarthika" panose="04000000000000000000" pitchFamily="82" charset="0"/>
            </a:endParaRPr>
          </a:p>
          <a:p>
            <a:r>
              <a:rPr lang="en-SG" sz="2800" err="1">
                <a:latin typeface="ML-TTKarthika" panose="04000000000000000000" pitchFamily="82" charset="0"/>
              </a:rPr>
              <a:t>C¶p</a:t>
            </a:r>
            <a:r>
              <a:rPr lang="en-SG" sz="2800">
                <a:latin typeface="ML-TTKarthika" panose="04000000000000000000" pitchFamily="82" charset="0"/>
              </a:rPr>
              <a:t> \µn </a:t>
            </a:r>
            <a:r>
              <a:rPr lang="en-SG" sz="2800" err="1">
                <a:latin typeface="ML-TTKarthika" panose="04000000000000000000" pitchFamily="82" charset="0"/>
              </a:rPr>
              <a:t>sNmÃp¶p</a:t>
            </a:r>
            <a:r>
              <a:rPr lang="en-SG" sz="2800">
                <a:latin typeface="ML-TTKarthika" panose="04000000000000000000" pitchFamily="82" charset="0"/>
              </a:rPr>
              <a:t> Rm³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779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B59398-515B-40E4-9922-357DB2AB5477}"/>
              </a:ext>
            </a:extLst>
          </p:cNvPr>
          <p:cNvSpPr txBox="1">
            <a:spLocks/>
          </p:cNvSpPr>
          <p:nvPr/>
        </p:nvSpPr>
        <p:spPr>
          <a:xfrm>
            <a:off x="1645063" y="1773360"/>
            <a:ext cx="6109545" cy="2038951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Offertory 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Ellamellam</a:t>
            </a: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 </a:t>
            </a:r>
            <a:r>
              <a:rPr lang="en-US" sz="6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Dhanamalle</a:t>
            </a:r>
            <a:endParaRPr lang="en-US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</a:endParaRPr>
          </a:p>
        </p:txBody>
      </p:sp>
    </p:spTree>
    <p:extLst>
      <p:ext uri="{BB962C8B-B14F-4D97-AF65-F5344CB8AC3E}">
        <p14:creationId xmlns:p14="http://schemas.microsoft.com/office/powerpoint/2010/main" val="3749989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Hymn- </a:t>
            </a:r>
            <a:r>
              <a:rPr lang="en-GB" err="1">
                <a:latin typeface="Segoe UI"/>
                <a:cs typeface="Segoe UI"/>
              </a:rPr>
              <a:t>Ellam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ellam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daanamalle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5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79201B77-84D1-A4FE-9F53-42BD53095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97206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b="0" i="0" dirty="0">
                <a:effectLst/>
                <a:latin typeface="Calibri"/>
                <a:ea typeface="Calibri"/>
                <a:cs typeface="Calibri"/>
              </a:rPr>
              <a:t>ellaam ellaam daa-nam-alle</a:t>
            </a:r>
            <a:br>
              <a:rPr lang="sv-SE" sz="2800" dirty="0">
                <a:latin typeface="Calibri"/>
                <a:ea typeface="Calibri"/>
                <a:cs typeface="Calibri"/>
              </a:rPr>
            </a:br>
            <a:r>
              <a:rPr lang="sv-SE" sz="2800" b="0" i="0" dirty="0">
                <a:effectLst/>
                <a:latin typeface="Calibri"/>
                <a:ea typeface="Calibri"/>
                <a:cs typeface="Calibri"/>
              </a:rPr>
              <a:t>itho-nnum ente-thalla</a:t>
            </a:r>
            <a:br>
              <a:rPr lang="sv-SE" sz="2800" dirty="0">
                <a:latin typeface="Calibri"/>
                <a:ea typeface="Calibri"/>
                <a:cs typeface="Calibri"/>
              </a:rPr>
            </a:br>
            <a:r>
              <a:rPr lang="sv-SE" sz="2800" b="0" i="0" dirty="0">
                <a:effectLst/>
                <a:latin typeface="Calibri"/>
                <a:ea typeface="Calibri"/>
                <a:cs typeface="Calibri"/>
              </a:rPr>
              <a:t>ellaam ellaam thann-ath-alle</a:t>
            </a:r>
            <a:br>
              <a:rPr lang="sv-SE" sz="2800" dirty="0">
                <a:latin typeface="Calibri"/>
                <a:ea typeface="Calibri"/>
                <a:cs typeface="Calibri"/>
              </a:rPr>
            </a:br>
            <a:r>
              <a:rPr lang="sv-SE" sz="2800" b="0" i="0" dirty="0">
                <a:effectLst/>
                <a:latin typeface="Calibri"/>
                <a:ea typeface="Calibri"/>
                <a:cs typeface="Calibri"/>
              </a:rPr>
              <a:t>itho-nnum njaan nediyathalla</a:t>
            </a:r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1025606" y="2627307"/>
            <a:ext cx="5751556" cy="2165033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ml-IN" sz="2000" i="0" dirty="0">
                <a:effectLst/>
                <a:latin typeface="ML-TTKarthika" panose="04000000000000000000" pitchFamily="82" charset="0"/>
              </a:rPr>
              <a:t>എല്ലാം എല്ലാം ദാനമല്ലേ</a:t>
            </a:r>
            <a:br>
              <a:rPr lang="ml-IN" sz="2000" dirty="0">
                <a:latin typeface="ML-TTKarthika" panose="04000000000000000000" pitchFamily="82" charset="0"/>
              </a:rPr>
            </a:br>
            <a:r>
              <a:rPr lang="ml-IN" sz="2000" i="0" dirty="0">
                <a:effectLst/>
                <a:latin typeface="ML-TTKarthika" panose="04000000000000000000" pitchFamily="82" charset="0"/>
              </a:rPr>
              <a:t>ഇതൊന്നും എന്റേതല്ല</a:t>
            </a:r>
            <a:br>
              <a:rPr lang="ml-IN" sz="2000" dirty="0">
                <a:latin typeface="ML-TTKarthika" panose="04000000000000000000" pitchFamily="82" charset="0"/>
              </a:rPr>
            </a:br>
            <a:r>
              <a:rPr lang="ml-IN" sz="2000" i="0" dirty="0">
                <a:effectLst/>
                <a:latin typeface="ML-TTKarthika" panose="04000000000000000000" pitchFamily="82" charset="0"/>
              </a:rPr>
              <a:t>എല്ലാം എല്ലാം തന്നതല്ലേ</a:t>
            </a:r>
            <a:br>
              <a:rPr lang="ml-IN" sz="2000" dirty="0">
                <a:latin typeface="ML-TTKarthika" panose="04000000000000000000" pitchFamily="82" charset="0"/>
              </a:rPr>
            </a:br>
            <a:r>
              <a:rPr lang="ml-IN" sz="2000" i="0" dirty="0">
                <a:effectLst/>
                <a:latin typeface="ML-TTKarthika" panose="04000000000000000000" pitchFamily="82" charset="0"/>
              </a:rPr>
              <a:t>ഇതൊന്നും ഞാൻ നേടിയതല്ല</a:t>
            </a:r>
            <a:endParaRPr lang="en-US" sz="20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756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5AF91-5A27-6B2A-F7D0-9AFA3A377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43E9B-4D43-4753-4AEC-47E1D04C8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Hymn- </a:t>
            </a:r>
            <a:r>
              <a:rPr lang="en-GB" err="1">
                <a:latin typeface="Segoe UI"/>
                <a:cs typeface="Segoe UI"/>
              </a:rPr>
              <a:t>Ellam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ellaam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daanamalle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14E19-5807-E7AD-23E7-5780311E76C8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2 of 5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96C78B1-8CF5-9049-5068-1246FD9907D5}"/>
              </a:ext>
            </a:extLst>
          </p:cNvPr>
          <p:cNvSpPr txBox="1">
            <a:spLocks/>
          </p:cNvSpPr>
          <p:nvPr/>
        </p:nvSpPr>
        <p:spPr>
          <a:xfrm>
            <a:off x="6237004" y="409944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769A85E3-D068-EF9B-6AE1-F4D64D6A9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1044211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39A6A3E-22D3-686D-7AC3-0E55668E19D0}"/>
              </a:ext>
            </a:extLst>
          </p:cNvPr>
          <p:cNvSpPr/>
          <p:nvPr/>
        </p:nvSpPr>
        <p:spPr>
          <a:xfrm>
            <a:off x="0" y="741754"/>
            <a:ext cx="6836404" cy="2118322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/>
            <a:r>
              <a:rPr lang="en-SG" sz="2600" dirty="0" err="1">
                <a:latin typeface="Calibri"/>
                <a:ea typeface="Calibri"/>
                <a:cs typeface="Calibri"/>
              </a:rPr>
              <a:t>j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eevanum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jeeva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niyo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-gang-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alhum</a:t>
            </a:r>
            <a:br>
              <a:rPr lang="en-SG" sz="2600" dirty="0">
                <a:latin typeface="Calibri"/>
                <a:ea typeface="Calibri"/>
                <a:cs typeface="Calibri"/>
              </a:rPr>
            </a:br>
            <a:r>
              <a:rPr lang="en-SG" sz="2600" dirty="0" err="1">
                <a:latin typeface="Calibri"/>
                <a:ea typeface="Calibri"/>
                <a:cs typeface="Calibri"/>
              </a:rPr>
              <a:t>p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raanh-anum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praanha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prabha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-van-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galhum</a:t>
            </a:r>
            <a:br>
              <a:rPr lang="en-SG" sz="2600" dirty="0">
                <a:latin typeface="Calibri"/>
                <a:ea typeface="Calibri"/>
                <a:cs typeface="Calibri"/>
              </a:rPr>
            </a:br>
            <a:r>
              <a:rPr lang="en-SG" sz="2600" dirty="0" err="1">
                <a:latin typeface="Calibri"/>
                <a:ea typeface="Calibri"/>
                <a:cs typeface="Calibri"/>
              </a:rPr>
              <a:t>n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athhaa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nin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divyamaam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daanangalhalle</a:t>
            </a:r>
            <a:br>
              <a:rPr lang="en-SG" sz="2600" dirty="0">
                <a:latin typeface="Calibri"/>
                <a:ea typeface="Calibri"/>
                <a:cs typeface="Calibri"/>
              </a:rPr>
            </a:br>
            <a:r>
              <a:rPr lang="en-SG" sz="2600" dirty="0" err="1">
                <a:latin typeface="Calibri"/>
                <a:ea typeface="Calibri"/>
                <a:cs typeface="Calibri"/>
              </a:rPr>
              <a:t>i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thonnum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entethalla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 </a:t>
            </a:r>
          </a:p>
          <a:p>
            <a:r>
              <a:rPr lang="sv-SE" sz="2400" dirty="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sv-SE" sz="2400" b="0" dirty="0">
                <a:solidFill>
                  <a:srgbClr val="800000"/>
                </a:solidFill>
                <a:effectLst/>
                <a:latin typeface="Calibri"/>
                <a:ea typeface="Calibri"/>
                <a:cs typeface="Calibri"/>
              </a:rPr>
              <a:t>llaam ellaam daa-nam-alle </a:t>
            </a:r>
            <a:r>
              <a:rPr lang="sv-SE" sz="2400" dirty="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sv-SE" sz="2400" b="0" dirty="0">
                <a:solidFill>
                  <a:srgbClr val="800000"/>
                </a:solidFill>
                <a:effectLst/>
                <a:latin typeface="Calibri"/>
                <a:ea typeface="Calibri"/>
                <a:cs typeface="Calibri"/>
              </a:rPr>
              <a:t>tho-nnum ente-thalla</a:t>
            </a:r>
            <a:endParaRPr lang="en-US" sz="2400" dirty="0">
              <a:solidFill>
                <a:srgbClr val="8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A6B70C-E105-7D61-147A-07D1DA488D4B}"/>
              </a:ext>
            </a:extLst>
          </p:cNvPr>
          <p:cNvSpPr/>
          <p:nvPr/>
        </p:nvSpPr>
        <p:spPr>
          <a:xfrm>
            <a:off x="0" y="2860074"/>
            <a:ext cx="7759040" cy="209086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>
              <a:lnSpc>
                <a:spcPct val="150000"/>
              </a:lnSpc>
            </a:pPr>
            <a:r>
              <a:rPr lang="ml-IN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ജീവനും ജീവനിയോഗങ്ങളും</a:t>
            </a:r>
            <a:br>
              <a:rPr lang="ml-IN" sz="18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പ്രാണനും</a:t>
            </a:r>
            <a:r>
              <a:rPr lang="en-US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പ്രാണപ്രതാപങ്ങളും</a:t>
            </a:r>
            <a:r>
              <a:rPr lang="en-SG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18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നാഥാ നിൻ ദിവ്യമാം</a:t>
            </a:r>
            <a:r>
              <a:rPr lang="en-US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ദാനങ്ങളല്ലേ</a:t>
            </a:r>
            <a:br>
              <a:rPr lang="ml-IN" sz="18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ഇതൊന്നും എന്‍റെതല്ല</a:t>
            </a:r>
            <a:r>
              <a:rPr lang="en-SG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ml-IN" sz="1800" dirty="0">
                <a:solidFill>
                  <a:srgbClr val="800000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എല്ലാം എല്ലാം ദാനമല്ലേ</a:t>
            </a:r>
            <a:r>
              <a:rPr lang="en-US" sz="1800" dirty="0">
                <a:solidFill>
                  <a:srgbClr val="800000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1800" dirty="0">
                <a:solidFill>
                  <a:srgbClr val="800000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ഇതൊന്നും എന്റേതല്ല</a:t>
            </a:r>
            <a:endParaRPr lang="en-US" sz="1800" dirty="0">
              <a:solidFill>
                <a:srgbClr val="8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41EDFB58-17A0-8448-DBA2-7BC3052C4777}"/>
              </a:ext>
            </a:extLst>
          </p:cNvPr>
          <p:cNvSpPr/>
          <p:nvPr/>
        </p:nvSpPr>
        <p:spPr>
          <a:xfrm>
            <a:off x="5892328" y="1698543"/>
            <a:ext cx="157397" cy="55035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C9AEE4-C810-E071-4420-EEC3C27E8246}"/>
              </a:ext>
            </a:extLst>
          </p:cNvPr>
          <p:cNvSpPr txBox="1"/>
          <p:nvPr/>
        </p:nvSpPr>
        <p:spPr>
          <a:xfrm>
            <a:off x="6011228" y="1771138"/>
            <a:ext cx="46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75795BB7-926F-FB22-963D-8FF2C039F8F8}"/>
              </a:ext>
            </a:extLst>
          </p:cNvPr>
          <p:cNvSpPr/>
          <p:nvPr/>
        </p:nvSpPr>
        <p:spPr>
          <a:xfrm>
            <a:off x="4961453" y="3837048"/>
            <a:ext cx="157397" cy="55035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3B183F-620D-0692-7277-C5645282598C}"/>
              </a:ext>
            </a:extLst>
          </p:cNvPr>
          <p:cNvSpPr txBox="1"/>
          <p:nvPr/>
        </p:nvSpPr>
        <p:spPr>
          <a:xfrm>
            <a:off x="5088591" y="3911082"/>
            <a:ext cx="270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75547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00F88-1A26-F691-0AED-B71B480AE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5D6F-026A-B4E9-E958-4406E6753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Hymn- </a:t>
            </a:r>
            <a:r>
              <a:rPr lang="en-GB" err="1">
                <a:latin typeface="Segoe UI"/>
                <a:cs typeface="Segoe UI"/>
              </a:rPr>
              <a:t>Ellam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ellaam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daanamalle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1066D0-700E-E579-94F2-75A1C378119C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3 of 5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D4FBCFA-6998-CEC7-36D2-DB04AD4EF092}"/>
              </a:ext>
            </a:extLst>
          </p:cNvPr>
          <p:cNvSpPr txBox="1">
            <a:spLocks/>
          </p:cNvSpPr>
          <p:nvPr/>
        </p:nvSpPr>
        <p:spPr>
          <a:xfrm>
            <a:off x="6237004" y="409944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6569F5D3-0FB8-B285-3B19-637148E63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91" y="1044211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D454AD-5DCC-19E9-B7BC-941B1E609784}"/>
              </a:ext>
            </a:extLst>
          </p:cNvPr>
          <p:cNvSpPr/>
          <p:nvPr/>
        </p:nvSpPr>
        <p:spPr>
          <a:xfrm>
            <a:off x="0" y="758230"/>
            <a:ext cx="6836404" cy="2118322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/>
            <a:r>
              <a:rPr lang="en-SG" sz="2600" dirty="0" err="1">
                <a:ea typeface="Calibri"/>
                <a:cs typeface="Calibri"/>
              </a:rPr>
              <a:t>nimi-shan-galhil</a:t>
            </a:r>
            <a:r>
              <a:rPr lang="en-SG" sz="2600" dirty="0">
                <a:ea typeface="Calibri"/>
                <a:cs typeface="Calibri"/>
              </a:rPr>
              <a:t> </a:t>
            </a:r>
            <a:r>
              <a:rPr lang="en-SG" sz="2600" dirty="0" err="1">
                <a:ea typeface="Calibri"/>
                <a:cs typeface="Calibri"/>
              </a:rPr>
              <a:t>oro</a:t>
            </a:r>
            <a:r>
              <a:rPr lang="en-SG" sz="2600" dirty="0">
                <a:ea typeface="Calibri"/>
                <a:cs typeface="Calibri"/>
              </a:rPr>
              <a:t> </a:t>
            </a:r>
            <a:r>
              <a:rPr lang="en-SG" sz="2600" dirty="0" err="1">
                <a:ea typeface="Calibri"/>
                <a:cs typeface="Calibri"/>
              </a:rPr>
              <a:t>nimi-shan-galhil</a:t>
            </a:r>
            <a:br>
              <a:rPr lang="en-SG" sz="2600" dirty="0">
                <a:ea typeface="Calibri"/>
                <a:cs typeface="Calibri"/>
              </a:rPr>
            </a:br>
            <a:r>
              <a:rPr lang="en-SG" sz="2400" dirty="0" err="1">
                <a:ea typeface="Calibri"/>
                <a:cs typeface="Calibri"/>
              </a:rPr>
              <a:t>enne</a:t>
            </a:r>
            <a:r>
              <a:rPr lang="en-SG" sz="2400" dirty="0">
                <a:ea typeface="Calibri"/>
                <a:cs typeface="Calibri"/>
              </a:rPr>
              <a:t> </a:t>
            </a:r>
            <a:r>
              <a:rPr lang="en-SG" sz="2400" dirty="0" err="1">
                <a:ea typeface="Calibri"/>
                <a:cs typeface="Calibri"/>
              </a:rPr>
              <a:t>pothi-yunna</a:t>
            </a:r>
            <a:r>
              <a:rPr lang="en-SG" sz="2400" dirty="0">
                <a:ea typeface="Calibri"/>
                <a:cs typeface="Calibri"/>
              </a:rPr>
              <a:t> </a:t>
            </a:r>
            <a:r>
              <a:rPr lang="en-SG" sz="2400" dirty="0" err="1">
                <a:ea typeface="Calibri"/>
                <a:cs typeface="Calibri"/>
              </a:rPr>
              <a:t>nin</a:t>
            </a:r>
            <a:r>
              <a:rPr lang="en-SG" sz="2400" dirty="0">
                <a:ea typeface="Calibri"/>
                <a:cs typeface="Calibri"/>
              </a:rPr>
              <a:t> </a:t>
            </a:r>
            <a:r>
              <a:rPr lang="en-SG" sz="2400" dirty="0" err="1">
                <a:ea typeface="Calibri"/>
                <a:cs typeface="Calibri"/>
              </a:rPr>
              <a:t>jeeva</a:t>
            </a:r>
            <a:r>
              <a:rPr lang="en-SG" sz="2400" dirty="0">
                <a:ea typeface="Calibri"/>
                <a:cs typeface="Calibri"/>
              </a:rPr>
              <a:t> </a:t>
            </a:r>
            <a:r>
              <a:rPr lang="en-SG" sz="2400" dirty="0" err="1">
                <a:ea typeface="Calibri"/>
                <a:cs typeface="Calibri"/>
              </a:rPr>
              <a:t>kiranh-angalhum</a:t>
            </a:r>
            <a:r>
              <a:rPr lang="en-SG" sz="2400" dirty="0">
                <a:ea typeface="Calibri"/>
                <a:cs typeface="Calibri"/>
              </a:rPr>
              <a:t> </a:t>
            </a:r>
            <a:br>
              <a:rPr lang="en-SG" sz="2600" dirty="0">
                <a:ea typeface="Calibri"/>
                <a:cs typeface="Calibri"/>
              </a:rPr>
            </a:br>
            <a:r>
              <a:rPr lang="en-SG" sz="2600" dirty="0" err="1">
                <a:ea typeface="Calibri"/>
                <a:cs typeface="Calibri"/>
              </a:rPr>
              <a:t>oru</a:t>
            </a:r>
            <a:r>
              <a:rPr lang="en-SG" sz="2600" dirty="0">
                <a:ea typeface="Calibri"/>
                <a:cs typeface="Calibri"/>
              </a:rPr>
              <a:t> </a:t>
            </a:r>
            <a:r>
              <a:rPr lang="en-SG" sz="2600" dirty="0" err="1">
                <a:ea typeface="Calibri"/>
                <a:cs typeface="Calibri"/>
              </a:rPr>
              <a:t>maathra</a:t>
            </a:r>
            <a:r>
              <a:rPr lang="en-SG" sz="2600" dirty="0">
                <a:ea typeface="Calibri"/>
                <a:cs typeface="Calibri"/>
              </a:rPr>
              <a:t> </a:t>
            </a:r>
            <a:r>
              <a:rPr lang="en-SG" sz="2600" dirty="0" err="1">
                <a:ea typeface="Calibri"/>
                <a:cs typeface="Calibri"/>
              </a:rPr>
              <a:t>polum</a:t>
            </a:r>
            <a:r>
              <a:rPr lang="en-SG" sz="2600" dirty="0">
                <a:ea typeface="Calibri"/>
                <a:cs typeface="Calibri"/>
              </a:rPr>
              <a:t> piri-</a:t>
            </a:r>
            <a:r>
              <a:rPr lang="en-SG" sz="2600" dirty="0" err="1">
                <a:ea typeface="Calibri"/>
                <a:cs typeface="Calibri"/>
              </a:rPr>
              <a:t>yaathe</a:t>
            </a:r>
            <a:r>
              <a:rPr lang="en-SG" sz="2600" dirty="0">
                <a:ea typeface="Calibri"/>
                <a:cs typeface="Calibri"/>
              </a:rPr>
              <a:t> </a:t>
            </a:r>
            <a:r>
              <a:rPr lang="en-SG" sz="2600" dirty="0" err="1">
                <a:ea typeface="Calibri"/>
                <a:cs typeface="Calibri"/>
              </a:rPr>
              <a:t>enne</a:t>
            </a:r>
            <a:br>
              <a:rPr lang="en-SG" sz="2600" dirty="0">
                <a:ea typeface="Calibri"/>
                <a:cs typeface="Calibri"/>
              </a:rPr>
            </a:br>
            <a:r>
              <a:rPr lang="en-SG" sz="2600" dirty="0" err="1">
                <a:ea typeface="Calibri"/>
                <a:cs typeface="Calibri"/>
              </a:rPr>
              <a:t>karu-thunna</a:t>
            </a:r>
            <a:r>
              <a:rPr lang="en-SG" sz="2600" dirty="0">
                <a:ea typeface="Calibri"/>
                <a:cs typeface="Calibri"/>
              </a:rPr>
              <a:t> </a:t>
            </a:r>
            <a:r>
              <a:rPr lang="en-SG" sz="2600" dirty="0" err="1">
                <a:ea typeface="Calibri"/>
                <a:cs typeface="Calibri"/>
              </a:rPr>
              <a:t>sne-havum</a:t>
            </a:r>
            <a:r>
              <a:rPr lang="en-SG" sz="2600" dirty="0">
                <a:ea typeface="Calibri"/>
                <a:cs typeface="Calibri"/>
              </a:rPr>
              <a:t> </a:t>
            </a:r>
            <a:r>
              <a:rPr lang="en-SG" sz="2600" dirty="0" err="1">
                <a:ea typeface="Calibri"/>
                <a:cs typeface="Calibri"/>
              </a:rPr>
              <a:t>daanamalle</a:t>
            </a:r>
            <a:r>
              <a:rPr lang="en-SG" sz="2600" dirty="0">
                <a:ea typeface="Calibri"/>
                <a:cs typeface="Calibri"/>
              </a:rPr>
              <a:t> </a:t>
            </a:r>
          </a:p>
          <a:p>
            <a:pPr marL="361950" indent="-361950"/>
            <a:r>
              <a:rPr lang="sv-SE" sz="2400" dirty="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sv-SE" sz="2400" b="0" dirty="0">
                <a:solidFill>
                  <a:srgbClr val="800000"/>
                </a:solidFill>
                <a:effectLst/>
                <a:latin typeface="Calibri"/>
                <a:ea typeface="Calibri"/>
                <a:cs typeface="Calibri"/>
              </a:rPr>
              <a:t>llaam ellaam daa-nam-alle </a:t>
            </a:r>
            <a:r>
              <a:rPr lang="sv-SE" sz="2400" dirty="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sv-SE" sz="2400" b="0" dirty="0">
                <a:solidFill>
                  <a:srgbClr val="800000"/>
                </a:solidFill>
                <a:effectLst/>
                <a:latin typeface="Calibri"/>
                <a:ea typeface="Calibri"/>
                <a:cs typeface="Calibri"/>
              </a:rPr>
              <a:t>tho-nnum ente-thalla</a:t>
            </a:r>
            <a:endParaRPr lang="en-US" sz="2400" dirty="0">
              <a:solidFill>
                <a:srgbClr val="8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9CDC6A-3B94-2510-4D7E-494FCCF17845}"/>
              </a:ext>
            </a:extLst>
          </p:cNvPr>
          <p:cNvSpPr/>
          <p:nvPr/>
        </p:nvSpPr>
        <p:spPr>
          <a:xfrm>
            <a:off x="0" y="2860074"/>
            <a:ext cx="7759040" cy="209086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>
              <a:lnSpc>
                <a:spcPct val="150000"/>
              </a:lnSpc>
            </a:pPr>
            <a:r>
              <a:rPr lang="ml-IN" sz="1800" dirty="0">
                <a:latin typeface="Kartika" panose="02020503030404060203" pitchFamily="18" charset="0"/>
              </a:rPr>
              <a:t>നിമിഷങ്ങളിൽ ഓരോ നിമിഷങ്ങളിൽ­</a:t>
            </a:r>
            <a:r>
              <a:rPr lang="en-US" sz="18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marL="361950">
              <a:lnSpc>
                <a:spcPct val="150000"/>
              </a:lnSpc>
            </a:pPr>
            <a:r>
              <a:rPr lang="ml-IN" sz="1700" dirty="0">
                <a:latin typeface="Kartika" panose="02020503030404060203" pitchFamily="18" charset="0"/>
              </a:rPr>
              <a:t>എന്നെ</a:t>
            </a:r>
            <a:r>
              <a:rPr lang="en-US" sz="17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1700" dirty="0">
                <a:latin typeface="Kartika" panose="02020503030404060203" pitchFamily="18" charset="0"/>
              </a:rPr>
              <a:t>പൊതിയുന്ന നിൻ ജീവ</a:t>
            </a:r>
            <a:r>
              <a:rPr lang="en-US" sz="17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1700" dirty="0">
                <a:latin typeface="Kartika" panose="02020503030404060203" pitchFamily="18" charset="0"/>
              </a:rPr>
              <a:t>കിരണങ്ങളും</a:t>
            </a:r>
            <a:r>
              <a:rPr lang="en-SG" sz="17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marL="361950">
              <a:lnSpc>
                <a:spcPct val="150000"/>
              </a:lnSpc>
            </a:pPr>
            <a:r>
              <a:rPr lang="ml-IN" sz="1800" dirty="0">
                <a:latin typeface="Kartika" panose="02020503030404060203" pitchFamily="18" charset="0"/>
              </a:rPr>
              <a:t>ഒരുമാത്ര പോലും പിരിയാതെ എന്നെ</a:t>
            </a:r>
            <a:r>
              <a:rPr lang="en-US" sz="18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marL="361950">
              <a:lnSpc>
                <a:spcPct val="150000"/>
              </a:lnSpc>
            </a:pPr>
            <a:r>
              <a:rPr lang="ml-IN" sz="1800" dirty="0">
                <a:latin typeface="Kartika" panose="02020503030404060203" pitchFamily="18" charset="0"/>
              </a:rPr>
              <a:t>കരുതുന്ന സ്നേഹവും ദാനമല്ലേ</a:t>
            </a:r>
            <a:r>
              <a:rPr lang="en-SG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ml-IN" sz="1800" dirty="0">
                <a:solidFill>
                  <a:srgbClr val="800000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എല്ലാം എല്ലാം ദാനമല്ലേ</a:t>
            </a:r>
            <a:r>
              <a:rPr lang="en-US" sz="1800" dirty="0">
                <a:solidFill>
                  <a:srgbClr val="800000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1800" dirty="0">
                <a:solidFill>
                  <a:srgbClr val="800000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ഇതൊന്നും എന്റേതല്ല</a:t>
            </a:r>
            <a:endParaRPr lang="en-US" sz="1800" dirty="0">
              <a:solidFill>
                <a:srgbClr val="8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B79FD3-1928-2CE2-68D6-68DD4193FF74}"/>
              </a:ext>
            </a:extLst>
          </p:cNvPr>
          <p:cNvGrpSpPr/>
          <p:nvPr/>
        </p:nvGrpSpPr>
        <p:grpSpPr>
          <a:xfrm>
            <a:off x="5892328" y="1715019"/>
            <a:ext cx="582612" cy="550356"/>
            <a:chOff x="5892328" y="1574973"/>
            <a:chExt cx="582612" cy="550356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04F05363-CA33-8D66-D870-6D0F99D8732E}"/>
                </a:ext>
              </a:extLst>
            </p:cNvPr>
            <p:cNvSpPr/>
            <p:nvPr/>
          </p:nvSpPr>
          <p:spPr>
            <a:xfrm>
              <a:off x="5892328" y="1574973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2C5512-BF6A-76FE-DF0A-99C464F73F15}"/>
                </a:ext>
              </a:extLst>
            </p:cNvPr>
            <p:cNvSpPr txBox="1"/>
            <p:nvPr/>
          </p:nvSpPr>
          <p:spPr>
            <a:xfrm>
              <a:off x="6011228" y="1647568"/>
              <a:ext cx="463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/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5B575BB-5DB5-88C1-8362-64F74FD9903D}"/>
              </a:ext>
            </a:extLst>
          </p:cNvPr>
          <p:cNvGrpSpPr/>
          <p:nvPr/>
        </p:nvGrpSpPr>
        <p:grpSpPr>
          <a:xfrm>
            <a:off x="5496912" y="3837048"/>
            <a:ext cx="491996" cy="652574"/>
            <a:chOff x="5702858" y="3828810"/>
            <a:chExt cx="491996" cy="550356"/>
          </a:xfrm>
        </p:grpSpPr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99E92DEA-1D52-BBF9-986C-57C918C3A0BE}"/>
                </a:ext>
              </a:extLst>
            </p:cNvPr>
            <p:cNvSpPr/>
            <p:nvPr/>
          </p:nvSpPr>
          <p:spPr>
            <a:xfrm>
              <a:off x="5702858" y="3828810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D4F5B09-DA16-64FD-A9C7-E7CD2BF53CAF}"/>
                </a:ext>
              </a:extLst>
            </p:cNvPr>
            <p:cNvSpPr txBox="1"/>
            <p:nvPr/>
          </p:nvSpPr>
          <p:spPr>
            <a:xfrm>
              <a:off x="5887661" y="3932523"/>
              <a:ext cx="307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E02233B-1866-8C54-B726-A905A15EE3BF}"/>
              </a:ext>
            </a:extLst>
          </p:cNvPr>
          <p:cNvGrpSpPr/>
          <p:nvPr/>
        </p:nvGrpSpPr>
        <p:grpSpPr>
          <a:xfrm>
            <a:off x="5987062" y="969495"/>
            <a:ext cx="582612" cy="550356"/>
            <a:chOff x="6036490" y="829449"/>
            <a:chExt cx="582612" cy="550356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F6DBA6BC-34BB-9CCD-249D-43C69A154D50}"/>
                </a:ext>
              </a:extLst>
            </p:cNvPr>
            <p:cNvSpPr/>
            <p:nvPr/>
          </p:nvSpPr>
          <p:spPr>
            <a:xfrm>
              <a:off x="6036490" y="829449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FFF43C-6C60-12D2-C2AF-0A3779B3DAAF}"/>
                </a:ext>
              </a:extLst>
            </p:cNvPr>
            <p:cNvSpPr txBox="1"/>
            <p:nvPr/>
          </p:nvSpPr>
          <p:spPr>
            <a:xfrm>
              <a:off x="6155390" y="902044"/>
              <a:ext cx="463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/>
                <a:t>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005002D-E07D-2022-09E5-67D38B668C4A}"/>
              </a:ext>
            </a:extLst>
          </p:cNvPr>
          <p:cNvGrpSpPr/>
          <p:nvPr/>
        </p:nvGrpSpPr>
        <p:grpSpPr>
          <a:xfrm>
            <a:off x="5896448" y="3033859"/>
            <a:ext cx="491996" cy="652574"/>
            <a:chOff x="5702858" y="3828810"/>
            <a:chExt cx="491996" cy="550356"/>
          </a:xfrm>
        </p:grpSpPr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6726E89A-2125-DE4A-C7D6-04A124BA640F}"/>
                </a:ext>
              </a:extLst>
            </p:cNvPr>
            <p:cNvSpPr/>
            <p:nvPr/>
          </p:nvSpPr>
          <p:spPr>
            <a:xfrm>
              <a:off x="5702858" y="3828810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D31DFB1-C5B6-E127-E105-99597FE33712}"/>
                </a:ext>
              </a:extLst>
            </p:cNvPr>
            <p:cNvSpPr txBox="1"/>
            <p:nvPr/>
          </p:nvSpPr>
          <p:spPr>
            <a:xfrm>
              <a:off x="5887661" y="3932523"/>
              <a:ext cx="307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2519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40191-6C01-8D0E-5F4D-57BD4C7D3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80AC3-9601-0B90-6CB5-065B7B9C2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Hymn- </a:t>
            </a:r>
            <a:r>
              <a:rPr lang="en-GB" err="1">
                <a:latin typeface="Segoe UI"/>
                <a:cs typeface="Segoe UI"/>
              </a:rPr>
              <a:t>Ellam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ellaam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daanamalle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16F98-D569-16D6-33D2-B021148BC9F2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4 of 5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BD8499-38B7-6D8E-F013-8B34E5C732B1}"/>
              </a:ext>
            </a:extLst>
          </p:cNvPr>
          <p:cNvSpPr txBox="1">
            <a:spLocks/>
          </p:cNvSpPr>
          <p:nvPr/>
        </p:nvSpPr>
        <p:spPr>
          <a:xfrm>
            <a:off x="6237004" y="409944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1CDAFFA9-E3FA-EBB0-D5D6-F12E131B8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91" y="1044211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E62DEF5-B681-EFBA-3574-E32C4553BFF4}"/>
              </a:ext>
            </a:extLst>
          </p:cNvPr>
          <p:cNvSpPr/>
          <p:nvPr/>
        </p:nvSpPr>
        <p:spPr>
          <a:xfrm>
            <a:off x="0" y="502852"/>
            <a:ext cx="7949514" cy="2118322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/>
            <a:r>
              <a:rPr lang="en-SG" sz="2400" dirty="0" err="1">
                <a:ea typeface="Calibri"/>
                <a:cs typeface="Calibri"/>
              </a:rPr>
              <a:t>bandhangalhil</a:t>
            </a:r>
            <a:r>
              <a:rPr lang="en-SG" sz="2400" dirty="0">
                <a:ea typeface="Calibri"/>
                <a:cs typeface="Calibri"/>
              </a:rPr>
              <a:t> </a:t>
            </a:r>
            <a:r>
              <a:rPr lang="en-SG" sz="2400" dirty="0" err="1">
                <a:ea typeface="Calibri"/>
                <a:cs typeface="Calibri"/>
              </a:rPr>
              <a:t>ente</a:t>
            </a:r>
            <a:r>
              <a:rPr lang="en-SG" sz="2400" dirty="0">
                <a:ea typeface="Calibri"/>
                <a:cs typeface="Calibri"/>
              </a:rPr>
              <a:t> </a:t>
            </a:r>
            <a:r>
              <a:rPr lang="en-SG" sz="2400" dirty="0" err="1">
                <a:ea typeface="Calibri"/>
                <a:cs typeface="Calibri"/>
              </a:rPr>
              <a:t>karman-galhil</a:t>
            </a:r>
            <a:r>
              <a:rPr lang="en-SG" sz="2400" dirty="0">
                <a:ea typeface="Calibri"/>
                <a:cs typeface="Calibri"/>
              </a:rPr>
              <a:t> - </a:t>
            </a:r>
            <a:r>
              <a:rPr lang="en-SG" sz="2400" dirty="0" err="1">
                <a:ea typeface="Calibri"/>
                <a:cs typeface="Calibri"/>
              </a:rPr>
              <a:t>enne</a:t>
            </a:r>
            <a:br>
              <a:rPr lang="en-SG" sz="2400" dirty="0">
                <a:ea typeface="Calibri"/>
                <a:cs typeface="Calibri"/>
              </a:rPr>
            </a:br>
            <a:r>
              <a:rPr lang="en-SG" sz="2400" dirty="0" err="1">
                <a:ea typeface="Calibri"/>
                <a:cs typeface="Calibri"/>
              </a:rPr>
              <a:t>nin</a:t>
            </a:r>
            <a:r>
              <a:rPr lang="en-SG" sz="2400" dirty="0">
                <a:ea typeface="Calibri"/>
                <a:cs typeface="Calibri"/>
              </a:rPr>
              <a:t> </a:t>
            </a:r>
            <a:r>
              <a:rPr lang="en-SG" sz="2400" dirty="0" err="1">
                <a:ea typeface="Calibri"/>
                <a:cs typeface="Calibri"/>
              </a:rPr>
              <a:t>jeeva</a:t>
            </a:r>
            <a:r>
              <a:rPr lang="en-SG" sz="2400" dirty="0">
                <a:ea typeface="Calibri"/>
                <a:cs typeface="Calibri"/>
              </a:rPr>
              <a:t> </a:t>
            </a:r>
            <a:r>
              <a:rPr lang="en-SG" sz="2400" dirty="0" err="1">
                <a:ea typeface="Calibri"/>
                <a:cs typeface="Calibri"/>
              </a:rPr>
              <a:t>saakshi-yaay</a:t>
            </a:r>
            <a:r>
              <a:rPr lang="en-SG" sz="2400" dirty="0">
                <a:ea typeface="Calibri"/>
                <a:cs typeface="Calibri"/>
              </a:rPr>
              <a:t> </a:t>
            </a:r>
            <a:r>
              <a:rPr lang="en-SG" sz="2400" dirty="0" err="1">
                <a:ea typeface="Calibri"/>
                <a:cs typeface="Calibri"/>
              </a:rPr>
              <a:t>nirthee-duvaan</a:t>
            </a:r>
            <a:r>
              <a:rPr lang="en-SG" sz="2400" dirty="0">
                <a:ea typeface="Calibri"/>
                <a:cs typeface="Calibri"/>
              </a:rPr>
              <a:t> </a:t>
            </a:r>
            <a:br>
              <a:rPr lang="en-SG" sz="2400" dirty="0">
                <a:ea typeface="Calibri"/>
                <a:cs typeface="Calibri"/>
              </a:rPr>
            </a:br>
            <a:r>
              <a:rPr lang="en-SG" sz="2400" dirty="0" err="1">
                <a:ea typeface="Calibri"/>
                <a:cs typeface="Calibri"/>
              </a:rPr>
              <a:t>paripaa</a:t>
            </a:r>
            <a:r>
              <a:rPr lang="en-SG" sz="2400" dirty="0">
                <a:ea typeface="Calibri"/>
                <a:cs typeface="Calibri"/>
              </a:rPr>
              <a:t>-</a:t>
            </a:r>
            <a:r>
              <a:rPr lang="en-SG" sz="2400" dirty="0" err="1">
                <a:ea typeface="Calibri"/>
                <a:cs typeface="Calibri"/>
              </a:rPr>
              <a:t>vanaathmaa</a:t>
            </a:r>
            <a:r>
              <a:rPr lang="en-SG" sz="2400" dirty="0">
                <a:ea typeface="Calibri"/>
                <a:cs typeface="Calibri"/>
              </a:rPr>
              <a:t>-vin </a:t>
            </a:r>
            <a:r>
              <a:rPr lang="en-SG" sz="2400" dirty="0" err="1">
                <a:ea typeface="Calibri"/>
                <a:cs typeface="Calibri"/>
              </a:rPr>
              <a:t>vara</a:t>
            </a:r>
            <a:r>
              <a:rPr lang="en-SG" sz="2400" dirty="0">
                <a:ea typeface="Calibri"/>
                <a:cs typeface="Calibri"/>
              </a:rPr>
              <a:t> </a:t>
            </a:r>
            <a:r>
              <a:rPr lang="en-SG" sz="2400" dirty="0" err="1">
                <a:ea typeface="Calibri"/>
                <a:cs typeface="Calibri"/>
              </a:rPr>
              <a:t>daanam-ennil</a:t>
            </a:r>
            <a:br>
              <a:rPr lang="en-SG" sz="2400" dirty="0">
                <a:ea typeface="Calibri"/>
                <a:cs typeface="Calibri"/>
              </a:rPr>
            </a:br>
            <a:r>
              <a:rPr lang="en-SG" sz="2400" dirty="0" err="1">
                <a:ea typeface="Calibri"/>
                <a:cs typeface="Calibri"/>
              </a:rPr>
              <a:t>pakarunna</a:t>
            </a:r>
            <a:r>
              <a:rPr lang="en-SG" sz="2400" dirty="0">
                <a:ea typeface="Calibri"/>
                <a:cs typeface="Calibri"/>
              </a:rPr>
              <a:t> </a:t>
            </a:r>
            <a:r>
              <a:rPr lang="en-SG" sz="2400" dirty="0" err="1">
                <a:ea typeface="Calibri"/>
                <a:cs typeface="Calibri"/>
              </a:rPr>
              <a:t>sneha</a:t>
            </a:r>
            <a:r>
              <a:rPr lang="en-SG" sz="2400" dirty="0">
                <a:ea typeface="Calibri"/>
                <a:cs typeface="Calibri"/>
              </a:rPr>
              <a:t>-vum daana-</a:t>
            </a:r>
            <a:r>
              <a:rPr lang="en-SG" sz="2400" dirty="0" err="1">
                <a:ea typeface="Calibri"/>
                <a:cs typeface="Calibri"/>
              </a:rPr>
              <a:t>malle</a:t>
            </a:r>
            <a:endParaRPr lang="en-SG" sz="2400" dirty="0">
              <a:ea typeface="Calibri"/>
              <a:cs typeface="Calibri"/>
            </a:endParaRPr>
          </a:p>
          <a:p>
            <a:pPr marL="361950" indent="-361950"/>
            <a:r>
              <a:rPr lang="sv-SE" sz="2400" dirty="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sv-SE" sz="2400" b="0" dirty="0">
                <a:solidFill>
                  <a:srgbClr val="800000"/>
                </a:solidFill>
                <a:effectLst/>
                <a:latin typeface="Calibri"/>
                <a:ea typeface="Calibri"/>
                <a:cs typeface="Calibri"/>
              </a:rPr>
              <a:t>llaam ellaam daa-nam-alle </a:t>
            </a:r>
            <a:r>
              <a:rPr lang="sv-SE" sz="2400" dirty="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sv-SE" sz="2400" b="0" dirty="0">
                <a:solidFill>
                  <a:srgbClr val="800000"/>
                </a:solidFill>
                <a:effectLst/>
                <a:latin typeface="Calibri"/>
                <a:ea typeface="Calibri"/>
                <a:cs typeface="Calibri"/>
              </a:rPr>
              <a:t>tho-nnum ente-thalla</a:t>
            </a:r>
          </a:p>
          <a:p>
            <a:pPr marL="361950" indent="-361950"/>
            <a:r>
              <a:rPr lang="sv-SE" sz="2100" dirty="0">
                <a:solidFill>
                  <a:srgbClr val="800000"/>
                </a:solidFill>
                <a:ea typeface="Calibri"/>
                <a:cs typeface="Calibri"/>
              </a:rPr>
              <a:t>ellaam ellaam thann-ath-alle itho-nnum njaan nediyathalla</a:t>
            </a:r>
            <a:endParaRPr lang="en-US" sz="2100" dirty="0">
              <a:solidFill>
                <a:srgbClr val="8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6F9ABA-9B23-7918-F14B-CE5EC6717B0F}"/>
              </a:ext>
            </a:extLst>
          </p:cNvPr>
          <p:cNvSpPr/>
          <p:nvPr/>
        </p:nvSpPr>
        <p:spPr>
          <a:xfrm>
            <a:off x="0" y="2695317"/>
            <a:ext cx="7759040" cy="209086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>
              <a:lnSpc>
                <a:spcPct val="150000"/>
              </a:lnSpc>
            </a:pPr>
            <a:r>
              <a:rPr lang="ml-IN" sz="1800" dirty="0">
                <a:latin typeface="Open Sans" panose="020B0606030504020204" pitchFamily="34" charset="0"/>
              </a:rPr>
              <a:t>ബന്ധങ്ങളിൽ എന്‍റെ കർമ്മങ്ങളിൽ</a:t>
            </a:r>
            <a:r>
              <a:rPr lang="en-US" sz="1800" dirty="0">
                <a:latin typeface="Open Sans" panose="020B0606030504020204" pitchFamily="34" charset="0"/>
              </a:rPr>
              <a:t> </a:t>
            </a:r>
            <a:r>
              <a:rPr lang="ml-IN" sz="1800" dirty="0">
                <a:latin typeface="Open Sans" panose="020B0606030504020204" pitchFamily="34" charset="0"/>
              </a:rPr>
              <a:t>-</a:t>
            </a:r>
            <a:r>
              <a:rPr lang="en-US" sz="1800" dirty="0">
                <a:latin typeface="Open Sans" panose="020B0606030504020204" pitchFamily="34" charset="0"/>
              </a:rPr>
              <a:t> </a:t>
            </a:r>
            <a:r>
              <a:rPr lang="ml-IN" sz="1800" dirty="0">
                <a:latin typeface="Open Sans" panose="020B0606030504020204" pitchFamily="34" charset="0"/>
              </a:rPr>
              <a:t>എന്നെ</a:t>
            </a:r>
            <a:br>
              <a:rPr lang="ml-IN" sz="1800" dirty="0"/>
            </a:br>
            <a:r>
              <a:rPr lang="ml-IN" sz="1800" dirty="0">
                <a:latin typeface="Open Sans" panose="020B0606030504020204" pitchFamily="34" charset="0"/>
              </a:rPr>
              <a:t>നിൻ ജീവസാക്ഷിയായ് നിർത്തിടുവാൻ</a:t>
            </a:r>
            <a:r>
              <a:rPr lang="en-SG" sz="1800" dirty="0">
                <a:latin typeface="Open Sans" panose="020B0606030504020204" pitchFamily="34" charset="0"/>
              </a:rPr>
              <a:t> </a:t>
            </a:r>
            <a:br>
              <a:rPr lang="ml-IN" sz="1800" dirty="0"/>
            </a:br>
            <a:r>
              <a:rPr lang="ml-IN" sz="1800" dirty="0">
                <a:latin typeface="Open Sans" panose="020B0606030504020204" pitchFamily="34" charset="0"/>
              </a:rPr>
              <a:t>പരിപാവനാത്മാവിൻ വരദാനമെന്നിൽ</a:t>
            </a:r>
            <a:br>
              <a:rPr lang="ml-IN" sz="1800" dirty="0"/>
            </a:br>
            <a:r>
              <a:rPr lang="ml-IN" sz="1800" dirty="0">
                <a:latin typeface="Open Sans" panose="020B0606030504020204" pitchFamily="34" charset="0"/>
              </a:rPr>
              <a:t>പകരുന്ന സ്നേഹവും ദാനമല്ലേ</a:t>
            </a:r>
            <a:r>
              <a:rPr lang="en-SG" sz="1800" dirty="0">
                <a:latin typeface="Open Sans" panose="020B0606030504020204" pitchFamily="34" charset="0"/>
              </a:rPr>
              <a:t> </a:t>
            </a:r>
            <a:r>
              <a:rPr lang="en-SG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ml-IN" sz="1700" dirty="0">
                <a:solidFill>
                  <a:srgbClr val="800000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എല്ലാം എല്ലാം</a:t>
            </a:r>
            <a:r>
              <a:rPr lang="en-US" sz="1700" dirty="0">
                <a:solidFill>
                  <a:srgbClr val="800000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1700" dirty="0">
                <a:solidFill>
                  <a:srgbClr val="800000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ദാനമല്ലേ</a:t>
            </a:r>
            <a:r>
              <a:rPr lang="en-US" sz="1700" dirty="0">
                <a:solidFill>
                  <a:srgbClr val="800000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1700" dirty="0">
                <a:solidFill>
                  <a:srgbClr val="800000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ഇതൊന്നും എന്റേതല്ല</a:t>
            </a:r>
            <a:endParaRPr lang="en-US" sz="1700" dirty="0">
              <a:solidFill>
                <a:srgbClr val="800000"/>
              </a:solidFill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50000"/>
              </a:lnSpc>
            </a:pPr>
            <a:r>
              <a:rPr lang="ml-IN" sz="1700" dirty="0">
                <a:solidFill>
                  <a:srgbClr val="800000"/>
                </a:solidFill>
                <a:latin typeface="ML-TTKarthika" panose="04000000000000000000" pitchFamily="82" charset="0"/>
              </a:rPr>
              <a:t>എല്ലാം എല്ലാം തന്നതല്ലേ</a:t>
            </a:r>
            <a:r>
              <a:rPr lang="en-US" sz="1700" dirty="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ml-IN" sz="1700" dirty="0">
                <a:solidFill>
                  <a:srgbClr val="800000"/>
                </a:solidFill>
                <a:latin typeface="ML-TTKarthika" panose="04000000000000000000" pitchFamily="82" charset="0"/>
              </a:rPr>
              <a:t>ഇതൊന്നും ഞാൻ നേടിയതല്ല</a:t>
            </a:r>
            <a:endParaRPr lang="en-US" sz="1700" dirty="0">
              <a:solidFill>
                <a:srgbClr val="8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555590-D057-FA2B-E31E-0A4FD64D03A9}"/>
              </a:ext>
            </a:extLst>
          </p:cNvPr>
          <p:cNvGrpSpPr/>
          <p:nvPr/>
        </p:nvGrpSpPr>
        <p:grpSpPr>
          <a:xfrm>
            <a:off x="5892328" y="1459641"/>
            <a:ext cx="582612" cy="550356"/>
            <a:chOff x="5892328" y="1574973"/>
            <a:chExt cx="582612" cy="550356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8752A9E1-EF04-2E27-5488-BF97FD196247}"/>
                </a:ext>
              </a:extLst>
            </p:cNvPr>
            <p:cNvSpPr/>
            <p:nvPr/>
          </p:nvSpPr>
          <p:spPr>
            <a:xfrm>
              <a:off x="5892328" y="1574973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DBC205-5F5E-429F-1383-F3A4DD247A37}"/>
                </a:ext>
              </a:extLst>
            </p:cNvPr>
            <p:cNvSpPr txBox="1"/>
            <p:nvPr/>
          </p:nvSpPr>
          <p:spPr>
            <a:xfrm>
              <a:off x="6011228" y="1647568"/>
              <a:ext cx="463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/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9C02EB7-98C6-9166-402F-51B9E9665F7F}"/>
              </a:ext>
            </a:extLst>
          </p:cNvPr>
          <p:cNvGrpSpPr/>
          <p:nvPr/>
        </p:nvGrpSpPr>
        <p:grpSpPr>
          <a:xfrm>
            <a:off x="5842901" y="3655816"/>
            <a:ext cx="491996" cy="652574"/>
            <a:chOff x="5702858" y="3828810"/>
            <a:chExt cx="491996" cy="550356"/>
          </a:xfrm>
        </p:grpSpPr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D1F778F8-D57F-ECF4-0041-12235384A245}"/>
                </a:ext>
              </a:extLst>
            </p:cNvPr>
            <p:cNvSpPr/>
            <p:nvPr/>
          </p:nvSpPr>
          <p:spPr>
            <a:xfrm>
              <a:off x="5702858" y="3828810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038E477-8D10-1F37-9D1C-17FC572F5711}"/>
                </a:ext>
              </a:extLst>
            </p:cNvPr>
            <p:cNvSpPr txBox="1"/>
            <p:nvPr/>
          </p:nvSpPr>
          <p:spPr>
            <a:xfrm>
              <a:off x="5887661" y="3932523"/>
              <a:ext cx="307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7076050-4D5A-509B-542F-074F69411496}"/>
              </a:ext>
            </a:extLst>
          </p:cNvPr>
          <p:cNvGrpSpPr/>
          <p:nvPr/>
        </p:nvGrpSpPr>
        <p:grpSpPr>
          <a:xfrm>
            <a:off x="5888208" y="672927"/>
            <a:ext cx="582612" cy="550356"/>
            <a:chOff x="6036490" y="829449"/>
            <a:chExt cx="582612" cy="550356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19C28E62-A7C9-7253-06F8-9DC720D4CF41}"/>
                </a:ext>
              </a:extLst>
            </p:cNvPr>
            <p:cNvSpPr/>
            <p:nvPr/>
          </p:nvSpPr>
          <p:spPr>
            <a:xfrm>
              <a:off x="6036490" y="829449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7E0861D-66E9-4B1C-BD44-680FC039A055}"/>
                </a:ext>
              </a:extLst>
            </p:cNvPr>
            <p:cNvSpPr txBox="1"/>
            <p:nvPr/>
          </p:nvSpPr>
          <p:spPr>
            <a:xfrm>
              <a:off x="6155390" y="902044"/>
              <a:ext cx="463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/>
                <a:t>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C527F5B-B7E6-5A30-8D00-4BDDA6F5DD7C}"/>
              </a:ext>
            </a:extLst>
          </p:cNvPr>
          <p:cNvGrpSpPr/>
          <p:nvPr/>
        </p:nvGrpSpPr>
        <p:grpSpPr>
          <a:xfrm>
            <a:off x="5847021" y="2869102"/>
            <a:ext cx="491996" cy="652574"/>
            <a:chOff x="5702858" y="3828810"/>
            <a:chExt cx="491996" cy="550356"/>
          </a:xfrm>
        </p:grpSpPr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FBAF8493-7D6D-4960-5721-6CC9EB7B5005}"/>
                </a:ext>
              </a:extLst>
            </p:cNvPr>
            <p:cNvSpPr/>
            <p:nvPr/>
          </p:nvSpPr>
          <p:spPr>
            <a:xfrm>
              <a:off x="5702858" y="3828810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A6A6C6B-8FD7-2702-4D4B-45558FAB8245}"/>
                </a:ext>
              </a:extLst>
            </p:cNvPr>
            <p:cNvSpPr txBox="1"/>
            <p:nvPr/>
          </p:nvSpPr>
          <p:spPr>
            <a:xfrm>
              <a:off x="5887661" y="3932523"/>
              <a:ext cx="307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7748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B2232-CCF8-032A-629B-FE963BED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8A271-B279-C0A1-674F-6899FD2BC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Hymn- </a:t>
            </a:r>
            <a:r>
              <a:rPr lang="en-GB" err="1">
                <a:latin typeface="Segoe UI"/>
                <a:cs typeface="Segoe UI"/>
              </a:rPr>
              <a:t>Ellam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ellaam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daanamalle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DB603-BCA8-2E77-EAF2-410D4709EF2B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5 of 5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74687D5-68A2-B1A5-D103-79EB5CCFF2D2}"/>
              </a:ext>
            </a:extLst>
          </p:cNvPr>
          <p:cNvSpPr txBox="1">
            <a:spLocks/>
          </p:cNvSpPr>
          <p:nvPr/>
        </p:nvSpPr>
        <p:spPr>
          <a:xfrm>
            <a:off x="6237004" y="409944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A4276343-237B-B999-493C-6B59BF2F4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1044211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A108D0C-1EB1-2A9A-60F9-078869C38E46}"/>
              </a:ext>
            </a:extLst>
          </p:cNvPr>
          <p:cNvSpPr/>
          <p:nvPr/>
        </p:nvSpPr>
        <p:spPr>
          <a:xfrm>
            <a:off x="0" y="741754"/>
            <a:ext cx="6836404" cy="2118322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/>
            <a:r>
              <a:rPr lang="en-SG" sz="2600" dirty="0" err="1">
                <a:latin typeface="Calibri"/>
                <a:ea typeface="Calibri"/>
                <a:cs typeface="Calibri"/>
              </a:rPr>
              <a:t>j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eevanum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jeeva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niyo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-gang-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alhum</a:t>
            </a:r>
            <a:br>
              <a:rPr lang="en-SG" sz="2600" dirty="0">
                <a:latin typeface="Calibri"/>
                <a:ea typeface="Calibri"/>
                <a:cs typeface="Calibri"/>
              </a:rPr>
            </a:br>
            <a:r>
              <a:rPr lang="en-SG" sz="2600" dirty="0" err="1">
                <a:latin typeface="Calibri"/>
                <a:ea typeface="Calibri"/>
                <a:cs typeface="Calibri"/>
              </a:rPr>
              <a:t>p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raanh-anum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praanha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prabha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-van-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galhum</a:t>
            </a:r>
            <a:br>
              <a:rPr lang="en-SG" sz="2600" dirty="0">
                <a:latin typeface="Calibri"/>
                <a:ea typeface="Calibri"/>
                <a:cs typeface="Calibri"/>
              </a:rPr>
            </a:br>
            <a:r>
              <a:rPr lang="en-SG" sz="2600" dirty="0" err="1">
                <a:latin typeface="Calibri"/>
                <a:ea typeface="Calibri"/>
                <a:cs typeface="Calibri"/>
              </a:rPr>
              <a:t>n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athhaa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nin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divyamaam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daanangalhalle</a:t>
            </a:r>
            <a:br>
              <a:rPr lang="en-SG" sz="2600" dirty="0">
                <a:latin typeface="Calibri"/>
                <a:ea typeface="Calibri"/>
                <a:cs typeface="Calibri"/>
              </a:rPr>
            </a:br>
            <a:r>
              <a:rPr lang="en-SG" sz="2600" dirty="0" err="1">
                <a:latin typeface="Calibri"/>
                <a:ea typeface="Calibri"/>
                <a:cs typeface="Calibri"/>
              </a:rPr>
              <a:t>i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thonnum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600" b="0" i="0" dirty="0" err="1">
                <a:effectLst/>
                <a:latin typeface="Calibri"/>
                <a:ea typeface="Calibri"/>
                <a:cs typeface="Calibri"/>
              </a:rPr>
              <a:t>entethalla</a:t>
            </a:r>
            <a:r>
              <a:rPr lang="en-SG" sz="2600" b="0" i="0" dirty="0">
                <a:effectLst/>
                <a:latin typeface="Calibri"/>
                <a:ea typeface="Calibri"/>
                <a:cs typeface="Calibri"/>
              </a:rPr>
              <a:t> </a:t>
            </a:r>
          </a:p>
          <a:p>
            <a:r>
              <a:rPr lang="sv-SE" sz="2400" dirty="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sv-SE" sz="2400" b="0" dirty="0">
                <a:solidFill>
                  <a:srgbClr val="800000"/>
                </a:solidFill>
                <a:effectLst/>
                <a:latin typeface="Calibri"/>
                <a:ea typeface="Calibri"/>
                <a:cs typeface="Calibri"/>
              </a:rPr>
              <a:t>llaam ellaam daa-nam-alle </a:t>
            </a:r>
            <a:r>
              <a:rPr lang="sv-SE" sz="2400" dirty="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sv-SE" sz="2400" b="0" dirty="0">
                <a:solidFill>
                  <a:srgbClr val="800000"/>
                </a:solidFill>
                <a:effectLst/>
                <a:latin typeface="Calibri"/>
                <a:ea typeface="Calibri"/>
                <a:cs typeface="Calibri"/>
              </a:rPr>
              <a:t>tho-nnum ente-thalla</a:t>
            </a:r>
            <a:endParaRPr lang="en-US" sz="2400" dirty="0">
              <a:solidFill>
                <a:srgbClr val="8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49F005-BBBE-4D79-DF82-EA83D892A829}"/>
              </a:ext>
            </a:extLst>
          </p:cNvPr>
          <p:cNvSpPr/>
          <p:nvPr/>
        </p:nvSpPr>
        <p:spPr>
          <a:xfrm>
            <a:off x="0" y="2860074"/>
            <a:ext cx="7759040" cy="209086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>
              <a:lnSpc>
                <a:spcPct val="150000"/>
              </a:lnSpc>
            </a:pPr>
            <a:r>
              <a:rPr lang="ml-IN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ജീവനും ജീവനിയോഗങ്ങളും</a:t>
            </a:r>
            <a:br>
              <a:rPr lang="ml-IN" sz="18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പ്രാണനും</a:t>
            </a:r>
            <a:r>
              <a:rPr lang="en-US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പ്രാണപ്രതാപങ്ങളും</a:t>
            </a:r>
            <a:r>
              <a:rPr lang="en-SG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18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നാഥാ നിൻ ദിവ്യമാം</a:t>
            </a:r>
            <a:r>
              <a:rPr lang="en-US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ദാനങ്ങളല്ലേ</a:t>
            </a:r>
            <a:br>
              <a:rPr lang="ml-IN" sz="18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ഇതൊന്നും എന്‍റെതല്ല</a:t>
            </a:r>
            <a:r>
              <a:rPr lang="en-SG" sz="1800" b="0" i="0" dirty="0"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ml-IN" sz="1800" dirty="0">
                <a:solidFill>
                  <a:srgbClr val="800000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എല്ലാം എല്ലാം ദാനമല്ലേ</a:t>
            </a:r>
            <a:r>
              <a:rPr lang="en-US" sz="1800" dirty="0">
                <a:solidFill>
                  <a:srgbClr val="800000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1800" dirty="0">
                <a:solidFill>
                  <a:srgbClr val="800000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ഇതൊന്നും എന്റേതല്ല</a:t>
            </a:r>
            <a:endParaRPr lang="en-US" sz="1800" dirty="0">
              <a:solidFill>
                <a:srgbClr val="8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EAE6CFAC-09B8-0659-9090-A9387590DEFF}"/>
              </a:ext>
            </a:extLst>
          </p:cNvPr>
          <p:cNvSpPr/>
          <p:nvPr/>
        </p:nvSpPr>
        <p:spPr>
          <a:xfrm>
            <a:off x="5892328" y="1698543"/>
            <a:ext cx="157397" cy="55035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A15FFD-E331-9C9C-E108-D741A3409BD7}"/>
              </a:ext>
            </a:extLst>
          </p:cNvPr>
          <p:cNvSpPr txBox="1"/>
          <p:nvPr/>
        </p:nvSpPr>
        <p:spPr>
          <a:xfrm>
            <a:off x="6011228" y="1771138"/>
            <a:ext cx="46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A425F792-69A0-A4C5-EEEA-40BDC9E142AE}"/>
              </a:ext>
            </a:extLst>
          </p:cNvPr>
          <p:cNvSpPr/>
          <p:nvPr/>
        </p:nvSpPr>
        <p:spPr>
          <a:xfrm>
            <a:off x="4961453" y="3837048"/>
            <a:ext cx="157397" cy="55035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31B7DD-016C-72B2-FEA6-4C0751339D47}"/>
              </a:ext>
            </a:extLst>
          </p:cNvPr>
          <p:cNvSpPr txBox="1"/>
          <p:nvPr/>
        </p:nvSpPr>
        <p:spPr>
          <a:xfrm>
            <a:off x="5088591" y="3911082"/>
            <a:ext cx="270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97622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17255-1FAC-CCC8-F9C0-70805AC93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A8894A-03E8-2A4A-31A5-D5170570F7F7}"/>
              </a:ext>
            </a:extLst>
          </p:cNvPr>
          <p:cNvSpPr txBox="1">
            <a:spLocks/>
          </p:cNvSpPr>
          <p:nvPr/>
        </p:nvSpPr>
        <p:spPr>
          <a:xfrm>
            <a:off x="756000" y="1463290"/>
            <a:ext cx="7632000" cy="2216920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  <a:defRPr/>
            </a:pPr>
            <a:r>
              <a:rPr lang="en-US" sz="72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2068073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7BA12-4EA3-9EE3-A4C2-69C999D2D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A8DCA9-2B7C-5DC3-CF7D-9C85D9F5654C}"/>
              </a:ext>
            </a:extLst>
          </p:cNvPr>
          <p:cNvSpPr txBox="1">
            <a:spLocks/>
          </p:cNvSpPr>
          <p:nvPr/>
        </p:nvSpPr>
        <p:spPr>
          <a:xfrm>
            <a:off x="756000" y="1463290"/>
            <a:ext cx="7632000" cy="2216920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  <a:defRPr/>
            </a:pPr>
            <a:r>
              <a:rPr lang="en-US" sz="72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Confession</a:t>
            </a:r>
          </a:p>
          <a:p>
            <a:pPr marL="0" indent="0" algn="ctr">
              <a:buNone/>
              <a:tabLst>
                <a:tab pos="1423880" algn="l"/>
              </a:tabLst>
              <a:defRPr/>
            </a:pPr>
            <a:r>
              <a:rPr kumimoji="0" lang="en-US" sz="6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/>
                <a:ea typeface="+mn-ea"/>
                <a:cs typeface="+mn-cs"/>
              </a:rPr>
              <a:t>Hymn No 227</a:t>
            </a:r>
            <a:endParaRPr kumimoji="0" lang="en-US" sz="6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briola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8917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Confession – Hymn No 227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466D9-7833-DDA1-D1BC-EBA82DC637B7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</a:t>
            </a:r>
            <a:r>
              <a:rPr lang="en-SG" sz="1400" err="1">
                <a:solidFill>
                  <a:prstClr val="black"/>
                </a:solidFill>
                <a:latin typeface="Segoe UI"/>
                <a:cs typeface="Segoe UI"/>
              </a:rPr>
              <a:t>nfess</a:t>
            </a: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ion: 1 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00E18D-8C04-43EE-9538-15F9424B41F6}"/>
              </a:ext>
            </a:extLst>
          </p:cNvPr>
          <p:cNvSpPr/>
          <p:nvPr/>
        </p:nvSpPr>
        <p:spPr>
          <a:xfrm>
            <a:off x="1816221" y="902432"/>
            <a:ext cx="6049273" cy="2027773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 dirty="0" err="1"/>
              <a:t>ninnishtam</a:t>
            </a:r>
            <a:r>
              <a:rPr lang="en-US" sz="2800" dirty="0"/>
              <a:t> deva </a:t>
            </a:r>
            <a:r>
              <a:rPr lang="en-US" sz="2800" dirty="0" err="1"/>
              <a:t>aayi-datte</a:t>
            </a:r>
            <a:br>
              <a:rPr lang="en-US" sz="2800" dirty="0"/>
            </a:br>
            <a:r>
              <a:rPr lang="en-US" sz="2800" dirty="0" err="1"/>
              <a:t>njaano</a:t>
            </a:r>
            <a:r>
              <a:rPr lang="en-US" sz="2800" dirty="0"/>
              <a:t> </a:t>
            </a:r>
            <a:r>
              <a:rPr lang="en-US" sz="2800" dirty="0" err="1"/>
              <a:t>manh</a:t>
            </a:r>
            <a:r>
              <a:rPr lang="en-US" sz="2800" dirty="0"/>
              <a:t>-</a:t>
            </a:r>
            <a:r>
              <a:rPr lang="en-US" sz="2800" dirty="0" err="1"/>
              <a:t>paath</a:t>
            </a:r>
            <a:r>
              <a:rPr lang="en-US" sz="2800" dirty="0"/>
              <a:t>-ram </a:t>
            </a:r>
            <a:r>
              <a:rPr lang="en-US" sz="2800" dirty="0" err="1"/>
              <a:t>nin</a:t>
            </a:r>
            <a:r>
              <a:rPr lang="en-US" sz="2800" dirty="0"/>
              <a:t> kara-</a:t>
            </a:r>
            <a:r>
              <a:rPr lang="en-US" sz="2800" dirty="0" err="1"/>
              <a:t>tthil</a:t>
            </a:r>
            <a:br>
              <a:rPr lang="en-US" sz="2800" dirty="0"/>
            </a:br>
            <a:r>
              <a:rPr lang="en-US" sz="2800" dirty="0" err="1"/>
              <a:t>nin</a:t>
            </a:r>
            <a:r>
              <a:rPr lang="en-US" sz="2800" dirty="0"/>
              <a:t> </a:t>
            </a:r>
            <a:r>
              <a:rPr lang="en-US" sz="2800" dirty="0" err="1"/>
              <a:t>paad-atthil</a:t>
            </a:r>
            <a:r>
              <a:rPr lang="en-US" sz="2800" dirty="0"/>
              <a:t> </a:t>
            </a:r>
            <a:r>
              <a:rPr lang="en-US" sz="2800" dirty="0" err="1"/>
              <a:t>njaan</a:t>
            </a:r>
            <a:r>
              <a:rPr lang="en-US" sz="2800" dirty="0"/>
              <a:t> </a:t>
            </a:r>
            <a:r>
              <a:rPr lang="en-US" sz="2800" dirty="0" err="1"/>
              <a:t>kaatth-iri-kkum</a:t>
            </a:r>
            <a:br>
              <a:rPr lang="en-US" sz="2800" dirty="0"/>
            </a:br>
            <a:r>
              <a:rPr lang="en-US" sz="2800" dirty="0" err="1"/>
              <a:t>ninn-ishtam</a:t>
            </a:r>
            <a:r>
              <a:rPr lang="en-US" sz="2800" dirty="0"/>
              <a:t> pol nee </a:t>
            </a:r>
            <a:r>
              <a:rPr lang="en-US" sz="2800" dirty="0" err="1"/>
              <a:t>maatt-ukenne</a:t>
            </a:r>
            <a:endParaRPr lang="en-SG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3B940F-9615-456D-9316-95822B2A31C3}"/>
              </a:ext>
            </a:extLst>
          </p:cNvPr>
          <p:cNvSpPr txBox="1"/>
          <p:nvPr/>
        </p:nvSpPr>
        <p:spPr>
          <a:xfrm>
            <a:off x="1840933" y="2836140"/>
            <a:ext cx="6049273" cy="1747854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n¶nãw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tZhm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BbnSs</a:t>
            </a:r>
            <a:r>
              <a:rPr lang="en-US" sz="2800">
                <a:latin typeface="ML-TTKarthika" panose="04000000000000000000" pitchFamily="82" charset="0"/>
              </a:rPr>
              <a:t>«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Rmt</a:t>
            </a:r>
            <a:r>
              <a:rPr lang="en-US" sz="2800">
                <a:latin typeface="ML-TTKarthika" panose="04000000000000000000" pitchFamily="82" charset="0"/>
              </a:rPr>
              <a:t>\m a¬]m{</a:t>
            </a:r>
            <a:r>
              <a:rPr lang="en-US" sz="2800" err="1">
                <a:latin typeface="ML-TTKarthika" panose="04000000000000000000" pitchFamily="82" charset="0"/>
              </a:rPr>
              <a:t>Xw</a:t>
            </a:r>
            <a:r>
              <a:rPr lang="en-US" sz="2800">
                <a:latin typeface="ML-TTKarthika" panose="04000000000000000000" pitchFamily="82" charset="0"/>
              </a:rPr>
              <a:t> \n³Ic¯nÂ </a:t>
            </a:r>
          </a:p>
          <a:p>
            <a:r>
              <a:rPr lang="en-US" sz="2800">
                <a:latin typeface="ML-TTKarthika" panose="04000000000000000000" pitchFamily="82" charset="0"/>
              </a:rPr>
              <a:t>\n³ ]</a:t>
            </a:r>
            <a:r>
              <a:rPr lang="en-US" sz="2800" err="1">
                <a:latin typeface="ML-TTKarthika" panose="04000000000000000000" pitchFamily="82" charset="0"/>
              </a:rPr>
              <a:t>mZ¯nÂ</a:t>
            </a:r>
            <a:r>
              <a:rPr lang="en-US" sz="2800">
                <a:latin typeface="ML-TTKarthika" panose="04000000000000000000" pitchFamily="82" charset="0"/>
              </a:rPr>
              <a:t> Rm³ </a:t>
            </a:r>
            <a:r>
              <a:rPr lang="en-US" sz="2800" err="1">
                <a:latin typeface="ML-TTKarthika" panose="04000000000000000000" pitchFamily="82" charset="0"/>
              </a:rPr>
              <a:t>Im¯ncn¡pw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n¶nãw</a:t>
            </a:r>
            <a:r>
              <a:rPr lang="en-US" sz="2800">
                <a:latin typeface="ML-TTKarthika" panose="04000000000000000000" pitchFamily="82" charset="0"/>
              </a:rPr>
              <a:t> t]</a:t>
            </a:r>
            <a:r>
              <a:rPr lang="en-US" sz="2800" err="1">
                <a:latin typeface="ML-TTKarthika" panose="04000000000000000000" pitchFamily="82" charset="0"/>
              </a:rPr>
              <a:t>mÂ</a:t>
            </a:r>
            <a:r>
              <a:rPr lang="en-US" sz="2800">
                <a:latin typeface="ML-TTKarthika" panose="04000000000000000000" pitchFamily="82" charset="0"/>
              </a:rPr>
              <a:t> \o </a:t>
            </a:r>
            <a:r>
              <a:rPr lang="en-US" sz="2800" err="1">
                <a:latin typeface="ML-TTKarthika" panose="04000000000000000000" pitchFamily="82" charset="0"/>
              </a:rPr>
              <a:t>amäpsIs</a:t>
            </a:r>
            <a:r>
              <a:rPr lang="en-US" sz="2800">
                <a:latin typeface="ML-TTKarthika" panose="04000000000000000000" pitchFamily="82" charset="0"/>
              </a:rPr>
              <a:t>¶ </a:t>
            </a:r>
            <a:r>
              <a:rPr lang="en-SG" sz="2800" b="1">
                <a:latin typeface="ML-TTKarthika" panose="04000000000000000000" pitchFamily="82" charset="0"/>
              </a:rPr>
              <a:t> </a:t>
            </a:r>
            <a:r>
              <a:rPr lang="en-SG" sz="240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430628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F2E4-6CD7-C54A-96A9-EDD25A5854ED}"/>
              </a:ext>
            </a:extLst>
          </p:cNvPr>
          <p:cNvSpPr txBox="1">
            <a:spLocks/>
          </p:cNvSpPr>
          <p:nvPr/>
        </p:nvSpPr>
        <p:spPr>
          <a:xfrm>
            <a:off x="2004934" y="1543798"/>
            <a:ext cx="5134132" cy="102795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880" algn="l"/>
              </a:tabLst>
              <a:defRPr/>
            </a:pP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Holy Communion</a:t>
            </a:r>
          </a:p>
        </p:txBody>
      </p:sp>
    </p:spTree>
    <p:extLst>
      <p:ext uri="{BB962C8B-B14F-4D97-AF65-F5344CB8AC3E}">
        <p14:creationId xmlns:p14="http://schemas.microsoft.com/office/powerpoint/2010/main" val="290555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</a:t>
            </a:r>
            <a:r>
              <a:rPr lang="en-GB">
                <a:latin typeface="Segoe UI" panose="020B0502040204020203" pitchFamily="34" charset="0"/>
              </a:rPr>
              <a:t>Hymn No: 227</a:t>
            </a:r>
            <a:endParaRPr lang="en-US">
              <a:latin typeface="Segoe U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3557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7A72D-54AD-8DDF-CD4F-0D809E85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452F6-25BD-97BB-B4C8-1C7B15025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Holy Communion - Hymn No 227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FDFA01-80AD-3452-633D-3F894ACF9A9F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</a:t>
            </a:r>
            <a:r>
              <a:rPr lang="en-SG" sz="1400" err="1">
                <a:solidFill>
                  <a:prstClr val="black"/>
                </a:solidFill>
                <a:latin typeface="Segoe UI"/>
                <a:cs typeface="Segoe UI"/>
              </a:rPr>
              <a:t>mmun</a:t>
            </a: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ion 1: 1 of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B28E9B-671F-EDDD-6418-16026F19FCFB}"/>
              </a:ext>
            </a:extLst>
          </p:cNvPr>
          <p:cNvSpPr txBox="1"/>
          <p:nvPr/>
        </p:nvSpPr>
        <p:spPr>
          <a:xfrm>
            <a:off x="2294627" y="2896732"/>
            <a:ext cx="5981769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n¶nãw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tZhm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BbnSs</a:t>
            </a:r>
            <a:r>
              <a:rPr lang="en-US" sz="2800" dirty="0">
                <a:latin typeface="ML-TTKarthika" panose="04000000000000000000" pitchFamily="82" charset="0"/>
              </a:rPr>
              <a:t>«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Rmt</a:t>
            </a:r>
            <a:r>
              <a:rPr lang="en-US" sz="2800" dirty="0">
                <a:latin typeface="ML-TTKarthika" panose="04000000000000000000" pitchFamily="82" charset="0"/>
              </a:rPr>
              <a:t>\m a¬]m{</a:t>
            </a:r>
            <a:r>
              <a:rPr lang="en-US" sz="2800" dirty="0" err="1">
                <a:latin typeface="ML-TTKarthika" panose="04000000000000000000" pitchFamily="82" charset="0"/>
              </a:rPr>
              <a:t>Xw</a:t>
            </a:r>
            <a:r>
              <a:rPr lang="en-US" sz="2800" dirty="0">
                <a:latin typeface="ML-TTKarthika" panose="04000000000000000000" pitchFamily="82" charset="0"/>
              </a:rPr>
              <a:t> \n³Ic¯nÂ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\n³ ]</a:t>
            </a:r>
            <a:r>
              <a:rPr lang="en-US" sz="2800" dirty="0" err="1">
                <a:latin typeface="ML-TTKarthika" panose="04000000000000000000" pitchFamily="82" charset="0"/>
              </a:rPr>
              <a:t>mZ¯nÂ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Im¯ncn¡pw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n¶nãw</a:t>
            </a:r>
            <a:r>
              <a:rPr lang="en-US" sz="2800" dirty="0">
                <a:latin typeface="ML-TTKarthika" panose="04000000000000000000" pitchFamily="82" charset="0"/>
              </a:rPr>
              <a:t> t]</a:t>
            </a:r>
            <a:r>
              <a:rPr lang="en-US" sz="2800" dirty="0" err="1">
                <a:latin typeface="ML-TTKarthika" panose="04000000000000000000" pitchFamily="82" charset="0"/>
              </a:rPr>
              <a:t>mÂ</a:t>
            </a:r>
            <a:r>
              <a:rPr lang="en-US" sz="2800" dirty="0">
                <a:latin typeface="ML-TTKarthika" panose="04000000000000000000" pitchFamily="82" charset="0"/>
              </a:rPr>
              <a:t> \o </a:t>
            </a:r>
            <a:r>
              <a:rPr lang="en-US" sz="2800" dirty="0" err="1">
                <a:latin typeface="ML-TTKarthika" panose="04000000000000000000" pitchFamily="82" charset="0"/>
              </a:rPr>
              <a:t>amäpsIs</a:t>
            </a:r>
            <a:r>
              <a:rPr lang="en-US" sz="2800" dirty="0">
                <a:latin typeface="ML-TTKarthika" panose="04000000000000000000" pitchFamily="82" charset="0"/>
              </a:rPr>
              <a:t>¶ </a:t>
            </a:r>
            <a:r>
              <a:rPr lang="en-SG" sz="2800" b="1" dirty="0">
                <a:latin typeface="ML-TTKarthika" panose="04000000000000000000" pitchFamily="82" charset="0"/>
              </a:rPr>
              <a:t> </a:t>
            </a:r>
            <a:r>
              <a:rPr lang="en-SG" sz="2400" dirty="0"/>
              <a:t> 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725AE9-C151-49FB-A2CB-DFA803728345}"/>
              </a:ext>
            </a:extLst>
          </p:cNvPr>
          <p:cNvSpPr/>
          <p:nvPr/>
        </p:nvSpPr>
        <p:spPr>
          <a:xfrm>
            <a:off x="2245199" y="929962"/>
            <a:ext cx="6049273" cy="2027773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 dirty="0" err="1"/>
              <a:t>ninnishtam</a:t>
            </a:r>
            <a:r>
              <a:rPr lang="en-US" sz="2800" dirty="0"/>
              <a:t> deva </a:t>
            </a:r>
            <a:r>
              <a:rPr lang="en-US" sz="2800" dirty="0" err="1"/>
              <a:t>aayi-datte</a:t>
            </a:r>
            <a:br>
              <a:rPr lang="en-US" sz="2800" dirty="0"/>
            </a:br>
            <a:r>
              <a:rPr lang="en-US" sz="2800" dirty="0" err="1"/>
              <a:t>njaano</a:t>
            </a:r>
            <a:r>
              <a:rPr lang="en-US" sz="2800" dirty="0"/>
              <a:t> </a:t>
            </a:r>
            <a:r>
              <a:rPr lang="en-US" sz="2800" dirty="0" err="1"/>
              <a:t>manh</a:t>
            </a:r>
            <a:r>
              <a:rPr lang="en-US" sz="2800" dirty="0"/>
              <a:t>-</a:t>
            </a:r>
            <a:r>
              <a:rPr lang="en-US" sz="2800" dirty="0" err="1"/>
              <a:t>paath</a:t>
            </a:r>
            <a:r>
              <a:rPr lang="en-US" sz="2800" dirty="0"/>
              <a:t>-ram </a:t>
            </a:r>
            <a:r>
              <a:rPr lang="en-US" sz="2800" dirty="0" err="1"/>
              <a:t>nin</a:t>
            </a:r>
            <a:r>
              <a:rPr lang="en-US" sz="2800" dirty="0"/>
              <a:t> kara-</a:t>
            </a:r>
            <a:r>
              <a:rPr lang="en-US" sz="2800" dirty="0" err="1"/>
              <a:t>tthil</a:t>
            </a:r>
            <a:br>
              <a:rPr lang="en-US" sz="2800" dirty="0"/>
            </a:br>
            <a:r>
              <a:rPr lang="en-US" sz="2800" dirty="0" err="1"/>
              <a:t>nin</a:t>
            </a:r>
            <a:r>
              <a:rPr lang="en-US" sz="2800" dirty="0"/>
              <a:t> </a:t>
            </a:r>
            <a:r>
              <a:rPr lang="en-US" sz="2800" dirty="0" err="1"/>
              <a:t>paad-atthil</a:t>
            </a:r>
            <a:r>
              <a:rPr lang="en-US" sz="2800" dirty="0"/>
              <a:t> </a:t>
            </a:r>
            <a:r>
              <a:rPr lang="en-US" sz="2800" dirty="0" err="1"/>
              <a:t>njaan</a:t>
            </a:r>
            <a:r>
              <a:rPr lang="en-US" sz="2800" dirty="0"/>
              <a:t> </a:t>
            </a:r>
            <a:r>
              <a:rPr lang="en-US" sz="2800" dirty="0" err="1"/>
              <a:t>kaatth-iri-kkum</a:t>
            </a:r>
            <a:br>
              <a:rPr lang="en-US" sz="2800" dirty="0"/>
            </a:br>
            <a:r>
              <a:rPr lang="en-US" sz="2800" dirty="0" err="1"/>
              <a:t>ninn-ishtam</a:t>
            </a:r>
            <a:r>
              <a:rPr lang="en-US" sz="2800" dirty="0"/>
              <a:t> pol nee </a:t>
            </a:r>
            <a:r>
              <a:rPr lang="en-US" sz="2800" dirty="0" err="1"/>
              <a:t>maatt-ukenne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1259612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4BDD-66B9-3EC3-90C0-C27D79EFE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6BBDD-51DE-B2AB-14FB-C587E2D6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Holy Communion</a:t>
            </a:r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 – Hymn No 227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0ED95E-39C6-DB0F-7468-699A74764841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</a:t>
            </a:r>
            <a:r>
              <a:rPr lang="en-SG" sz="1400" err="1">
                <a:solidFill>
                  <a:prstClr val="black"/>
                </a:solidFill>
                <a:latin typeface="Segoe UI"/>
                <a:cs typeface="Segoe UI"/>
              </a:rPr>
              <a:t>mmun</a:t>
            </a: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ion 1: 2 of 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15626A-449A-4E87-B7AA-0C62A7F9D5EE}"/>
              </a:ext>
            </a:extLst>
          </p:cNvPr>
          <p:cNvSpPr/>
          <p:nvPr/>
        </p:nvSpPr>
        <p:spPr>
          <a:xfrm>
            <a:off x="2278151" y="979388"/>
            <a:ext cx="6049273" cy="2027773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 dirty="0" err="1"/>
              <a:t>ninni-shtam</a:t>
            </a:r>
            <a:r>
              <a:rPr lang="en-US" sz="2800" dirty="0"/>
              <a:t> pole </a:t>
            </a:r>
            <a:r>
              <a:rPr lang="en-US" sz="2800" dirty="0" err="1"/>
              <a:t>aaka-nhame</a:t>
            </a:r>
            <a:br>
              <a:rPr lang="en-US" sz="2800" dirty="0"/>
            </a:br>
            <a:r>
              <a:rPr lang="en-US" sz="2800" dirty="0" err="1"/>
              <a:t>nin</a:t>
            </a:r>
            <a:r>
              <a:rPr lang="en-US" sz="2800" dirty="0"/>
              <a:t> </a:t>
            </a:r>
            <a:r>
              <a:rPr lang="en-US" sz="2800" dirty="0" err="1"/>
              <a:t>sanni-dhou</a:t>
            </a:r>
            <a:r>
              <a:rPr lang="en-US" sz="2800" dirty="0"/>
              <a:t> </a:t>
            </a:r>
            <a:r>
              <a:rPr lang="en-US" sz="2800" dirty="0" err="1"/>
              <a:t>njaan</a:t>
            </a:r>
            <a:r>
              <a:rPr lang="en-US" sz="2800" dirty="0"/>
              <a:t> </a:t>
            </a:r>
            <a:r>
              <a:rPr lang="en-US" sz="2800" dirty="0" err="1"/>
              <a:t>thaanh-irikkum</a:t>
            </a:r>
            <a:br>
              <a:rPr lang="en-US" sz="2800" dirty="0"/>
            </a:br>
            <a:r>
              <a:rPr lang="en-US" sz="2800" dirty="0" err="1"/>
              <a:t>nin</a:t>
            </a:r>
            <a:r>
              <a:rPr lang="en-US" sz="2800" dirty="0"/>
              <a:t> </a:t>
            </a:r>
            <a:r>
              <a:rPr lang="en-US" sz="2800" dirty="0" err="1"/>
              <a:t>vachanam-aam</a:t>
            </a:r>
            <a:r>
              <a:rPr lang="en-US" sz="2800" dirty="0"/>
              <a:t> </a:t>
            </a:r>
            <a:r>
              <a:rPr lang="en-US" sz="2800" dirty="0" err="1"/>
              <a:t>thannheer-inaal</a:t>
            </a:r>
            <a:br>
              <a:rPr lang="en-US" sz="2800" dirty="0"/>
            </a:br>
            <a:r>
              <a:rPr lang="en-US" sz="2800" dirty="0" err="1"/>
              <a:t>enne</a:t>
            </a:r>
            <a:r>
              <a:rPr lang="en-US" sz="2800" dirty="0"/>
              <a:t> </a:t>
            </a:r>
            <a:r>
              <a:rPr lang="en-US" sz="2800" dirty="0" err="1"/>
              <a:t>kazhuki</a:t>
            </a:r>
            <a:r>
              <a:rPr lang="en-US" sz="2800" dirty="0"/>
              <a:t> </a:t>
            </a:r>
            <a:r>
              <a:rPr lang="en-US" sz="2800" dirty="0" err="1"/>
              <a:t>shuddhi</a:t>
            </a:r>
            <a:r>
              <a:rPr lang="en-US" sz="2800" dirty="0"/>
              <a:t> </a:t>
            </a:r>
            <a:r>
              <a:rPr lang="en-US" sz="2800" dirty="0" err="1"/>
              <a:t>cheyka</a:t>
            </a:r>
            <a:endParaRPr lang="en-SG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CA7B34-E969-4460-AD59-AA642D85B7C2}"/>
              </a:ext>
            </a:extLst>
          </p:cNvPr>
          <p:cNvSpPr txBox="1"/>
          <p:nvPr/>
        </p:nvSpPr>
        <p:spPr>
          <a:xfrm>
            <a:off x="2294627" y="2902246"/>
            <a:ext cx="6049273" cy="1747854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n¶nãw</a:t>
            </a:r>
            <a:r>
              <a:rPr lang="en-US" sz="2800">
                <a:latin typeface="ML-TTKarthika" panose="04000000000000000000" pitchFamily="82" charset="0"/>
              </a:rPr>
              <a:t> t]</a:t>
            </a:r>
            <a:r>
              <a:rPr lang="en-US" sz="2800" err="1">
                <a:latin typeface="ML-TTKarthika" panose="04000000000000000000" pitchFamily="82" charset="0"/>
              </a:rPr>
              <a:t>mse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BIWta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\n³ </a:t>
            </a:r>
            <a:r>
              <a:rPr lang="en-US" sz="2800" err="1">
                <a:latin typeface="ML-TTKarthika" panose="04000000000000000000" pitchFamily="82" charset="0"/>
              </a:rPr>
              <a:t>k¶n</a:t>
            </a:r>
            <a:r>
              <a:rPr lang="en-US" sz="2800">
                <a:latin typeface="ML-TTKarthika" panose="04000000000000000000" pitchFamily="82" charset="0"/>
              </a:rPr>
              <a:t>[u Rm³ </a:t>
            </a:r>
            <a:r>
              <a:rPr lang="en-US" sz="2800" err="1">
                <a:latin typeface="ML-TTKarthika" panose="04000000000000000000" pitchFamily="82" charset="0"/>
              </a:rPr>
              <a:t>XmWncn¡pw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\n³ </a:t>
            </a:r>
            <a:r>
              <a:rPr lang="en-US" sz="2800" err="1">
                <a:latin typeface="ML-TTKarthika" panose="04000000000000000000" pitchFamily="82" charset="0"/>
              </a:rPr>
              <a:t>hN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amw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X®ocn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Fs¶ </a:t>
            </a:r>
            <a:r>
              <a:rPr lang="en-US" sz="2800" err="1">
                <a:latin typeface="ML-TTKarthika" panose="04000000000000000000" pitchFamily="82" charset="0"/>
              </a:rPr>
              <a:t>IgpIn</a:t>
            </a:r>
            <a:r>
              <a:rPr lang="en-US" sz="2800">
                <a:latin typeface="ML-TTKarthika" panose="04000000000000000000" pitchFamily="82" charset="0"/>
              </a:rPr>
              <a:t> ip²n </a:t>
            </a:r>
            <a:r>
              <a:rPr lang="en-US" sz="2800" err="1">
                <a:latin typeface="ML-TTKarthika" panose="04000000000000000000" pitchFamily="82" charset="0"/>
              </a:rPr>
              <a:t>sNbvI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SG" sz="2800" b="1">
                <a:latin typeface="ML-TTKarthika" panose="04000000000000000000" pitchFamily="82" charset="0"/>
              </a:rPr>
              <a:t> </a:t>
            </a:r>
            <a:r>
              <a:rPr lang="en-SG" sz="240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071355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0C456-6C83-FE88-3E3D-BDA26B84F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0AB52-6123-7F09-FD34-D192714A8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Holy Communion – Hymn No 227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B7B0C8-CB34-153D-1EB4-43D5AC5D3B8A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</a:t>
            </a:r>
            <a:r>
              <a:rPr lang="en-SG" sz="1400" err="1">
                <a:solidFill>
                  <a:prstClr val="black"/>
                </a:solidFill>
                <a:latin typeface="Segoe UI"/>
                <a:cs typeface="Segoe UI"/>
              </a:rPr>
              <a:t>mmun</a:t>
            </a: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ion 1: 3 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BF52F1-0046-46EE-BB8E-2D59FD9ADE83}"/>
              </a:ext>
            </a:extLst>
          </p:cNvPr>
          <p:cNvSpPr/>
          <p:nvPr/>
        </p:nvSpPr>
        <p:spPr>
          <a:xfrm>
            <a:off x="2311102" y="938199"/>
            <a:ext cx="6049273" cy="2027773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 dirty="0" err="1"/>
              <a:t>ninn-ishtam</a:t>
            </a:r>
            <a:r>
              <a:rPr lang="en-US" sz="2800" dirty="0"/>
              <a:t> pole </a:t>
            </a:r>
            <a:r>
              <a:rPr lang="en-US" sz="2800" dirty="0" err="1"/>
              <a:t>aakanh-ame</a:t>
            </a:r>
            <a:br>
              <a:rPr lang="en-US" sz="2800" dirty="0"/>
            </a:br>
            <a:r>
              <a:rPr lang="en-US" sz="2800" dirty="0" err="1"/>
              <a:t>enn-ullham</a:t>
            </a:r>
            <a:r>
              <a:rPr lang="en-US" sz="2800" dirty="0"/>
              <a:t> novum </a:t>
            </a:r>
            <a:r>
              <a:rPr lang="en-US" sz="2800" dirty="0" err="1"/>
              <a:t>velhay-ilum</a:t>
            </a:r>
            <a:br>
              <a:rPr lang="en-US" sz="2800" dirty="0"/>
            </a:br>
            <a:r>
              <a:rPr lang="en-US" sz="2800" dirty="0" err="1"/>
              <a:t>nin</a:t>
            </a:r>
            <a:r>
              <a:rPr lang="en-US" sz="2800" dirty="0"/>
              <a:t> </a:t>
            </a:r>
            <a:r>
              <a:rPr lang="en-US" sz="2800" dirty="0" err="1"/>
              <a:t>karam</a:t>
            </a:r>
            <a:r>
              <a:rPr lang="en-US" sz="2800" dirty="0"/>
              <a:t> </a:t>
            </a:r>
            <a:r>
              <a:rPr lang="en-US" sz="2800" dirty="0" err="1"/>
              <a:t>thottu</a:t>
            </a:r>
            <a:r>
              <a:rPr lang="en-US" sz="2800" dirty="0"/>
              <a:t> </a:t>
            </a:r>
            <a:r>
              <a:rPr lang="en-US" sz="2800" dirty="0" err="1"/>
              <a:t>thaalol-ikken</a:t>
            </a:r>
            <a:br>
              <a:rPr lang="en-US" sz="2800" dirty="0"/>
            </a:br>
            <a:r>
              <a:rPr lang="en-US" sz="2800" dirty="0" err="1"/>
              <a:t>kartth-aave</a:t>
            </a:r>
            <a:r>
              <a:rPr lang="en-US" sz="2800" dirty="0"/>
              <a:t> </a:t>
            </a:r>
            <a:r>
              <a:rPr lang="en-US" sz="2800" dirty="0" err="1"/>
              <a:t>njaan</a:t>
            </a:r>
            <a:r>
              <a:rPr lang="en-US" sz="2800" dirty="0"/>
              <a:t>-um </a:t>
            </a:r>
            <a:r>
              <a:rPr lang="en-US" sz="2800" dirty="0" err="1"/>
              <a:t>shakthan-aavan</a:t>
            </a:r>
            <a:endParaRPr lang="en-SG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136EBC-E49C-4DD0-9146-6333B68ABE0D}"/>
              </a:ext>
            </a:extLst>
          </p:cNvPr>
          <p:cNvSpPr txBox="1"/>
          <p:nvPr/>
        </p:nvSpPr>
        <p:spPr>
          <a:xfrm>
            <a:off x="2294627" y="2902246"/>
            <a:ext cx="6049273" cy="1747854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n¶nãw</a:t>
            </a:r>
            <a:r>
              <a:rPr lang="en-US" sz="2800">
                <a:latin typeface="ML-TTKarthika" panose="04000000000000000000" pitchFamily="82" charset="0"/>
              </a:rPr>
              <a:t> t]</a:t>
            </a:r>
            <a:r>
              <a:rPr lang="en-US" sz="2800" err="1">
                <a:latin typeface="ML-TTKarthika" panose="04000000000000000000" pitchFamily="82" charset="0"/>
              </a:rPr>
              <a:t>mse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BIWta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F¶pÅw</a:t>
            </a:r>
            <a:r>
              <a:rPr lang="en-US" sz="2800">
                <a:latin typeface="ML-TTKarthika" panose="04000000000000000000" pitchFamily="82" charset="0"/>
              </a:rPr>
              <a:t> t\</a:t>
            </a:r>
            <a:r>
              <a:rPr lang="en-US" sz="2800" err="1">
                <a:latin typeface="ML-TTKarthika" panose="04000000000000000000" pitchFamily="82" charset="0"/>
              </a:rPr>
              <a:t>mhpw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thfbnepw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\n³Icw </a:t>
            </a:r>
            <a:r>
              <a:rPr lang="en-US" sz="2800" err="1">
                <a:latin typeface="ML-TTKarthika" panose="04000000000000000000" pitchFamily="82" charset="0"/>
              </a:rPr>
              <a:t>sXm«p</a:t>
            </a:r>
            <a:r>
              <a:rPr lang="en-US" sz="2800">
                <a:latin typeface="ML-TTKarthika" panose="04000000000000000000" pitchFamily="82" charset="0"/>
              </a:rPr>
              <a:t> Xmtemens¡³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IÀ¯mth</a:t>
            </a:r>
            <a:r>
              <a:rPr lang="en-US" sz="2800">
                <a:latin typeface="ML-TTKarthika" panose="04000000000000000000" pitchFamily="82" charset="0"/>
              </a:rPr>
              <a:t> Rm\pw </a:t>
            </a:r>
            <a:r>
              <a:rPr lang="en-US" sz="2800" err="1">
                <a:latin typeface="ML-TTKarthika" panose="04000000000000000000" pitchFamily="82" charset="0"/>
              </a:rPr>
              <a:t>ià</a:t>
            </a:r>
            <a:r>
              <a:rPr lang="en-US" sz="2800">
                <a:latin typeface="ML-TTKarthika" panose="04000000000000000000" pitchFamily="82" charset="0"/>
              </a:rPr>
              <a:t>\mhm³ </a:t>
            </a:r>
            <a:r>
              <a:rPr lang="en-SG" sz="2400">
                <a:latin typeface="ML-TTKarthika" panose="04000000000000000000" pitchFamily="82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78611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F1A09-0847-CAF4-1EEF-C090928B5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8EE05-2746-E4A3-E77C-117FBB88B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Holy Communion</a:t>
            </a:r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 – Hymn No 227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B266B1-BAE8-35A0-E72E-E94A41BE1C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</a:t>
            </a:r>
            <a:r>
              <a:rPr lang="en-SG" sz="1400" err="1">
                <a:solidFill>
                  <a:prstClr val="black"/>
                </a:solidFill>
                <a:latin typeface="Segoe UI"/>
                <a:cs typeface="Segoe UI"/>
              </a:rPr>
              <a:t>mmun</a:t>
            </a: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ion 1: 4 of 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2575A8-BF7C-4E53-B1DC-8C9728E7F1FC}"/>
              </a:ext>
            </a:extLst>
          </p:cNvPr>
          <p:cNvSpPr/>
          <p:nvPr/>
        </p:nvSpPr>
        <p:spPr>
          <a:xfrm>
            <a:off x="2302865" y="1012340"/>
            <a:ext cx="6049273" cy="2027773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 dirty="0" err="1"/>
              <a:t>ninn-ishtam</a:t>
            </a:r>
            <a:r>
              <a:rPr lang="en-US" sz="2800" dirty="0"/>
              <a:t> pole </a:t>
            </a:r>
            <a:r>
              <a:rPr lang="en-US" sz="2800" dirty="0" err="1"/>
              <a:t>aaka-nhame</a:t>
            </a:r>
            <a:br>
              <a:rPr lang="en-US" sz="2800" dirty="0"/>
            </a:br>
            <a:r>
              <a:rPr lang="en-US" sz="2800" dirty="0" err="1"/>
              <a:t>enn-ishtar-enne</a:t>
            </a:r>
            <a:r>
              <a:rPr lang="en-US" sz="2800" dirty="0"/>
              <a:t> </a:t>
            </a:r>
            <a:r>
              <a:rPr lang="en-US" sz="2800" dirty="0" err="1"/>
              <a:t>thallhi-yaalum</a:t>
            </a:r>
            <a:br>
              <a:rPr lang="en-US" sz="2800" dirty="0"/>
            </a:br>
            <a:r>
              <a:rPr lang="en-US" sz="2800" dirty="0" err="1"/>
              <a:t>njaan</a:t>
            </a:r>
            <a:r>
              <a:rPr lang="en-US" sz="2800" dirty="0"/>
              <a:t> kai vid-</a:t>
            </a:r>
            <a:r>
              <a:rPr lang="en-US" sz="2800" dirty="0" err="1"/>
              <a:t>illa</a:t>
            </a:r>
            <a:r>
              <a:rPr lang="en-US" sz="2800" dirty="0"/>
              <a:t> </a:t>
            </a:r>
            <a:r>
              <a:rPr lang="en-US" sz="2800" dirty="0" err="1"/>
              <a:t>ennu</a:t>
            </a:r>
            <a:r>
              <a:rPr lang="en-US" sz="2800" dirty="0"/>
              <a:t> </a:t>
            </a:r>
            <a:r>
              <a:rPr lang="en-US" sz="2800" dirty="0" err="1"/>
              <a:t>chonna</a:t>
            </a:r>
            <a:br>
              <a:rPr lang="en-US" sz="2800" dirty="0"/>
            </a:br>
            <a:r>
              <a:rPr lang="en-US" sz="2800" dirty="0" err="1"/>
              <a:t>naathha</a:t>
            </a:r>
            <a:r>
              <a:rPr lang="en-US" sz="2800" dirty="0"/>
              <a:t> </a:t>
            </a:r>
            <a:r>
              <a:rPr lang="en-US" sz="2800" dirty="0" err="1"/>
              <a:t>nin</a:t>
            </a:r>
            <a:r>
              <a:rPr lang="en-US" sz="2800" dirty="0"/>
              <a:t> </a:t>
            </a:r>
            <a:r>
              <a:rPr lang="en-US" sz="2800" dirty="0" err="1"/>
              <a:t>vaakkenth-aashwasame</a:t>
            </a:r>
            <a:endParaRPr lang="en-SG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A74034-B7EB-4D3B-8BDF-CD82E15D3275}"/>
              </a:ext>
            </a:extLst>
          </p:cNvPr>
          <p:cNvSpPr txBox="1"/>
          <p:nvPr/>
        </p:nvSpPr>
        <p:spPr>
          <a:xfrm>
            <a:off x="2294627" y="2902246"/>
            <a:ext cx="6049273" cy="1747854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n¶nãw</a:t>
            </a:r>
            <a:r>
              <a:rPr lang="en-US" sz="2800">
                <a:latin typeface="ML-TTKarthika" panose="04000000000000000000" pitchFamily="82" charset="0"/>
              </a:rPr>
              <a:t> t]</a:t>
            </a:r>
            <a:r>
              <a:rPr lang="en-US" sz="2800" err="1">
                <a:latin typeface="ML-TTKarthika" panose="04000000000000000000" pitchFamily="82" charset="0"/>
              </a:rPr>
              <a:t>mse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BIWta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F¶nãscs</a:t>
            </a:r>
            <a:r>
              <a:rPr lang="en-US" sz="2800">
                <a:latin typeface="ML-TTKarthika" panose="04000000000000000000" pitchFamily="82" charset="0"/>
              </a:rPr>
              <a:t>¶ </a:t>
            </a:r>
            <a:r>
              <a:rPr lang="en-US" sz="2800" err="1">
                <a:latin typeface="ML-TTKarthika" panose="04000000000000000000" pitchFamily="82" charset="0"/>
              </a:rPr>
              <a:t>XÅnbmepw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Rm³ </a:t>
            </a:r>
            <a:r>
              <a:rPr lang="en-US" sz="2800" err="1">
                <a:latin typeface="ML-TTKarthika" panose="04000000000000000000" pitchFamily="82" charset="0"/>
              </a:rPr>
              <a:t>ssIhnSnÃ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sb¶p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sNm</a:t>
            </a:r>
            <a:r>
              <a:rPr lang="en-US" sz="2800">
                <a:latin typeface="ML-TTKarthika" panose="04000000000000000000" pitchFamily="82" charset="0"/>
              </a:rPr>
              <a:t>¶ </a:t>
            </a:r>
          </a:p>
          <a:p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mYm</a:t>
            </a:r>
            <a:r>
              <a:rPr lang="en-US" sz="2800">
                <a:latin typeface="ML-TTKarthika" panose="04000000000000000000" pitchFamily="82" charset="0"/>
              </a:rPr>
              <a:t>! \n³ </a:t>
            </a:r>
            <a:r>
              <a:rPr lang="en-US" sz="2800" err="1">
                <a:latin typeface="ML-TTKarthika" panose="04000000000000000000" pitchFamily="82" charset="0"/>
              </a:rPr>
              <a:t>hms</a:t>
            </a:r>
            <a:r>
              <a:rPr lang="en-US" sz="2800">
                <a:latin typeface="ML-TTKarthika" panose="04000000000000000000" pitchFamily="82" charset="0"/>
              </a:rPr>
              <a:t>¡ ´</a:t>
            </a:r>
            <a:r>
              <a:rPr lang="en-US" sz="2800" err="1">
                <a:latin typeface="ML-TTKarthika" panose="04000000000000000000" pitchFamily="82" charset="0"/>
              </a:rPr>
              <a:t>mizmkta</a:t>
            </a:r>
            <a:r>
              <a:rPr lang="en-US" sz="2800">
                <a:latin typeface="ML-TTKarthika" panose="04000000000000000000" pitchFamily="82" charset="0"/>
              </a:rPr>
              <a:t>  </a:t>
            </a:r>
            <a:r>
              <a:rPr lang="en-SG" sz="2400">
                <a:latin typeface="ML-TTKarthika" panose="04000000000000000000" pitchFamily="82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63329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64B35-2E7A-BC2D-163D-4EF460E78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3966-F8B5-C09A-2EF3-823484DD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 Hymn No 484</a:t>
            </a:r>
            <a:endParaRPr lang="en-US">
              <a:solidFill>
                <a:prstClr val="black"/>
              </a:solidFill>
              <a:highlight>
                <a:srgbClr val="FAF5F0"/>
              </a:highlight>
              <a:latin typeface="Calibri"/>
              <a:ea typeface="Calibr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A9204394-BE58-CF3D-E7ED-B269DC0441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4071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2D257-8B86-802C-6684-58A964BE4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ED61-CB94-DA4B-DF7E-DEF7FF7FB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>
                <a:latin typeface="Segoe UI"/>
                <a:cs typeface="Segoe UI"/>
              </a:rPr>
              <a:t>Holy Communion – Hymn No. 484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81F2082-2847-5CD4-9F39-598713804A75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C15F71-9C4A-2FE0-F1FC-5C815C704BA2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2: 1 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E1EE6D-2ADC-CF8E-E6BE-3B19C641DA26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E4F5E-F433-A77D-054E-01E586305C40}"/>
              </a:ext>
            </a:extLst>
          </p:cNvPr>
          <p:cNvSpPr txBox="1">
            <a:spLocks/>
          </p:cNvSpPr>
          <p:nvPr/>
        </p:nvSpPr>
        <p:spPr>
          <a:xfrm>
            <a:off x="2568214" y="836713"/>
            <a:ext cx="6292580" cy="17541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2800" dirty="0">
                <a:latin typeface="Calibri"/>
                <a:ea typeface="Calibri"/>
                <a:cs typeface="Calibri"/>
              </a:rPr>
              <a:t>he 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daahikkunnor</a:t>
            </a:r>
            <a:r>
              <a:rPr lang="en-SG" sz="2800" dirty="0">
                <a:latin typeface="Calibri"/>
                <a:ea typeface="Calibri"/>
                <a:cs typeface="Calibri"/>
              </a:rPr>
              <a:t> 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varuvin</a:t>
            </a:r>
            <a:r>
              <a:rPr lang="en-SG" sz="2800" dirty="0">
                <a:latin typeface="Calibri"/>
                <a:ea typeface="Calibri"/>
                <a:cs typeface="Calibri"/>
              </a:rPr>
              <a:t> </a:t>
            </a:r>
          </a:p>
          <a:p>
            <a:pPr algn="l"/>
            <a:r>
              <a:rPr lang="en-SG" sz="2800" dirty="0" err="1">
                <a:latin typeface="Calibri"/>
                <a:ea typeface="Calibri"/>
                <a:cs typeface="Calibri"/>
              </a:rPr>
              <a:t>jeeva</a:t>
            </a:r>
            <a:r>
              <a:rPr lang="en-SG" sz="2800" dirty="0">
                <a:latin typeface="Calibri"/>
                <a:ea typeface="Calibri"/>
                <a:cs typeface="Calibri"/>
              </a:rPr>
              <a:t> 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urravinkal</a:t>
            </a:r>
            <a:r>
              <a:rPr lang="en-SG" sz="2800" dirty="0">
                <a:latin typeface="Calibri"/>
                <a:ea typeface="Calibri"/>
                <a:cs typeface="Calibri"/>
              </a:rPr>
              <a:t> </a:t>
            </a:r>
          </a:p>
          <a:p>
            <a:pPr algn="l"/>
            <a:r>
              <a:rPr lang="en-SG" sz="2800" dirty="0" err="1">
                <a:latin typeface="Calibri"/>
                <a:ea typeface="Calibri"/>
                <a:cs typeface="Calibri"/>
              </a:rPr>
              <a:t>saujanya</a:t>
            </a:r>
            <a:r>
              <a:rPr lang="en-SG" sz="2800" dirty="0">
                <a:latin typeface="Calibri"/>
                <a:ea typeface="Calibri"/>
                <a:cs typeface="Calibri"/>
              </a:rPr>
              <a:t> 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daanam</a:t>
            </a:r>
            <a:r>
              <a:rPr lang="en-SG" sz="2800" dirty="0">
                <a:latin typeface="Calibri"/>
                <a:ea typeface="Calibri"/>
                <a:cs typeface="Calibri"/>
              </a:rPr>
              <a:t> 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vaanguvin</a:t>
            </a:r>
            <a:r>
              <a:rPr lang="en-SG" sz="2800" dirty="0">
                <a:latin typeface="Calibri"/>
                <a:ea typeface="Calibri"/>
                <a:cs typeface="Calibri"/>
              </a:rPr>
              <a:t> </a:t>
            </a:r>
          </a:p>
          <a:p>
            <a:pPr algn="l"/>
            <a:r>
              <a:rPr lang="en-SG" sz="2800" dirty="0" err="1">
                <a:latin typeface="Calibri"/>
                <a:ea typeface="Calibri"/>
                <a:cs typeface="Calibri"/>
              </a:rPr>
              <a:t>yeshuvin</a:t>
            </a:r>
            <a:r>
              <a:rPr lang="en-SG" sz="2800" dirty="0">
                <a:latin typeface="Calibri"/>
                <a:ea typeface="Calibri"/>
                <a:cs typeface="Calibri"/>
              </a:rPr>
              <a:t> 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krooshinkal</a:t>
            </a:r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E9448-57F3-BEE2-3014-88DC125C3AF6}"/>
              </a:ext>
            </a:extLst>
          </p:cNvPr>
          <p:cNvSpPr/>
          <p:nvPr/>
        </p:nvSpPr>
        <p:spPr>
          <a:xfrm>
            <a:off x="2568214" y="2703555"/>
            <a:ext cx="5458519" cy="181588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err="1">
                <a:latin typeface="ML-TTKarthika" panose="04000000000000000000" pitchFamily="82" charset="0"/>
              </a:rPr>
              <a:t>tl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Zmln¡pt¶mÀ</a:t>
            </a:r>
            <a:r>
              <a:rPr lang="en-SG" sz="2800">
                <a:latin typeface="ML-TTKarthika" panose="04000000000000000000" pitchFamily="82" charset="0"/>
              </a:rPr>
              <a:t> hcphn³ </a:t>
            </a:r>
          </a:p>
          <a:p>
            <a:r>
              <a:rPr lang="en-SG" sz="2800">
                <a:latin typeface="ML-TTKarthika" panose="04000000000000000000" pitchFamily="82" charset="0"/>
              </a:rPr>
              <a:t>Poh </a:t>
            </a:r>
            <a:r>
              <a:rPr lang="en-SG" sz="2800" err="1">
                <a:latin typeface="ML-TTKarthika" panose="04000000000000000000" pitchFamily="82" charset="0"/>
              </a:rPr>
              <a:t>Ddhn¦Â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r>
              <a:rPr lang="en-SG" sz="2800" err="1">
                <a:latin typeface="ML-TTKarthika" panose="04000000000000000000" pitchFamily="82" charset="0"/>
              </a:rPr>
              <a:t>kuP</a:t>
            </a:r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yZm</a:t>
            </a:r>
            <a:r>
              <a:rPr lang="en-SG" sz="2800">
                <a:latin typeface="ML-TTKarthika" panose="04000000000000000000" pitchFamily="82" charset="0"/>
              </a:rPr>
              <a:t>\w hm§phn³ tbiphn³ {</a:t>
            </a:r>
            <a:r>
              <a:rPr lang="en-SG" sz="2800" err="1">
                <a:latin typeface="ML-TTKarthika" panose="04000000000000000000" pitchFamily="82" charset="0"/>
              </a:rPr>
              <a:t>Iqin¦Â</a:t>
            </a:r>
            <a:endParaRPr lang="en-US" sz="280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091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ABFAD-1715-CD3A-4F7C-39999B5FA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7437-9A7F-88A3-F3FA-9422A76D7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>
                <a:latin typeface="Segoe UI"/>
                <a:cs typeface="Segoe UI"/>
              </a:rPr>
              <a:t>Holy Communion – Hymn No. 484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733BBF9-933C-B273-C014-608D857C5267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D67AFB-3EB1-3422-E408-FE8ADA4C7835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2: 2 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E90D19-93CC-5BE5-DBD6-876879C817B8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1914874-F73C-3422-ABDB-79F41EA15139}"/>
              </a:ext>
            </a:extLst>
          </p:cNvPr>
          <p:cNvSpPr txBox="1">
            <a:spLocks/>
          </p:cNvSpPr>
          <p:nvPr/>
        </p:nvSpPr>
        <p:spPr>
          <a:xfrm>
            <a:off x="2554953" y="672849"/>
            <a:ext cx="6222458" cy="1940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SG" sz="2800" dirty="0" err="1">
                <a:latin typeface="Calibri"/>
                <a:ea typeface="Calibri"/>
                <a:cs typeface="Calibri"/>
              </a:rPr>
              <a:t>yeshu</a:t>
            </a:r>
            <a:r>
              <a:rPr lang="en-SG" sz="2800" dirty="0">
                <a:latin typeface="Calibri"/>
                <a:ea typeface="Calibri"/>
                <a:cs typeface="Calibri"/>
              </a:rPr>
              <a:t> 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svargga</a:t>
            </a:r>
            <a:r>
              <a:rPr lang="en-SG" sz="2800" dirty="0">
                <a:latin typeface="Calibri"/>
                <a:ea typeface="Calibri"/>
                <a:cs typeface="Calibri"/>
              </a:rPr>
              <a:t> appam 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allo</a:t>
            </a:r>
            <a:br>
              <a:rPr lang="en-SG" sz="2800" dirty="0">
                <a:latin typeface="Calibri"/>
                <a:ea typeface="Calibri"/>
                <a:cs typeface="Calibri"/>
              </a:rPr>
            </a:br>
            <a:r>
              <a:rPr lang="en-SG" sz="2800" dirty="0" err="1">
                <a:latin typeface="Calibri"/>
                <a:ea typeface="Calibri"/>
                <a:cs typeface="Calibri"/>
              </a:rPr>
              <a:t>aathmajeev-aahaaram</a:t>
            </a:r>
            <a:r>
              <a:rPr lang="en-SG" sz="2800" dirty="0">
                <a:latin typeface="Calibri"/>
                <a:ea typeface="Calibri"/>
                <a:cs typeface="Calibri"/>
              </a:rPr>
              <a:t> </a:t>
            </a:r>
          </a:p>
          <a:p>
            <a:pPr algn="l"/>
            <a:r>
              <a:rPr lang="en-SG" sz="2800" dirty="0" err="1">
                <a:latin typeface="Calibri"/>
                <a:ea typeface="Calibri"/>
                <a:cs typeface="Calibri"/>
              </a:rPr>
              <a:t>yeshuraktham</a:t>
            </a:r>
            <a:r>
              <a:rPr lang="en-SG" sz="2800" dirty="0">
                <a:latin typeface="Calibri"/>
                <a:ea typeface="Calibri"/>
                <a:cs typeface="Calibri"/>
              </a:rPr>
              <a:t> 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svasthham</a:t>
            </a:r>
            <a:r>
              <a:rPr lang="en-SG" sz="2800" dirty="0">
                <a:latin typeface="Calibri"/>
                <a:ea typeface="Calibri"/>
                <a:cs typeface="Calibri"/>
              </a:rPr>
              <a:t> 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allo</a:t>
            </a:r>
            <a:r>
              <a:rPr lang="en-SG" sz="2800" dirty="0">
                <a:latin typeface="Calibri"/>
                <a:ea typeface="Calibri"/>
                <a:cs typeface="Calibri"/>
              </a:rPr>
              <a:t> </a:t>
            </a:r>
          </a:p>
          <a:p>
            <a:pPr algn="l"/>
            <a:r>
              <a:rPr lang="en-SG" sz="2800" dirty="0" err="1">
                <a:latin typeface="Calibri"/>
                <a:ea typeface="Calibri"/>
                <a:cs typeface="Calibri"/>
              </a:rPr>
              <a:t>paapa</a:t>
            </a:r>
            <a:r>
              <a:rPr lang="en-SG" sz="2800" dirty="0">
                <a:latin typeface="Calibri"/>
                <a:ea typeface="Calibri"/>
                <a:cs typeface="Calibri"/>
              </a:rPr>
              <a:t> 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parihaaram</a:t>
            </a:r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54D51C-B323-51C0-DF4E-9CEA87481973}"/>
              </a:ext>
            </a:extLst>
          </p:cNvPr>
          <p:cNvSpPr/>
          <p:nvPr/>
        </p:nvSpPr>
        <p:spPr>
          <a:xfrm>
            <a:off x="2554953" y="2779325"/>
            <a:ext cx="5367012" cy="181588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dirty="0" err="1">
                <a:latin typeface="ML-TTKarthika" panose="04000000000000000000" pitchFamily="82" charset="0"/>
              </a:rPr>
              <a:t>tbip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kz</a:t>
            </a:r>
            <a:r>
              <a:rPr lang="en-US" sz="2800" dirty="0">
                <a:latin typeface="ML-TTKarthika" panose="04000000000000000000" pitchFamily="82" charset="0"/>
              </a:rPr>
              <a:t>À</a:t>
            </a:r>
            <a:r>
              <a:rPr lang="en-SG" sz="2800" dirty="0">
                <a:latin typeface="ML-TTKarthika" panose="04000000000000000000" pitchFamily="82" charset="0"/>
              </a:rPr>
              <a:t>¤ </a:t>
            </a:r>
            <a:r>
              <a:rPr lang="en-SG" sz="2800" dirty="0" err="1">
                <a:latin typeface="ML-TTKarthika" panose="04000000000000000000" pitchFamily="82" charset="0"/>
              </a:rPr>
              <a:t>A¸w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AtÃm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BßPohmlmcw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800" dirty="0" err="1">
                <a:latin typeface="ML-TTKarthika" panose="04000000000000000000" pitchFamily="82" charset="0"/>
              </a:rPr>
              <a:t>tbipcàw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kzØw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AtÃm</a:t>
            </a:r>
            <a:r>
              <a:rPr lang="en-SG" sz="2800" dirty="0">
                <a:latin typeface="ML-TTKarthika" panose="04000000000000000000" pitchFamily="82" charset="0"/>
              </a:rPr>
              <a:t> ]m]]</a:t>
            </a:r>
            <a:r>
              <a:rPr lang="en-SG" sz="2800" dirty="0" err="1">
                <a:latin typeface="ML-TTKarthika" panose="04000000000000000000" pitchFamily="82" charset="0"/>
              </a:rPr>
              <a:t>cnlmcw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endParaRPr lang="en-US" sz="28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850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81DC4-554E-2459-4130-37F5158E0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292F8-086E-0B5F-8B1C-4315B3B60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>
                <a:latin typeface="Segoe UI"/>
                <a:cs typeface="Segoe UI"/>
              </a:rPr>
              <a:t>Holy Communion – Hymn No. 484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B3582AF-50A0-3F1B-DE6B-27B58BB17F19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CCAEE3-4EA0-66FC-0552-7DE169F83F75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2: 3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C91FA1-C0E0-1A59-2B1D-8929ACB50778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BCE68-42CE-021C-0701-45522B6BB37E}"/>
              </a:ext>
            </a:extLst>
          </p:cNvPr>
          <p:cNvSpPr txBox="1">
            <a:spLocks/>
          </p:cNvSpPr>
          <p:nvPr/>
        </p:nvSpPr>
        <p:spPr>
          <a:xfrm>
            <a:off x="2434234" y="639896"/>
            <a:ext cx="6222458" cy="194145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defPPr>
              <a:defRPr lang="en-US"/>
            </a:defPPr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en-SG" sz="2800">
                <a:latin typeface="Calibri"/>
                <a:ea typeface="Calibri"/>
                <a:cs typeface="Calibri"/>
              </a:rPr>
              <a:t>ee </a:t>
            </a:r>
            <a:r>
              <a:rPr lang="en-SG" sz="2800" err="1">
                <a:latin typeface="Calibri"/>
                <a:ea typeface="Calibri"/>
                <a:cs typeface="Calibri"/>
              </a:rPr>
              <a:t>mannaaye</a:t>
            </a:r>
            <a:r>
              <a:rPr lang="en-SG" sz="2800">
                <a:latin typeface="Calibri"/>
                <a:ea typeface="Calibri"/>
                <a:cs typeface="Calibri"/>
              </a:rPr>
              <a:t> </a:t>
            </a:r>
            <a:r>
              <a:rPr lang="en-SG" sz="2800" err="1">
                <a:latin typeface="Calibri"/>
                <a:ea typeface="Calibri"/>
                <a:cs typeface="Calibri"/>
              </a:rPr>
              <a:t>bhujikkunnorr</a:t>
            </a:r>
            <a:r>
              <a:rPr lang="en-SG" sz="2800">
                <a:latin typeface="Calibri"/>
                <a:ea typeface="Calibri"/>
                <a:cs typeface="Calibri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lang="en-SG" sz="2800" err="1">
                <a:latin typeface="Calibri"/>
                <a:ea typeface="Calibri"/>
                <a:cs typeface="Calibri"/>
              </a:rPr>
              <a:t>ellaarum</a:t>
            </a:r>
            <a:r>
              <a:rPr lang="en-SG" sz="2800">
                <a:latin typeface="Calibri"/>
                <a:ea typeface="Calibri"/>
                <a:cs typeface="Calibri"/>
              </a:rPr>
              <a:t> </a:t>
            </a:r>
            <a:r>
              <a:rPr lang="en-SG" sz="2800" err="1">
                <a:latin typeface="Calibri"/>
                <a:ea typeface="Calibri"/>
                <a:cs typeface="Calibri"/>
              </a:rPr>
              <a:t>jeevikkum</a:t>
            </a:r>
            <a:br>
              <a:rPr lang="en-SG" sz="2800">
                <a:latin typeface="Calibri"/>
                <a:ea typeface="Calibri"/>
                <a:cs typeface="Calibri"/>
              </a:rPr>
            </a:br>
            <a:r>
              <a:rPr lang="en-SG" sz="2800">
                <a:latin typeface="Calibri"/>
                <a:ea typeface="Calibri"/>
                <a:cs typeface="Calibri"/>
              </a:rPr>
              <a:t>ee </a:t>
            </a:r>
            <a:r>
              <a:rPr lang="en-SG" sz="2800" err="1">
                <a:latin typeface="Calibri"/>
                <a:ea typeface="Calibri"/>
                <a:cs typeface="Calibri"/>
              </a:rPr>
              <a:t>urravil</a:t>
            </a:r>
            <a:r>
              <a:rPr lang="en-SG" sz="2800">
                <a:latin typeface="Calibri"/>
                <a:ea typeface="Calibri"/>
                <a:cs typeface="Calibri"/>
              </a:rPr>
              <a:t> </a:t>
            </a:r>
            <a:r>
              <a:rPr lang="en-SG" sz="2800" err="1">
                <a:latin typeface="Calibri"/>
                <a:ea typeface="Calibri"/>
                <a:cs typeface="Calibri"/>
              </a:rPr>
              <a:t>paanam</a:t>
            </a:r>
            <a:r>
              <a:rPr lang="en-SG" sz="2800">
                <a:latin typeface="Calibri"/>
                <a:ea typeface="Calibri"/>
                <a:cs typeface="Calibri"/>
              </a:rPr>
              <a:t> </a:t>
            </a:r>
            <a:r>
              <a:rPr lang="en-SG" sz="2800" err="1">
                <a:latin typeface="Calibri"/>
                <a:ea typeface="Calibri"/>
                <a:cs typeface="Calibri"/>
              </a:rPr>
              <a:t>cheyvorr</a:t>
            </a:r>
            <a:r>
              <a:rPr lang="en-SG" sz="2800">
                <a:latin typeface="Calibri"/>
                <a:ea typeface="Calibri"/>
                <a:cs typeface="Calibri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lang="en-SG" sz="2800" err="1">
                <a:latin typeface="Calibri"/>
                <a:ea typeface="Calibri"/>
                <a:cs typeface="Calibri"/>
              </a:rPr>
              <a:t>aarogyam</a:t>
            </a:r>
            <a:r>
              <a:rPr lang="en-SG" sz="2800">
                <a:latin typeface="Calibri"/>
                <a:ea typeface="Calibri"/>
                <a:cs typeface="Calibri"/>
              </a:rPr>
              <a:t> </a:t>
            </a:r>
            <a:r>
              <a:rPr lang="en-SG" sz="2800" err="1">
                <a:latin typeface="Calibri"/>
                <a:ea typeface="Calibri"/>
                <a:cs typeface="Calibri"/>
              </a:rPr>
              <a:t>praapikkum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AB8FCF-7EC3-AF8A-3267-53BCB7CCE796}"/>
              </a:ext>
            </a:extLst>
          </p:cNvPr>
          <p:cNvSpPr/>
          <p:nvPr/>
        </p:nvSpPr>
        <p:spPr>
          <a:xfrm>
            <a:off x="2434234" y="2743180"/>
            <a:ext cx="6306112" cy="181588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dirty="0">
                <a:latin typeface="ML-TTKarthika" panose="04000000000000000000" pitchFamily="82" charset="0"/>
              </a:rPr>
              <a:t>Cu </a:t>
            </a:r>
            <a:r>
              <a:rPr lang="en-SG" sz="2800" dirty="0" err="1">
                <a:latin typeface="ML-TTKarthika" panose="04000000000000000000" pitchFamily="82" charset="0"/>
              </a:rPr>
              <a:t>a¶msb</a:t>
            </a:r>
            <a:r>
              <a:rPr lang="en-SG" sz="2800" dirty="0">
                <a:latin typeface="ML-TTKarthika" panose="04000000000000000000" pitchFamily="82" charset="0"/>
              </a:rPr>
              <a:t> `</a:t>
            </a:r>
            <a:r>
              <a:rPr lang="en-SG" sz="2800" dirty="0" err="1">
                <a:latin typeface="ML-TTKarthika" panose="04000000000000000000" pitchFamily="82" charset="0"/>
              </a:rPr>
              <a:t>pPn¡pt¶mÀ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800" dirty="0" err="1">
                <a:latin typeface="ML-TTKarthika" panose="04000000000000000000" pitchFamily="82" charset="0"/>
              </a:rPr>
              <a:t>FÃmcpw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Pohn¡pw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800" dirty="0">
                <a:latin typeface="ML-TTKarthika" panose="04000000000000000000" pitchFamily="82" charset="0"/>
              </a:rPr>
              <a:t>Cu </a:t>
            </a:r>
            <a:r>
              <a:rPr lang="en-SG" sz="2800" dirty="0" err="1">
                <a:latin typeface="ML-TTKarthika" panose="04000000000000000000" pitchFamily="82" charset="0"/>
              </a:rPr>
              <a:t>DdhnÂ</a:t>
            </a:r>
            <a:r>
              <a:rPr lang="en-SG" sz="2800" dirty="0">
                <a:latin typeface="ML-TTKarthika" panose="04000000000000000000" pitchFamily="82" charset="0"/>
              </a:rPr>
              <a:t> ]m\w </a:t>
            </a:r>
            <a:r>
              <a:rPr lang="en-SG" sz="2800" dirty="0" err="1">
                <a:latin typeface="ML-TTKarthika" panose="04000000000000000000" pitchFamily="82" charset="0"/>
              </a:rPr>
              <a:t>sNbvthmÀ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800" dirty="0" err="1">
                <a:latin typeface="ML-TTKarthika" panose="04000000000000000000" pitchFamily="82" charset="0"/>
              </a:rPr>
              <a:t>BtcmKyw</a:t>
            </a:r>
            <a:r>
              <a:rPr lang="en-SG" sz="2800" dirty="0">
                <a:latin typeface="ML-TTKarthika" panose="04000000000000000000" pitchFamily="82" charset="0"/>
              </a:rPr>
              <a:t> {]m]</a:t>
            </a:r>
            <a:r>
              <a:rPr lang="en-SG" sz="2800" dirty="0" err="1">
                <a:latin typeface="ML-TTKarthika" panose="04000000000000000000" pitchFamily="82" charset="0"/>
              </a:rPr>
              <a:t>n¡pw</a:t>
            </a:r>
            <a:endParaRPr lang="en-US" sz="28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958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9404B-E47F-7D60-CC75-5FD89C7C9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AEEA-2296-C4F2-D403-009C32682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>
                <a:latin typeface="Segoe UI"/>
                <a:cs typeface="Segoe UI"/>
              </a:rPr>
              <a:t>Holy Communion – Hymn No. 484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FBD2967-1E12-4870-6ACC-44652618195A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FBA9F0-F0BD-881F-B6DB-679FBD0FA8D2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2: 4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C86693-042C-F9F7-407F-E40F85201940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AF18C6A-2147-CA63-919E-E0EA327DB95A}"/>
              </a:ext>
            </a:extLst>
          </p:cNvPr>
          <p:cNvSpPr txBox="1">
            <a:spLocks/>
          </p:cNvSpPr>
          <p:nvPr/>
        </p:nvSpPr>
        <p:spPr>
          <a:xfrm>
            <a:off x="2516570" y="892910"/>
            <a:ext cx="6798090" cy="189414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defPPr>
              <a:defRPr lang="en-US"/>
            </a:defPPr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SG" sz="2800" dirty="0" err="1"/>
              <a:t>yeshuvin</a:t>
            </a:r>
            <a:r>
              <a:rPr lang="en-SG" sz="2800" dirty="0"/>
              <a:t> </a:t>
            </a:r>
            <a:r>
              <a:rPr lang="en-SG" sz="2800" dirty="0" err="1"/>
              <a:t>maamsa</a:t>
            </a:r>
            <a:r>
              <a:rPr lang="en-SG" sz="2800" dirty="0"/>
              <a:t> </a:t>
            </a:r>
            <a:r>
              <a:rPr lang="en-SG" sz="2800" dirty="0" err="1"/>
              <a:t>rakthavum</a:t>
            </a:r>
            <a:r>
              <a:rPr lang="en-SG" sz="2800" dirty="0"/>
              <a:t> </a:t>
            </a:r>
          </a:p>
          <a:p>
            <a:pPr algn="l">
              <a:lnSpc>
                <a:spcPct val="100000"/>
              </a:lnSpc>
            </a:pPr>
            <a:r>
              <a:rPr lang="en-SG" sz="2800" dirty="0" err="1"/>
              <a:t>nin</a:t>
            </a:r>
            <a:r>
              <a:rPr lang="en-SG" sz="2800" dirty="0"/>
              <a:t> </a:t>
            </a:r>
            <a:r>
              <a:rPr lang="en-SG" sz="2800" dirty="0" err="1"/>
              <a:t>virunnaakatte</a:t>
            </a:r>
            <a:br>
              <a:rPr lang="en-SG" sz="2800" dirty="0"/>
            </a:br>
            <a:r>
              <a:rPr lang="en-SG" sz="2800" dirty="0" err="1"/>
              <a:t>yeshuvin</a:t>
            </a:r>
            <a:r>
              <a:rPr lang="en-SG" sz="2800" dirty="0"/>
              <a:t> </a:t>
            </a:r>
            <a:r>
              <a:rPr lang="en-SG" sz="2800" dirty="0" err="1"/>
              <a:t>aathma</a:t>
            </a:r>
            <a:r>
              <a:rPr lang="en-SG" sz="2800" dirty="0"/>
              <a:t> </a:t>
            </a:r>
            <a:r>
              <a:rPr lang="en-SG" sz="2800" dirty="0" err="1"/>
              <a:t>daanavum</a:t>
            </a:r>
            <a:r>
              <a:rPr lang="en-SG" sz="2800" dirty="0"/>
              <a:t> </a:t>
            </a:r>
          </a:p>
          <a:p>
            <a:pPr algn="l">
              <a:lnSpc>
                <a:spcPct val="100000"/>
              </a:lnSpc>
            </a:pPr>
            <a:r>
              <a:rPr lang="en-SG" sz="2800" dirty="0" err="1"/>
              <a:t>jeevane</a:t>
            </a:r>
            <a:r>
              <a:rPr lang="en-SG" sz="2800" dirty="0"/>
              <a:t> </a:t>
            </a:r>
            <a:r>
              <a:rPr lang="en-SG" sz="2800" dirty="0" err="1"/>
              <a:t>nalkatte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5FA10-F913-7BDE-132B-049EA66F8F92}"/>
              </a:ext>
            </a:extLst>
          </p:cNvPr>
          <p:cNvSpPr/>
          <p:nvPr/>
        </p:nvSpPr>
        <p:spPr>
          <a:xfrm>
            <a:off x="2516570" y="2881489"/>
            <a:ext cx="6052173" cy="181588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dirty="0">
                <a:latin typeface="ML-TTKarthika" panose="04000000000000000000" pitchFamily="82" charset="0"/>
              </a:rPr>
              <a:t>tbiphn³ </a:t>
            </a:r>
            <a:r>
              <a:rPr lang="en-SG" sz="2800" dirty="0" err="1">
                <a:latin typeface="ML-TTKarthika" panose="04000000000000000000" pitchFamily="82" charset="0"/>
              </a:rPr>
              <a:t>amwkcàhpw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800" dirty="0">
                <a:latin typeface="ML-TTKarthika" panose="04000000000000000000" pitchFamily="82" charset="0"/>
              </a:rPr>
              <a:t>\n³ </a:t>
            </a:r>
            <a:r>
              <a:rPr lang="en-SG" sz="2800" dirty="0" err="1">
                <a:latin typeface="ML-TTKarthika" panose="04000000000000000000" pitchFamily="82" charset="0"/>
              </a:rPr>
              <a:t>hncp¶mIs</a:t>
            </a:r>
            <a:r>
              <a:rPr lang="en-SG" sz="2800" dirty="0">
                <a:latin typeface="ML-TTKarthika" panose="04000000000000000000" pitchFamily="82" charset="0"/>
              </a:rPr>
              <a:t>« </a:t>
            </a:r>
          </a:p>
          <a:p>
            <a:r>
              <a:rPr lang="en-SG" sz="2800" dirty="0">
                <a:latin typeface="ML-TTKarthika" panose="04000000000000000000" pitchFamily="82" charset="0"/>
              </a:rPr>
              <a:t>tbiphn³ </a:t>
            </a:r>
            <a:r>
              <a:rPr lang="en-SG" sz="2800" dirty="0" err="1">
                <a:latin typeface="ML-TTKarthika" panose="04000000000000000000" pitchFamily="82" charset="0"/>
              </a:rPr>
              <a:t>BßZm</a:t>
            </a:r>
            <a:r>
              <a:rPr lang="en-SG" sz="2800" dirty="0">
                <a:latin typeface="ML-TTKarthika" panose="04000000000000000000" pitchFamily="82" charset="0"/>
              </a:rPr>
              <a:t>\</a:t>
            </a:r>
            <a:r>
              <a:rPr lang="en-SG" sz="2800" dirty="0" err="1">
                <a:latin typeface="ML-TTKarthika" panose="04000000000000000000" pitchFamily="82" charset="0"/>
              </a:rPr>
              <a:t>hpw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800" dirty="0" err="1">
                <a:latin typeface="ML-TTKarthika" panose="04000000000000000000" pitchFamily="82" charset="0"/>
              </a:rPr>
              <a:t>Pohs</a:t>
            </a:r>
            <a:r>
              <a:rPr lang="en-SG" sz="2800" dirty="0">
                <a:latin typeface="ML-TTKarthika" panose="04000000000000000000" pitchFamily="82" charset="0"/>
              </a:rPr>
              <a:t>\ \ÂIs« </a:t>
            </a:r>
            <a:endParaRPr lang="en-US" sz="28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990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F6BD6-A964-7E09-DF79-E2417E3A3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ACE52-F541-4533-7506-0CFFAF7E7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</a:rPr>
              <a:t>Holy Communion – Hymn No 247</a:t>
            </a:r>
            <a:endParaRPr lang="en-US">
              <a:solidFill>
                <a:prstClr val="black"/>
              </a:solidFill>
              <a:latin typeface="Segoe UI" panose="020B0502040204020203" pitchFamily="34" charset="0"/>
              <a:ea typeface="Calibr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89F469B4-CDB0-A3C9-5139-0975134507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5593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77F2-60CF-F5A7-FE0B-134A390DC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370E0-3970-9495-2071-FB1A5030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/>
                <a:cs typeface="Segoe UI"/>
              </a:rPr>
              <a:t>Holy Communion- Hymn No 247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35E50FF-3250-F0A8-60A3-F180BCE3B8B9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41EC2-1548-90B4-ED31-562A75E5D9B7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1 of 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276C43-0AF1-4184-8CF1-9490ACEBFD0D}"/>
              </a:ext>
            </a:extLst>
          </p:cNvPr>
          <p:cNvSpPr/>
          <p:nvPr/>
        </p:nvSpPr>
        <p:spPr>
          <a:xfrm>
            <a:off x="797334" y="1201787"/>
            <a:ext cx="8247185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latin typeface="Calibri"/>
                <a:ea typeface="Calibri"/>
                <a:cs typeface="Calibri"/>
              </a:rPr>
              <a:t>neeyallo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njangalhkullha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divya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sambattheshuve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dirty="0" err="1">
                <a:latin typeface="Calibri"/>
                <a:ea typeface="Calibri"/>
                <a:cs typeface="Calibri"/>
              </a:rPr>
              <a:t>neeyallaathilla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bhoovil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aashrayippaan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aarume</a:t>
            </a:r>
            <a:r>
              <a:rPr lang="en-US" sz="2800" dirty="0">
                <a:latin typeface="Calibri"/>
                <a:ea typeface="Calibri"/>
                <a:cs typeface="Calibri"/>
              </a:rPr>
              <a:t> (2) </a:t>
            </a:r>
          </a:p>
          <a:p>
            <a:pPr indent="914400"/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neeyallo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njangalhkullha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divya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sambattheshuve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27CF03-BFBB-4893-8738-C137EC40235C}"/>
              </a:ext>
            </a:extLst>
          </p:cNvPr>
          <p:cNvSpPr/>
          <p:nvPr/>
        </p:nvSpPr>
        <p:spPr>
          <a:xfrm>
            <a:off x="802771" y="2749664"/>
            <a:ext cx="8247185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obtÃm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R§Ä¡pÅ</a:t>
            </a:r>
            <a:r>
              <a:rPr lang="en-US" sz="2800">
                <a:latin typeface="ML-TTKarthika" panose="04000000000000000000" pitchFamily="82" charset="0"/>
              </a:rPr>
              <a:t> Znhyk¼t¯ipth </a:t>
            </a:r>
          </a:p>
          <a:p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obÃmXnÃ</a:t>
            </a:r>
            <a:r>
              <a:rPr lang="en-US" sz="2800">
                <a:latin typeface="ML-TTKarthika" panose="04000000000000000000" pitchFamily="82" charset="0"/>
              </a:rPr>
              <a:t> `</a:t>
            </a:r>
            <a:r>
              <a:rPr lang="en-US" sz="2800" err="1">
                <a:latin typeface="ML-TTKarthika" panose="04000000000000000000" pitchFamily="82" charset="0"/>
              </a:rPr>
              <a:t>qhnÂ</a:t>
            </a:r>
            <a:r>
              <a:rPr lang="en-US" sz="2800">
                <a:latin typeface="ML-TTKarthika" panose="04000000000000000000" pitchFamily="82" charset="0"/>
              </a:rPr>
              <a:t> B</a:t>
            </a:r>
            <a:r>
              <a:rPr lang="en-SG" sz="2800">
                <a:latin typeface="ML-TTKarthika" panose="04000000000000000000" pitchFamily="82" charset="0"/>
              </a:rPr>
              <a:t>{</a:t>
            </a:r>
            <a:r>
              <a:rPr lang="en-SG" sz="2800" err="1">
                <a:latin typeface="ML-TTKarthika" panose="04000000000000000000" pitchFamily="82" charset="0"/>
              </a:rPr>
              <a:t>i</a:t>
            </a:r>
            <a:r>
              <a:rPr lang="en-US" sz="2800" err="1">
                <a:latin typeface="ML-TTKarthika" panose="04000000000000000000" pitchFamily="82" charset="0"/>
              </a:rPr>
              <a:t>bn¸m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mcpta</a:t>
            </a:r>
            <a:r>
              <a:rPr lang="en-US" sz="2800">
                <a:latin typeface="ML-TTKarthika" panose="04000000000000000000" pitchFamily="82" charset="0"/>
              </a:rPr>
              <a:t> (2) </a:t>
            </a:r>
          </a:p>
          <a:p>
            <a:pPr indent="914400"/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obtÃm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R§Ä¡pÅ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Znhyk¼t¯ipth</a:t>
            </a:r>
          </a:p>
          <a:p>
            <a:endParaRPr lang="en-US" sz="2800">
              <a:solidFill>
                <a:srgbClr val="000000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4540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4BB04-8920-1FF0-77CE-7DEAA16A5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34CD4-40FC-7270-865E-6243094E7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/>
                <a:cs typeface="Segoe UI"/>
              </a:rPr>
              <a:t>Holy Communion- Hymn No 247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BE1EB56-20AD-615A-1828-985AD8A5C8D9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DA7A38-F232-2D1E-CE7F-04A1BB667454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2 of 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1319A1-168A-C27E-EEEB-12E079D15A52}"/>
              </a:ext>
            </a:extLst>
          </p:cNvPr>
          <p:cNvSpPr/>
          <p:nvPr/>
        </p:nvSpPr>
        <p:spPr>
          <a:xfrm>
            <a:off x="742889" y="1234737"/>
            <a:ext cx="8247185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latin typeface="Calibri"/>
                <a:ea typeface="Calibri"/>
                <a:cs typeface="Calibri"/>
              </a:rPr>
              <a:t>neeyallo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njangalhkkaayi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mannidatthil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vannathum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dirty="0" err="1">
                <a:latin typeface="Calibri"/>
                <a:ea typeface="Calibri"/>
                <a:cs typeface="Calibri"/>
              </a:rPr>
              <a:t>neecharaam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njangalhude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paapamellam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ettathum</a:t>
            </a:r>
            <a:r>
              <a:rPr lang="en-US" sz="2800" dirty="0">
                <a:latin typeface="Calibri"/>
                <a:ea typeface="Calibri"/>
                <a:cs typeface="Calibri"/>
              </a:rPr>
              <a:t> (2)</a:t>
            </a:r>
            <a:endParaRPr lang="en-US" dirty="0"/>
          </a:p>
          <a:p>
            <a:pPr indent="914400"/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neeyallo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njangalhkullha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divya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sambattheshuve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6C4DB4-8862-67E9-2F22-B8CAAA60F39B}"/>
              </a:ext>
            </a:extLst>
          </p:cNvPr>
          <p:cNvSpPr/>
          <p:nvPr/>
        </p:nvSpPr>
        <p:spPr>
          <a:xfrm>
            <a:off x="896815" y="2742429"/>
            <a:ext cx="8247185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latin typeface="ML-TTKarthika"/>
              </a:rPr>
              <a:t>\</a:t>
            </a:r>
            <a:r>
              <a:rPr lang="en-US" sz="2800" err="1">
                <a:latin typeface="ML-TTKarthika"/>
              </a:rPr>
              <a:t>obtÃm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R§Ä¡mbn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a¶nS¯nÂ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h¶Xpw</a:t>
            </a:r>
            <a:r>
              <a:rPr lang="en-US" sz="2800">
                <a:latin typeface="ML-TTKarthika"/>
              </a:rPr>
              <a:t> </a:t>
            </a:r>
            <a:endParaRPr lang="en-US" sz="2800">
              <a:latin typeface="ML-TTKarthika" panose="04000000000000000000" pitchFamily="82" charset="0"/>
            </a:endParaRPr>
          </a:p>
          <a:p>
            <a:r>
              <a:rPr lang="en-US" sz="2800">
                <a:latin typeface="ML-TTKarthika"/>
              </a:rPr>
              <a:t>\</a:t>
            </a:r>
            <a:r>
              <a:rPr lang="en-US" sz="2800" err="1">
                <a:latin typeface="ML-TTKarthika"/>
              </a:rPr>
              <a:t>oNcmw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R§fpsS</a:t>
            </a:r>
            <a:r>
              <a:rPr lang="en-US" sz="2800">
                <a:latin typeface="ML-TTKarthika"/>
              </a:rPr>
              <a:t> ]m]</a:t>
            </a:r>
            <a:r>
              <a:rPr lang="en-US" sz="2800" err="1">
                <a:latin typeface="ML-TTKarthika"/>
              </a:rPr>
              <a:t>saÃmtaäXpw</a:t>
            </a:r>
            <a:r>
              <a:rPr lang="en-US" sz="2800">
                <a:latin typeface="ML-TTKarthika"/>
              </a:rPr>
              <a:t> (2)</a:t>
            </a:r>
            <a:endParaRPr lang="en-US"/>
          </a:p>
          <a:p>
            <a:pPr indent="914400"/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obtÃm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R§Ä¡pÅ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Znhyk¼t¯ipth</a:t>
            </a:r>
          </a:p>
          <a:p>
            <a:endParaRPr lang="en-US" sz="2800">
              <a:solidFill>
                <a:srgbClr val="000000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845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4E30C-FACB-DFE8-C96C-DED85238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C575A-B791-65C1-A0F0-44863FDA6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/>
                <a:cs typeface="Segoe UI"/>
              </a:rPr>
              <a:t>Holy Communion- Hymn No 247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57AD8E2-287E-2A06-452F-7D071B92AC2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1FA5F-7CF7-1CCD-A6F1-E0939EA49B3C}"/>
              </a:ext>
            </a:extLst>
          </p:cNvPr>
          <p:cNvSpPr txBox="1"/>
          <p:nvPr/>
        </p:nvSpPr>
        <p:spPr>
          <a:xfrm>
            <a:off x="7069623" y="4835723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3 of 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4E1CC-CDCE-4762-8E47-5E262CB7FFFF}"/>
              </a:ext>
            </a:extLst>
          </p:cNvPr>
          <p:cNvSpPr/>
          <p:nvPr/>
        </p:nvSpPr>
        <p:spPr>
          <a:xfrm>
            <a:off x="896815" y="1226500"/>
            <a:ext cx="8247185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latin typeface="Calibri"/>
                <a:ea typeface="Calibri"/>
                <a:cs typeface="Calibri"/>
              </a:rPr>
              <a:t>kaalvarri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malamukalherri</a:t>
            </a:r>
            <a:r>
              <a:rPr lang="en-US" sz="2800" dirty="0">
                <a:latin typeface="Calibri"/>
                <a:ea typeface="Calibri"/>
                <a:cs typeface="Calibri"/>
              </a:rPr>
              <a:t> nee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njangalhkkaay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dirty="0">
                <a:latin typeface="Calibri"/>
                <a:ea typeface="Calibri"/>
                <a:cs typeface="Calibri"/>
              </a:rPr>
              <a:t>kaal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karam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cherrnnu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thoongi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marichuyirekiya</a:t>
            </a:r>
            <a:r>
              <a:rPr lang="en-US" sz="2800" dirty="0">
                <a:latin typeface="Calibri"/>
                <a:ea typeface="Calibri"/>
                <a:cs typeface="Calibri"/>
              </a:rPr>
              <a:t> (2)</a:t>
            </a:r>
          </a:p>
          <a:p>
            <a:pPr indent="914400"/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neeyallo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njangalhkullha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divya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sambattheshuve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27FCC5-9522-4B6F-B911-04852DBC4257}"/>
              </a:ext>
            </a:extLst>
          </p:cNvPr>
          <p:cNvSpPr/>
          <p:nvPr/>
        </p:nvSpPr>
        <p:spPr>
          <a:xfrm>
            <a:off x="896815" y="2850942"/>
            <a:ext cx="8247185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ImÂhdn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aeapItfdn</a:t>
            </a:r>
            <a:r>
              <a:rPr lang="en-US" sz="2800">
                <a:latin typeface="ML-TTKarthika" panose="04000000000000000000" pitchFamily="82" charset="0"/>
              </a:rPr>
              <a:t> \o </a:t>
            </a:r>
            <a:r>
              <a:rPr lang="en-US" sz="2800" err="1">
                <a:latin typeface="ML-TTKarthika" panose="04000000000000000000" pitchFamily="82" charset="0"/>
              </a:rPr>
              <a:t>R§Ä¡mbv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ImÂIcw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tNÀ¶p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Xq§n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acn¨pbntcInb</a:t>
            </a:r>
            <a:r>
              <a:rPr lang="en-US" sz="2800">
                <a:latin typeface="ML-TTKarthika" panose="04000000000000000000" pitchFamily="82" charset="0"/>
              </a:rPr>
              <a:t> (2)  </a:t>
            </a:r>
          </a:p>
          <a:p>
            <a:pPr indent="914400"/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obtÃm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R§Ä¡pÅ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Znhyk¼t¯ipth</a:t>
            </a:r>
          </a:p>
          <a:p>
            <a:r>
              <a:rPr lang="en-US" sz="2800">
                <a:latin typeface="ML-TTKarthika"/>
              </a:rPr>
              <a:t> </a:t>
            </a:r>
            <a:endParaRPr lang="en-US" sz="2800">
              <a:solidFill>
                <a:srgbClr val="800000"/>
              </a:solidFill>
              <a:latin typeface="ML-TTKarthika"/>
            </a:endParaRPr>
          </a:p>
        </p:txBody>
      </p:sp>
    </p:spTree>
    <p:extLst>
      <p:ext uri="{BB962C8B-B14F-4D97-AF65-F5344CB8AC3E}">
        <p14:creationId xmlns:p14="http://schemas.microsoft.com/office/powerpoint/2010/main" val="30217189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FF522-754F-C496-65F3-C79C47B00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DD926-4D4F-94A9-BF86-A1A5C752E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/>
                <a:cs typeface="Segoe UI"/>
              </a:rPr>
              <a:t>Holy Communion- Hymn No 247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83F6225-3520-282C-6E51-2B6972EE39A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CCA7F2-D31B-3E69-DCCD-BF1E80484BEA}"/>
              </a:ext>
            </a:extLst>
          </p:cNvPr>
          <p:cNvSpPr txBox="1"/>
          <p:nvPr/>
        </p:nvSpPr>
        <p:spPr>
          <a:xfrm>
            <a:off x="7069623" y="4835723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4 of 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E22B19-D1FF-D4B8-A5E0-E083B5C51E71}"/>
              </a:ext>
            </a:extLst>
          </p:cNvPr>
          <p:cNvSpPr/>
          <p:nvPr/>
        </p:nvSpPr>
        <p:spPr>
          <a:xfrm>
            <a:off x="570235" y="1163190"/>
            <a:ext cx="8370584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latin typeface="Calibri"/>
                <a:ea typeface="Calibri"/>
                <a:cs typeface="Calibri"/>
              </a:rPr>
              <a:t>annannu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njangalhkullhathellam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thannu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pottunnon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dirty="0" err="1">
                <a:latin typeface="Calibri"/>
                <a:ea typeface="Calibri"/>
                <a:cs typeface="Calibri"/>
              </a:rPr>
              <a:t>innum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ennum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koode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undennullha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vaakku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thannavan</a:t>
            </a:r>
            <a:r>
              <a:rPr lang="en-US" sz="2800" dirty="0">
                <a:latin typeface="Calibri"/>
                <a:ea typeface="Calibri"/>
                <a:cs typeface="Calibri"/>
              </a:rPr>
              <a:t> (2)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indent="914400"/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neeyallo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njangalhkullha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divya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sambattheshuve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49AF69-6195-DC05-24B6-CAEE70D460E6}"/>
              </a:ext>
            </a:extLst>
          </p:cNvPr>
          <p:cNvSpPr/>
          <p:nvPr/>
        </p:nvSpPr>
        <p:spPr>
          <a:xfrm>
            <a:off x="592980" y="2756898"/>
            <a:ext cx="8247185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latin typeface="ML-TTKarthika"/>
              </a:rPr>
              <a:t>A¶¶p </a:t>
            </a:r>
            <a:r>
              <a:rPr lang="en-US" sz="2800" err="1">
                <a:latin typeface="ML-TTKarthika"/>
              </a:rPr>
              <a:t>R§Ä¡pÅsXÃmw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X¶p</a:t>
            </a:r>
            <a:r>
              <a:rPr lang="en-US" sz="2800">
                <a:latin typeface="ML-TTKarthika"/>
              </a:rPr>
              <a:t> t]mäpt¶m³ </a:t>
            </a:r>
            <a:endParaRPr lang="en-US" sz="2800">
              <a:latin typeface="ML-TTKarthika" panose="04000000000000000000" pitchFamily="82" charset="0"/>
            </a:endParaRPr>
          </a:p>
          <a:p>
            <a:r>
              <a:rPr lang="en-US" sz="2800" err="1">
                <a:latin typeface="ML-TTKarthika"/>
              </a:rPr>
              <a:t>C¶psa¶pw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IqsSbp¬sS¶pÅhm¡p</a:t>
            </a:r>
            <a:r>
              <a:rPr lang="en-US" sz="2800">
                <a:latin typeface="ML-TTKarthika"/>
              </a:rPr>
              <a:t> X¶h³ (2)  </a:t>
            </a:r>
            <a:endParaRPr lang="en-US"/>
          </a:p>
          <a:p>
            <a:pPr indent="914400"/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obtÃm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R§Ä¡pÅ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Znhyk¼t¯ipth</a:t>
            </a:r>
          </a:p>
          <a:p>
            <a:endParaRPr lang="en-US" sz="2800">
              <a:solidFill>
                <a:srgbClr val="000000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0523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4C262-A3D5-C8E6-8B19-9C2A8FCDC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83F44-2986-B439-144F-7645AAFA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/>
                <a:cs typeface="Segoe UI"/>
              </a:rPr>
              <a:t>Holy Communion- Hymn No 247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6C74103-81F0-5473-73A2-2B4509C784B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403508-6277-0C5D-2945-D4CEF69EE9C2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5 of 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2D5ADF-0343-45AA-AF71-2B8122E6DD71}"/>
              </a:ext>
            </a:extLst>
          </p:cNvPr>
          <p:cNvSpPr/>
          <p:nvPr/>
        </p:nvSpPr>
        <p:spPr>
          <a:xfrm>
            <a:off x="800138" y="1270907"/>
            <a:ext cx="8247185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latin typeface="Calibri"/>
                <a:ea typeface="Calibri"/>
                <a:cs typeface="Calibri"/>
              </a:rPr>
              <a:t>shathruvin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agni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asthram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shakthiyodethirrkkunna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dirty="0" err="1">
                <a:latin typeface="Calibri"/>
                <a:ea typeface="Calibri"/>
                <a:cs typeface="Calibri"/>
              </a:rPr>
              <a:t>maathrayil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jayam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thannu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kaatthu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sookshicheedunna</a:t>
            </a:r>
            <a:r>
              <a:rPr lang="en-US" sz="2800" dirty="0">
                <a:latin typeface="Calibri"/>
                <a:ea typeface="Calibri"/>
                <a:cs typeface="Calibri"/>
              </a:rPr>
              <a:t> (2) </a:t>
            </a:r>
          </a:p>
          <a:p>
            <a:pPr indent="914400"/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neeyallo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njangalhkullha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divya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sambattheshuve</a:t>
            </a:r>
            <a:endParaRPr lang="en-US" sz="2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BE169B-F653-420F-BD5C-FDDC967E3374}"/>
              </a:ext>
            </a:extLst>
          </p:cNvPr>
          <p:cNvSpPr/>
          <p:nvPr/>
        </p:nvSpPr>
        <p:spPr>
          <a:xfrm>
            <a:off x="896815" y="2850942"/>
            <a:ext cx="8247185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i</a:t>
            </a:r>
            <a:r>
              <a:rPr lang="en-US" sz="2800">
                <a:latin typeface="ML-TTKarthika" panose="04000000000000000000" pitchFamily="82" charset="0"/>
              </a:rPr>
              <a:t>{</a:t>
            </a:r>
            <a:r>
              <a:rPr lang="en-US" sz="2800" err="1">
                <a:latin typeface="ML-TTKarthika" panose="04000000000000000000" pitchFamily="82" charset="0"/>
              </a:rPr>
              <a:t>Xphn¶ánbkv</a:t>
            </a:r>
            <a:r>
              <a:rPr lang="en-US" sz="2800">
                <a:latin typeface="ML-TTKarthika" panose="04000000000000000000" pitchFamily="82" charset="0"/>
              </a:rPr>
              <a:t>{</a:t>
            </a:r>
            <a:r>
              <a:rPr lang="en-US" sz="2800" err="1">
                <a:latin typeface="ML-TTKarthika" panose="04000000000000000000" pitchFamily="82" charset="0"/>
              </a:rPr>
              <a:t>Xw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iàntbmsSXnÀ¡p</a:t>
            </a:r>
            <a:r>
              <a:rPr lang="en-US" sz="2800">
                <a:latin typeface="ML-TTKarthika" panose="04000000000000000000" pitchFamily="82" charset="0"/>
              </a:rPr>
              <a:t>¶ </a:t>
            </a:r>
          </a:p>
          <a:p>
            <a:r>
              <a:rPr lang="en-US" sz="2800">
                <a:latin typeface="ML-TTKarthika" panose="04000000000000000000" pitchFamily="82" charset="0"/>
              </a:rPr>
              <a:t>am{</a:t>
            </a:r>
            <a:r>
              <a:rPr lang="en-US" sz="2800" err="1">
                <a:latin typeface="ML-TTKarthika" panose="04000000000000000000" pitchFamily="82" charset="0"/>
              </a:rPr>
              <a:t>XbnÂ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Pbw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X¶p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Im¯p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kq£n¨oSp</a:t>
            </a:r>
            <a:r>
              <a:rPr lang="en-US" sz="2800">
                <a:latin typeface="ML-TTKarthika" panose="04000000000000000000" pitchFamily="82" charset="0"/>
              </a:rPr>
              <a:t>¶ (2)  </a:t>
            </a:r>
          </a:p>
          <a:p>
            <a:pPr indent="914400"/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obtÃm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R§Ä¡pÅ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Znhyk¼t¯ipth</a:t>
            </a:r>
          </a:p>
          <a:p>
            <a:r>
              <a:rPr lang="en-US" sz="2800">
                <a:latin typeface="ML-TTKarthika"/>
              </a:rPr>
              <a:t> </a:t>
            </a:r>
            <a:endParaRPr lang="en-US" sz="2800">
              <a:solidFill>
                <a:srgbClr val="800000"/>
              </a:solidFill>
              <a:latin typeface="ML-TTKarthika"/>
            </a:endParaRPr>
          </a:p>
        </p:txBody>
      </p:sp>
    </p:spTree>
    <p:extLst>
      <p:ext uri="{BB962C8B-B14F-4D97-AF65-F5344CB8AC3E}">
        <p14:creationId xmlns:p14="http://schemas.microsoft.com/office/powerpoint/2010/main" val="3971391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7AE79-F203-8815-E5D8-CAB91207C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0B1B3-59C3-E913-E480-CBB757FC9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/>
                <a:cs typeface="Segoe UI"/>
              </a:rPr>
              <a:t>Holy Communion- Hymn No 247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F80B4E4-7273-BC06-4DBF-EAAAB7F9E40A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54742-B9F9-2FC9-621E-1E1C96912B3C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6 of 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FEC0B3-FFD6-864B-7C95-A729F32A2273}"/>
              </a:ext>
            </a:extLst>
          </p:cNvPr>
          <p:cNvSpPr/>
          <p:nvPr/>
        </p:nvSpPr>
        <p:spPr>
          <a:xfrm>
            <a:off x="497722" y="1275926"/>
            <a:ext cx="8247185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latin typeface="Calibri"/>
                <a:ea typeface="Calibri"/>
                <a:cs typeface="Calibri"/>
              </a:rPr>
              <a:t>janakanude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valam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amarrnnu</a:t>
            </a:r>
            <a:r>
              <a:rPr lang="en-US" sz="2800" dirty="0">
                <a:latin typeface="Calibri"/>
                <a:ea typeface="Calibri"/>
                <a:cs typeface="Calibri"/>
              </a:rPr>
              <a:t> nee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njangalhkkaay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dirty="0" err="1">
                <a:latin typeface="Calibri"/>
                <a:ea typeface="Calibri"/>
                <a:cs typeface="Calibri"/>
              </a:rPr>
              <a:t>dinam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prathi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pakshavaadam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cheythu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jeevichidunna</a:t>
            </a:r>
            <a:r>
              <a:rPr lang="en-US" sz="2800" dirty="0">
                <a:latin typeface="Calibri"/>
                <a:ea typeface="Calibri"/>
                <a:cs typeface="Calibri"/>
              </a:rPr>
              <a:t> (2)</a:t>
            </a:r>
          </a:p>
          <a:p>
            <a:pPr indent="914400"/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neeyallo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njangalhkullha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divya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sambattheshuve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563A87-422E-C583-48E5-9525F2878975}"/>
              </a:ext>
            </a:extLst>
          </p:cNvPr>
          <p:cNvSpPr/>
          <p:nvPr/>
        </p:nvSpPr>
        <p:spPr>
          <a:xfrm>
            <a:off x="592980" y="2836474"/>
            <a:ext cx="8247185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latin typeface="ML-TTKarthika"/>
              </a:rPr>
              <a:t>P\I\</a:t>
            </a:r>
            <a:r>
              <a:rPr lang="en-US" sz="2800" dirty="0" err="1">
                <a:latin typeface="ML-TTKarthika"/>
              </a:rPr>
              <a:t>psS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heaaÀ¶p</a:t>
            </a:r>
            <a:r>
              <a:rPr lang="en-US" sz="2800" dirty="0">
                <a:latin typeface="ML-TTKarthika"/>
              </a:rPr>
              <a:t> \o </a:t>
            </a:r>
            <a:r>
              <a:rPr lang="en-US" sz="2800" dirty="0" err="1">
                <a:latin typeface="ML-TTKarthika"/>
              </a:rPr>
              <a:t>R§Ä¡mbv</a:t>
            </a:r>
            <a:r>
              <a:rPr lang="en-US" sz="2800" dirty="0">
                <a:latin typeface="ML-TTKarthika"/>
              </a:rPr>
              <a:t> </a:t>
            </a:r>
            <a:endParaRPr lang="en-US" sz="2800" dirty="0">
              <a:latin typeface="ML-TTKarthika" panose="04000000000000000000" pitchFamily="82" charset="0"/>
            </a:endParaRPr>
          </a:p>
          <a:p>
            <a:r>
              <a:rPr lang="en-US" sz="2800" dirty="0">
                <a:latin typeface="ML-TTKarthika"/>
              </a:rPr>
              <a:t>Zn\w {]</a:t>
            </a:r>
            <a:r>
              <a:rPr lang="en-US" sz="2800" dirty="0" err="1">
                <a:latin typeface="ML-TTKarthika"/>
              </a:rPr>
              <a:t>Xn</a:t>
            </a:r>
            <a:r>
              <a:rPr lang="en-US" sz="2800" dirty="0">
                <a:latin typeface="ML-TTKarthika"/>
              </a:rPr>
              <a:t> ]£</a:t>
            </a:r>
            <a:r>
              <a:rPr lang="en-US" sz="2800" dirty="0" err="1">
                <a:latin typeface="ML-TTKarthika"/>
              </a:rPr>
              <a:t>hmZw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sNbvXp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Pohn¨oSp</a:t>
            </a:r>
            <a:r>
              <a:rPr lang="en-US" sz="2800" dirty="0">
                <a:latin typeface="ML-TTKarthika"/>
              </a:rPr>
              <a:t>¶ (2) </a:t>
            </a:r>
            <a:endParaRPr lang="en-US" dirty="0"/>
          </a:p>
          <a:p>
            <a:pPr indent="914400"/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obtÃm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R§Ä¡pÅ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Znhyk¼t¯ipth</a:t>
            </a:r>
          </a:p>
        </p:txBody>
      </p:sp>
    </p:spTree>
    <p:extLst>
      <p:ext uri="{BB962C8B-B14F-4D97-AF65-F5344CB8AC3E}">
        <p14:creationId xmlns:p14="http://schemas.microsoft.com/office/powerpoint/2010/main" val="11562122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F9239-B8F4-A251-0D94-8C657B8FC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5ECEA-6E8B-8685-89E8-ACC1424C1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/>
                <a:cs typeface="Segoe UI"/>
              </a:rPr>
              <a:t>Holy Communion- Hymn No 247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6493C61-D075-D409-4AEF-93A89AD56FD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DE3915-8902-9114-00F3-52C4E0473FC4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7 of 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82969-E61F-4064-BF98-048177F76C88}"/>
              </a:ext>
            </a:extLst>
          </p:cNvPr>
          <p:cNvSpPr/>
          <p:nvPr/>
        </p:nvSpPr>
        <p:spPr>
          <a:xfrm>
            <a:off x="514406" y="1242975"/>
            <a:ext cx="8247185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latin typeface="Calibri"/>
                <a:ea typeface="Calibri"/>
                <a:cs typeface="Calibri"/>
              </a:rPr>
              <a:t>lokatthil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njangalhkkullhathellaam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nashtamaakilum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dirty="0" err="1">
                <a:latin typeface="Calibri"/>
                <a:ea typeface="Calibri"/>
                <a:cs typeface="Calibri"/>
              </a:rPr>
              <a:t>lokakkaarr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nithyam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dushicheedilum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ponneshuve</a:t>
            </a:r>
            <a:r>
              <a:rPr lang="en-US" sz="2800" dirty="0">
                <a:latin typeface="Calibri"/>
                <a:ea typeface="Calibri"/>
                <a:cs typeface="Calibri"/>
              </a:rPr>
              <a:t> (2)</a:t>
            </a:r>
          </a:p>
          <a:p>
            <a:pPr indent="914400"/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neeyallo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njangalhkullha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divya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sambattheshuve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C41712-2FE4-4BAB-A7A5-666AAD513FD7}"/>
              </a:ext>
            </a:extLst>
          </p:cNvPr>
          <p:cNvSpPr/>
          <p:nvPr/>
        </p:nvSpPr>
        <p:spPr>
          <a:xfrm>
            <a:off x="592980" y="2858176"/>
            <a:ext cx="8247185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temI¯nÂ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R§Ä¡pÅsXÃmw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ãamInepw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temI¡mÀ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nXyw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Zpjn¨oSnepw</a:t>
            </a:r>
            <a:r>
              <a:rPr lang="en-US" sz="2800">
                <a:latin typeface="ML-TTKarthika" panose="04000000000000000000" pitchFamily="82" charset="0"/>
              </a:rPr>
              <a:t> s]</a:t>
            </a:r>
            <a:r>
              <a:rPr lang="en-US" sz="2800" err="1">
                <a:latin typeface="ML-TTKarthika" panose="04000000000000000000" pitchFamily="82" charset="0"/>
              </a:rPr>
              <a:t>mt¶ipth</a:t>
            </a:r>
            <a:r>
              <a:rPr lang="en-US" sz="2800">
                <a:latin typeface="ML-TTKarthika" panose="04000000000000000000" pitchFamily="82" charset="0"/>
              </a:rPr>
              <a:t> (2) </a:t>
            </a:r>
          </a:p>
          <a:p>
            <a:pPr indent="914400"/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obtÃm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R§Ä¡pÅ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Znhyk¼t¯ipth</a:t>
            </a:r>
          </a:p>
          <a:p>
            <a:r>
              <a:rPr lang="en-US" sz="2800">
                <a:latin typeface="ML-TTKarthika"/>
              </a:rPr>
              <a:t> </a:t>
            </a:r>
            <a:endParaRPr lang="en-US" sz="2800">
              <a:solidFill>
                <a:srgbClr val="800000"/>
              </a:solidFill>
              <a:latin typeface="ML-TTKarthika"/>
            </a:endParaRPr>
          </a:p>
        </p:txBody>
      </p:sp>
    </p:spTree>
    <p:extLst>
      <p:ext uri="{BB962C8B-B14F-4D97-AF65-F5344CB8AC3E}">
        <p14:creationId xmlns:p14="http://schemas.microsoft.com/office/powerpoint/2010/main" val="3424824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9B6A5-865A-33B2-FD91-36C208AF8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16638-25C5-403E-B771-A1BF54EC2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/>
                <a:cs typeface="Segoe UI"/>
              </a:rPr>
              <a:t>Holy Communion- Hymn No 247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430180E-CC86-0C8D-E766-7FDD6D01AF75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745917-EC7E-BEAE-1135-FD7FFFA30F81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8 of 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A499E7-8477-FCBF-1F41-DEEBB8B6F0C0}"/>
              </a:ext>
            </a:extLst>
          </p:cNvPr>
          <p:cNvSpPr/>
          <p:nvPr/>
        </p:nvSpPr>
        <p:spPr>
          <a:xfrm>
            <a:off x="535315" y="1071570"/>
            <a:ext cx="8247185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latin typeface="Calibri"/>
                <a:ea typeface="Calibri"/>
                <a:cs typeface="Calibri"/>
              </a:rPr>
              <a:t>nithya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jeeva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mozhikalh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ninnilundu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parane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dirty="0" err="1">
                <a:latin typeface="Calibri"/>
                <a:ea typeface="Calibri"/>
                <a:cs typeface="Calibri"/>
              </a:rPr>
              <a:t>ninne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vittittadiyangalh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engu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poyi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vasikkum</a:t>
            </a:r>
            <a:r>
              <a:rPr lang="en-US" sz="2800" dirty="0">
                <a:latin typeface="Calibri"/>
                <a:ea typeface="Calibri"/>
                <a:cs typeface="Calibri"/>
              </a:rPr>
              <a:t> (2)</a:t>
            </a:r>
          </a:p>
          <a:p>
            <a:pPr indent="914400"/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neeyallo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njangalhkullha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divya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sambattheshuve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2DB70B-5BD8-FB04-794C-B6D716332C40}"/>
              </a:ext>
            </a:extLst>
          </p:cNvPr>
          <p:cNvSpPr/>
          <p:nvPr/>
        </p:nvSpPr>
        <p:spPr>
          <a:xfrm>
            <a:off x="513404" y="2800303"/>
            <a:ext cx="8247185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latin typeface="ML-TTKarthika"/>
              </a:rPr>
              <a:t>\</a:t>
            </a:r>
            <a:r>
              <a:rPr lang="en-US" sz="2800" dirty="0" err="1">
                <a:latin typeface="ML-TTKarthika"/>
              </a:rPr>
              <a:t>nXyPohsamgnIÄ</a:t>
            </a:r>
            <a:r>
              <a:rPr lang="en-US" sz="2800" dirty="0">
                <a:latin typeface="ML-TTKarthika"/>
              </a:rPr>
              <a:t> \</a:t>
            </a:r>
            <a:r>
              <a:rPr lang="en-US" sz="2800" dirty="0" err="1">
                <a:latin typeface="ML-TTKarthika"/>
              </a:rPr>
              <a:t>n¶nep¬Sp</a:t>
            </a:r>
            <a:r>
              <a:rPr lang="en-US" sz="2800" dirty="0">
                <a:latin typeface="ML-TTKarthika"/>
              </a:rPr>
              <a:t> ]</a:t>
            </a:r>
            <a:r>
              <a:rPr lang="en-US" sz="2800" dirty="0" err="1">
                <a:latin typeface="ML-TTKarthika"/>
              </a:rPr>
              <a:t>ct</a:t>
            </a:r>
            <a:r>
              <a:rPr lang="en-US" sz="2800" dirty="0">
                <a:latin typeface="ML-TTKarthika"/>
              </a:rPr>
              <a:t>\ </a:t>
            </a:r>
            <a:endParaRPr lang="en-US" sz="2800" dirty="0">
              <a:latin typeface="ML-TTKarthika" panose="04000000000000000000" pitchFamily="82" charset="0"/>
            </a:endParaRPr>
          </a:p>
          <a:p>
            <a:r>
              <a:rPr lang="en-US" sz="2800" dirty="0">
                <a:latin typeface="ML-TTKarthika"/>
              </a:rPr>
              <a:t>\ns¶ </a:t>
            </a:r>
            <a:r>
              <a:rPr lang="en-US" sz="2800" dirty="0" err="1">
                <a:latin typeface="ML-TTKarthika"/>
              </a:rPr>
              <a:t>hn«n«Snb§Ä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F§pt</a:t>
            </a:r>
            <a:r>
              <a:rPr lang="en-US" sz="2800" dirty="0">
                <a:latin typeface="ML-TTKarthika"/>
              </a:rPr>
              <a:t>]</a:t>
            </a:r>
            <a:r>
              <a:rPr lang="en-US" sz="2800" dirty="0" err="1">
                <a:latin typeface="ML-TTKarthika"/>
              </a:rPr>
              <a:t>mbn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hkn¡pw</a:t>
            </a:r>
            <a:r>
              <a:rPr lang="en-US" sz="2800" dirty="0">
                <a:latin typeface="ML-TTKarthika"/>
              </a:rPr>
              <a:t> (2)   </a:t>
            </a:r>
            <a:endParaRPr lang="en-US" dirty="0">
              <a:latin typeface="ML-TTKarthika"/>
            </a:endParaRPr>
          </a:p>
          <a:p>
            <a:pPr indent="914400"/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obtÃm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R§Ä¡pÅ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</a:rPr>
              <a:t> Znhyk¼t¯ipth</a:t>
            </a:r>
          </a:p>
          <a:p>
            <a:endParaRPr lang="en-US" sz="2800" dirty="0">
              <a:solidFill>
                <a:srgbClr val="000000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720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84BF6-A4BC-6E0B-2D8E-246673DF0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54EB-FF23-D535-0808-74E04515F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</a:t>
            </a:r>
            <a:r>
              <a:rPr lang="en-US">
                <a:solidFill>
                  <a:prstClr val="black"/>
                </a:solidFill>
                <a:latin typeface="+mn-lt"/>
                <a:cs typeface="Segoe UI"/>
              </a:rPr>
              <a:t>Hymn No: 343</a:t>
            </a:r>
            <a:endParaRPr lang="en-US">
              <a:solidFill>
                <a:prstClr val="black"/>
              </a:solidFill>
              <a:latin typeface="Segoe UI"/>
              <a:ea typeface="Calibr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2022D84F-2B80-F091-B62A-65C3F513D5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52778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54717-AAD0-5AD8-592B-181597CDA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F2C2A-FD10-1636-1F20-AA4FE3AD9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Hymn No: 343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0FA8F6A-55BD-6229-507F-500D11C1E093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D3218-338A-BDD1-2B56-E8E61AFDDE32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5: 1 of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0" y="496074"/>
            <a:ext cx="9679458" cy="461664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433513"/>
            <a:r>
              <a:rPr lang="en-US" sz="2800" kern="100" dirty="0" err="1">
                <a:latin typeface="Calibri"/>
                <a:ea typeface="Calibri"/>
                <a:cs typeface="Times New Roman"/>
              </a:rPr>
              <a:t>yaah-en-na</a:t>
            </a:r>
            <a:r>
              <a:rPr lang="en-US" sz="2800" kern="10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US" sz="2800" kern="100" dirty="0" err="1">
                <a:effectLst/>
                <a:latin typeface="Calibri"/>
                <a:ea typeface="Calibri"/>
                <a:cs typeface="Times New Roman"/>
              </a:rPr>
              <a:t>d</a:t>
            </a:r>
            <a:r>
              <a:rPr lang="en-US" sz="2800" kern="100" dirty="0" err="1">
                <a:latin typeface="Calibri"/>
                <a:ea typeface="Calibri"/>
                <a:cs typeface="Times New Roman"/>
              </a:rPr>
              <a:t>ai-vam</a:t>
            </a:r>
            <a:r>
              <a:rPr lang="en-US" sz="2800" kern="10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US" sz="2800" kern="100" dirty="0" err="1">
                <a:latin typeface="Calibri"/>
                <a:ea typeface="Calibri"/>
                <a:cs typeface="Times New Roman"/>
              </a:rPr>
              <a:t>enn-idayanaho</a:t>
            </a:r>
            <a:endParaRPr lang="en-US" sz="2800" kern="100" dirty="0">
              <a:effectLst/>
              <a:latin typeface="Calibri"/>
              <a:ea typeface="Calibri"/>
              <a:cs typeface="Times New Roman"/>
            </a:endParaRPr>
          </a:p>
          <a:p>
            <a:pPr indent="1433513"/>
            <a:r>
              <a:rPr lang="en-US" sz="2800" kern="100" dirty="0" err="1">
                <a:latin typeface="Calibri"/>
                <a:ea typeface="Calibri"/>
                <a:cs typeface="Times New Roman"/>
              </a:rPr>
              <a:t>yaa-thoru</a:t>
            </a:r>
            <a:r>
              <a:rPr lang="en-US" sz="2800" kern="10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US" sz="2800" kern="100" dirty="0" err="1">
                <a:latin typeface="Calibri"/>
                <a:ea typeface="Calibri"/>
                <a:cs typeface="Times New Roman"/>
              </a:rPr>
              <a:t>kurravum</a:t>
            </a:r>
            <a:r>
              <a:rPr lang="en-US" sz="2800" kern="100" dirty="0">
                <a:latin typeface="Calibri"/>
                <a:ea typeface="Calibri"/>
                <a:cs typeface="Times New Roman"/>
              </a:rPr>
              <a:t>-ill-</a:t>
            </a:r>
            <a:r>
              <a:rPr lang="en-US" sz="2800" kern="100" dirty="0" err="1">
                <a:latin typeface="Calibri"/>
                <a:ea typeface="Calibri"/>
                <a:cs typeface="Times New Roman"/>
              </a:rPr>
              <a:t>enikk</a:t>
            </a:r>
            <a:r>
              <a:rPr lang="en-US" sz="2800" kern="100" dirty="0">
                <a:latin typeface="Calibri"/>
                <a:ea typeface="Calibri"/>
                <a:cs typeface="Times New Roman"/>
              </a:rPr>
              <a:t>-</a:t>
            </a:r>
            <a:r>
              <a:rPr lang="en-US" sz="2800" kern="100" dirty="0" err="1">
                <a:latin typeface="Calibri"/>
                <a:ea typeface="Calibri"/>
                <a:cs typeface="Times New Roman"/>
              </a:rPr>
              <a:t>iniyum</a:t>
            </a:r>
            <a:endParaRPr lang="en-US" sz="2800" kern="100" dirty="0">
              <a:effectLst/>
              <a:latin typeface="Calibri"/>
              <a:ea typeface="Calibri"/>
              <a:cs typeface="Times New Roman"/>
            </a:endParaRPr>
          </a:p>
          <a:p>
            <a:pPr indent="1433513"/>
            <a:r>
              <a:rPr lang="en-US" sz="2800" kern="100" dirty="0">
                <a:latin typeface="Calibri"/>
                <a:ea typeface="Calibri"/>
                <a:cs typeface="Segoe UI"/>
              </a:rPr>
              <a:t>pacha-</a:t>
            </a:r>
            <a:r>
              <a:rPr lang="en-US" sz="2800" kern="100" dirty="0" err="1">
                <a:latin typeface="Calibri"/>
                <a:ea typeface="Calibri"/>
                <a:cs typeface="Segoe UI"/>
              </a:rPr>
              <a:t>ppul</a:t>
            </a:r>
            <a:r>
              <a:rPr lang="en-US" sz="2800" kern="100" dirty="0">
                <a:latin typeface="Calibri"/>
                <a:ea typeface="Calibri"/>
                <a:cs typeface="Segoe UI"/>
              </a:rPr>
              <a:t> </a:t>
            </a:r>
            <a:r>
              <a:rPr lang="en-US" sz="2800" kern="100" dirty="0" err="1">
                <a:latin typeface="Calibri"/>
                <a:ea typeface="Calibri"/>
                <a:cs typeface="Segoe UI"/>
              </a:rPr>
              <a:t>purra-th-enne</a:t>
            </a:r>
            <a:r>
              <a:rPr lang="en-US" sz="2800" kern="100" dirty="0">
                <a:latin typeface="Calibri"/>
                <a:ea typeface="Calibri"/>
                <a:cs typeface="Segoe UI"/>
              </a:rPr>
              <a:t> </a:t>
            </a:r>
            <a:r>
              <a:rPr lang="en-US" sz="2800" kern="100" dirty="0" err="1">
                <a:latin typeface="Calibri"/>
                <a:ea typeface="Calibri"/>
                <a:cs typeface="Segoe UI"/>
              </a:rPr>
              <a:t>kidath-unn-avan</a:t>
            </a:r>
            <a:endParaRPr lang="en-US" sz="2800" kern="100" dirty="0">
              <a:latin typeface="Calibri"/>
              <a:ea typeface="Calibri"/>
              <a:cs typeface="Segoe UI"/>
            </a:endParaRPr>
          </a:p>
          <a:p>
            <a:pPr indent="1433513"/>
            <a:r>
              <a:rPr lang="en-US" sz="2800" kern="100" dirty="0" err="1">
                <a:latin typeface="Calibri"/>
                <a:ea typeface="Calibri"/>
                <a:cs typeface="Segoe UI"/>
              </a:rPr>
              <a:t>nish-chala</a:t>
            </a:r>
            <a:r>
              <a:rPr lang="en-US" sz="2800" kern="100" dirty="0">
                <a:latin typeface="Calibri"/>
                <a:ea typeface="Calibri"/>
                <a:cs typeface="Segoe UI"/>
              </a:rPr>
              <a:t> </a:t>
            </a:r>
            <a:r>
              <a:rPr lang="en-US" sz="2800" kern="100" dirty="0" err="1">
                <a:latin typeface="Calibri"/>
                <a:ea typeface="Calibri"/>
                <a:cs typeface="Segoe UI"/>
              </a:rPr>
              <a:t>jalam-enne</a:t>
            </a:r>
            <a:r>
              <a:rPr lang="en-US" sz="2800" kern="100" dirty="0">
                <a:latin typeface="Calibri"/>
                <a:ea typeface="Calibri"/>
                <a:cs typeface="Segoe UI"/>
              </a:rPr>
              <a:t> </a:t>
            </a:r>
            <a:r>
              <a:rPr lang="en-US" sz="2800" kern="100" dirty="0" err="1">
                <a:latin typeface="Calibri"/>
                <a:ea typeface="Calibri"/>
                <a:cs typeface="Segoe UI"/>
              </a:rPr>
              <a:t>kudi-ppi-kkunnu</a:t>
            </a:r>
            <a:endParaRPr lang="en-US" sz="2800" kern="100" dirty="0">
              <a:latin typeface="Calibri"/>
              <a:ea typeface="Calibri"/>
              <a:cs typeface="Segoe UI"/>
            </a:endParaRPr>
          </a:p>
          <a:p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yaahenna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daivam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ennidayanaho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yaathoru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kurravumillenikkiniyum</a:t>
            </a:r>
            <a:endParaRPr lang="en-US" sz="2600" dirty="0">
              <a:solidFill>
                <a:srgbClr val="800000"/>
              </a:solidFill>
              <a:ea typeface="Calibri"/>
            </a:endParaRPr>
          </a:p>
          <a:p>
            <a:endParaRPr lang="en-US" sz="1000" i="1" kern="100" dirty="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pPr indent="1433513"/>
            <a:r>
              <a:rPr lang="en-SG" sz="2800" dirty="0" err="1">
                <a:latin typeface="ML-TTKarthika"/>
              </a:rPr>
              <a:t>bmsl</a:t>
            </a:r>
            <a:r>
              <a:rPr lang="en-SG" sz="2800" dirty="0">
                <a:latin typeface="ML-TTKarthika"/>
              </a:rPr>
              <a:t>-¶-</a:t>
            </a:r>
            <a:r>
              <a:rPr lang="en-SG" sz="2800" dirty="0" err="1">
                <a:latin typeface="ML-TTKarthika"/>
              </a:rPr>
              <a:t>ssZ</a:t>
            </a:r>
            <a:r>
              <a:rPr lang="en-SG" sz="2800" dirty="0">
                <a:latin typeface="ML-TTKarthika"/>
              </a:rPr>
              <a:t>-h-</a:t>
            </a:r>
            <a:r>
              <a:rPr lang="en-SG" sz="2800" dirty="0" err="1">
                <a:latin typeface="ML-TTKarthika"/>
              </a:rPr>
              <a:t>sa</a:t>
            </a:r>
            <a:r>
              <a:rPr lang="en-SG" sz="2800" dirty="0">
                <a:latin typeface="ML-TTKarthika"/>
              </a:rPr>
              <a:t>-¶n-S-b-\</a:t>
            </a:r>
            <a:r>
              <a:rPr lang="en-SG" sz="2800" dirty="0" err="1">
                <a:latin typeface="ML-TTKarthika"/>
              </a:rPr>
              <a:t>tlm</a:t>
            </a:r>
            <a:r>
              <a:rPr lang="en-SG" sz="2800" dirty="0">
                <a:latin typeface="ML-TTKarthika"/>
              </a:rPr>
              <a:t> </a:t>
            </a:r>
          </a:p>
          <a:p>
            <a:pPr indent="1433513"/>
            <a:r>
              <a:rPr lang="en-SG" sz="2800" dirty="0" err="1">
                <a:latin typeface="ML-TTKarthika"/>
              </a:rPr>
              <a:t>bmsXmcp</a:t>
            </a:r>
            <a:r>
              <a:rPr lang="en-SG" sz="2800" dirty="0">
                <a:latin typeface="ML-TTKarthika"/>
              </a:rPr>
              <a:t> </a:t>
            </a:r>
            <a:r>
              <a:rPr lang="en-SG" sz="2800" dirty="0" err="1">
                <a:latin typeface="ML-TTKarthika"/>
              </a:rPr>
              <a:t>Ipd</a:t>
            </a:r>
            <a:r>
              <a:rPr lang="en-SG" sz="2800" dirty="0">
                <a:latin typeface="ML-TTKarthika"/>
              </a:rPr>
              <a:t>-hp-an-</a:t>
            </a:r>
            <a:r>
              <a:rPr lang="en-SG" sz="2800" dirty="0" err="1">
                <a:latin typeface="ML-TTKarthika"/>
              </a:rPr>
              <a:t>sÃ</a:t>
            </a:r>
            <a:r>
              <a:rPr lang="en-SG" sz="2800" dirty="0">
                <a:latin typeface="ML-TTKarthika"/>
              </a:rPr>
              <a:t>-\n-¡n-\</a:t>
            </a:r>
            <a:r>
              <a:rPr lang="en-SG" sz="2800" dirty="0" err="1">
                <a:latin typeface="ML-TTKarthika"/>
              </a:rPr>
              <a:t>nbpw</a:t>
            </a:r>
            <a:r>
              <a:rPr lang="en-SG" sz="2800" dirty="0">
                <a:latin typeface="ML-TTKarthika"/>
              </a:rPr>
              <a:t> </a:t>
            </a:r>
          </a:p>
          <a:p>
            <a:pPr indent="1433513"/>
            <a:r>
              <a:rPr lang="en-SG" sz="2800" dirty="0">
                <a:latin typeface="ML-TTKarthika"/>
              </a:rPr>
              <a:t>]¨-¸</a:t>
            </a:r>
            <a:r>
              <a:rPr lang="en-SG" sz="2800" dirty="0" err="1">
                <a:latin typeface="ML-TTKarthika"/>
              </a:rPr>
              <a:t>pÂ</a:t>
            </a:r>
            <a:r>
              <a:rPr lang="en-SG" sz="2800" dirty="0">
                <a:latin typeface="ML-TTKarthika"/>
              </a:rPr>
              <a:t> ]p-d--s¯-s¶- In-S-¯p-¶-h³ </a:t>
            </a:r>
          </a:p>
          <a:p>
            <a:pPr indent="1433513"/>
            <a:r>
              <a:rPr lang="en-SG" sz="2800" dirty="0">
                <a:latin typeface="ML-TTKarthika"/>
              </a:rPr>
              <a:t>\</a:t>
            </a:r>
            <a:r>
              <a:rPr lang="en-SG" sz="2800" dirty="0" err="1">
                <a:latin typeface="ML-TTKarthika"/>
              </a:rPr>
              <a:t>nÝ</a:t>
            </a:r>
            <a:r>
              <a:rPr lang="en-SG" sz="2800" dirty="0">
                <a:latin typeface="ML-TTKarthika"/>
              </a:rPr>
              <a:t>-e-P-e-</a:t>
            </a:r>
            <a:r>
              <a:rPr lang="en-SG" sz="2800" dirty="0" err="1">
                <a:latin typeface="ML-TTKarthika"/>
              </a:rPr>
              <a:t>sas</a:t>
            </a:r>
            <a:r>
              <a:rPr lang="en-SG" sz="2800" dirty="0">
                <a:latin typeface="ML-TTKarthika"/>
              </a:rPr>
              <a:t>¶ </a:t>
            </a:r>
            <a:r>
              <a:rPr lang="en-SG" sz="2800" dirty="0" err="1">
                <a:latin typeface="ML-TTKarthika"/>
              </a:rPr>
              <a:t>IpSn</a:t>
            </a:r>
            <a:r>
              <a:rPr lang="en-SG" sz="2800" dirty="0">
                <a:latin typeface="ML-TTKarthika"/>
              </a:rPr>
              <a:t>-¸n-¡</a:t>
            </a:r>
            <a:r>
              <a:rPr lang="en-SG" sz="2800" dirty="0" err="1">
                <a:latin typeface="ML-TTKarthika"/>
              </a:rPr>
              <a:t>p¶p</a:t>
            </a:r>
            <a:r>
              <a:rPr lang="en-SG" sz="2800" dirty="0">
                <a:latin typeface="ML-TTKarthika"/>
              </a:rPr>
              <a:t> </a:t>
            </a:r>
          </a:p>
          <a:p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bmsl</a:t>
            </a:r>
            <a:r>
              <a:rPr lang="en-SG" sz="2600" dirty="0">
                <a:solidFill>
                  <a:srgbClr val="800000"/>
                </a:solidFill>
                <a:latin typeface="ML-TTKarthika"/>
                <a:cs typeface="Segoe UI"/>
              </a:rPr>
              <a:t>-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¶-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ssZ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-h-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sa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-¶n-S-b-\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tlm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 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bmsXmcp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 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Ipd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-hp-an-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sÃ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-\n-¡n-\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nbpw</a:t>
            </a:r>
            <a:endParaRPr lang="en-US" sz="2600" dirty="0">
              <a:solidFill>
                <a:srgbClr val="800000"/>
              </a:solidFill>
              <a:latin typeface="Seogue UI"/>
              <a:ea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778345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369A-A50D-1CB2-20F1-5559F6EEB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64D76-CAE9-979A-4C4E-5631EEF67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Hymn No: 343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5B02EC9-1F12-FE5D-032C-7AEF88304C32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CB8ACD-33BC-E720-451B-0824C1018749}"/>
              </a:ext>
            </a:extLst>
          </p:cNvPr>
          <p:cNvSpPr/>
          <p:nvPr/>
        </p:nvSpPr>
        <p:spPr>
          <a:xfrm>
            <a:off x="0" y="496074"/>
            <a:ext cx="9679458" cy="449353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433513"/>
            <a:r>
              <a:rPr lang="en-US" sz="2800" kern="100" dirty="0" err="1">
                <a:ea typeface="Calibri"/>
                <a:cs typeface="Segoe UI"/>
              </a:rPr>
              <a:t>santhatham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ennullham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thanhuppikkunnu</a:t>
            </a:r>
            <a:endParaRPr lang="en-US" sz="2800" kern="100" dirty="0">
              <a:ea typeface="Calibri"/>
              <a:cs typeface="Segoe UI"/>
            </a:endParaRPr>
          </a:p>
          <a:p>
            <a:pPr indent="1433513"/>
            <a:r>
              <a:rPr lang="en-US" sz="2800" kern="100" dirty="0">
                <a:ea typeface="Calibri"/>
                <a:cs typeface="Segoe UI"/>
              </a:rPr>
              <a:t>than </a:t>
            </a:r>
            <a:r>
              <a:rPr lang="en-US" sz="2800" kern="100" dirty="0" err="1">
                <a:ea typeface="Calibri"/>
                <a:cs typeface="Segoe UI"/>
              </a:rPr>
              <a:t>thiru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paathayil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nadathunnenne</a:t>
            </a:r>
            <a:endParaRPr lang="en-US" sz="2800" kern="100" dirty="0">
              <a:ea typeface="Calibri"/>
              <a:cs typeface="Segoe UI"/>
            </a:endParaRPr>
          </a:p>
          <a:p>
            <a:pPr indent="1433513"/>
            <a:r>
              <a:rPr lang="en-US" sz="2800" kern="100" dirty="0" err="1">
                <a:ea typeface="Calibri"/>
                <a:cs typeface="Segoe UI"/>
              </a:rPr>
              <a:t>koorirulh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thaazhvarayathil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nadannaal</a:t>
            </a:r>
            <a:endParaRPr lang="en-US" sz="2800" kern="100" dirty="0">
              <a:ea typeface="Calibri"/>
              <a:cs typeface="Segoe UI"/>
            </a:endParaRPr>
          </a:p>
          <a:p>
            <a:pPr indent="1433513"/>
            <a:r>
              <a:rPr lang="en-US" sz="2800" kern="100" dirty="0" err="1">
                <a:ea typeface="Calibri"/>
                <a:cs typeface="Segoe UI"/>
              </a:rPr>
              <a:t>saaramillenikkoru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bhayavumilla</a:t>
            </a:r>
            <a:endParaRPr lang="en-US" sz="2800" kern="100" dirty="0">
              <a:ea typeface="Calibri"/>
              <a:cs typeface="Segoe UI"/>
            </a:endParaRPr>
          </a:p>
          <a:p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yaahenna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daivam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ennidayanaho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yaathoru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kurravumillenikkiniyum</a:t>
            </a:r>
            <a:endParaRPr lang="en-US" sz="2600" dirty="0">
              <a:solidFill>
                <a:srgbClr val="800000"/>
              </a:solidFill>
              <a:ea typeface="Calibri"/>
            </a:endParaRPr>
          </a:p>
          <a:p>
            <a:endParaRPr lang="en-US" sz="1000" i="1" kern="100" dirty="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pPr indent="1433513"/>
            <a:r>
              <a:rPr lang="en-SG" sz="2800" dirty="0">
                <a:latin typeface="ML-TTKarthika" panose="04000000000000000000" pitchFamily="82" charset="0"/>
              </a:rPr>
              <a:t>k´-X-</a:t>
            </a:r>
            <a:r>
              <a:rPr lang="en-SG" sz="2800" dirty="0" err="1">
                <a:latin typeface="ML-TTKarthika" panose="04000000000000000000" pitchFamily="82" charset="0"/>
              </a:rPr>
              <a:t>sa</a:t>
            </a:r>
            <a:r>
              <a:rPr lang="en-SG" sz="2800" dirty="0">
                <a:latin typeface="ML-TTKarthika" panose="04000000000000000000" pitchFamily="82" charset="0"/>
              </a:rPr>
              <a:t>-¶</a:t>
            </a:r>
            <a:r>
              <a:rPr lang="en-SG" sz="2800" dirty="0" err="1">
                <a:latin typeface="ML-TTKarthika" panose="04000000000000000000" pitchFamily="82" charset="0"/>
              </a:rPr>
              <a:t>pÅw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XWp</a:t>
            </a:r>
            <a:r>
              <a:rPr lang="en-SG" sz="2800" dirty="0">
                <a:latin typeface="ML-TTKarthika" panose="04000000000000000000" pitchFamily="82" charset="0"/>
              </a:rPr>
              <a:t>-¸n-¡</a:t>
            </a:r>
            <a:r>
              <a:rPr lang="en-SG" sz="2800" dirty="0" err="1">
                <a:latin typeface="ML-TTKarthika" panose="04000000000000000000" pitchFamily="82" charset="0"/>
              </a:rPr>
              <a:t>p¶p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pPr indent="1433513"/>
            <a:r>
              <a:rPr lang="en-SG" sz="2800" dirty="0">
                <a:latin typeface="ML-TTKarthika" panose="04000000000000000000" pitchFamily="82" charset="0"/>
              </a:rPr>
              <a:t>X³ </a:t>
            </a:r>
            <a:r>
              <a:rPr lang="en-SG" sz="2800" dirty="0" err="1">
                <a:latin typeface="ML-TTKarthika" panose="04000000000000000000" pitchFamily="82" charset="0"/>
              </a:rPr>
              <a:t>Xncp</a:t>
            </a:r>
            <a:r>
              <a:rPr lang="en-SG" sz="2800" dirty="0">
                <a:latin typeface="ML-TTKarthika" panose="04000000000000000000" pitchFamily="82" charset="0"/>
              </a:rPr>
              <a:t>-]m-X-</a:t>
            </a:r>
            <a:r>
              <a:rPr lang="en-SG" sz="2800" dirty="0" err="1">
                <a:latin typeface="ML-TTKarthika" panose="04000000000000000000" pitchFamily="82" charset="0"/>
              </a:rPr>
              <a:t>bnÂ</a:t>
            </a:r>
            <a:r>
              <a:rPr lang="en-SG" sz="2800" dirty="0">
                <a:latin typeface="ML-TTKarthika" panose="04000000000000000000" pitchFamily="82" charset="0"/>
              </a:rPr>
              <a:t> \S-¯</a:t>
            </a:r>
            <a:r>
              <a:rPr lang="en-SG" sz="2800" dirty="0" err="1">
                <a:latin typeface="ML-TTKarthika" panose="04000000000000000000" pitchFamily="82" charset="0"/>
              </a:rPr>
              <a:t>p-s¶s</a:t>
            </a:r>
            <a:r>
              <a:rPr lang="en-SG" sz="2800" dirty="0">
                <a:latin typeface="ML-TTKarthika" panose="04000000000000000000" pitchFamily="82" charset="0"/>
              </a:rPr>
              <a:t>¶ </a:t>
            </a:r>
          </a:p>
          <a:p>
            <a:pPr indent="1433513"/>
            <a:r>
              <a:rPr lang="en-SG" sz="2800" dirty="0" err="1">
                <a:latin typeface="ML-TTKarthika" panose="04000000000000000000" pitchFamily="82" charset="0"/>
              </a:rPr>
              <a:t>Iqcn-cpÄ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Xmgv</a:t>
            </a:r>
            <a:r>
              <a:rPr lang="en-SG" sz="2800" dirty="0">
                <a:latin typeface="ML-TTKarthika" panose="04000000000000000000" pitchFamily="82" charset="0"/>
              </a:rPr>
              <a:t>-h-c-b-</a:t>
            </a:r>
            <a:r>
              <a:rPr lang="en-SG" sz="2800" dirty="0" err="1">
                <a:latin typeface="ML-TTKarthika" panose="04000000000000000000" pitchFamily="82" charset="0"/>
              </a:rPr>
              <a:t>XnÂ</a:t>
            </a:r>
            <a:r>
              <a:rPr lang="en-SG" sz="2800" dirty="0">
                <a:latin typeface="ML-TTKarthika" panose="04000000000000000000" pitchFamily="82" charset="0"/>
              </a:rPr>
              <a:t> \S-¶</a:t>
            </a:r>
            <a:r>
              <a:rPr lang="en-SG" sz="2800" dirty="0" err="1">
                <a:latin typeface="ML-TTKarthika" panose="04000000000000000000" pitchFamily="82" charset="0"/>
              </a:rPr>
              <a:t>mÂ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pPr indent="1433513"/>
            <a:r>
              <a:rPr lang="en-SG" sz="2800" dirty="0" err="1">
                <a:latin typeface="ML-TTKarthika" panose="04000000000000000000" pitchFamily="82" charset="0"/>
              </a:rPr>
              <a:t>kmc</a:t>
            </a:r>
            <a:r>
              <a:rPr lang="en-SG" sz="2800" dirty="0">
                <a:latin typeface="ML-TTKarthika" panose="04000000000000000000" pitchFamily="82" charset="0"/>
              </a:rPr>
              <a:t>-an-</a:t>
            </a:r>
            <a:r>
              <a:rPr lang="en-SG" sz="2800" dirty="0" err="1">
                <a:latin typeface="ML-TTKarthika" panose="04000000000000000000" pitchFamily="82" charset="0"/>
              </a:rPr>
              <a:t>sÃ</a:t>
            </a:r>
            <a:r>
              <a:rPr lang="en-SG" sz="2800" dirty="0">
                <a:latin typeface="ML-TTKarthika" panose="04000000000000000000" pitchFamily="82" charset="0"/>
              </a:rPr>
              <a:t>-\</a:t>
            </a:r>
            <a:r>
              <a:rPr lang="en-SG" sz="2800" dirty="0" err="1">
                <a:latin typeface="ML-TTKarthika" panose="04000000000000000000" pitchFamily="82" charset="0"/>
              </a:rPr>
              <a:t>n-s¡mcp</a:t>
            </a:r>
            <a:r>
              <a:rPr lang="en-SG" sz="2800" dirty="0">
                <a:latin typeface="ML-TTKarthika" panose="04000000000000000000" pitchFamily="82" charset="0"/>
              </a:rPr>
              <a:t> `b-hp-</a:t>
            </a:r>
            <a:r>
              <a:rPr lang="en-SG" sz="2800" dirty="0" err="1">
                <a:latin typeface="ML-TTKarthika" panose="04000000000000000000" pitchFamily="82" charset="0"/>
              </a:rPr>
              <a:t>anÃ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>
                <a:latin typeface="ML-TTKarthika"/>
              </a:rPr>
              <a:t> </a:t>
            </a:r>
          </a:p>
          <a:p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bmsl</a:t>
            </a:r>
            <a:r>
              <a:rPr lang="en-SG" sz="2600" dirty="0">
                <a:solidFill>
                  <a:srgbClr val="800000"/>
                </a:solidFill>
                <a:latin typeface="ML-TTKarthika"/>
                <a:cs typeface="Segoe UI"/>
              </a:rPr>
              <a:t>-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¶-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ssZ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-h-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sa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-¶n-S-b-\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tlm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 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bmsXmcp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 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Ipd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-hp-an-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sÃ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-\n-¡n-\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nbpw</a:t>
            </a:r>
            <a:endParaRPr lang="en-US" sz="2600" dirty="0">
              <a:solidFill>
                <a:srgbClr val="800000"/>
              </a:solidFill>
              <a:latin typeface="Seogue UI"/>
              <a:ea typeface="Calibr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E2FE6-438D-2531-3434-7EF4A8682202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5: 2 of 5</a:t>
            </a:r>
          </a:p>
        </p:txBody>
      </p:sp>
    </p:spTree>
    <p:extLst>
      <p:ext uri="{BB962C8B-B14F-4D97-AF65-F5344CB8AC3E}">
        <p14:creationId xmlns:p14="http://schemas.microsoft.com/office/powerpoint/2010/main" val="40400737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DB351-7FF5-7102-9A02-6BDA028B7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4C5C-D4DD-01FB-71CE-CDEB6EC6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Hymn No: 343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3688AA3-F645-1B79-2D4F-8825F8CA685B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B24C3A-B59E-3E83-BE2B-74AFB9548DEC}"/>
              </a:ext>
            </a:extLst>
          </p:cNvPr>
          <p:cNvSpPr/>
          <p:nvPr/>
        </p:nvSpPr>
        <p:spPr>
          <a:xfrm>
            <a:off x="0" y="496074"/>
            <a:ext cx="9679458" cy="449353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433513"/>
            <a:r>
              <a:rPr lang="en-US" sz="2800" kern="100" dirty="0" err="1">
                <a:ea typeface="Calibri"/>
                <a:cs typeface="Segoe UI"/>
              </a:rPr>
              <a:t>unnathan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ennodu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koodeyunhdu</a:t>
            </a:r>
            <a:endParaRPr lang="en-US" sz="2800" kern="100" dirty="0">
              <a:ea typeface="Calibri"/>
              <a:cs typeface="Segoe UI"/>
            </a:endParaRPr>
          </a:p>
          <a:p>
            <a:pPr indent="1433513"/>
            <a:r>
              <a:rPr lang="en-US" sz="2800" kern="100" dirty="0" err="1">
                <a:ea typeface="Calibri"/>
                <a:cs typeface="Segoe UI"/>
              </a:rPr>
              <a:t>thannidunnaashwaasam</a:t>
            </a:r>
            <a:r>
              <a:rPr lang="en-US" sz="2800" kern="100" dirty="0">
                <a:ea typeface="Calibri"/>
                <a:cs typeface="Segoe UI"/>
              </a:rPr>
              <a:t> than </a:t>
            </a:r>
            <a:r>
              <a:rPr lang="en-US" sz="2800" kern="100" dirty="0" err="1">
                <a:ea typeface="Calibri"/>
                <a:cs typeface="Segoe UI"/>
              </a:rPr>
              <a:t>vadi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kol</a:t>
            </a:r>
            <a:endParaRPr lang="en-US" sz="2800" kern="100" dirty="0">
              <a:ea typeface="Calibri"/>
              <a:cs typeface="Segoe UI"/>
            </a:endParaRPr>
          </a:p>
          <a:p>
            <a:pPr indent="1433513"/>
            <a:r>
              <a:rPr lang="en-US" sz="2800" kern="100" dirty="0" err="1">
                <a:ea typeface="Calibri"/>
                <a:cs typeface="Segoe UI"/>
              </a:rPr>
              <a:t>enikkoru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virunnu</a:t>
            </a:r>
            <a:r>
              <a:rPr lang="en-US" sz="2800" kern="100" dirty="0">
                <a:ea typeface="Calibri"/>
                <a:cs typeface="Segoe UI"/>
              </a:rPr>
              <a:t> nee </a:t>
            </a:r>
            <a:r>
              <a:rPr lang="en-US" sz="2800" kern="100" dirty="0" err="1">
                <a:ea typeface="Calibri"/>
                <a:cs typeface="Segoe UI"/>
              </a:rPr>
              <a:t>orukkidunnu</a:t>
            </a:r>
            <a:endParaRPr lang="en-US" sz="2800" kern="100" dirty="0">
              <a:ea typeface="Calibri"/>
              <a:cs typeface="Segoe UI"/>
            </a:endParaRPr>
          </a:p>
          <a:p>
            <a:pPr indent="1433513"/>
            <a:r>
              <a:rPr lang="en-US" sz="2800" kern="100" dirty="0" err="1">
                <a:ea typeface="Calibri"/>
                <a:cs typeface="Segoe UI"/>
              </a:rPr>
              <a:t>ennude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vairikalhin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naduvil</a:t>
            </a:r>
            <a:endParaRPr lang="en-US" sz="2800" kern="100" dirty="0">
              <a:ea typeface="Calibri"/>
              <a:cs typeface="Segoe UI"/>
            </a:endParaRPr>
          </a:p>
          <a:p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yaahenna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daivam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ennidayanaho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yaathoru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kurravumillenikkiniyum</a:t>
            </a:r>
            <a:endParaRPr lang="en-US" sz="2600" dirty="0">
              <a:solidFill>
                <a:srgbClr val="800000"/>
              </a:solidFill>
              <a:ea typeface="Calibri"/>
            </a:endParaRPr>
          </a:p>
          <a:p>
            <a:endParaRPr lang="en-US" sz="1000" i="1" kern="100" dirty="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pPr indent="1433513"/>
            <a:r>
              <a:rPr lang="en-SG" sz="2800" dirty="0">
                <a:latin typeface="ML-TTKarthika" panose="04000000000000000000" pitchFamily="82" charset="0"/>
              </a:rPr>
              <a:t>D¶-X-s\-</a:t>
            </a:r>
            <a:r>
              <a:rPr lang="en-SG" sz="2800" dirty="0" err="1">
                <a:latin typeface="ML-TTKarthika" panose="04000000000000000000" pitchFamily="82" charset="0"/>
              </a:rPr>
              <a:t>t¶mSp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IqsS-bp¬Sv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pPr indent="1433513"/>
            <a:r>
              <a:rPr lang="en-SG" sz="2800" dirty="0" err="1">
                <a:latin typeface="ML-TTKarthika" panose="04000000000000000000" pitchFamily="82" charset="0"/>
              </a:rPr>
              <a:t>X¶n-Sp</a:t>
            </a:r>
            <a:r>
              <a:rPr lang="en-SG" sz="2800" dirty="0">
                <a:latin typeface="ML-TTKarthika" panose="04000000000000000000" pitchFamily="82" charset="0"/>
              </a:rPr>
              <a:t>-¶m-</a:t>
            </a:r>
            <a:r>
              <a:rPr lang="en-SG" sz="2800" dirty="0" err="1">
                <a:latin typeface="ML-TTKarthika" panose="04000000000000000000" pitchFamily="82" charset="0"/>
              </a:rPr>
              <a:t>izmkw</a:t>
            </a:r>
            <a:r>
              <a:rPr lang="en-SG" sz="2800" dirty="0">
                <a:latin typeface="ML-TTKarthika" panose="04000000000000000000" pitchFamily="82" charset="0"/>
              </a:rPr>
              <a:t> X³h-Sn- </a:t>
            </a:r>
            <a:r>
              <a:rPr lang="en-SG" sz="2800" dirty="0" err="1">
                <a:latin typeface="ML-TTKarthika" panose="04000000000000000000" pitchFamily="82" charset="0"/>
              </a:rPr>
              <a:t>tImÂ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pPr indent="1433513"/>
            <a:r>
              <a:rPr lang="en-SG" sz="2800" dirty="0">
                <a:latin typeface="ML-TTKarthika" panose="04000000000000000000" pitchFamily="82" charset="0"/>
              </a:rPr>
              <a:t>F\</a:t>
            </a:r>
            <a:r>
              <a:rPr lang="en-SG" sz="2800" dirty="0" err="1">
                <a:latin typeface="ML-TTKarthika" panose="04000000000000000000" pitchFamily="82" charset="0"/>
              </a:rPr>
              <a:t>n-s¡mcp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hncp</a:t>
            </a:r>
            <a:r>
              <a:rPr lang="en-SG" sz="2800" dirty="0">
                <a:latin typeface="ML-TTKarthika" panose="04000000000000000000" pitchFamily="82" charset="0"/>
              </a:rPr>
              <a:t>-¶-p \o Hcp-¡</a:t>
            </a:r>
            <a:r>
              <a:rPr lang="en-SG" sz="2800" dirty="0" err="1">
                <a:latin typeface="ML-TTKarthika" panose="04000000000000000000" pitchFamily="82" charset="0"/>
              </a:rPr>
              <a:t>o-Sp¶p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pPr indent="1433513"/>
            <a:r>
              <a:rPr lang="en-SG" sz="2800" dirty="0" err="1">
                <a:latin typeface="ML-TTKarthika" panose="04000000000000000000" pitchFamily="82" charset="0"/>
              </a:rPr>
              <a:t>F¶psS</a:t>
            </a:r>
            <a:r>
              <a:rPr lang="en-SG" sz="2800" dirty="0">
                <a:latin typeface="ML-TTKarthika" panose="04000000000000000000" pitchFamily="82" charset="0"/>
              </a:rPr>
              <a:t> sshcn-I-fn</a:t>
            </a:r>
            <a:r>
              <a:rPr lang="en-SG" sz="2800" dirty="0">
                <a:latin typeface="ML-TTKarthika"/>
              </a:rPr>
              <a:t>³</a:t>
            </a:r>
            <a:r>
              <a:rPr lang="en-SG" sz="2800" dirty="0">
                <a:latin typeface="ML-TTKarthika" panose="04000000000000000000" pitchFamily="82" charset="0"/>
              </a:rPr>
              <a:t> \</a:t>
            </a:r>
            <a:r>
              <a:rPr lang="en-SG" sz="2800" dirty="0" err="1">
                <a:latin typeface="ML-TTKarthika" panose="04000000000000000000" pitchFamily="82" charset="0"/>
              </a:rPr>
              <a:t>Sp-hnÂ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>
                <a:latin typeface="ML-TTKarthika"/>
              </a:rPr>
              <a:t> </a:t>
            </a:r>
          </a:p>
          <a:p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bmsl</a:t>
            </a:r>
            <a:r>
              <a:rPr lang="en-SG" sz="2600" dirty="0">
                <a:solidFill>
                  <a:srgbClr val="800000"/>
                </a:solidFill>
                <a:latin typeface="ML-TTKarthika"/>
                <a:cs typeface="Segoe UI"/>
              </a:rPr>
              <a:t>-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¶-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ssZ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-h-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sa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-¶n-S-b-\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tlm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 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bmsXmcp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 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Ipd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-hp-an-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sÃ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-\n-¡n-\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nbpw</a:t>
            </a:r>
            <a:endParaRPr lang="en-US" sz="2600" dirty="0">
              <a:solidFill>
                <a:srgbClr val="800000"/>
              </a:solidFill>
              <a:latin typeface="Seogue UI"/>
              <a:ea typeface="Calibr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B9E47-E8E0-DA51-2386-1F6D4AD4088A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5: 3 of 5</a:t>
            </a:r>
          </a:p>
        </p:txBody>
      </p:sp>
    </p:spTree>
    <p:extLst>
      <p:ext uri="{BB962C8B-B14F-4D97-AF65-F5344CB8AC3E}">
        <p14:creationId xmlns:p14="http://schemas.microsoft.com/office/powerpoint/2010/main" val="2853259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D301A-1B64-E31B-9DE3-5983B36BD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E77D-870F-CDA7-6FF1-8EAE89B5F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Hymn No: 343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929D28D-2BEC-4A44-1D45-0F3BB3851DF3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84DFD2-BBB1-7B43-E5C5-73692857F281}"/>
              </a:ext>
            </a:extLst>
          </p:cNvPr>
          <p:cNvSpPr/>
          <p:nvPr/>
        </p:nvSpPr>
        <p:spPr>
          <a:xfrm>
            <a:off x="0" y="496074"/>
            <a:ext cx="9679458" cy="449353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433513"/>
            <a:r>
              <a:rPr lang="en-US" sz="2800" kern="100" dirty="0" err="1">
                <a:ea typeface="Calibri"/>
                <a:cs typeface="Segoe UI"/>
              </a:rPr>
              <a:t>shira-ssine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akhilavum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anudinavum</a:t>
            </a:r>
            <a:endParaRPr lang="en-US" sz="2800" kern="100" dirty="0">
              <a:ea typeface="Calibri"/>
              <a:cs typeface="Segoe UI"/>
            </a:endParaRPr>
          </a:p>
          <a:p>
            <a:pPr indent="1433513"/>
            <a:r>
              <a:rPr lang="en-US" sz="2800" kern="100" dirty="0" err="1">
                <a:ea typeface="Calibri"/>
                <a:cs typeface="Segoe UI"/>
              </a:rPr>
              <a:t>pooshunnu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saurabhya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thailamathaal</a:t>
            </a:r>
            <a:endParaRPr lang="en-US" sz="2800" kern="100" dirty="0">
              <a:ea typeface="Calibri"/>
              <a:cs typeface="Segoe UI"/>
            </a:endParaRPr>
          </a:p>
          <a:p>
            <a:pPr indent="1433513"/>
            <a:r>
              <a:rPr lang="en-US" sz="2800" kern="100" dirty="0" err="1">
                <a:ea typeface="Calibri"/>
                <a:cs typeface="Segoe UI"/>
              </a:rPr>
              <a:t>ennude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paanapaathram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dinavum</a:t>
            </a:r>
            <a:endParaRPr lang="en-US" sz="2800" kern="100" dirty="0">
              <a:ea typeface="Calibri"/>
              <a:cs typeface="Segoe UI"/>
            </a:endParaRPr>
          </a:p>
          <a:p>
            <a:pPr indent="1433513"/>
            <a:r>
              <a:rPr lang="en-US" sz="2800" kern="100" dirty="0" err="1">
                <a:ea typeface="Calibri"/>
                <a:cs typeface="Segoe UI"/>
              </a:rPr>
              <a:t>unnathan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karunhayaal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kavinjidunnu</a:t>
            </a:r>
            <a:endParaRPr lang="en-US" sz="2800" kern="100" dirty="0">
              <a:ea typeface="Calibri"/>
              <a:cs typeface="Segoe UI"/>
            </a:endParaRPr>
          </a:p>
          <a:p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yaahenna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daivam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ennidayanaho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yaathoru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kurravumillenikkiniyum</a:t>
            </a:r>
            <a:endParaRPr lang="en-US" sz="2600" dirty="0">
              <a:solidFill>
                <a:srgbClr val="800000"/>
              </a:solidFill>
              <a:ea typeface="Calibri"/>
            </a:endParaRPr>
          </a:p>
          <a:p>
            <a:endParaRPr lang="en-US" sz="1000" i="1" kern="100" dirty="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pPr indent="1433513"/>
            <a:r>
              <a:rPr lang="en-SG" sz="2800" dirty="0" err="1">
                <a:latin typeface="ML-TTKarthika" panose="04000000000000000000" pitchFamily="82" charset="0"/>
              </a:rPr>
              <a:t>inc-Êns</a:t>
            </a:r>
            <a:r>
              <a:rPr lang="en-SG" sz="2800" dirty="0">
                <a:latin typeface="ML-TTKarthika" panose="04000000000000000000" pitchFamily="82" charset="0"/>
              </a:rPr>
              <a:t>\ </a:t>
            </a:r>
            <a:r>
              <a:rPr lang="en-SG" sz="2800" dirty="0" err="1">
                <a:latin typeface="ML-TTKarthika" panose="04000000000000000000" pitchFamily="82" charset="0"/>
              </a:rPr>
              <a:t>AJn</a:t>
            </a:r>
            <a:r>
              <a:rPr lang="en-SG" sz="2800" dirty="0">
                <a:latin typeface="ML-TTKarthika" panose="04000000000000000000" pitchFamily="82" charset="0"/>
              </a:rPr>
              <a:t>-e-hp-a-\p-Zn-\</a:t>
            </a:r>
            <a:r>
              <a:rPr lang="en-SG" sz="2800" dirty="0" err="1">
                <a:latin typeface="ML-TTKarthika" panose="04000000000000000000" pitchFamily="82" charset="0"/>
              </a:rPr>
              <a:t>hpw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pPr indent="1433513"/>
            <a:r>
              <a:rPr lang="en-SG" sz="2800" dirty="0">
                <a:latin typeface="ML-TTKarthika" panose="04000000000000000000" pitchFamily="82" charset="0"/>
              </a:rPr>
              <a:t>]</a:t>
            </a:r>
            <a:r>
              <a:rPr lang="en-SG" sz="2800" dirty="0" err="1">
                <a:latin typeface="ML-TTKarthika" panose="04000000000000000000" pitchFamily="82" charset="0"/>
              </a:rPr>
              <a:t>qip¶p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kuc</a:t>
            </a:r>
            <a:r>
              <a:rPr lang="en-SG" sz="2800" dirty="0">
                <a:latin typeface="ML-TTKarthika" panose="04000000000000000000" pitchFamily="82" charset="0"/>
              </a:rPr>
              <a:t>-`y-</a:t>
            </a:r>
            <a:r>
              <a:rPr lang="en-SG" sz="2800" dirty="0" err="1">
                <a:latin typeface="ML-TTKarthika" panose="04000000000000000000" pitchFamily="82" charset="0"/>
              </a:rPr>
              <a:t>ssX</a:t>
            </a:r>
            <a:r>
              <a:rPr lang="en-SG" sz="2800" dirty="0">
                <a:latin typeface="ML-TTKarthika" panose="04000000000000000000" pitchFamily="82" charset="0"/>
              </a:rPr>
              <a:t>-e-a-</a:t>
            </a:r>
            <a:r>
              <a:rPr lang="en-SG" sz="2800" dirty="0" err="1">
                <a:latin typeface="ML-TTKarthika" panose="04000000000000000000" pitchFamily="82" charset="0"/>
              </a:rPr>
              <a:t>XmÂ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pPr indent="1433513"/>
            <a:r>
              <a:rPr lang="en-SG" sz="2800" dirty="0" err="1">
                <a:latin typeface="ML-TTKarthika" panose="04000000000000000000" pitchFamily="82" charset="0"/>
              </a:rPr>
              <a:t>F¶psS</a:t>
            </a:r>
            <a:r>
              <a:rPr lang="en-SG" sz="2800" dirty="0">
                <a:latin typeface="ML-TTKarthika" panose="04000000000000000000" pitchFamily="82" charset="0"/>
              </a:rPr>
              <a:t> ]m\-]m{</a:t>
            </a:r>
            <a:r>
              <a:rPr lang="en-SG" sz="2800" dirty="0" err="1">
                <a:latin typeface="ML-TTKarthika" panose="04000000000000000000" pitchFamily="82" charset="0"/>
              </a:rPr>
              <a:t>Xw</a:t>
            </a:r>
            <a:r>
              <a:rPr lang="en-SG" sz="2800" dirty="0">
                <a:latin typeface="ML-TTKarthika" panose="04000000000000000000" pitchFamily="82" charset="0"/>
              </a:rPr>
              <a:t> Zn\</a:t>
            </a:r>
            <a:r>
              <a:rPr lang="en-SG" sz="2800" dirty="0" err="1">
                <a:latin typeface="ML-TTKarthika" panose="04000000000000000000" pitchFamily="82" charset="0"/>
              </a:rPr>
              <a:t>hpw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pPr indent="1433513"/>
            <a:r>
              <a:rPr lang="en-SG" sz="2800" dirty="0">
                <a:latin typeface="ML-TTKarthika"/>
              </a:rPr>
              <a:t>D¶-X³ </a:t>
            </a:r>
            <a:r>
              <a:rPr lang="en-SG" sz="2800" dirty="0" err="1">
                <a:latin typeface="ML-TTKarthika"/>
              </a:rPr>
              <a:t>Icp</a:t>
            </a:r>
            <a:r>
              <a:rPr lang="en-SG" sz="2800" dirty="0">
                <a:latin typeface="ML-TTKarthika"/>
              </a:rPr>
              <a:t>-W-</a:t>
            </a:r>
            <a:r>
              <a:rPr lang="en-SG" sz="2800" dirty="0" err="1">
                <a:latin typeface="ML-TTKarthika"/>
              </a:rPr>
              <a:t>bmÂ</a:t>
            </a:r>
            <a:r>
              <a:rPr lang="en-SG" sz="2800" dirty="0">
                <a:latin typeface="ML-TTKarthika"/>
              </a:rPr>
              <a:t> Ihn-ª</a:t>
            </a:r>
            <a:r>
              <a:rPr lang="en-SG" sz="2800" dirty="0" err="1">
                <a:latin typeface="ML-TTKarthika"/>
              </a:rPr>
              <a:t>n-Sp¶p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>
                <a:latin typeface="ML-TTKarthika"/>
              </a:rPr>
              <a:t> </a:t>
            </a:r>
          </a:p>
          <a:p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bmsl</a:t>
            </a:r>
            <a:r>
              <a:rPr lang="en-SG" sz="2600" dirty="0">
                <a:solidFill>
                  <a:srgbClr val="800000"/>
                </a:solidFill>
                <a:latin typeface="ML-TTKarthika"/>
                <a:cs typeface="Segoe UI"/>
              </a:rPr>
              <a:t>-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¶-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ssZ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-h-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sa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-¶n-S-b-\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tlm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 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bmsXmcp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 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Ipd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-hp-an-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sÃ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-\n-¡n-\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nbpw</a:t>
            </a:r>
            <a:endParaRPr lang="en-US" sz="2600" dirty="0">
              <a:solidFill>
                <a:srgbClr val="800000"/>
              </a:solidFill>
              <a:latin typeface="Seogue UI"/>
              <a:ea typeface="Calibr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8FE72-EE8E-70A4-9A88-9A73319EDBDB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5: 4 of 5</a:t>
            </a:r>
          </a:p>
        </p:txBody>
      </p:sp>
    </p:spTree>
    <p:extLst>
      <p:ext uri="{BB962C8B-B14F-4D97-AF65-F5344CB8AC3E}">
        <p14:creationId xmlns:p14="http://schemas.microsoft.com/office/powerpoint/2010/main" val="7738881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C7473-511F-ECA9-85C7-2B9D7938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70972-7306-365F-3B6E-BA5C97711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Hymn No: 343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F9492AC-1197-3780-4428-B016C049A1E8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A9429D-BA13-7DBD-EBD0-B8E7CF820161}"/>
              </a:ext>
            </a:extLst>
          </p:cNvPr>
          <p:cNvSpPr/>
          <p:nvPr/>
        </p:nvSpPr>
        <p:spPr>
          <a:xfrm>
            <a:off x="0" y="496074"/>
            <a:ext cx="9679458" cy="449353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433513"/>
            <a:r>
              <a:rPr lang="en-US" sz="2800" kern="100" dirty="0">
                <a:ea typeface="Calibri"/>
                <a:cs typeface="Segoe UI"/>
              </a:rPr>
              <a:t>nan-may-um </a:t>
            </a:r>
            <a:r>
              <a:rPr lang="en-US" sz="2800" kern="100" dirty="0" err="1">
                <a:ea typeface="Calibri"/>
                <a:cs typeface="Segoe UI"/>
              </a:rPr>
              <a:t>karu</a:t>
            </a:r>
            <a:r>
              <a:rPr lang="en-US" sz="2800" kern="100" dirty="0">
                <a:ea typeface="Calibri"/>
                <a:cs typeface="Segoe UI"/>
              </a:rPr>
              <a:t>-</a:t>
            </a:r>
            <a:r>
              <a:rPr lang="en-US" sz="2800" kern="100" dirty="0" err="1">
                <a:ea typeface="Calibri"/>
                <a:cs typeface="Segoe UI"/>
              </a:rPr>
              <a:t>nha</a:t>
            </a:r>
            <a:r>
              <a:rPr lang="en-US" sz="2800" kern="100" dirty="0">
                <a:ea typeface="Calibri"/>
                <a:cs typeface="Segoe UI"/>
              </a:rPr>
              <a:t>-yum </a:t>
            </a:r>
            <a:r>
              <a:rPr lang="en-US" sz="2800" kern="100" dirty="0" err="1">
                <a:ea typeface="Calibri"/>
                <a:cs typeface="Segoe UI"/>
              </a:rPr>
              <a:t>enn-aayu-ssil</a:t>
            </a:r>
            <a:endParaRPr lang="en-US" sz="2800" kern="100" dirty="0">
              <a:ea typeface="Calibri"/>
              <a:cs typeface="Segoe UI"/>
            </a:endParaRPr>
          </a:p>
          <a:p>
            <a:pPr indent="1433513"/>
            <a:r>
              <a:rPr lang="en-US" sz="2800" kern="100" dirty="0" err="1">
                <a:ea typeface="Calibri"/>
                <a:cs typeface="Segoe UI"/>
              </a:rPr>
              <a:t>unh</a:t>
            </a:r>
            <a:r>
              <a:rPr lang="en-US" sz="2800" kern="100" dirty="0">
                <a:ea typeface="Calibri"/>
                <a:cs typeface="Segoe UI"/>
              </a:rPr>
              <a:t>-may-</a:t>
            </a:r>
            <a:r>
              <a:rPr lang="en-US" sz="2800" kern="100" dirty="0" err="1">
                <a:ea typeface="Calibri"/>
                <a:cs typeface="Segoe UI"/>
              </a:rPr>
              <a:t>aay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thudarr-nni-dum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dina</a:t>
            </a:r>
            <a:r>
              <a:rPr lang="en-US" sz="2800" kern="100" dirty="0">
                <a:ea typeface="Calibri"/>
                <a:cs typeface="Segoe UI"/>
              </a:rPr>
              <a:t>-vum-</a:t>
            </a:r>
            <a:r>
              <a:rPr lang="en-US" sz="2800" kern="100" dirty="0" err="1">
                <a:ea typeface="Calibri"/>
                <a:cs typeface="Segoe UI"/>
              </a:rPr>
              <a:t>aho</a:t>
            </a:r>
            <a:endParaRPr lang="en-US" sz="2800" kern="100" dirty="0">
              <a:ea typeface="Calibri"/>
              <a:cs typeface="Segoe UI"/>
            </a:endParaRPr>
          </a:p>
          <a:p>
            <a:pPr indent="1433513"/>
            <a:r>
              <a:rPr lang="en-US" sz="2800" kern="100" dirty="0" err="1">
                <a:ea typeface="Calibri"/>
                <a:cs typeface="Segoe UI"/>
              </a:rPr>
              <a:t>swar-ggeeya</a:t>
            </a:r>
            <a:r>
              <a:rPr lang="en-US" sz="2800" kern="100" dirty="0">
                <a:ea typeface="Calibri"/>
                <a:cs typeface="Segoe UI"/>
              </a:rPr>
              <a:t> aa-la-yam </a:t>
            </a:r>
            <a:r>
              <a:rPr lang="en-US" sz="2800" kern="100" dirty="0" err="1">
                <a:ea typeface="Calibri"/>
                <a:cs typeface="Segoe UI"/>
              </a:rPr>
              <a:t>thann-ile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nj-aan</a:t>
            </a:r>
            <a:endParaRPr lang="en-US" sz="2800" kern="100" dirty="0">
              <a:ea typeface="Calibri"/>
              <a:cs typeface="Segoe UI"/>
            </a:endParaRPr>
          </a:p>
          <a:p>
            <a:pPr indent="1433513"/>
            <a:r>
              <a:rPr lang="en-US" sz="2800" kern="100" dirty="0" err="1">
                <a:ea typeface="Calibri"/>
                <a:cs typeface="Segoe UI"/>
              </a:rPr>
              <a:t>deergha</a:t>
            </a:r>
            <a:r>
              <a:rPr lang="en-US" sz="2800" kern="100" dirty="0">
                <a:ea typeface="Calibri"/>
                <a:cs typeface="Segoe UI"/>
              </a:rPr>
              <a:t>-</a:t>
            </a:r>
            <a:r>
              <a:rPr lang="en-US" sz="2800" kern="100" dirty="0" err="1">
                <a:ea typeface="Calibri"/>
                <a:cs typeface="Segoe UI"/>
              </a:rPr>
              <a:t>kaa</a:t>
            </a:r>
            <a:r>
              <a:rPr lang="en-US" sz="2800" kern="100" dirty="0">
                <a:ea typeface="Calibri"/>
                <a:cs typeface="Segoe UI"/>
              </a:rPr>
              <a:t>-lam </a:t>
            </a:r>
            <a:r>
              <a:rPr lang="en-US" sz="2800" kern="100" dirty="0" err="1">
                <a:ea typeface="Calibri"/>
                <a:cs typeface="Segoe UI"/>
              </a:rPr>
              <a:t>vasi-kkum</a:t>
            </a:r>
            <a:r>
              <a:rPr lang="en-US" sz="2800" kern="100" dirty="0">
                <a:ea typeface="Calibri"/>
                <a:cs typeface="Segoe UI"/>
              </a:rPr>
              <a:t> </a:t>
            </a:r>
            <a:r>
              <a:rPr lang="en-US" sz="2800" kern="100" dirty="0" err="1">
                <a:ea typeface="Calibri"/>
                <a:cs typeface="Segoe UI"/>
              </a:rPr>
              <a:t>shubha-maay</a:t>
            </a:r>
            <a:endParaRPr lang="en-US" sz="2800" kern="100" dirty="0">
              <a:ea typeface="Calibri"/>
              <a:cs typeface="Segoe UI"/>
            </a:endParaRPr>
          </a:p>
          <a:p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yaahenna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daivam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ennidayanaho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yaathoru</a:t>
            </a:r>
            <a:r>
              <a:rPr lang="en-US" sz="2600" kern="100" dirty="0">
                <a:solidFill>
                  <a:srgbClr val="800000"/>
                </a:solidFill>
                <a:ea typeface="Calibri"/>
                <a:cs typeface="Segoe UI"/>
              </a:rPr>
              <a:t> </a:t>
            </a:r>
            <a:r>
              <a:rPr lang="en-US" sz="2600" kern="100" dirty="0" err="1">
                <a:solidFill>
                  <a:srgbClr val="800000"/>
                </a:solidFill>
                <a:ea typeface="Calibri"/>
                <a:cs typeface="Segoe UI"/>
              </a:rPr>
              <a:t>kurravumillenikkiniyum</a:t>
            </a:r>
            <a:endParaRPr lang="en-US" sz="2600" dirty="0">
              <a:solidFill>
                <a:srgbClr val="800000"/>
              </a:solidFill>
              <a:ea typeface="Calibri"/>
            </a:endParaRPr>
          </a:p>
          <a:p>
            <a:endParaRPr lang="en-US" sz="1000" i="1" kern="100" dirty="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pPr indent="1433513"/>
            <a:r>
              <a:rPr lang="en-SG" sz="2800" dirty="0">
                <a:latin typeface="ML-TTKarthika" panose="04000000000000000000" pitchFamily="82" charset="0"/>
              </a:rPr>
              <a:t>\·</a:t>
            </a:r>
            <a:r>
              <a:rPr lang="en-SG" sz="2800" dirty="0" err="1">
                <a:latin typeface="ML-TTKarthika" panose="04000000000000000000" pitchFamily="82" charset="0"/>
              </a:rPr>
              <a:t>bpw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Icp-Wbpw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F¶m-bp-ÊnÂ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pPr indent="1433513"/>
            <a:r>
              <a:rPr lang="en-SG" sz="2800" dirty="0" err="1">
                <a:latin typeface="ML-TTKarthika"/>
              </a:rPr>
              <a:t>D</a:t>
            </a:r>
            <a:r>
              <a:rPr lang="en-SG" sz="2800" dirty="0" err="1">
                <a:latin typeface="ML-TTKarthika" panose="04000000000000000000" pitchFamily="82" charset="0"/>
              </a:rPr>
              <a:t>¬abmbv</a:t>
            </a:r>
            <a:r>
              <a:rPr lang="en-SG" sz="2800" dirty="0">
                <a:latin typeface="ML-TTKarthika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Xp-SÀ¶o-Spw</a:t>
            </a:r>
            <a:r>
              <a:rPr lang="en-SG" sz="2800" dirty="0">
                <a:latin typeface="ML-TTKarthika" panose="04000000000000000000" pitchFamily="82" charset="0"/>
              </a:rPr>
              <a:t> Zn\</a:t>
            </a:r>
            <a:r>
              <a:rPr lang="en-SG" sz="2800" dirty="0" err="1">
                <a:latin typeface="ML-TTKarthika" panose="04000000000000000000" pitchFamily="82" charset="0"/>
              </a:rPr>
              <a:t>hpat</a:t>
            </a:r>
            <a:r>
              <a:rPr lang="en-US" sz="2800" dirty="0">
                <a:latin typeface="ML-TTKarthika" panose="04000000000000000000" pitchFamily="82" charset="0"/>
                <a:cs typeface="Segoe UI"/>
              </a:rPr>
              <a:t>l</a:t>
            </a:r>
            <a:r>
              <a:rPr lang="en-SG" sz="2800" dirty="0">
                <a:latin typeface="ML-TTKarthika" panose="04000000000000000000" pitchFamily="82" charset="0"/>
              </a:rPr>
              <a:t>m </a:t>
            </a:r>
          </a:p>
          <a:p>
            <a:pPr indent="1433513"/>
            <a:r>
              <a:rPr lang="en-SG" sz="2800" dirty="0" err="1">
                <a:latin typeface="ML-TTKarthika" panose="04000000000000000000" pitchFamily="82" charset="0"/>
              </a:rPr>
              <a:t>kzÀ¤o-b</a:t>
            </a:r>
            <a:r>
              <a:rPr lang="en-SG" sz="2800" dirty="0">
                <a:latin typeface="ML-TTKarthika" panose="04000000000000000000" pitchFamily="82" charset="0"/>
              </a:rPr>
              <a:t> B-</a:t>
            </a:r>
            <a:r>
              <a:rPr lang="en-SG" sz="2800" dirty="0" err="1">
                <a:latin typeface="ML-TTKarthika" panose="04000000000000000000" pitchFamily="82" charset="0"/>
              </a:rPr>
              <a:t>ebw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X¶nse</a:t>
            </a:r>
            <a:r>
              <a:rPr lang="en-SG" sz="2800" dirty="0">
                <a:latin typeface="ML-TTKarthika" panose="04000000000000000000" pitchFamily="82" charset="0"/>
              </a:rPr>
              <a:t> Rm³ </a:t>
            </a:r>
          </a:p>
          <a:p>
            <a:pPr indent="1433513"/>
            <a:r>
              <a:rPr lang="en-SG" sz="2800" dirty="0" err="1">
                <a:latin typeface="ML-TTKarthika" panose="04000000000000000000" pitchFamily="82" charset="0"/>
              </a:rPr>
              <a:t>ZoÀL-Imew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hkn¡pw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ip</a:t>
            </a:r>
            <a:r>
              <a:rPr lang="en-SG" sz="2800" dirty="0">
                <a:latin typeface="ML-TTKarthika" panose="04000000000000000000" pitchFamily="82" charset="0"/>
              </a:rPr>
              <a:t>`-</a:t>
            </a:r>
            <a:r>
              <a:rPr lang="en-SG" sz="2800" dirty="0" err="1">
                <a:latin typeface="ML-TTKarthika" panose="04000000000000000000" pitchFamily="82" charset="0"/>
              </a:rPr>
              <a:t>ambv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>
                <a:latin typeface="ML-TTKarthika"/>
              </a:rPr>
              <a:t> </a:t>
            </a:r>
          </a:p>
          <a:p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bmsl</a:t>
            </a:r>
            <a:r>
              <a:rPr lang="en-SG" sz="2600" dirty="0">
                <a:solidFill>
                  <a:srgbClr val="800000"/>
                </a:solidFill>
                <a:latin typeface="ML-TTKarthika"/>
                <a:cs typeface="Segoe UI"/>
              </a:rPr>
              <a:t>-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¶-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ssZ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-h-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sa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-¶n-S-b-\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tlm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 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bmsXmcp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 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Ipd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-hp-an-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sÃ</a:t>
            </a:r>
            <a:r>
              <a:rPr lang="en-SG" sz="2600" dirty="0">
                <a:solidFill>
                  <a:srgbClr val="800000"/>
                </a:solidFill>
                <a:latin typeface="ML-TTKarthika"/>
              </a:rPr>
              <a:t>-\n-¡n-\</a:t>
            </a:r>
            <a:r>
              <a:rPr lang="en-SG" sz="2600" dirty="0" err="1">
                <a:solidFill>
                  <a:srgbClr val="800000"/>
                </a:solidFill>
                <a:latin typeface="ML-TTKarthika"/>
              </a:rPr>
              <a:t>nbpw</a:t>
            </a:r>
            <a:endParaRPr lang="en-US" sz="2600" dirty="0">
              <a:solidFill>
                <a:srgbClr val="800000"/>
              </a:solidFill>
              <a:latin typeface="Seogue UI"/>
              <a:ea typeface="Calibr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FBF7B-BD68-A788-8EA9-CDF6A0388ABA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5: 5 of 5</a:t>
            </a:r>
          </a:p>
        </p:txBody>
      </p:sp>
    </p:spTree>
    <p:extLst>
      <p:ext uri="{BB962C8B-B14F-4D97-AF65-F5344CB8AC3E}">
        <p14:creationId xmlns:p14="http://schemas.microsoft.com/office/powerpoint/2010/main" val="9392921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65245-C62E-5F93-96EB-6A201FBFF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FCDF-FD09-C62E-0815-9961D210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Hymn No.  </a:t>
            </a:r>
            <a:r>
              <a:rPr lang="en-US">
                <a:solidFill>
                  <a:prstClr val="black"/>
                </a:solidFill>
                <a:latin typeface="Calibri"/>
                <a:cs typeface="Segoe UI"/>
              </a:rPr>
              <a:t>225</a:t>
            </a:r>
            <a:endParaRPr lang="en-US">
              <a:latin typeface="Segoe U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15C9F7-53E4-01AC-32DA-BD5A60EC6D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54563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25E7-C60B-B201-7872-5A0723EE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61270-3C10-0018-E599-7530B6718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Hymn No. 225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5321DBC-B21B-63A0-CC1E-41DC6D8F0DBF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EF326A-FE36-3468-2B6A-FCBA20761AE9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6: 1 of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C18226-E030-B418-FB53-2686F2EAD0E1}"/>
              </a:ext>
            </a:extLst>
          </p:cNvPr>
          <p:cNvSpPr/>
          <p:nvPr/>
        </p:nvSpPr>
        <p:spPr>
          <a:xfrm>
            <a:off x="280086" y="558598"/>
            <a:ext cx="8806249" cy="455509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976438"/>
            <a:r>
              <a:rPr lang="en-US" sz="2800" dirty="0" err="1">
                <a:cs typeface="Segoe UI"/>
              </a:rPr>
              <a:t>ninte</a:t>
            </a:r>
            <a:r>
              <a:rPr lang="en-US" sz="2800" dirty="0">
                <a:cs typeface="Segoe UI"/>
              </a:rPr>
              <a:t> </a:t>
            </a:r>
            <a:r>
              <a:rPr lang="en-US" sz="2800" dirty="0" err="1">
                <a:cs typeface="Segoe UI"/>
              </a:rPr>
              <a:t>hitham</a:t>
            </a:r>
            <a:r>
              <a:rPr lang="en-US" sz="2800" dirty="0">
                <a:cs typeface="Segoe UI"/>
              </a:rPr>
              <a:t> pole </a:t>
            </a:r>
            <a:r>
              <a:rPr lang="en-US" sz="2800" dirty="0" err="1">
                <a:cs typeface="Segoe UI"/>
              </a:rPr>
              <a:t>enne</a:t>
            </a:r>
            <a:endParaRPr lang="en-US" sz="2800" dirty="0">
              <a:cs typeface="Segoe UI"/>
            </a:endParaRPr>
          </a:p>
          <a:p>
            <a:pPr indent="1976438"/>
            <a:r>
              <a:rPr lang="en-US" sz="2800" dirty="0" err="1">
                <a:cs typeface="Segoe UI"/>
              </a:rPr>
              <a:t>nithyam</a:t>
            </a:r>
            <a:r>
              <a:rPr lang="en-US" sz="2800" dirty="0">
                <a:cs typeface="Segoe UI"/>
              </a:rPr>
              <a:t> nada-</a:t>
            </a:r>
            <a:r>
              <a:rPr lang="en-US" sz="2800" dirty="0" err="1">
                <a:cs typeface="Segoe UI"/>
              </a:rPr>
              <a:t>ththeedenhame</a:t>
            </a:r>
            <a:endParaRPr lang="en-US" sz="2800" dirty="0">
              <a:cs typeface="Segoe UI"/>
            </a:endParaRPr>
          </a:p>
          <a:p>
            <a:pPr indent="1976438"/>
            <a:r>
              <a:rPr lang="en-US" sz="2800" dirty="0" err="1">
                <a:cs typeface="Segoe UI"/>
              </a:rPr>
              <a:t>ente</a:t>
            </a:r>
            <a:r>
              <a:rPr lang="en-US" sz="2800" dirty="0">
                <a:cs typeface="Segoe UI"/>
              </a:rPr>
              <a:t> </a:t>
            </a:r>
            <a:r>
              <a:rPr lang="en-US" sz="2800" dirty="0" err="1">
                <a:cs typeface="Segoe UI"/>
              </a:rPr>
              <a:t>hitham</a:t>
            </a:r>
            <a:r>
              <a:rPr lang="en-US" sz="2800" dirty="0">
                <a:cs typeface="Segoe UI"/>
              </a:rPr>
              <a:t> pole alle-</a:t>
            </a:r>
          </a:p>
          <a:p>
            <a:pPr indent="1976438"/>
            <a:r>
              <a:rPr lang="en-US" sz="2800" dirty="0" err="1">
                <a:cs typeface="Segoe UI"/>
              </a:rPr>
              <a:t>en</a:t>
            </a:r>
            <a:r>
              <a:rPr lang="en-US" sz="2800" dirty="0">
                <a:cs typeface="Segoe UI"/>
              </a:rPr>
              <a:t> </a:t>
            </a:r>
            <a:r>
              <a:rPr lang="en-US" sz="2800" dirty="0" err="1">
                <a:cs typeface="Segoe UI"/>
              </a:rPr>
              <a:t>pithaave</a:t>
            </a:r>
            <a:r>
              <a:rPr lang="en-US" sz="2800" dirty="0">
                <a:cs typeface="Segoe UI"/>
              </a:rPr>
              <a:t> </a:t>
            </a:r>
            <a:r>
              <a:rPr lang="en-US" sz="2800" dirty="0" err="1">
                <a:cs typeface="Segoe UI"/>
              </a:rPr>
              <a:t>en</a:t>
            </a:r>
            <a:r>
              <a:rPr lang="en-US" sz="2800" dirty="0">
                <a:cs typeface="Segoe UI"/>
              </a:rPr>
              <a:t> </a:t>
            </a:r>
            <a:r>
              <a:rPr lang="en-US" sz="2800" dirty="0" err="1">
                <a:cs typeface="Segoe UI"/>
              </a:rPr>
              <a:t>yahove</a:t>
            </a:r>
            <a:endParaRPr lang="en-US" sz="2800" dirty="0">
              <a:cs typeface="Segoe UI"/>
            </a:endParaRPr>
          </a:p>
          <a:p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ninte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hitham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pole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enne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-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nithyam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nada-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theedenhame</a:t>
            </a:r>
            <a:endParaRPr lang="en-US" sz="2800" dirty="0">
              <a:solidFill>
                <a:srgbClr val="800000"/>
              </a:solidFill>
              <a:ea typeface="Calibri"/>
              <a:cs typeface="Calibri"/>
            </a:endParaRPr>
          </a:p>
          <a:p>
            <a:endParaRPr lang="en-US" sz="1000" dirty="0">
              <a:cs typeface="Segoe UI"/>
            </a:endParaRPr>
          </a:p>
          <a:p>
            <a:pPr indent="1976438"/>
            <a:r>
              <a:rPr lang="en-US" sz="2800" dirty="0">
                <a:latin typeface="ML-TTKarthika" panose="04000000000000000000" pitchFamily="82" charset="0"/>
                <a:cs typeface="Segoe UI"/>
              </a:rPr>
              <a:t>\</a:t>
            </a:r>
            <a:r>
              <a:rPr lang="en-US" sz="2800" dirty="0" err="1">
                <a:latin typeface="ML-TTKarthika" panose="04000000000000000000" pitchFamily="82" charset="0"/>
                <a:cs typeface="Segoe UI"/>
              </a:rPr>
              <a:t>nsâ</a:t>
            </a:r>
            <a:r>
              <a:rPr lang="en-US" sz="2800" dirty="0">
                <a:latin typeface="ML-TTKarthika" panose="04000000000000000000" pitchFamily="82" charset="0"/>
                <a:cs typeface="Segoe UI"/>
              </a:rPr>
              <a:t> </a:t>
            </a:r>
            <a:r>
              <a:rPr lang="en-US" sz="2800" dirty="0" err="1">
                <a:latin typeface="ML-TTKarthika" panose="04000000000000000000" pitchFamily="82" charset="0"/>
                <a:cs typeface="Segoe UI"/>
              </a:rPr>
              <a:t>lnXw</a:t>
            </a:r>
            <a:r>
              <a:rPr lang="en-US" sz="2800" dirty="0">
                <a:latin typeface="ML-TTKarthika" panose="04000000000000000000" pitchFamily="82" charset="0"/>
                <a:cs typeface="Segoe UI"/>
              </a:rPr>
              <a:t> t]</a:t>
            </a:r>
            <a:r>
              <a:rPr lang="en-US" sz="2800" dirty="0" err="1">
                <a:latin typeface="ML-TTKarthika" panose="04000000000000000000" pitchFamily="82" charset="0"/>
                <a:cs typeface="Segoe UI"/>
              </a:rPr>
              <a:t>msesbs</a:t>
            </a:r>
            <a:r>
              <a:rPr lang="en-US" sz="2800" dirty="0">
                <a:latin typeface="ML-TTKarthika" panose="04000000000000000000" pitchFamily="82" charset="0"/>
                <a:cs typeface="Segoe UI"/>
              </a:rPr>
              <a:t>¶ </a:t>
            </a:r>
          </a:p>
          <a:p>
            <a:pPr indent="1976438"/>
            <a:r>
              <a:rPr lang="en-US" sz="2800" dirty="0">
                <a:latin typeface="ML-TTKarthika" panose="04000000000000000000" pitchFamily="82" charset="0"/>
                <a:cs typeface="Segoe UI"/>
              </a:rPr>
              <a:t>\</a:t>
            </a:r>
            <a:r>
              <a:rPr lang="en-US" sz="2800" dirty="0" err="1">
                <a:latin typeface="ML-TTKarthika" panose="04000000000000000000" pitchFamily="82" charset="0"/>
                <a:cs typeface="Segoe UI"/>
              </a:rPr>
              <a:t>nXyw</a:t>
            </a:r>
            <a:r>
              <a:rPr lang="en-US" sz="2800" dirty="0">
                <a:latin typeface="ML-TTKarthika" panose="04000000000000000000" pitchFamily="82" charset="0"/>
                <a:cs typeface="Segoe UI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  <a:cs typeface="Segoe UI"/>
              </a:rPr>
              <a:t>Sþ¯osSWta</a:t>
            </a:r>
            <a:r>
              <a:rPr lang="en-US" sz="2800" dirty="0">
                <a:latin typeface="ML-TTKarthika" panose="04000000000000000000" pitchFamily="82" charset="0"/>
                <a:cs typeface="Segoe UI"/>
              </a:rPr>
              <a:t>…</a:t>
            </a:r>
          </a:p>
          <a:p>
            <a:pPr indent="1976438"/>
            <a:r>
              <a:rPr lang="en-US" sz="2800" dirty="0" err="1">
                <a:latin typeface="ML-TTKarthika" panose="04000000000000000000" pitchFamily="82" charset="0"/>
                <a:cs typeface="Segoe UI"/>
              </a:rPr>
              <a:t>Fsâ</a:t>
            </a:r>
            <a:r>
              <a:rPr lang="en-US" sz="2800" dirty="0">
                <a:latin typeface="ML-TTKarthika" panose="04000000000000000000" pitchFamily="82" charset="0"/>
                <a:cs typeface="Segoe UI"/>
              </a:rPr>
              <a:t> </a:t>
            </a:r>
            <a:r>
              <a:rPr lang="en-US" sz="2800" dirty="0" err="1">
                <a:latin typeface="ML-TTKarthika" panose="04000000000000000000" pitchFamily="82" charset="0"/>
                <a:cs typeface="Segoe UI"/>
              </a:rPr>
              <a:t>lnXw</a:t>
            </a:r>
            <a:r>
              <a:rPr lang="en-US" sz="2800" dirty="0">
                <a:latin typeface="ML-TTKarthika" panose="04000000000000000000" pitchFamily="82" charset="0"/>
                <a:cs typeface="Segoe UI"/>
              </a:rPr>
              <a:t> t]</a:t>
            </a:r>
            <a:r>
              <a:rPr lang="en-US" sz="2800" dirty="0" err="1">
                <a:latin typeface="ML-TTKarthika" panose="04000000000000000000" pitchFamily="82" charset="0"/>
                <a:cs typeface="Segoe UI"/>
              </a:rPr>
              <a:t>mse</a:t>
            </a:r>
            <a:r>
              <a:rPr lang="en-US" sz="2800" dirty="0">
                <a:latin typeface="ML-TTKarthika" panose="04000000000000000000" pitchFamily="82" charset="0"/>
                <a:cs typeface="Segoe UI"/>
              </a:rPr>
              <a:t> </a:t>
            </a:r>
            <a:r>
              <a:rPr lang="en-US" sz="2800" dirty="0" err="1">
                <a:latin typeface="ML-TTKarthika" panose="04000000000000000000" pitchFamily="82" charset="0"/>
                <a:cs typeface="Segoe UI"/>
              </a:rPr>
              <a:t>AsÃ</a:t>
            </a:r>
            <a:endParaRPr lang="en-US" sz="2800" dirty="0">
              <a:latin typeface="ML-TTKarthika" panose="04000000000000000000" pitchFamily="82" charset="0"/>
              <a:cs typeface="Segoe UI"/>
            </a:endParaRPr>
          </a:p>
          <a:p>
            <a:pPr indent="1976438"/>
            <a:r>
              <a:rPr lang="en-US" sz="2800" dirty="0">
                <a:latin typeface="ML-TTKarthika" panose="04000000000000000000" pitchFamily="82" charset="0"/>
                <a:cs typeface="Segoe UI"/>
              </a:rPr>
              <a:t>F³ ]nXmthþF³ </a:t>
            </a:r>
            <a:r>
              <a:rPr lang="en-US" sz="2800" dirty="0" err="1">
                <a:latin typeface="ML-TTKarthika" panose="04000000000000000000" pitchFamily="82" charset="0"/>
                <a:cs typeface="Segoe UI"/>
              </a:rPr>
              <a:t>btlmth</a:t>
            </a:r>
            <a:endParaRPr lang="en-US" sz="2800" dirty="0">
              <a:latin typeface="ML-TTKarthika" panose="04000000000000000000" pitchFamily="82" charset="0"/>
              <a:cs typeface="Segoe UI"/>
            </a:endParaRPr>
          </a:p>
          <a:p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\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nsâ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lnXw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 t]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msesbs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¶ \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nXyw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 \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Sþ¯osSWta</a:t>
            </a:r>
            <a:endParaRPr lang="en-US" sz="2800" dirty="0">
              <a:solidFill>
                <a:srgbClr val="800000"/>
              </a:solidFill>
              <a:latin typeface="ML-TTKarthika" panose="04000000000000000000" pitchFamily="82" charset="0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46941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104C5-B30F-2E70-EA85-5EDE8185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574A6-4E33-491E-A5CA-75E43EDDE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Hymn No. 225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B7D2C0F-9E97-2BB8-55E6-7B1DD109CD03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D5F58D-67C5-1D70-A5DB-CD502A86D9E2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6: 2 of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2D2B6B-3116-9DA8-6EFC-AB549A7B3827}"/>
              </a:ext>
            </a:extLst>
          </p:cNvPr>
          <p:cNvSpPr/>
          <p:nvPr/>
        </p:nvSpPr>
        <p:spPr>
          <a:xfrm>
            <a:off x="280086" y="558598"/>
            <a:ext cx="8806249" cy="455509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976438"/>
            <a:r>
              <a:rPr lang="en-US" sz="2800" dirty="0" err="1">
                <a:cs typeface="Segoe UI" panose="020B0502040204020203" pitchFamily="34" charset="0"/>
              </a:rPr>
              <a:t>imbamullha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jeevithavum</a:t>
            </a:r>
            <a:endParaRPr lang="en-US" sz="2800" dirty="0">
              <a:cs typeface="Segoe UI" panose="020B0502040204020203" pitchFamily="34" charset="0"/>
            </a:endParaRPr>
          </a:p>
          <a:p>
            <a:pPr indent="1976438"/>
            <a:r>
              <a:rPr lang="en-US" sz="2800" dirty="0" err="1">
                <a:cs typeface="Segoe UI" panose="020B0502040204020203" pitchFamily="34" charset="0"/>
              </a:rPr>
              <a:t>erre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dhanam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maanangalhum</a:t>
            </a:r>
            <a:endParaRPr lang="en-US" sz="2800" dirty="0">
              <a:cs typeface="Segoe UI" panose="020B0502040204020203" pitchFamily="34" charset="0"/>
            </a:endParaRPr>
          </a:p>
          <a:p>
            <a:pPr indent="1976438"/>
            <a:r>
              <a:rPr lang="en-US" sz="2800" dirty="0" err="1">
                <a:cs typeface="Segoe UI" panose="020B0502040204020203" pitchFamily="34" charset="0"/>
              </a:rPr>
              <a:t>thumbamatta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saukhyangalhum</a:t>
            </a:r>
            <a:r>
              <a:rPr lang="en-US" sz="2800" dirty="0">
                <a:cs typeface="Segoe UI" panose="020B0502040204020203" pitchFamily="34" charset="0"/>
              </a:rPr>
              <a:t>-</a:t>
            </a:r>
          </a:p>
          <a:p>
            <a:pPr indent="1976438"/>
            <a:r>
              <a:rPr lang="en-US" sz="2800" dirty="0" err="1">
                <a:cs typeface="Segoe UI" panose="020B0502040204020203" pitchFamily="34" charset="0"/>
              </a:rPr>
              <a:t>chodikkunnille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adiyaan</a:t>
            </a:r>
            <a:endParaRPr lang="en-US" sz="2800" dirty="0">
              <a:cs typeface="Segoe UI" panose="020B0502040204020203" pitchFamily="34" charset="0"/>
            </a:endParaRPr>
          </a:p>
          <a:p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ninte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hitham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pole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enne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-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nithyam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nada-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theedenhame</a:t>
            </a:r>
            <a:endParaRPr lang="en-US" sz="2800" dirty="0">
              <a:solidFill>
                <a:srgbClr val="800000"/>
              </a:solidFill>
              <a:ea typeface="Calibri"/>
              <a:cs typeface="Calibri"/>
            </a:endParaRPr>
          </a:p>
          <a:p>
            <a:endParaRPr lang="en-US" sz="1000" dirty="0">
              <a:cs typeface="Segoe UI"/>
            </a:endParaRPr>
          </a:p>
          <a:p>
            <a:pPr indent="1976438"/>
            <a:r>
              <a:rPr lang="en-SG" sz="2800" dirty="0">
                <a:latin typeface="ML-TTKarthika" panose="04000000000000000000" pitchFamily="82" charset="0"/>
              </a:rPr>
              <a:t>C¼apÅ </a:t>
            </a:r>
            <a:r>
              <a:rPr lang="en-SG" sz="2800" dirty="0" err="1">
                <a:latin typeface="ML-TTKarthika" panose="04000000000000000000" pitchFamily="82" charset="0"/>
              </a:rPr>
              <a:t>PohnXhpw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pPr indent="1976438"/>
            <a:r>
              <a:rPr lang="en-SG" sz="2800" dirty="0" err="1">
                <a:latin typeface="ML-TTKarthika" panose="04000000000000000000" pitchFamily="82" charset="0"/>
              </a:rPr>
              <a:t>Gsd</a:t>
            </a:r>
            <a:r>
              <a:rPr lang="en-SG" sz="2800" dirty="0">
                <a:latin typeface="ML-TTKarthika" panose="04000000000000000000" pitchFamily="82" charset="0"/>
              </a:rPr>
              <a:t> [\w am\§</a:t>
            </a:r>
            <a:r>
              <a:rPr lang="en-SG" sz="2800" dirty="0" err="1">
                <a:latin typeface="ML-TTKarthika" panose="04000000000000000000" pitchFamily="82" charset="0"/>
              </a:rPr>
              <a:t>fpw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pPr indent="1976438"/>
            <a:r>
              <a:rPr lang="en-SG" sz="2800" dirty="0">
                <a:latin typeface="ML-TTKarthika" panose="04000000000000000000" pitchFamily="82" charset="0"/>
              </a:rPr>
              <a:t>Xp¼aä </a:t>
            </a:r>
            <a:r>
              <a:rPr lang="en-SG" sz="2800" dirty="0" err="1">
                <a:latin typeface="ML-TTKarthika" panose="04000000000000000000" pitchFamily="82" charset="0"/>
              </a:rPr>
              <a:t>kuJy§fpw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pPr indent="1976438"/>
            <a:r>
              <a:rPr lang="en-SG" sz="2800" dirty="0" err="1">
                <a:latin typeface="ML-TTKarthika" panose="04000000000000000000" pitchFamily="82" charset="0"/>
              </a:rPr>
              <a:t>tNmZn¡p¶nsÃ</a:t>
            </a:r>
            <a:r>
              <a:rPr lang="en-SG" sz="2800" dirty="0">
                <a:latin typeface="ML-TTKarthika" panose="04000000000000000000" pitchFamily="82" charset="0"/>
              </a:rPr>
              <a:t> ASnbm³</a:t>
            </a:r>
          </a:p>
          <a:p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\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nsâ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lnXw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 t]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msesbs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¶ \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nXyw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 \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Sþ¯osSWta</a:t>
            </a:r>
            <a:endParaRPr lang="en-US" sz="2800" dirty="0">
              <a:solidFill>
                <a:srgbClr val="800000"/>
              </a:solidFill>
              <a:latin typeface="ML-TTKarthika" panose="04000000000000000000" pitchFamily="82" charset="0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6572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81329-B2E3-0B43-9ABC-EB9B1BBD0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8695-CA59-6783-3A10-EC27594C1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Hymn No. 225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7D949F8-05DA-CAEA-5204-193CD78D1513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3A87B-7D01-B429-0578-E289755D7F36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6: 3 of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651CB2-5FE5-DD0F-B618-72793DB5287C}"/>
              </a:ext>
            </a:extLst>
          </p:cNvPr>
          <p:cNvSpPr/>
          <p:nvPr/>
        </p:nvSpPr>
        <p:spPr>
          <a:xfrm>
            <a:off x="280086" y="558598"/>
            <a:ext cx="8806249" cy="455509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976438"/>
            <a:r>
              <a:rPr lang="en-US" sz="2800" dirty="0" err="1">
                <a:cs typeface="Segoe UI" panose="020B0502040204020203" pitchFamily="34" charset="0"/>
              </a:rPr>
              <a:t>neru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nirappaam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vazhiyo</a:t>
            </a:r>
            <a:r>
              <a:rPr lang="en-US" sz="2800" dirty="0">
                <a:cs typeface="Segoe UI" panose="020B0502040204020203" pitchFamily="34" charset="0"/>
              </a:rPr>
              <a:t> –</a:t>
            </a:r>
          </a:p>
          <a:p>
            <a:pPr indent="1976438"/>
            <a:r>
              <a:rPr lang="en-US" sz="2800" dirty="0" err="1">
                <a:cs typeface="Segoe UI" panose="020B0502040204020203" pitchFamily="34" charset="0"/>
              </a:rPr>
              <a:t>neenhda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nadayo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kurrutho</a:t>
            </a:r>
            <a:endParaRPr lang="en-US" sz="2800" dirty="0">
              <a:cs typeface="Segoe UI" panose="020B0502040204020203" pitchFamily="34" charset="0"/>
            </a:endParaRPr>
          </a:p>
          <a:p>
            <a:pPr indent="1976438"/>
            <a:r>
              <a:rPr lang="en-US" sz="2800" dirty="0" err="1">
                <a:cs typeface="Segoe UI" panose="020B0502040204020203" pitchFamily="34" charset="0"/>
              </a:rPr>
              <a:t>paaram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karanjodunnatho</a:t>
            </a:r>
            <a:r>
              <a:rPr lang="en-US" sz="2800" dirty="0">
                <a:cs typeface="Segoe UI" panose="020B0502040204020203" pitchFamily="34" charset="0"/>
              </a:rPr>
              <a:t>-</a:t>
            </a:r>
          </a:p>
          <a:p>
            <a:pPr indent="1976438"/>
            <a:r>
              <a:rPr lang="en-US" sz="2800" dirty="0" err="1">
                <a:cs typeface="Segoe UI" panose="020B0502040204020203" pitchFamily="34" charset="0"/>
              </a:rPr>
              <a:t>paarithilum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bhaagyangalho</a:t>
            </a:r>
            <a:endParaRPr lang="en-US" sz="2800" dirty="0">
              <a:cs typeface="Segoe UI" panose="020B0502040204020203" pitchFamily="34" charset="0"/>
            </a:endParaRPr>
          </a:p>
          <a:p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ninte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hitham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pole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enne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-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nithyam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nada-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theedenhame</a:t>
            </a:r>
            <a:endParaRPr lang="en-US" sz="2800" dirty="0">
              <a:solidFill>
                <a:srgbClr val="800000"/>
              </a:solidFill>
              <a:ea typeface="Calibri"/>
              <a:cs typeface="Calibri"/>
            </a:endParaRPr>
          </a:p>
          <a:p>
            <a:endParaRPr lang="en-US" sz="1000" dirty="0">
              <a:cs typeface="Segoe UI"/>
            </a:endParaRPr>
          </a:p>
          <a:p>
            <a:pPr indent="1976438"/>
            <a:r>
              <a:rPr lang="en-SG" sz="2800" dirty="0">
                <a:latin typeface="ML-TTKarthika" panose="04000000000000000000" pitchFamily="82" charset="0"/>
              </a:rPr>
              <a:t>t\cp \</a:t>
            </a:r>
            <a:r>
              <a:rPr lang="en-SG" sz="2800" dirty="0" err="1">
                <a:latin typeface="ML-TTKarthika" panose="04000000000000000000" pitchFamily="82" charset="0"/>
              </a:rPr>
              <a:t>nc¸mw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hgntbm</a:t>
            </a:r>
            <a:endParaRPr lang="en-SG" sz="2800" dirty="0">
              <a:latin typeface="ML-TTKarthika" panose="04000000000000000000" pitchFamily="82" charset="0"/>
            </a:endParaRPr>
          </a:p>
          <a:p>
            <a:pPr indent="1976438"/>
            <a:r>
              <a:rPr lang="en-SG" sz="2800" dirty="0">
                <a:latin typeface="ML-TTKarthika" panose="04000000000000000000" pitchFamily="82" charset="0"/>
              </a:rPr>
              <a:t>\</a:t>
            </a:r>
            <a:r>
              <a:rPr lang="en-SG" sz="2800" dirty="0" err="1">
                <a:latin typeface="ML-TTKarthika" panose="04000000000000000000" pitchFamily="82" charset="0"/>
              </a:rPr>
              <a:t>o¬S</a:t>
            </a:r>
            <a:r>
              <a:rPr lang="en-SG" sz="2800" dirty="0">
                <a:latin typeface="ML-TTKarthika" panose="04000000000000000000" pitchFamily="82" charset="0"/>
              </a:rPr>
              <a:t> \</a:t>
            </a:r>
            <a:r>
              <a:rPr lang="en-SG" sz="2800" dirty="0" err="1">
                <a:latin typeface="ML-TTKarthika" panose="04000000000000000000" pitchFamily="82" charset="0"/>
              </a:rPr>
              <a:t>Stbm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IpdptXm</a:t>
            </a:r>
            <a:endParaRPr lang="en-SG" sz="2800" dirty="0">
              <a:latin typeface="ML-TTKarthika" panose="04000000000000000000" pitchFamily="82" charset="0"/>
            </a:endParaRPr>
          </a:p>
          <a:p>
            <a:pPr indent="1976438"/>
            <a:r>
              <a:rPr lang="en-SG" sz="2800" dirty="0">
                <a:latin typeface="ML-TTKarthika" panose="04000000000000000000" pitchFamily="82" charset="0"/>
              </a:rPr>
              <a:t>]</a:t>
            </a:r>
            <a:r>
              <a:rPr lang="en-SG" sz="2800" dirty="0" err="1">
                <a:latin typeface="ML-TTKarthika" panose="04000000000000000000" pitchFamily="82" charset="0"/>
              </a:rPr>
              <a:t>mcw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IctªmSp¶tXm</a:t>
            </a:r>
            <a:endParaRPr lang="en-SG" sz="2800" dirty="0">
              <a:latin typeface="ML-TTKarthika" panose="04000000000000000000" pitchFamily="82" charset="0"/>
            </a:endParaRPr>
          </a:p>
          <a:p>
            <a:pPr indent="1976438"/>
            <a:r>
              <a:rPr lang="en-SG" sz="2800" dirty="0">
                <a:latin typeface="ML-TTKarthika" panose="04000000000000000000" pitchFamily="82" charset="0"/>
              </a:rPr>
              <a:t>]</a:t>
            </a:r>
            <a:r>
              <a:rPr lang="en-SG" sz="2800" dirty="0" err="1">
                <a:latin typeface="ML-TTKarthika" panose="04000000000000000000" pitchFamily="82" charset="0"/>
              </a:rPr>
              <a:t>mcnXnepw</a:t>
            </a:r>
            <a:r>
              <a:rPr lang="en-SG" sz="2800" dirty="0">
                <a:latin typeface="ML-TTKarthika" panose="04000000000000000000" pitchFamily="82" charset="0"/>
              </a:rPr>
              <a:t> `</a:t>
            </a:r>
            <a:r>
              <a:rPr lang="en-SG" sz="2800" dirty="0" err="1">
                <a:latin typeface="ML-TTKarthika" panose="04000000000000000000" pitchFamily="82" charset="0"/>
              </a:rPr>
              <a:t>mKy§tfm</a:t>
            </a:r>
            <a:endParaRPr lang="en-SG" sz="2800" dirty="0">
              <a:latin typeface="ML-TTKarthika" panose="04000000000000000000" pitchFamily="82" charset="0"/>
            </a:endParaRPr>
          </a:p>
          <a:p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\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nsâ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lnXw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 t]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msesbs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¶ \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nXyw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 \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Sþ¯osSWta</a:t>
            </a:r>
            <a:endParaRPr lang="en-US" sz="2800" dirty="0">
              <a:solidFill>
                <a:srgbClr val="800000"/>
              </a:solidFill>
              <a:latin typeface="ML-TTKarthika" panose="04000000000000000000" pitchFamily="82" charset="0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91639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25FED-31FC-A74E-7A3C-AF3B0B53A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2B2E9-4074-F7A3-6FEE-8B6A9D4BF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Hymn No. 225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14ADDAE-AD21-8CD5-1A8D-8AE84E4A5F0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CD6DF6-FF3B-9EFF-4E9D-AA7019AF0DFC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6: 4 of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EF54F3-8DB9-20F6-4986-3C28A4C1DAD4}"/>
              </a:ext>
            </a:extLst>
          </p:cNvPr>
          <p:cNvSpPr/>
          <p:nvPr/>
        </p:nvSpPr>
        <p:spPr>
          <a:xfrm>
            <a:off x="280086" y="558598"/>
            <a:ext cx="8806249" cy="455509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976438"/>
            <a:r>
              <a:rPr lang="en-US" sz="2800" dirty="0" err="1">
                <a:cs typeface="Segoe UI" panose="020B0502040204020203" pitchFamily="34" charset="0"/>
              </a:rPr>
              <a:t>andhakaaram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bheethikalho</a:t>
            </a:r>
            <a:r>
              <a:rPr lang="en-US" sz="2800" dirty="0">
                <a:cs typeface="Segoe UI" panose="020B0502040204020203" pitchFamily="34" charset="0"/>
              </a:rPr>
              <a:t>-</a:t>
            </a:r>
          </a:p>
          <a:p>
            <a:pPr indent="1976438"/>
            <a:r>
              <a:rPr lang="en-US" sz="2800" dirty="0" err="1">
                <a:cs typeface="Segoe UI" panose="020B0502040204020203" pitchFamily="34" charset="0"/>
              </a:rPr>
              <a:t>appane</a:t>
            </a:r>
            <a:r>
              <a:rPr lang="en-US" sz="2800" dirty="0">
                <a:cs typeface="Segoe UI" panose="020B0502040204020203" pitchFamily="34" charset="0"/>
              </a:rPr>
              <a:t>, </a:t>
            </a:r>
            <a:r>
              <a:rPr lang="en-US" sz="2800" dirty="0" err="1">
                <a:cs typeface="Segoe UI" panose="020B0502040204020203" pitchFamily="34" charset="0"/>
              </a:rPr>
              <a:t>prakaashangalho</a:t>
            </a:r>
            <a:r>
              <a:rPr lang="en-US" sz="2800" dirty="0">
                <a:cs typeface="Segoe UI" panose="020B0502040204020203" pitchFamily="34" charset="0"/>
              </a:rPr>
              <a:t>?</a:t>
            </a:r>
          </a:p>
          <a:p>
            <a:pPr indent="1976438"/>
            <a:r>
              <a:rPr lang="en-US" sz="2800" dirty="0" err="1">
                <a:cs typeface="Segoe UI" panose="020B0502040204020203" pitchFamily="34" charset="0"/>
              </a:rPr>
              <a:t>enthu</a:t>
            </a:r>
            <a:r>
              <a:rPr lang="en-US" sz="2800" dirty="0">
                <a:cs typeface="Segoe UI" panose="020B0502040204020203" pitchFamily="34" charset="0"/>
              </a:rPr>
              <a:t> nee </a:t>
            </a:r>
            <a:r>
              <a:rPr lang="en-US" sz="2800" dirty="0" err="1">
                <a:cs typeface="Segoe UI" panose="020B0502040204020203" pitchFamily="34" charset="0"/>
              </a:rPr>
              <a:t>kalpichcheedunno</a:t>
            </a:r>
            <a:r>
              <a:rPr lang="en-US" sz="2800" dirty="0">
                <a:cs typeface="Segoe UI" panose="020B0502040204020203" pitchFamily="34" charset="0"/>
              </a:rPr>
              <a:t>-</a:t>
            </a:r>
          </a:p>
          <a:p>
            <a:pPr indent="1976438"/>
            <a:r>
              <a:rPr lang="en-US" sz="2800" dirty="0" err="1">
                <a:cs typeface="Segoe UI" panose="020B0502040204020203" pitchFamily="34" charset="0"/>
              </a:rPr>
              <a:t>ellaam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enikkaasheerr-vaadam</a:t>
            </a:r>
            <a:endParaRPr lang="en-US" sz="2800" dirty="0">
              <a:cs typeface="Segoe UI" panose="020B0502040204020203" pitchFamily="34" charset="0"/>
            </a:endParaRPr>
          </a:p>
          <a:p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ninte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hitham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pole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enne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-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nithyam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nada-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theedenhame</a:t>
            </a:r>
            <a:endParaRPr lang="en-US" sz="2800" dirty="0">
              <a:solidFill>
                <a:srgbClr val="800000"/>
              </a:solidFill>
              <a:ea typeface="Calibri"/>
              <a:cs typeface="Calibri"/>
            </a:endParaRPr>
          </a:p>
          <a:p>
            <a:endParaRPr lang="en-US" sz="1000" dirty="0">
              <a:cs typeface="Segoe UI"/>
            </a:endParaRPr>
          </a:p>
          <a:p>
            <a:pPr indent="1976438"/>
            <a:r>
              <a:rPr lang="en-SG" sz="2800" dirty="0" err="1">
                <a:latin typeface="ML-TTKarthika" panose="04000000000000000000" pitchFamily="82" charset="0"/>
              </a:rPr>
              <a:t>AÔImcw</a:t>
            </a:r>
            <a:r>
              <a:rPr lang="en-SG" sz="2800" dirty="0">
                <a:latin typeface="ML-TTKarthika" panose="04000000000000000000" pitchFamily="82" charset="0"/>
              </a:rPr>
              <a:t> `</a:t>
            </a:r>
            <a:r>
              <a:rPr lang="en-SG" sz="2800" dirty="0" err="1">
                <a:latin typeface="ML-TTKarthika" panose="04000000000000000000" pitchFamily="82" charset="0"/>
              </a:rPr>
              <a:t>oXnItfm</a:t>
            </a:r>
            <a:endParaRPr lang="en-SG" sz="2800" dirty="0">
              <a:latin typeface="ML-TTKarthika" panose="04000000000000000000" pitchFamily="82" charset="0"/>
            </a:endParaRPr>
          </a:p>
          <a:p>
            <a:pPr indent="1976438"/>
            <a:r>
              <a:rPr lang="en-SG" sz="2800" dirty="0">
                <a:latin typeface="ML-TTKarthika" panose="04000000000000000000" pitchFamily="82" charset="0"/>
              </a:rPr>
              <a:t>A¸s\ {]</a:t>
            </a:r>
            <a:r>
              <a:rPr lang="en-SG" sz="2800" dirty="0" err="1">
                <a:latin typeface="ML-TTKarthika" panose="04000000000000000000" pitchFamily="82" charset="0"/>
              </a:rPr>
              <a:t>Imi§tfm</a:t>
            </a:r>
            <a:r>
              <a:rPr lang="en-SG" sz="2800" dirty="0">
                <a:latin typeface="ML-TTKarthika" panose="04000000000000000000" pitchFamily="82" charset="0"/>
              </a:rPr>
              <a:t>? </a:t>
            </a:r>
          </a:p>
          <a:p>
            <a:pPr indent="1976438"/>
            <a:r>
              <a:rPr lang="en-SG" sz="2800" dirty="0" err="1">
                <a:latin typeface="ML-TTKarthika" panose="04000000000000000000" pitchFamily="82" charset="0"/>
              </a:rPr>
              <a:t>F´p</a:t>
            </a:r>
            <a:r>
              <a:rPr lang="en-SG" sz="2800" dirty="0">
                <a:latin typeface="ML-TTKarthika" panose="04000000000000000000" pitchFamily="82" charset="0"/>
              </a:rPr>
              <a:t> \o </a:t>
            </a:r>
            <a:r>
              <a:rPr lang="en-SG" sz="2800" dirty="0" err="1">
                <a:latin typeface="ML-TTKarthika" panose="04000000000000000000" pitchFamily="82" charset="0"/>
              </a:rPr>
              <a:t>Iev</a:t>
            </a:r>
            <a:r>
              <a:rPr lang="en-SG" sz="2800" dirty="0">
                <a:latin typeface="ML-TTKarthika" panose="04000000000000000000" pitchFamily="82" charset="0"/>
              </a:rPr>
              <a:t>]</a:t>
            </a:r>
            <a:r>
              <a:rPr lang="en-SG" sz="2800" dirty="0" err="1">
                <a:latin typeface="ML-TTKarthika" panose="04000000000000000000" pitchFamily="82" charset="0"/>
              </a:rPr>
              <a:t>n¨oSpt¶m</a:t>
            </a:r>
            <a:endParaRPr lang="en-SG" sz="2800" dirty="0">
              <a:latin typeface="ML-TTKarthika" panose="04000000000000000000" pitchFamily="82" charset="0"/>
            </a:endParaRPr>
          </a:p>
          <a:p>
            <a:pPr indent="1976438"/>
            <a:r>
              <a:rPr lang="en-SG" sz="2800" dirty="0" err="1">
                <a:latin typeface="ML-TTKarthika" panose="04000000000000000000" pitchFamily="82" charset="0"/>
              </a:rPr>
              <a:t>FÃmw</a:t>
            </a:r>
            <a:r>
              <a:rPr lang="en-SG" sz="2800" dirty="0">
                <a:latin typeface="ML-TTKarthika" panose="04000000000000000000" pitchFamily="82" charset="0"/>
              </a:rPr>
              <a:t> F\</a:t>
            </a:r>
            <a:r>
              <a:rPr lang="en-SG" sz="2800" dirty="0" err="1">
                <a:latin typeface="ML-TTKarthika" panose="04000000000000000000" pitchFamily="82" charset="0"/>
              </a:rPr>
              <a:t>n¡minÀÆmZw</a:t>
            </a:r>
            <a:endParaRPr lang="en-SG" sz="2800" dirty="0">
              <a:latin typeface="ML-TTKarthika" panose="04000000000000000000" pitchFamily="82" charset="0"/>
            </a:endParaRPr>
          </a:p>
          <a:p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\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nsâ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lnXw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 t]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msesbs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¶ \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nXyw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 \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Sþ¯osSWta</a:t>
            </a:r>
            <a:endParaRPr lang="en-US" sz="2800" dirty="0">
              <a:solidFill>
                <a:srgbClr val="800000"/>
              </a:solidFill>
              <a:latin typeface="ML-TTKarthika" panose="04000000000000000000" pitchFamily="82" charset="0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01681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10F3-50E6-803C-84B5-C11D1FB44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39CD-85B7-7F6B-9D52-A75A055F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Hymn No. 225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3B93893-43E1-EFC6-C8F2-7A245FDA9F97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F5A106-5B0D-6721-0036-81E826A0C61F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6: 5 of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FA9E49-F180-0992-D977-47FF0F187DB5}"/>
              </a:ext>
            </a:extLst>
          </p:cNvPr>
          <p:cNvSpPr/>
          <p:nvPr/>
        </p:nvSpPr>
        <p:spPr>
          <a:xfrm>
            <a:off x="280086" y="558598"/>
            <a:ext cx="8806249" cy="455509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976438"/>
            <a:r>
              <a:rPr lang="en-US" sz="2800" dirty="0" err="1">
                <a:cs typeface="Segoe UI" panose="020B0502040204020203" pitchFamily="34" charset="0"/>
              </a:rPr>
              <a:t>ethu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gunham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ennarrivaan</a:t>
            </a:r>
            <a:endParaRPr lang="en-US" sz="2800" dirty="0">
              <a:cs typeface="Segoe UI" panose="020B0502040204020203" pitchFamily="34" charset="0"/>
            </a:endParaRPr>
          </a:p>
          <a:p>
            <a:pPr indent="1976438"/>
            <a:r>
              <a:rPr lang="en-US" sz="2800" dirty="0" err="1">
                <a:cs typeface="Segoe UI" panose="020B0502040204020203" pitchFamily="34" charset="0"/>
              </a:rPr>
              <a:t>illa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jnaanam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ennil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naathhaa</a:t>
            </a:r>
            <a:endParaRPr lang="en-US" sz="2800" dirty="0">
              <a:cs typeface="Segoe UI" panose="020B0502040204020203" pitchFamily="34" charset="0"/>
            </a:endParaRPr>
          </a:p>
          <a:p>
            <a:pPr indent="1976438"/>
            <a:r>
              <a:rPr lang="en-US" sz="2800" dirty="0" err="1">
                <a:cs typeface="Segoe UI" panose="020B0502040204020203" pitchFamily="34" charset="0"/>
              </a:rPr>
              <a:t>nin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thirunaamam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nimiththam</a:t>
            </a:r>
            <a:r>
              <a:rPr lang="en-US" sz="2800" dirty="0">
                <a:cs typeface="Segoe UI" panose="020B0502040204020203" pitchFamily="34" charset="0"/>
              </a:rPr>
              <a:t>-</a:t>
            </a:r>
          </a:p>
          <a:p>
            <a:pPr indent="1976438"/>
            <a:r>
              <a:rPr lang="en-US" sz="2800" dirty="0" err="1">
                <a:cs typeface="Segoe UI" panose="020B0502040204020203" pitchFamily="34" charset="0"/>
              </a:rPr>
              <a:t>neethimaargga-ththil</a:t>
            </a:r>
            <a:r>
              <a:rPr lang="en-US" sz="2800" dirty="0">
                <a:cs typeface="Segoe UI" panose="020B0502040204020203" pitchFamily="34" charset="0"/>
              </a:rPr>
              <a:t> </a:t>
            </a:r>
            <a:r>
              <a:rPr lang="en-US" sz="2800" dirty="0" err="1">
                <a:cs typeface="Segoe UI" panose="020B0502040204020203" pitchFamily="34" charset="0"/>
              </a:rPr>
              <a:t>thirichu</a:t>
            </a:r>
            <a:endParaRPr lang="en-US" sz="2800" dirty="0">
              <a:cs typeface="Segoe UI" panose="020B0502040204020203" pitchFamily="34" charset="0"/>
            </a:endParaRPr>
          </a:p>
          <a:p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ninte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hitham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pole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enne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- 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nithyam</a:t>
            </a:r>
            <a:r>
              <a:rPr lang="en-US" sz="2800" dirty="0">
                <a:solidFill>
                  <a:srgbClr val="800000"/>
                </a:solidFill>
                <a:ea typeface="Calibri"/>
                <a:cs typeface="Calibri"/>
              </a:rPr>
              <a:t> nada-</a:t>
            </a:r>
            <a:r>
              <a:rPr lang="en-US" sz="2800" dirty="0" err="1">
                <a:solidFill>
                  <a:srgbClr val="800000"/>
                </a:solidFill>
                <a:ea typeface="Calibri"/>
                <a:cs typeface="Calibri"/>
              </a:rPr>
              <a:t>theedenhame</a:t>
            </a:r>
            <a:endParaRPr lang="en-US" sz="2800" dirty="0">
              <a:solidFill>
                <a:srgbClr val="800000"/>
              </a:solidFill>
              <a:ea typeface="Calibri"/>
              <a:cs typeface="Calibri"/>
            </a:endParaRPr>
          </a:p>
          <a:p>
            <a:endParaRPr lang="en-US" sz="1000" dirty="0">
              <a:cs typeface="Segoe UI"/>
            </a:endParaRPr>
          </a:p>
          <a:p>
            <a:pPr indent="1976438"/>
            <a:r>
              <a:rPr lang="en-SG" sz="2800" dirty="0" err="1">
                <a:latin typeface="ML-TTKarthika" panose="04000000000000000000" pitchFamily="82" charset="0"/>
              </a:rPr>
              <a:t>GXp</a:t>
            </a:r>
            <a:r>
              <a:rPr lang="en-SG" sz="2800" dirty="0">
                <a:latin typeface="ML-TTKarthika" panose="04000000000000000000" pitchFamily="82" charset="0"/>
              </a:rPr>
              <a:t> KpWsa¶dnhm³ </a:t>
            </a:r>
          </a:p>
          <a:p>
            <a:pPr indent="1976438"/>
            <a:r>
              <a:rPr lang="en-SG" sz="2800" dirty="0">
                <a:latin typeface="ML-TTKarthika" panose="04000000000000000000" pitchFamily="82" charset="0"/>
              </a:rPr>
              <a:t>CÃ </a:t>
            </a:r>
            <a:r>
              <a:rPr lang="en-SG" sz="2800" dirty="0" err="1">
                <a:latin typeface="ML-TTKarthika" panose="04000000000000000000" pitchFamily="82" charset="0"/>
              </a:rPr>
              <a:t>Úm</a:t>
            </a:r>
            <a:r>
              <a:rPr lang="en-SG" sz="2800" dirty="0">
                <a:latin typeface="ML-TTKarthika" panose="04000000000000000000" pitchFamily="82" charset="0"/>
              </a:rPr>
              <a:t>\</a:t>
            </a:r>
            <a:r>
              <a:rPr lang="en-SG" sz="2800" dirty="0" err="1">
                <a:latin typeface="ML-TTKarthika" panose="04000000000000000000" pitchFamily="82" charset="0"/>
              </a:rPr>
              <a:t>sa¶nÂ</a:t>
            </a:r>
            <a:r>
              <a:rPr lang="en-SG" sz="2800" dirty="0">
                <a:latin typeface="ML-TTKarthika" panose="04000000000000000000" pitchFamily="82" charset="0"/>
              </a:rPr>
              <a:t> \</a:t>
            </a:r>
            <a:r>
              <a:rPr lang="en-SG" sz="2800" dirty="0" err="1">
                <a:latin typeface="ML-TTKarthika" panose="04000000000000000000" pitchFamily="82" charset="0"/>
              </a:rPr>
              <a:t>mYm</a:t>
            </a:r>
            <a:endParaRPr lang="en-SG" sz="2800" dirty="0">
              <a:latin typeface="ML-TTKarthika" panose="04000000000000000000" pitchFamily="82" charset="0"/>
            </a:endParaRPr>
          </a:p>
          <a:p>
            <a:pPr indent="1976438"/>
            <a:r>
              <a:rPr lang="en-SG" sz="2800" dirty="0">
                <a:latin typeface="ML-TTKarthika" panose="04000000000000000000" pitchFamily="82" charset="0"/>
              </a:rPr>
              <a:t>\n³ </a:t>
            </a:r>
            <a:r>
              <a:rPr lang="en-SG" sz="2800" dirty="0" err="1">
                <a:latin typeface="ML-TTKarthika" panose="04000000000000000000" pitchFamily="82" charset="0"/>
              </a:rPr>
              <a:t>Xncp</a:t>
            </a:r>
            <a:r>
              <a:rPr lang="en-SG" sz="2800" dirty="0">
                <a:latin typeface="ML-TTKarthika" panose="04000000000000000000" pitchFamily="82" charset="0"/>
              </a:rPr>
              <a:t>\maw \</a:t>
            </a:r>
            <a:r>
              <a:rPr lang="en-SG" sz="2800" dirty="0" err="1">
                <a:latin typeface="ML-TTKarthika" panose="04000000000000000000" pitchFamily="82" charset="0"/>
              </a:rPr>
              <a:t>nan¯w</a:t>
            </a:r>
            <a:endParaRPr lang="en-SG" sz="2800" dirty="0">
              <a:latin typeface="ML-TTKarthika" panose="04000000000000000000" pitchFamily="82" charset="0"/>
            </a:endParaRPr>
          </a:p>
          <a:p>
            <a:pPr indent="1976438"/>
            <a:r>
              <a:rPr lang="en-SG" sz="2800" dirty="0">
                <a:latin typeface="ML-TTKarthika" panose="04000000000000000000" pitchFamily="82" charset="0"/>
              </a:rPr>
              <a:t>\</a:t>
            </a:r>
            <a:r>
              <a:rPr lang="en-SG" sz="2800" dirty="0" err="1">
                <a:latin typeface="ML-TTKarthika" panose="04000000000000000000" pitchFamily="82" charset="0"/>
              </a:rPr>
              <a:t>oXn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amÀ</a:t>
            </a:r>
            <a:r>
              <a:rPr lang="en-SG" sz="2800" dirty="0">
                <a:latin typeface="ML-TTKarthika" panose="04000000000000000000" pitchFamily="82" charset="0"/>
              </a:rPr>
              <a:t>¤¯</a:t>
            </a:r>
            <a:r>
              <a:rPr lang="en-SG" sz="2800" dirty="0" err="1">
                <a:latin typeface="ML-TTKarthika" panose="04000000000000000000" pitchFamily="82" charset="0"/>
              </a:rPr>
              <a:t>nÂ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Xncn¨p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\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nsâ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lnXw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 t]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msesbs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¶ \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nXyw</a:t>
            </a:r>
            <a:r>
              <a:rPr lang="en-US" sz="2800" dirty="0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 \</a:t>
            </a:r>
            <a:r>
              <a:rPr lang="en-US" sz="2800" dirty="0" err="1">
                <a:solidFill>
                  <a:srgbClr val="800000"/>
                </a:solidFill>
                <a:latin typeface="ML-TTKarthika" panose="04000000000000000000" pitchFamily="82" charset="0"/>
                <a:ea typeface="Calibri"/>
                <a:cs typeface="Calibri"/>
              </a:rPr>
              <a:t>Sþ¯osSWta</a:t>
            </a:r>
            <a:endParaRPr lang="en-US" sz="2800" dirty="0">
              <a:solidFill>
                <a:srgbClr val="800000"/>
              </a:solidFill>
              <a:latin typeface="ML-TTKarthika" panose="04000000000000000000" pitchFamily="82" charset="0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78969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65245-C62E-5F93-96EB-6A201FBFF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FCDF-FD09-C62E-0815-9961D210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Hymn No.  </a:t>
            </a:r>
            <a:r>
              <a:rPr lang="en-US">
                <a:solidFill>
                  <a:prstClr val="black"/>
                </a:solidFill>
                <a:latin typeface="Calibri"/>
                <a:cs typeface="Segoe UI"/>
              </a:rPr>
              <a:t>245</a:t>
            </a:r>
            <a:endParaRPr lang="en-US">
              <a:latin typeface="Segoe U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15C9F7-53E4-01AC-32DA-BD5A60EC6D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28454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25E7-C60B-B201-7872-5A0723EE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61270-3C10-0018-E599-7530B6718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Hymn No. 245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5321DBC-B21B-63A0-CC1E-41DC6D8F0DBF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EF326A-FE36-3468-2B6A-FCBA20761AE9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7: 1 of 7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6F8636-97A1-4A7B-B5DE-9301453F4D34}"/>
              </a:ext>
            </a:extLst>
          </p:cNvPr>
          <p:cNvSpPr txBox="1">
            <a:spLocks/>
          </p:cNvSpPr>
          <p:nvPr/>
        </p:nvSpPr>
        <p:spPr>
          <a:xfrm>
            <a:off x="0" y="503424"/>
            <a:ext cx="9489989" cy="1885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ente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sampathennu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cholluvaan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verreyillonnum</a:t>
            </a:r>
            <a:endParaRPr lang="en-SG" sz="2800" dirty="0">
              <a:cs typeface="Segoe UI" panose="020B0502040204020203" pitchFamily="34" charset="0"/>
            </a:endParaRP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yeshu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maathram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sambatthaakkunnu</a:t>
            </a:r>
            <a:endParaRPr lang="en-SG" sz="2800" dirty="0">
              <a:cs typeface="Segoe UI" panose="020B0502040204020203" pitchFamily="34" charset="0"/>
            </a:endParaRP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chaavine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vennuyirrthavan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vaana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lokamathil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chennu</a:t>
            </a:r>
            <a:endParaRPr lang="en-SG" sz="2800" dirty="0">
              <a:cs typeface="Segoe UI" panose="020B0502040204020203" pitchFamily="34" charset="0"/>
            </a:endParaRP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saadhuvenne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orrthu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nithyam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thaathanodu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yaachikkunnu</a:t>
            </a:r>
            <a:endParaRPr lang="en-SG" sz="2800" dirty="0">
              <a:cs typeface="Segoe UI" panose="020B0502040204020203" pitchFamily="34" charset="0"/>
            </a:endParaRPr>
          </a:p>
          <a:p>
            <a:pPr algn="l"/>
            <a:r>
              <a:rPr lang="en-SG" sz="2100" dirty="0" err="1">
                <a:solidFill>
                  <a:srgbClr val="800000"/>
                </a:solidFill>
              </a:rPr>
              <a:t>ente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sampathennu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cholluvaan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verreyillonnumyeshu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maathram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sampathaakkunnu</a:t>
            </a:r>
            <a:endParaRPr lang="en-SG" sz="2100" dirty="0">
              <a:solidFill>
                <a:srgbClr val="8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2010C4-C422-4663-AA98-B240A612E227}"/>
              </a:ext>
            </a:extLst>
          </p:cNvPr>
          <p:cNvSpPr/>
          <p:nvPr/>
        </p:nvSpPr>
        <p:spPr>
          <a:xfrm>
            <a:off x="0" y="2865053"/>
            <a:ext cx="9605319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5963"/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k¼s¯¶p sNmÃphm³ </a:t>
            </a:r>
            <a:r>
              <a:rPr lang="en-US" sz="2800" dirty="0" err="1">
                <a:latin typeface="ML-TTKarthika" panose="04000000000000000000" pitchFamily="82" charset="0"/>
              </a:rPr>
              <a:t>thsdbnsÃm¶pw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indent="715963"/>
            <a:r>
              <a:rPr lang="en-US" sz="2800" dirty="0" err="1">
                <a:latin typeface="ML-TTKarthika" panose="04000000000000000000" pitchFamily="82" charset="0"/>
              </a:rPr>
              <a:t>tbip</a:t>
            </a:r>
            <a:r>
              <a:rPr lang="en-US" sz="2800" dirty="0">
                <a:latin typeface="ML-TTKarthika" panose="04000000000000000000" pitchFamily="82" charset="0"/>
              </a:rPr>
              <a:t> am{</a:t>
            </a:r>
            <a:r>
              <a:rPr lang="en-US" sz="2800" dirty="0" err="1">
                <a:latin typeface="ML-TTKarthika" panose="04000000000000000000" pitchFamily="82" charset="0"/>
              </a:rPr>
              <a:t>Xw</a:t>
            </a:r>
            <a:r>
              <a:rPr lang="en-US" sz="2800" dirty="0">
                <a:latin typeface="ML-TTKarthika" panose="04000000000000000000" pitchFamily="82" charset="0"/>
              </a:rPr>
              <a:t> k¼¯mIp¶p </a:t>
            </a:r>
          </a:p>
          <a:p>
            <a:pPr indent="715963"/>
            <a:r>
              <a:rPr lang="en-US" sz="2800" dirty="0" err="1">
                <a:latin typeface="ML-TTKarthika" panose="04000000000000000000" pitchFamily="82" charset="0"/>
              </a:rPr>
              <a:t>Nmhns</a:t>
            </a:r>
            <a:r>
              <a:rPr lang="en-US" sz="2800" dirty="0">
                <a:latin typeface="ML-TTKarthika" panose="04000000000000000000" pitchFamily="82" charset="0"/>
              </a:rPr>
              <a:t>\sh¶pbnÀ¯h³ hm\ </a:t>
            </a:r>
            <a:r>
              <a:rPr lang="en-US" sz="2800" dirty="0" err="1">
                <a:latin typeface="ML-TTKarthika" panose="04000000000000000000" pitchFamily="82" charset="0"/>
              </a:rPr>
              <a:t>temIaXnÂs</a:t>
            </a:r>
            <a:r>
              <a:rPr lang="en-US" sz="2800" dirty="0">
                <a:latin typeface="ML-TTKarthika" panose="04000000000000000000" pitchFamily="82" charset="0"/>
              </a:rPr>
              <a:t>¨¶p </a:t>
            </a:r>
          </a:p>
          <a:p>
            <a:pPr indent="715963"/>
            <a:r>
              <a:rPr lang="en-US" sz="2800" dirty="0">
                <a:latin typeface="ML-TTKarthika" panose="04000000000000000000" pitchFamily="82" charset="0"/>
              </a:rPr>
              <a:t>km[p Fs¶ </a:t>
            </a:r>
            <a:r>
              <a:rPr lang="en-US" sz="2800" dirty="0" err="1">
                <a:latin typeface="ML-TTKarthika" panose="04000000000000000000" pitchFamily="82" charset="0"/>
              </a:rPr>
              <a:t>HmÀ¯p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nXyw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XmXt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mSp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bmNn¡p¶p</a:t>
            </a:r>
            <a:r>
              <a:rPr lang="en-US" sz="2800" dirty="0">
                <a:latin typeface="ML-TTKarthika" panose="04000000000000000000" pitchFamily="82" charset="0"/>
              </a:rPr>
              <a:t>- </a:t>
            </a:r>
          </a:p>
          <a:p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Fsâ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k¼s¯m¶p sNmÃphm³ 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thsdbnsÃm¶pw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tbip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am{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Xw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k¼¯mIp¶p </a:t>
            </a:r>
          </a:p>
        </p:txBody>
      </p:sp>
    </p:spTree>
    <p:extLst>
      <p:ext uri="{BB962C8B-B14F-4D97-AF65-F5344CB8AC3E}">
        <p14:creationId xmlns:p14="http://schemas.microsoft.com/office/powerpoint/2010/main" val="17863178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CB5F5-6CF7-ACFA-2306-F62291AF1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C2C4E-9E59-46BC-22DD-88B89A3F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Hymn No. 245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DEC19C3-5848-A3A2-59A0-96439A487B49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D2E08-019B-76ED-CA61-0C5C7DD4D7D0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7: 2 of 7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C503A7-5F13-32B8-F5B2-4C0F018BF950}"/>
              </a:ext>
            </a:extLst>
          </p:cNvPr>
          <p:cNvSpPr txBox="1">
            <a:spLocks/>
          </p:cNvSpPr>
          <p:nvPr/>
        </p:nvSpPr>
        <p:spPr>
          <a:xfrm>
            <a:off x="0" y="503424"/>
            <a:ext cx="9489989" cy="1885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krooshil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maricheeshan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en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perrkkaay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veenhdeduthenne</a:t>
            </a:r>
            <a:endParaRPr lang="en-SG" sz="2800" dirty="0">
              <a:cs typeface="Segoe UI" panose="020B0502040204020203" pitchFamily="34" charset="0"/>
            </a:endParaRP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swarrggakanaan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naattil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aakkuvaan</a:t>
            </a:r>
            <a:endParaRPr lang="en-SG" sz="2800" dirty="0">
              <a:cs typeface="Segoe UI" panose="020B0502040204020203" pitchFamily="34" charset="0"/>
            </a:endParaRP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paapam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neengi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shaapam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maarri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mrithyuvinmel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jayameki</a:t>
            </a:r>
            <a:endParaRPr lang="en-SG" sz="2800" dirty="0">
              <a:cs typeface="Segoe UI" panose="020B0502040204020203" pitchFamily="34" charset="0"/>
            </a:endParaRP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vegam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varaam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ennurachittaamayam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theerrthaasha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nalki</a:t>
            </a:r>
            <a:endParaRPr lang="en-SG" sz="2800" dirty="0">
              <a:cs typeface="Segoe UI" panose="020B0502040204020203" pitchFamily="34" charset="0"/>
            </a:endParaRPr>
          </a:p>
          <a:p>
            <a:pPr algn="l"/>
            <a:r>
              <a:rPr lang="en-SG" sz="2100" dirty="0" err="1">
                <a:solidFill>
                  <a:srgbClr val="800000"/>
                </a:solidFill>
              </a:rPr>
              <a:t>ente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sampathennu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cholluvaan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verreyillonnumyeshu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maathram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sampathaakkunnu</a:t>
            </a:r>
            <a:endParaRPr lang="en-SG" sz="2100" dirty="0">
              <a:solidFill>
                <a:srgbClr val="8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9EFF21-EA1F-3B56-9744-CC0365ADF6EE}"/>
              </a:ext>
            </a:extLst>
          </p:cNvPr>
          <p:cNvSpPr/>
          <p:nvPr/>
        </p:nvSpPr>
        <p:spPr>
          <a:xfrm>
            <a:off x="0" y="2865053"/>
            <a:ext cx="9605319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5963"/>
            <a:r>
              <a:rPr lang="en-US" sz="2800" dirty="0">
                <a:latin typeface="ML-TTKarthika" panose="04000000000000000000" pitchFamily="82" charset="0"/>
              </a:rPr>
              <a:t>{</a:t>
            </a:r>
            <a:r>
              <a:rPr lang="en-US" sz="2800" dirty="0" err="1">
                <a:latin typeface="ML-TTKarthika" panose="04000000000000000000" pitchFamily="82" charset="0"/>
              </a:rPr>
              <a:t>IqinÂ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acn¨ois</a:t>
            </a:r>
            <a:r>
              <a:rPr lang="en-US" sz="2800" dirty="0">
                <a:latin typeface="ML-TTKarthika" panose="04000000000000000000" pitchFamily="82" charset="0"/>
              </a:rPr>
              <a:t>\³ t]</a:t>
            </a:r>
            <a:r>
              <a:rPr lang="en-US" sz="2800" dirty="0" err="1">
                <a:latin typeface="ML-TTKarthika" panose="04000000000000000000" pitchFamily="82" charset="0"/>
              </a:rPr>
              <a:t>À¡mbv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ho¬sSSps¯s</a:t>
            </a:r>
            <a:r>
              <a:rPr lang="en-US" sz="2800" dirty="0">
                <a:latin typeface="ML-TTKarthika" panose="04000000000000000000" pitchFamily="82" charset="0"/>
              </a:rPr>
              <a:t>¶ </a:t>
            </a:r>
          </a:p>
          <a:p>
            <a:pPr indent="715963"/>
            <a:r>
              <a:rPr lang="en-US" sz="2800" dirty="0" err="1">
                <a:latin typeface="ML-TTKarthika" panose="04000000000000000000" pitchFamily="82" charset="0"/>
              </a:rPr>
              <a:t>kzÀKI</a:t>
            </a:r>
            <a:r>
              <a:rPr lang="en-US" sz="2800" dirty="0">
                <a:latin typeface="ML-TTKarthika" panose="04000000000000000000" pitchFamily="82" charset="0"/>
              </a:rPr>
              <a:t>\m³ \m«nem¡phm³</a:t>
            </a:r>
          </a:p>
          <a:p>
            <a:pPr indent="715963"/>
            <a:r>
              <a:rPr lang="en-US" sz="2800" dirty="0">
                <a:latin typeface="ML-TTKarthika" panose="04000000000000000000" pitchFamily="82" charset="0"/>
              </a:rPr>
              <a:t>]m]w \</a:t>
            </a:r>
            <a:r>
              <a:rPr lang="en-US" sz="2800" dirty="0" err="1">
                <a:latin typeface="ML-TTKarthika" panose="04000000000000000000" pitchFamily="82" charset="0"/>
              </a:rPr>
              <a:t>o§n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im</a:t>
            </a:r>
            <a:r>
              <a:rPr lang="en-US" sz="2800" dirty="0">
                <a:latin typeface="ML-TTKarthika" panose="04000000000000000000" pitchFamily="82" charset="0"/>
              </a:rPr>
              <a:t>]w </a:t>
            </a:r>
            <a:r>
              <a:rPr lang="en-US" sz="2800" dirty="0" err="1">
                <a:latin typeface="ML-TTKarthika" panose="04000000000000000000" pitchFamily="82" charset="0"/>
              </a:rPr>
              <a:t>amdn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arXyphnt·Â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PbtaIn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indent="715963"/>
            <a:r>
              <a:rPr lang="en-US" sz="2800" dirty="0" err="1">
                <a:latin typeface="ML-TTKarthika" panose="04000000000000000000" pitchFamily="82" charset="0"/>
              </a:rPr>
              <a:t>thKw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hcmsa¶pc¨n«mabw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XoÀ¯mi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ÂIn</a:t>
            </a:r>
            <a:r>
              <a:rPr lang="en-US" sz="2800" dirty="0">
                <a:latin typeface="ML-TTKarthika" panose="04000000000000000000" pitchFamily="82" charset="0"/>
              </a:rPr>
              <a:t> - </a:t>
            </a:r>
          </a:p>
          <a:p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Fsâ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k¼s¯m¶p sNmÃphm³ 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thsdbnsÃm¶pw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tbip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am{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Xw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k¼¯mIp¶p </a:t>
            </a:r>
          </a:p>
        </p:txBody>
      </p:sp>
    </p:spTree>
    <p:extLst>
      <p:ext uri="{BB962C8B-B14F-4D97-AF65-F5344CB8AC3E}">
        <p14:creationId xmlns:p14="http://schemas.microsoft.com/office/powerpoint/2010/main" val="31033686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C7143-A280-EFF5-9856-B223D09F2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9CB2C-C347-83F6-A502-23F5837F4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Hymn No. 245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06514F4-379C-C1EB-0599-FD7B778A5F5A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1696DF-68A2-59E0-F937-65F2E2A4C0F9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7: 3 of 7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05494B-91EC-0592-1425-F2766ADDC882}"/>
              </a:ext>
            </a:extLst>
          </p:cNvPr>
          <p:cNvSpPr txBox="1">
            <a:spLocks/>
          </p:cNvSpPr>
          <p:nvPr/>
        </p:nvSpPr>
        <p:spPr>
          <a:xfrm>
            <a:off x="0" y="503424"/>
            <a:ext cx="9489989" cy="1885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thante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perrkkaay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sarrva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sampathum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yaagamaay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vechi</a:t>
            </a:r>
            <a:r>
              <a:rPr lang="en-SG" sz="2800" dirty="0">
                <a:cs typeface="Segoe UI" panose="020B0502040204020203" pitchFamily="34" charset="0"/>
              </a:rPr>
              <a:t>-</a:t>
            </a: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ttennenekkum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thannil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premamaay</a:t>
            </a:r>
            <a:endParaRPr lang="en-SG" sz="2800" dirty="0">
              <a:cs typeface="Segoe UI" panose="020B0502040204020203" pitchFamily="34" charset="0"/>
            </a:endParaRP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thante</a:t>
            </a:r>
            <a:r>
              <a:rPr lang="en-SG" sz="2800" dirty="0">
                <a:cs typeface="Segoe UI" panose="020B0502040204020203" pitchFamily="34" charset="0"/>
              </a:rPr>
              <a:t> vela </a:t>
            </a:r>
            <a:r>
              <a:rPr lang="en-SG" sz="2800" dirty="0" err="1">
                <a:cs typeface="Segoe UI" panose="020B0502040204020203" pitchFamily="34" charset="0"/>
              </a:rPr>
              <a:t>cheythu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kondum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ente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krooshu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chumannittum</a:t>
            </a:r>
            <a:endParaRPr lang="en-SG" sz="2800" dirty="0">
              <a:cs typeface="Segoe UI" panose="020B0502040204020203" pitchFamily="34" charset="0"/>
            </a:endParaRP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praanha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priyan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sevayil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en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aayusellaam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kazhicheedum</a:t>
            </a:r>
            <a:endParaRPr lang="en-SG" sz="2800" dirty="0">
              <a:cs typeface="Segoe UI" panose="020B0502040204020203" pitchFamily="34" charset="0"/>
            </a:endParaRPr>
          </a:p>
          <a:p>
            <a:pPr algn="l"/>
            <a:r>
              <a:rPr lang="en-SG" sz="2100" dirty="0" err="1">
                <a:solidFill>
                  <a:srgbClr val="800000"/>
                </a:solidFill>
              </a:rPr>
              <a:t>ente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sampathennu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cholluvaan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verreyillonnumyeshu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maathram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sampathaakkunnu</a:t>
            </a:r>
            <a:endParaRPr lang="en-SG" sz="2100" dirty="0">
              <a:solidFill>
                <a:srgbClr val="8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B7DE06-023B-8C61-F514-2DD641BEF55A}"/>
              </a:ext>
            </a:extLst>
          </p:cNvPr>
          <p:cNvSpPr/>
          <p:nvPr/>
        </p:nvSpPr>
        <p:spPr>
          <a:xfrm>
            <a:off x="0" y="2865053"/>
            <a:ext cx="9605319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5963"/>
            <a:r>
              <a:rPr lang="en-US" sz="2800" dirty="0" err="1">
                <a:latin typeface="ML-TTKarthika" panose="04000000000000000000" pitchFamily="82" charset="0"/>
              </a:rPr>
              <a:t>Xsâ</a:t>
            </a:r>
            <a:r>
              <a:rPr lang="en-US" sz="2800" dirty="0">
                <a:latin typeface="ML-TTKarthika" panose="04000000000000000000" pitchFamily="82" charset="0"/>
              </a:rPr>
              <a:t> t]</a:t>
            </a:r>
            <a:r>
              <a:rPr lang="en-US" sz="2800" dirty="0" err="1">
                <a:latin typeface="ML-TTKarthika" panose="04000000000000000000" pitchFamily="82" charset="0"/>
              </a:rPr>
              <a:t>À¡mbv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kÀÆ</a:t>
            </a:r>
            <a:r>
              <a:rPr lang="en-US" sz="2800" dirty="0">
                <a:latin typeface="ML-TTKarthika" panose="04000000000000000000" pitchFamily="82" charset="0"/>
              </a:rPr>
              <a:t> k¼¯pwþbmKambv </a:t>
            </a:r>
            <a:r>
              <a:rPr lang="en-US" sz="2800" dirty="0" err="1">
                <a:latin typeface="ML-TTKarthika" panose="04000000000000000000" pitchFamily="82" charset="0"/>
              </a:rPr>
              <a:t>sh¨nþ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indent="715963"/>
            <a:r>
              <a:rPr lang="en-US" sz="2800" dirty="0" err="1">
                <a:latin typeface="ML-TTKarthika" panose="04000000000000000000" pitchFamily="82" charset="0"/>
              </a:rPr>
              <a:t>s«¶t</a:t>
            </a:r>
            <a:r>
              <a:rPr lang="en-US" sz="2800" dirty="0">
                <a:latin typeface="ML-TTKarthika" panose="04000000000000000000" pitchFamily="82" charset="0"/>
              </a:rPr>
              <a:t>¶¡pw </a:t>
            </a:r>
            <a:r>
              <a:rPr lang="en-US" sz="2800" dirty="0" err="1">
                <a:latin typeface="ML-TTKarthika" panose="04000000000000000000" pitchFamily="82" charset="0"/>
              </a:rPr>
              <a:t>X¶nÂ</a:t>
            </a:r>
            <a:r>
              <a:rPr lang="en-US" sz="2800" dirty="0">
                <a:latin typeface="ML-TTKarthika" panose="04000000000000000000" pitchFamily="82" charset="0"/>
              </a:rPr>
              <a:t> t{]</a:t>
            </a:r>
            <a:r>
              <a:rPr lang="en-US" sz="2800" dirty="0" err="1">
                <a:latin typeface="ML-TTKarthika" panose="04000000000000000000" pitchFamily="82" charset="0"/>
              </a:rPr>
              <a:t>aambv</a:t>
            </a:r>
            <a:endParaRPr lang="en-US" sz="2800" dirty="0">
              <a:latin typeface="ML-TTKarthika" panose="04000000000000000000" pitchFamily="82" charset="0"/>
            </a:endParaRPr>
          </a:p>
          <a:p>
            <a:pPr indent="715963"/>
            <a:r>
              <a:rPr lang="en-US" sz="2800" dirty="0" err="1">
                <a:latin typeface="ML-TTKarthika" panose="04000000000000000000" pitchFamily="82" charset="0"/>
              </a:rPr>
              <a:t>Xsâ</a:t>
            </a:r>
            <a:r>
              <a:rPr lang="en-US" sz="2800" dirty="0">
                <a:latin typeface="ML-TTKarthika" panose="04000000000000000000" pitchFamily="82" charset="0"/>
              </a:rPr>
              <a:t> the </a:t>
            </a:r>
            <a:r>
              <a:rPr lang="en-US" sz="2800" dirty="0" err="1">
                <a:latin typeface="ML-TTKarthika" panose="04000000000000000000" pitchFamily="82" charset="0"/>
              </a:rPr>
              <a:t>sNbvXp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sIm¬Spw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{</a:t>
            </a:r>
            <a:r>
              <a:rPr lang="en-US" sz="2800" dirty="0" err="1">
                <a:latin typeface="ML-TTKarthika" panose="04000000000000000000" pitchFamily="82" charset="0"/>
              </a:rPr>
              <a:t>Iqip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Npa¶n«pw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indent="715963"/>
            <a:r>
              <a:rPr lang="en-US" sz="2800" dirty="0">
                <a:latin typeface="ML-TTKarthika" panose="04000000000000000000" pitchFamily="82" charset="0"/>
              </a:rPr>
              <a:t>{]</a:t>
            </a:r>
            <a:r>
              <a:rPr lang="en-US" sz="2800" dirty="0" err="1">
                <a:latin typeface="ML-TTKarthika" panose="04000000000000000000" pitchFamily="82" charset="0"/>
              </a:rPr>
              <a:t>mW</a:t>
            </a:r>
            <a:r>
              <a:rPr lang="en-US" sz="2800" dirty="0">
                <a:latin typeface="ML-TTKarthika" panose="04000000000000000000" pitchFamily="82" charset="0"/>
              </a:rPr>
              <a:t>{]nb³ </a:t>
            </a:r>
            <a:r>
              <a:rPr lang="en-US" sz="2800" dirty="0" err="1">
                <a:latin typeface="ML-TTKarthika" panose="04000000000000000000" pitchFamily="82" charset="0"/>
              </a:rPr>
              <a:t>tkhbnÂ</a:t>
            </a:r>
            <a:r>
              <a:rPr lang="en-US" sz="2800" dirty="0">
                <a:latin typeface="ML-TTKarthika" panose="04000000000000000000" pitchFamily="82" charset="0"/>
              </a:rPr>
              <a:t> F³ </a:t>
            </a:r>
            <a:r>
              <a:rPr lang="en-US" sz="2800" dirty="0" err="1">
                <a:latin typeface="ML-TTKarthika" panose="04000000000000000000" pitchFamily="82" charset="0"/>
              </a:rPr>
              <a:t>BbpsÊÃmw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Ign¨oSpw</a:t>
            </a:r>
            <a:r>
              <a:rPr lang="en-US" sz="2800" dirty="0">
                <a:latin typeface="ML-TTKarthika" panose="04000000000000000000" pitchFamily="82" charset="0"/>
              </a:rPr>
              <a:t>- </a:t>
            </a:r>
          </a:p>
          <a:p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Fsâ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k¼s¯m¶p sNmÃphm³ 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thsdbnsÃm¶pw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tbip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am{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Xw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k¼¯mIp¶p </a:t>
            </a:r>
          </a:p>
        </p:txBody>
      </p:sp>
    </p:spTree>
    <p:extLst>
      <p:ext uri="{BB962C8B-B14F-4D97-AF65-F5344CB8AC3E}">
        <p14:creationId xmlns:p14="http://schemas.microsoft.com/office/powerpoint/2010/main" val="23844359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3A84F-5294-646D-43C5-3FD04EC16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2CE1F-8EBD-1C56-F021-5255EFA5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Hymn No. 245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26636DA-3934-2584-54FE-22FBA88A0D3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B43E4-81F9-7D14-6EF6-00CD8DBD43E1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7: 4 of 7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0E490B-3990-A0E2-8995-315A3821BA1C}"/>
              </a:ext>
            </a:extLst>
          </p:cNvPr>
          <p:cNvSpPr txBox="1">
            <a:spLocks/>
          </p:cNvSpPr>
          <p:nvPr/>
        </p:nvSpPr>
        <p:spPr>
          <a:xfrm>
            <a:off x="0" y="503424"/>
            <a:ext cx="9489989" cy="1885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5963" algn="l"/>
            <a:r>
              <a:rPr lang="en-SG" sz="2800" dirty="0">
                <a:cs typeface="Segoe UI" panose="020B0502040204020203" pitchFamily="34" charset="0"/>
              </a:rPr>
              <a:t>nalla </a:t>
            </a:r>
            <a:r>
              <a:rPr lang="en-SG" sz="2800" dirty="0" err="1">
                <a:cs typeface="Segoe UI" panose="020B0502040204020203" pitchFamily="34" charset="0"/>
              </a:rPr>
              <a:t>daasan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ennu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chollunnaalh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thante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munpaake</a:t>
            </a:r>
            <a:endParaRPr lang="en-SG" sz="2800" dirty="0">
              <a:cs typeface="Segoe UI" panose="020B0502040204020203" pitchFamily="34" charset="0"/>
            </a:endParaRP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lajjithanaay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theerrnnu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pokaathe</a:t>
            </a:r>
            <a:endParaRPr lang="en-SG" sz="2800" dirty="0">
              <a:cs typeface="Segoe UI" panose="020B0502040204020203" pitchFamily="34" charset="0"/>
            </a:endParaRP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nandiyoden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priyan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munpil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prema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kanneerr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chorinjeedaan</a:t>
            </a:r>
            <a:endParaRPr lang="en-SG" sz="2800" dirty="0">
              <a:cs typeface="Segoe UI" panose="020B0502040204020203" pitchFamily="34" charset="0"/>
            </a:endParaRP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bhaagyamerrum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maholsava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vaazchakaalam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varunnallo</a:t>
            </a:r>
            <a:endParaRPr lang="en-SG" sz="2800" dirty="0">
              <a:cs typeface="Segoe UI" panose="020B0502040204020203" pitchFamily="34" charset="0"/>
            </a:endParaRPr>
          </a:p>
          <a:p>
            <a:pPr algn="l"/>
            <a:r>
              <a:rPr lang="en-SG" sz="2100" dirty="0" err="1">
                <a:solidFill>
                  <a:srgbClr val="800000"/>
                </a:solidFill>
              </a:rPr>
              <a:t>ente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sampathennu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cholluvaan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verreyillonnumyeshu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maathram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sampathaakkunnu</a:t>
            </a:r>
            <a:endParaRPr lang="en-SG" sz="2100" dirty="0">
              <a:solidFill>
                <a:srgbClr val="8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FEC54C-2833-8FB8-FE24-EB43326B3C64}"/>
              </a:ext>
            </a:extLst>
          </p:cNvPr>
          <p:cNvSpPr/>
          <p:nvPr/>
        </p:nvSpPr>
        <p:spPr>
          <a:xfrm>
            <a:off x="0" y="2865053"/>
            <a:ext cx="9605319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5963"/>
            <a:r>
              <a:rPr lang="en-US" sz="2800" dirty="0">
                <a:latin typeface="ML-TTKarthika" panose="04000000000000000000" pitchFamily="82" charset="0"/>
              </a:rPr>
              <a:t>\Ã Zmk³ </a:t>
            </a:r>
            <a:r>
              <a:rPr lang="en-US" sz="2800" dirty="0" err="1">
                <a:latin typeface="ML-TTKarthika" panose="04000000000000000000" pitchFamily="82" charset="0"/>
              </a:rPr>
              <a:t>F¶p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sNmÃp¶mÄ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Xsâ</a:t>
            </a:r>
            <a:r>
              <a:rPr lang="en-US" sz="2800" dirty="0">
                <a:latin typeface="ML-TTKarthika" panose="04000000000000000000" pitchFamily="82" charset="0"/>
              </a:rPr>
              <a:t> ap¼msI </a:t>
            </a:r>
          </a:p>
          <a:p>
            <a:pPr indent="715963"/>
            <a:r>
              <a:rPr lang="en-US" sz="2800" dirty="0" err="1">
                <a:latin typeface="ML-TTKarthika" panose="04000000000000000000" pitchFamily="82" charset="0"/>
              </a:rPr>
              <a:t>eÖnX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mbv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XoÀ¶pt</a:t>
            </a:r>
            <a:r>
              <a:rPr lang="en-US" sz="2800" dirty="0">
                <a:latin typeface="ML-TTKarthika" panose="04000000000000000000" pitchFamily="82" charset="0"/>
              </a:rPr>
              <a:t>]</a:t>
            </a:r>
            <a:r>
              <a:rPr lang="en-US" sz="2800" dirty="0" err="1">
                <a:latin typeface="ML-TTKarthika" panose="04000000000000000000" pitchFamily="82" charset="0"/>
              </a:rPr>
              <a:t>mImsX</a:t>
            </a:r>
            <a:endParaRPr lang="en-US" sz="2800" dirty="0">
              <a:latin typeface="ML-TTKarthika" panose="04000000000000000000" pitchFamily="82" charset="0"/>
            </a:endParaRPr>
          </a:p>
          <a:p>
            <a:pPr indent="715963"/>
            <a:r>
              <a:rPr lang="en-US" sz="2800" dirty="0">
                <a:latin typeface="ML-TTKarthika" panose="04000000000000000000" pitchFamily="82" charset="0"/>
              </a:rPr>
              <a:t>\\vZntbmsS³ {]nb³ ap¼nÂ t{]</a:t>
            </a:r>
            <a:r>
              <a:rPr lang="en-US" sz="2800" dirty="0" err="1">
                <a:latin typeface="ML-TTKarthika" panose="04000000000000000000" pitchFamily="82" charset="0"/>
              </a:rPr>
              <a:t>aI®oÀ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700" dirty="0">
                <a:latin typeface="ML-TTKarthika" panose="04000000000000000000" pitchFamily="82" charset="0"/>
              </a:rPr>
              <a:t>sNmcnªoSm³ </a:t>
            </a:r>
          </a:p>
          <a:p>
            <a:pPr indent="715963"/>
            <a:r>
              <a:rPr lang="en-US" sz="2800" dirty="0">
                <a:latin typeface="ML-TTKarthika" panose="04000000000000000000" pitchFamily="82" charset="0"/>
              </a:rPr>
              <a:t>`</a:t>
            </a:r>
            <a:r>
              <a:rPr lang="en-US" sz="2800" dirty="0" err="1">
                <a:latin typeface="ML-TTKarthika" panose="04000000000000000000" pitchFamily="82" charset="0"/>
              </a:rPr>
              <a:t>mKytadpw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atlmÕh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hmgvNImew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hcp¶tÃm</a:t>
            </a:r>
            <a:r>
              <a:rPr lang="en-US" sz="2800" dirty="0">
                <a:latin typeface="ML-TTKarthika" panose="04000000000000000000" pitchFamily="82" charset="0"/>
              </a:rPr>
              <a:t> - </a:t>
            </a:r>
          </a:p>
          <a:p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Fsâ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k¼s¯m¶p sNmÃphm³ 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thsdbnsÃm¶pw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tbip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am{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Xw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k¼¯mIp¶p </a:t>
            </a:r>
          </a:p>
        </p:txBody>
      </p:sp>
    </p:spTree>
    <p:extLst>
      <p:ext uri="{BB962C8B-B14F-4D97-AF65-F5344CB8AC3E}">
        <p14:creationId xmlns:p14="http://schemas.microsoft.com/office/powerpoint/2010/main" val="33973721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9A16-B315-6DE9-772C-A63421FCD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FF78-F871-0003-D808-5A2196F20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Hymn No. 245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27E2694-9BF0-86A0-C4A6-4807A19E54E0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1A1940-A689-BDA1-7C63-E2ADFCDD7CDE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7: 5 of 7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FFDCFB0-071C-A095-ABCA-9EDFFCC7E252}"/>
              </a:ext>
            </a:extLst>
          </p:cNvPr>
          <p:cNvSpPr txBox="1">
            <a:spLocks/>
          </p:cNvSpPr>
          <p:nvPr/>
        </p:nvSpPr>
        <p:spPr>
          <a:xfrm>
            <a:off x="0" y="503424"/>
            <a:ext cx="9489989" cy="1885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kunjaadaakum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ente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priyante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seeyon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puriyil</a:t>
            </a:r>
            <a:endParaRPr lang="en-SG" sz="2800" dirty="0">
              <a:cs typeface="Segoe UI" panose="020B0502040204020203" pitchFamily="34" charset="0"/>
            </a:endParaRP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chennucheraan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bhaagyam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undenkil</a:t>
            </a:r>
            <a:endParaRPr lang="en-SG" sz="2800" dirty="0">
              <a:cs typeface="Segoe UI" panose="020B0502040204020203" pitchFamily="34" charset="0"/>
            </a:endParaRP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lokamenne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thyajichaalum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dehamellaam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kshayichaalum</a:t>
            </a:r>
            <a:endParaRPr lang="en-SG" sz="2800" dirty="0">
              <a:cs typeface="Segoe UI" panose="020B0502040204020203" pitchFamily="34" charset="0"/>
            </a:endParaRP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klheshamennil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lesham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illaatheeshane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njaan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pinthudarum</a:t>
            </a:r>
            <a:endParaRPr lang="en-SG" sz="2800" dirty="0">
              <a:cs typeface="Segoe UI" panose="020B0502040204020203" pitchFamily="34" charset="0"/>
            </a:endParaRPr>
          </a:p>
          <a:p>
            <a:pPr algn="l"/>
            <a:r>
              <a:rPr lang="en-SG" sz="2100" dirty="0" err="1">
                <a:solidFill>
                  <a:srgbClr val="800000"/>
                </a:solidFill>
              </a:rPr>
              <a:t>ente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sampathennu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cholluvaan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verreyillonnumyeshu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maathram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sampathaakkunnu</a:t>
            </a:r>
            <a:endParaRPr lang="en-SG" sz="2100" dirty="0">
              <a:solidFill>
                <a:srgbClr val="8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2F631D-D57A-7D84-AEDF-95F86DAF2343}"/>
              </a:ext>
            </a:extLst>
          </p:cNvPr>
          <p:cNvSpPr/>
          <p:nvPr/>
        </p:nvSpPr>
        <p:spPr>
          <a:xfrm>
            <a:off x="0" y="2865053"/>
            <a:ext cx="9605319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5963"/>
            <a:r>
              <a:rPr lang="en-US" sz="2800" dirty="0" err="1">
                <a:latin typeface="ML-TTKarthika" panose="04000000000000000000" pitchFamily="82" charset="0"/>
              </a:rPr>
              <a:t>IpªmSmIpw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{]</a:t>
            </a:r>
            <a:r>
              <a:rPr lang="en-US" sz="2800" dirty="0" err="1">
                <a:latin typeface="ML-TTKarthika" panose="04000000000000000000" pitchFamily="82" charset="0"/>
              </a:rPr>
              <a:t>nbsâ</a:t>
            </a:r>
            <a:r>
              <a:rPr lang="en-US" sz="2800" dirty="0">
                <a:latin typeface="ML-TTKarthika" panose="04000000000000000000" pitchFamily="82" charset="0"/>
              </a:rPr>
              <a:t> kotbm³ ]</a:t>
            </a:r>
            <a:r>
              <a:rPr lang="en-US" sz="2800" dirty="0" err="1">
                <a:latin typeface="ML-TTKarthika" panose="04000000000000000000" pitchFamily="82" charset="0"/>
              </a:rPr>
              <a:t>pcnbnÂ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indent="715963"/>
            <a:r>
              <a:rPr lang="en-US" sz="2800" dirty="0">
                <a:latin typeface="ML-TTKarthika" panose="04000000000000000000" pitchFamily="82" charset="0"/>
              </a:rPr>
              <a:t>sN¶ptNcm³ `</a:t>
            </a:r>
            <a:r>
              <a:rPr lang="en-US" sz="2800" dirty="0" err="1">
                <a:latin typeface="ML-TTKarthika" panose="04000000000000000000" pitchFamily="82" charset="0"/>
              </a:rPr>
              <a:t>mKyap¬sS¦nÂ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indent="715963"/>
            <a:r>
              <a:rPr lang="en-US" sz="2800" dirty="0" err="1">
                <a:latin typeface="ML-TTKarthika" panose="04000000000000000000" pitchFamily="82" charset="0"/>
              </a:rPr>
              <a:t>temIsas</a:t>
            </a:r>
            <a:r>
              <a:rPr lang="en-US" sz="2800" dirty="0">
                <a:latin typeface="ML-TTKarthika" panose="04000000000000000000" pitchFamily="82" charset="0"/>
              </a:rPr>
              <a:t>¶ </a:t>
            </a:r>
            <a:r>
              <a:rPr lang="en-US" sz="2800" dirty="0" err="1">
                <a:latin typeface="ML-TTKarthika" panose="04000000000000000000" pitchFamily="82" charset="0"/>
              </a:rPr>
              <a:t>XyPn¨mepw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tZlsaÃmw</a:t>
            </a:r>
            <a:r>
              <a:rPr lang="en-US" sz="2800" dirty="0">
                <a:latin typeface="ML-TTKarthika" panose="04000000000000000000" pitchFamily="82" charset="0"/>
              </a:rPr>
              <a:t> £</a:t>
            </a:r>
            <a:r>
              <a:rPr lang="en-US" sz="2800" dirty="0" err="1">
                <a:latin typeface="ML-TTKarthika" panose="04000000000000000000" pitchFamily="82" charset="0"/>
              </a:rPr>
              <a:t>bn¨mepw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indent="715963"/>
            <a:r>
              <a:rPr lang="en-US" sz="2800" dirty="0" err="1">
                <a:latin typeface="ML-TTKarthika" panose="04000000000000000000" pitchFamily="82" charset="0"/>
              </a:rPr>
              <a:t>t¢isa¶nÂ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teianÃmXois</a:t>
            </a:r>
            <a:r>
              <a:rPr lang="en-US" sz="2800" dirty="0">
                <a:latin typeface="ML-TTKarthika" panose="04000000000000000000" pitchFamily="82" charset="0"/>
              </a:rPr>
              <a:t>\ Rm³ ]</a:t>
            </a:r>
            <a:r>
              <a:rPr lang="en-US" sz="2800" dirty="0" err="1">
                <a:latin typeface="ML-TTKarthika" panose="04000000000000000000" pitchFamily="82" charset="0"/>
              </a:rPr>
              <a:t>n´pScpw</a:t>
            </a:r>
            <a:r>
              <a:rPr lang="en-US" sz="2800" dirty="0">
                <a:latin typeface="ML-TTKarthika" panose="04000000000000000000" pitchFamily="82" charset="0"/>
              </a:rPr>
              <a:t> - </a:t>
            </a:r>
          </a:p>
          <a:p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Fsâ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k¼s¯m¶p sNmÃphm³ 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thsdbnsÃm¶pw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tbip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am{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Xw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k¼¯mIp¶p </a:t>
            </a:r>
          </a:p>
        </p:txBody>
      </p:sp>
    </p:spTree>
    <p:extLst>
      <p:ext uri="{BB962C8B-B14F-4D97-AF65-F5344CB8AC3E}">
        <p14:creationId xmlns:p14="http://schemas.microsoft.com/office/powerpoint/2010/main" val="34459304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B4517-3661-A807-C35B-DAEC74806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1A180-2781-AB46-8242-7E4CD9D77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Hymn No. 245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CFB084D-09A3-9F01-86CF-BF6FC9CE198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9055A8-267A-A177-6C67-332F8DC584F2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7: 6 of 7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609D1FF-B509-4167-37C9-3D8750CA8D1A}"/>
              </a:ext>
            </a:extLst>
          </p:cNvPr>
          <p:cNvSpPr txBox="1">
            <a:spLocks/>
          </p:cNvSpPr>
          <p:nvPr/>
        </p:nvSpPr>
        <p:spPr>
          <a:xfrm>
            <a:off x="0" y="503424"/>
            <a:ext cx="9489989" cy="1885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ente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desham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idharayalla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anyanaay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saadhu</a:t>
            </a:r>
            <a:endParaRPr lang="en-SG" sz="2800" dirty="0">
              <a:cs typeface="Segoe UI" panose="020B0502040204020203" pitchFamily="34" charset="0"/>
            </a:endParaRP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haamin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desham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vittupokunnu</a:t>
            </a:r>
            <a:endParaRPr lang="en-SG" sz="2800" dirty="0">
              <a:cs typeface="Segoe UI" panose="020B0502040204020203" pitchFamily="34" charset="0"/>
            </a:endParaRP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melil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errushalemenne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cherrthu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kolhvaan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orungi</a:t>
            </a:r>
            <a:r>
              <a:rPr lang="en-SG" sz="2800" dirty="0">
                <a:cs typeface="Segoe UI" panose="020B0502040204020203" pitchFamily="34" charset="0"/>
              </a:rPr>
              <a:t> than</a:t>
            </a: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shobhayerrum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vaathilukalh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enikkaayi-ttuyarrthunnu</a:t>
            </a:r>
            <a:endParaRPr lang="en-SG" sz="2800" dirty="0">
              <a:cs typeface="Segoe UI" panose="020B0502040204020203" pitchFamily="34" charset="0"/>
            </a:endParaRPr>
          </a:p>
          <a:p>
            <a:pPr algn="l"/>
            <a:r>
              <a:rPr lang="en-SG" sz="2100" dirty="0" err="1">
                <a:solidFill>
                  <a:srgbClr val="800000"/>
                </a:solidFill>
              </a:rPr>
              <a:t>ente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sampathennu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cholluvaan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verreyillonnumyeshu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maathram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sampathaakkunnu</a:t>
            </a:r>
            <a:endParaRPr lang="en-SG" sz="2100" dirty="0">
              <a:solidFill>
                <a:srgbClr val="8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C318F4-76ED-F5D8-9B5C-4BEA9B4F05D2}"/>
              </a:ext>
            </a:extLst>
          </p:cNvPr>
          <p:cNvSpPr/>
          <p:nvPr/>
        </p:nvSpPr>
        <p:spPr>
          <a:xfrm>
            <a:off x="0" y="2865053"/>
            <a:ext cx="9605319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5963"/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tZiw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CZv</a:t>
            </a:r>
            <a:r>
              <a:rPr lang="en-US" sz="2800" dirty="0">
                <a:latin typeface="ML-TTKarthika" panose="04000000000000000000" pitchFamily="82" charset="0"/>
              </a:rPr>
              <a:t>[</a:t>
            </a:r>
            <a:r>
              <a:rPr lang="en-US" sz="2800" dirty="0" err="1">
                <a:latin typeface="ML-TTKarthika" panose="04000000000000000000" pitchFamily="82" charset="0"/>
              </a:rPr>
              <a:t>cbÃ</a:t>
            </a:r>
            <a:r>
              <a:rPr lang="en-US" sz="2800" dirty="0">
                <a:latin typeface="ML-TTKarthika" panose="04000000000000000000" pitchFamily="82" charset="0"/>
              </a:rPr>
              <a:t> A\y\</a:t>
            </a:r>
            <a:r>
              <a:rPr lang="en-US" sz="2800" dirty="0" err="1">
                <a:latin typeface="ML-TTKarthika" panose="04000000000000000000" pitchFamily="82" charset="0"/>
              </a:rPr>
              <a:t>mbv</a:t>
            </a:r>
            <a:r>
              <a:rPr lang="en-US" sz="2800" dirty="0">
                <a:latin typeface="ML-TTKarthika" panose="04000000000000000000" pitchFamily="82" charset="0"/>
              </a:rPr>
              <a:t> km[p </a:t>
            </a:r>
          </a:p>
          <a:p>
            <a:pPr indent="715963"/>
            <a:r>
              <a:rPr lang="en-US" sz="2800" dirty="0">
                <a:latin typeface="ML-TTKarthika" panose="04000000000000000000" pitchFamily="82" charset="0"/>
              </a:rPr>
              <a:t>lman³ </a:t>
            </a:r>
            <a:r>
              <a:rPr lang="en-US" sz="2800" dirty="0" err="1">
                <a:latin typeface="ML-TTKarthika" panose="04000000000000000000" pitchFamily="82" charset="0"/>
              </a:rPr>
              <a:t>tZiw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hn«pt</a:t>
            </a:r>
            <a:r>
              <a:rPr lang="en-US" sz="2800" dirty="0">
                <a:latin typeface="ML-TTKarthika" panose="04000000000000000000" pitchFamily="82" charset="0"/>
              </a:rPr>
              <a:t>]</a:t>
            </a:r>
            <a:r>
              <a:rPr lang="en-US" sz="2800" dirty="0" err="1">
                <a:latin typeface="ML-TTKarthika" panose="04000000000000000000" pitchFamily="82" charset="0"/>
              </a:rPr>
              <a:t>mIp¶p</a:t>
            </a:r>
            <a:endParaRPr lang="en-US" sz="2800" dirty="0">
              <a:latin typeface="ML-TTKarthika" panose="04000000000000000000" pitchFamily="82" charset="0"/>
            </a:endParaRPr>
          </a:p>
          <a:p>
            <a:pPr indent="715963"/>
            <a:r>
              <a:rPr lang="en-US" sz="2800" dirty="0" err="1">
                <a:latin typeface="ML-TTKarthika" panose="04000000000000000000" pitchFamily="82" charset="0"/>
              </a:rPr>
              <a:t>taensedpitesas</a:t>
            </a:r>
            <a:r>
              <a:rPr lang="en-US" sz="2800" dirty="0">
                <a:latin typeface="ML-TTKarthika" panose="04000000000000000000" pitchFamily="82" charset="0"/>
              </a:rPr>
              <a:t>¶ tNÀ¯psImÄhm³ </a:t>
            </a:r>
            <a:r>
              <a:rPr lang="en-US" sz="2800" dirty="0" err="1">
                <a:latin typeface="ML-TTKarthika" panose="04000000000000000000" pitchFamily="82" charset="0"/>
              </a:rPr>
              <a:t>Hcp§n</a:t>
            </a:r>
            <a:r>
              <a:rPr lang="en-US" sz="2800" dirty="0">
                <a:latin typeface="ML-TTKarthika" panose="04000000000000000000" pitchFamily="82" charset="0"/>
              </a:rPr>
              <a:t>--¯³ </a:t>
            </a:r>
          </a:p>
          <a:p>
            <a:pPr indent="715963"/>
            <a:r>
              <a:rPr lang="en-US" sz="2800" dirty="0" err="1">
                <a:latin typeface="ML-TTKarthika" panose="04000000000000000000" pitchFamily="82" charset="0"/>
              </a:rPr>
              <a:t>tim`tbdpw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hmXnepI-þsf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n¡mbnþ«pbÀ¯p¶p</a:t>
            </a:r>
            <a:r>
              <a:rPr lang="en-US" sz="2800" dirty="0">
                <a:latin typeface="ML-TTKarthika" panose="04000000000000000000" pitchFamily="82" charset="0"/>
              </a:rPr>
              <a:t>- - </a:t>
            </a:r>
          </a:p>
          <a:p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Fsâ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k¼s¯m¶p sNmÃphm³ 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thsdbnsÃm¶pw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tbip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am{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Xw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k¼¯mIp¶p </a:t>
            </a:r>
          </a:p>
        </p:txBody>
      </p:sp>
    </p:spTree>
    <p:extLst>
      <p:ext uri="{BB962C8B-B14F-4D97-AF65-F5344CB8AC3E}">
        <p14:creationId xmlns:p14="http://schemas.microsoft.com/office/powerpoint/2010/main" val="31286886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19DAD-6525-F2EB-A2B0-EA83B2C56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CD397-D22B-E135-42EF-13C9D2A1B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Hymn No. 245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AECAC76-839D-F73D-709C-6D361F0F159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DDC2F7-860E-3F13-6A9E-E83B4B51E02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7: 7 of 7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A81EB0-EB6E-1696-6B23-C16BF0378FFF}"/>
              </a:ext>
            </a:extLst>
          </p:cNvPr>
          <p:cNvSpPr txBox="1">
            <a:spLocks/>
          </p:cNvSpPr>
          <p:nvPr/>
        </p:nvSpPr>
        <p:spPr>
          <a:xfrm>
            <a:off x="0" y="503424"/>
            <a:ext cx="9489989" cy="1885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ente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raajaavezhunnallhumpolh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thante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munpaake</a:t>
            </a:r>
            <a:endParaRPr lang="en-SG" sz="2800" dirty="0">
              <a:cs typeface="Segoe UI" panose="020B0502040204020203" pitchFamily="34" charset="0"/>
            </a:endParaRPr>
          </a:p>
          <a:p>
            <a:pPr indent="715963" algn="l"/>
            <a:r>
              <a:rPr lang="en-SG" sz="2800" dirty="0" err="1">
                <a:cs typeface="Segoe UI" panose="020B0502040204020203" pitchFamily="34" charset="0"/>
              </a:rPr>
              <a:t>shobhayerrum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raagnjiyaayi</a:t>
            </a:r>
            <a:r>
              <a:rPr lang="en-SG" sz="2800" dirty="0">
                <a:cs typeface="Segoe UI" panose="020B0502040204020203" pitchFamily="34" charset="0"/>
              </a:rPr>
              <a:t> than</a:t>
            </a:r>
          </a:p>
          <a:p>
            <a:pPr indent="715963" algn="l"/>
            <a:r>
              <a:rPr lang="en-SG" sz="2500" dirty="0" err="1">
                <a:cs typeface="Segoe UI" panose="020B0502040204020203" pitchFamily="34" charset="0"/>
              </a:rPr>
              <a:t>maarrvilenne</a:t>
            </a:r>
            <a:r>
              <a:rPr lang="en-SG" sz="2500" dirty="0">
                <a:cs typeface="Segoe UI" panose="020B0502040204020203" pitchFamily="34" charset="0"/>
              </a:rPr>
              <a:t> </a:t>
            </a:r>
            <a:r>
              <a:rPr lang="en-SG" sz="2500" dirty="0" err="1">
                <a:cs typeface="Segoe UI" panose="020B0502040204020203" pitchFamily="34" charset="0"/>
              </a:rPr>
              <a:t>cherrthidum</a:t>
            </a:r>
            <a:r>
              <a:rPr lang="en-SG" sz="2500" dirty="0">
                <a:cs typeface="Segoe UI" panose="020B0502040204020203" pitchFamily="34" charset="0"/>
              </a:rPr>
              <a:t> than </a:t>
            </a:r>
            <a:r>
              <a:rPr lang="en-SG" sz="2500" dirty="0" err="1">
                <a:cs typeface="Segoe UI" panose="020B0502040204020203" pitchFamily="34" charset="0"/>
              </a:rPr>
              <a:t>ponnu</a:t>
            </a:r>
            <a:r>
              <a:rPr lang="en-SG" sz="2500" dirty="0">
                <a:cs typeface="Segoe UI" panose="020B0502040204020203" pitchFamily="34" charset="0"/>
              </a:rPr>
              <a:t> </a:t>
            </a:r>
            <a:r>
              <a:rPr lang="en-SG" sz="2500" dirty="0" err="1">
                <a:cs typeface="Segoe UI" panose="020B0502040204020203" pitchFamily="34" charset="0"/>
              </a:rPr>
              <a:t>maarrvil</a:t>
            </a:r>
            <a:r>
              <a:rPr lang="en-SG" sz="2500" dirty="0">
                <a:cs typeface="Segoe UI" panose="020B0502040204020203" pitchFamily="34" charset="0"/>
              </a:rPr>
              <a:t> </a:t>
            </a:r>
            <a:r>
              <a:rPr lang="en-SG" sz="2500" dirty="0" err="1">
                <a:cs typeface="Segoe UI" panose="020B0502040204020203" pitchFamily="34" charset="0"/>
              </a:rPr>
              <a:t>muthidum</a:t>
            </a:r>
            <a:r>
              <a:rPr lang="en-SG" sz="2500" dirty="0">
                <a:cs typeface="Segoe UI" panose="020B0502040204020203" pitchFamily="34" charset="0"/>
              </a:rPr>
              <a:t> </a:t>
            </a:r>
            <a:r>
              <a:rPr lang="en-SG" sz="2500" dirty="0" err="1">
                <a:cs typeface="Segoe UI" panose="020B0502040204020203" pitchFamily="34" charset="0"/>
              </a:rPr>
              <a:t>njaan</a:t>
            </a:r>
            <a:endParaRPr lang="en-SG" sz="2500" dirty="0">
              <a:cs typeface="Segoe UI" panose="020B0502040204020203" pitchFamily="34" charset="0"/>
            </a:endParaRPr>
          </a:p>
          <a:p>
            <a:pPr indent="715963" algn="l"/>
            <a:r>
              <a:rPr lang="en-SG" sz="2800" dirty="0">
                <a:cs typeface="Segoe UI" panose="020B0502040204020203" pitchFamily="34" charset="0"/>
              </a:rPr>
              <a:t>ha! </a:t>
            </a:r>
            <a:r>
              <a:rPr lang="en-SG" sz="2800" dirty="0" err="1">
                <a:cs typeface="Segoe UI" panose="020B0502040204020203" pitchFamily="34" charset="0"/>
              </a:rPr>
              <a:t>enikkee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mahaa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bhaagyam</a:t>
            </a:r>
            <a:r>
              <a:rPr lang="en-SG" sz="2800" dirty="0">
                <a:cs typeface="Segoe UI" panose="020B0502040204020203" pitchFamily="34" charset="0"/>
              </a:rPr>
              <a:t> </a:t>
            </a:r>
            <a:r>
              <a:rPr lang="en-SG" sz="2800" dirty="0" err="1">
                <a:cs typeface="Segoe UI" panose="020B0502040204020203" pitchFamily="34" charset="0"/>
              </a:rPr>
              <a:t>daivame</a:t>
            </a:r>
            <a:r>
              <a:rPr lang="en-SG" sz="2800" dirty="0">
                <a:cs typeface="Segoe UI" panose="020B0502040204020203" pitchFamily="34" charset="0"/>
              </a:rPr>
              <a:t> nee </a:t>
            </a:r>
            <a:r>
              <a:rPr lang="en-SG" sz="2800" dirty="0" err="1">
                <a:cs typeface="Segoe UI" panose="020B0502040204020203" pitchFamily="34" charset="0"/>
              </a:rPr>
              <a:t>orukkiye</a:t>
            </a:r>
            <a:endParaRPr lang="en-SG" sz="2800" dirty="0">
              <a:cs typeface="Segoe UI" panose="020B0502040204020203" pitchFamily="34" charset="0"/>
            </a:endParaRPr>
          </a:p>
          <a:p>
            <a:pPr algn="l"/>
            <a:r>
              <a:rPr lang="en-SG" sz="2100" dirty="0" err="1">
                <a:solidFill>
                  <a:srgbClr val="800000"/>
                </a:solidFill>
              </a:rPr>
              <a:t>ente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sampathennu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cholluvaan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verreyillonnumyeshu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maathram</a:t>
            </a:r>
            <a:r>
              <a:rPr lang="en-SG" sz="2100" dirty="0">
                <a:solidFill>
                  <a:srgbClr val="800000"/>
                </a:solidFill>
              </a:rPr>
              <a:t> </a:t>
            </a:r>
            <a:r>
              <a:rPr lang="en-SG" sz="2100" dirty="0" err="1">
                <a:solidFill>
                  <a:srgbClr val="800000"/>
                </a:solidFill>
              </a:rPr>
              <a:t>sampathaakkunnu</a:t>
            </a:r>
            <a:endParaRPr lang="en-SG" sz="2100" dirty="0">
              <a:solidFill>
                <a:srgbClr val="8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1D1D0B-51C7-74A0-B3D1-C23CAF3584F9}"/>
              </a:ext>
            </a:extLst>
          </p:cNvPr>
          <p:cNvSpPr/>
          <p:nvPr/>
        </p:nvSpPr>
        <p:spPr>
          <a:xfrm>
            <a:off x="0" y="2865053"/>
            <a:ext cx="9605319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5963"/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cmPmshgp¶Åpt¼mÄþXsâ ap¼msI </a:t>
            </a:r>
          </a:p>
          <a:p>
            <a:pPr indent="715963"/>
            <a:r>
              <a:rPr lang="en-US" sz="2800" dirty="0" err="1">
                <a:latin typeface="ML-TTKarthika" panose="04000000000000000000" pitchFamily="82" charset="0"/>
              </a:rPr>
              <a:t>tim`tbdpw</a:t>
            </a:r>
            <a:r>
              <a:rPr lang="en-US" sz="2800" dirty="0">
                <a:latin typeface="ML-TTKarthika" panose="04000000000000000000" pitchFamily="82" charset="0"/>
              </a:rPr>
              <a:t> cmÚnbmbn¯³ </a:t>
            </a:r>
          </a:p>
          <a:p>
            <a:pPr indent="715963"/>
            <a:r>
              <a:rPr lang="en-US" sz="2500" dirty="0" err="1">
                <a:latin typeface="ML-TTKarthika" panose="04000000000000000000" pitchFamily="82" charset="0"/>
              </a:rPr>
              <a:t>amÀhnses</a:t>
            </a:r>
            <a:r>
              <a:rPr lang="en-US" sz="2500" dirty="0">
                <a:latin typeface="ML-TTKarthika" panose="04000000000000000000" pitchFamily="82" charset="0"/>
              </a:rPr>
              <a:t>¶ </a:t>
            </a:r>
            <a:r>
              <a:rPr lang="en-US" sz="2500" dirty="0" err="1">
                <a:latin typeface="ML-TTKarthika" panose="04000000000000000000" pitchFamily="82" charset="0"/>
              </a:rPr>
              <a:t>tNÀ¯oSpw</a:t>
            </a:r>
            <a:r>
              <a:rPr lang="en-US" sz="2500" dirty="0">
                <a:latin typeface="ML-TTKarthika" panose="04000000000000000000" pitchFamily="82" charset="0"/>
              </a:rPr>
              <a:t> X³ s]</a:t>
            </a:r>
            <a:r>
              <a:rPr lang="en-US" sz="2500" dirty="0" err="1">
                <a:latin typeface="ML-TTKarthika" panose="04000000000000000000" pitchFamily="82" charset="0"/>
              </a:rPr>
              <a:t>m¶p</a:t>
            </a:r>
            <a:r>
              <a:rPr lang="en-US" sz="2500" dirty="0">
                <a:latin typeface="ML-TTKarthika" panose="04000000000000000000" pitchFamily="82" charset="0"/>
              </a:rPr>
              <a:t> </a:t>
            </a:r>
            <a:r>
              <a:rPr lang="en-US" sz="2500" dirty="0" err="1">
                <a:latin typeface="ML-TTKarthika" panose="04000000000000000000" pitchFamily="82" charset="0"/>
              </a:rPr>
              <a:t>amÀhnÂ</a:t>
            </a:r>
            <a:r>
              <a:rPr lang="en-US" sz="2500" dirty="0">
                <a:latin typeface="ML-TTKarthika" panose="04000000000000000000" pitchFamily="82" charset="0"/>
              </a:rPr>
              <a:t> </a:t>
            </a:r>
            <a:r>
              <a:rPr lang="en-US" sz="2500" dirty="0" err="1">
                <a:latin typeface="ML-TTKarthika" panose="04000000000000000000" pitchFamily="82" charset="0"/>
              </a:rPr>
              <a:t>ap¯oSpw</a:t>
            </a:r>
            <a:r>
              <a:rPr lang="en-US" sz="2500" dirty="0">
                <a:latin typeface="ML-TTKarthika" panose="04000000000000000000" pitchFamily="82" charset="0"/>
              </a:rPr>
              <a:t> Rm³</a:t>
            </a:r>
          </a:p>
          <a:p>
            <a:pPr indent="715963"/>
            <a:r>
              <a:rPr lang="en-US" sz="2800" dirty="0" err="1">
                <a:latin typeface="ML-TTKarthika" panose="04000000000000000000" pitchFamily="82" charset="0"/>
              </a:rPr>
              <a:t>lm</a:t>
            </a:r>
            <a:r>
              <a:rPr lang="en-US" sz="2800" dirty="0">
                <a:latin typeface="ML-TTKarthika" panose="04000000000000000000" pitchFamily="82" charset="0"/>
              </a:rPr>
              <a:t>! F\</a:t>
            </a:r>
            <a:r>
              <a:rPr lang="en-US" sz="2800" dirty="0" err="1">
                <a:latin typeface="ML-TTKarthika" panose="04000000000000000000" pitchFamily="82" charset="0"/>
              </a:rPr>
              <a:t>n¡o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alm`mKyw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ssZhta</a:t>
            </a:r>
            <a:r>
              <a:rPr lang="en-US" sz="2800" dirty="0">
                <a:latin typeface="ML-TTKarthika" panose="04000000000000000000" pitchFamily="82" charset="0"/>
              </a:rPr>
              <a:t> \o </a:t>
            </a:r>
            <a:r>
              <a:rPr lang="en-US" sz="2800" dirty="0" err="1">
                <a:latin typeface="ML-TTKarthika" panose="04000000000000000000" pitchFamily="82" charset="0"/>
              </a:rPr>
              <a:t>Hcp¡ntbþ</a:t>
            </a:r>
            <a:r>
              <a:rPr lang="en-US" sz="2800" dirty="0">
                <a:latin typeface="ML-TTKarthika" panose="04000000000000000000" pitchFamily="82" charset="0"/>
              </a:rPr>
              <a:t> - </a:t>
            </a:r>
          </a:p>
          <a:p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Fsâ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k¼s¯m¶p sNmÃphm³ 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thsdbnsÃm¶pw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tbip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am{</a:t>
            </a:r>
            <a:r>
              <a:rPr lang="en-US" sz="2200" dirty="0" err="1">
                <a:solidFill>
                  <a:srgbClr val="800000"/>
                </a:solidFill>
                <a:latin typeface="ML-TTKarthika" panose="04000000000000000000" pitchFamily="82" charset="0"/>
              </a:rPr>
              <a:t>Xw</a:t>
            </a:r>
            <a:r>
              <a:rPr lang="en-US" sz="2200" dirty="0">
                <a:solidFill>
                  <a:srgbClr val="800000"/>
                </a:solidFill>
                <a:latin typeface="ML-TTKarthika" panose="04000000000000000000" pitchFamily="82" charset="0"/>
              </a:rPr>
              <a:t> k¼¯mIp¶p </a:t>
            </a:r>
          </a:p>
        </p:txBody>
      </p:sp>
    </p:spTree>
    <p:extLst>
      <p:ext uri="{BB962C8B-B14F-4D97-AF65-F5344CB8AC3E}">
        <p14:creationId xmlns:p14="http://schemas.microsoft.com/office/powerpoint/2010/main" val="33772417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3D52CF-E261-624A-BC5A-964DA31E576D}"/>
              </a:ext>
            </a:extLst>
          </p:cNvPr>
          <p:cNvSpPr txBox="1">
            <a:spLocks/>
          </p:cNvSpPr>
          <p:nvPr/>
        </p:nvSpPr>
        <p:spPr>
          <a:xfrm>
            <a:off x="973756" y="1615256"/>
            <a:ext cx="6858100" cy="191298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  <a:defRPr/>
            </a:pPr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/>
              </a:rPr>
              <a:t>Closing Hymn</a:t>
            </a: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 </a:t>
            </a:r>
          </a:p>
          <a:p>
            <a:pPr marL="0" indent="0" algn="ctr">
              <a:buNone/>
              <a:tabLst>
                <a:tab pos="1423952" algn="l"/>
              </a:tabLst>
              <a:defRPr/>
            </a:pPr>
            <a:r>
              <a:rPr kumimoji="0" lang="en-US" sz="6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Hymn No. 463</a:t>
            </a:r>
            <a:endParaRPr kumimoji="0" lang="en-US" sz="6000" i="0" u="none" strike="noStrike" kern="1200" cap="none" spc="0" normalizeH="0" baseline="0" noProof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briola"/>
            </a:endParaRPr>
          </a:p>
        </p:txBody>
      </p:sp>
    </p:spTree>
    <p:extLst>
      <p:ext uri="{BB962C8B-B14F-4D97-AF65-F5344CB8AC3E}">
        <p14:creationId xmlns:p14="http://schemas.microsoft.com/office/powerpoint/2010/main" val="26466981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0EDBA-98A6-F1DC-2FBA-2FAFF74C3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C6BEB-C3C6-C44E-CCA6-FA4251F66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Closing Hymn – Hymn No. 463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56BFFFC-A89D-E303-EA68-94E0C1D9980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C7B14-A3FF-EB74-3B0F-E6394D2682B1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Closing: 1 of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D7E497-16E3-4D0B-D67F-B0783CD0DB3A}"/>
              </a:ext>
            </a:extLst>
          </p:cNvPr>
          <p:cNvSpPr/>
          <p:nvPr/>
        </p:nvSpPr>
        <p:spPr>
          <a:xfrm>
            <a:off x="2043507" y="886855"/>
            <a:ext cx="5878570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karthan</a:t>
            </a:r>
            <a:r>
              <a:rPr lang="en-SG" sz="280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thanna</a:t>
            </a:r>
            <a:r>
              <a:rPr lang="en-SG" sz="280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nal</a:t>
            </a:r>
            <a:r>
              <a:rPr lang="en-SG" sz="280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vagdaanam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aarthanaam</a:t>
            </a:r>
            <a:r>
              <a:rPr lang="en-SG" sz="280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sanchaarikkaay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swarga </a:t>
            </a:r>
            <a:r>
              <a:rPr lang="en-SG" sz="280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yaathra</a:t>
            </a:r>
            <a:r>
              <a:rPr lang="en-SG" sz="280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neelhe</a:t>
            </a:r>
            <a:r>
              <a:rPr lang="en-SG" sz="280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ninne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SG" sz="280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nadatthaam</a:t>
            </a:r>
            <a:r>
              <a:rPr lang="en-SG" sz="280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80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kannhaal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EBBD47-7977-4655-A781-8B38BA463E61}"/>
              </a:ext>
            </a:extLst>
          </p:cNvPr>
          <p:cNvSpPr txBox="1"/>
          <p:nvPr/>
        </p:nvSpPr>
        <p:spPr>
          <a:xfrm>
            <a:off x="2043507" y="2943775"/>
            <a:ext cx="463166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dirty="0">
                <a:latin typeface="ML-TTKarthika" panose="04000000000000000000" pitchFamily="82" charset="0"/>
              </a:rPr>
              <a:t>IÀ¯³ X¶ \Â </a:t>
            </a:r>
            <a:r>
              <a:rPr lang="en-SG" sz="2800" dirty="0" err="1">
                <a:latin typeface="ML-TTKarthika" panose="04000000000000000000" pitchFamily="82" charset="0"/>
              </a:rPr>
              <a:t>hmKvZm</a:t>
            </a:r>
            <a:r>
              <a:rPr lang="en-SG" sz="2800" dirty="0">
                <a:latin typeface="ML-TTKarthika" panose="04000000000000000000" pitchFamily="82" charset="0"/>
              </a:rPr>
              <a:t>\w </a:t>
            </a:r>
          </a:p>
          <a:p>
            <a:r>
              <a:rPr lang="en-SG" sz="2800" dirty="0">
                <a:latin typeface="ML-TTKarthika" panose="04000000000000000000" pitchFamily="82" charset="0"/>
              </a:rPr>
              <a:t>BÀ¯\mw </a:t>
            </a:r>
            <a:r>
              <a:rPr lang="en-SG" sz="2800" dirty="0" err="1">
                <a:latin typeface="ML-TTKarthika" panose="04000000000000000000" pitchFamily="82" charset="0"/>
              </a:rPr>
              <a:t>k©mcn¡mbv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800" dirty="0" err="1">
                <a:latin typeface="ML-TTKarthika" panose="04000000000000000000" pitchFamily="82" charset="0"/>
              </a:rPr>
              <a:t>kzÀ¤bm</a:t>
            </a:r>
            <a:r>
              <a:rPr lang="en-SG" sz="2800" dirty="0">
                <a:latin typeface="ML-TTKarthika" panose="04000000000000000000" pitchFamily="82" charset="0"/>
              </a:rPr>
              <a:t>{X \</a:t>
            </a:r>
            <a:r>
              <a:rPr lang="en-SG" sz="2800" dirty="0" err="1">
                <a:latin typeface="ML-TTKarthika" panose="04000000000000000000" pitchFamily="82" charset="0"/>
              </a:rPr>
              <a:t>osf</a:t>
            </a:r>
            <a:r>
              <a:rPr lang="en-SG" sz="2800" dirty="0">
                <a:latin typeface="ML-TTKarthika" panose="04000000000000000000" pitchFamily="82" charset="0"/>
              </a:rPr>
              <a:t> \ns¶ </a:t>
            </a:r>
          </a:p>
          <a:p>
            <a:r>
              <a:rPr lang="en-SG" sz="2800" dirty="0">
                <a:latin typeface="ML-TTKarthika" panose="04000000000000000000" pitchFamily="82" charset="0"/>
              </a:rPr>
              <a:t>Rm³ \</a:t>
            </a:r>
            <a:r>
              <a:rPr lang="en-SG" sz="2800" dirty="0" err="1">
                <a:latin typeface="ML-TTKarthika" panose="04000000000000000000" pitchFamily="82" charset="0"/>
              </a:rPr>
              <a:t>S¯mw</a:t>
            </a:r>
            <a:r>
              <a:rPr lang="en-SG" sz="2800" dirty="0">
                <a:latin typeface="ML-TTKarthika" panose="04000000000000000000" pitchFamily="82" charset="0"/>
              </a:rPr>
              <a:t> F³ </a:t>
            </a:r>
            <a:r>
              <a:rPr lang="en-SG" sz="2800" dirty="0" err="1">
                <a:latin typeface="ML-TTKarthika" panose="04000000000000000000" pitchFamily="82" charset="0"/>
              </a:rPr>
              <a:t>I®mÂ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92979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5B0EB-0470-4248-BF46-D24A1FF70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885F9-06AF-EFC8-33A6-36CD545BE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Closing Hymn – Hymn No. 463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5E6DCB9-F675-D9C4-21E7-E314D2DABF60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FA43C-99DF-37F8-F0C0-F8D8AFFF8AC1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Closing: 2 of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CAF99D-C911-6824-9675-870689D6A813}"/>
              </a:ext>
            </a:extLst>
          </p:cNvPr>
          <p:cNvSpPr/>
          <p:nvPr/>
        </p:nvSpPr>
        <p:spPr>
          <a:xfrm>
            <a:off x="1680519" y="988508"/>
            <a:ext cx="7117491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SG" sz="280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nadatthaam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nadatthaam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nadatthaam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kaannhaal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swarggayaathra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neelhe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nine</a:t>
            </a: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nadatthaam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kannhaal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amen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C99FA2-0064-820E-BAD0-2E29794D08BE}"/>
              </a:ext>
            </a:extLst>
          </p:cNvPr>
          <p:cNvSpPr txBox="1"/>
          <p:nvPr/>
        </p:nvSpPr>
        <p:spPr>
          <a:xfrm>
            <a:off x="1705233" y="2881049"/>
            <a:ext cx="711749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dirty="0">
                <a:latin typeface="ML-TTKarthika" panose="04000000000000000000" pitchFamily="82" charset="0"/>
              </a:rPr>
              <a:t>Rm³ \</a:t>
            </a:r>
            <a:r>
              <a:rPr lang="en-SG" sz="2800" dirty="0" err="1">
                <a:latin typeface="ML-TTKarthika" panose="04000000000000000000" pitchFamily="82" charset="0"/>
              </a:rPr>
              <a:t>S¯mw</a:t>
            </a:r>
            <a:r>
              <a:rPr lang="en-SG" sz="2800" dirty="0">
                <a:latin typeface="ML-TTKarthika" panose="04000000000000000000" pitchFamily="82" charset="0"/>
              </a:rPr>
              <a:t> Rm³ \</a:t>
            </a:r>
            <a:r>
              <a:rPr lang="en-SG" sz="2800" dirty="0" err="1">
                <a:latin typeface="ML-TTKarthika" panose="04000000000000000000" pitchFamily="82" charset="0"/>
              </a:rPr>
              <a:t>S¯mw</a:t>
            </a:r>
            <a:endParaRPr lang="en-SG" sz="2800" dirty="0">
              <a:latin typeface="ML-TTKarthika" panose="04000000000000000000" pitchFamily="82" charset="0"/>
            </a:endParaRPr>
          </a:p>
          <a:p>
            <a:r>
              <a:rPr lang="en-SG" sz="2800" dirty="0">
                <a:latin typeface="ML-TTKarthika" panose="04000000000000000000" pitchFamily="82" charset="0"/>
              </a:rPr>
              <a:t>Rm³ \</a:t>
            </a:r>
            <a:r>
              <a:rPr lang="en-SG" sz="2800" dirty="0" err="1">
                <a:latin typeface="ML-TTKarthika" panose="04000000000000000000" pitchFamily="82" charset="0"/>
              </a:rPr>
              <a:t>S¯mw</a:t>
            </a:r>
            <a:r>
              <a:rPr lang="en-SG" sz="2800" dirty="0">
                <a:latin typeface="ML-TTKarthika" panose="04000000000000000000" pitchFamily="82" charset="0"/>
              </a:rPr>
              <a:t> F³ </a:t>
            </a:r>
            <a:r>
              <a:rPr lang="en-SG" sz="2800" dirty="0" err="1">
                <a:latin typeface="ML-TTKarthika" panose="04000000000000000000" pitchFamily="82" charset="0"/>
              </a:rPr>
              <a:t>I®mÂ</a:t>
            </a:r>
            <a:endParaRPr lang="en-SG" sz="2800" dirty="0">
              <a:latin typeface="ML-TTKarthika" panose="04000000000000000000" pitchFamily="82" charset="0"/>
            </a:endParaRPr>
          </a:p>
          <a:p>
            <a:r>
              <a:rPr lang="en-SG" sz="2800" dirty="0" err="1">
                <a:latin typeface="ML-TTKarthika" panose="04000000000000000000" pitchFamily="82" charset="0"/>
              </a:rPr>
              <a:t>kzÀ¤bm</a:t>
            </a:r>
            <a:r>
              <a:rPr lang="en-SG" sz="2800" dirty="0">
                <a:latin typeface="ML-TTKarthika" panose="04000000000000000000" pitchFamily="82" charset="0"/>
              </a:rPr>
              <a:t>{X \</a:t>
            </a:r>
            <a:r>
              <a:rPr lang="en-SG" sz="2800" dirty="0" err="1">
                <a:latin typeface="ML-TTKarthika" panose="04000000000000000000" pitchFamily="82" charset="0"/>
              </a:rPr>
              <a:t>osf</a:t>
            </a:r>
            <a:r>
              <a:rPr lang="en-SG" sz="2800" dirty="0">
                <a:latin typeface="ML-TTKarthika" panose="04000000000000000000" pitchFamily="82" charset="0"/>
              </a:rPr>
              <a:t> \ns¶</a:t>
            </a:r>
          </a:p>
          <a:p>
            <a:r>
              <a:rPr lang="en-SG" sz="2800" dirty="0">
                <a:latin typeface="ML-TTKarthika" panose="04000000000000000000" pitchFamily="82" charset="0"/>
              </a:rPr>
              <a:t>Rm³ \</a:t>
            </a:r>
            <a:r>
              <a:rPr lang="en-SG" sz="2800" dirty="0" err="1">
                <a:latin typeface="ML-TTKarthika" panose="04000000000000000000" pitchFamily="82" charset="0"/>
              </a:rPr>
              <a:t>S¯mw</a:t>
            </a:r>
            <a:r>
              <a:rPr lang="en-SG" sz="2800" dirty="0">
                <a:latin typeface="ML-TTKarthika" panose="04000000000000000000" pitchFamily="82" charset="0"/>
              </a:rPr>
              <a:t> F³ </a:t>
            </a:r>
            <a:r>
              <a:rPr lang="en-SG" sz="2800" dirty="0" err="1">
                <a:latin typeface="ML-TTKarthika" panose="04000000000000000000" pitchFamily="82" charset="0"/>
              </a:rPr>
              <a:t>I®mÂ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US" sz="2800" dirty="0">
                <a:latin typeface="ML-TTKarthika" panose="04000000000000000000" pitchFamily="82" charset="0"/>
                <a:cs typeface="Segoe UI"/>
              </a:rPr>
              <a:t>þ </a:t>
            </a:r>
            <a:r>
              <a:rPr lang="en-SG" sz="2800" dirty="0">
                <a:latin typeface="ML-TTKarthika" panose="04000000000000000000" pitchFamily="82" charset="0"/>
              </a:rPr>
              <a:t>B</a:t>
            </a:r>
            <a:r>
              <a:rPr lang="en-US" sz="2800" dirty="0">
                <a:latin typeface="ML-TTKarthika" panose="04000000000000000000" pitchFamily="82" charset="0"/>
              </a:rPr>
              <a:t>t</a:t>
            </a:r>
            <a:r>
              <a:rPr lang="en-SG" sz="2800" dirty="0">
                <a:latin typeface="ML-TTKarthika" panose="04000000000000000000" pitchFamily="82" charset="0"/>
              </a:rPr>
              <a:t>a³</a:t>
            </a:r>
          </a:p>
        </p:txBody>
      </p:sp>
    </p:spTree>
    <p:extLst>
      <p:ext uri="{BB962C8B-B14F-4D97-AF65-F5344CB8AC3E}">
        <p14:creationId xmlns:p14="http://schemas.microsoft.com/office/powerpoint/2010/main" val="31363162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IAAAAAAAAAAwAAAAMAAAAA/////wQAPwwAAAAAAAAAAAAAIAD///////////////8AAAD////////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6dBBeSu/ChDoQm/xOTgfAsFAAAAAAADAAAAAwADAAAAAQADAAIA////////BAAAAAMAEAALUgxNcRTWykmGVx4BBhARQwUAAAABAAMAAAAAAAMAAAACAA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KdBBeSu/ChDoQm/xOTgfAsDRGF0YQAbAAAABExpbmtlZFNoYXBlRGF0YQAFAAAAAAACTmFtZQAZAAAATGlua2VkU2hhcGVzRGF0YVByb3BlcnR5ABBWZXJzaW9uAAAAAAAJTGFzdFdyaXRlAPX7JeOKAQAAAAEA/////50AnQAAAAVfaWQAEAAAAARSDE1xFNbKSYZXHgEGEBFDA0RhdGEAKgAAAAhQcmVzZW50YXRpb25TY2FubmVkRm9yTGlua2VkU2hhcGVzAAEAAk5hbWUAJAAAAExpbmtlZFNoYXBlUHJlc2VudGF0aW9uU2V0dGluZ3NEYXRhABBWZXJzaW9uAAAAAAAJTGFzdFdyaXRlAIH8JeOK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3523</Words>
  <Application>Microsoft Office PowerPoint</Application>
  <PresentationFormat>On-screen Show (16:9)</PresentationFormat>
  <Paragraphs>539</Paragraphs>
  <Slides>59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59</vt:i4>
      </vt:variant>
    </vt:vector>
  </HeadingPairs>
  <TitlesOfParts>
    <vt:vector size="76" baseType="lpstr">
      <vt:lpstr>Algerian</vt:lpstr>
      <vt:lpstr>Amasis MT Pro Medium</vt:lpstr>
      <vt:lpstr>Aptos</vt:lpstr>
      <vt:lpstr>Arial</vt:lpstr>
      <vt:lpstr>Bahnschrift</vt:lpstr>
      <vt:lpstr>Calibri</vt:lpstr>
      <vt:lpstr>Calibri Light</vt:lpstr>
      <vt:lpstr>Gabriola</vt:lpstr>
      <vt:lpstr>Gill Sans MT</vt:lpstr>
      <vt:lpstr>Kartika</vt:lpstr>
      <vt:lpstr>ML-TTKarthika</vt:lpstr>
      <vt:lpstr>Open Sans</vt:lpstr>
      <vt:lpstr>Segoe UI</vt:lpstr>
      <vt:lpstr>Seogue UI</vt:lpstr>
      <vt:lpstr>1_Office Theme</vt:lpstr>
      <vt:lpstr>6_Office Theme</vt:lpstr>
      <vt:lpstr>Office 2013 - 2022 Theme</vt:lpstr>
      <vt:lpstr>PowerPoint Presentation</vt:lpstr>
      <vt:lpstr>Opening Song – Hymn No.  30</vt:lpstr>
      <vt:lpstr>Opening Song – Hymn No.  30</vt:lpstr>
      <vt:lpstr>Opening Song – Hymn No.  30</vt:lpstr>
      <vt:lpstr>Opening Song – Hymn No.  30</vt:lpstr>
      <vt:lpstr>PowerPoint Presentation</vt:lpstr>
      <vt:lpstr>Thanksgiving Prayers – Nanniyode njaan….</vt:lpstr>
      <vt:lpstr>PowerPoint Presentation</vt:lpstr>
      <vt:lpstr>Offertory Hymn- Ellam ellam daanamalle</vt:lpstr>
      <vt:lpstr>Offertory Hymn- Ellam ellaam daanamalle</vt:lpstr>
      <vt:lpstr>Offertory Hymn- Ellam ellaam daanamalle</vt:lpstr>
      <vt:lpstr>Offertory Hymn- Ellam ellaam daanamalle</vt:lpstr>
      <vt:lpstr>Offertory Hymn- Ellam ellaam daanamalle</vt:lpstr>
      <vt:lpstr>PowerPoint Presentation</vt:lpstr>
      <vt:lpstr>PowerPoint Presentation</vt:lpstr>
      <vt:lpstr>Confession – Hymn No 227</vt:lpstr>
      <vt:lpstr>PowerPoint Presentation</vt:lpstr>
      <vt:lpstr>Holy Communion – Hymn No: 227</vt:lpstr>
      <vt:lpstr>Holy Communion - Hymn No 227</vt:lpstr>
      <vt:lpstr>Holy Communion – Hymn No 227</vt:lpstr>
      <vt:lpstr>Holy Communion – Hymn No 227</vt:lpstr>
      <vt:lpstr>Holy Communion – Hymn No 227</vt:lpstr>
      <vt:lpstr>Holy Communion –  Hymn No 484</vt:lpstr>
      <vt:lpstr>Holy Communion – Hymn No. 484</vt:lpstr>
      <vt:lpstr>Holy Communion – Hymn No. 484</vt:lpstr>
      <vt:lpstr>Holy Communion – Hymn No. 484</vt:lpstr>
      <vt:lpstr>Holy Communion – Hymn No. 484</vt:lpstr>
      <vt:lpstr>Holy Communion – Hymn No 247</vt:lpstr>
      <vt:lpstr>Holy Communion- Hymn No 247</vt:lpstr>
      <vt:lpstr>Holy Communion- Hymn No 247</vt:lpstr>
      <vt:lpstr>Holy Communion- Hymn No 247</vt:lpstr>
      <vt:lpstr>Holy Communion- Hymn No 247</vt:lpstr>
      <vt:lpstr>Holy Communion- Hymn No 247</vt:lpstr>
      <vt:lpstr>Holy Communion- Hymn No 247</vt:lpstr>
      <vt:lpstr>Holy Communion- Hymn No 247</vt:lpstr>
      <vt:lpstr>Holy Communion- Hymn No 247</vt:lpstr>
      <vt:lpstr>Holy Communion – Hymn No: 343</vt:lpstr>
      <vt:lpstr>Holy Communion – Hymn No: 343</vt:lpstr>
      <vt:lpstr>Holy Communion – Hymn No: 343</vt:lpstr>
      <vt:lpstr>Holy Communion – Hymn No: 343</vt:lpstr>
      <vt:lpstr>Holy Communion – Hymn No: 343</vt:lpstr>
      <vt:lpstr>Holy Communion – Hymn No: 343</vt:lpstr>
      <vt:lpstr>Holy Communion – Hymn No.  225</vt:lpstr>
      <vt:lpstr>Holy Communion – Hymn No. 225</vt:lpstr>
      <vt:lpstr>Holy Communion – Hymn No. 225</vt:lpstr>
      <vt:lpstr>Holy Communion – Hymn No. 225</vt:lpstr>
      <vt:lpstr>Holy Communion – Hymn No. 225</vt:lpstr>
      <vt:lpstr>Holy Communion – Hymn No. 225</vt:lpstr>
      <vt:lpstr>Holy Communion – Hymn No.  245</vt:lpstr>
      <vt:lpstr>Holy Communion – Hymn No. 245</vt:lpstr>
      <vt:lpstr>Holy Communion – Hymn No. 245</vt:lpstr>
      <vt:lpstr>Holy Communion – Hymn No. 245</vt:lpstr>
      <vt:lpstr>Holy Communion – Hymn No. 245</vt:lpstr>
      <vt:lpstr>Holy Communion – Hymn No. 245</vt:lpstr>
      <vt:lpstr>Holy Communion – Hymn No. 245</vt:lpstr>
      <vt:lpstr>Holy Communion – Hymn No. 245</vt:lpstr>
      <vt:lpstr>PowerPoint Presentation</vt:lpstr>
      <vt:lpstr>Closing Hymn – Hymn No. 463</vt:lpstr>
      <vt:lpstr>Closing Hymn – Hymn No. 463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Joby Thampan</cp:lastModifiedBy>
  <cp:revision>24</cp:revision>
  <cp:lastPrinted>2025-07-05T14:18:11Z</cp:lastPrinted>
  <dcterms:created xsi:type="dcterms:W3CDTF">2020-09-02T02:55:07Z</dcterms:created>
  <dcterms:modified xsi:type="dcterms:W3CDTF">2025-07-05T14:23:05Z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Theme:8\2_Office Theme:8\3_Office Theme:8</vt:lpwstr>
  </property>
  <property fmtid="{D5CDD505-2E9C-101B-9397-08002B2CF9AE}" pid="18" name="ClassificationContentMarkingFooterText">
    <vt:lpwstr>Internal</vt:lpwstr>
  </property>
</Properties>
</file>