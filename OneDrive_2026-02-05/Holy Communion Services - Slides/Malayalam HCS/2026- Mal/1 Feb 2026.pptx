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  <p:sldMasterId id="2147483683" r:id="rId3"/>
  </p:sldMasterIdLst>
  <p:notesMasterIdLst>
    <p:notesMasterId r:id="rId78"/>
  </p:notesMasterIdLst>
  <p:sldIdLst>
    <p:sldId id="511" r:id="rId4"/>
    <p:sldId id="2569" r:id="rId5"/>
    <p:sldId id="1980" r:id="rId6"/>
    <p:sldId id="2805" r:id="rId7"/>
    <p:sldId id="2806" r:id="rId8"/>
    <p:sldId id="952" r:id="rId9"/>
    <p:sldId id="2749" r:id="rId10"/>
    <p:sldId id="2776" r:id="rId11"/>
    <p:sldId id="439" r:id="rId12"/>
    <p:sldId id="2795" r:id="rId13"/>
    <p:sldId id="2358" r:id="rId14"/>
    <p:sldId id="2511" r:id="rId15"/>
    <p:sldId id="2809" r:id="rId16"/>
    <p:sldId id="2512" r:id="rId17"/>
    <p:sldId id="2807" r:id="rId18"/>
    <p:sldId id="2796" r:id="rId19"/>
    <p:sldId id="2808" r:id="rId20"/>
    <p:sldId id="2514" r:id="rId21"/>
    <p:sldId id="2450" r:id="rId22"/>
    <p:sldId id="2530" r:id="rId23"/>
    <p:sldId id="1888" r:id="rId24"/>
    <p:sldId id="1539" r:id="rId25"/>
    <p:sldId id="2628" r:id="rId26"/>
    <p:sldId id="1997" r:id="rId27"/>
    <p:sldId id="1998" r:id="rId28"/>
    <p:sldId id="2047" r:id="rId29"/>
    <p:sldId id="2048" r:id="rId30"/>
    <p:sldId id="2049" r:id="rId31"/>
    <p:sldId id="2050" r:id="rId32"/>
    <p:sldId id="2051" r:id="rId33"/>
    <p:sldId id="2576" r:id="rId34"/>
    <p:sldId id="2780" r:id="rId35"/>
    <p:sldId id="1758" r:id="rId36"/>
    <p:sldId id="1759" r:id="rId37"/>
    <p:sldId id="1760" r:id="rId38"/>
    <p:sldId id="1761" r:id="rId39"/>
    <p:sldId id="1762" r:id="rId40"/>
    <p:sldId id="1763" r:id="rId41"/>
    <p:sldId id="1764" r:id="rId42"/>
    <p:sldId id="2597" r:id="rId43"/>
    <p:sldId id="2550" r:id="rId44"/>
    <p:sldId id="2552" r:id="rId45"/>
    <p:sldId id="2553" r:id="rId46"/>
    <p:sldId id="2574" r:id="rId47"/>
    <p:sldId id="1970" r:id="rId48"/>
    <p:sldId id="2106" r:id="rId49"/>
    <p:sldId id="2107" r:id="rId50"/>
    <p:sldId id="2108" r:id="rId51"/>
    <p:sldId id="2109" r:id="rId52"/>
    <p:sldId id="2110" r:id="rId53"/>
    <p:sldId id="2111" r:id="rId54"/>
    <p:sldId id="2112" r:id="rId55"/>
    <p:sldId id="2114" r:id="rId56"/>
    <p:sldId id="2113" r:id="rId57"/>
    <p:sldId id="2115" r:id="rId58"/>
    <p:sldId id="2116" r:id="rId59"/>
    <p:sldId id="2117" r:id="rId60"/>
    <p:sldId id="2803" r:id="rId61"/>
    <p:sldId id="2802" r:id="rId62"/>
    <p:sldId id="2801" r:id="rId63"/>
    <p:sldId id="2800" r:id="rId64"/>
    <p:sldId id="2799" r:id="rId65"/>
    <p:sldId id="2798" r:id="rId66"/>
    <p:sldId id="2797" r:id="rId67"/>
    <p:sldId id="1959" r:id="rId68"/>
    <p:sldId id="2804" r:id="rId69"/>
    <p:sldId id="2150" r:id="rId70"/>
    <p:sldId id="2151" r:id="rId71"/>
    <p:sldId id="2152" r:id="rId72"/>
    <p:sldId id="2153" r:id="rId73"/>
    <p:sldId id="2154" r:id="rId74"/>
    <p:sldId id="2155" r:id="rId75"/>
    <p:sldId id="1444" r:id="rId76"/>
    <p:sldId id="2231" r:id="rId7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AF5F0"/>
    <a:srgbClr val="E8D3D3"/>
    <a:srgbClr val="D1CDC4"/>
    <a:srgbClr val="A78B86"/>
    <a:srgbClr val="FFD9C8"/>
    <a:srgbClr val="C09C6F"/>
    <a:srgbClr val="AACDE2"/>
    <a:srgbClr val="7E5F73"/>
    <a:srgbClr val="B38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F8A09D-94D6-F31E-2A50-D281FE7BD678}" v="765" dt="2026-01-30T09:22:12.469"/>
    <p1510:client id="{4B6934E2-B41C-2403-79D6-9422E8D4AA89}" v="7" dt="2026-01-31T02:21:48.856"/>
    <p1510:client id="{5EAF3627-97D9-8E68-8589-586931F241F3}" v="2" dt="2026-01-31T03:46:04.280"/>
    <p1510:client id="{D62119D5-124D-4887-B3FB-7DE6D6024441}" v="157" dt="2026-01-31T02:40:03.1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microsoft.com/office/2016/11/relationships/changesInfo" Target="changesInfos/changesInfo1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commentAuthors" Target="commentAuthor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61" Type="http://schemas.openxmlformats.org/officeDocument/2006/relationships/slide" Target="slides/slide58.xml"/><Relationship Id="rId8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i Mathew" userId="3875fe58a975fc01" providerId="LiveId" clId="{01228244-6B25-4D01-85AC-4B8EA41E8750}"/>
    <pc:docChg chg="undo custSel addSld delSld modSld sldOrd">
      <pc:chgData name="Sini Mathew" userId="3875fe58a975fc01" providerId="LiveId" clId="{01228244-6B25-4D01-85AC-4B8EA41E8750}" dt="2026-01-19T02:57:26.487" v="190" actId="207"/>
      <pc:docMkLst>
        <pc:docMk/>
      </pc:docMkLst>
      <pc:sldChg chg="modSp mod">
        <pc:chgData name="Sini Mathew" userId="3875fe58a975fc01" providerId="LiveId" clId="{01228244-6B25-4D01-85AC-4B8EA41E8750}" dt="2026-01-19T02:02:01.142" v="46"/>
        <pc:sldMkLst>
          <pc:docMk/>
          <pc:sldMk cId="0" sldId="511"/>
        </pc:sldMkLst>
        <pc:spChg chg="mod">
          <ac:chgData name="Sini Mathew" userId="3875fe58a975fc01" providerId="LiveId" clId="{01228244-6B25-4D01-85AC-4B8EA41E8750}" dt="2026-01-19T02:02:01.142" v="46"/>
          <ac:spMkLst>
            <pc:docMk/>
            <pc:sldMk cId="0" sldId="511"/>
            <ac:spMk id="2" creationId="{00000000-0000-0000-0000-000000000000}"/>
          </ac:spMkLst>
        </pc:spChg>
      </pc:sldChg>
    </pc:docChg>
  </pc:docChgLst>
  <pc:docChgLst>
    <pc:chgData name="Reuben Stephen" userId="6a6eda1f0b9c2b70" providerId="LiveId" clId="{5AF20240-4744-4A1F-9614-8AA47247F12D}"/>
    <pc:docChg chg="undo custSel addSld modSld modMainMaster">
      <pc:chgData name="Reuben Stephen" userId="6a6eda1f0b9c2b70" providerId="LiveId" clId="{5AF20240-4744-4A1F-9614-8AA47247F12D}" dt="2026-01-31T02:40:03.127" v="253" actId="20577"/>
      <pc:docMkLst>
        <pc:docMk/>
      </pc:docMkLst>
      <pc:sldChg chg="modSp mod">
        <pc:chgData name="Reuben Stephen" userId="6a6eda1f0b9c2b70" providerId="LiveId" clId="{5AF20240-4744-4A1F-9614-8AA47247F12D}" dt="2026-01-31T01:57:50.158" v="93" actId="20577"/>
        <pc:sldMkLst>
          <pc:docMk/>
          <pc:sldMk cId="3696153613" sldId="1759"/>
        </pc:sldMkLst>
        <pc:spChg chg="mod">
          <ac:chgData name="Reuben Stephen" userId="6a6eda1f0b9c2b70" providerId="LiveId" clId="{5AF20240-4744-4A1F-9614-8AA47247F12D}" dt="2026-01-31T01:57:50.158" v="93" actId="20577"/>
          <ac:spMkLst>
            <pc:docMk/>
            <pc:sldMk cId="3696153613" sldId="1759"/>
            <ac:spMk id="3" creationId="{33D1D61E-8707-D640-6E3E-C82DD0FD2FA0}"/>
          </ac:spMkLst>
        </pc:spChg>
      </pc:sldChg>
      <pc:sldChg chg="modSp mod">
        <pc:chgData name="Reuben Stephen" userId="6a6eda1f0b9c2b70" providerId="LiveId" clId="{5AF20240-4744-4A1F-9614-8AA47247F12D}" dt="2026-01-31T01:58:45.996" v="94" actId="20577"/>
        <pc:sldMkLst>
          <pc:docMk/>
          <pc:sldMk cId="3575758634" sldId="1760"/>
        </pc:sldMkLst>
        <pc:spChg chg="mod">
          <ac:chgData name="Reuben Stephen" userId="6a6eda1f0b9c2b70" providerId="LiveId" clId="{5AF20240-4744-4A1F-9614-8AA47247F12D}" dt="2026-01-31T01:58:45.996" v="94" actId="20577"/>
          <ac:spMkLst>
            <pc:docMk/>
            <pc:sldMk cId="3575758634" sldId="1760"/>
            <ac:spMk id="3" creationId="{33D1D61E-8707-D640-6E3E-C82DD0FD2FA0}"/>
          </ac:spMkLst>
        </pc:spChg>
      </pc:sldChg>
      <pc:sldChg chg="modSp mod">
        <pc:chgData name="Reuben Stephen" userId="6a6eda1f0b9c2b70" providerId="LiveId" clId="{5AF20240-4744-4A1F-9614-8AA47247F12D}" dt="2026-01-31T01:59:51.511" v="95" actId="20577"/>
        <pc:sldMkLst>
          <pc:docMk/>
          <pc:sldMk cId="3057697972" sldId="1761"/>
        </pc:sldMkLst>
        <pc:spChg chg="mod">
          <ac:chgData name="Reuben Stephen" userId="6a6eda1f0b9c2b70" providerId="LiveId" clId="{5AF20240-4744-4A1F-9614-8AA47247F12D}" dt="2026-01-31T01:59:51.511" v="95" actId="20577"/>
          <ac:spMkLst>
            <pc:docMk/>
            <pc:sldMk cId="3057697972" sldId="1761"/>
            <ac:spMk id="3" creationId="{33D1D61E-8707-D640-6E3E-C82DD0FD2FA0}"/>
          </ac:spMkLst>
        </pc:spChg>
      </pc:sldChg>
      <pc:sldChg chg="modSp mod">
        <pc:chgData name="Reuben Stephen" userId="6a6eda1f0b9c2b70" providerId="LiveId" clId="{5AF20240-4744-4A1F-9614-8AA47247F12D}" dt="2026-01-31T02:00:08.802" v="96" actId="20577"/>
        <pc:sldMkLst>
          <pc:docMk/>
          <pc:sldMk cId="4100383940" sldId="1762"/>
        </pc:sldMkLst>
        <pc:spChg chg="mod">
          <ac:chgData name="Reuben Stephen" userId="6a6eda1f0b9c2b70" providerId="LiveId" clId="{5AF20240-4744-4A1F-9614-8AA47247F12D}" dt="2026-01-31T02:00:08.802" v="96" actId="20577"/>
          <ac:spMkLst>
            <pc:docMk/>
            <pc:sldMk cId="4100383940" sldId="1762"/>
            <ac:spMk id="3" creationId="{33D1D61E-8707-D640-6E3E-C82DD0FD2FA0}"/>
          </ac:spMkLst>
        </pc:spChg>
      </pc:sldChg>
      <pc:sldChg chg="modSp mod">
        <pc:chgData name="Reuben Stephen" userId="6a6eda1f0b9c2b70" providerId="LiveId" clId="{5AF20240-4744-4A1F-9614-8AA47247F12D}" dt="2026-01-31T02:00:32.451" v="97" actId="20577"/>
        <pc:sldMkLst>
          <pc:docMk/>
          <pc:sldMk cId="631600823" sldId="1763"/>
        </pc:sldMkLst>
        <pc:spChg chg="mod">
          <ac:chgData name="Reuben Stephen" userId="6a6eda1f0b9c2b70" providerId="LiveId" clId="{5AF20240-4744-4A1F-9614-8AA47247F12D}" dt="2026-01-31T02:00:32.451" v="97" actId="20577"/>
          <ac:spMkLst>
            <pc:docMk/>
            <pc:sldMk cId="631600823" sldId="1763"/>
            <ac:spMk id="3" creationId="{33D1D61E-8707-D640-6E3E-C82DD0FD2FA0}"/>
          </ac:spMkLst>
        </pc:spChg>
      </pc:sldChg>
      <pc:sldChg chg="modSp mod">
        <pc:chgData name="Reuben Stephen" userId="6a6eda1f0b9c2b70" providerId="LiveId" clId="{5AF20240-4744-4A1F-9614-8AA47247F12D}" dt="2026-01-31T01:52:14.675" v="77" actId="20577"/>
        <pc:sldMkLst>
          <pc:docMk/>
          <pc:sldMk cId="0" sldId="1888"/>
        </pc:sldMkLst>
        <pc:spChg chg="mod">
          <ac:chgData name="Reuben Stephen" userId="6a6eda1f0b9c2b70" providerId="LiveId" clId="{5AF20240-4744-4A1F-9614-8AA47247F12D}" dt="2026-01-31T01:52:14.675" v="77" actId="20577"/>
          <ac:spMkLst>
            <pc:docMk/>
            <pc:sldMk cId="0" sldId="1888"/>
            <ac:spMk id="4" creationId="{F077DC69-861D-71C3-8D7E-1FBAB11AC9BB}"/>
          </ac:spMkLst>
        </pc:spChg>
      </pc:sldChg>
      <pc:sldChg chg="modSp mod">
        <pc:chgData name="Reuben Stephen" userId="6a6eda1f0b9c2b70" providerId="LiveId" clId="{5AF20240-4744-4A1F-9614-8AA47247F12D}" dt="2026-01-31T01:53:43.100" v="79" actId="20577"/>
        <pc:sldMkLst>
          <pc:docMk/>
          <pc:sldMk cId="1347781755" sldId="1998"/>
        </pc:sldMkLst>
        <pc:spChg chg="mod">
          <ac:chgData name="Reuben Stephen" userId="6a6eda1f0b9c2b70" providerId="LiveId" clId="{5AF20240-4744-4A1F-9614-8AA47247F12D}" dt="2026-01-31T01:53:43.100" v="79" actId="20577"/>
          <ac:spMkLst>
            <pc:docMk/>
            <pc:sldMk cId="1347781755" sldId="1998"/>
            <ac:spMk id="3" creationId="{4BF9CA61-6680-419C-A597-2B8F90F492F3}"/>
          </ac:spMkLst>
        </pc:spChg>
      </pc:sldChg>
      <pc:sldChg chg="modSp mod">
        <pc:chgData name="Reuben Stephen" userId="6a6eda1f0b9c2b70" providerId="LiveId" clId="{5AF20240-4744-4A1F-9614-8AA47247F12D}" dt="2026-01-31T01:53:57.311" v="80" actId="20577"/>
        <pc:sldMkLst>
          <pc:docMk/>
          <pc:sldMk cId="2631305484" sldId="2047"/>
        </pc:sldMkLst>
        <pc:spChg chg="mod">
          <ac:chgData name="Reuben Stephen" userId="6a6eda1f0b9c2b70" providerId="LiveId" clId="{5AF20240-4744-4A1F-9614-8AA47247F12D}" dt="2026-01-31T01:53:57.311" v="80" actId="20577"/>
          <ac:spMkLst>
            <pc:docMk/>
            <pc:sldMk cId="2631305484" sldId="2047"/>
            <ac:spMk id="3" creationId="{4BF9CA61-6680-419C-A597-2B8F90F492F3}"/>
          </ac:spMkLst>
        </pc:spChg>
      </pc:sldChg>
      <pc:sldChg chg="modSp mod">
        <pc:chgData name="Reuben Stephen" userId="6a6eda1f0b9c2b70" providerId="LiveId" clId="{5AF20240-4744-4A1F-9614-8AA47247F12D}" dt="2026-01-31T01:55:18.137" v="83" actId="20577"/>
        <pc:sldMkLst>
          <pc:docMk/>
          <pc:sldMk cId="349789688" sldId="2049"/>
        </pc:sldMkLst>
        <pc:spChg chg="mod">
          <ac:chgData name="Reuben Stephen" userId="6a6eda1f0b9c2b70" providerId="LiveId" clId="{5AF20240-4744-4A1F-9614-8AA47247F12D}" dt="2026-01-31T01:55:18.137" v="83" actId="20577"/>
          <ac:spMkLst>
            <pc:docMk/>
            <pc:sldMk cId="349789688" sldId="2049"/>
            <ac:spMk id="3" creationId="{4BF9CA61-6680-419C-A597-2B8F90F492F3}"/>
          </ac:spMkLst>
        </pc:spChg>
      </pc:sldChg>
      <pc:sldChg chg="modSp mod">
        <pc:chgData name="Reuben Stephen" userId="6a6eda1f0b9c2b70" providerId="LiveId" clId="{5AF20240-4744-4A1F-9614-8AA47247F12D}" dt="2026-01-31T01:55:35.073" v="86" actId="20577"/>
        <pc:sldMkLst>
          <pc:docMk/>
          <pc:sldMk cId="628279741" sldId="2050"/>
        </pc:sldMkLst>
        <pc:spChg chg="mod">
          <ac:chgData name="Reuben Stephen" userId="6a6eda1f0b9c2b70" providerId="LiveId" clId="{5AF20240-4744-4A1F-9614-8AA47247F12D}" dt="2026-01-31T01:55:35.073" v="86" actId="20577"/>
          <ac:spMkLst>
            <pc:docMk/>
            <pc:sldMk cId="628279741" sldId="2050"/>
            <ac:spMk id="3" creationId="{4BF9CA61-6680-419C-A597-2B8F90F492F3}"/>
          </ac:spMkLst>
        </pc:spChg>
      </pc:sldChg>
      <pc:sldChg chg="modSp mod">
        <pc:chgData name="Reuben Stephen" userId="6a6eda1f0b9c2b70" providerId="LiveId" clId="{5AF20240-4744-4A1F-9614-8AA47247F12D}" dt="2026-01-31T01:56:07.342" v="91" actId="20577"/>
        <pc:sldMkLst>
          <pc:docMk/>
          <pc:sldMk cId="2383871371" sldId="2051"/>
        </pc:sldMkLst>
        <pc:spChg chg="mod">
          <ac:chgData name="Reuben Stephen" userId="6a6eda1f0b9c2b70" providerId="LiveId" clId="{5AF20240-4744-4A1F-9614-8AA47247F12D}" dt="2026-01-31T01:56:07.342" v="91" actId="20577"/>
          <ac:spMkLst>
            <pc:docMk/>
            <pc:sldMk cId="2383871371" sldId="2051"/>
            <ac:spMk id="3" creationId="{4BF9CA61-6680-419C-A597-2B8F90F492F3}"/>
          </ac:spMkLst>
        </pc:spChg>
      </pc:sldChg>
      <pc:sldChg chg="modSp mod">
        <pc:chgData name="Reuben Stephen" userId="6a6eda1f0b9c2b70" providerId="LiveId" clId="{5AF20240-4744-4A1F-9614-8AA47247F12D}" dt="2026-01-31T02:29:48.599" v="186" actId="20577"/>
        <pc:sldMkLst>
          <pc:docMk/>
          <pc:sldMk cId="704530043" sldId="2107"/>
        </pc:sldMkLst>
        <pc:spChg chg="mod">
          <ac:chgData name="Reuben Stephen" userId="6a6eda1f0b9c2b70" providerId="LiveId" clId="{5AF20240-4744-4A1F-9614-8AA47247F12D}" dt="2026-01-31T02:29:48.599" v="186" actId="20577"/>
          <ac:spMkLst>
            <pc:docMk/>
            <pc:sldMk cId="704530043" sldId="2107"/>
            <ac:spMk id="5" creationId="{F8E060D1-B40B-E1E5-A80F-9C6428879BB3}"/>
          </ac:spMkLst>
        </pc:spChg>
      </pc:sldChg>
      <pc:sldChg chg="modSp mod">
        <pc:chgData name="Reuben Stephen" userId="6a6eda1f0b9c2b70" providerId="LiveId" clId="{5AF20240-4744-4A1F-9614-8AA47247F12D}" dt="2026-01-31T02:25:00.032" v="161" actId="20577"/>
        <pc:sldMkLst>
          <pc:docMk/>
          <pc:sldMk cId="3401254681" sldId="2108"/>
        </pc:sldMkLst>
        <pc:spChg chg="mod">
          <ac:chgData name="Reuben Stephen" userId="6a6eda1f0b9c2b70" providerId="LiveId" clId="{5AF20240-4744-4A1F-9614-8AA47247F12D}" dt="2026-01-31T02:25:00.032" v="161" actId="20577"/>
          <ac:spMkLst>
            <pc:docMk/>
            <pc:sldMk cId="3401254681" sldId="2108"/>
            <ac:spMk id="5" creationId="{F8E060D1-B40B-E1E5-A80F-9C6428879BB3}"/>
          </ac:spMkLst>
        </pc:spChg>
      </pc:sldChg>
      <pc:sldChg chg="modSp mod">
        <pc:chgData name="Reuben Stephen" userId="6a6eda1f0b9c2b70" providerId="LiveId" clId="{5AF20240-4744-4A1F-9614-8AA47247F12D}" dt="2026-01-31T02:29:41.767" v="184" actId="20577"/>
        <pc:sldMkLst>
          <pc:docMk/>
          <pc:sldMk cId="2730171112" sldId="2109"/>
        </pc:sldMkLst>
        <pc:spChg chg="mod">
          <ac:chgData name="Reuben Stephen" userId="6a6eda1f0b9c2b70" providerId="LiveId" clId="{5AF20240-4744-4A1F-9614-8AA47247F12D}" dt="2026-01-31T02:29:41.767" v="184" actId="20577"/>
          <ac:spMkLst>
            <pc:docMk/>
            <pc:sldMk cId="2730171112" sldId="2109"/>
            <ac:spMk id="5" creationId="{F8E060D1-B40B-E1E5-A80F-9C6428879BB3}"/>
          </ac:spMkLst>
        </pc:spChg>
        <pc:spChg chg="mod">
          <ac:chgData name="Reuben Stephen" userId="6a6eda1f0b9c2b70" providerId="LiveId" clId="{5AF20240-4744-4A1F-9614-8AA47247F12D}" dt="2026-01-31T02:28:27.903" v="168" actId="20577"/>
          <ac:spMkLst>
            <pc:docMk/>
            <pc:sldMk cId="2730171112" sldId="2109"/>
            <ac:spMk id="7" creationId="{47920C0A-0F2D-E95D-D860-2B2905124F75}"/>
          </ac:spMkLst>
        </pc:spChg>
      </pc:sldChg>
      <pc:sldChg chg="modSp mod">
        <pc:chgData name="Reuben Stephen" userId="6a6eda1f0b9c2b70" providerId="LiveId" clId="{5AF20240-4744-4A1F-9614-8AA47247F12D}" dt="2026-01-31T02:29:33.885" v="183" actId="20577"/>
        <pc:sldMkLst>
          <pc:docMk/>
          <pc:sldMk cId="2956118983" sldId="2111"/>
        </pc:sldMkLst>
        <pc:spChg chg="mod">
          <ac:chgData name="Reuben Stephen" userId="6a6eda1f0b9c2b70" providerId="LiveId" clId="{5AF20240-4744-4A1F-9614-8AA47247F12D}" dt="2026-01-31T02:29:33.885" v="183" actId="20577"/>
          <ac:spMkLst>
            <pc:docMk/>
            <pc:sldMk cId="2956118983" sldId="2111"/>
            <ac:spMk id="3" creationId="{54BD84B9-2881-068E-2F03-CAA0A6B8582F}"/>
          </ac:spMkLst>
        </pc:spChg>
        <pc:spChg chg="mod">
          <ac:chgData name="Reuben Stephen" userId="6a6eda1f0b9c2b70" providerId="LiveId" clId="{5AF20240-4744-4A1F-9614-8AA47247F12D}" dt="2026-01-31T02:28:23.477" v="167" actId="20577"/>
          <ac:spMkLst>
            <pc:docMk/>
            <pc:sldMk cId="2956118983" sldId="2111"/>
            <ac:spMk id="8" creationId="{4B0035AF-7900-42D2-1AF6-AD8C06DCB310}"/>
          </ac:spMkLst>
        </pc:spChg>
      </pc:sldChg>
      <pc:sldChg chg="modSp mod">
        <pc:chgData name="Reuben Stephen" userId="6a6eda1f0b9c2b70" providerId="LiveId" clId="{5AF20240-4744-4A1F-9614-8AA47247F12D}" dt="2026-01-31T02:28:55.143" v="172" actId="20577"/>
        <pc:sldMkLst>
          <pc:docMk/>
          <pc:sldMk cId="428277199" sldId="2112"/>
        </pc:sldMkLst>
        <pc:spChg chg="mod">
          <ac:chgData name="Reuben Stephen" userId="6a6eda1f0b9c2b70" providerId="LiveId" clId="{5AF20240-4744-4A1F-9614-8AA47247F12D}" dt="2026-01-31T02:28:55.143" v="172" actId="20577"/>
          <ac:spMkLst>
            <pc:docMk/>
            <pc:sldMk cId="428277199" sldId="2112"/>
            <ac:spMk id="5" creationId="{F8E060D1-B40B-E1E5-A80F-9C6428879BB3}"/>
          </ac:spMkLst>
        </pc:spChg>
      </pc:sldChg>
      <pc:sldChg chg="modSp mod">
        <pc:chgData name="Reuben Stephen" userId="6a6eda1f0b9c2b70" providerId="LiveId" clId="{5AF20240-4744-4A1F-9614-8AA47247F12D}" dt="2026-01-31T02:29:25.029" v="180" actId="20577"/>
        <pc:sldMkLst>
          <pc:docMk/>
          <pc:sldMk cId="2701264027" sldId="2114"/>
        </pc:sldMkLst>
        <pc:spChg chg="mod">
          <ac:chgData name="Reuben Stephen" userId="6a6eda1f0b9c2b70" providerId="LiveId" clId="{5AF20240-4744-4A1F-9614-8AA47247F12D}" dt="2026-01-31T02:29:25.029" v="180" actId="20577"/>
          <ac:spMkLst>
            <pc:docMk/>
            <pc:sldMk cId="2701264027" sldId="2114"/>
            <ac:spMk id="3" creationId="{E560CC97-F37E-765F-ADEA-5E10AA340527}"/>
          </ac:spMkLst>
        </pc:spChg>
        <pc:spChg chg="mod">
          <ac:chgData name="Reuben Stephen" userId="6a6eda1f0b9c2b70" providerId="LiveId" clId="{5AF20240-4744-4A1F-9614-8AA47247F12D}" dt="2026-01-31T02:29:15.841" v="177" actId="20577"/>
          <ac:spMkLst>
            <pc:docMk/>
            <pc:sldMk cId="2701264027" sldId="2114"/>
            <ac:spMk id="8" creationId="{06B5D81B-5F3D-7410-5504-D56EB8E05C79}"/>
          </ac:spMkLst>
        </pc:spChg>
      </pc:sldChg>
      <pc:sldChg chg="modSp mod">
        <pc:chgData name="Reuben Stephen" userId="6a6eda1f0b9c2b70" providerId="LiveId" clId="{5AF20240-4744-4A1F-9614-8AA47247F12D}" dt="2026-01-31T02:30:36.906" v="189" actId="20577"/>
        <pc:sldMkLst>
          <pc:docMk/>
          <pc:sldMk cId="790651853" sldId="2116"/>
        </pc:sldMkLst>
        <pc:spChg chg="mod">
          <ac:chgData name="Reuben Stephen" userId="6a6eda1f0b9c2b70" providerId="LiveId" clId="{5AF20240-4744-4A1F-9614-8AA47247F12D}" dt="2026-01-31T02:30:36.906" v="189" actId="20577"/>
          <ac:spMkLst>
            <pc:docMk/>
            <pc:sldMk cId="790651853" sldId="2116"/>
            <ac:spMk id="5" creationId="{F8E060D1-B40B-E1E5-A80F-9C6428879BB3}"/>
          </ac:spMkLst>
        </pc:spChg>
      </pc:sldChg>
      <pc:sldChg chg="modSp mod">
        <pc:chgData name="Reuben Stephen" userId="6a6eda1f0b9c2b70" providerId="LiveId" clId="{5AF20240-4744-4A1F-9614-8AA47247F12D}" dt="2026-01-31T02:30:49.230" v="193" actId="20577"/>
        <pc:sldMkLst>
          <pc:docMk/>
          <pc:sldMk cId="2079736272" sldId="2117"/>
        </pc:sldMkLst>
        <pc:spChg chg="mod">
          <ac:chgData name="Reuben Stephen" userId="6a6eda1f0b9c2b70" providerId="LiveId" clId="{5AF20240-4744-4A1F-9614-8AA47247F12D}" dt="2026-01-31T02:30:49.230" v="193" actId="20577"/>
          <ac:spMkLst>
            <pc:docMk/>
            <pc:sldMk cId="2079736272" sldId="2117"/>
            <ac:spMk id="3" creationId="{DD2B9C0F-51BE-4DF1-7C47-03A30190E6F8}"/>
          </ac:spMkLst>
        </pc:spChg>
      </pc:sldChg>
      <pc:sldChg chg="modSp mod">
        <pc:chgData name="Reuben Stephen" userId="6a6eda1f0b9c2b70" providerId="LiveId" clId="{5AF20240-4744-4A1F-9614-8AA47247F12D}" dt="2026-01-31T02:34:58.442" v="221" actId="20577"/>
        <pc:sldMkLst>
          <pc:docMk/>
          <pc:sldMk cId="45099914" sldId="2150"/>
        </pc:sldMkLst>
        <pc:spChg chg="mod">
          <ac:chgData name="Reuben Stephen" userId="6a6eda1f0b9c2b70" providerId="LiveId" clId="{5AF20240-4744-4A1F-9614-8AA47247F12D}" dt="2026-01-31T02:34:58.442" v="221" actId="20577"/>
          <ac:spMkLst>
            <pc:docMk/>
            <pc:sldMk cId="45099914" sldId="2150"/>
            <ac:spMk id="3" creationId="{FBDCC454-2CB9-9F94-7EF6-FE9D9DD31DC7}"/>
          </ac:spMkLst>
        </pc:spChg>
      </pc:sldChg>
      <pc:sldChg chg="modSp mod">
        <pc:chgData name="Reuben Stephen" userId="6a6eda1f0b9c2b70" providerId="LiveId" clId="{5AF20240-4744-4A1F-9614-8AA47247F12D}" dt="2026-01-31T02:36:18.713" v="222" actId="20577"/>
        <pc:sldMkLst>
          <pc:docMk/>
          <pc:sldMk cId="2784931821" sldId="2151"/>
        </pc:sldMkLst>
        <pc:spChg chg="mod">
          <ac:chgData name="Reuben Stephen" userId="6a6eda1f0b9c2b70" providerId="LiveId" clId="{5AF20240-4744-4A1F-9614-8AA47247F12D}" dt="2026-01-31T02:36:18.713" v="222" actId="20577"/>
          <ac:spMkLst>
            <pc:docMk/>
            <pc:sldMk cId="2784931821" sldId="2151"/>
            <ac:spMk id="3" creationId="{B67E13E3-B097-52B0-4B54-CFDB708B34A8}"/>
          </ac:spMkLst>
        </pc:spChg>
      </pc:sldChg>
      <pc:sldChg chg="modSp mod">
        <pc:chgData name="Reuben Stephen" userId="6a6eda1f0b9c2b70" providerId="LiveId" clId="{5AF20240-4744-4A1F-9614-8AA47247F12D}" dt="2026-01-31T02:37:02.638" v="225" actId="20577"/>
        <pc:sldMkLst>
          <pc:docMk/>
          <pc:sldMk cId="3898120243" sldId="2152"/>
        </pc:sldMkLst>
        <pc:spChg chg="mod">
          <ac:chgData name="Reuben Stephen" userId="6a6eda1f0b9c2b70" providerId="LiveId" clId="{5AF20240-4744-4A1F-9614-8AA47247F12D}" dt="2026-01-31T02:37:02.638" v="225" actId="20577"/>
          <ac:spMkLst>
            <pc:docMk/>
            <pc:sldMk cId="3898120243" sldId="2152"/>
            <ac:spMk id="3" creationId="{8428B067-088E-D552-E20E-9D5A17DFDCDA}"/>
          </ac:spMkLst>
        </pc:spChg>
      </pc:sldChg>
      <pc:sldChg chg="modSp mod">
        <pc:chgData name="Reuben Stephen" userId="6a6eda1f0b9c2b70" providerId="LiveId" clId="{5AF20240-4744-4A1F-9614-8AA47247F12D}" dt="2026-01-31T02:37:33.682" v="229" actId="20577"/>
        <pc:sldMkLst>
          <pc:docMk/>
          <pc:sldMk cId="445725138" sldId="2153"/>
        </pc:sldMkLst>
        <pc:spChg chg="mod">
          <ac:chgData name="Reuben Stephen" userId="6a6eda1f0b9c2b70" providerId="LiveId" clId="{5AF20240-4744-4A1F-9614-8AA47247F12D}" dt="2026-01-31T02:37:33.682" v="229" actId="20577"/>
          <ac:spMkLst>
            <pc:docMk/>
            <pc:sldMk cId="445725138" sldId="2153"/>
            <ac:spMk id="3" creationId="{840D6B7A-C6C1-21CC-9A49-CEF19251B87E}"/>
          </ac:spMkLst>
        </pc:spChg>
      </pc:sldChg>
      <pc:sldChg chg="modSp mod">
        <pc:chgData name="Reuben Stephen" userId="6a6eda1f0b9c2b70" providerId="LiveId" clId="{5AF20240-4744-4A1F-9614-8AA47247F12D}" dt="2026-01-31T02:38:50.937" v="231" actId="20577"/>
        <pc:sldMkLst>
          <pc:docMk/>
          <pc:sldMk cId="3476629669" sldId="2154"/>
        </pc:sldMkLst>
        <pc:spChg chg="mod">
          <ac:chgData name="Reuben Stephen" userId="6a6eda1f0b9c2b70" providerId="LiveId" clId="{5AF20240-4744-4A1F-9614-8AA47247F12D}" dt="2026-01-31T02:38:50.937" v="231" actId="20577"/>
          <ac:spMkLst>
            <pc:docMk/>
            <pc:sldMk cId="3476629669" sldId="2154"/>
            <ac:spMk id="3" creationId="{F0CD5C5D-0AE0-71AE-A4C7-5BDCF81E568C}"/>
          </ac:spMkLst>
        </pc:spChg>
      </pc:sldChg>
      <pc:sldChg chg="modSp mod">
        <pc:chgData name="Reuben Stephen" userId="6a6eda1f0b9c2b70" providerId="LiveId" clId="{5AF20240-4744-4A1F-9614-8AA47247F12D}" dt="2026-01-31T02:38:46.408" v="230" actId="20577"/>
        <pc:sldMkLst>
          <pc:docMk/>
          <pc:sldMk cId="1370246591" sldId="2155"/>
        </pc:sldMkLst>
        <pc:spChg chg="mod">
          <ac:chgData name="Reuben Stephen" userId="6a6eda1f0b9c2b70" providerId="LiveId" clId="{5AF20240-4744-4A1F-9614-8AA47247F12D}" dt="2026-01-31T02:38:46.408" v="230" actId="20577"/>
          <ac:spMkLst>
            <pc:docMk/>
            <pc:sldMk cId="1370246591" sldId="2155"/>
            <ac:spMk id="3" creationId="{92033D1C-9516-596D-6D57-23060083E1AC}"/>
          </ac:spMkLst>
        </pc:spChg>
      </pc:sldChg>
      <pc:sldChg chg="modSp mod">
        <pc:chgData name="Reuben Stephen" userId="6a6eda1f0b9c2b70" providerId="LiveId" clId="{5AF20240-4744-4A1F-9614-8AA47247F12D}" dt="2026-01-31T02:40:03.127" v="253" actId="20577"/>
        <pc:sldMkLst>
          <pc:docMk/>
          <pc:sldMk cId="0" sldId="2231"/>
        </pc:sldMkLst>
        <pc:spChg chg="mod">
          <ac:chgData name="Reuben Stephen" userId="6a6eda1f0b9c2b70" providerId="LiveId" clId="{5AF20240-4744-4A1F-9614-8AA47247F12D}" dt="2026-01-31T02:40:00.433" v="252" actId="1076"/>
          <ac:spMkLst>
            <pc:docMk/>
            <pc:sldMk cId="0" sldId="2231"/>
            <ac:spMk id="5" creationId="{00000000-0000-0000-0000-000000000000}"/>
          </ac:spMkLst>
        </pc:spChg>
        <pc:spChg chg="mod">
          <ac:chgData name="Reuben Stephen" userId="6a6eda1f0b9c2b70" providerId="LiveId" clId="{5AF20240-4744-4A1F-9614-8AA47247F12D}" dt="2026-01-31T02:40:03.127" v="253" actId="20577"/>
          <ac:spMkLst>
            <pc:docMk/>
            <pc:sldMk cId="0" sldId="2231"/>
            <ac:spMk id="8" creationId="{00000000-0000-0000-0000-000000000000}"/>
          </ac:spMkLst>
        </pc:spChg>
      </pc:sldChg>
      <pc:sldChg chg="modSp mod">
        <pc:chgData name="Reuben Stephen" userId="6a6eda1f0b9c2b70" providerId="LiveId" clId="{5AF20240-4744-4A1F-9614-8AA47247F12D}" dt="2026-01-31T01:51:30.793" v="59" actId="20577"/>
        <pc:sldMkLst>
          <pc:docMk/>
          <pc:sldMk cId="2375547672" sldId="2358"/>
        </pc:sldMkLst>
        <pc:spChg chg="mod">
          <ac:chgData name="Reuben Stephen" userId="6a6eda1f0b9c2b70" providerId="LiveId" clId="{5AF20240-4744-4A1F-9614-8AA47247F12D}" dt="2026-01-31T01:36:29.123" v="29" actId="20577"/>
          <ac:spMkLst>
            <pc:docMk/>
            <pc:sldMk cId="2375547672" sldId="2358"/>
            <ac:spMk id="3" creationId="{139A6A3E-22D3-686D-7AC3-0E55668E19D0}"/>
          </ac:spMkLst>
        </pc:spChg>
        <pc:spChg chg="mod">
          <ac:chgData name="Reuben Stephen" userId="6a6eda1f0b9c2b70" providerId="LiveId" clId="{5AF20240-4744-4A1F-9614-8AA47247F12D}" dt="2026-01-31T01:51:30.793" v="59" actId="20577"/>
          <ac:spMkLst>
            <pc:docMk/>
            <pc:sldMk cId="2375547672" sldId="2358"/>
            <ac:spMk id="5" creationId="{1ED14E19-5807-E7AD-23E7-5780311E76C8}"/>
          </ac:spMkLst>
        </pc:spChg>
        <pc:spChg chg="mod">
          <ac:chgData name="Reuben Stephen" userId="6a6eda1f0b9c2b70" providerId="LiveId" clId="{5AF20240-4744-4A1F-9614-8AA47247F12D}" dt="2026-01-31T01:38:47.096" v="40" actId="20577"/>
          <ac:spMkLst>
            <pc:docMk/>
            <pc:sldMk cId="2375547672" sldId="2358"/>
            <ac:spMk id="6" creationId="{E5A6B70C-E105-7D61-147A-07D1DA488D4B}"/>
          </ac:spMkLst>
        </pc:spChg>
      </pc:sldChg>
      <pc:sldChg chg="modSp mod">
        <pc:chgData name="Reuben Stephen" userId="6a6eda1f0b9c2b70" providerId="LiveId" clId="{5AF20240-4744-4A1F-9614-8AA47247F12D}" dt="2026-01-31T01:51:26.778" v="58" actId="20577"/>
        <pc:sldMkLst>
          <pc:docMk/>
          <pc:sldMk cId="4222519777" sldId="2511"/>
        </pc:sldMkLst>
        <pc:spChg chg="mod">
          <ac:chgData name="Reuben Stephen" userId="6a6eda1f0b9c2b70" providerId="LiveId" clId="{5AF20240-4744-4A1F-9614-8AA47247F12D}" dt="2026-01-31T01:47:06.520" v="44" actId="6549"/>
          <ac:spMkLst>
            <pc:docMk/>
            <pc:sldMk cId="4222519777" sldId="2511"/>
            <ac:spMk id="3" creationId="{B0D454AD-5DCC-19E9-B7BC-941B1E609784}"/>
          </ac:spMkLst>
        </pc:spChg>
        <pc:spChg chg="mod">
          <ac:chgData name="Reuben Stephen" userId="6a6eda1f0b9c2b70" providerId="LiveId" clId="{5AF20240-4744-4A1F-9614-8AA47247F12D}" dt="2026-01-31T01:51:26.778" v="58" actId="20577"/>
          <ac:spMkLst>
            <pc:docMk/>
            <pc:sldMk cId="4222519777" sldId="2511"/>
            <ac:spMk id="5" creationId="{7F1066D0-700E-E579-94F2-75A1C378119C}"/>
          </ac:spMkLst>
        </pc:spChg>
        <pc:spChg chg="mod">
          <ac:chgData name="Reuben Stephen" userId="6a6eda1f0b9c2b70" providerId="LiveId" clId="{5AF20240-4744-4A1F-9614-8AA47247F12D}" dt="2026-01-31T01:47:10.615" v="45" actId="6549"/>
          <ac:spMkLst>
            <pc:docMk/>
            <pc:sldMk cId="4222519777" sldId="2511"/>
            <ac:spMk id="6" creationId="{499CDC6A-3B94-2510-4D7E-494FCCF17845}"/>
          </ac:spMkLst>
        </pc:spChg>
      </pc:sldChg>
      <pc:sldChg chg="modSp mod">
        <pc:chgData name="Reuben Stephen" userId="6a6eda1f0b9c2b70" providerId="LiveId" clId="{5AF20240-4744-4A1F-9614-8AA47247F12D}" dt="2026-01-31T01:51:15.686" v="56" actId="20577"/>
        <pc:sldMkLst>
          <pc:docMk/>
          <pc:sldMk cId="597748144" sldId="2512"/>
        </pc:sldMkLst>
        <pc:spChg chg="mod">
          <ac:chgData name="Reuben Stephen" userId="6a6eda1f0b9c2b70" providerId="LiveId" clId="{5AF20240-4744-4A1F-9614-8AA47247F12D}" dt="2026-01-31T01:51:15.686" v="56" actId="20577"/>
          <ac:spMkLst>
            <pc:docMk/>
            <pc:sldMk cId="597748144" sldId="2512"/>
            <ac:spMk id="5" creationId="{4E416F98-D569-16D6-33D2-B021148BC9F2}"/>
          </ac:spMkLst>
        </pc:spChg>
        <pc:grpChg chg="mod">
          <ac:chgData name="Reuben Stephen" userId="6a6eda1f0b9c2b70" providerId="LiveId" clId="{5AF20240-4744-4A1F-9614-8AA47247F12D}" dt="2026-01-31T01:41:50.792" v="41" actId="1076"/>
          <ac:grpSpMkLst>
            <pc:docMk/>
            <pc:sldMk cId="597748144" sldId="2512"/>
            <ac:grpSpMk id="17" creationId="{6C527F5B-B7E6-5A30-8D00-4BDDA6F5DD7C}"/>
          </ac:grpSpMkLst>
        </pc:grpChg>
      </pc:sldChg>
      <pc:sldChg chg="modSp mod">
        <pc:chgData name="Reuben Stephen" userId="6a6eda1f0b9c2b70" providerId="LiveId" clId="{5AF20240-4744-4A1F-9614-8AA47247F12D}" dt="2026-01-31T01:50:17.954" v="53" actId="20577"/>
        <pc:sldMkLst>
          <pc:docMk/>
          <pc:sldMk cId="1897622429" sldId="2514"/>
        </pc:sldMkLst>
        <pc:spChg chg="mod">
          <ac:chgData name="Reuben Stephen" userId="6a6eda1f0b9c2b70" providerId="LiveId" clId="{5AF20240-4744-4A1F-9614-8AA47247F12D}" dt="2026-01-31T01:50:17.954" v="53" actId="20577"/>
          <ac:spMkLst>
            <pc:docMk/>
            <pc:sldMk cId="1897622429" sldId="2514"/>
            <ac:spMk id="5" creationId="{29DDB603-BCA8-2E77-EAF2-410D4709EF2B}"/>
          </ac:spMkLst>
        </pc:spChg>
      </pc:sldChg>
      <pc:sldChg chg="modSp mod">
        <pc:chgData name="Reuben Stephen" userId="6a6eda1f0b9c2b70" providerId="LiveId" clId="{5AF20240-4744-4A1F-9614-8AA47247F12D}" dt="2026-01-31T02:16:36.423" v="107"/>
        <pc:sldMkLst>
          <pc:docMk/>
          <pc:sldMk cId="3222053443" sldId="2550"/>
        </pc:sldMkLst>
        <pc:spChg chg="mod">
          <ac:chgData name="Reuben Stephen" userId="6a6eda1f0b9c2b70" providerId="LiveId" clId="{5AF20240-4744-4A1F-9614-8AA47247F12D}" dt="2026-01-31T02:16:36.423" v="107"/>
          <ac:spMkLst>
            <pc:docMk/>
            <pc:sldMk cId="3222053443" sldId="2550"/>
            <ac:spMk id="5" creationId="{DD5E66AA-E715-FC87-0B9C-F1C472D05CD4}"/>
          </ac:spMkLst>
        </pc:spChg>
        <pc:spChg chg="mod">
          <ac:chgData name="Reuben Stephen" userId="6a6eda1f0b9c2b70" providerId="LiveId" clId="{5AF20240-4744-4A1F-9614-8AA47247F12D}" dt="2026-01-31T02:13:52.935" v="106" actId="20577"/>
          <ac:spMkLst>
            <pc:docMk/>
            <pc:sldMk cId="3222053443" sldId="2550"/>
            <ac:spMk id="11" creationId="{C9EE68C6-6DDD-11A6-76A4-0CAEFB0BC107}"/>
          </ac:spMkLst>
        </pc:spChg>
      </pc:sldChg>
      <pc:sldChg chg="modSp mod">
        <pc:chgData name="Reuben Stephen" userId="6a6eda1f0b9c2b70" providerId="LiveId" clId="{5AF20240-4744-4A1F-9614-8AA47247F12D}" dt="2026-01-31T02:21:47.635" v="148" actId="20577"/>
        <pc:sldMkLst>
          <pc:docMk/>
          <pc:sldMk cId="843527850" sldId="2552"/>
        </pc:sldMkLst>
        <pc:spChg chg="mod">
          <ac:chgData name="Reuben Stephen" userId="6a6eda1f0b9c2b70" providerId="LiveId" clId="{5AF20240-4744-4A1F-9614-8AA47247F12D}" dt="2026-01-31T02:20:02.855" v="144" actId="20577"/>
          <ac:spMkLst>
            <pc:docMk/>
            <pc:sldMk cId="843527850" sldId="2552"/>
            <ac:spMk id="8" creationId="{7AF4CD88-9A42-4E05-E628-D34A3FCE738C}"/>
          </ac:spMkLst>
        </pc:spChg>
        <pc:spChg chg="mod">
          <ac:chgData name="Reuben Stephen" userId="6a6eda1f0b9c2b70" providerId="LiveId" clId="{5AF20240-4744-4A1F-9614-8AA47247F12D}" dt="2026-01-31T02:21:47.635" v="148" actId="20577"/>
          <ac:spMkLst>
            <pc:docMk/>
            <pc:sldMk cId="843527850" sldId="2552"/>
            <ac:spMk id="11" creationId="{C1F7DFB9-F8CA-9740-78EC-6A2B43AEB03D}"/>
          </ac:spMkLst>
        </pc:spChg>
      </pc:sldChg>
      <pc:sldChg chg="modSp mod">
        <pc:chgData name="Reuben Stephen" userId="6a6eda1f0b9c2b70" providerId="LiveId" clId="{5AF20240-4744-4A1F-9614-8AA47247F12D}" dt="2026-01-31T02:19:01.472" v="127" actId="20577"/>
        <pc:sldMkLst>
          <pc:docMk/>
          <pc:sldMk cId="511641275" sldId="2553"/>
        </pc:sldMkLst>
        <pc:spChg chg="mod">
          <ac:chgData name="Reuben Stephen" userId="6a6eda1f0b9c2b70" providerId="LiveId" clId="{5AF20240-4744-4A1F-9614-8AA47247F12D}" dt="2026-01-31T02:19:01.472" v="127" actId="20577"/>
          <ac:spMkLst>
            <pc:docMk/>
            <pc:sldMk cId="511641275" sldId="2553"/>
            <ac:spMk id="11" creationId="{1348C7F1-A392-22F3-3927-C197D8D410DE}"/>
          </ac:spMkLst>
        </pc:spChg>
      </pc:sldChg>
      <pc:sldChg chg="modSp mod">
        <pc:chgData name="Reuben Stephen" userId="6a6eda1f0b9c2b70" providerId="LiveId" clId="{5AF20240-4744-4A1F-9614-8AA47247F12D}" dt="2026-01-31T02:22:28.986" v="151" actId="20577"/>
        <pc:sldMkLst>
          <pc:docMk/>
          <pc:sldMk cId="3067439013" sldId="2574"/>
        </pc:sldMkLst>
        <pc:spChg chg="mod">
          <ac:chgData name="Reuben Stephen" userId="6a6eda1f0b9c2b70" providerId="LiveId" clId="{5AF20240-4744-4A1F-9614-8AA47247F12D}" dt="2026-01-31T02:22:28.986" v="151" actId="20577"/>
          <ac:spMkLst>
            <pc:docMk/>
            <pc:sldMk cId="3067439013" sldId="2574"/>
            <ac:spMk id="5" creationId="{A4B9349A-9A7C-1F45-9E63-D2292D2E25E3}"/>
          </ac:spMkLst>
        </pc:spChg>
        <pc:spChg chg="mod">
          <ac:chgData name="Reuben Stephen" userId="6a6eda1f0b9c2b70" providerId="LiveId" clId="{5AF20240-4744-4A1F-9614-8AA47247F12D}" dt="2026-01-31T02:22:22.360" v="149" actId="20577"/>
          <ac:spMkLst>
            <pc:docMk/>
            <pc:sldMk cId="3067439013" sldId="2574"/>
            <ac:spMk id="11" creationId="{82B1EB4A-827C-F347-D847-BB197C154255}"/>
          </ac:spMkLst>
        </pc:spChg>
      </pc:sldChg>
      <pc:sldChg chg="modSp mod">
        <pc:chgData name="Reuben Stephen" userId="6a6eda1f0b9c2b70" providerId="LiveId" clId="{5AF20240-4744-4A1F-9614-8AA47247F12D}" dt="2026-01-31T01:29:24.802" v="12" actId="6549"/>
        <pc:sldMkLst>
          <pc:docMk/>
          <pc:sldMk cId="2999932702" sldId="2749"/>
        </pc:sldMkLst>
        <pc:spChg chg="mod">
          <ac:chgData name="Reuben Stephen" userId="6a6eda1f0b9c2b70" providerId="LiveId" clId="{5AF20240-4744-4A1F-9614-8AA47247F12D}" dt="2026-01-31T01:29:00.323" v="7" actId="20577"/>
          <ac:spMkLst>
            <pc:docMk/>
            <pc:sldMk cId="2999932702" sldId="2749"/>
            <ac:spMk id="8" creationId="{105970AF-B4E3-74CA-78B5-0CC351A22C09}"/>
          </ac:spMkLst>
        </pc:spChg>
        <pc:spChg chg="mod">
          <ac:chgData name="Reuben Stephen" userId="6a6eda1f0b9c2b70" providerId="LiveId" clId="{5AF20240-4744-4A1F-9614-8AA47247F12D}" dt="2026-01-31T01:29:24.802" v="12" actId="6549"/>
          <ac:spMkLst>
            <pc:docMk/>
            <pc:sldMk cId="2999932702" sldId="2749"/>
            <ac:spMk id="9" creationId="{FB420252-6173-ADB9-869E-182668223BF7}"/>
          </ac:spMkLst>
        </pc:spChg>
      </pc:sldChg>
      <pc:sldChg chg="modSp mod">
        <pc:chgData name="Reuben Stephen" userId="6a6eda1f0b9c2b70" providerId="LiveId" clId="{5AF20240-4744-4A1F-9614-8AA47247F12D}" dt="2026-01-31T01:29:58.554" v="18" actId="20577"/>
        <pc:sldMkLst>
          <pc:docMk/>
          <pc:sldMk cId="2927026268" sldId="2776"/>
        </pc:sldMkLst>
        <pc:spChg chg="mod">
          <ac:chgData name="Reuben Stephen" userId="6a6eda1f0b9c2b70" providerId="LiveId" clId="{5AF20240-4744-4A1F-9614-8AA47247F12D}" dt="2026-01-31T01:29:58.554" v="18" actId="20577"/>
          <ac:spMkLst>
            <pc:docMk/>
            <pc:sldMk cId="2927026268" sldId="2776"/>
            <ac:spMk id="8" creationId="{2D6C6A5F-D3E8-9214-0801-8AF3F8034B53}"/>
          </ac:spMkLst>
        </pc:spChg>
      </pc:sldChg>
      <pc:sldChg chg="modSp mod">
        <pc:chgData name="Reuben Stephen" userId="6a6eda1f0b9c2b70" providerId="LiveId" clId="{5AF20240-4744-4A1F-9614-8AA47247F12D}" dt="2026-01-31T01:51:35.617" v="60" actId="20577"/>
        <pc:sldMkLst>
          <pc:docMk/>
          <pc:sldMk cId="3368756669" sldId="2795"/>
        </pc:sldMkLst>
        <pc:spChg chg="mod">
          <ac:chgData name="Reuben Stephen" userId="6a6eda1f0b9c2b70" providerId="LiveId" clId="{5AF20240-4744-4A1F-9614-8AA47247F12D}" dt="2026-01-31T01:51:35.617" v="60" actId="20577"/>
          <ac:spMkLst>
            <pc:docMk/>
            <pc:sldMk cId="3368756669" sldId="2795"/>
            <ac:spMk id="5" creationId="{CAE21420-34C8-30C5-50CE-1D01ED744F93}"/>
          </ac:spMkLst>
        </pc:spChg>
      </pc:sldChg>
      <pc:sldChg chg="modSp mod">
        <pc:chgData name="Reuben Stephen" userId="6a6eda1f0b9c2b70" providerId="LiveId" clId="{5AF20240-4744-4A1F-9614-8AA47247F12D}" dt="2026-01-31T01:50:24.018" v="54" actId="20577"/>
        <pc:sldMkLst>
          <pc:docMk/>
          <pc:sldMk cId="568971884" sldId="2796"/>
        </pc:sldMkLst>
        <pc:spChg chg="mod">
          <ac:chgData name="Reuben Stephen" userId="6a6eda1f0b9c2b70" providerId="LiveId" clId="{5AF20240-4744-4A1F-9614-8AA47247F12D}" dt="2026-01-31T01:50:24.018" v="54" actId="20577"/>
          <ac:spMkLst>
            <pc:docMk/>
            <pc:sldMk cId="568971884" sldId="2796"/>
            <ac:spMk id="33" creationId="{C1AA064A-6A61-2C6E-2EAE-C0552CA50556}"/>
          </ac:spMkLst>
        </pc:spChg>
      </pc:sldChg>
      <pc:sldChg chg="modSp mod">
        <pc:chgData name="Reuben Stephen" userId="6a6eda1f0b9c2b70" providerId="LiveId" clId="{5AF20240-4744-4A1F-9614-8AA47247F12D}" dt="2026-01-31T02:33:45.946" v="218" actId="20577"/>
        <pc:sldMkLst>
          <pc:docMk/>
          <pc:sldMk cId="3724512336" sldId="2797"/>
        </pc:sldMkLst>
        <pc:spChg chg="mod">
          <ac:chgData name="Reuben Stephen" userId="6a6eda1f0b9c2b70" providerId="LiveId" clId="{5AF20240-4744-4A1F-9614-8AA47247F12D}" dt="2026-01-31T02:33:45.946" v="218" actId="20577"/>
          <ac:spMkLst>
            <pc:docMk/>
            <pc:sldMk cId="3724512336" sldId="2797"/>
            <ac:spMk id="5" creationId="{45CF3D79-6EBA-8F92-B6DE-87ECD05BEC44}"/>
          </ac:spMkLst>
        </pc:spChg>
      </pc:sldChg>
      <pc:sldChg chg="modSp mod">
        <pc:chgData name="Reuben Stephen" userId="6a6eda1f0b9c2b70" providerId="LiveId" clId="{5AF20240-4744-4A1F-9614-8AA47247F12D}" dt="2026-01-31T02:33:25.552" v="214" actId="20577"/>
        <pc:sldMkLst>
          <pc:docMk/>
          <pc:sldMk cId="1751471191" sldId="2798"/>
        </pc:sldMkLst>
        <pc:spChg chg="mod">
          <ac:chgData name="Reuben Stephen" userId="6a6eda1f0b9c2b70" providerId="LiveId" clId="{5AF20240-4744-4A1F-9614-8AA47247F12D}" dt="2026-01-31T02:33:25.552" v="214" actId="20577"/>
          <ac:spMkLst>
            <pc:docMk/>
            <pc:sldMk cId="1751471191" sldId="2798"/>
            <ac:spMk id="3" creationId="{6AA8CC8D-0BBF-063A-0362-4C1B87E4CCBC}"/>
          </ac:spMkLst>
        </pc:spChg>
      </pc:sldChg>
      <pc:sldChg chg="modSp mod">
        <pc:chgData name="Reuben Stephen" userId="6a6eda1f0b9c2b70" providerId="LiveId" clId="{5AF20240-4744-4A1F-9614-8AA47247F12D}" dt="2026-01-31T02:32:49.342" v="206" actId="20577"/>
        <pc:sldMkLst>
          <pc:docMk/>
          <pc:sldMk cId="3500057353" sldId="2799"/>
        </pc:sldMkLst>
        <pc:spChg chg="mod">
          <ac:chgData name="Reuben Stephen" userId="6a6eda1f0b9c2b70" providerId="LiveId" clId="{5AF20240-4744-4A1F-9614-8AA47247F12D}" dt="2026-01-31T02:32:49.342" v="206" actId="20577"/>
          <ac:spMkLst>
            <pc:docMk/>
            <pc:sldMk cId="3500057353" sldId="2799"/>
            <ac:spMk id="3" creationId="{C09BA3F2-4B04-6569-A521-D8733E92543B}"/>
          </ac:spMkLst>
        </pc:spChg>
      </pc:sldChg>
      <pc:sldChg chg="modSp mod">
        <pc:chgData name="Reuben Stephen" userId="6a6eda1f0b9c2b70" providerId="LiveId" clId="{5AF20240-4744-4A1F-9614-8AA47247F12D}" dt="2026-01-31T02:32:25.661" v="203" actId="20577"/>
        <pc:sldMkLst>
          <pc:docMk/>
          <pc:sldMk cId="3742004525" sldId="2800"/>
        </pc:sldMkLst>
        <pc:spChg chg="mod">
          <ac:chgData name="Reuben Stephen" userId="6a6eda1f0b9c2b70" providerId="LiveId" clId="{5AF20240-4744-4A1F-9614-8AA47247F12D}" dt="2026-01-31T02:32:25.661" v="203" actId="20577"/>
          <ac:spMkLst>
            <pc:docMk/>
            <pc:sldMk cId="3742004525" sldId="2800"/>
            <ac:spMk id="3" creationId="{00B9E02F-9E62-85FE-F8EA-5ED70F53AC51}"/>
          </ac:spMkLst>
        </pc:spChg>
      </pc:sldChg>
      <pc:sldChg chg="modSp mod">
        <pc:chgData name="Reuben Stephen" userId="6a6eda1f0b9c2b70" providerId="LiveId" clId="{5AF20240-4744-4A1F-9614-8AA47247F12D}" dt="2026-01-31T02:32:01.332" v="200" actId="20577"/>
        <pc:sldMkLst>
          <pc:docMk/>
          <pc:sldMk cId="1716736936" sldId="2801"/>
        </pc:sldMkLst>
        <pc:spChg chg="mod">
          <ac:chgData name="Reuben Stephen" userId="6a6eda1f0b9c2b70" providerId="LiveId" clId="{5AF20240-4744-4A1F-9614-8AA47247F12D}" dt="2026-01-31T02:32:01.332" v="200" actId="20577"/>
          <ac:spMkLst>
            <pc:docMk/>
            <pc:sldMk cId="1716736936" sldId="2801"/>
            <ac:spMk id="3" creationId="{EAD4F89E-881D-86BD-BB4B-0244F63AEF57}"/>
          </ac:spMkLst>
        </pc:spChg>
      </pc:sldChg>
      <pc:sldChg chg="modSp mod">
        <pc:chgData name="Reuben Stephen" userId="6a6eda1f0b9c2b70" providerId="LiveId" clId="{5AF20240-4744-4A1F-9614-8AA47247F12D}" dt="2026-01-31T02:34:39.287" v="219" actId="20577"/>
        <pc:sldMkLst>
          <pc:docMk/>
          <pc:sldMk cId="1344435141" sldId="2804"/>
        </pc:sldMkLst>
        <pc:spChg chg="mod">
          <ac:chgData name="Reuben Stephen" userId="6a6eda1f0b9c2b70" providerId="LiveId" clId="{5AF20240-4744-4A1F-9614-8AA47247F12D}" dt="2026-01-31T02:34:39.287" v="219" actId="20577"/>
          <ac:spMkLst>
            <pc:docMk/>
            <pc:sldMk cId="1344435141" sldId="2804"/>
            <ac:spMk id="3" creationId="{4BF9CA61-6680-419C-A597-2B8F90F492F3}"/>
          </ac:spMkLst>
        </pc:spChg>
      </pc:sldChg>
      <pc:sldChg chg="modSp mod">
        <pc:chgData name="Reuben Stephen" userId="6a6eda1f0b9c2b70" providerId="LiveId" clId="{5AF20240-4744-4A1F-9614-8AA47247F12D}" dt="2026-01-31T01:27:26.447" v="5" actId="20577"/>
        <pc:sldMkLst>
          <pc:docMk/>
          <pc:sldMk cId="1731053038" sldId="2805"/>
        </pc:sldMkLst>
        <pc:spChg chg="mod">
          <ac:chgData name="Reuben Stephen" userId="6a6eda1f0b9c2b70" providerId="LiveId" clId="{5AF20240-4744-4A1F-9614-8AA47247F12D}" dt="2026-01-31T01:27:26.447" v="5" actId="20577"/>
          <ac:spMkLst>
            <pc:docMk/>
            <pc:sldMk cId="1731053038" sldId="2805"/>
            <ac:spMk id="12" creationId="{9112EF00-FDA2-2EFC-CBFA-905DBE4C3EC9}"/>
          </ac:spMkLst>
        </pc:spChg>
      </pc:sldChg>
      <pc:sldChg chg="modSp mod">
        <pc:chgData name="Reuben Stephen" userId="6a6eda1f0b9c2b70" providerId="LiveId" clId="{5AF20240-4744-4A1F-9614-8AA47247F12D}" dt="2026-01-31T01:51:11.731" v="55" actId="20577"/>
        <pc:sldMkLst>
          <pc:docMk/>
          <pc:sldMk cId="1299286638" sldId="2807"/>
        </pc:sldMkLst>
        <pc:spChg chg="mod">
          <ac:chgData name="Reuben Stephen" userId="6a6eda1f0b9c2b70" providerId="LiveId" clId="{5AF20240-4744-4A1F-9614-8AA47247F12D}" dt="2026-01-31T01:51:11.731" v="55" actId="20577"/>
          <ac:spMkLst>
            <pc:docMk/>
            <pc:sldMk cId="1299286638" sldId="2807"/>
            <ac:spMk id="5" creationId="{0BDDB5F6-2477-19CA-2021-B6C520BED054}"/>
          </ac:spMkLst>
        </pc:spChg>
      </pc:sldChg>
      <pc:sldChg chg="modSp mod">
        <pc:chgData name="Reuben Stephen" userId="6a6eda1f0b9c2b70" providerId="LiveId" clId="{5AF20240-4744-4A1F-9614-8AA47247F12D}" dt="2026-01-31T01:50:11.050" v="51" actId="20577"/>
        <pc:sldMkLst>
          <pc:docMk/>
          <pc:sldMk cId="2380195181" sldId="2808"/>
        </pc:sldMkLst>
        <pc:spChg chg="mod">
          <ac:chgData name="Reuben Stephen" userId="6a6eda1f0b9c2b70" providerId="LiveId" clId="{5AF20240-4744-4A1F-9614-8AA47247F12D}" dt="2026-01-31T01:50:11.050" v="51" actId="20577"/>
          <ac:spMkLst>
            <pc:docMk/>
            <pc:sldMk cId="2380195181" sldId="2808"/>
            <ac:spMk id="5" creationId="{68CA1BDB-2693-1278-7DF2-8BB5A1A22A4A}"/>
          </ac:spMkLst>
        </pc:spChg>
      </pc:sldChg>
      <pc:sldChg chg="modSp add mod">
        <pc:chgData name="Reuben Stephen" userId="6a6eda1f0b9c2b70" providerId="LiveId" clId="{5AF20240-4744-4A1F-9614-8AA47247F12D}" dt="2026-01-31T01:51:21.714" v="57" actId="20577"/>
        <pc:sldMkLst>
          <pc:docMk/>
          <pc:sldMk cId="729259257" sldId="2809"/>
        </pc:sldMkLst>
        <pc:spChg chg="mod">
          <ac:chgData name="Reuben Stephen" userId="6a6eda1f0b9c2b70" providerId="LiveId" clId="{5AF20240-4744-4A1F-9614-8AA47247F12D}" dt="2026-01-31T01:51:21.714" v="57" actId="20577"/>
          <ac:spMkLst>
            <pc:docMk/>
            <pc:sldMk cId="729259257" sldId="2809"/>
            <ac:spMk id="5" creationId="{B65FEE6F-4C05-6195-FA24-C86D524CE631}"/>
          </ac:spMkLst>
        </pc:spChg>
      </pc:sldChg>
      <pc:sldMasterChg chg="modSldLayout">
        <pc:chgData name="Reuben Stephen" userId="6a6eda1f0b9c2b70" providerId="LiveId" clId="{5AF20240-4744-4A1F-9614-8AA47247F12D}" dt="2026-01-31T01:30:53.406" v="28" actId="20577"/>
        <pc:sldMasterMkLst>
          <pc:docMk/>
          <pc:sldMasterMk cId="0" sldId="2147483648"/>
        </pc:sldMasterMkLst>
        <pc:sldLayoutChg chg="modSp mod">
          <pc:chgData name="Reuben Stephen" userId="6a6eda1f0b9c2b70" providerId="LiveId" clId="{5AF20240-4744-4A1F-9614-8AA47247F12D}" dt="2026-01-31T01:30:53.406" v="28" actId="20577"/>
          <pc:sldLayoutMkLst>
            <pc:docMk/>
            <pc:sldMasterMk cId="0" sldId="2147483648"/>
            <pc:sldLayoutMk cId="0" sldId="2147483662"/>
          </pc:sldLayoutMkLst>
          <pc:spChg chg="mod">
            <ac:chgData name="Reuben Stephen" userId="6a6eda1f0b9c2b70" providerId="LiveId" clId="{5AF20240-4744-4A1F-9614-8AA47247F12D}" dt="2026-01-31T01:30:53.406" v="28" actId="20577"/>
            <ac:spMkLst>
              <pc:docMk/>
              <pc:sldMasterMk cId="0" sldId="2147483648"/>
              <pc:sldLayoutMk cId="0" sldId="2147483662"/>
              <ac:spMk id="10" creationId="{00000000-0000-0000-0000-000000000000}"/>
            </ac:spMkLst>
          </pc:spChg>
        </pc:sldLayoutChg>
      </pc:sldMasterChg>
    </pc:docChg>
  </pc:docChgLst>
  <pc:docChgLst>
    <pc:chgData name="Divya Anjith" userId="5585c8a44a0edd06" providerId="Windows Live" clId="Web-{9A45EC51-E4FE-85C6-23AA-0561FC182A36}"/>
    <pc:docChg chg="addSld delSld modSld">
      <pc:chgData name="Divya Anjith" userId="5585c8a44a0edd06" providerId="Windows Live" clId="Web-{9A45EC51-E4FE-85C6-23AA-0561FC182A36}" dt="2026-01-20T11:28:27.719" v="255" actId="20577"/>
      <pc:docMkLst>
        <pc:docMk/>
      </pc:docMkLst>
      <pc:sldChg chg="modSp">
        <pc:chgData name="Divya Anjith" userId="5585c8a44a0edd06" providerId="Windows Live" clId="Web-{9A45EC51-E4FE-85C6-23AA-0561FC182A36}" dt="2026-01-20T10:29:47.608" v="26" actId="20577"/>
        <pc:sldMkLst>
          <pc:docMk/>
          <pc:sldMk cId="0" sldId="511"/>
        </pc:sldMkLst>
        <pc:spChg chg="mod">
          <ac:chgData name="Divya Anjith" userId="5585c8a44a0edd06" providerId="Windows Live" clId="Web-{9A45EC51-E4FE-85C6-23AA-0561FC182A36}" dt="2026-01-20T10:29:47.608" v="26" actId="20577"/>
          <ac:spMkLst>
            <pc:docMk/>
            <pc:sldMk cId="0" sldId="511"/>
            <ac:spMk id="2" creationId="{00000000-0000-0000-0000-000000000000}"/>
          </ac:spMkLst>
        </pc:spChg>
      </pc:sldChg>
      <pc:sldChg chg="modSp">
        <pc:chgData name="Divya Anjith" userId="5585c8a44a0edd06" providerId="Windows Live" clId="Web-{9A45EC51-E4FE-85C6-23AA-0561FC182A36}" dt="2026-01-20T11:13:36.732" v="117" actId="20577"/>
        <pc:sldMkLst>
          <pc:docMk/>
          <pc:sldMk cId="0" sldId="952"/>
        </pc:sldMkLst>
        <pc:spChg chg="mod">
          <ac:chgData name="Divya Anjith" userId="5585c8a44a0edd06" providerId="Windows Live" clId="Web-{9A45EC51-E4FE-85C6-23AA-0561FC182A36}" dt="2026-01-20T11:13:36.732" v="117" actId="20577"/>
          <ac:spMkLst>
            <pc:docMk/>
            <pc:sldMk cId="0" sldId="952"/>
            <ac:spMk id="3" creationId="{00000000-0000-0000-0000-000000000000}"/>
          </ac:spMkLst>
        </pc:spChg>
      </pc:sldChg>
      <pc:sldChg chg="modSp">
        <pc:chgData name="Divya Anjith" userId="5585c8a44a0edd06" providerId="Windows Live" clId="Web-{9A45EC51-E4FE-85C6-23AA-0561FC182A36}" dt="2026-01-20T10:34:05.579" v="51" actId="20577"/>
        <pc:sldMkLst>
          <pc:docMk/>
          <pc:sldMk cId="0" sldId="2569"/>
        </pc:sldMkLst>
        <pc:spChg chg="mod">
          <ac:chgData name="Divya Anjith" userId="5585c8a44a0edd06" providerId="Windows Live" clId="Web-{9A45EC51-E4FE-85C6-23AA-0561FC182A36}" dt="2026-01-20T10:34:05.579" v="51" actId="20577"/>
          <ac:spMkLst>
            <pc:docMk/>
            <pc:sldMk cId="0" sldId="2569"/>
            <ac:spMk id="2" creationId="{00000000-0000-0000-0000-000000000000}"/>
          </ac:spMkLst>
        </pc:spChg>
      </pc:sldChg>
      <pc:sldChg chg="modSp">
        <pc:chgData name="Divya Anjith" userId="5585c8a44a0edd06" providerId="Windows Live" clId="Web-{9A45EC51-E4FE-85C6-23AA-0561FC182A36}" dt="2026-01-20T11:15:58.484" v="140" actId="20577"/>
        <pc:sldMkLst>
          <pc:docMk/>
          <pc:sldMk cId="2999932702" sldId="2749"/>
        </pc:sldMkLst>
        <pc:spChg chg="mod">
          <ac:chgData name="Divya Anjith" userId="5585c8a44a0edd06" providerId="Windows Live" clId="Web-{9A45EC51-E4FE-85C6-23AA-0561FC182A36}" dt="2026-01-20T11:15:08.827" v="137" actId="20577"/>
          <ac:spMkLst>
            <pc:docMk/>
            <pc:sldMk cId="2999932702" sldId="2749"/>
            <ac:spMk id="2" creationId="{00000000-0000-0000-0000-000000000000}"/>
          </ac:spMkLst>
        </pc:spChg>
        <pc:spChg chg="mod">
          <ac:chgData name="Divya Anjith" userId="5585c8a44a0edd06" providerId="Windows Live" clId="Web-{9A45EC51-E4FE-85C6-23AA-0561FC182A36}" dt="2026-01-20T11:15:58.484" v="140" actId="20577"/>
          <ac:spMkLst>
            <pc:docMk/>
            <pc:sldMk cId="2999932702" sldId="2749"/>
            <ac:spMk id="8" creationId="{105970AF-B4E3-74CA-78B5-0CC351A22C09}"/>
          </ac:spMkLst>
        </pc:spChg>
        <pc:spChg chg="mod">
          <ac:chgData name="Divya Anjith" userId="5585c8a44a0edd06" providerId="Windows Live" clId="Web-{9A45EC51-E4FE-85C6-23AA-0561FC182A36}" dt="2026-01-20T11:14:29.951" v="124" actId="20577"/>
          <ac:spMkLst>
            <pc:docMk/>
            <pc:sldMk cId="2999932702" sldId="2749"/>
            <ac:spMk id="9" creationId="{FB420252-6173-ADB9-869E-182668223BF7}"/>
          </ac:spMkLst>
        </pc:spChg>
      </pc:sldChg>
      <pc:sldChg chg="modSp add replId">
        <pc:chgData name="Divya Anjith" userId="5585c8a44a0edd06" providerId="Windows Live" clId="Web-{9A45EC51-E4FE-85C6-23AA-0561FC182A36}" dt="2026-01-20T11:17:23.157" v="158" actId="20577"/>
        <pc:sldMkLst>
          <pc:docMk/>
          <pc:sldMk cId="2927026268" sldId="2776"/>
        </pc:sldMkLst>
        <pc:spChg chg="mod">
          <ac:chgData name="Divya Anjith" userId="5585c8a44a0edd06" providerId="Windows Live" clId="Web-{9A45EC51-E4FE-85C6-23AA-0561FC182A36}" dt="2026-01-20T11:17:23.157" v="158" actId="20577"/>
          <ac:spMkLst>
            <pc:docMk/>
            <pc:sldMk cId="2927026268" sldId="2776"/>
            <ac:spMk id="8" creationId="{2D6C6A5F-D3E8-9214-0801-8AF3F8034B53}"/>
          </ac:spMkLst>
        </pc:spChg>
        <pc:spChg chg="mod">
          <ac:chgData name="Divya Anjith" userId="5585c8a44a0edd06" providerId="Windows Live" clId="Web-{9A45EC51-E4FE-85C6-23AA-0561FC182A36}" dt="2026-01-20T11:17:02.907" v="145" actId="20577"/>
          <ac:spMkLst>
            <pc:docMk/>
            <pc:sldMk cId="2927026268" sldId="2776"/>
            <ac:spMk id="9" creationId="{45DC97B8-3156-B036-C522-C34C68ACB96A}"/>
          </ac:spMkLst>
        </pc:spChg>
      </pc:sldChg>
    </pc:docChg>
  </pc:docChgLst>
  <pc:docChgLst>
    <pc:chgData name="Divya Anjith" userId="5585c8a44a0edd06" providerId="Windows Live" clId="Web-{4B6934E2-B41C-2403-79D6-9422E8D4AA89}"/>
    <pc:docChg chg="modSld">
      <pc:chgData name="Divya Anjith" userId="5585c8a44a0edd06" providerId="Windows Live" clId="Web-{4B6934E2-B41C-2403-79D6-9422E8D4AA89}" dt="2026-01-31T02:21:47.199" v="2" actId="20577"/>
      <pc:docMkLst>
        <pc:docMk/>
      </pc:docMkLst>
      <pc:sldChg chg="modSp">
        <pc:chgData name="Divya Anjith" userId="5585c8a44a0edd06" providerId="Windows Live" clId="Web-{4B6934E2-B41C-2403-79D6-9422E8D4AA89}" dt="2026-01-31T02:21:47.199" v="2" actId="20577"/>
        <pc:sldMkLst>
          <pc:docMk/>
          <pc:sldMk cId="568971884" sldId="2796"/>
        </pc:sldMkLst>
        <pc:spChg chg="mod">
          <ac:chgData name="Divya Anjith" userId="5585c8a44a0edd06" providerId="Windows Live" clId="Web-{4B6934E2-B41C-2403-79D6-9422E8D4AA89}" dt="2026-01-31T02:21:47.199" v="2" actId="20577"/>
          <ac:spMkLst>
            <pc:docMk/>
            <pc:sldMk cId="568971884" sldId="2796"/>
            <ac:spMk id="4" creationId="{2C865161-3BDE-6844-CC51-0B66437A803B}"/>
          </ac:spMkLst>
        </pc:spChg>
      </pc:sldChg>
    </pc:docChg>
  </pc:docChgLst>
  <pc:docChgLst>
    <pc:chgData name="Divya Anjith" userId="5585c8a44a0edd06" providerId="Windows Live" clId="Web-{4C623F25-FEA5-D2FE-2E5E-8266C96F3BC5}"/>
    <pc:docChg chg="addSld delSld modSld">
      <pc:chgData name="Divya Anjith" userId="5585c8a44a0edd06" providerId="Windows Live" clId="Web-{4C623F25-FEA5-D2FE-2E5E-8266C96F3BC5}" dt="2026-01-29T02:04:58.913" v="460" actId="20577"/>
      <pc:docMkLst>
        <pc:docMk/>
      </pc:docMkLst>
      <pc:sldChg chg="modSp">
        <pc:chgData name="Divya Anjith" userId="5585c8a44a0edd06" providerId="Windows Live" clId="Web-{4C623F25-FEA5-D2FE-2E5E-8266C96F3BC5}" dt="2026-01-29T01:57:31.812" v="399" actId="20577"/>
        <pc:sldMkLst>
          <pc:docMk/>
          <pc:sldMk cId="0" sldId="511"/>
        </pc:sldMkLst>
        <pc:spChg chg="mod">
          <ac:chgData name="Divya Anjith" userId="5585c8a44a0edd06" providerId="Windows Live" clId="Web-{4C623F25-FEA5-D2FE-2E5E-8266C96F3BC5}" dt="2026-01-29T01:57:31.812" v="399" actId="20577"/>
          <ac:spMkLst>
            <pc:docMk/>
            <pc:sldMk cId="0" sldId="511"/>
            <ac:spMk id="2" creationId="{00000000-0000-0000-0000-000000000000}"/>
          </ac:spMkLst>
        </pc:spChg>
      </pc:sldChg>
      <pc:sldChg chg="modSp">
        <pc:chgData name="Divya Anjith" userId="5585c8a44a0edd06" providerId="Windows Live" clId="Web-{4C623F25-FEA5-D2FE-2E5E-8266C96F3BC5}" dt="2026-01-29T00:46:31.709" v="107" actId="20577"/>
        <pc:sldMkLst>
          <pc:docMk/>
          <pc:sldMk cId="3040895271" sldId="1758"/>
        </pc:sldMkLst>
        <pc:spChg chg="mod">
          <ac:chgData name="Divya Anjith" userId="5585c8a44a0edd06" providerId="Windows Live" clId="Web-{4C623F25-FEA5-D2FE-2E5E-8266C96F3BC5}" dt="2026-01-29T00:44:44.707" v="84" actId="14100"/>
          <ac:spMkLst>
            <pc:docMk/>
            <pc:sldMk cId="3040895271" sldId="1758"/>
            <ac:spMk id="4" creationId="{A9E52683-AECA-33B6-F5AB-C8CBD215CF08}"/>
          </ac:spMkLst>
        </pc:spChg>
        <pc:spChg chg="mod">
          <ac:chgData name="Divya Anjith" userId="5585c8a44a0edd06" providerId="Windows Live" clId="Web-{4C623F25-FEA5-D2FE-2E5E-8266C96F3BC5}" dt="2026-01-29T00:46:31.709" v="107" actId="20577"/>
          <ac:spMkLst>
            <pc:docMk/>
            <pc:sldMk cId="3040895271" sldId="1758"/>
            <ac:spMk id="13" creationId="{007BB913-9B65-46EC-B661-42A703EE22EC}"/>
          </ac:spMkLst>
        </pc:spChg>
        <pc:grpChg chg="mod">
          <ac:chgData name="Divya Anjith" userId="5585c8a44a0edd06" providerId="Windows Live" clId="Web-{4C623F25-FEA5-D2FE-2E5E-8266C96F3BC5}" dt="2026-01-29T00:44:47.332" v="85" actId="1076"/>
          <ac:grpSpMkLst>
            <pc:docMk/>
            <pc:sldMk cId="3040895271" sldId="1758"/>
            <ac:grpSpMk id="9" creationId="{91D8DF25-F973-D99B-C822-4D9C54D3D554}"/>
          </ac:grpSpMkLst>
        </pc:grpChg>
      </pc:sldChg>
      <pc:sldChg chg="modSp">
        <pc:chgData name="Divya Anjith" userId="5585c8a44a0edd06" providerId="Windows Live" clId="Web-{4C623F25-FEA5-D2FE-2E5E-8266C96F3BC5}" dt="2026-01-29T00:46:36.303" v="108" actId="20577"/>
        <pc:sldMkLst>
          <pc:docMk/>
          <pc:sldMk cId="3696153613" sldId="1759"/>
        </pc:sldMkLst>
        <pc:spChg chg="mod">
          <ac:chgData name="Divya Anjith" userId="5585c8a44a0edd06" providerId="Windows Live" clId="Web-{4C623F25-FEA5-D2FE-2E5E-8266C96F3BC5}" dt="2026-01-29T00:44:56.723" v="86"/>
          <ac:spMkLst>
            <pc:docMk/>
            <pc:sldMk cId="3696153613" sldId="1759"/>
            <ac:spMk id="4" creationId="{A9E52683-AECA-33B6-F5AB-C8CBD215CF08}"/>
          </ac:spMkLst>
        </pc:spChg>
        <pc:spChg chg="mod">
          <ac:chgData name="Divya Anjith" userId="5585c8a44a0edd06" providerId="Windows Live" clId="Web-{4C623F25-FEA5-D2FE-2E5E-8266C96F3BC5}" dt="2026-01-29T00:46:36.303" v="108" actId="20577"/>
          <ac:spMkLst>
            <pc:docMk/>
            <pc:sldMk cId="3696153613" sldId="1759"/>
            <ac:spMk id="13" creationId="{007BB913-9B65-46EC-B661-42A703EE22EC}"/>
          </ac:spMkLst>
        </pc:spChg>
        <pc:grpChg chg="mod">
          <ac:chgData name="Divya Anjith" userId="5585c8a44a0edd06" providerId="Windows Live" clId="Web-{4C623F25-FEA5-D2FE-2E5E-8266C96F3BC5}" dt="2026-01-29T00:45:03.036" v="87" actId="1076"/>
          <ac:grpSpMkLst>
            <pc:docMk/>
            <pc:sldMk cId="3696153613" sldId="1759"/>
            <ac:grpSpMk id="9" creationId="{91D8DF25-F973-D99B-C822-4D9C54D3D554}"/>
          </ac:grpSpMkLst>
        </pc:grpChg>
      </pc:sldChg>
      <pc:sldChg chg="modSp">
        <pc:chgData name="Divya Anjith" userId="5585c8a44a0edd06" providerId="Windows Live" clId="Web-{4C623F25-FEA5-D2FE-2E5E-8266C96F3BC5}" dt="2026-01-29T00:46:48.506" v="109" actId="20577"/>
        <pc:sldMkLst>
          <pc:docMk/>
          <pc:sldMk cId="3575758634" sldId="1760"/>
        </pc:sldMkLst>
        <pc:spChg chg="mod">
          <ac:chgData name="Divya Anjith" userId="5585c8a44a0edd06" providerId="Windows Live" clId="Web-{4C623F25-FEA5-D2FE-2E5E-8266C96F3BC5}" dt="2026-01-29T00:45:15.708" v="89" actId="14100"/>
          <ac:spMkLst>
            <pc:docMk/>
            <pc:sldMk cId="3575758634" sldId="1760"/>
            <ac:spMk id="4" creationId="{A9E52683-AECA-33B6-F5AB-C8CBD215CF08}"/>
          </ac:spMkLst>
        </pc:spChg>
        <pc:spChg chg="mod">
          <ac:chgData name="Divya Anjith" userId="5585c8a44a0edd06" providerId="Windows Live" clId="Web-{4C623F25-FEA5-D2FE-2E5E-8266C96F3BC5}" dt="2026-01-29T00:46:48.506" v="109" actId="20577"/>
          <ac:spMkLst>
            <pc:docMk/>
            <pc:sldMk cId="3575758634" sldId="1760"/>
            <ac:spMk id="13" creationId="{007BB913-9B65-46EC-B661-42A703EE22EC}"/>
          </ac:spMkLst>
        </pc:spChg>
        <pc:grpChg chg="mod">
          <ac:chgData name="Divya Anjith" userId="5585c8a44a0edd06" providerId="Windows Live" clId="Web-{4C623F25-FEA5-D2FE-2E5E-8266C96F3BC5}" dt="2026-01-29T00:45:18.614" v="90" actId="1076"/>
          <ac:grpSpMkLst>
            <pc:docMk/>
            <pc:sldMk cId="3575758634" sldId="1760"/>
            <ac:grpSpMk id="9" creationId="{91D8DF25-F973-D99B-C822-4D9C54D3D554}"/>
          </ac:grpSpMkLst>
        </pc:grpChg>
      </pc:sldChg>
      <pc:sldChg chg="modSp">
        <pc:chgData name="Divya Anjith" userId="5585c8a44a0edd06" providerId="Windows Live" clId="Web-{4C623F25-FEA5-D2FE-2E5E-8266C96F3BC5}" dt="2026-01-29T00:46:54.522" v="110" actId="20577"/>
        <pc:sldMkLst>
          <pc:docMk/>
          <pc:sldMk cId="3057697972" sldId="1761"/>
        </pc:sldMkLst>
        <pc:spChg chg="mod">
          <ac:chgData name="Divya Anjith" userId="5585c8a44a0edd06" providerId="Windows Live" clId="Web-{4C623F25-FEA5-D2FE-2E5E-8266C96F3BC5}" dt="2026-01-29T00:45:26.583" v="93" actId="20577"/>
          <ac:spMkLst>
            <pc:docMk/>
            <pc:sldMk cId="3057697972" sldId="1761"/>
            <ac:spMk id="4" creationId="{A9E52683-AECA-33B6-F5AB-C8CBD215CF08}"/>
          </ac:spMkLst>
        </pc:spChg>
        <pc:spChg chg="mod">
          <ac:chgData name="Divya Anjith" userId="5585c8a44a0edd06" providerId="Windows Live" clId="Web-{4C623F25-FEA5-D2FE-2E5E-8266C96F3BC5}" dt="2026-01-29T00:46:54.522" v="110" actId="20577"/>
          <ac:spMkLst>
            <pc:docMk/>
            <pc:sldMk cId="3057697972" sldId="1761"/>
            <ac:spMk id="13" creationId="{007BB913-9B65-46EC-B661-42A703EE22EC}"/>
          </ac:spMkLst>
        </pc:spChg>
        <pc:grpChg chg="mod">
          <ac:chgData name="Divya Anjith" userId="5585c8a44a0edd06" providerId="Windows Live" clId="Web-{4C623F25-FEA5-D2FE-2E5E-8266C96F3BC5}" dt="2026-01-29T00:45:29.255" v="94" actId="1076"/>
          <ac:grpSpMkLst>
            <pc:docMk/>
            <pc:sldMk cId="3057697972" sldId="1761"/>
            <ac:grpSpMk id="9" creationId="{91D8DF25-F973-D99B-C822-4D9C54D3D554}"/>
          </ac:grpSpMkLst>
        </pc:grpChg>
      </pc:sldChg>
      <pc:sldChg chg="modSp">
        <pc:chgData name="Divya Anjith" userId="5585c8a44a0edd06" providerId="Windows Live" clId="Web-{4C623F25-FEA5-D2FE-2E5E-8266C96F3BC5}" dt="2026-01-29T00:46:59.381" v="111" actId="20577"/>
        <pc:sldMkLst>
          <pc:docMk/>
          <pc:sldMk cId="4100383940" sldId="1762"/>
        </pc:sldMkLst>
        <pc:spChg chg="mod">
          <ac:chgData name="Divya Anjith" userId="5585c8a44a0edd06" providerId="Windows Live" clId="Web-{4C623F25-FEA5-D2FE-2E5E-8266C96F3BC5}" dt="2026-01-29T00:45:34.974" v="97" actId="20577"/>
          <ac:spMkLst>
            <pc:docMk/>
            <pc:sldMk cId="4100383940" sldId="1762"/>
            <ac:spMk id="4" creationId="{A9E52683-AECA-33B6-F5AB-C8CBD215CF08}"/>
          </ac:spMkLst>
        </pc:spChg>
        <pc:spChg chg="mod">
          <ac:chgData name="Divya Anjith" userId="5585c8a44a0edd06" providerId="Windows Live" clId="Web-{4C623F25-FEA5-D2FE-2E5E-8266C96F3BC5}" dt="2026-01-29T00:46:59.381" v="111" actId="20577"/>
          <ac:spMkLst>
            <pc:docMk/>
            <pc:sldMk cId="4100383940" sldId="1762"/>
            <ac:spMk id="13" creationId="{007BB913-9B65-46EC-B661-42A703EE22EC}"/>
          </ac:spMkLst>
        </pc:spChg>
        <pc:grpChg chg="mod">
          <ac:chgData name="Divya Anjith" userId="5585c8a44a0edd06" providerId="Windows Live" clId="Web-{4C623F25-FEA5-D2FE-2E5E-8266C96F3BC5}" dt="2026-01-29T00:45:37.568" v="98" actId="1076"/>
          <ac:grpSpMkLst>
            <pc:docMk/>
            <pc:sldMk cId="4100383940" sldId="1762"/>
            <ac:grpSpMk id="9" creationId="{91D8DF25-F973-D99B-C822-4D9C54D3D554}"/>
          </ac:grpSpMkLst>
        </pc:grpChg>
      </pc:sldChg>
      <pc:sldChg chg="modSp">
        <pc:chgData name="Divya Anjith" userId="5585c8a44a0edd06" providerId="Windows Live" clId="Web-{4C623F25-FEA5-D2FE-2E5E-8266C96F3BC5}" dt="2026-01-29T00:47:07.600" v="112" actId="20577"/>
        <pc:sldMkLst>
          <pc:docMk/>
          <pc:sldMk cId="631600823" sldId="1763"/>
        </pc:sldMkLst>
        <pc:spChg chg="mod">
          <ac:chgData name="Divya Anjith" userId="5585c8a44a0edd06" providerId="Windows Live" clId="Web-{4C623F25-FEA5-D2FE-2E5E-8266C96F3BC5}" dt="2026-01-29T00:45:53.083" v="99"/>
          <ac:spMkLst>
            <pc:docMk/>
            <pc:sldMk cId="631600823" sldId="1763"/>
            <ac:spMk id="4" creationId="{A9E52683-AECA-33B6-F5AB-C8CBD215CF08}"/>
          </ac:spMkLst>
        </pc:spChg>
        <pc:spChg chg="mod">
          <ac:chgData name="Divya Anjith" userId="5585c8a44a0edd06" providerId="Windows Live" clId="Web-{4C623F25-FEA5-D2FE-2E5E-8266C96F3BC5}" dt="2026-01-29T00:47:07.600" v="112" actId="20577"/>
          <ac:spMkLst>
            <pc:docMk/>
            <pc:sldMk cId="631600823" sldId="1763"/>
            <ac:spMk id="13" creationId="{007BB913-9B65-46EC-B661-42A703EE22EC}"/>
          </ac:spMkLst>
        </pc:spChg>
        <pc:grpChg chg="mod">
          <ac:chgData name="Divya Anjith" userId="5585c8a44a0edd06" providerId="Windows Live" clId="Web-{4C623F25-FEA5-D2FE-2E5E-8266C96F3BC5}" dt="2026-01-29T00:46:00.380" v="100" actId="1076"/>
          <ac:grpSpMkLst>
            <pc:docMk/>
            <pc:sldMk cId="631600823" sldId="1763"/>
            <ac:grpSpMk id="9" creationId="{91D8DF25-F973-D99B-C822-4D9C54D3D554}"/>
          </ac:grpSpMkLst>
        </pc:grpChg>
      </pc:sldChg>
      <pc:sldChg chg="modSp">
        <pc:chgData name="Divya Anjith" userId="5585c8a44a0edd06" providerId="Windows Live" clId="Web-{4C623F25-FEA5-D2FE-2E5E-8266C96F3BC5}" dt="2026-01-29T00:47:12.522" v="113" actId="20577"/>
        <pc:sldMkLst>
          <pc:docMk/>
          <pc:sldMk cId="3749661622" sldId="1764"/>
        </pc:sldMkLst>
        <pc:spChg chg="mod">
          <ac:chgData name="Divya Anjith" userId="5585c8a44a0edd06" providerId="Windows Live" clId="Web-{4C623F25-FEA5-D2FE-2E5E-8266C96F3BC5}" dt="2026-01-29T00:46:07.256" v="103" actId="20577"/>
          <ac:spMkLst>
            <pc:docMk/>
            <pc:sldMk cId="3749661622" sldId="1764"/>
            <ac:spMk id="4" creationId="{A9E52683-AECA-33B6-F5AB-C8CBD215CF08}"/>
          </ac:spMkLst>
        </pc:spChg>
        <pc:spChg chg="mod">
          <ac:chgData name="Divya Anjith" userId="5585c8a44a0edd06" providerId="Windows Live" clId="Web-{4C623F25-FEA5-D2FE-2E5E-8266C96F3BC5}" dt="2026-01-29T00:47:12.522" v="113" actId="20577"/>
          <ac:spMkLst>
            <pc:docMk/>
            <pc:sldMk cId="3749661622" sldId="1764"/>
            <ac:spMk id="13" creationId="{007BB913-9B65-46EC-B661-42A703EE22EC}"/>
          </ac:spMkLst>
        </pc:spChg>
        <pc:grpChg chg="mod">
          <ac:chgData name="Divya Anjith" userId="5585c8a44a0edd06" providerId="Windows Live" clId="Web-{4C623F25-FEA5-D2FE-2E5E-8266C96F3BC5}" dt="2026-01-29T00:46:10.193" v="104" actId="1076"/>
          <ac:grpSpMkLst>
            <pc:docMk/>
            <pc:sldMk cId="3749661622" sldId="1764"/>
            <ac:grpSpMk id="9" creationId="{91D8DF25-F973-D99B-C822-4D9C54D3D554}"/>
          </ac:grpSpMkLst>
        </pc:grpChg>
      </pc:sldChg>
      <pc:sldChg chg="modSp">
        <pc:chgData name="Divya Anjith" userId="5585c8a44a0edd06" providerId="Windows Live" clId="Web-{4C623F25-FEA5-D2FE-2E5E-8266C96F3BC5}" dt="2026-01-29T00:40:02.155" v="42" actId="20577"/>
        <pc:sldMkLst>
          <pc:docMk/>
          <pc:sldMk cId="0" sldId="1888"/>
        </pc:sldMkLst>
        <pc:spChg chg="mod">
          <ac:chgData name="Divya Anjith" userId="5585c8a44a0edd06" providerId="Windows Live" clId="Web-{4C623F25-FEA5-D2FE-2E5E-8266C96F3BC5}" dt="2026-01-29T00:40:02.155" v="42" actId="20577"/>
          <ac:spMkLst>
            <pc:docMk/>
            <pc:sldMk cId="0" sldId="1888"/>
            <ac:spMk id="5" creationId="{B8B10497-B0AA-B0DC-AB88-37A061DE297C}"/>
          </ac:spMkLst>
        </pc:spChg>
      </pc:sldChg>
      <pc:sldChg chg="add">
        <pc:chgData name="Divya Anjith" userId="5585c8a44a0edd06" providerId="Windows Live" clId="Web-{4C623F25-FEA5-D2FE-2E5E-8266C96F3BC5}" dt="2026-01-29T01:54:08.448" v="350"/>
        <pc:sldMkLst>
          <pc:docMk/>
          <pc:sldMk cId="23874075" sldId="1959"/>
        </pc:sldMkLst>
      </pc:sldChg>
      <pc:sldChg chg="modSp">
        <pc:chgData name="Divya Anjith" userId="5585c8a44a0edd06" providerId="Windows Live" clId="Web-{4C623F25-FEA5-D2FE-2E5E-8266C96F3BC5}" dt="2026-01-29T01:46:43.895" v="291" actId="20577"/>
        <pc:sldMkLst>
          <pc:docMk/>
          <pc:sldMk cId="2755791794" sldId="1970"/>
        </pc:sldMkLst>
        <pc:spChg chg="mod">
          <ac:chgData name="Divya Anjith" userId="5585c8a44a0edd06" providerId="Windows Live" clId="Web-{4C623F25-FEA5-D2FE-2E5E-8266C96F3BC5}" dt="2026-01-29T01:46:43.895" v="291" actId="20577"/>
          <ac:spMkLst>
            <pc:docMk/>
            <pc:sldMk cId="2755791794" sldId="1970"/>
            <ac:spMk id="2" creationId="{00000000-0000-0000-0000-000000000000}"/>
          </ac:spMkLst>
        </pc:spChg>
      </pc:sldChg>
      <pc:sldChg chg="modSp">
        <pc:chgData name="Divya Anjith" userId="5585c8a44a0edd06" providerId="Windows Live" clId="Web-{4C623F25-FEA5-D2FE-2E5E-8266C96F3BC5}" dt="2026-01-29T01:59:42.565" v="403" actId="20577"/>
        <pc:sldMkLst>
          <pc:docMk/>
          <pc:sldMk cId="88404620" sldId="1980"/>
        </pc:sldMkLst>
        <pc:spChg chg="mod">
          <ac:chgData name="Divya Anjith" userId="5585c8a44a0edd06" providerId="Windows Live" clId="Web-{4C623F25-FEA5-D2FE-2E5E-8266C96F3BC5}" dt="2026-01-29T01:59:42.565" v="403" actId="20577"/>
          <ac:spMkLst>
            <pc:docMk/>
            <pc:sldMk cId="88404620" sldId="1980"/>
            <ac:spMk id="4" creationId="{11638D45-CE17-40C1-F11F-770D918C473D}"/>
          </ac:spMkLst>
        </pc:spChg>
      </pc:sldChg>
      <pc:sldChg chg="modSp">
        <pc:chgData name="Divya Anjith" userId="5585c8a44a0edd06" providerId="Windows Live" clId="Web-{4C623F25-FEA5-D2FE-2E5E-8266C96F3BC5}" dt="2026-01-29T00:43:13.174" v="72" actId="1076"/>
        <pc:sldMkLst>
          <pc:docMk/>
          <pc:sldMk cId="3779911877" sldId="1997"/>
        </pc:sldMkLst>
        <pc:spChg chg="mod">
          <ac:chgData name="Divya Anjith" userId="5585c8a44a0edd06" providerId="Windows Live" clId="Web-{4C623F25-FEA5-D2FE-2E5E-8266C96F3BC5}" dt="2026-01-29T00:40:28.093" v="44" actId="20577"/>
          <ac:spMkLst>
            <pc:docMk/>
            <pc:sldMk cId="3779911877" sldId="1997"/>
            <ac:spMk id="13" creationId="{0C634CD7-7112-8536-A3E0-B31413030422}"/>
          </ac:spMkLst>
        </pc:spChg>
        <pc:grpChg chg="mod">
          <ac:chgData name="Divya Anjith" userId="5585c8a44a0edd06" providerId="Windows Live" clId="Web-{4C623F25-FEA5-D2FE-2E5E-8266C96F3BC5}" dt="2026-01-29T00:43:13.174" v="72" actId="1076"/>
          <ac:grpSpMkLst>
            <pc:docMk/>
            <pc:sldMk cId="3779911877" sldId="1997"/>
            <ac:grpSpMk id="7" creationId="{0D9904FA-4288-6E03-6DB0-3045A0C9D27A}"/>
          </ac:grpSpMkLst>
        </pc:grpChg>
      </pc:sldChg>
      <pc:sldChg chg="modSp">
        <pc:chgData name="Divya Anjith" userId="5585c8a44a0edd06" providerId="Windows Live" clId="Web-{4C623F25-FEA5-D2FE-2E5E-8266C96F3BC5}" dt="2026-01-29T00:43:17.643" v="73" actId="1076"/>
        <pc:sldMkLst>
          <pc:docMk/>
          <pc:sldMk cId="1347781755" sldId="1998"/>
        </pc:sldMkLst>
        <pc:spChg chg="mod">
          <ac:chgData name="Divya Anjith" userId="5585c8a44a0edd06" providerId="Windows Live" clId="Web-{4C623F25-FEA5-D2FE-2E5E-8266C96F3BC5}" dt="2026-01-29T00:40:46.343" v="46" actId="14100"/>
          <ac:spMkLst>
            <pc:docMk/>
            <pc:sldMk cId="1347781755" sldId="1998"/>
            <ac:spMk id="5" creationId="{325AF87E-9D48-CE0B-9C0A-5C85175F49A4}"/>
          </ac:spMkLst>
        </pc:spChg>
        <pc:spChg chg="mod">
          <ac:chgData name="Divya Anjith" userId="5585c8a44a0edd06" providerId="Windows Live" clId="Web-{4C623F25-FEA5-D2FE-2E5E-8266C96F3BC5}" dt="2026-01-29T00:40:52.781" v="49" actId="20577"/>
          <ac:spMkLst>
            <pc:docMk/>
            <pc:sldMk cId="1347781755" sldId="1998"/>
            <ac:spMk id="13" creationId="{47E9C47B-1CEA-26E6-3D05-81C73EB70242}"/>
          </ac:spMkLst>
        </pc:spChg>
        <pc:grpChg chg="mod">
          <ac:chgData name="Divya Anjith" userId="5585c8a44a0edd06" providerId="Windows Live" clId="Web-{4C623F25-FEA5-D2FE-2E5E-8266C96F3BC5}" dt="2026-01-29T00:43:17.643" v="73" actId="1076"/>
          <ac:grpSpMkLst>
            <pc:docMk/>
            <pc:sldMk cId="1347781755" sldId="1998"/>
            <ac:grpSpMk id="7" creationId="{5BC2257F-9FD7-6451-4F97-AF3A39FF24FC}"/>
          </ac:grpSpMkLst>
        </pc:grpChg>
      </pc:sldChg>
      <pc:sldChg chg="modSp">
        <pc:chgData name="Divya Anjith" userId="5585c8a44a0edd06" providerId="Windows Live" clId="Web-{4C623F25-FEA5-D2FE-2E5E-8266C96F3BC5}" dt="2026-01-29T00:43:24.581" v="74" actId="1076"/>
        <pc:sldMkLst>
          <pc:docMk/>
          <pc:sldMk cId="2631305484" sldId="2047"/>
        </pc:sldMkLst>
        <pc:spChg chg="mod">
          <ac:chgData name="Divya Anjith" userId="5585c8a44a0edd06" providerId="Windows Live" clId="Web-{4C623F25-FEA5-D2FE-2E5E-8266C96F3BC5}" dt="2026-01-29T00:41:11.687" v="53" actId="14100"/>
          <ac:spMkLst>
            <pc:docMk/>
            <pc:sldMk cId="2631305484" sldId="2047"/>
            <ac:spMk id="5" creationId="{325AF87E-9D48-CE0B-9C0A-5C85175F49A4}"/>
          </ac:spMkLst>
        </pc:spChg>
        <pc:spChg chg="mod">
          <ac:chgData name="Divya Anjith" userId="5585c8a44a0edd06" providerId="Windows Live" clId="Web-{4C623F25-FEA5-D2FE-2E5E-8266C96F3BC5}" dt="2026-01-29T00:41:19.500" v="54" actId="20577"/>
          <ac:spMkLst>
            <pc:docMk/>
            <pc:sldMk cId="2631305484" sldId="2047"/>
            <ac:spMk id="13" creationId="{0D1723F7-E45F-74A2-AD97-C9D0BCC98120}"/>
          </ac:spMkLst>
        </pc:spChg>
        <pc:grpChg chg="mod">
          <ac:chgData name="Divya Anjith" userId="5585c8a44a0edd06" providerId="Windows Live" clId="Web-{4C623F25-FEA5-D2FE-2E5E-8266C96F3BC5}" dt="2026-01-29T00:43:24.581" v="74" actId="1076"/>
          <ac:grpSpMkLst>
            <pc:docMk/>
            <pc:sldMk cId="2631305484" sldId="2047"/>
            <ac:grpSpMk id="7" creationId="{5BC2257F-9FD7-6451-4F97-AF3A39FF24FC}"/>
          </ac:grpSpMkLst>
        </pc:grpChg>
      </pc:sldChg>
      <pc:sldChg chg="modSp">
        <pc:chgData name="Divya Anjith" userId="5585c8a44a0edd06" providerId="Windows Live" clId="Web-{4C623F25-FEA5-D2FE-2E5E-8266C96F3BC5}" dt="2026-01-29T00:43:30.315" v="75" actId="1076"/>
        <pc:sldMkLst>
          <pc:docMk/>
          <pc:sldMk cId="3222565267" sldId="2048"/>
        </pc:sldMkLst>
        <pc:spChg chg="mod">
          <ac:chgData name="Divya Anjith" userId="5585c8a44a0edd06" providerId="Windows Live" clId="Web-{4C623F25-FEA5-D2FE-2E5E-8266C96F3BC5}" dt="2026-01-29T00:41:57.689" v="57" actId="14100"/>
          <ac:spMkLst>
            <pc:docMk/>
            <pc:sldMk cId="3222565267" sldId="2048"/>
            <ac:spMk id="5" creationId="{325AF87E-9D48-CE0B-9C0A-5C85175F49A4}"/>
          </ac:spMkLst>
        </pc:spChg>
        <pc:spChg chg="mod">
          <ac:chgData name="Divya Anjith" userId="5585c8a44a0edd06" providerId="Windows Live" clId="Web-{4C623F25-FEA5-D2FE-2E5E-8266C96F3BC5}" dt="2026-01-29T00:41:35.610" v="55" actId="20577"/>
          <ac:spMkLst>
            <pc:docMk/>
            <pc:sldMk cId="3222565267" sldId="2048"/>
            <ac:spMk id="13" creationId="{8406A780-28AB-B0F1-52D1-CBAAC0E77D51}"/>
          </ac:spMkLst>
        </pc:spChg>
        <pc:grpChg chg="mod">
          <ac:chgData name="Divya Anjith" userId="5585c8a44a0edd06" providerId="Windows Live" clId="Web-{4C623F25-FEA5-D2FE-2E5E-8266C96F3BC5}" dt="2026-01-29T00:43:30.315" v="75" actId="1076"/>
          <ac:grpSpMkLst>
            <pc:docMk/>
            <pc:sldMk cId="3222565267" sldId="2048"/>
            <ac:grpSpMk id="7" creationId="{5BC2257F-9FD7-6451-4F97-AF3A39FF24FC}"/>
          </ac:grpSpMkLst>
        </pc:grpChg>
      </pc:sldChg>
      <pc:sldChg chg="modSp">
        <pc:chgData name="Divya Anjith" userId="5585c8a44a0edd06" providerId="Windows Live" clId="Web-{4C623F25-FEA5-D2FE-2E5E-8266C96F3BC5}" dt="2026-01-29T00:43:35.550" v="76" actId="1076"/>
        <pc:sldMkLst>
          <pc:docMk/>
          <pc:sldMk cId="349789688" sldId="2049"/>
        </pc:sldMkLst>
        <pc:spChg chg="mod">
          <ac:chgData name="Divya Anjith" userId="5585c8a44a0edd06" providerId="Windows Live" clId="Web-{4C623F25-FEA5-D2FE-2E5E-8266C96F3BC5}" dt="2026-01-29T00:42:12.158" v="61" actId="14100"/>
          <ac:spMkLst>
            <pc:docMk/>
            <pc:sldMk cId="349789688" sldId="2049"/>
            <ac:spMk id="5" creationId="{325AF87E-9D48-CE0B-9C0A-5C85175F49A4}"/>
          </ac:spMkLst>
        </pc:spChg>
        <pc:spChg chg="mod">
          <ac:chgData name="Divya Anjith" userId="5585c8a44a0edd06" providerId="Windows Live" clId="Web-{4C623F25-FEA5-D2FE-2E5E-8266C96F3BC5}" dt="2026-01-29T00:42:15.705" v="62" actId="20577"/>
          <ac:spMkLst>
            <pc:docMk/>
            <pc:sldMk cId="349789688" sldId="2049"/>
            <ac:spMk id="13" creationId="{C5C23F4D-BE61-DB8F-FA86-BB4AD065260A}"/>
          </ac:spMkLst>
        </pc:spChg>
        <pc:grpChg chg="mod">
          <ac:chgData name="Divya Anjith" userId="5585c8a44a0edd06" providerId="Windows Live" clId="Web-{4C623F25-FEA5-D2FE-2E5E-8266C96F3BC5}" dt="2026-01-29T00:43:35.550" v="76" actId="1076"/>
          <ac:grpSpMkLst>
            <pc:docMk/>
            <pc:sldMk cId="349789688" sldId="2049"/>
            <ac:grpSpMk id="7" creationId="{5BC2257F-9FD7-6451-4F97-AF3A39FF24FC}"/>
          </ac:grpSpMkLst>
        </pc:grpChg>
      </pc:sldChg>
      <pc:sldChg chg="modSp">
        <pc:chgData name="Divya Anjith" userId="5585c8a44a0edd06" providerId="Windows Live" clId="Web-{4C623F25-FEA5-D2FE-2E5E-8266C96F3BC5}" dt="2026-01-29T00:43:42.847" v="77" actId="1076"/>
        <pc:sldMkLst>
          <pc:docMk/>
          <pc:sldMk cId="628279741" sldId="2050"/>
        </pc:sldMkLst>
        <pc:spChg chg="mod">
          <ac:chgData name="Divya Anjith" userId="5585c8a44a0edd06" providerId="Windows Live" clId="Web-{4C623F25-FEA5-D2FE-2E5E-8266C96F3BC5}" dt="2026-01-29T00:42:29.564" v="65" actId="14100"/>
          <ac:spMkLst>
            <pc:docMk/>
            <pc:sldMk cId="628279741" sldId="2050"/>
            <ac:spMk id="5" creationId="{325AF87E-9D48-CE0B-9C0A-5C85175F49A4}"/>
          </ac:spMkLst>
        </pc:spChg>
        <pc:spChg chg="mod">
          <ac:chgData name="Divya Anjith" userId="5585c8a44a0edd06" providerId="Windows Live" clId="Web-{4C623F25-FEA5-D2FE-2E5E-8266C96F3BC5}" dt="2026-01-29T00:42:32.377" v="67" actId="20577"/>
          <ac:spMkLst>
            <pc:docMk/>
            <pc:sldMk cId="628279741" sldId="2050"/>
            <ac:spMk id="14" creationId="{C230B4F7-9534-4985-6FD8-5573C6F8AB4F}"/>
          </ac:spMkLst>
        </pc:spChg>
        <pc:grpChg chg="mod">
          <ac:chgData name="Divya Anjith" userId="5585c8a44a0edd06" providerId="Windows Live" clId="Web-{4C623F25-FEA5-D2FE-2E5E-8266C96F3BC5}" dt="2026-01-29T00:43:42.847" v="77" actId="1076"/>
          <ac:grpSpMkLst>
            <pc:docMk/>
            <pc:sldMk cId="628279741" sldId="2050"/>
            <ac:grpSpMk id="7" creationId="{5BC2257F-9FD7-6451-4F97-AF3A39FF24FC}"/>
          </ac:grpSpMkLst>
        </pc:grpChg>
      </pc:sldChg>
      <pc:sldChg chg="modSp">
        <pc:chgData name="Divya Anjith" userId="5585c8a44a0edd06" providerId="Windows Live" clId="Web-{4C623F25-FEA5-D2FE-2E5E-8266C96F3BC5}" dt="2026-01-29T00:43:58.628" v="79" actId="20577"/>
        <pc:sldMkLst>
          <pc:docMk/>
          <pc:sldMk cId="2383871371" sldId="2051"/>
        </pc:sldMkLst>
        <pc:spChg chg="mod">
          <ac:chgData name="Divya Anjith" userId="5585c8a44a0edd06" providerId="Windows Live" clId="Web-{4C623F25-FEA5-D2FE-2E5E-8266C96F3BC5}" dt="2026-01-29T00:43:58.628" v="79" actId="20577"/>
          <ac:spMkLst>
            <pc:docMk/>
            <pc:sldMk cId="2383871371" sldId="2051"/>
            <ac:spMk id="4" creationId="{11638D45-CE17-40C1-F11F-770D918C473D}"/>
          </ac:spMkLst>
        </pc:spChg>
        <pc:spChg chg="mod">
          <ac:chgData name="Divya Anjith" userId="5585c8a44a0edd06" providerId="Windows Live" clId="Web-{4C623F25-FEA5-D2FE-2E5E-8266C96F3BC5}" dt="2026-01-29T00:42:54.424" v="69" actId="14100"/>
          <ac:spMkLst>
            <pc:docMk/>
            <pc:sldMk cId="2383871371" sldId="2051"/>
            <ac:spMk id="5" creationId="{325AF87E-9D48-CE0B-9C0A-5C85175F49A4}"/>
          </ac:spMkLst>
        </pc:spChg>
        <pc:grpChg chg="mod">
          <ac:chgData name="Divya Anjith" userId="5585c8a44a0edd06" providerId="Windows Live" clId="Web-{4C623F25-FEA5-D2FE-2E5E-8266C96F3BC5}" dt="2026-01-29T00:43:48.191" v="78" actId="1076"/>
          <ac:grpSpMkLst>
            <pc:docMk/>
            <pc:sldMk cId="2383871371" sldId="2051"/>
            <ac:grpSpMk id="7" creationId="{5BC2257F-9FD7-6451-4F97-AF3A39FF24FC}"/>
          </ac:grpSpMkLst>
        </pc:grpChg>
        <pc:grpChg chg="mod">
          <ac:chgData name="Divya Anjith" userId="5585c8a44a0edd06" providerId="Windows Live" clId="Web-{4C623F25-FEA5-D2FE-2E5E-8266C96F3BC5}" dt="2026-01-29T00:43:03.127" v="71" actId="1076"/>
          <ac:grpSpMkLst>
            <pc:docMk/>
            <pc:sldMk cId="2383871371" sldId="2051"/>
            <ac:grpSpMk id="10" creationId="{20057502-663C-B5A6-AE2F-6B4BF310D543}"/>
          </ac:grpSpMkLst>
        </pc:grpChg>
      </pc:sldChg>
      <pc:sldChg chg="modSp">
        <pc:chgData name="Divya Anjith" userId="5585c8a44a0edd06" providerId="Windows Live" clId="Web-{4C623F25-FEA5-D2FE-2E5E-8266C96F3BC5}" dt="2026-01-29T01:46:48.301" v="293" actId="20577"/>
        <pc:sldMkLst>
          <pc:docMk/>
          <pc:sldMk cId="857973535" sldId="2106"/>
        </pc:sldMkLst>
        <pc:spChg chg="mod">
          <ac:chgData name="Divya Anjith" userId="5585c8a44a0edd06" providerId="Windows Live" clId="Web-{4C623F25-FEA5-D2FE-2E5E-8266C96F3BC5}" dt="2026-01-29T01:46:48.301" v="293" actId="20577"/>
          <ac:spMkLst>
            <pc:docMk/>
            <pc:sldMk cId="857973535" sldId="2106"/>
            <ac:spMk id="2" creationId="{00000000-0000-0000-0000-000000000000}"/>
          </ac:spMkLst>
        </pc:spChg>
        <pc:spChg chg="mod">
          <ac:chgData name="Divya Anjith" userId="5585c8a44a0edd06" providerId="Windows Live" clId="Web-{4C623F25-FEA5-D2FE-2E5E-8266C96F3BC5}" dt="2026-01-29T01:33:12.028" v="219" actId="20577"/>
          <ac:spMkLst>
            <pc:docMk/>
            <pc:sldMk cId="857973535" sldId="2106"/>
            <ac:spMk id="4" creationId="{11638D45-CE17-40C1-F11F-770D918C473D}"/>
          </ac:spMkLst>
        </pc:spChg>
      </pc:sldChg>
      <pc:sldChg chg="modSp">
        <pc:chgData name="Divya Anjith" userId="5585c8a44a0edd06" providerId="Windows Live" clId="Web-{4C623F25-FEA5-D2FE-2E5E-8266C96F3BC5}" dt="2026-01-29T01:33:26.919" v="221" actId="20577"/>
        <pc:sldMkLst>
          <pc:docMk/>
          <pc:sldMk cId="704530043" sldId="2107"/>
        </pc:sldMkLst>
        <pc:spChg chg="mod">
          <ac:chgData name="Divya Anjith" userId="5585c8a44a0edd06" providerId="Windows Live" clId="Web-{4C623F25-FEA5-D2FE-2E5E-8266C96F3BC5}" dt="2026-01-29T01:33:26.919" v="221" actId="20577"/>
          <ac:spMkLst>
            <pc:docMk/>
            <pc:sldMk cId="704530043" sldId="2107"/>
            <ac:spMk id="4" creationId="{11638D45-CE17-40C1-F11F-770D918C473D}"/>
          </ac:spMkLst>
        </pc:spChg>
      </pc:sldChg>
      <pc:sldChg chg="modSp">
        <pc:chgData name="Divya Anjith" userId="5585c8a44a0edd06" providerId="Windows Live" clId="Web-{4C623F25-FEA5-D2FE-2E5E-8266C96F3BC5}" dt="2026-01-29T01:34:48.749" v="232" actId="20577"/>
        <pc:sldMkLst>
          <pc:docMk/>
          <pc:sldMk cId="3401254681" sldId="2108"/>
        </pc:sldMkLst>
        <pc:spChg chg="mod">
          <ac:chgData name="Divya Anjith" userId="5585c8a44a0edd06" providerId="Windows Live" clId="Web-{4C623F25-FEA5-D2FE-2E5E-8266C96F3BC5}" dt="2026-01-29T01:34:48.749" v="232" actId="20577"/>
          <ac:spMkLst>
            <pc:docMk/>
            <pc:sldMk cId="3401254681" sldId="2108"/>
            <ac:spMk id="4" creationId="{11638D45-CE17-40C1-F11F-770D918C473D}"/>
          </ac:spMkLst>
        </pc:spChg>
      </pc:sldChg>
      <pc:sldChg chg="modSp">
        <pc:chgData name="Divya Anjith" userId="5585c8a44a0edd06" providerId="Windows Live" clId="Web-{4C623F25-FEA5-D2FE-2E5E-8266C96F3BC5}" dt="2026-01-29T01:34:43.327" v="231" actId="20577"/>
        <pc:sldMkLst>
          <pc:docMk/>
          <pc:sldMk cId="2730171112" sldId="2109"/>
        </pc:sldMkLst>
        <pc:spChg chg="mod">
          <ac:chgData name="Divya Anjith" userId="5585c8a44a0edd06" providerId="Windows Live" clId="Web-{4C623F25-FEA5-D2FE-2E5E-8266C96F3BC5}" dt="2026-01-29T01:34:43.327" v="231" actId="20577"/>
          <ac:spMkLst>
            <pc:docMk/>
            <pc:sldMk cId="2730171112" sldId="2109"/>
            <ac:spMk id="4" creationId="{11638D45-CE17-40C1-F11F-770D918C473D}"/>
          </ac:spMkLst>
        </pc:spChg>
      </pc:sldChg>
      <pc:sldChg chg="modSp">
        <pc:chgData name="Divya Anjith" userId="5585c8a44a0edd06" providerId="Windows Live" clId="Web-{4C623F25-FEA5-D2FE-2E5E-8266C96F3BC5}" dt="2026-01-29T01:33:36.903" v="222" actId="20577"/>
        <pc:sldMkLst>
          <pc:docMk/>
          <pc:sldMk cId="4242910047" sldId="2110"/>
        </pc:sldMkLst>
        <pc:spChg chg="mod">
          <ac:chgData name="Divya Anjith" userId="5585c8a44a0edd06" providerId="Windows Live" clId="Web-{4C623F25-FEA5-D2FE-2E5E-8266C96F3BC5}" dt="2026-01-29T01:33:36.903" v="222" actId="20577"/>
          <ac:spMkLst>
            <pc:docMk/>
            <pc:sldMk cId="4242910047" sldId="2110"/>
            <ac:spMk id="4" creationId="{11638D45-CE17-40C1-F11F-770D918C473D}"/>
          </ac:spMkLst>
        </pc:spChg>
      </pc:sldChg>
      <pc:sldChg chg="modSp">
        <pc:chgData name="Divya Anjith" userId="5585c8a44a0edd06" providerId="Windows Live" clId="Web-{4C623F25-FEA5-D2FE-2E5E-8266C96F3BC5}" dt="2026-01-29T01:33:41.200" v="223" actId="20577"/>
        <pc:sldMkLst>
          <pc:docMk/>
          <pc:sldMk cId="2956118983" sldId="2111"/>
        </pc:sldMkLst>
        <pc:spChg chg="mod">
          <ac:chgData name="Divya Anjith" userId="5585c8a44a0edd06" providerId="Windows Live" clId="Web-{4C623F25-FEA5-D2FE-2E5E-8266C96F3BC5}" dt="2026-01-29T01:33:41.200" v="223" actId="20577"/>
          <ac:spMkLst>
            <pc:docMk/>
            <pc:sldMk cId="2956118983" sldId="2111"/>
            <ac:spMk id="4" creationId="{11638D45-CE17-40C1-F11F-770D918C473D}"/>
          </ac:spMkLst>
        </pc:spChg>
      </pc:sldChg>
      <pc:sldChg chg="modSp">
        <pc:chgData name="Divya Anjith" userId="5585c8a44a0edd06" providerId="Windows Live" clId="Web-{4C623F25-FEA5-D2FE-2E5E-8266C96F3BC5}" dt="2026-01-29T01:33:45.935" v="224" actId="20577"/>
        <pc:sldMkLst>
          <pc:docMk/>
          <pc:sldMk cId="428277199" sldId="2112"/>
        </pc:sldMkLst>
        <pc:spChg chg="mod">
          <ac:chgData name="Divya Anjith" userId="5585c8a44a0edd06" providerId="Windows Live" clId="Web-{4C623F25-FEA5-D2FE-2E5E-8266C96F3BC5}" dt="2026-01-29T01:33:45.935" v="224" actId="20577"/>
          <ac:spMkLst>
            <pc:docMk/>
            <pc:sldMk cId="428277199" sldId="2112"/>
            <ac:spMk id="4" creationId="{11638D45-CE17-40C1-F11F-770D918C473D}"/>
          </ac:spMkLst>
        </pc:spChg>
      </pc:sldChg>
      <pc:sldChg chg="modSp">
        <pc:chgData name="Divya Anjith" userId="5585c8a44a0edd06" providerId="Windows Live" clId="Web-{4C623F25-FEA5-D2FE-2E5E-8266C96F3BC5}" dt="2026-01-29T01:34:00.576" v="226" actId="20577"/>
        <pc:sldMkLst>
          <pc:docMk/>
          <pc:sldMk cId="3733631067" sldId="2113"/>
        </pc:sldMkLst>
        <pc:spChg chg="mod">
          <ac:chgData name="Divya Anjith" userId="5585c8a44a0edd06" providerId="Windows Live" clId="Web-{4C623F25-FEA5-D2FE-2E5E-8266C96F3BC5}" dt="2026-01-29T01:34:00.576" v="226" actId="20577"/>
          <ac:spMkLst>
            <pc:docMk/>
            <pc:sldMk cId="3733631067" sldId="2113"/>
            <ac:spMk id="4" creationId="{11638D45-CE17-40C1-F11F-770D918C473D}"/>
          </ac:spMkLst>
        </pc:spChg>
      </pc:sldChg>
      <pc:sldChg chg="modSp">
        <pc:chgData name="Divya Anjith" userId="5585c8a44a0edd06" providerId="Windows Live" clId="Web-{4C623F25-FEA5-D2FE-2E5E-8266C96F3BC5}" dt="2026-01-29T01:33:53.404" v="225" actId="20577"/>
        <pc:sldMkLst>
          <pc:docMk/>
          <pc:sldMk cId="2701264027" sldId="2114"/>
        </pc:sldMkLst>
        <pc:spChg chg="mod">
          <ac:chgData name="Divya Anjith" userId="5585c8a44a0edd06" providerId="Windows Live" clId="Web-{4C623F25-FEA5-D2FE-2E5E-8266C96F3BC5}" dt="2026-01-29T01:33:53.404" v="225" actId="20577"/>
          <ac:spMkLst>
            <pc:docMk/>
            <pc:sldMk cId="2701264027" sldId="2114"/>
            <ac:spMk id="4" creationId="{11638D45-CE17-40C1-F11F-770D918C473D}"/>
          </ac:spMkLst>
        </pc:spChg>
      </pc:sldChg>
      <pc:sldChg chg="modSp">
        <pc:chgData name="Divya Anjith" userId="5585c8a44a0edd06" providerId="Windows Live" clId="Web-{4C623F25-FEA5-D2FE-2E5E-8266C96F3BC5}" dt="2026-01-29T01:34:33.842" v="230" actId="20577"/>
        <pc:sldMkLst>
          <pc:docMk/>
          <pc:sldMk cId="1314677271" sldId="2115"/>
        </pc:sldMkLst>
        <pc:spChg chg="mod">
          <ac:chgData name="Divya Anjith" userId="5585c8a44a0edd06" providerId="Windows Live" clId="Web-{4C623F25-FEA5-D2FE-2E5E-8266C96F3BC5}" dt="2026-01-29T01:34:33.842" v="230" actId="20577"/>
          <ac:spMkLst>
            <pc:docMk/>
            <pc:sldMk cId="1314677271" sldId="2115"/>
            <ac:spMk id="4" creationId="{11638D45-CE17-40C1-F11F-770D918C473D}"/>
          </ac:spMkLst>
        </pc:spChg>
      </pc:sldChg>
      <pc:sldChg chg="modSp">
        <pc:chgData name="Divya Anjith" userId="5585c8a44a0edd06" providerId="Windows Live" clId="Web-{4C623F25-FEA5-D2FE-2E5E-8266C96F3BC5}" dt="2026-01-29T01:34:27.483" v="229" actId="20577"/>
        <pc:sldMkLst>
          <pc:docMk/>
          <pc:sldMk cId="790651853" sldId="2116"/>
        </pc:sldMkLst>
        <pc:spChg chg="mod">
          <ac:chgData name="Divya Anjith" userId="5585c8a44a0edd06" providerId="Windows Live" clId="Web-{4C623F25-FEA5-D2FE-2E5E-8266C96F3BC5}" dt="2026-01-29T01:34:27.483" v="229" actId="20577"/>
          <ac:spMkLst>
            <pc:docMk/>
            <pc:sldMk cId="790651853" sldId="2116"/>
            <ac:spMk id="4" creationId="{11638D45-CE17-40C1-F11F-770D918C473D}"/>
          </ac:spMkLst>
        </pc:spChg>
      </pc:sldChg>
      <pc:sldChg chg="modSp">
        <pc:chgData name="Divya Anjith" userId="5585c8a44a0edd06" providerId="Windows Live" clId="Web-{4C623F25-FEA5-D2FE-2E5E-8266C96F3BC5}" dt="2026-01-29T01:34:22.467" v="228" actId="20577"/>
        <pc:sldMkLst>
          <pc:docMk/>
          <pc:sldMk cId="2079736272" sldId="2117"/>
        </pc:sldMkLst>
        <pc:spChg chg="mod">
          <ac:chgData name="Divya Anjith" userId="5585c8a44a0edd06" providerId="Windows Live" clId="Web-{4C623F25-FEA5-D2FE-2E5E-8266C96F3BC5}" dt="2026-01-29T01:34:22.467" v="228" actId="20577"/>
          <ac:spMkLst>
            <pc:docMk/>
            <pc:sldMk cId="2079736272" sldId="2117"/>
            <ac:spMk id="4" creationId="{11638D45-CE17-40C1-F11F-770D918C473D}"/>
          </ac:spMkLst>
        </pc:spChg>
      </pc:sldChg>
      <pc:sldChg chg="modSp add">
        <pc:chgData name="Divya Anjith" userId="5585c8a44a0edd06" providerId="Windows Live" clId="Web-{4C623F25-FEA5-D2FE-2E5E-8266C96F3BC5}" dt="2026-01-29T02:02:42.786" v="426" actId="1076"/>
        <pc:sldMkLst>
          <pc:docMk/>
          <pc:sldMk cId="45099914" sldId="2150"/>
        </pc:sldMkLst>
        <pc:spChg chg="mod">
          <ac:chgData name="Divya Anjith" userId="5585c8a44a0edd06" providerId="Windows Live" clId="Web-{4C623F25-FEA5-D2FE-2E5E-8266C96F3BC5}" dt="2026-01-29T02:02:35.864" v="423" actId="20577"/>
          <ac:spMkLst>
            <pc:docMk/>
            <pc:sldMk cId="45099914" sldId="2150"/>
            <ac:spMk id="3" creationId="{FBDCC454-2CB9-9F94-7EF6-FE9D9DD31DC7}"/>
          </ac:spMkLst>
        </pc:spChg>
        <pc:spChg chg="mod">
          <ac:chgData name="Divya Anjith" userId="5585c8a44a0edd06" providerId="Windows Live" clId="Web-{4C623F25-FEA5-D2FE-2E5E-8266C96F3BC5}" dt="2026-01-29T02:02:42.786" v="426" actId="1076"/>
          <ac:spMkLst>
            <pc:docMk/>
            <pc:sldMk cId="45099914" sldId="2150"/>
            <ac:spMk id="5" creationId="{F372272E-D5B8-23AB-4FE3-A8A69AF23326}"/>
          </ac:spMkLst>
        </pc:spChg>
        <pc:spChg chg="mod">
          <ac:chgData name="Divya Anjith" userId="5585c8a44a0edd06" providerId="Windows Live" clId="Web-{4C623F25-FEA5-D2FE-2E5E-8266C96F3BC5}" dt="2026-01-29T01:54:59.965" v="359" actId="20577"/>
          <ac:spMkLst>
            <pc:docMk/>
            <pc:sldMk cId="45099914" sldId="2150"/>
            <ac:spMk id="13" creationId="{8FF37829-AB8E-D34C-DB65-84C67F997798}"/>
          </ac:spMkLst>
        </pc:spChg>
      </pc:sldChg>
      <pc:sldChg chg="modSp add">
        <pc:chgData name="Divya Anjith" userId="5585c8a44a0edd06" providerId="Windows Live" clId="Web-{4C623F25-FEA5-D2FE-2E5E-8266C96F3BC5}" dt="2026-01-29T02:03:12.567" v="434" actId="20577"/>
        <pc:sldMkLst>
          <pc:docMk/>
          <pc:sldMk cId="2784931821" sldId="2151"/>
        </pc:sldMkLst>
        <pc:spChg chg="mod">
          <ac:chgData name="Divya Anjith" userId="5585c8a44a0edd06" providerId="Windows Live" clId="Web-{4C623F25-FEA5-D2FE-2E5E-8266C96F3BC5}" dt="2026-01-29T02:03:03.286" v="432" actId="20577"/>
          <ac:spMkLst>
            <pc:docMk/>
            <pc:sldMk cId="2784931821" sldId="2151"/>
            <ac:spMk id="3" creationId="{B67E13E3-B097-52B0-4B54-CFDB708B34A8}"/>
          </ac:spMkLst>
        </pc:spChg>
        <pc:spChg chg="mod">
          <ac:chgData name="Divya Anjith" userId="5585c8a44a0edd06" providerId="Windows Live" clId="Web-{4C623F25-FEA5-D2FE-2E5E-8266C96F3BC5}" dt="2026-01-29T02:03:12.567" v="434" actId="20577"/>
          <ac:spMkLst>
            <pc:docMk/>
            <pc:sldMk cId="2784931821" sldId="2151"/>
            <ac:spMk id="5" creationId="{F3E18DA8-69C7-DAE8-B0AF-8F669DFAEC9D}"/>
          </ac:spMkLst>
        </pc:spChg>
        <pc:spChg chg="mod">
          <ac:chgData name="Divya Anjith" userId="5585c8a44a0edd06" providerId="Windows Live" clId="Web-{4C623F25-FEA5-D2FE-2E5E-8266C96F3BC5}" dt="2026-01-29T01:55:06.919" v="360" actId="20577"/>
          <ac:spMkLst>
            <pc:docMk/>
            <pc:sldMk cId="2784931821" sldId="2151"/>
            <ac:spMk id="13" creationId="{7300269F-7156-31D3-12D3-82BF605FF24C}"/>
          </ac:spMkLst>
        </pc:spChg>
      </pc:sldChg>
      <pc:sldChg chg="modSp add">
        <pc:chgData name="Divya Anjith" userId="5585c8a44a0edd06" providerId="Windows Live" clId="Web-{4C623F25-FEA5-D2FE-2E5E-8266C96F3BC5}" dt="2026-01-29T02:03:27.943" v="439" actId="20577"/>
        <pc:sldMkLst>
          <pc:docMk/>
          <pc:sldMk cId="3898120243" sldId="2152"/>
        </pc:sldMkLst>
        <pc:spChg chg="mod">
          <ac:chgData name="Divya Anjith" userId="5585c8a44a0edd06" providerId="Windows Live" clId="Web-{4C623F25-FEA5-D2FE-2E5E-8266C96F3BC5}" dt="2026-01-29T02:03:22.990" v="437" actId="20577"/>
          <ac:spMkLst>
            <pc:docMk/>
            <pc:sldMk cId="3898120243" sldId="2152"/>
            <ac:spMk id="3" creationId="{8428B067-088E-D552-E20E-9D5A17DFDCDA}"/>
          </ac:spMkLst>
        </pc:spChg>
        <pc:spChg chg="mod">
          <ac:chgData name="Divya Anjith" userId="5585c8a44a0edd06" providerId="Windows Live" clId="Web-{4C623F25-FEA5-D2FE-2E5E-8266C96F3BC5}" dt="2026-01-29T02:03:27.943" v="439" actId="20577"/>
          <ac:spMkLst>
            <pc:docMk/>
            <pc:sldMk cId="3898120243" sldId="2152"/>
            <ac:spMk id="5" creationId="{F4240DA9-D575-59A9-0DD8-B8FFC078CA74}"/>
          </ac:spMkLst>
        </pc:spChg>
        <pc:spChg chg="mod">
          <ac:chgData name="Divya Anjith" userId="5585c8a44a0edd06" providerId="Windows Live" clId="Web-{4C623F25-FEA5-D2FE-2E5E-8266C96F3BC5}" dt="2026-01-29T01:55:11.075" v="361" actId="20577"/>
          <ac:spMkLst>
            <pc:docMk/>
            <pc:sldMk cId="3898120243" sldId="2152"/>
            <ac:spMk id="13" creationId="{896888EB-287E-1222-5315-C54679658BC5}"/>
          </ac:spMkLst>
        </pc:spChg>
      </pc:sldChg>
      <pc:sldChg chg="modSp add">
        <pc:chgData name="Divya Anjith" userId="5585c8a44a0edd06" providerId="Windows Live" clId="Web-{4C623F25-FEA5-D2FE-2E5E-8266C96F3BC5}" dt="2026-01-29T02:03:50.584" v="445" actId="1076"/>
        <pc:sldMkLst>
          <pc:docMk/>
          <pc:sldMk cId="445725138" sldId="2153"/>
        </pc:sldMkLst>
        <pc:spChg chg="mod">
          <ac:chgData name="Divya Anjith" userId="5585c8a44a0edd06" providerId="Windows Live" clId="Web-{4C623F25-FEA5-D2FE-2E5E-8266C96F3BC5}" dt="2026-01-29T02:03:41.599" v="442" actId="20577"/>
          <ac:spMkLst>
            <pc:docMk/>
            <pc:sldMk cId="445725138" sldId="2153"/>
            <ac:spMk id="3" creationId="{840D6B7A-C6C1-21CC-9A49-CEF19251B87E}"/>
          </ac:spMkLst>
        </pc:spChg>
        <pc:spChg chg="mod">
          <ac:chgData name="Divya Anjith" userId="5585c8a44a0edd06" providerId="Windows Live" clId="Web-{4C623F25-FEA5-D2FE-2E5E-8266C96F3BC5}" dt="2026-01-29T02:03:50.584" v="445" actId="1076"/>
          <ac:spMkLst>
            <pc:docMk/>
            <pc:sldMk cId="445725138" sldId="2153"/>
            <ac:spMk id="5" creationId="{C77EDDBD-5A5F-209E-62CC-7DD37B2929BB}"/>
          </ac:spMkLst>
        </pc:spChg>
        <pc:spChg chg="mod">
          <ac:chgData name="Divya Anjith" userId="5585c8a44a0edd06" providerId="Windows Live" clId="Web-{4C623F25-FEA5-D2FE-2E5E-8266C96F3BC5}" dt="2026-01-29T01:55:14.966" v="362" actId="20577"/>
          <ac:spMkLst>
            <pc:docMk/>
            <pc:sldMk cId="445725138" sldId="2153"/>
            <ac:spMk id="13" creationId="{3DA13190-A984-AAB4-FA89-E6FA7A870329}"/>
          </ac:spMkLst>
        </pc:spChg>
      </pc:sldChg>
      <pc:sldChg chg="modSp add">
        <pc:chgData name="Divya Anjith" userId="5585c8a44a0edd06" providerId="Windows Live" clId="Web-{4C623F25-FEA5-D2FE-2E5E-8266C96F3BC5}" dt="2026-01-29T02:04:31.897" v="453" actId="20577"/>
        <pc:sldMkLst>
          <pc:docMk/>
          <pc:sldMk cId="3476629669" sldId="2154"/>
        </pc:sldMkLst>
        <pc:spChg chg="mod">
          <ac:chgData name="Divya Anjith" userId="5585c8a44a0edd06" providerId="Windows Live" clId="Web-{4C623F25-FEA5-D2FE-2E5E-8266C96F3BC5}" dt="2026-01-29T02:04:31.897" v="453" actId="20577"/>
          <ac:spMkLst>
            <pc:docMk/>
            <pc:sldMk cId="3476629669" sldId="2154"/>
            <ac:spMk id="3" creationId="{F0CD5C5D-0AE0-71AE-A4C7-5BDCF81E568C}"/>
          </ac:spMkLst>
        </pc:spChg>
        <pc:spChg chg="mod">
          <ac:chgData name="Divya Anjith" userId="5585c8a44a0edd06" providerId="Windows Live" clId="Web-{4C623F25-FEA5-D2FE-2E5E-8266C96F3BC5}" dt="2026-01-29T02:04:11.397" v="451" actId="1076"/>
          <ac:spMkLst>
            <pc:docMk/>
            <pc:sldMk cId="3476629669" sldId="2154"/>
            <ac:spMk id="5" creationId="{DA5CC576-553D-9560-993A-90AD6D42007E}"/>
          </ac:spMkLst>
        </pc:spChg>
        <pc:spChg chg="mod">
          <ac:chgData name="Divya Anjith" userId="5585c8a44a0edd06" providerId="Windows Live" clId="Web-{4C623F25-FEA5-D2FE-2E5E-8266C96F3BC5}" dt="2026-01-29T01:55:20.294" v="363" actId="20577"/>
          <ac:spMkLst>
            <pc:docMk/>
            <pc:sldMk cId="3476629669" sldId="2154"/>
            <ac:spMk id="13" creationId="{F512DC11-8BC3-807B-8594-C6B28B5BEE80}"/>
          </ac:spMkLst>
        </pc:spChg>
      </pc:sldChg>
      <pc:sldChg chg="modSp add">
        <pc:chgData name="Divya Anjith" userId="5585c8a44a0edd06" providerId="Windows Live" clId="Web-{4C623F25-FEA5-D2FE-2E5E-8266C96F3BC5}" dt="2026-01-29T02:04:58.913" v="460" actId="20577"/>
        <pc:sldMkLst>
          <pc:docMk/>
          <pc:sldMk cId="1370246591" sldId="2155"/>
        </pc:sldMkLst>
        <pc:spChg chg="mod">
          <ac:chgData name="Divya Anjith" userId="5585c8a44a0edd06" providerId="Windows Live" clId="Web-{4C623F25-FEA5-D2FE-2E5E-8266C96F3BC5}" dt="2026-01-29T02:04:52.335" v="458" actId="20577"/>
          <ac:spMkLst>
            <pc:docMk/>
            <pc:sldMk cId="1370246591" sldId="2155"/>
            <ac:spMk id="3" creationId="{92033D1C-9516-596D-6D57-23060083E1AC}"/>
          </ac:spMkLst>
        </pc:spChg>
        <pc:spChg chg="mod">
          <ac:chgData name="Divya Anjith" userId="5585c8a44a0edd06" providerId="Windows Live" clId="Web-{4C623F25-FEA5-D2FE-2E5E-8266C96F3BC5}" dt="2026-01-29T02:04:58.913" v="460" actId="20577"/>
          <ac:spMkLst>
            <pc:docMk/>
            <pc:sldMk cId="1370246591" sldId="2155"/>
            <ac:spMk id="5" creationId="{23F86208-7004-0A64-F64F-D4AC3EAB5108}"/>
          </ac:spMkLst>
        </pc:spChg>
        <pc:spChg chg="mod">
          <ac:chgData name="Divya Anjith" userId="5585c8a44a0edd06" providerId="Windows Live" clId="Web-{4C623F25-FEA5-D2FE-2E5E-8266C96F3BC5}" dt="2026-01-29T01:55:24.654" v="365" actId="20577"/>
          <ac:spMkLst>
            <pc:docMk/>
            <pc:sldMk cId="1370246591" sldId="2155"/>
            <ac:spMk id="13" creationId="{C9BEC463-DA51-DF51-32D8-5FD7551FCBE9}"/>
          </ac:spMkLst>
        </pc:spChg>
      </pc:sldChg>
      <pc:sldChg chg="modSp">
        <pc:chgData name="Divya Anjith" userId="5585c8a44a0edd06" providerId="Windows Live" clId="Web-{4C623F25-FEA5-D2FE-2E5E-8266C96F3BC5}" dt="2026-01-29T01:56:01.154" v="373" actId="20577"/>
        <pc:sldMkLst>
          <pc:docMk/>
          <pc:sldMk cId="0" sldId="2231"/>
        </pc:sldMkLst>
        <pc:spChg chg="mod">
          <ac:chgData name="Divya Anjith" userId="5585c8a44a0edd06" providerId="Windows Live" clId="Web-{4C623F25-FEA5-D2FE-2E5E-8266C96F3BC5}" dt="2026-01-29T01:55:49.342" v="366" actId="20577"/>
          <ac:spMkLst>
            <pc:docMk/>
            <pc:sldMk cId="0" sldId="2231"/>
            <ac:spMk id="2" creationId="{00000000-0000-0000-0000-000000000000}"/>
          </ac:spMkLst>
        </pc:spChg>
        <pc:spChg chg="mod">
          <ac:chgData name="Divya Anjith" userId="5585c8a44a0edd06" providerId="Windows Live" clId="Web-{4C623F25-FEA5-D2FE-2E5E-8266C96F3BC5}" dt="2026-01-29T01:56:01.154" v="373" actId="20577"/>
          <ac:spMkLst>
            <pc:docMk/>
            <pc:sldMk cId="0" sldId="2231"/>
            <ac:spMk id="8" creationId="{00000000-0000-0000-0000-000000000000}"/>
          </ac:spMkLst>
        </pc:spChg>
      </pc:sldChg>
      <pc:sldChg chg="modSp">
        <pc:chgData name="Divya Anjith" userId="5585c8a44a0edd06" providerId="Windows Live" clId="Web-{4C623F25-FEA5-D2FE-2E5E-8266C96F3BC5}" dt="2026-01-29T00:56:24.112" v="218" actId="1076"/>
        <pc:sldMkLst>
          <pc:docMk/>
          <pc:sldMk cId="3222053443" sldId="2550"/>
        </pc:sldMkLst>
        <pc:spChg chg="mod">
          <ac:chgData name="Divya Anjith" userId="5585c8a44a0edd06" providerId="Windows Live" clId="Web-{4C623F25-FEA5-D2FE-2E5E-8266C96F3BC5}" dt="2026-01-29T00:56:24.112" v="218" actId="1076"/>
          <ac:spMkLst>
            <pc:docMk/>
            <pc:sldMk cId="3222053443" sldId="2550"/>
            <ac:spMk id="5" creationId="{DD5E66AA-E715-FC87-0B9C-F1C472D05CD4}"/>
          </ac:spMkLst>
        </pc:spChg>
        <pc:spChg chg="mod">
          <ac:chgData name="Divya Anjith" userId="5585c8a44a0edd06" providerId="Windows Live" clId="Web-{4C623F25-FEA5-D2FE-2E5E-8266C96F3BC5}" dt="2026-01-29T00:47:28.069" v="114" actId="20577"/>
          <ac:spMkLst>
            <pc:docMk/>
            <pc:sldMk cId="3222053443" sldId="2550"/>
            <ac:spMk id="8" creationId="{3E316C3C-3222-97CC-2F15-8B8842E3E41C}"/>
          </ac:spMkLst>
        </pc:spChg>
      </pc:sldChg>
      <pc:sldChg chg="modSp">
        <pc:chgData name="Divya Anjith" userId="5585c8a44a0edd06" providerId="Windows Live" clId="Web-{4C623F25-FEA5-D2FE-2E5E-8266C96F3BC5}" dt="2026-01-29T00:56:02.252" v="216" actId="20577"/>
        <pc:sldMkLst>
          <pc:docMk/>
          <pc:sldMk cId="843527850" sldId="2552"/>
        </pc:sldMkLst>
        <pc:spChg chg="mod">
          <ac:chgData name="Divya Anjith" userId="5585c8a44a0edd06" providerId="Windows Live" clId="Web-{4C623F25-FEA5-D2FE-2E5E-8266C96F3BC5}" dt="2026-01-29T00:56:02.252" v="216" actId="20577"/>
          <ac:spMkLst>
            <pc:docMk/>
            <pc:sldMk cId="843527850" sldId="2552"/>
            <ac:spMk id="5" creationId="{9116B4BC-A623-7640-59B1-1A02D720A110}"/>
          </ac:spMkLst>
        </pc:spChg>
        <pc:spChg chg="mod">
          <ac:chgData name="Divya Anjith" userId="5585c8a44a0edd06" providerId="Windows Live" clId="Web-{4C623F25-FEA5-D2FE-2E5E-8266C96F3BC5}" dt="2026-01-29T00:47:31.132" v="115" actId="20577"/>
          <ac:spMkLst>
            <pc:docMk/>
            <pc:sldMk cId="843527850" sldId="2552"/>
            <ac:spMk id="8" creationId="{7AF4CD88-9A42-4E05-E628-D34A3FCE738C}"/>
          </ac:spMkLst>
        </pc:spChg>
      </pc:sldChg>
      <pc:sldChg chg="modSp">
        <pc:chgData name="Divya Anjith" userId="5585c8a44a0edd06" providerId="Windows Live" clId="Web-{4C623F25-FEA5-D2FE-2E5E-8266C96F3BC5}" dt="2026-01-29T00:54:54.422" v="195" actId="20577"/>
        <pc:sldMkLst>
          <pc:docMk/>
          <pc:sldMk cId="511641275" sldId="2553"/>
        </pc:sldMkLst>
        <pc:spChg chg="mod">
          <ac:chgData name="Divya Anjith" userId="5585c8a44a0edd06" providerId="Windows Live" clId="Web-{4C623F25-FEA5-D2FE-2E5E-8266C96F3BC5}" dt="2026-01-29T00:54:54.422" v="195" actId="20577"/>
          <ac:spMkLst>
            <pc:docMk/>
            <pc:sldMk cId="511641275" sldId="2553"/>
            <ac:spMk id="5" creationId="{BF411723-FA55-CDC6-CFD5-DFA8C85C2E13}"/>
          </ac:spMkLst>
        </pc:spChg>
        <pc:spChg chg="mod">
          <ac:chgData name="Divya Anjith" userId="5585c8a44a0edd06" providerId="Windows Live" clId="Web-{4C623F25-FEA5-D2FE-2E5E-8266C96F3BC5}" dt="2026-01-29T00:47:37.241" v="116" actId="20577"/>
          <ac:spMkLst>
            <pc:docMk/>
            <pc:sldMk cId="511641275" sldId="2553"/>
            <ac:spMk id="8" creationId="{A09536B7-B34A-1BAA-B241-5046808CAC02}"/>
          </ac:spMkLst>
        </pc:spChg>
      </pc:sldChg>
      <pc:sldChg chg="modSp">
        <pc:chgData name="Divya Anjith" userId="5585c8a44a0edd06" providerId="Windows Live" clId="Web-{4C623F25-FEA5-D2FE-2E5E-8266C96F3BC5}" dt="2026-01-29T00:55:34.705" v="213" actId="20577"/>
        <pc:sldMkLst>
          <pc:docMk/>
          <pc:sldMk cId="3067439013" sldId="2574"/>
        </pc:sldMkLst>
        <pc:spChg chg="mod">
          <ac:chgData name="Divya Anjith" userId="5585c8a44a0edd06" providerId="Windows Live" clId="Web-{4C623F25-FEA5-D2FE-2E5E-8266C96F3BC5}" dt="2026-01-29T00:55:34.705" v="213" actId="20577"/>
          <ac:spMkLst>
            <pc:docMk/>
            <pc:sldMk cId="3067439013" sldId="2574"/>
            <ac:spMk id="5" creationId="{A4B9349A-9A7C-1F45-9E63-D2292D2E25E3}"/>
          </ac:spMkLst>
        </pc:spChg>
        <pc:spChg chg="mod">
          <ac:chgData name="Divya Anjith" userId="5585c8a44a0edd06" providerId="Windows Live" clId="Web-{4C623F25-FEA5-D2FE-2E5E-8266C96F3BC5}" dt="2026-01-29T00:47:47.757" v="117" actId="20577"/>
          <ac:spMkLst>
            <pc:docMk/>
            <pc:sldMk cId="3067439013" sldId="2574"/>
            <ac:spMk id="8" creationId="{247D47D9-09AE-4022-CCAD-2506EAA994FC}"/>
          </ac:spMkLst>
        </pc:spChg>
      </pc:sldChg>
      <pc:sldChg chg="modSp">
        <pc:chgData name="Divya Anjith" userId="5585c8a44a0edd06" providerId="Windows Live" clId="Web-{4C623F25-FEA5-D2FE-2E5E-8266C96F3BC5}" dt="2026-01-29T00:38:03.901" v="17" actId="20577"/>
        <pc:sldMkLst>
          <pc:docMk/>
          <pc:sldMk cId="2999932702" sldId="2749"/>
        </pc:sldMkLst>
        <pc:spChg chg="mod">
          <ac:chgData name="Divya Anjith" userId="5585c8a44a0edd06" providerId="Windows Live" clId="Web-{4C623F25-FEA5-D2FE-2E5E-8266C96F3BC5}" dt="2026-01-29T00:38:03.901" v="17" actId="20577"/>
          <ac:spMkLst>
            <pc:docMk/>
            <pc:sldMk cId="2999932702" sldId="2749"/>
            <ac:spMk id="13" creationId="{00000000-0000-0000-0000-000000000000}"/>
          </ac:spMkLst>
        </pc:spChg>
      </pc:sldChg>
      <pc:sldChg chg="addSp delSp modSp">
        <pc:chgData name="Divya Anjith" userId="5585c8a44a0edd06" providerId="Windows Live" clId="Web-{4C623F25-FEA5-D2FE-2E5E-8266C96F3BC5}" dt="2026-01-29T00:38:50.653" v="28" actId="20577"/>
        <pc:sldMkLst>
          <pc:docMk/>
          <pc:sldMk cId="2927026268" sldId="2776"/>
        </pc:sldMkLst>
        <pc:spChg chg="add mod">
          <ac:chgData name="Divya Anjith" userId="5585c8a44a0edd06" providerId="Windows Live" clId="Web-{4C623F25-FEA5-D2FE-2E5E-8266C96F3BC5}" dt="2026-01-29T00:38:50.653" v="28" actId="20577"/>
          <ac:spMkLst>
            <pc:docMk/>
            <pc:sldMk cId="2927026268" sldId="2776"/>
            <ac:spMk id="6" creationId="{80DD2FA2-F238-92A4-85B7-46A1A898CCEF}"/>
          </ac:spMkLst>
        </pc:spChg>
      </pc:sldChg>
      <pc:sldChg chg="modSp">
        <pc:chgData name="Divya Anjith" userId="5585c8a44a0edd06" providerId="Windows Live" clId="Web-{4C623F25-FEA5-D2FE-2E5E-8266C96F3BC5}" dt="2026-01-29T00:46:22.740" v="106" actId="20577"/>
        <pc:sldMkLst>
          <pc:docMk/>
          <pc:sldMk cId="2386726509" sldId="2780"/>
        </pc:sldMkLst>
        <pc:spChg chg="mod">
          <ac:chgData name="Divya Anjith" userId="5585c8a44a0edd06" providerId="Windows Live" clId="Web-{4C623F25-FEA5-D2FE-2E5E-8266C96F3BC5}" dt="2026-01-29T00:44:29.020" v="81" actId="14100"/>
          <ac:spMkLst>
            <pc:docMk/>
            <pc:sldMk cId="2386726509" sldId="2780"/>
            <ac:spMk id="4" creationId="{A9E52683-AECA-33B6-F5AB-C8CBD215CF08}"/>
          </ac:spMkLst>
        </pc:spChg>
        <pc:spChg chg="mod">
          <ac:chgData name="Divya Anjith" userId="5585c8a44a0edd06" providerId="Windows Live" clId="Web-{4C623F25-FEA5-D2FE-2E5E-8266C96F3BC5}" dt="2026-01-29T00:46:22.740" v="106" actId="20577"/>
          <ac:spMkLst>
            <pc:docMk/>
            <pc:sldMk cId="2386726509" sldId="2780"/>
            <ac:spMk id="13" creationId="{007BB913-9B65-46EC-B661-42A703EE22EC}"/>
          </ac:spMkLst>
        </pc:spChg>
        <pc:grpChg chg="mod">
          <ac:chgData name="Divya Anjith" userId="5585c8a44a0edd06" providerId="Windows Live" clId="Web-{4C623F25-FEA5-D2FE-2E5E-8266C96F3BC5}" dt="2026-01-29T00:44:32.285" v="82" actId="1076"/>
          <ac:grpSpMkLst>
            <pc:docMk/>
            <pc:sldMk cId="2386726509" sldId="2780"/>
            <ac:grpSpMk id="9" creationId="{91D8DF25-F973-D99B-C822-4D9C54D3D554}"/>
          </ac:grpSpMkLst>
        </pc:grpChg>
      </pc:sldChg>
      <pc:sldChg chg="modSp">
        <pc:chgData name="Divya Anjith" userId="5585c8a44a0edd06" providerId="Windows Live" clId="Web-{4C623F25-FEA5-D2FE-2E5E-8266C96F3BC5}" dt="2026-01-29T00:39:09.200" v="29" actId="20577"/>
        <pc:sldMkLst>
          <pc:docMk/>
          <pc:sldMk cId="3368756669" sldId="2795"/>
        </pc:sldMkLst>
        <pc:spChg chg="mod">
          <ac:chgData name="Divya Anjith" userId="5585c8a44a0edd06" providerId="Windows Live" clId="Web-{4C623F25-FEA5-D2FE-2E5E-8266C96F3BC5}" dt="2026-01-29T00:39:09.200" v="29" actId="20577"/>
          <ac:spMkLst>
            <pc:docMk/>
            <pc:sldMk cId="3368756669" sldId="2795"/>
            <ac:spMk id="4" creationId="{B59A55C3-6162-42A2-B11B-78D558091B4A}"/>
          </ac:spMkLst>
        </pc:spChg>
      </pc:sldChg>
      <pc:sldChg chg="addSp delSp modSp add replId">
        <pc:chgData name="Divya Anjith" userId="5585c8a44a0edd06" providerId="Windows Live" clId="Web-{4C623F25-FEA5-D2FE-2E5E-8266C96F3BC5}" dt="2026-01-29T01:50:08.024" v="325" actId="20577"/>
        <pc:sldMkLst>
          <pc:docMk/>
          <pc:sldMk cId="3724512336" sldId="2797"/>
        </pc:sldMkLst>
        <pc:spChg chg="mod">
          <ac:chgData name="Divya Anjith" userId="5585c8a44a0edd06" providerId="Windows Live" clId="Web-{4C623F25-FEA5-D2FE-2E5E-8266C96F3BC5}" dt="2026-01-29T01:47:58.616" v="300" actId="20577"/>
          <ac:spMkLst>
            <pc:docMk/>
            <pc:sldMk cId="3724512336" sldId="2797"/>
            <ac:spMk id="2" creationId="{D1CDC439-4099-9740-A97C-0DF7AFA37924}"/>
          </ac:spMkLst>
        </pc:spChg>
        <pc:spChg chg="mod">
          <ac:chgData name="Divya Anjith" userId="5585c8a44a0edd06" providerId="Windows Live" clId="Web-{4C623F25-FEA5-D2FE-2E5E-8266C96F3BC5}" dt="2026-01-29T01:50:08.024" v="325" actId="20577"/>
          <ac:spMkLst>
            <pc:docMk/>
            <pc:sldMk cId="3724512336" sldId="2797"/>
            <ac:spMk id="4" creationId="{27F4608F-3738-309D-1FC9-C2A833514E19}"/>
          </ac:spMkLst>
        </pc:spChg>
        <pc:spChg chg="add">
          <ac:chgData name="Divya Anjith" userId="5585c8a44a0edd06" providerId="Windows Live" clId="Web-{4C623F25-FEA5-D2FE-2E5E-8266C96F3BC5}" dt="2026-01-29T01:45:07.885" v="286"/>
          <ac:spMkLst>
            <pc:docMk/>
            <pc:sldMk cId="3724512336" sldId="2797"/>
            <ac:spMk id="5" creationId="{45CF3D79-6EBA-8F92-B6DE-87ECD05BEC44}"/>
          </ac:spMkLst>
        </pc:spChg>
        <pc:spChg chg="add mod">
          <ac:chgData name="Divya Anjith" userId="5585c8a44a0edd06" providerId="Windows Live" clId="Web-{4C623F25-FEA5-D2FE-2E5E-8266C96F3BC5}" dt="2026-01-29T01:49:31.648" v="312" actId="1076"/>
          <ac:spMkLst>
            <pc:docMk/>
            <pc:sldMk cId="3724512336" sldId="2797"/>
            <ac:spMk id="7" creationId="{E079C899-E8E3-FCBC-F49F-231AC922765B}"/>
          </ac:spMkLst>
        </pc:spChg>
      </pc:sldChg>
      <pc:sldChg chg="addSp delSp modSp add replId">
        <pc:chgData name="Divya Anjith" userId="5585c8a44a0edd06" providerId="Windows Live" clId="Web-{4C623F25-FEA5-D2FE-2E5E-8266C96F3BC5}" dt="2026-01-29T01:50:19.946" v="327" actId="1076"/>
        <pc:sldMkLst>
          <pc:docMk/>
          <pc:sldMk cId="1751471191" sldId="2798"/>
        </pc:sldMkLst>
        <pc:spChg chg="mod">
          <ac:chgData name="Divya Anjith" userId="5585c8a44a0edd06" providerId="Windows Live" clId="Web-{4C623F25-FEA5-D2FE-2E5E-8266C96F3BC5}" dt="2026-01-29T01:49:41.414" v="322" actId="1076"/>
          <ac:spMkLst>
            <pc:docMk/>
            <pc:sldMk cId="1751471191" sldId="2798"/>
            <ac:spMk id="2" creationId="{222BA80E-5AB6-BA1B-ED41-4BBB73631A16}"/>
          </ac:spMkLst>
        </pc:spChg>
        <pc:spChg chg="add mod">
          <ac:chgData name="Divya Anjith" userId="5585c8a44a0edd06" providerId="Windows Live" clId="Web-{4C623F25-FEA5-D2FE-2E5E-8266C96F3BC5}" dt="2026-01-29T01:49:41.414" v="319" actId="1076"/>
          <ac:spMkLst>
            <pc:docMk/>
            <pc:sldMk cId="1751471191" sldId="2798"/>
            <ac:spMk id="3" creationId="{6AA8CC8D-0BBF-063A-0362-4C1B87E4CCBC}"/>
          </ac:spMkLst>
        </pc:spChg>
        <pc:spChg chg="mod">
          <ac:chgData name="Divya Anjith" userId="5585c8a44a0edd06" providerId="Windows Live" clId="Web-{4C623F25-FEA5-D2FE-2E5E-8266C96F3BC5}" dt="2026-01-29T01:50:15.305" v="326" actId="20577"/>
          <ac:spMkLst>
            <pc:docMk/>
            <pc:sldMk cId="1751471191" sldId="2798"/>
            <ac:spMk id="4" creationId="{5EF1EDD0-3E48-0EB2-7E4A-390000612684}"/>
          </ac:spMkLst>
        </pc:spChg>
        <pc:spChg chg="mod">
          <ac:chgData name="Divya Anjith" userId="5585c8a44a0edd06" providerId="Windows Live" clId="Web-{4C623F25-FEA5-D2FE-2E5E-8266C96F3BC5}" dt="2026-01-29T01:49:41.414" v="321" actId="1076"/>
          <ac:spMkLst>
            <pc:docMk/>
            <pc:sldMk cId="1751471191" sldId="2798"/>
            <ac:spMk id="6" creationId="{10D16D2F-D760-76DC-3E6A-DA6F3F8DBA46}"/>
          </ac:spMkLst>
        </pc:spChg>
        <pc:spChg chg="add mod">
          <ac:chgData name="Divya Anjith" userId="5585c8a44a0edd06" providerId="Windows Live" clId="Web-{4C623F25-FEA5-D2FE-2E5E-8266C96F3BC5}" dt="2026-01-29T01:50:19.946" v="327" actId="1076"/>
          <ac:spMkLst>
            <pc:docMk/>
            <pc:sldMk cId="1751471191" sldId="2798"/>
            <ac:spMk id="8" creationId="{BBD868C4-CB79-7527-E6BA-BEEC8D1B8F87}"/>
          </ac:spMkLst>
        </pc:spChg>
      </pc:sldChg>
      <pc:sldChg chg="addSp delSp modSp add replId">
        <pc:chgData name="Divya Anjith" userId="5585c8a44a0edd06" providerId="Windows Live" clId="Web-{4C623F25-FEA5-D2FE-2E5E-8266C96F3BC5}" dt="2026-01-29T01:50:59.805" v="333" actId="1076"/>
        <pc:sldMkLst>
          <pc:docMk/>
          <pc:sldMk cId="3500057353" sldId="2799"/>
        </pc:sldMkLst>
        <pc:spChg chg="mod">
          <ac:chgData name="Divya Anjith" userId="5585c8a44a0edd06" providerId="Windows Live" clId="Web-{4C623F25-FEA5-D2FE-2E5E-8266C96F3BC5}" dt="2026-01-29T01:48:06.522" v="302" actId="20577"/>
          <ac:spMkLst>
            <pc:docMk/>
            <pc:sldMk cId="3500057353" sldId="2799"/>
            <ac:spMk id="2" creationId="{6E6A3F7C-7075-D248-4B75-CE40C0137B04}"/>
          </ac:spMkLst>
        </pc:spChg>
        <pc:spChg chg="add">
          <ac:chgData name="Divya Anjith" userId="5585c8a44a0edd06" providerId="Windows Live" clId="Web-{4C623F25-FEA5-D2FE-2E5E-8266C96F3BC5}" dt="2026-01-29T01:44:36.853" v="280"/>
          <ac:spMkLst>
            <pc:docMk/>
            <pc:sldMk cId="3500057353" sldId="2799"/>
            <ac:spMk id="3" creationId="{C09BA3F2-4B04-6569-A521-D8733E92543B}"/>
          </ac:spMkLst>
        </pc:spChg>
        <pc:spChg chg="mod">
          <ac:chgData name="Divya Anjith" userId="5585c8a44a0edd06" providerId="Windows Live" clId="Web-{4C623F25-FEA5-D2FE-2E5E-8266C96F3BC5}" dt="2026-01-29T01:50:48.727" v="332" actId="20577"/>
          <ac:spMkLst>
            <pc:docMk/>
            <pc:sldMk cId="3500057353" sldId="2799"/>
            <ac:spMk id="4" creationId="{CF46D8F3-264E-524E-0CFD-E23FBA8AB451}"/>
          </ac:spMkLst>
        </pc:spChg>
        <pc:spChg chg="add mod">
          <ac:chgData name="Divya Anjith" userId="5585c8a44a0edd06" providerId="Windows Live" clId="Web-{4C623F25-FEA5-D2FE-2E5E-8266C96F3BC5}" dt="2026-01-29T01:50:59.805" v="333" actId="1076"/>
          <ac:spMkLst>
            <pc:docMk/>
            <pc:sldMk cId="3500057353" sldId="2799"/>
            <ac:spMk id="8" creationId="{85C5E206-DD32-AE29-BE66-CAA348564231}"/>
          </ac:spMkLst>
        </pc:spChg>
      </pc:sldChg>
      <pc:sldChg chg="addSp delSp modSp add replId">
        <pc:chgData name="Divya Anjith" userId="5585c8a44a0edd06" providerId="Windows Live" clId="Web-{4C623F25-FEA5-D2FE-2E5E-8266C96F3BC5}" dt="2026-01-29T01:51:18.649" v="338" actId="1076"/>
        <pc:sldMkLst>
          <pc:docMk/>
          <pc:sldMk cId="3742004525" sldId="2800"/>
        </pc:sldMkLst>
        <pc:spChg chg="mod">
          <ac:chgData name="Divya Anjith" userId="5585c8a44a0edd06" providerId="Windows Live" clId="Web-{4C623F25-FEA5-D2FE-2E5E-8266C96F3BC5}" dt="2026-01-29T01:47:50.116" v="299" actId="20577"/>
          <ac:spMkLst>
            <pc:docMk/>
            <pc:sldMk cId="3742004525" sldId="2800"/>
            <ac:spMk id="2" creationId="{AB132884-F398-EC3F-84A6-C3D8E945842F}"/>
          </ac:spMkLst>
        </pc:spChg>
        <pc:spChg chg="add">
          <ac:chgData name="Divya Anjith" userId="5585c8a44a0edd06" providerId="Windows Live" clId="Web-{4C623F25-FEA5-D2FE-2E5E-8266C96F3BC5}" dt="2026-01-29T01:44:23.525" v="277"/>
          <ac:spMkLst>
            <pc:docMk/>
            <pc:sldMk cId="3742004525" sldId="2800"/>
            <ac:spMk id="3" creationId="{00B9E02F-9E62-85FE-F8EA-5ED70F53AC51}"/>
          </ac:spMkLst>
        </pc:spChg>
        <pc:spChg chg="mod">
          <ac:chgData name="Divya Anjith" userId="5585c8a44a0edd06" providerId="Windows Live" clId="Web-{4C623F25-FEA5-D2FE-2E5E-8266C96F3BC5}" dt="2026-01-29T01:51:12.461" v="337" actId="20577"/>
          <ac:spMkLst>
            <pc:docMk/>
            <pc:sldMk cId="3742004525" sldId="2800"/>
            <ac:spMk id="4" creationId="{44529049-0178-2BD0-7EA3-BBB4577DF699}"/>
          </ac:spMkLst>
        </pc:spChg>
        <pc:spChg chg="add mod">
          <ac:chgData name="Divya Anjith" userId="5585c8a44a0edd06" providerId="Windows Live" clId="Web-{4C623F25-FEA5-D2FE-2E5E-8266C96F3BC5}" dt="2026-01-29T01:51:18.649" v="338" actId="1076"/>
          <ac:spMkLst>
            <pc:docMk/>
            <pc:sldMk cId="3742004525" sldId="2800"/>
            <ac:spMk id="8" creationId="{41B93D10-57AC-DB48-BF37-AC9F279C7E7D}"/>
          </ac:spMkLst>
        </pc:spChg>
      </pc:sldChg>
      <pc:sldChg chg="addSp delSp modSp add replId">
        <pc:chgData name="Divya Anjith" userId="5585c8a44a0edd06" providerId="Windows Live" clId="Web-{4C623F25-FEA5-D2FE-2E5E-8266C96F3BC5}" dt="2026-01-29T01:51:41.118" v="342" actId="1076"/>
        <pc:sldMkLst>
          <pc:docMk/>
          <pc:sldMk cId="1716736936" sldId="2801"/>
        </pc:sldMkLst>
        <pc:spChg chg="mod">
          <ac:chgData name="Divya Anjith" userId="5585c8a44a0edd06" providerId="Windows Live" clId="Web-{4C623F25-FEA5-D2FE-2E5E-8266C96F3BC5}" dt="2026-01-29T01:47:44.912" v="298" actId="20577"/>
          <ac:spMkLst>
            <pc:docMk/>
            <pc:sldMk cId="1716736936" sldId="2801"/>
            <ac:spMk id="2" creationId="{986AE7C5-FC39-75FF-4C93-64DB7E22B5BF}"/>
          </ac:spMkLst>
        </pc:spChg>
        <pc:spChg chg="add">
          <ac:chgData name="Divya Anjith" userId="5585c8a44a0edd06" providerId="Windows Live" clId="Web-{4C623F25-FEA5-D2FE-2E5E-8266C96F3BC5}" dt="2026-01-29T01:44:07.088" v="274"/>
          <ac:spMkLst>
            <pc:docMk/>
            <pc:sldMk cId="1716736936" sldId="2801"/>
            <ac:spMk id="3" creationId="{EAD4F89E-881D-86BD-BB4B-0244F63AEF57}"/>
          </ac:spMkLst>
        </pc:spChg>
        <pc:spChg chg="mod">
          <ac:chgData name="Divya Anjith" userId="5585c8a44a0edd06" providerId="Windows Live" clId="Web-{4C623F25-FEA5-D2FE-2E5E-8266C96F3BC5}" dt="2026-01-29T01:51:33.837" v="341" actId="20577"/>
          <ac:spMkLst>
            <pc:docMk/>
            <pc:sldMk cId="1716736936" sldId="2801"/>
            <ac:spMk id="4" creationId="{32F5D331-3490-F257-321D-B07D33D00E92}"/>
          </ac:spMkLst>
        </pc:spChg>
        <pc:spChg chg="add mod">
          <ac:chgData name="Divya Anjith" userId="5585c8a44a0edd06" providerId="Windows Live" clId="Web-{4C623F25-FEA5-D2FE-2E5E-8266C96F3BC5}" dt="2026-01-29T01:51:41.118" v="342" actId="1076"/>
          <ac:spMkLst>
            <pc:docMk/>
            <pc:sldMk cId="1716736936" sldId="2801"/>
            <ac:spMk id="8" creationId="{F3D8B874-6EEB-5FB1-4D6B-F36703ABCCC7}"/>
          </ac:spMkLst>
        </pc:spChg>
      </pc:sldChg>
      <pc:sldChg chg="addSp delSp modSp add replId">
        <pc:chgData name="Divya Anjith" userId="5585c8a44a0edd06" providerId="Windows Live" clId="Web-{4C623F25-FEA5-D2FE-2E5E-8266C96F3BC5}" dt="2026-01-29T01:52:06.055" v="349" actId="1076"/>
        <pc:sldMkLst>
          <pc:docMk/>
          <pc:sldMk cId="553911949" sldId="2802"/>
        </pc:sldMkLst>
        <pc:spChg chg="mod">
          <ac:chgData name="Divya Anjith" userId="5585c8a44a0edd06" providerId="Windows Live" clId="Web-{4C623F25-FEA5-D2FE-2E5E-8266C96F3BC5}" dt="2026-01-29T01:47:02.896" v="295" actId="20577"/>
          <ac:spMkLst>
            <pc:docMk/>
            <pc:sldMk cId="553911949" sldId="2802"/>
            <ac:spMk id="2" creationId="{C248E628-0A30-471E-D930-35C36D9C9481}"/>
          </ac:spMkLst>
        </pc:spChg>
        <pc:spChg chg="add">
          <ac:chgData name="Divya Anjith" userId="5585c8a44a0edd06" providerId="Windows Live" clId="Web-{4C623F25-FEA5-D2FE-2E5E-8266C96F3BC5}" dt="2026-01-29T01:43:47.525" v="271"/>
          <ac:spMkLst>
            <pc:docMk/>
            <pc:sldMk cId="553911949" sldId="2802"/>
            <ac:spMk id="3" creationId="{B3573EA7-DACC-E6BC-B6DF-3E820F854E8E}"/>
          </ac:spMkLst>
        </pc:spChg>
        <pc:spChg chg="mod">
          <ac:chgData name="Divya Anjith" userId="5585c8a44a0edd06" providerId="Windows Live" clId="Web-{4C623F25-FEA5-D2FE-2E5E-8266C96F3BC5}" dt="2026-01-29T01:52:01.446" v="348" actId="20577"/>
          <ac:spMkLst>
            <pc:docMk/>
            <pc:sldMk cId="553911949" sldId="2802"/>
            <ac:spMk id="4" creationId="{91431D2A-59E9-70AA-4851-FF69A11285CD}"/>
          </ac:spMkLst>
        </pc:spChg>
        <pc:spChg chg="add mod">
          <ac:chgData name="Divya Anjith" userId="5585c8a44a0edd06" providerId="Windows Live" clId="Web-{4C623F25-FEA5-D2FE-2E5E-8266C96F3BC5}" dt="2026-01-29T01:52:06.055" v="349" actId="1076"/>
          <ac:spMkLst>
            <pc:docMk/>
            <pc:sldMk cId="553911949" sldId="2802"/>
            <ac:spMk id="8" creationId="{4FCC442D-5ABB-57CB-5E60-72656F1D9E18}"/>
          </ac:spMkLst>
        </pc:spChg>
      </pc:sldChg>
      <pc:sldChg chg="modSp add replId">
        <pc:chgData name="Divya Anjith" userId="5585c8a44a0edd06" providerId="Windows Live" clId="Web-{4C623F25-FEA5-D2FE-2E5E-8266C96F3BC5}" dt="2026-01-29T01:46:56.739" v="294" actId="20577"/>
        <pc:sldMkLst>
          <pc:docMk/>
          <pc:sldMk cId="1698110838" sldId="2803"/>
        </pc:sldMkLst>
        <pc:spChg chg="mod">
          <ac:chgData name="Divya Anjith" userId="5585c8a44a0edd06" providerId="Windows Live" clId="Web-{4C623F25-FEA5-D2FE-2E5E-8266C96F3BC5}" dt="2026-01-29T01:46:56.739" v="294" actId="20577"/>
          <ac:spMkLst>
            <pc:docMk/>
            <pc:sldMk cId="1698110838" sldId="2803"/>
            <ac:spMk id="2" creationId="{5A42A8C6-BB29-C4EF-36FE-25C86138733E}"/>
          </ac:spMkLst>
        </pc:spChg>
      </pc:sldChg>
      <pc:sldChg chg="modSp add">
        <pc:chgData name="Divya Anjith" userId="5585c8a44a0edd06" providerId="Windows Live" clId="Web-{4C623F25-FEA5-D2FE-2E5E-8266C96F3BC5}" dt="2026-01-29T02:02:16.410" v="419" actId="1076"/>
        <pc:sldMkLst>
          <pc:docMk/>
          <pc:sldMk cId="1344435141" sldId="2804"/>
        </pc:sldMkLst>
        <pc:spChg chg="mod">
          <ac:chgData name="Divya Anjith" userId="5585c8a44a0edd06" providerId="Windows Live" clId="Web-{4C623F25-FEA5-D2FE-2E5E-8266C96F3BC5}" dt="2026-01-29T02:02:08.035" v="416" actId="20577"/>
          <ac:spMkLst>
            <pc:docMk/>
            <pc:sldMk cId="1344435141" sldId="2804"/>
            <ac:spMk id="3" creationId="{4BF9CA61-6680-419C-A597-2B8F90F492F3}"/>
          </ac:spMkLst>
        </pc:spChg>
        <pc:spChg chg="mod">
          <ac:chgData name="Divya Anjith" userId="5585c8a44a0edd06" providerId="Windows Live" clId="Web-{4C623F25-FEA5-D2FE-2E5E-8266C96F3BC5}" dt="2026-01-29T02:02:16.410" v="419" actId="1076"/>
          <ac:spMkLst>
            <pc:docMk/>
            <pc:sldMk cId="1344435141" sldId="2804"/>
            <ac:spMk id="5" creationId="{325AF87E-9D48-CE0B-9C0A-5C85175F49A4}"/>
          </ac:spMkLst>
        </pc:spChg>
        <pc:spChg chg="mod">
          <ac:chgData name="Divya Anjith" userId="5585c8a44a0edd06" providerId="Windows Live" clId="Web-{4C623F25-FEA5-D2FE-2E5E-8266C96F3BC5}" dt="2026-01-29T01:54:34.151" v="358" actId="20577"/>
          <ac:spMkLst>
            <pc:docMk/>
            <pc:sldMk cId="1344435141" sldId="2804"/>
            <ac:spMk id="13" creationId="{0C634CD7-7112-8536-A3E0-B31413030422}"/>
          </ac:spMkLst>
        </pc:spChg>
      </pc:sldChg>
      <pc:sldMasterChg chg="addSldLayout">
        <pc:chgData name="Divya Anjith" userId="5585c8a44a0edd06" providerId="Windows Live" clId="Web-{4C623F25-FEA5-D2FE-2E5E-8266C96F3BC5}" dt="2026-01-29T01:42:07.869" v="255"/>
        <pc:sldMasterMkLst>
          <pc:docMk/>
          <pc:sldMasterMk cId="0" sldId="2147483663"/>
        </pc:sldMasterMkLst>
        <pc:sldLayoutChg chg="add">
          <pc:chgData name="Divya Anjith" userId="5585c8a44a0edd06" providerId="Windows Live" clId="Web-{4C623F25-FEA5-D2FE-2E5E-8266C96F3BC5}" dt="2026-01-29T01:42:07.510" v="250"/>
          <pc:sldLayoutMkLst>
            <pc:docMk/>
            <pc:sldMasterMk cId="0" sldId="2147483663"/>
            <pc:sldLayoutMk cId="11092438" sldId="2147483678"/>
          </pc:sldLayoutMkLst>
        </pc:sldLayoutChg>
        <pc:sldLayoutChg chg="add">
          <pc:chgData name="Divya Anjith" userId="5585c8a44a0edd06" providerId="Windows Live" clId="Web-{4C623F25-FEA5-D2FE-2E5E-8266C96F3BC5}" dt="2026-01-29T01:42:07.588" v="251"/>
          <pc:sldLayoutMkLst>
            <pc:docMk/>
            <pc:sldMasterMk cId="0" sldId="2147483663"/>
            <pc:sldLayoutMk cId="2030429593" sldId="2147483679"/>
          </pc:sldLayoutMkLst>
        </pc:sldLayoutChg>
        <pc:sldLayoutChg chg="add">
          <pc:chgData name="Divya Anjith" userId="5585c8a44a0edd06" providerId="Windows Live" clId="Web-{4C623F25-FEA5-D2FE-2E5E-8266C96F3BC5}" dt="2026-01-29T01:42:07.651" v="252"/>
          <pc:sldLayoutMkLst>
            <pc:docMk/>
            <pc:sldMasterMk cId="0" sldId="2147483663"/>
            <pc:sldLayoutMk cId="614115974" sldId="2147483680"/>
          </pc:sldLayoutMkLst>
        </pc:sldLayoutChg>
        <pc:sldLayoutChg chg="add">
          <pc:chgData name="Divya Anjith" userId="5585c8a44a0edd06" providerId="Windows Live" clId="Web-{4C623F25-FEA5-D2FE-2E5E-8266C96F3BC5}" dt="2026-01-29T01:42:07.728" v="253"/>
          <pc:sldLayoutMkLst>
            <pc:docMk/>
            <pc:sldMasterMk cId="0" sldId="2147483663"/>
            <pc:sldLayoutMk cId="125374843" sldId="2147483681"/>
          </pc:sldLayoutMkLst>
        </pc:sldLayoutChg>
        <pc:sldLayoutChg chg="add">
          <pc:chgData name="Divya Anjith" userId="5585c8a44a0edd06" providerId="Windows Live" clId="Web-{4C623F25-FEA5-D2FE-2E5E-8266C96F3BC5}" dt="2026-01-29T01:42:07.807" v="254"/>
          <pc:sldLayoutMkLst>
            <pc:docMk/>
            <pc:sldMasterMk cId="0" sldId="2147483663"/>
            <pc:sldLayoutMk cId="1606913851" sldId="2147483682"/>
          </pc:sldLayoutMkLst>
        </pc:sldLayoutChg>
        <pc:sldLayoutChg chg="add replId">
          <pc:chgData name="Divya Anjith" userId="5585c8a44a0edd06" providerId="Windows Live" clId="Web-{4C623F25-FEA5-D2FE-2E5E-8266C96F3BC5}" dt="2026-01-29T01:42:07.869" v="255"/>
          <pc:sldLayoutMkLst>
            <pc:docMk/>
            <pc:sldMasterMk cId="0" sldId="2147483663"/>
            <pc:sldLayoutMk cId="3088935463" sldId="2147483700"/>
          </pc:sldLayoutMkLst>
        </pc:sldLayoutChg>
      </pc:sldMasterChg>
    </pc:docChg>
  </pc:docChgLst>
  <pc:docChgLst>
    <pc:chgData name="Divya Anjith" userId="5585c8a44a0edd06" providerId="Windows Live" clId="Web-{5EAF3627-97D9-8E68-8589-586931F241F3}"/>
    <pc:docChg chg="modSld">
      <pc:chgData name="Divya Anjith" userId="5585c8a44a0edd06" providerId="Windows Live" clId="Web-{5EAF3627-97D9-8E68-8589-586931F241F3}" dt="2026-01-31T03:46:04.280" v="1" actId="20577"/>
      <pc:docMkLst>
        <pc:docMk/>
      </pc:docMkLst>
      <pc:sldChg chg="modSp">
        <pc:chgData name="Divya Anjith" userId="5585c8a44a0edd06" providerId="Windows Live" clId="Web-{5EAF3627-97D9-8E68-8589-586931F241F3}" dt="2026-01-31T03:46:04.280" v="1" actId="20577"/>
        <pc:sldMkLst>
          <pc:docMk/>
          <pc:sldMk cId="0" sldId="511"/>
        </pc:sldMkLst>
        <pc:spChg chg="mod">
          <ac:chgData name="Divya Anjith" userId="5585c8a44a0edd06" providerId="Windows Live" clId="Web-{5EAF3627-97D9-8E68-8589-586931F241F3}" dt="2026-01-31T03:46:04.280" v="1" actId="20577"/>
          <ac:spMkLst>
            <pc:docMk/>
            <pc:sldMk cId="0" sldId="511"/>
            <ac:spMk id="2" creationId="{00000000-0000-0000-0000-000000000000}"/>
          </ac:spMkLst>
        </pc:spChg>
      </pc:sldChg>
    </pc:docChg>
  </pc:docChgLst>
  <pc:docChgLst>
    <pc:chgData name="Divya Anjith" userId="5585c8a44a0edd06" providerId="Windows Live" clId="Web-{80AF7F6A-E059-BED9-3B3C-2FF5ABB75B1C}"/>
    <pc:docChg chg="modSld">
      <pc:chgData name="Divya Anjith" userId="5585c8a44a0edd06" providerId="Windows Live" clId="Web-{80AF7F6A-E059-BED9-3B3C-2FF5ABB75B1C}" dt="2026-01-27T01:58:25.450" v="92"/>
      <pc:docMkLst>
        <pc:docMk/>
      </pc:docMkLst>
      <pc:sldChg chg="modSp">
        <pc:chgData name="Divya Anjith" userId="5585c8a44a0edd06" providerId="Windows Live" clId="Web-{80AF7F6A-E059-BED9-3B3C-2FF5ABB75B1C}" dt="2026-01-27T00:47:40.819" v="32" actId="1076"/>
        <pc:sldMkLst>
          <pc:docMk/>
          <pc:sldMk cId="2375547672" sldId="2358"/>
        </pc:sldMkLst>
        <pc:spChg chg="mod">
          <ac:chgData name="Divya Anjith" userId="5585c8a44a0edd06" providerId="Windows Live" clId="Web-{80AF7F6A-E059-BED9-3B3C-2FF5ABB75B1C}" dt="2026-01-27T00:47:20.630" v="29" actId="1076"/>
          <ac:spMkLst>
            <pc:docMk/>
            <pc:sldMk cId="2375547672" sldId="2358"/>
            <ac:spMk id="3" creationId="{139A6A3E-22D3-686D-7AC3-0E55668E19D0}"/>
          </ac:spMkLst>
        </pc:spChg>
        <pc:spChg chg="mod">
          <ac:chgData name="Divya Anjith" userId="5585c8a44a0edd06" providerId="Windows Live" clId="Web-{80AF7F6A-E059-BED9-3B3C-2FF5ABB75B1C}" dt="2026-01-27T00:47:40.819" v="32" actId="1076"/>
          <ac:spMkLst>
            <pc:docMk/>
            <pc:sldMk cId="2375547672" sldId="2358"/>
            <ac:spMk id="6" creationId="{E5A6B70C-E105-7D61-147A-07D1DA488D4B}"/>
          </ac:spMkLst>
        </pc:spChg>
        <pc:spChg chg="mod">
          <ac:chgData name="Divya Anjith" userId="5585c8a44a0edd06" providerId="Windows Live" clId="Web-{80AF7F6A-E059-BED9-3B3C-2FF5ABB75B1C}" dt="2026-01-27T00:47:25.193" v="30" actId="1076"/>
          <ac:spMkLst>
            <pc:docMk/>
            <pc:sldMk cId="2375547672" sldId="2358"/>
            <ac:spMk id="11" creationId="{41EDFB58-17A0-8448-DBA2-7BC3052C4777}"/>
          </ac:spMkLst>
        </pc:spChg>
        <pc:spChg chg="mod">
          <ac:chgData name="Divya Anjith" userId="5585c8a44a0edd06" providerId="Windows Live" clId="Web-{80AF7F6A-E059-BED9-3B3C-2FF5ABB75B1C}" dt="2026-01-27T00:47:31.912" v="31" actId="1076"/>
          <ac:spMkLst>
            <pc:docMk/>
            <pc:sldMk cId="2375547672" sldId="2358"/>
            <ac:spMk id="12" creationId="{A3C9AEE4-C810-E071-4420-EEC3C27E8246}"/>
          </ac:spMkLst>
        </pc:spChg>
      </pc:sldChg>
      <pc:sldChg chg="modSp">
        <pc:chgData name="Divya Anjith" userId="5585c8a44a0edd06" providerId="Windows Live" clId="Web-{80AF7F6A-E059-BED9-3B3C-2FF5ABB75B1C}" dt="2026-01-27T00:48:05.773" v="35"/>
        <pc:sldMkLst>
          <pc:docMk/>
          <pc:sldMk cId="4222519777" sldId="2511"/>
        </pc:sldMkLst>
        <pc:spChg chg="mod">
          <ac:chgData name="Divya Anjith" userId="5585c8a44a0edd06" providerId="Windows Live" clId="Web-{80AF7F6A-E059-BED9-3B3C-2FF5ABB75B1C}" dt="2026-01-27T00:48:05.773" v="35"/>
          <ac:spMkLst>
            <pc:docMk/>
            <pc:sldMk cId="4222519777" sldId="2511"/>
            <ac:spMk id="6" creationId="{499CDC6A-3B94-2510-4D7E-494FCCF17845}"/>
          </ac:spMkLst>
        </pc:spChg>
      </pc:sldChg>
      <pc:sldChg chg="modSp">
        <pc:chgData name="Divya Anjith" userId="5585c8a44a0edd06" providerId="Windows Live" clId="Web-{80AF7F6A-E059-BED9-3B3C-2FF5ABB75B1C}" dt="2026-01-27T00:54:23.207" v="65" actId="1076"/>
        <pc:sldMkLst>
          <pc:docMk/>
          <pc:sldMk cId="597748144" sldId="2512"/>
        </pc:sldMkLst>
        <pc:spChg chg="mod">
          <ac:chgData name="Divya Anjith" userId="5585c8a44a0edd06" providerId="Windows Live" clId="Web-{80AF7F6A-E059-BED9-3B3C-2FF5ABB75B1C}" dt="2026-01-27T00:49:17.370" v="53" actId="1076"/>
          <ac:spMkLst>
            <pc:docMk/>
            <pc:sldMk cId="597748144" sldId="2512"/>
            <ac:spMk id="3" creationId="{9E62DEF5-B681-EFBA-3574-E32C4553BFF4}"/>
          </ac:spMkLst>
        </pc:spChg>
        <pc:spChg chg="mod">
          <ac:chgData name="Divya Anjith" userId="5585c8a44a0edd06" providerId="Windows Live" clId="Web-{80AF7F6A-E059-BED9-3B3C-2FF5ABB75B1C}" dt="2026-01-27T00:54:23.207" v="65" actId="1076"/>
          <ac:spMkLst>
            <pc:docMk/>
            <pc:sldMk cId="597748144" sldId="2512"/>
            <ac:spMk id="6" creationId="{536F9ABA-9B23-7918-F14B-CE5EC6717B0F}"/>
          </ac:spMkLst>
        </pc:spChg>
        <pc:grpChg chg="mod">
          <ac:chgData name="Divya Anjith" userId="5585c8a44a0edd06" providerId="Windows Live" clId="Web-{80AF7F6A-E059-BED9-3B3C-2FF5ABB75B1C}" dt="2026-01-27T00:49:11.276" v="51" actId="1076"/>
          <ac:grpSpMkLst>
            <pc:docMk/>
            <pc:sldMk cId="597748144" sldId="2512"/>
            <ac:grpSpMk id="9" creationId="{39C02EB7-98C6-9166-402F-51B9E9665F7F}"/>
          </ac:grpSpMkLst>
        </pc:grpChg>
        <pc:grpChg chg="mod">
          <ac:chgData name="Divya Anjith" userId="5585c8a44a0edd06" providerId="Windows Live" clId="Web-{80AF7F6A-E059-BED9-3B3C-2FF5ABB75B1C}" dt="2026-01-27T00:49:11.292" v="52" actId="1076"/>
          <ac:grpSpMkLst>
            <pc:docMk/>
            <pc:sldMk cId="597748144" sldId="2512"/>
            <ac:grpSpMk id="17" creationId="{6C527F5B-B7E6-5A30-8D00-4BDDA6F5DD7C}"/>
          </ac:grpSpMkLst>
        </pc:grpChg>
      </pc:sldChg>
      <pc:sldChg chg="modSp">
        <pc:chgData name="Divya Anjith" userId="5585c8a44a0edd06" providerId="Windows Live" clId="Web-{80AF7F6A-E059-BED9-3B3C-2FF5ABB75B1C}" dt="2026-01-27T01:46:26.016" v="85" actId="20577"/>
        <pc:sldMkLst>
          <pc:docMk/>
          <pc:sldMk cId="1897622429" sldId="2514"/>
        </pc:sldMkLst>
        <pc:spChg chg="mod">
          <ac:chgData name="Divya Anjith" userId="5585c8a44a0edd06" providerId="Windows Live" clId="Web-{80AF7F6A-E059-BED9-3B3C-2FF5ABB75B1C}" dt="2026-01-27T01:46:26.016" v="85" actId="20577"/>
          <ac:spMkLst>
            <pc:docMk/>
            <pc:sldMk cId="1897622429" sldId="2514"/>
            <ac:spMk id="6" creationId="{1849F005-BBBE-4D79-DF82-EA83D892A829}"/>
          </ac:spMkLst>
        </pc:spChg>
      </pc:sldChg>
      <pc:sldChg chg="modSp">
        <pc:chgData name="Divya Anjith" userId="5585c8a44a0edd06" providerId="Windows Live" clId="Web-{80AF7F6A-E059-BED9-3B3C-2FF5ABB75B1C}" dt="2026-01-27T01:58:25.450" v="92"/>
        <pc:sldMkLst>
          <pc:docMk/>
          <pc:sldMk cId="2999932702" sldId="2749"/>
        </pc:sldMkLst>
        <pc:spChg chg="mod">
          <ac:chgData name="Divya Anjith" userId="5585c8a44a0edd06" providerId="Windows Live" clId="Web-{80AF7F6A-E059-BED9-3B3C-2FF5ABB75B1C}" dt="2026-01-27T01:58:00.432" v="89" actId="1076"/>
          <ac:spMkLst>
            <pc:docMk/>
            <pc:sldMk cId="2999932702" sldId="2749"/>
            <ac:spMk id="8" creationId="{105970AF-B4E3-74CA-78B5-0CC351A22C09}"/>
          </ac:spMkLst>
        </pc:spChg>
        <pc:spChg chg="mod">
          <ac:chgData name="Divya Anjith" userId="5585c8a44a0edd06" providerId="Windows Live" clId="Web-{80AF7F6A-E059-BED9-3B3C-2FF5ABB75B1C}" dt="2026-01-27T01:58:25.450" v="92"/>
          <ac:spMkLst>
            <pc:docMk/>
            <pc:sldMk cId="2999932702" sldId="2749"/>
            <ac:spMk id="9" creationId="{FB420252-6173-ADB9-869E-182668223BF7}"/>
          </ac:spMkLst>
        </pc:spChg>
      </pc:sldChg>
      <pc:sldChg chg="modSp">
        <pc:chgData name="Divya Anjith" userId="5585c8a44a0edd06" providerId="Windows Live" clId="Web-{80AF7F6A-E059-BED9-3B3C-2FF5ABB75B1C}" dt="2026-01-27T00:43:51.067" v="11" actId="20577"/>
        <pc:sldMkLst>
          <pc:docMk/>
          <pc:sldMk cId="2927026268" sldId="2776"/>
        </pc:sldMkLst>
        <pc:spChg chg="mod">
          <ac:chgData name="Divya Anjith" userId="5585c8a44a0edd06" providerId="Windows Live" clId="Web-{80AF7F6A-E059-BED9-3B3C-2FF5ABB75B1C}" dt="2026-01-27T00:43:51.067" v="11" actId="20577"/>
          <ac:spMkLst>
            <pc:docMk/>
            <pc:sldMk cId="2927026268" sldId="2776"/>
            <ac:spMk id="9" creationId="{45DC97B8-3156-B036-C522-C34C68ACB96A}"/>
          </ac:spMkLst>
        </pc:spChg>
      </pc:sldChg>
      <pc:sldChg chg="modSp">
        <pc:chgData name="Divya Anjith" userId="5585c8a44a0edd06" providerId="Windows Live" clId="Web-{80AF7F6A-E059-BED9-3B3C-2FF5ABB75B1C}" dt="2026-01-27T00:46:53.394" v="26" actId="20577"/>
        <pc:sldMkLst>
          <pc:docMk/>
          <pc:sldMk cId="3368756669" sldId="2795"/>
        </pc:sldMkLst>
        <pc:spChg chg="mod">
          <ac:chgData name="Divya Anjith" userId="5585c8a44a0edd06" providerId="Windows Live" clId="Web-{80AF7F6A-E059-BED9-3B3C-2FF5ABB75B1C}" dt="2026-01-27T00:46:53.394" v="26" actId="20577"/>
          <ac:spMkLst>
            <pc:docMk/>
            <pc:sldMk cId="3368756669" sldId="2795"/>
            <ac:spMk id="4" creationId="{B59A55C3-6162-42A2-B11B-78D558091B4A}"/>
          </ac:spMkLst>
        </pc:spChg>
      </pc:sldChg>
      <pc:sldChg chg="modSp">
        <pc:chgData name="Divya Anjith" userId="5585c8a44a0edd06" providerId="Windows Live" clId="Web-{80AF7F6A-E059-BED9-3B3C-2FF5ABB75B1C}" dt="2026-01-27T01:30:03.024" v="84" actId="20577"/>
        <pc:sldMkLst>
          <pc:docMk/>
          <pc:sldMk cId="568971884" sldId="2796"/>
        </pc:sldMkLst>
        <pc:spChg chg="mod">
          <ac:chgData name="Divya Anjith" userId="5585c8a44a0edd06" providerId="Windows Live" clId="Web-{80AF7F6A-E059-BED9-3B3C-2FF5ABB75B1C}" dt="2026-01-27T01:29:53.273" v="82" actId="20577"/>
          <ac:spMkLst>
            <pc:docMk/>
            <pc:sldMk cId="568971884" sldId="2796"/>
            <ac:spMk id="3" creationId="{D1EBD386-B701-766E-92DF-DF211B9E5F8F}"/>
          </ac:spMkLst>
        </pc:spChg>
        <pc:spChg chg="mod">
          <ac:chgData name="Divya Anjith" userId="5585c8a44a0edd06" providerId="Windows Live" clId="Web-{80AF7F6A-E059-BED9-3B3C-2FF5ABB75B1C}" dt="2026-01-27T01:30:03.024" v="84" actId="20577"/>
          <ac:spMkLst>
            <pc:docMk/>
            <pc:sldMk cId="568971884" sldId="2796"/>
            <ac:spMk id="4" creationId="{2C865161-3BDE-6844-CC51-0B66437A803B}"/>
          </ac:spMkLst>
        </pc:spChg>
        <pc:grpChg chg="mod">
          <ac:chgData name="Divya Anjith" userId="5585c8a44a0edd06" providerId="Windows Live" clId="Web-{80AF7F6A-E059-BED9-3B3C-2FF5ABB75B1C}" dt="2026-01-27T01:01:48.519" v="77" actId="1076"/>
          <ac:grpSpMkLst>
            <pc:docMk/>
            <pc:sldMk cId="568971884" sldId="2796"/>
            <ac:grpSpMk id="19" creationId="{A96B5468-C06F-40A3-9833-25021E2FA68F}"/>
          </ac:grpSpMkLst>
        </pc:grpChg>
        <pc:grpChg chg="mod">
          <ac:chgData name="Divya Anjith" userId="5585c8a44a0edd06" providerId="Windows Live" clId="Web-{80AF7F6A-E059-BED9-3B3C-2FF5ABB75B1C}" dt="2026-01-27T01:01:52.926" v="78" actId="1076"/>
          <ac:grpSpMkLst>
            <pc:docMk/>
            <pc:sldMk cId="568971884" sldId="2796"/>
            <ac:grpSpMk id="23" creationId="{6AB58204-43E6-9804-9134-A718C8569B84}"/>
          </ac:grpSpMkLst>
        </pc:grpChg>
      </pc:sldChg>
    </pc:docChg>
  </pc:docChgLst>
  <pc:docChgLst>
    <pc:chgData name="Divya Anjith" userId="5585c8a44a0edd06" providerId="Windows Live" clId="Web-{4612D1C6-A2AA-D2BF-1443-F0337E1DC7D5}"/>
    <pc:docChg chg="addSld modSld">
      <pc:chgData name="Divya Anjith" userId="5585c8a44a0edd06" providerId="Windows Live" clId="Web-{4612D1C6-A2AA-D2BF-1443-F0337E1DC7D5}" dt="2026-01-20T11:43:33.467" v="62" actId="20577"/>
      <pc:docMkLst>
        <pc:docMk/>
      </pc:docMkLst>
      <pc:sldChg chg="modSp">
        <pc:chgData name="Divya Anjith" userId="5585c8a44a0edd06" providerId="Windows Live" clId="Web-{4612D1C6-A2AA-D2BF-1443-F0337E1DC7D5}" dt="2026-01-20T11:42:59.869" v="58" actId="20577"/>
        <pc:sldMkLst>
          <pc:docMk/>
          <pc:sldMk cId="0" sldId="1888"/>
        </pc:sldMkLst>
        <pc:spChg chg="mod">
          <ac:chgData name="Divya Anjith" userId="5585c8a44a0edd06" providerId="Windows Live" clId="Web-{4612D1C6-A2AA-D2BF-1443-F0337E1DC7D5}" dt="2026-01-20T11:42:59.869" v="58" actId="20577"/>
          <ac:spMkLst>
            <pc:docMk/>
            <pc:sldMk cId="0" sldId="1888"/>
            <ac:spMk id="2" creationId="{00000000-0000-0000-0000-000000000000}"/>
          </ac:spMkLst>
        </pc:spChg>
        <pc:spChg chg="mod">
          <ac:chgData name="Divya Anjith" userId="5585c8a44a0edd06" providerId="Windows Live" clId="Web-{4612D1C6-A2AA-D2BF-1443-F0337E1DC7D5}" dt="2026-01-20T11:42:26.817" v="50" actId="20577"/>
          <ac:spMkLst>
            <pc:docMk/>
            <pc:sldMk cId="0" sldId="1888"/>
            <ac:spMk id="4" creationId="{F077DC69-861D-71C3-8D7E-1FBAB11AC9BB}"/>
          </ac:spMkLst>
        </pc:spChg>
        <pc:spChg chg="mod">
          <ac:chgData name="Divya Anjith" userId="5585c8a44a0edd06" providerId="Windows Live" clId="Web-{4612D1C6-A2AA-D2BF-1443-F0337E1DC7D5}" dt="2026-01-20T11:42:38.038" v="54" actId="20577"/>
          <ac:spMkLst>
            <pc:docMk/>
            <pc:sldMk cId="0" sldId="1888"/>
            <ac:spMk id="5" creationId="{B8B10497-B0AA-B0DC-AB88-37A061DE297C}"/>
          </ac:spMkLst>
        </pc:spChg>
      </pc:sldChg>
      <pc:sldChg chg="modSp">
        <pc:chgData name="Divya Anjith" userId="5585c8a44a0edd06" providerId="Windows Live" clId="Web-{4612D1C6-A2AA-D2BF-1443-F0337E1DC7D5}" dt="2026-01-20T11:43:33.467" v="62" actId="20577"/>
        <pc:sldMkLst>
          <pc:docMk/>
          <pc:sldMk cId="0" sldId="2530"/>
        </pc:sldMkLst>
        <pc:spChg chg="mod">
          <ac:chgData name="Divya Anjith" userId="5585c8a44a0edd06" providerId="Windows Live" clId="Web-{4612D1C6-A2AA-D2BF-1443-F0337E1DC7D5}" dt="2026-01-20T11:43:33.467" v="62" actId="20577"/>
          <ac:spMkLst>
            <pc:docMk/>
            <pc:sldMk cId="0" sldId="2530"/>
            <ac:spMk id="3" creationId="{00000000-0000-0000-0000-000000000000}"/>
          </ac:spMkLst>
        </pc:spChg>
      </pc:sldChg>
    </pc:docChg>
  </pc:docChgLst>
  <pc:docChgLst>
    <pc:chgData name="Divya Anjith" userId="5585c8a44a0edd06" providerId="Windows Live" clId="Web-{CC86B2A8-65AF-002A-FCDF-AD684199E1D6}"/>
    <pc:docChg chg="addSld delSld modSld">
      <pc:chgData name="Divya Anjith" userId="5585c8a44a0edd06" providerId="Windows Live" clId="Web-{CC86B2A8-65AF-002A-FCDF-AD684199E1D6}" dt="2026-01-24T16:10:50.651" v="496"/>
      <pc:docMkLst>
        <pc:docMk/>
      </pc:docMkLst>
      <pc:sldChg chg="modSp">
        <pc:chgData name="Divya Anjith" userId="5585c8a44a0edd06" providerId="Windows Live" clId="Web-{CC86B2A8-65AF-002A-FCDF-AD684199E1D6}" dt="2026-01-24T16:07:52.290" v="456" actId="20577"/>
        <pc:sldMkLst>
          <pc:docMk/>
          <pc:sldMk cId="3040895271" sldId="1758"/>
        </pc:sldMkLst>
        <pc:spChg chg="mod">
          <ac:chgData name="Divya Anjith" userId="5585c8a44a0edd06" providerId="Windows Live" clId="Web-{CC86B2A8-65AF-002A-FCDF-AD684199E1D6}" dt="2026-01-24T16:07:52.290" v="456" actId="20577"/>
          <ac:spMkLst>
            <pc:docMk/>
            <pc:sldMk cId="3040895271" sldId="1758"/>
            <ac:spMk id="2" creationId="{1DA63A6A-450D-4603-B02C-80F270CA1D46}"/>
          </ac:spMkLst>
        </pc:spChg>
      </pc:sldChg>
      <pc:sldChg chg="modSp">
        <pc:chgData name="Divya Anjith" userId="5585c8a44a0edd06" providerId="Windows Live" clId="Web-{CC86B2A8-65AF-002A-FCDF-AD684199E1D6}" dt="2026-01-24T16:07:58.962" v="458" actId="20577"/>
        <pc:sldMkLst>
          <pc:docMk/>
          <pc:sldMk cId="3696153613" sldId="1759"/>
        </pc:sldMkLst>
        <pc:spChg chg="mod">
          <ac:chgData name="Divya Anjith" userId="5585c8a44a0edd06" providerId="Windows Live" clId="Web-{CC86B2A8-65AF-002A-FCDF-AD684199E1D6}" dt="2026-01-24T16:07:58.962" v="458" actId="20577"/>
          <ac:spMkLst>
            <pc:docMk/>
            <pc:sldMk cId="3696153613" sldId="1759"/>
            <ac:spMk id="2" creationId="{1DA63A6A-450D-4603-B02C-80F270CA1D46}"/>
          </ac:spMkLst>
        </pc:spChg>
      </pc:sldChg>
      <pc:sldChg chg="modSp">
        <pc:chgData name="Divya Anjith" userId="5585c8a44a0edd06" providerId="Windows Live" clId="Web-{CC86B2A8-65AF-002A-FCDF-AD684199E1D6}" dt="2026-01-24T16:08:03.900" v="460" actId="20577"/>
        <pc:sldMkLst>
          <pc:docMk/>
          <pc:sldMk cId="3575758634" sldId="1760"/>
        </pc:sldMkLst>
        <pc:spChg chg="mod">
          <ac:chgData name="Divya Anjith" userId="5585c8a44a0edd06" providerId="Windows Live" clId="Web-{CC86B2A8-65AF-002A-FCDF-AD684199E1D6}" dt="2026-01-24T16:08:03.900" v="460" actId="20577"/>
          <ac:spMkLst>
            <pc:docMk/>
            <pc:sldMk cId="3575758634" sldId="1760"/>
            <ac:spMk id="2" creationId="{1DA63A6A-450D-4603-B02C-80F270CA1D46}"/>
          </ac:spMkLst>
        </pc:spChg>
      </pc:sldChg>
      <pc:sldChg chg="modSp">
        <pc:chgData name="Divya Anjith" userId="5585c8a44a0edd06" providerId="Windows Live" clId="Web-{CC86B2A8-65AF-002A-FCDF-AD684199E1D6}" dt="2026-01-24T16:08:07.807" v="461" actId="20577"/>
        <pc:sldMkLst>
          <pc:docMk/>
          <pc:sldMk cId="3057697972" sldId="1761"/>
        </pc:sldMkLst>
        <pc:spChg chg="mod">
          <ac:chgData name="Divya Anjith" userId="5585c8a44a0edd06" providerId="Windows Live" clId="Web-{CC86B2A8-65AF-002A-FCDF-AD684199E1D6}" dt="2026-01-24T16:08:07.807" v="461" actId="20577"/>
          <ac:spMkLst>
            <pc:docMk/>
            <pc:sldMk cId="3057697972" sldId="1761"/>
            <ac:spMk id="2" creationId="{1DA63A6A-450D-4603-B02C-80F270CA1D46}"/>
          </ac:spMkLst>
        </pc:spChg>
      </pc:sldChg>
      <pc:sldChg chg="modSp">
        <pc:chgData name="Divya Anjith" userId="5585c8a44a0edd06" providerId="Windows Live" clId="Web-{CC86B2A8-65AF-002A-FCDF-AD684199E1D6}" dt="2026-01-24T16:08:13.046" v="462" actId="20577"/>
        <pc:sldMkLst>
          <pc:docMk/>
          <pc:sldMk cId="4100383940" sldId="1762"/>
        </pc:sldMkLst>
        <pc:spChg chg="mod">
          <ac:chgData name="Divya Anjith" userId="5585c8a44a0edd06" providerId="Windows Live" clId="Web-{CC86B2A8-65AF-002A-FCDF-AD684199E1D6}" dt="2026-01-24T16:08:13.046" v="462" actId="20577"/>
          <ac:spMkLst>
            <pc:docMk/>
            <pc:sldMk cId="4100383940" sldId="1762"/>
            <ac:spMk id="2" creationId="{1DA63A6A-450D-4603-B02C-80F270CA1D46}"/>
          </ac:spMkLst>
        </pc:spChg>
      </pc:sldChg>
      <pc:sldChg chg="modSp">
        <pc:chgData name="Divya Anjith" userId="5585c8a44a0edd06" providerId="Windows Live" clId="Web-{CC86B2A8-65AF-002A-FCDF-AD684199E1D6}" dt="2026-01-24T16:08:16.796" v="463" actId="20577"/>
        <pc:sldMkLst>
          <pc:docMk/>
          <pc:sldMk cId="631600823" sldId="1763"/>
        </pc:sldMkLst>
        <pc:spChg chg="mod">
          <ac:chgData name="Divya Anjith" userId="5585c8a44a0edd06" providerId="Windows Live" clId="Web-{CC86B2A8-65AF-002A-FCDF-AD684199E1D6}" dt="2026-01-24T16:08:16.796" v="463" actId="20577"/>
          <ac:spMkLst>
            <pc:docMk/>
            <pc:sldMk cId="631600823" sldId="1763"/>
            <ac:spMk id="2" creationId="{1DA63A6A-450D-4603-B02C-80F270CA1D46}"/>
          </ac:spMkLst>
        </pc:spChg>
      </pc:sldChg>
      <pc:sldChg chg="modSp">
        <pc:chgData name="Divya Anjith" userId="5585c8a44a0edd06" providerId="Windows Live" clId="Web-{CC86B2A8-65AF-002A-FCDF-AD684199E1D6}" dt="2026-01-24T16:08:22.968" v="464" actId="20577"/>
        <pc:sldMkLst>
          <pc:docMk/>
          <pc:sldMk cId="3749661622" sldId="1764"/>
        </pc:sldMkLst>
        <pc:spChg chg="mod">
          <ac:chgData name="Divya Anjith" userId="5585c8a44a0edd06" providerId="Windows Live" clId="Web-{CC86B2A8-65AF-002A-FCDF-AD684199E1D6}" dt="2026-01-24T16:08:22.968" v="464" actId="20577"/>
          <ac:spMkLst>
            <pc:docMk/>
            <pc:sldMk cId="3749661622" sldId="1764"/>
            <ac:spMk id="2" creationId="{1DA63A6A-450D-4603-B02C-80F270CA1D46}"/>
          </ac:spMkLst>
        </pc:spChg>
      </pc:sldChg>
      <pc:sldChg chg="modSp">
        <pc:chgData name="Divya Anjith" userId="5585c8a44a0edd06" providerId="Windows Live" clId="Web-{CC86B2A8-65AF-002A-FCDF-AD684199E1D6}" dt="2026-01-24T01:48:53.769" v="106"/>
        <pc:sldMkLst>
          <pc:docMk/>
          <pc:sldMk cId="0" sldId="1888"/>
        </pc:sldMkLst>
        <pc:spChg chg="mod">
          <ac:chgData name="Divya Anjith" userId="5585c8a44a0edd06" providerId="Windows Live" clId="Web-{CC86B2A8-65AF-002A-FCDF-AD684199E1D6}" dt="2026-01-24T01:48:53.769" v="106"/>
          <ac:spMkLst>
            <pc:docMk/>
            <pc:sldMk cId="0" sldId="1888"/>
            <ac:spMk id="5" creationId="{B8B10497-B0AA-B0DC-AB88-37A061DE297C}"/>
          </ac:spMkLst>
        </pc:spChg>
      </pc:sldChg>
      <pc:sldChg chg="modSp">
        <pc:chgData name="Divya Anjith" userId="5585c8a44a0edd06" providerId="Windows Live" clId="Web-{CC86B2A8-65AF-002A-FCDF-AD684199E1D6}" dt="2026-01-24T16:07:45.430" v="455" actId="20577"/>
        <pc:sldMkLst>
          <pc:docMk/>
          <pc:sldMk cId="2386726509" sldId="2780"/>
        </pc:sldMkLst>
        <pc:spChg chg="mod">
          <ac:chgData name="Divya Anjith" userId="5585c8a44a0edd06" providerId="Windows Live" clId="Web-{CC86B2A8-65AF-002A-FCDF-AD684199E1D6}" dt="2026-01-24T16:07:45.430" v="455" actId="20577"/>
          <ac:spMkLst>
            <pc:docMk/>
            <pc:sldMk cId="2386726509" sldId="2780"/>
            <ac:spMk id="2" creationId="{1DA63A6A-450D-4603-B02C-80F270CA1D46}"/>
          </ac:spMkLst>
        </pc:spChg>
      </pc:sldChg>
    </pc:docChg>
  </pc:docChgLst>
  <pc:docChgLst>
    <pc:chgData name="Divya Anjith" userId="5585c8a44a0edd06" providerId="Windows Live" clId="Web-{76310E2A-5758-DFB2-2269-745F0E28A4FC}"/>
    <pc:docChg chg="addSld delSld modSld">
      <pc:chgData name="Divya Anjith" userId="5585c8a44a0edd06" providerId="Windows Live" clId="Web-{76310E2A-5758-DFB2-2269-745F0E28A4FC}" dt="2026-01-25T10:53:01.406" v="244" actId="20577"/>
      <pc:docMkLst>
        <pc:docMk/>
      </pc:docMkLst>
      <pc:sldChg chg="add del">
        <pc:chgData name="Divya Anjith" userId="5585c8a44a0edd06" providerId="Windows Live" clId="Web-{76310E2A-5758-DFB2-2269-745F0E28A4FC}" dt="2026-01-25T10:41:06.747" v="117"/>
        <pc:sldMkLst>
          <pc:docMk/>
          <pc:sldMk cId="3749989706" sldId="439"/>
        </pc:sldMkLst>
      </pc:sldChg>
      <pc:sldChg chg="modSp">
        <pc:chgData name="Divya Anjith" userId="5585c8a44a0edd06" providerId="Windows Live" clId="Web-{76310E2A-5758-DFB2-2269-745F0E28A4FC}" dt="2026-01-25T09:54:35.399" v="89" actId="20577"/>
        <pc:sldMkLst>
          <pc:docMk/>
          <pc:sldMk cId="0" sldId="511"/>
        </pc:sldMkLst>
        <pc:spChg chg="mod">
          <ac:chgData name="Divya Anjith" userId="5585c8a44a0edd06" providerId="Windows Live" clId="Web-{76310E2A-5758-DFB2-2269-745F0E28A4FC}" dt="2026-01-25T09:54:35.399" v="89" actId="20577"/>
          <ac:spMkLst>
            <pc:docMk/>
            <pc:sldMk cId="0" sldId="511"/>
            <ac:spMk id="2" creationId="{00000000-0000-0000-0000-000000000000}"/>
          </ac:spMkLst>
        </pc:spChg>
      </pc:sldChg>
      <pc:sldChg chg="add">
        <pc:chgData name="Divya Anjith" userId="5585c8a44a0edd06" providerId="Windows Live" clId="Web-{76310E2A-5758-DFB2-2269-745F0E28A4FC}" dt="2026-01-25T09:53:44.911" v="77"/>
        <pc:sldMkLst>
          <pc:docMk/>
          <pc:sldMk cId="88404620" sldId="1980"/>
        </pc:sldMkLst>
      </pc:sldChg>
      <pc:sldChg chg="modSp add del">
        <pc:chgData name="Divya Anjith" userId="5585c8a44a0edd06" providerId="Windows Live" clId="Web-{76310E2A-5758-DFB2-2269-745F0E28A4FC}" dt="2026-01-25T10:49:17.353" v="215" actId="20577"/>
        <pc:sldMkLst>
          <pc:docMk/>
          <pc:sldMk cId="2375547672" sldId="2358"/>
        </pc:sldMkLst>
        <pc:spChg chg="mod">
          <ac:chgData name="Divya Anjith" userId="5585c8a44a0edd06" providerId="Windows Live" clId="Web-{76310E2A-5758-DFB2-2269-745F0E28A4FC}" dt="2026-01-25T10:49:17.353" v="215" actId="20577"/>
          <ac:spMkLst>
            <pc:docMk/>
            <pc:sldMk cId="2375547672" sldId="2358"/>
            <ac:spMk id="5" creationId="{1ED14E19-5807-E7AD-23E7-5780311E76C8}"/>
          </ac:spMkLst>
        </pc:spChg>
      </pc:sldChg>
      <pc:sldChg chg="modSp add del">
        <pc:chgData name="Divya Anjith" userId="5585c8a44a0edd06" providerId="Windows Live" clId="Web-{76310E2A-5758-DFB2-2269-745F0E28A4FC}" dt="2026-01-25T10:49:10.493" v="213" actId="20577"/>
        <pc:sldMkLst>
          <pc:docMk/>
          <pc:sldMk cId="4222519777" sldId="2511"/>
        </pc:sldMkLst>
        <pc:spChg chg="mod">
          <ac:chgData name="Divya Anjith" userId="5585c8a44a0edd06" providerId="Windows Live" clId="Web-{76310E2A-5758-DFB2-2269-745F0E28A4FC}" dt="2026-01-25T10:49:10.493" v="213" actId="20577"/>
          <ac:spMkLst>
            <pc:docMk/>
            <pc:sldMk cId="4222519777" sldId="2511"/>
            <ac:spMk id="5" creationId="{7F1066D0-700E-E579-94F2-75A1C378119C}"/>
          </ac:spMkLst>
        </pc:spChg>
      </pc:sldChg>
      <pc:sldChg chg="modSp add del">
        <pc:chgData name="Divya Anjith" userId="5585c8a44a0edd06" providerId="Windows Live" clId="Web-{76310E2A-5758-DFB2-2269-745F0E28A4FC}" dt="2026-01-25T10:49:04.055" v="212" actId="20577"/>
        <pc:sldMkLst>
          <pc:docMk/>
          <pc:sldMk cId="597748144" sldId="2512"/>
        </pc:sldMkLst>
        <pc:spChg chg="mod">
          <ac:chgData name="Divya Anjith" userId="5585c8a44a0edd06" providerId="Windows Live" clId="Web-{76310E2A-5758-DFB2-2269-745F0E28A4FC}" dt="2026-01-25T10:49:04.055" v="212" actId="20577"/>
          <ac:spMkLst>
            <pc:docMk/>
            <pc:sldMk cId="597748144" sldId="2512"/>
            <ac:spMk id="5" creationId="{4E416F98-D569-16D6-33D2-B021148BC9F2}"/>
          </ac:spMkLst>
        </pc:spChg>
      </pc:sldChg>
      <pc:sldChg chg="modSp add del">
        <pc:chgData name="Divya Anjith" userId="5585c8a44a0edd06" providerId="Windows Live" clId="Web-{76310E2A-5758-DFB2-2269-745F0E28A4FC}" dt="2026-01-25T10:48:47.367" v="208" actId="20577"/>
        <pc:sldMkLst>
          <pc:docMk/>
          <pc:sldMk cId="1897622429" sldId="2514"/>
        </pc:sldMkLst>
        <pc:spChg chg="mod">
          <ac:chgData name="Divya Anjith" userId="5585c8a44a0edd06" providerId="Windows Live" clId="Web-{76310E2A-5758-DFB2-2269-745F0E28A4FC}" dt="2026-01-25T10:48:47.367" v="208" actId="20577"/>
          <ac:spMkLst>
            <pc:docMk/>
            <pc:sldMk cId="1897622429" sldId="2514"/>
            <ac:spMk id="5" creationId="{29DDB603-BCA8-2E77-EAF2-410D4709EF2B}"/>
          </ac:spMkLst>
        </pc:spChg>
      </pc:sldChg>
      <pc:sldChg chg="modSp">
        <pc:chgData name="Divya Anjith" userId="5585c8a44a0edd06" providerId="Windows Live" clId="Web-{76310E2A-5758-DFB2-2269-745F0E28A4FC}" dt="2026-01-25T09:51:24.309" v="62" actId="20577"/>
        <pc:sldMkLst>
          <pc:docMk/>
          <pc:sldMk cId="0" sldId="2569"/>
        </pc:sldMkLst>
        <pc:spChg chg="mod">
          <ac:chgData name="Divya Anjith" userId="5585c8a44a0edd06" providerId="Windows Live" clId="Web-{76310E2A-5758-DFB2-2269-745F0E28A4FC}" dt="2026-01-25T09:51:24.309" v="62" actId="20577"/>
          <ac:spMkLst>
            <pc:docMk/>
            <pc:sldMk cId="0" sldId="2569"/>
            <ac:spMk id="2" creationId="{00000000-0000-0000-0000-000000000000}"/>
          </ac:spMkLst>
        </pc:spChg>
      </pc:sldChg>
      <pc:sldChg chg="modSp add del">
        <pc:chgData name="Divya Anjith" userId="5585c8a44a0edd06" providerId="Windows Live" clId="Web-{76310E2A-5758-DFB2-2269-745F0E28A4FC}" dt="2026-01-25T10:49:21.446" v="217" actId="20577"/>
        <pc:sldMkLst>
          <pc:docMk/>
          <pc:sldMk cId="3368756669" sldId="2795"/>
        </pc:sldMkLst>
        <pc:spChg chg="mod">
          <ac:chgData name="Divya Anjith" userId="5585c8a44a0edd06" providerId="Windows Live" clId="Web-{76310E2A-5758-DFB2-2269-745F0E28A4FC}" dt="2026-01-25T10:49:21.446" v="217" actId="20577"/>
          <ac:spMkLst>
            <pc:docMk/>
            <pc:sldMk cId="3368756669" sldId="2795"/>
            <ac:spMk id="5" creationId="{CAE21420-34C8-30C5-50CE-1D01ED744F93}"/>
          </ac:spMkLst>
        </pc:spChg>
      </pc:sldChg>
      <pc:sldChg chg="addSp delSp modSp add replId">
        <pc:chgData name="Divya Anjith" userId="5585c8a44a0edd06" providerId="Windows Live" clId="Web-{76310E2A-5758-DFB2-2269-745F0E28A4FC}" dt="2026-01-25T10:53:01.406" v="244" actId="20577"/>
        <pc:sldMkLst>
          <pc:docMk/>
          <pc:sldMk cId="568971884" sldId="2796"/>
        </pc:sldMkLst>
        <pc:spChg chg="mod">
          <ac:chgData name="Divya Anjith" userId="5585c8a44a0edd06" providerId="Windows Live" clId="Web-{76310E2A-5758-DFB2-2269-745F0E28A4FC}" dt="2026-01-25T10:46:36.238" v="186" actId="20577"/>
          <ac:spMkLst>
            <pc:docMk/>
            <pc:sldMk cId="568971884" sldId="2796"/>
            <ac:spMk id="3" creationId="{D1EBD386-B701-766E-92DF-DF211B9E5F8F}"/>
          </ac:spMkLst>
        </pc:spChg>
        <pc:spChg chg="mod">
          <ac:chgData name="Divya Anjith" userId="5585c8a44a0edd06" providerId="Windows Live" clId="Web-{76310E2A-5758-DFB2-2269-745F0E28A4FC}" dt="2026-01-25T10:53:01.406" v="244" actId="20577"/>
          <ac:spMkLst>
            <pc:docMk/>
            <pc:sldMk cId="568971884" sldId="2796"/>
            <ac:spMk id="4" creationId="{2C865161-3BDE-6844-CC51-0B66437A803B}"/>
          </ac:spMkLst>
        </pc:spChg>
        <pc:spChg chg="add mod">
          <ac:chgData name="Divya Anjith" userId="5585c8a44a0edd06" providerId="Windows Live" clId="Web-{76310E2A-5758-DFB2-2269-745F0E28A4FC}" dt="2026-01-25T10:48:58.430" v="211" actId="20577"/>
          <ac:spMkLst>
            <pc:docMk/>
            <pc:sldMk cId="568971884" sldId="2796"/>
            <ac:spMk id="33" creationId="{C1AA064A-6A61-2C6E-2EAE-C0552CA50556}"/>
          </ac:spMkLst>
        </pc:spChg>
        <pc:grpChg chg="add mod">
          <ac:chgData name="Divya Anjith" userId="5585c8a44a0edd06" providerId="Windows Live" clId="Web-{76310E2A-5758-DFB2-2269-745F0E28A4FC}" dt="2026-01-25T10:47:16.208" v="194" actId="1076"/>
          <ac:grpSpMkLst>
            <pc:docMk/>
            <pc:sldMk cId="568971884" sldId="2796"/>
            <ac:grpSpMk id="19" creationId="{A96B5468-C06F-40A3-9833-25021E2FA68F}"/>
          </ac:grpSpMkLst>
        </pc:grpChg>
        <pc:grpChg chg="add mod">
          <ac:chgData name="Divya Anjith" userId="5585c8a44a0edd06" providerId="Windows Live" clId="Web-{76310E2A-5758-DFB2-2269-745F0E28A4FC}" dt="2026-01-25T10:47:06.270" v="192" actId="14100"/>
          <ac:grpSpMkLst>
            <pc:docMk/>
            <pc:sldMk cId="568971884" sldId="2796"/>
            <ac:grpSpMk id="23" creationId="{6AB58204-43E6-9804-9134-A718C8569B84}"/>
          </ac:grpSpMkLst>
        </pc:grpChg>
        <pc:grpChg chg="add mod">
          <ac:chgData name="Divya Anjith" userId="5585c8a44a0edd06" providerId="Windows Live" clId="Web-{76310E2A-5758-DFB2-2269-745F0E28A4FC}" dt="2026-01-25T10:47:50.021" v="200" actId="1076"/>
          <ac:grpSpMkLst>
            <pc:docMk/>
            <pc:sldMk cId="568971884" sldId="2796"/>
            <ac:grpSpMk id="27" creationId="{BD74C038-5EE3-047D-F6CB-91BCE39D4429}"/>
          </ac:grpSpMkLst>
        </pc:grpChg>
        <pc:grpChg chg="add mod">
          <ac:chgData name="Divya Anjith" userId="5585c8a44a0edd06" providerId="Windows Live" clId="Web-{76310E2A-5758-DFB2-2269-745F0E28A4FC}" dt="2026-01-25T10:48:01.053" v="202" actId="1076"/>
          <ac:grpSpMkLst>
            <pc:docMk/>
            <pc:sldMk cId="568971884" sldId="2796"/>
            <ac:grpSpMk id="31" creationId="{E21464F5-300E-381A-F186-0DA6313A0C44}"/>
          </ac:grpSpMkLst>
        </pc:grpChg>
        <pc:picChg chg="mod">
          <ac:chgData name="Divya Anjith" userId="5585c8a44a0edd06" providerId="Windows Live" clId="Web-{76310E2A-5758-DFB2-2269-745F0E28A4FC}" dt="2026-01-25T10:42:51.898" v="138" actId="1076"/>
          <ac:picMkLst>
            <pc:docMk/>
            <pc:sldMk cId="568971884" sldId="2796"/>
            <ac:picMk id="11" creationId="{C7542CB2-D856-D592-E8C9-88E42BEF7A01}"/>
          </ac:picMkLst>
        </pc:picChg>
      </pc:sldChg>
      <pc:sldMasterChg chg="addSldLayout delSldLayout">
        <pc:chgData name="Divya Anjith" userId="5585c8a44a0edd06" providerId="Windows Live" clId="Web-{76310E2A-5758-DFB2-2269-745F0E28A4FC}" dt="2026-01-25T10:41:06.747" v="117"/>
        <pc:sldMasterMkLst>
          <pc:docMk/>
          <pc:sldMasterMk cId="0" sldId="2147483663"/>
        </pc:sldMasterMkLst>
        <pc:sldLayoutChg chg="add del">
          <pc:chgData name="Divya Anjith" userId="5585c8a44a0edd06" providerId="Windows Live" clId="Web-{76310E2A-5758-DFB2-2269-745F0E28A4FC}" dt="2026-01-25T10:41:06.747" v="117"/>
          <pc:sldLayoutMkLst>
            <pc:docMk/>
            <pc:sldMasterMk cId="0" sldId="2147483663"/>
            <pc:sldLayoutMk cId="1165846902" sldId="2147483677"/>
          </pc:sldLayoutMkLst>
        </pc:sldLayoutChg>
      </pc:sldMasterChg>
    </pc:docChg>
  </pc:docChgLst>
  <pc:docChgLst>
    <pc:chgData name="Divya Anjith" userId="5585c8a44a0edd06" providerId="Windows Live" clId="Web-{5DA4C1A5-C87C-9915-2EF5-819C2B243658}"/>
    <pc:docChg chg="addSld delSld modSld">
      <pc:chgData name="Divya Anjith" userId="5585c8a44a0edd06" providerId="Windows Live" clId="Web-{5DA4C1A5-C87C-9915-2EF5-819C2B243658}" dt="2026-01-23T16:13:44.379" v="104" actId="20577"/>
      <pc:docMkLst>
        <pc:docMk/>
      </pc:docMkLst>
      <pc:sldChg chg="modSp">
        <pc:chgData name="Divya Anjith" userId="5585c8a44a0edd06" providerId="Windows Live" clId="Web-{5DA4C1A5-C87C-9915-2EF5-819C2B243658}" dt="2026-01-23T15:50:31.395" v="38" actId="20577"/>
        <pc:sldMkLst>
          <pc:docMk/>
          <pc:sldMk cId="0" sldId="511"/>
        </pc:sldMkLst>
        <pc:spChg chg="mod">
          <ac:chgData name="Divya Anjith" userId="5585c8a44a0edd06" providerId="Windows Live" clId="Web-{5DA4C1A5-C87C-9915-2EF5-819C2B243658}" dt="2026-01-23T15:50:31.395" v="38" actId="20577"/>
          <ac:spMkLst>
            <pc:docMk/>
            <pc:sldMk cId="0" sldId="511"/>
            <ac:spMk id="2" creationId="{00000000-0000-0000-0000-000000000000}"/>
          </ac:spMkLst>
        </pc:spChg>
      </pc:sldChg>
      <pc:sldChg chg="add">
        <pc:chgData name="Divya Anjith" userId="5585c8a44a0edd06" providerId="Windows Live" clId="Web-{5DA4C1A5-C87C-9915-2EF5-819C2B243658}" dt="2026-01-23T16:05:52.152" v="56"/>
        <pc:sldMkLst>
          <pc:docMk/>
          <pc:sldMk cId="3040895271" sldId="1758"/>
        </pc:sldMkLst>
      </pc:sldChg>
      <pc:sldChg chg="add">
        <pc:chgData name="Divya Anjith" userId="5585c8a44a0edd06" providerId="Windows Live" clId="Web-{5DA4C1A5-C87C-9915-2EF5-819C2B243658}" dt="2026-01-23T16:05:52.230" v="57"/>
        <pc:sldMkLst>
          <pc:docMk/>
          <pc:sldMk cId="3696153613" sldId="1759"/>
        </pc:sldMkLst>
      </pc:sldChg>
      <pc:sldChg chg="add">
        <pc:chgData name="Divya Anjith" userId="5585c8a44a0edd06" providerId="Windows Live" clId="Web-{5DA4C1A5-C87C-9915-2EF5-819C2B243658}" dt="2026-01-23T16:05:52.292" v="58"/>
        <pc:sldMkLst>
          <pc:docMk/>
          <pc:sldMk cId="3575758634" sldId="1760"/>
        </pc:sldMkLst>
      </pc:sldChg>
      <pc:sldChg chg="add">
        <pc:chgData name="Divya Anjith" userId="5585c8a44a0edd06" providerId="Windows Live" clId="Web-{5DA4C1A5-C87C-9915-2EF5-819C2B243658}" dt="2026-01-23T16:05:52.371" v="59"/>
        <pc:sldMkLst>
          <pc:docMk/>
          <pc:sldMk cId="3057697972" sldId="1761"/>
        </pc:sldMkLst>
      </pc:sldChg>
      <pc:sldChg chg="add">
        <pc:chgData name="Divya Anjith" userId="5585c8a44a0edd06" providerId="Windows Live" clId="Web-{5DA4C1A5-C87C-9915-2EF5-819C2B243658}" dt="2026-01-23T16:05:52.449" v="60"/>
        <pc:sldMkLst>
          <pc:docMk/>
          <pc:sldMk cId="4100383940" sldId="1762"/>
        </pc:sldMkLst>
      </pc:sldChg>
      <pc:sldChg chg="add">
        <pc:chgData name="Divya Anjith" userId="5585c8a44a0edd06" providerId="Windows Live" clId="Web-{5DA4C1A5-C87C-9915-2EF5-819C2B243658}" dt="2026-01-23T16:05:52.511" v="61"/>
        <pc:sldMkLst>
          <pc:docMk/>
          <pc:sldMk cId="631600823" sldId="1763"/>
        </pc:sldMkLst>
      </pc:sldChg>
      <pc:sldChg chg="add">
        <pc:chgData name="Divya Anjith" userId="5585c8a44a0edd06" providerId="Windows Live" clId="Web-{5DA4C1A5-C87C-9915-2EF5-819C2B243658}" dt="2026-01-23T16:05:52.589" v="62"/>
        <pc:sldMkLst>
          <pc:docMk/>
          <pc:sldMk cId="3749661622" sldId="1764"/>
        </pc:sldMkLst>
      </pc:sldChg>
      <pc:sldChg chg="add">
        <pc:chgData name="Divya Anjith" userId="5585c8a44a0edd06" providerId="Windows Live" clId="Web-{5DA4C1A5-C87C-9915-2EF5-819C2B243658}" dt="2026-01-23T16:08:46.343" v="79"/>
        <pc:sldMkLst>
          <pc:docMk/>
          <pc:sldMk cId="2755791794" sldId="1970"/>
        </pc:sldMkLst>
      </pc:sldChg>
      <pc:sldChg chg="add">
        <pc:chgData name="Divya Anjith" userId="5585c8a44a0edd06" providerId="Windows Live" clId="Web-{5DA4C1A5-C87C-9915-2EF5-819C2B243658}" dt="2026-01-23T16:03:04.303" v="44"/>
        <pc:sldMkLst>
          <pc:docMk/>
          <pc:sldMk cId="3779911877" sldId="1997"/>
        </pc:sldMkLst>
      </pc:sldChg>
      <pc:sldChg chg="add">
        <pc:chgData name="Divya Anjith" userId="5585c8a44a0edd06" providerId="Windows Live" clId="Web-{5DA4C1A5-C87C-9915-2EF5-819C2B243658}" dt="2026-01-23T16:03:04.365" v="45"/>
        <pc:sldMkLst>
          <pc:docMk/>
          <pc:sldMk cId="1347781755" sldId="1998"/>
        </pc:sldMkLst>
      </pc:sldChg>
      <pc:sldChg chg="add">
        <pc:chgData name="Divya Anjith" userId="5585c8a44a0edd06" providerId="Windows Live" clId="Web-{5DA4C1A5-C87C-9915-2EF5-819C2B243658}" dt="2026-01-23T16:03:04.443" v="46"/>
        <pc:sldMkLst>
          <pc:docMk/>
          <pc:sldMk cId="2631305484" sldId="2047"/>
        </pc:sldMkLst>
      </pc:sldChg>
      <pc:sldChg chg="add">
        <pc:chgData name="Divya Anjith" userId="5585c8a44a0edd06" providerId="Windows Live" clId="Web-{5DA4C1A5-C87C-9915-2EF5-819C2B243658}" dt="2026-01-23T16:03:04.506" v="47"/>
        <pc:sldMkLst>
          <pc:docMk/>
          <pc:sldMk cId="3222565267" sldId="2048"/>
        </pc:sldMkLst>
      </pc:sldChg>
      <pc:sldChg chg="add">
        <pc:chgData name="Divya Anjith" userId="5585c8a44a0edd06" providerId="Windows Live" clId="Web-{5DA4C1A5-C87C-9915-2EF5-819C2B243658}" dt="2026-01-23T16:03:04.584" v="48"/>
        <pc:sldMkLst>
          <pc:docMk/>
          <pc:sldMk cId="349789688" sldId="2049"/>
        </pc:sldMkLst>
      </pc:sldChg>
      <pc:sldChg chg="add">
        <pc:chgData name="Divya Anjith" userId="5585c8a44a0edd06" providerId="Windows Live" clId="Web-{5DA4C1A5-C87C-9915-2EF5-819C2B243658}" dt="2026-01-23T16:03:04.646" v="49"/>
        <pc:sldMkLst>
          <pc:docMk/>
          <pc:sldMk cId="628279741" sldId="2050"/>
        </pc:sldMkLst>
      </pc:sldChg>
      <pc:sldChg chg="add">
        <pc:chgData name="Divya Anjith" userId="5585c8a44a0edd06" providerId="Windows Live" clId="Web-{5DA4C1A5-C87C-9915-2EF5-819C2B243658}" dt="2026-01-23T16:03:04.724" v="50"/>
        <pc:sldMkLst>
          <pc:docMk/>
          <pc:sldMk cId="2383871371" sldId="2051"/>
        </pc:sldMkLst>
      </pc:sldChg>
      <pc:sldChg chg="add">
        <pc:chgData name="Divya Anjith" userId="5585c8a44a0edd06" providerId="Windows Live" clId="Web-{5DA4C1A5-C87C-9915-2EF5-819C2B243658}" dt="2026-01-23T16:08:46.390" v="80"/>
        <pc:sldMkLst>
          <pc:docMk/>
          <pc:sldMk cId="857973535" sldId="2106"/>
        </pc:sldMkLst>
      </pc:sldChg>
      <pc:sldChg chg="add">
        <pc:chgData name="Divya Anjith" userId="5585c8a44a0edd06" providerId="Windows Live" clId="Web-{5DA4C1A5-C87C-9915-2EF5-819C2B243658}" dt="2026-01-23T16:08:46.437" v="81"/>
        <pc:sldMkLst>
          <pc:docMk/>
          <pc:sldMk cId="704530043" sldId="2107"/>
        </pc:sldMkLst>
      </pc:sldChg>
      <pc:sldChg chg="add">
        <pc:chgData name="Divya Anjith" userId="5585c8a44a0edd06" providerId="Windows Live" clId="Web-{5DA4C1A5-C87C-9915-2EF5-819C2B243658}" dt="2026-01-23T16:08:46.484" v="82"/>
        <pc:sldMkLst>
          <pc:docMk/>
          <pc:sldMk cId="3401254681" sldId="2108"/>
        </pc:sldMkLst>
      </pc:sldChg>
      <pc:sldChg chg="add">
        <pc:chgData name="Divya Anjith" userId="5585c8a44a0edd06" providerId="Windows Live" clId="Web-{5DA4C1A5-C87C-9915-2EF5-819C2B243658}" dt="2026-01-23T16:08:46.531" v="83"/>
        <pc:sldMkLst>
          <pc:docMk/>
          <pc:sldMk cId="2730171112" sldId="2109"/>
        </pc:sldMkLst>
      </pc:sldChg>
      <pc:sldChg chg="add">
        <pc:chgData name="Divya Anjith" userId="5585c8a44a0edd06" providerId="Windows Live" clId="Web-{5DA4C1A5-C87C-9915-2EF5-819C2B243658}" dt="2026-01-23T16:08:46.578" v="84"/>
        <pc:sldMkLst>
          <pc:docMk/>
          <pc:sldMk cId="4242910047" sldId="2110"/>
        </pc:sldMkLst>
      </pc:sldChg>
      <pc:sldChg chg="add">
        <pc:chgData name="Divya Anjith" userId="5585c8a44a0edd06" providerId="Windows Live" clId="Web-{5DA4C1A5-C87C-9915-2EF5-819C2B243658}" dt="2026-01-23T16:08:46.625" v="85"/>
        <pc:sldMkLst>
          <pc:docMk/>
          <pc:sldMk cId="2956118983" sldId="2111"/>
        </pc:sldMkLst>
      </pc:sldChg>
      <pc:sldChg chg="modSp add">
        <pc:chgData name="Divya Anjith" userId="5585c8a44a0edd06" providerId="Windows Live" clId="Web-{5DA4C1A5-C87C-9915-2EF5-819C2B243658}" dt="2026-01-23T16:13:44.379" v="104" actId="20577"/>
        <pc:sldMkLst>
          <pc:docMk/>
          <pc:sldMk cId="428277199" sldId="2112"/>
        </pc:sldMkLst>
        <pc:spChg chg="mod">
          <ac:chgData name="Divya Anjith" userId="5585c8a44a0edd06" providerId="Windows Live" clId="Web-{5DA4C1A5-C87C-9915-2EF5-819C2B243658}" dt="2026-01-23T16:13:44.379" v="104" actId="20577"/>
          <ac:spMkLst>
            <pc:docMk/>
            <pc:sldMk cId="428277199" sldId="2112"/>
            <ac:spMk id="5" creationId="{F8E060D1-B40B-E1E5-A80F-9C6428879BB3}"/>
          </ac:spMkLst>
        </pc:spChg>
      </pc:sldChg>
      <pc:sldChg chg="add">
        <pc:chgData name="Divya Anjith" userId="5585c8a44a0edd06" providerId="Windows Live" clId="Web-{5DA4C1A5-C87C-9915-2EF5-819C2B243658}" dt="2026-01-23T16:08:46.765" v="88"/>
        <pc:sldMkLst>
          <pc:docMk/>
          <pc:sldMk cId="3733631067" sldId="2113"/>
        </pc:sldMkLst>
      </pc:sldChg>
      <pc:sldChg chg="add">
        <pc:chgData name="Divya Anjith" userId="5585c8a44a0edd06" providerId="Windows Live" clId="Web-{5DA4C1A5-C87C-9915-2EF5-819C2B243658}" dt="2026-01-23T16:08:46.718" v="87"/>
        <pc:sldMkLst>
          <pc:docMk/>
          <pc:sldMk cId="2701264027" sldId="2114"/>
        </pc:sldMkLst>
      </pc:sldChg>
      <pc:sldChg chg="add">
        <pc:chgData name="Divya Anjith" userId="5585c8a44a0edd06" providerId="Windows Live" clId="Web-{5DA4C1A5-C87C-9915-2EF5-819C2B243658}" dt="2026-01-23T16:08:46.812" v="89"/>
        <pc:sldMkLst>
          <pc:docMk/>
          <pc:sldMk cId="1314677271" sldId="2115"/>
        </pc:sldMkLst>
      </pc:sldChg>
      <pc:sldChg chg="add">
        <pc:chgData name="Divya Anjith" userId="5585c8a44a0edd06" providerId="Windows Live" clId="Web-{5DA4C1A5-C87C-9915-2EF5-819C2B243658}" dt="2026-01-23T16:08:46.859" v="90"/>
        <pc:sldMkLst>
          <pc:docMk/>
          <pc:sldMk cId="790651853" sldId="2116"/>
        </pc:sldMkLst>
      </pc:sldChg>
      <pc:sldChg chg="add">
        <pc:chgData name="Divya Anjith" userId="5585c8a44a0edd06" providerId="Windows Live" clId="Web-{5DA4C1A5-C87C-9915-2EF5-819C2B243658}" dt="2026-01-23T16:08:46.906" v="91"/>
        <pc:sldMkLst>
          <pc:docMk/>
          <pc:sldMk cId="2079736272" sldId="2117"/>
        </pc:sldMkLst>
      </pc:sldChg>
      <pc:sldChg chg="add">
        <pc:chgData name="Divya Anjith" userId="5585c8a44a0edd06" providerId="Windows Live" clId="Web-{5DA4C1A5-C87C-9915-2EF5-819C2B243658}" dt="2026-01-23T16:06:54.075" v="69"/>
        <pc:sldMkLst>
          <pc:docMk/>
          <pc:sldMk cId="3222053443" sldId="2550"/>
        </pc:sldMkLst>
      </pc:sldChg>
      <pc:sldChg chg="add">
        <pc:chgData name="Divya Anjith" userId="5585c8a44a0edd06" providerId="Windows Live" clId="Web-{5DA4C1A5-C87C-9915-2EF5-819C2B243658}" dt="2026-01-23T16:06:54.122" v="70"/>
        <pc:sldMkLst>
          <pc:docMk/>
          <pc:sldMk cId="843527850" sldId="2552"/>
        </pc:sldMkLst>
      </pc:sldChg>
      <pc:sldChg chg="add">
        <pc:chgData name="Divya Anjith" userId="5585c8a44a0edd06" providerId="Windows Live" clId="Web-{5DA4C1A5-C87C-9915-2EF5-819C2B243658}" dt="2026-01-23T16:06:54.185" v="71"/>
        <pc:sldMkLst>
          <pc:docMk/>
          <pc:sldMk cId="511641275" sldId="2553"/>
        </pc:sldMkLst>
      </pc:sldChg>
      <pc:sldChg chg="add">
        <pc:chgData name="Divya Anjith" userId="5585c8a44a0edd06" providerId="Windows Live" clId="Web-{5DA4C1A5-C87C-9915-2EF5-819C2B243658}" dt="2026-01-23T16:06:54.232" v="72"/>
        <pc:sldMkLst>
          <pc:docMk/>
          <pc:sldMk cId="3067439013" sldId="2574"/>
        </pc:sldMkLst>
      </pc:sldChg>
      <pc:sldChg chg="modSp">
        <pc:chgData name="Divya Anjith" userId="5585c8a44a0edd06" providerId="Windows Live" clId="Web-{5DA4C1A5-C87C-9915-2EF5-819C2B243658}" dt="2026-01-23T16:13:16.941" v="101" actId="20577"/>
        <pc:sldMkLst>
          <pc:docMk/>
          <pc:sldMk cId="0" sldId="2576"/>
        </pc:sldMkLst>
        <pc:spChg chg="mod">
          <ac:chgData name="Divya Anjith" userId="5585c8a44a0edd06" providerId="Windows Live" clId="Web-{5DA4C1A5-C87C-9915-2EF5-819C2B243658}" dt="2026-01-23T16:13:16.941" v="101" actId="20577"/>
          <ac:spMkLst>
            <pc:docMk/>
            <pc:sldMk cId="0" sldId="2576"/>
            <ac:spMk id="6" creationId="{00000000-0000-0000-0000-000000000000}"/>
          </ac:spMkLst>
        </pc:spChg>
      </pc:sldChg>
      <pc:sldChg chg="modSp">
        <pc:chgData name="Divya Anjith" userId="5585c8a44a0edd06" providerId="Windows Live" clId="Web-{5DA4C1A5-C87C-9915-2EF5-819C2B243658}" dt="2026-01-23T16:07:00.560" v="73" actId="20577"/>
        <pc:sldMkLst>
          <pc:docMk/>
          <pc:sldMk cId="0" sldId="2597"/>
        </pc:sldMkLst>
        <pc:spChg chg="mod">
          <ac:chgData name="Divya Anjith" userId="5585c8a44a0edd06" providerId="Windows Live" clId="Web-{5DA4C1A5-C87C-9915-2EF5-819C2B243658}" dt="2026-01-23T16:07:00.560" v="73" actId="20577"/>
          <ac:spMkLst>
            <pc:docMk/>
            <pc:sldMk cId="0" sldId="2597"/>
            <ac:spMk id="6" creationId="{00000000-0000-0000-0000-000000000000}"/>
          </ac:spMkLst>
        </pc:spChg>
      </pc:sldChg>
      <pc:sldChg chg="add">
        <pc:chgData name="Divya Anjith" userId="5585c8a44a0edd06" providerId="Windows Live" clId="Web-{5DA4C1A5-C87C-9915-2EF5-819C2B243658}" dt="2026-01-23T16:05:52.074" v="55"/>
        <pc:sldMkLst>
          <pc:docMk/>
          <pc:sldMk cId="2386726509" sldId="2780"/>
        </pc:sldMkLst>
      </pc:sldChg>
    </pc:docChg>
  </pc:docChgLst>
  <pc:docChgLst>
    <pc:chgData name="Guest User" providerId="Windows Live" clId="Web-{0BF8A09D-94D6-F31E-2A50-D281FE7BD678}"/>
    <pc:docChg chg="addSld delSld modSld sldOrd">
      <pc:chgData name="Guest User" userId="" providerId="Windows Live" clId="Web-{0BF8A09D-94D6-F31E-2A50-D281FE7BD678}" dt="2026-01-30T09:22:12.469" v="581" actId="20577"/>
      <pc:docMkLst>
        <pc:docMk/>
      </pc:docMkLst>
      <pc:sldChg chg="modSp">
        <pc:chgData name="Guest User" userId="" providerId="Windows Live" clId="Web-{0BF8A09D-94D6-F31E-2A50-D281FE7BD678}" dt="2026-01-30T09:09:23.202" v="451" actId="14100"/>
        <pc:sldMkLst>
          <pc:docMk/>
          <pc:sldMk cId="3040895271" sldId="1758"/>
        </pc:sldMkLst>
        <pc:spChg chg="mod">
          <ac:chgData name="Guest User" userId="" providerId="Windows Live" clId="Web-{0BF8A09D-94D6-F31E-2A50-D281FE7BD678}" dt="2026-01-30T09:09:23.202" v="451" actId="14100"/>
          <ac:spMkLst>
            <pc:docMk/>
            <pc:sldMk cId="3040895271" sldId="1758"/>
            <ac:spMk id="3" creationId="{33D1D61E-8707-D640-6E3E-C82DD0FD2FA0}"/>
          </ac:spMkLst>
        </pc:spChg>
      </pc:sldChg>
      <pc:sldChg chg="modSp">
        <pc:chgData name="Guest User" userId="" providerId="Windows Live" clId="Web-{0BF8A09D-94D6-F31E-2A50-D281FE7BD678}" dt="2026-01-30T09:10:00.596" v="458" actId="14100"/>
        <pc:sldMkLst>
          <pc:docMk/>
          <pc:sldMk cId="3696153613" sldId="1759"/>
        </pc:sldMkLst>
        <pc:spChg chg="mod">
          <ac:chgData name="Guest User" userId="" providerId="Windows Live" clId="Web-{0BF8A09D-94D6-F31E-2A50-D281FE7BD678}" dt="2026-01-30T09:09:37.594" v="453" actId="14100"/>
          <ac:spMkLst>
            <pc:docMk/>
            <pc:sldMk cId="3696153613" sldId="1759"/>
            <ac:spMk id="3" creationId="{33D1D61E-8707-D640-6E3E-C82DD0FD2FA0}"/>
          </ac:spMkLst>
        </pc:spChg>
        <pc:spChg chg="mod">
          <ac:chgData name="Guest User" userId="" providerId="Windows Live" clId="Web-{0BF8A09D-94D6-F31E-2A50-D281FE7BD678}" dt="2026-01-30T09:10:00.596" v="458" actId="14100"/>
          <ac:spMkLst>
            <pc:docMk/>
            <pc:sldMk cId="3696153613" sldId="1759"/>
            <ac:spMk id="4" creationId="{A9E52683-AECA-33B6-F5AB-C8CBD215CF08}"/>
          </ac:spMkLst>
        </pc:spChg>
        <pc:grpChg chg="mod">
          <ac:chgData name="Guest User" userId="" providerId="Windows Live" clId="Web-{0BF8A09D-94D6-F31E-2A50-D281FE7BD678}" dt="2026-01-30T09:09:55.439" v="457" actId="1076"/>
          <ac:grpSpMkLst>
            <pc:docMk/>
            <pc:sldMk cId="3696153613" sldId="1759"/>
            <ac:grpSpMk id="6" creationId="{1575E0D8-694A-CB07-6B09-398DA46FDA6B}"/>
          </ac:grpSpMkLst>
        </pc:grpChg>
        <pc:grpChg chg="mod">
          <ac:chgData name="Guest User" userId="" providerId="Windows Live" clId="Web-{0BF8A09D-94D6-F31E-2A50-D281FE7BD678}" dt="2026-01-30T09:09:50.908" v="456" actId="1076"/>
          <ac:grpSpMkLst>
            <pc:docMk/>
            <pc:sldMk cId="3696153613" sldId="1759"/>
            <ac:grpSpMk id="9" creationId="{91D8DF25-F973-D99B-C822-4D9C54D3D554}"/>
          </ac:grpSpMkLst>
        </pc:grpChg>
      </pc:sldChg>
      <pc:sldChg chg="modSp">
        <pc:chgData name="Guest User" userId="" providerId="Windows Live" clId="Web-{0BF8A09D-94D6-F31E-2A50-D281FE7BD678}" dt="2026-01-30T09:10:32.192" v="465" actId="14100"/>
        <pc:sldMkLst>
          <pc:docMk/>
          <pc:sldMk cId="3575758634" sldId="1760"/>
        </pc:sldMkLst>
        <pc:spChg chg="mod">
          <ac:chgData name="Guest User" userId="" providerId="Windows Live" clId="Web-{0BF8A09D-94D6-F31E-2A50-D281FE7BD678}" dt="2026-01-30T09:10:16.597" v="461" actId="1076"/>
          <ac:spMkLst>
            <pc:docMk/>
            <pc:sldMk cId="3575758634" sldId="1760"/>
            <ac:spMk id="3" creationId="{33D1D61E-8707-D640-6E3E-C82DD0FD2FA0}"/>
          </ac:spMkLst>
        </pc:spChg>
        <pc:spChg chg="mod">
          <ac:chgData name="Guest User" userId="" providerId="Windows Live" clId="Web-{0BF8A09D-94D6-F31E-2A50-D281FE7BD678}" dt="2026-01-30T09:10:32.192" v="465" actId="14100"/>
          <ac:spMkLst>
            <pc:docMk/>
            <pc:sldMk cId="3575758634" sldId="1760"/>
            <ac:spMk id="4" creationId="{A9E52683-AECA-33B6-F5AB-C8CBD215CF08}"/>
          </ac:spMkLst>
        </pc:spChg>
        <pc:grpChg chg="mod">
          <ac:chgData name="Guest User" userId="" providerId="Windows Live" clId="Web-{0BF8A09D-94D6-F31E-2A50-D281FE7BD678}" dt="2026-01-30T09:10:19.222" v="462" actId="1076"/>
          <ac:grpSpMkLst>
            <pc:docMk/>
            <pc:sldMk cId="3575758634" sldId="1760"/>
            <ac:grpSpMk id="6" creationId="{1575E0D8-694A-CB07-6B09-398DA46FDA6B}"/>
          </ac:grpSpMkLst>
        </pc:grpChg>
        <pc:grpChg chg="mod">
          <ac:chgData name="Guest User" userId="" providerId="Windows Live" clId="Web-{0BF8A09D-94D6-F31E-2A50-D281FE7BD678}" dt="2026-01-30T09:10:29.723" v="464" actId="1076"/>
          <ac:grpSpMkLst>
            <pc:docMk/>
            <pc:sldMk cId="3575758634" sldId="1760"/>
            <ac:grpSpMk id="9" creationId="{91D8DF25-F973-D99B-C822-4D9C54D3D554}"/>
          </ac:grpSpMkLst>
        </pc:grpChg>
      </pc:sldChg>
      <pc:sldChg chg="modSp">
        <pc:chgData name="Guest User" userId="" providerId="Windows Live" clId="Web-{0BF8A09D-94D6-F31E-2A50-D281FE7BD678}" dt="2026-01-30T09:11:08.538" v="475" actId="1076"/>
        <pc:sldMkLst>
          <pc:docMk/>
          <pc:sldMk cId="3057697972" sldId="1761"/>
        </pc:sldMkLst>
        <pc:spChg chg="mod">
          <ac:chgData name="Guest User" userId="" providerId="Windows Live" clId="Web-{0BF8A09D-94D6-F31E-2A50-D281FE7BD678}" dt="2026-01-30T09:10:41.161" v="467" actId="14100"/>
          <ac:spMkLst>
            <pc:docMk/>
            <pc:sldMk cId="3057697972" sldId="1761"/>
            <ac:spMk id="3" creationId="{33D1D61E-8707-D640-6E3E-C82DD0FD2FA0}"/>
          </ac:spMkLst>
        </pc:spChg>
        <pc:spChg chg="mod">
          <ac:chgData name="Guest User" userId="" providerId="Windows Live" clId="Web-{0BF8A09D-94D6-F31E-2A50-D281FE7BD678}" dt="2026-01-30T09:11:05.475" v="474" actId="1076"/>
          <ac:spMkLst>
            <pc:docMk/>
            <pc:sldMk cId="3057697972" sldId="1761"/>
            <ac:spMk id="4" creationId="{A9E52683-AECA-33B6-F5AB-C8CBD215CF08}"/>
          </ac:spMkLst>
        </pc:spChg>
        <pc:grpChg chg="mod">
          <ac:chgData name="Guest User" userId="" providerId="Windows Live" clId="Web-{0BF8A09D-94D6-F31E-2A50-D281FE7BD678}" dt="2026-01-30T09:10:43.130" v="468" actId="1076"/>
          <ac:grpSpMkLst>
            <pc:docMk/>
            <pc:sldMk cId="3057697972" sldId="1761"/>
            <ac:grpSpMk id="6" creationId="{1575E0D8-694A-CB07-6B09-398DA46FDA6B}"/>
          </ac:grpSpMkLst>
        </pc:grpChg>
        <pc:grpChg chg="mod">
          <ac:chgData name="Guest User" userId="" providerId="Windows Live" clId="Web-{0BF8A09D-94D6-F31E-2A50-D281FE7BD678}" dt="2026-01-30T09:11:08.538" v="475" actId="1076"/>
          <ac:grpSpMkLst>
            <pc:docMk/>
            <pc:sldMk cId="3057697972" sldId="1761"/>
            <ac:grpSpMk id="9" creationId="{91D8DF25-F973-D99B-C822-4D9C54D3D554}"/>
          </ac:grpSpMkLst>
        </pc:grpChg>
      </pc:sldChg>
      <pc:sldChg chg="modSp">
        <pc:chgData name="Guest User" userId="" providerId="Windows Live" clId="Web-{0BF8A09D-94D6-F31E-2A50-D281FE7BD678}" dt="2026-01-30T09:14:22.247" v="481" actId="1076"/>
        <pc:sldMkLst>
          <pc:docMk/>
          <pc:sldMk cId="4100383940" sldId="1762"/>
        </pc:sldMkLst>
        <pc:spChg chg="mod">
          <ac:chgData name="Guest User" userId="" providerId="Windows Live" clId="Web-{0BF8A09D-94D6-F31E-2A50-D281FE7BD678}" dt="2026-01-30T09:13:58.528" v="476" actId="1076"/>
          <ac:spMkLst>
            <pc:docMk/>
            <pc:sldMk cId="4100383940" sldId="1762"/>
            <ac:spMk id="3" creationId="{33D1D61E-8707-D640-6E3E-C82DD0FD2FA0}"/>
          </ac:spMkLst>
        </pc:spChg>
        <pc:spChg chg="mod">
          <ac:chgData name="Guest User" userId="" providerId="Windows Live" clId="Web-{0BF8A09D-94D6-F31E-2A50-D281FE7BD678}" dt="2026-01-30T09:14:17.309" v="480" actId="1076"/>
          <ac:spMkLst>
            <pc:docMk/>
            <pc:sldMk cId="4100383940" sldId="1762"/>
            <ac:spMk id="4" creationId="{A9E52683-AECA-33B6-F5AB-C8CBD215CF08}"/>
          </ac:spMkLst>
        </pc:spChg>
        <pc:grpChg chg="mod">
          <ac:chgData name="Guest User" userId="" providerId="Windows Live" clId="Web-{0BF8A09D-94D6-F31E-2A50-D281FE7BD678}" dt="2026-01-30T09:14:06.168" v="478" actId="1076"/>
          <ac:grpSpMkLst>
            <pc:docMk/>
            <pc:sldMk cId="4100383940" sldId="1762"/>
            <ac:grpSpMk id="6" creationId="{1575E0D8-694A-CB07-6B09-398DA46FDA6B}"/>
          </ac:grpSpMkLst>
        </pc:grpChg>
        <pc:grpChg chg="mod">
          <ac:chgData name="Guest User" userId="" providerId="Windows Live" clId="Web-{0BF8A09D-94D6-F31E-2A50-D281FE7BD678}" dt="2026-01-30T09:14:22.247" v="481" actId="1076"/>
          <ac:grpSpMkLst>
            <pc:docMk/>
            <pc:sldMk cId="4100383940" sldId="1762"/>
            <ac:grpSpMk id="9" creationId="{91D8DF25-F973-D99B-C822-4D9C54D3D554}"/>
          </ac:grpSpMkLst>
        </pc:grpChg>
      </pc:sldChg>
      <pc:sldChg chg="modSp">
        <pc:chgData name="Guest User" userId="" providerId="Windows Live" clId="Web-{0BF8A09D-94D6-F31E-2A50-D281FE7BD678}" dt="2026-01-30T09:15:01.997" v="491" actId="1076"/>
        <pc:sldMkLst>
          <pc:docMk/>
          <pc:sldMk cId="631600823" sldId="1763"/>
        </pc:sldMkLst>
        <pc:spChg chg="mod">
          <ac:chgData name="Guest User" userId="" providerId="Windows Live" clId="Web-{0BF8A09D-94D6-F31E-2A50-D281FE7BD678}" dt="2026-01-30T09:14:42.935" v="486" actId="1076"/>
          <ac:spMkLst>
            <pc:docMk/>
            <pc:sldMk cId="631600823" sldId="1763"/>
            <ac:spMk id="3" creationId="{33D1D61E-8707-D640-6E3E-C82DD0FD2FA0}"/>
          </ac:spMkLst>
        </pc:spChg>
        <pc:spChg chg="mod">
          <ac:chgData name="Guest User" userId="" providerId="Windows Live" clId="Web-{0BF8A09D-94D6-F31E-2A50-D281FE7BD678}" dt="2026-01-30T09:14:58.216" v="490"/>
          <ac:spMkLst>
            <pc:docMk/>
            <pc:sldMk cId="631600823" sldId="1763"/>
            <ac:spMk id="4" creationId="{A9E52683-AECA-33B6-F5AB-C8CBD215CF08}"/>
          </ac:spMkLst>
        </pc:spChg>
        <pc:grpChg chg="mod">
          <ac:chgData name="Guest User" userId="" providerId="Windows Live" clId="Web-{0BF8A09D-94D6-F31E-2A50-D281FE7BD678}" dt="2026-01-30T09:14:46.622" v="487" actId="1076"/>
          <ac:grpSpMkLst>
            <pc:docMk/>
            <pc:sldMk cId="631600823" sldId="1763"/>
            <ac:grpSpMk id="6" creationId="{1575E0D8-694A-CB07-6B09-398DA46FDA6B}"/>
          </ac:grpSpMkLst>
        </pc:grpChg>
        <pc:grpChg chg="mod">
          <ac:chgData name="Guest User" userId="" providerId="Windows Live" clId="Web-{0BF8A09D-94D6-F31E-2A50-D281FE7BD678}" dt="2026-01-30T09:15:01.997" v="491" actId="1076"/>
          <ac:grpSpMkLst>
            <pc:docMk/>
            <pc:sldMk cId="631600823" sldId="1763"/>
            <ac:grpSpMk id="9" creationId="{91D8DF25-F973-D99B-C822-4D9C54D3D554}"/>
          </ac:grpSpMkLst>
        </pc:grpChg>
      </pc:sldChg>
      <pc:sldChg chg="modSp">
        <pc:chgData name="Guest User" userId="" providerId="Windows Live" clId="Web-{0BF8A09D-94D6-F31E-2A50-D281FE7BD678}" dt="2026-01-30T09:15:33.623" v="496" actId="1076"/>
        <pc:sldMkLst>
          <pc:docMk/>
          <pc:sldMk cId="3749661622" sldId="1764"/>
        </pc:sldMkLst>
        <pc:spChg chg="mod">
          <ac:chgData name="Guest User" userId="" providerId="Windows Live" clId="Web-{0BF8A09D-94D6-F31E-2A50-D281FE7BD678}" dt="2026-01-30T09:15:31.295" v="495" actId="1076"/>
          <ac:spMkLst>
            <pc:docMk/>
            <pc:sldMk cId="3749661622" sldId="1764"/>
            <ac:spMk id="3" creationId="{33D1D61E-8707-D640-6E3E-C82DD0FD2FA0}"/>
          </ac:spMkLst>
        </pc:spChg>
        <pc:spChg chg="mod">
          <ac:chgData name="Guest User" userId="" providerId="Windows Live" clId="Web-{0BF8A09D-94D6-F31E-2A50-D281FE7BD678}" dt="2026-01-30T09:15:20.966" v="493"/>
          <ac:spMkLst>
            <pc:docMk/>
            <pc:sldMk cId="3749661622" sldId="1764"/>
            <ac:spMk id="4" creationId="{A9E52683-AECA-33B6-F5AB-C8CBD215CF08}"/>
          </ac:spMkLst>
        </pc:spChg>
        <pc:grpChg chg="mod">
          <ac:chgData name="Guest User" userId="" providerId="Windows Live" clId="Web-{0BF8A09D-94D6-F31E-2A50-D281FE7BD678}" dt="2026-01-30T09:15:33.623" v="496" actId="1076"/>
          <ac:grpSpMkLst>
            <pc:docMk/>
            <pc:sldMk cId="3749661622" sldId="1764"/>
            <ac:grpSpMk id="6" creationId="{1575E0D8-694A-CB07-6B09-398DA46FDA6B}"/>
          </ac:grpSpMkLst>
        </pc:grpChg>
        <pc:grpChg chg="mod">
          <ac:chgData name="Guest User" userId="" providerId="Windows Live" clId="Web-{0BF8A09D-94D6-F31E-2A50-D281FE7BD678}" dt="2026-01-30T09:15:27.201" v="494" actId="1076"/>
          <ac:grpSpMkLst>
            <pc:docMk/>
            <pc:sldMk cId="3749661622" sldId="1764"/>
            <ac:grpSpMk id="9" creationId="{91D8DF25-F973-D99B-C822-4D9C54D3D554}"/>
          </ac:grpSpMkLst>
        </pc:grpChg>
      </pc:sldChg>
      <pc:sldChg chg="modSp">
        <pc:chgData name="Guest User" userId="" providerId="Windows Live" clId="Web-{0BF8A09D-94D6-F31E-2A50-D281FE7BD678}" dt="2026-01-30T09:02:16.345" v="385" actId="14100"/>
        <pc:sldMkLst>
          <pc:docMk/>
          <pc:sldMk cId="0" sldId="1888"/>
        </pc:sldMkLst>
        <pc:spChg chg="mod">
          <ac:chgData name="Guest User" userId="" providerId="Windows Live" clId="Web-{0BF8A09D-94D6-F31E-2A50-D281FE7BD678}" dt="2026-01-30T09:02:16.329" v="384" actId="14100"/>
          <ac:spMkLst>
            <pc:docMk/>
            <pc:sldMk cId="0" sldId="1888"/>
            <ac:spMk id="4" creationId="{F077DC69-861D-71C3-8D7E-1FBAB11AC9BB}"/>
          </ac:spMkLst>
        </pc:spChg>
        <pc:spChg chg="mod">
          <ac:chgData name="Guest User" userId="" providerId="Windows Live" clId="Web-{0BF8A09D-94D6-F31E-2A50-D281FE7BD678}" dt="2026-01-30T09:02:16.345" v="385" actId="14100"/>
          <ac:spMkLst>
            <pc:docMk/>
            <pc:sldMk cId="0" sldId="1888"/>
            <ac:spMk id="5" creationId="{B8B10497-B0AA-B0DC-AB88-37A061DE297C}"/>
          </ac:spMkLst>
        </pc:spChg>
      </pc:sldChg>
      <pc:sldChg chg="delSp modSp">
        <pc:chgData name="Guest User" userId="" providerId="Windows Live" clId="Web-{0BF8A09D-94D6-F31E-2A50-D281FE7BD678}" dt="2026-01-30T08:38:19.037" v="186" actId="20577"/>
        <pc:sldMkLst>
          <pc:docMk/>
          <pc:sldMk cId="88404620" sldId="1980"/>
        </pc:sldMkLst>
        <pc:spChg chg="del mod">
          <ac:chgData name="Guest User" userId="" providerId="Windows Live" clId="Web-{0BF8A09D-94D6-F31E-2A50-D281FE7BD678}" dt="2026-01-30T08:32:37.243" v="62"/>
          <ac:spMkLst>
            <pc:docMk/>
            <pc:sldMk cId="88404620" sldId="1980"/>
            <ac:spMk id="3" creationId="{2D761E48-FBBF-E87B-39BE-203A778C1D12}"/>
          </ac:spMkLst>
        </pc:spChg>
        <pc:spChg chg="mod">
          <ac:chgData name="Guest User" userId="" providerId="Windows Live" clId="Web-{0BF8A09D-94D6-F31E-2A50-D281FE7BD678}" dt="2026-01-30T08:38:19.037" v="186" actId="20577"/>
          <ac:spMkLst>
            <pc:docMk/>
            <pc:sldMk cId="88404620" sldId="1980"/>
            <ac:spMk id="4" creationId="{11638D45-CE17-40C1-F11F-770D918C473D}"/>
          </ac:spMkLst>
        </pc:spChg>
        <pc:spChg chg="mod">
          <ac:chgData name="Guest User" userId="" providerId="Windows Live" clId="Web-{0BF8A09D-94D6-F31E-2A50-D281FE7BD678}" dt="2026-01-30T08:38:14.802" v="185" actId="20577"/>
          <ac:spMkLst>
            <pc:docMk/>
            <pc:sldMk cId="88404620" sldId="1980"/>
            <ac:spMk id="5" creationId="{7DAD38E4-2FFE-92B6-2E7F-5AE5C074EC16}"/>
          </ac:spMkLst>
        </pc:spChg>
        <pc:spChg chg="del mod">
          <ac:chgData name="Guest User" userId="" providerId="Windows Live" clId="Web-{0BF8A09D-94D6-F31E-2A50-D281FE7BD678}" dt="2026-01-30T08:32:42.150" v="64"/>
          <ac:spMkLst>
            <pc:docMk/>
            <pc:sldMk cId="88404620" sldId="1980"/>
            <ac:spMk id="7" creationId="{FC6E172B-3707-79DF-9D9C-C3DDA0B6E507}"/>
          </ac:spMkLst>
        </pc:spChg>
        <pc:spChg chg="del">
          <ac:chgData name="Guest User" userId="" providerId="Windows Live" clId="Web-{0BF8A09D-94D6-F31E-2A50-D281FE7BD678}" dt="2026-01-30T08:32:36.884" v="61"/>
          <ac:spMkLst>
            <pc:docMk/>
            <pc:sldMk cId="88404620" sldId="1980"/>
            <ac:spMk id="8" creationId="{84128A4C-BAEA-E882-5683-99A8C4D40AE1}"/>
          </ac:spMkLst>
        </pc:spChg>
        <pc:spChg chg="del">
          <ac:chgData name="Guest User" userId="" providerId="Windows Live" clId="Web-{0BF8A09D-94D6-F31E-2A50-D281FE7BD678}" dt="2026-01-30T08:32:39.275" v="63"/>
          <ac:spMkLst>
            <pc:docMk/>
            <pc:sldMk cId="88404620" sldId="1980"/>
            <ac:spMk id="9" creationId="{3F2240E4-D617-E6B9-D5F3-1266297E6737}"/>
          </ac:spMkLst>
        </pc:spChg>
        <pc:spChg chg="mod">
          <ac:chgData name="Guest User" userId="" providerId="Windows Live" clId="Web-{0BF8A09D-94D6-F31E-2A50-D281FE7BD678}" dt="2026-01-30T08:34:43.980" v="100" actId="1076"/>
          <ac:spMkLst>
            <pc:docMk/>
            <pc:sldMk cId="88404620" sldId="1980"/>
            <ac:spMk id="12" creationId="{7905A2DF-1131-91B8-F9F4-29C2BA98F4E1}"/>
          </ac:spMkLst>
        </pc:spChg>
      </pc:sldChg>
      <pc:sldChg chg="modSp">
        <pc:chgData name="Guest User" userId="" providerId="Windows Live" clId="Web-{0BF8A09D-94D6-F31E-2A50-D281FE7BD678}" dt="2026-01-30T09:03:02.548" v="394" actId="1076"/>
        <pc:sldMkLst>
          <pc:docMk/>
          <pc:sldMk cId="3779911877" sldId="1997"/>
        </pc:sldMkLst>
        <pc:spChg chg="mod">
          <ac:chgData name="Guest User" userId="" providerId="Windows Live" clId="Web-{0BF8A09D-94D6-F31E-2A50-D281FE7BD678}" dt="2026-01-30T09:02:30.923" v="386" actId="1076"/>
          <ac:spMkLst>
            <pc:docMk/>
            <pc:sldMk cId="3779911877" sldId="1997"/>
            <ac:spMk id="3" creationId="{4BF9CA61-6680-419C-A597-2B8F90F492F3}"/>
          </ac:spMkLst>
        </pc:spChg>
        <pc:spChg chg="mod">
          <ac:chgData name="Guest User" userId="" providerId="Windows Live" clId="Web-{0BF8A09D-94D6-F31E-2A50-D281FE7BD678}" dt="2026-01-30T09:02:57.282" v="393" actId="14100"/>
          <ac:spMkLst>
            <pc:docMk/>
            <pc:sldMk cId="3779911877" sldId="1997"/>
            <ac:spMk id="5" creationId="{325AF87E-9D48-CE0B-9C0A-5C85175F49A4}"/>
          </ac:spMkLst>
        </pc:spChg>
        <pc:grpChg chg="mod">
          <ac:chgData name="Guest User" userId="" providerId="Windows Live" clId="Web-{0BF8A09D-94D6-F31E-2A50-D281FE7BD678}" dt="2026-01-30T09:03:02.548" v="394" actId="1076"/>
          <ac:grpSpMkLst>
            <pc:docMk/>
            <pc:sldMk cId="3779911877" sldId="1997"/>
            <ac:grpSpMk id="7" creationId="{0D9904FA-4288-6E03-6DB0-3045A0C9D27A}"/>
          </ac:grpSpMkLst>
        </pc:grpChg>
        <pc:grpChg chg="mod">
          <ac:chgData name="Guest User" userId="" providerId="Windows Live" clId="Web-{0BF8A09D-94D6-F31E-2A50-D281FE7BD678}" dt="2026-01-30T09:02:30.938" v="387" actId="1076"/>
          <ac:grpSpMkLst>
            <pc:docMk/>
            <pc:sldMk cId="3779911877" sldId="1997"/>
            <ac:grpSpMk id="10" creationId="{EC91F069-733B-59B6-7E58-E7A194907A16}"/>
          </ac:grpSpMkLst>
        </pc:grpChg>
      </pc:sldChg>
      <pc:sldChg chg="modSp">
        <pc:chgData name="Guest User" userId="" providerId="Windows Live" clId="Web-{0BF8A09D-94D6-F31E-2A50-D281FE7BD678}" dt="2026-01-30T09:08:45.244" v="448" actId="1076"/>
        <pc:sldMkLst>
          <pc:docMk/>
          <pc:sldMk cId="1347781755" sldId="1998"/>
        </pc:sldMkLst>
        <pc:spChg chg="mod">
          <ac:chgData name="Guest User" userId="" providerId="Windows Live" clId="Web-{0BF8A09D-94D6-F31E-2A50-D281FE7BD678}" dt="2026-01-30T09:02:45.720" v="390" actId="14100"/>
          <ac:spMkLst>
            <pc:docMk/>
            <pc:sldMk cId="1347781755" sldId="1998"/>
            <ac:spMk id="3" creationId="{4BF9CA61-6680-419C-A597-2B8F90F492F3}"/>
          </ac:spMkLst>
        </pc:spChg>
        <pc:spChg chg="mod">
          <ac:chgData name="Guest User" userId="" providerId="Windows Live" clId="Web-{0BF8A09D-94D6-F31E-2A50-D281FE7BD678}" dt="2026-01-30T09:08:40.400" v="447"/>
          <ac:spMkLst>
            <pc:docMk/>
            <pc:sldMk cId="1347781755" sldId="1998"/>
            <ac:spMk id="5" creationId="{325AF87E-9D48-CE0B-9C0A-5C85175F49A4}"/>
          </ac:spMkLst>
        </pc:spChg>
        <pc:grpChg chg="mod">
          <ac:chgData name="Guest User" userId="" providerId="Windows Live" clId="Web-{0BF8A09D-94D6-F31E-2A50-D281FE7BD678}" dt="2026-01-30T09:08:45.244" v="448" actId="1076"/>
          <ac:grpSpMkLst>
            <pc:docMk/>
            <pc:sldMk cId="1347781755" sldId="1998"/>
            <ac:grpSpMk id="7" creationId="{5BC2257F-9FD7-6451-4F97-AF3A39FF24FC}"/>
          </ac:grpSpMkLst>
        </pc:grpChg>
        <pc:grpChg chg="mod">
          <ac:chgData name="Guest User" userId="" providerId="Windows Live" clId="Web-{0BF8A09D-94D6-F31E-2A50-D281FE7BD678}" dt="2026-01-30T09:02:50.439" v="392" actId="1076"/>
          <ac:grpSpMkLst>
            <pc:docMk/>
            <pc:sldMk cId="1347781755" sldId="1998"/>
            <ac:grpSpMk id="10" creationId="{20057502-663C-B5A6-AE2F-6B4BF310D543}"/>
          </ac:grpSpMkLst>
        </pc:grpChg>
      </pc:sldChg>
      <pc:sldChg chg="modSp">
        <pc:chgData name="Guest User" userId="" providerId="Windows Live" clId="Web-{0BF8A09D-94D6-F31E-2A50-D281FE7BD678}" dt="2026-01-30T09:03:43.707" v="400" actId="1076"/>
        <pc:sldMkLst>
          <pc:docMk/>
          <pc:sldMk cId="2631305484" sldId="2047"/>
        </pc:sldMkLst>
        <pc:spChg chg="mod">
          <ac:chgData name="Guest User" userId="" providerId="Windows Live" clId="Web-{0BF8A09D-94D6-F31E-2A50-D281FE7BD678}" dt="2026-01-30T09:03:25.377" v="396" actId="1076"/>
          <ac:spMkLst>
            <pc:docMk/>
            <pc:sldMk cId="2631305484" sldId="2047"/>
            <ac:spMk id="3" creationId="{4BF9CA61-6680-419C-A597-2B8F90F492F3}"/>
          </ac:spMkLst>
        </pc:spChg>
        <pc:spChg chg="mod">
          <ac:chgData name="Guest User" userId="" providerId="Windows Live" clId="Web-{0BF8A09D-94D6-F31E-2A50-D281FE7BD678}" dt="2026-01-30T09:03:38.503" v="399" actId="14100"/>
          <ac:spMkLst>
            <pc:docMk/>
            <pc:sldMk cId="2631305484" sldId="2047"/>
            <ac:spMk id="5" creationId="{325AF87E-9D48-CE0B-9C0A-5C85175F49A4}"/>
          </ac:spMkLst>
        </pc:spChg>
        <pc:grpChg chg="mod">
          <ac:chgData name="Guest User" userId="" providerId="Windows Live" clId="Web-{0BF8A09D-94D6-F31E-2A50-D281FE7BD678}" dt="2026-01-30T09:03:43.707" v="400" actId="1076"/>
          <ac:grpSpMkLst>
            <pc:docMk/>
            <pc:sldMk cId="2631305484" sldId="2047"/>
            <ac:grpSpMk id="7" creationId="{5BC2257F-9FD7-6451-4F97-AF3A39FF24FC}"/>
          </ac:grpSpMkLst>
        </pc:grpChg>
      </pc:sldChg>
      <pc:sldChg chg="modSp">
        <pc:chgData name="Guest User" userId="" providerId="Windows Live" clId="Web-{0BF8A09D-94D6-F31E-2A50-D281FE7BD678}" dt="2026-01-30T09:04:30.912" v="406" actId="1076"/>
        <pc:sldMkLst>
          <pc:docMk/>
          <pc:sldMk cId="3222565267" sldId="2048"/>
        </pc:sldMkLst>
        <pc:spChg chg="mod">
          <ac:chgData name="Guest User" userId="" providerId="Windows Live" clId="Web-{0BF8A09D-94D6-F31E-2A50-D281FE7BD678}" dt="2026-01-30T09:04:15.661" v="404" actId="14100"/>
          <ac:spMkLst>
            <pc:docMk/>
            <pc:sldMk cId="3222565267" sldId="2048"/>
            <ac:spMk id="3" creationId="{4BF9CA61-6680-419C-A597-2B8F90F492F3}"/>
          </ac:spMkLst>
        </pc:spChg>
        <pc:spChg chg="mod">
          <ac:chgData name="Guest User" userId="" providerId="Windows Live" clId="Web-{0BF8A09D-94D6-F31E-2A50-D281FE7BD678}" dt="2026-01-30T09:04:20.771" v="405"/>
          <ac:spMkLst>
            <pc:docMk/>
            <pc:sldMk cId="3222565267" sldId="2048"/>
            <ac:spMk id="5" creationId="{325AF87E-9D48-CE0B-9C0A-5C85175F49A4}"/>
          </ac:spMkLst>
        </pc:spChg>
        <pc:grpChg chg="mod">
          <ac:chgData name="Guest User" userId="" providerId="Windows Live" clId="Web-{0BF8A09D-94D6-F31E-2A50-D281FE7BD678}" dt="2026-01-30T09:04:30.912" v="406" actId="1076"/>
          <ac:grpSpMkLst>
            <pc:docMk/>
            <pc:sldMk cId="3222565267" sldId="2048"/>
            <ac:grpSpMk id="7" creationId="{5BC2257F-9FD7-6451-4F97-AF3A39FF24FC}"/>
          </ac:grpSpMkLst>
        </pc:grpChg>
        <pc:grpChg chg="mod">
          <ac:chgData name="Guest User" userId="" providerId="Windows Live" clId="Web-{0BF8A09D-94D6-F31E-2A50-D281FE7BD678}" dt="2026-01-30T09:04:12.802" v="403" actId="1076"/>
          <ac:grpSpMkLst>
            <pc:docMk/>
            <pc:sldMk cId="3222565267" sldId="2048"/>
            <ac:grpSpMk id="10" creationId="{20057502-663C-B5A6-AE2F-6B4BF310D543}"/>
          </ac:grpSpMkLst>
        </pc:grpChg>
      </pc:sldChg>
      <pc:sldChg chg="modSp">
        <pc:chgData name="Guest User" userId="" providerId="Windows Live" clId="Web-{0BF8A09D-94D6-F31E-2A50-D281FE7BD678}" dt="2026-01-30T09:05:36.414" v="418" actId="1076"/>
        <pc:sldMkLst>
          <pc:docMk/>
          <pc:sldMk cId="349789688" sldId="2049"/>
        </pc:sldMkLst>
        <pc:spChg chg="mod">
          <ac:chgData name="Guest User" userId="" providerId="Windows Live" clId="Web-{0BF8A09D-94D6-F31E-2A50-D281FE7BD678}" dt="2026-01-30T09:05:33.773" v="416" actId="14100"/>
          <ac:spMkLst>
            <pc:docMk/>
            <pc:sldMk cId="349789688" sldId="2049"/>
            <ac:spMk id="3" creationId="{4BF9CA61-6680-419C-A597-2B8F90F492F3}"/>
          </ac:spMkLst>
        </pc:spChg>
        <pc:spChg chg="mod">
          <ac:chgData name="Guest User" userId="" providerId="Windows Live" clId="Web-{0BF8A09D-94D6-F31E-2A50-D281FE7BD678}" dt="2026-01-30T09:05:33.820" v="417" actId="14100"/>
          <ac:spMkLst>
            <pc:docMk/>
            <pc:sldMk cId="349789688" sldId="2049"/>
            <ac:spMk id="5" creationId="{325AF87E-9D48-CE0B-9C0A-5C85175F49A4}"/>
          </ac:spMkLst>
        </pc:spChg>
        <pc:grpChg chg="mod">
          <ac:chgData name="Guest User" userId="" providerId="Windows Live" clId="Web-{0BF8A09D-94D6-F31E-2A50-D281FE7BD678}" dt="2026-01-30T09:05:36.414" v="418" actId="1076"/>
          <ac:grpSpMkLst>
            <pc:docMk/>
            <pc:sldMk cId="349789688" sldId="2049"/>
            <ac:grpSpMk id="10" creationId="{20057502-663C-B5A6-AE2F-6B4BF310D543}"/>
          </ac:grpSpMkLst>
        </pc:grpChg>
      </pc:sldChg>
      <pc:sldChg chg="modSp">
        <pc:chgData name="Guest User" userId="" providerId="Windows Live" clId="Web-{0BF8A09D-94D6-F31E-2A50-D281FE7BD678}" dt="2026-01-30T09:06:23.806" v="425" actId="1076"/>
        <pc:sldMkLst>
          <pc:docMk/>
          <pc:sldMk cId="628279741" sldId="2050"/>
        </pc:sldMkLst>
        <pc:spChg chg="mod">
          <ac:chgData name="Guest User" userId="" providerId="Windows Live" clId="Web-{0BF8A09D-94D6-F31E-2A50-D281FE7BD678}" dt="2026-01-30T09:06:19.462" v="424" actId="14100"/>
          <ac:spMkLst>
            <pc:docMk/>
            <pc:sldMk cId="628279741" sldId="2050"/>
            <ac:spMk id="3" creationId="{4BF9CA61-6680-419C-A597-2B8F90F492F3}"/>
          </ac:spMkLst>
        </pc:spChg>
        <pc:spChg chg="mod">
          <ac:chgData name="Guest User" userId="" providerId="Windows Live" clId="Web-{0BF8A09D-94D6-F31E-2A50-D281FE7BD678}" dt="2026-01-30T09:06:06.790" v="421" actId="14100"/>
          <ac:spMkLst>
            <pc:docMk/>
            <pc:sldMk cId="628279741" sldId="2050"/>
            <ac:spMk id="5" creationId="{325AF87E-9D48-CE0B-9C0A-5C85175F49A4}"/>
          </ac:spMkLst>
        </pc:spChg>
        <pc:grpChg chg="mod">
          <ac:chgData name="Guest User" userId="" providerId="Windows Live" clId="Web-{0BF8A09D-94D6-F31E-2A50-D281FE7BD678}" dt="2026-01-30T09:06:12.681" v="422" actId="1076"/>
          <ac:grpSpMkLst>
            <pc:docMk/>
            <pc:sldMk cId="628279741" sldId="2050"/>
            <ac:grpSpMk id="7" creationId="{5BC2257F-9FD7-6451-4F97-AF3A39FF24FC}"/>
          </ac:grpSpMkLst>
        </pc:grpChg>
        <pc:grpChg chg="mod">
          <ac:chgData name="Guest User" userId="" providerId="Windows Live" clId="Web-{0BF8A09D-94D6-F31E-2A50-D281FE7BD678}" dt="2026-01-30T09:06:23.806" v="425" actId="1076"/>
          <ac:grpSpMkLst>
            <pc:docMk/>
            <pc:sldMk cId="628279741" sldId="2050"/>
            <ac:grpSpMk id="10" creationId="{20057502-663C-B5A6-AE2F-6B4BF310D543}"/>
          </ac:grpSpMkLst>
        </pc:grpChg>
      </pc:sldChg>
      <pc:sldChg chg="modSp">
        <pc:chgData name="Guest User" userId="" providerId="Windows Live" clId="Web-{0BF8A09D-94D6-F31E-2A50-D281FE7BD678}" dt="2026-01-30T09:07:07.666" v="434" actId="1076"/>
        <pc:sldMkLst>
          <pc:docMk/>
          <pc:sldMk cId="2383871371" sldId="2051"/>
        </pc:sldMkLst>
        <pc:spChg chg="mod">
          <ac:chgData name="Guest User" userId="" providerId="Windows Live" clId="Web-{0BF8A09D-94D6-F31E-2A50-D281FE7BD678}" dt="2026-01-30T09:06:39.790" v="428" actId="1076"/>
          <ac:spMkLst>
            <pc:docMk/>
            <pc:sldMk cId="2383871371" sldId="2051"/>
            <ac:spMk id="3" creationId="{4BF9CA61-6680-419C-A597-2B8F90F492F3}"/>
          </ac:spMkLst>
        </pc:spChg>
        <pc:spChg chg="mod">
          <ac:chgData name="Guest User" userId="" providerId="Windows Live" clId="Web-{0BF8A09D-94D6-F31E-2A50-D281FE7BD678}" dt="2026-01-30T09:07:02.931" v="433" actId="14100"/>
          <ac:spMkLst>
            <pc:docMk/>
            <pc:sldMk cId="2383871371" sldId="2051"/>
            <ac:spMk id="5" creationId="{325AF87E-9D48-CE0B-9C0A-5C85175F49A4}"/>
          </ac:spMkLst>
        </pc:spChg>
        <pc:grpChg chg="mod">
          <ac:chgData name="Guest User" userId="" providerId="Windows Live" clId="Web-{0BF8A09D-94D6-F31E-2A50-D281FE7BD678}" dt="2026-01-30T09:07:07.666" v="434" actId="1076"/>
          <ac:grpSpMkLst>
            <pc:docMk/>
            <pc:sldMk cId="2383871371" sldId="2051"/>
            <ac:grpSpMk id="7" creationId="{5BC2257F-9FD7-6451-4F97-AF3A39FF24FC}"/>
          </ac:grpSpMkLst>
        </pc:grpChg>
        <pc:grpChg chg="mod">
          <ac:chgData name="Guest User" userId="" providerId="Windows Live" clId="Web-{0BF8A09D-94D6-F31E-2A50-D281FE7BD678}" dt="2026-01-30T09:06:43.556" v="429" actId="1076"/>
          <ac:grpSpMkLst>
            <pc:docMk/>
            <pc:sldMk cId="2383871371" sldId="2051"/>
            <ac:grpSpMk id="10" creationId="{20057502-663C-B5A6-AE2F-6B4BF310D543}"/>
          </ac:grpSpMkLst>
        </pc:grpChg>
      </pc:sldChg>
      <pc:sldChg chg="modSp">
        <pc:chgData name="Guest User" userId="" providerId="Windows Live" clId="Web-{0BF8A09D-94D6-F31E-2A50-D281FE7BD678}" dt="2026-01-30T09:19:37.203" v="555" actId="1076"/>
        <pc:sldMkLst>
          <pc:docMk/>
          <pc:sldMk cId="704530043" sldId="2107"/>
        </pc:sldMkLst>
        <pc:spChg chg="mod">
          <ac:chgData name="Guest User" userId="" providerId="Windows Live" clId="Web-{0BF8A09D-94D6-F31E-2A50-D281FE7BD678}" dt="2026-01-30T09:19:37.203" v="555" actId="1076"/>
          <ac:spMkLst>
            <pc:docMk/>
            <pc:sldMk cId="704530043" sldId="2107"/>
            <ac:spMk id="7" creationId="{47920C0A-0F2D-E95D-D860-2B2905124F75}"/>
          </ac:spMkLst>
        </pc:spChg>
      </pc:sldChg>
      <pc:sldChg chg="modSp">
        <pc:chgData name="Guest User" userId="" providerId="Windows Live" clId="Web-{0BF8A09D-94D6-F31E-2A50-D281FE7BD678}" dt="2026-01-30T09:20:11.688" v="562" actId="20577"/>
        <pc:sldMkLst>
          <pc:docMk/>
          <pc:sldMk cId="428277199" sldId="2112"/>
        </pc:sldMkLst>
        <pc:spChg chg="mod">
          <ac:chgData name="Guest User" userId="" providerId="Windows Live" clId="Web-{0BF8A09D-94D6-F31E-2A50-D281FE7BD678}" dt="2026-01-30T09:20:07.312" v="560" actId="1076"/>
          <ac:spMkLst>
            <pc:docMk/>
            <pc:sldMk cId="428277199" sldId="2112"/>
            <ac:spMk id="5" creationId="{F8E060D1-B40B-E1E5-A80F-9C6428879BB3}"/>
          </ac:spMkLst>
        </pc:spChg>
        <pc:spChg chg="mod">
          <ac:chgData name="Guest User" userId="" providerId="Windows Live" clId="Web-{0BF8A09D-94D6-F31E-2A50-D281FE7BD678}" dt="2026-01-30T09:20:11.688" v="562" actId="20577"/>
          <ac:spMkLst>
            <pc:docMk/>
            <pc:sldMk cId="428277199" sldId="2112"/>
            <ac:spMk id="7" creationId="{47920C0A-0F2D-E95D-D860-2B2905124F75}"/>
          </ac:spMkLst>
        </pc:spChg>
      </pc:sldChg>
      <pc:sldChg chg="modSp">
        <pc:chgData name="Guest User" userId="" providerId="Windows Live" clId="Web-{0BF8A09D-94D6-F31E-2A50-D281FE7BD678}" dt="2026-01-30T09:20:25.894" v="563" actId="1076"/>
        <pc:sldMkLst>
          <pc:docMk/>
          <pc:sldMk cId="3733631067" sldId="2113"/>
        </pc:sldMkLst>
        <pc:spChg chg="mod">
          <ac:chgData name="Guest User" userId="" providerId="Windows Live" clId="Web-{0BF8A09D-94D6-F31E-2A50-D281FE7BD678}" dt="2026-01-30T09:20:25.894" v="563" actId="1076"/>
          <ac:spMkLst>
            <pc:docMk/>
            <pc:sldMk cId="3733631067" sldId="2113"/>
            <ac:spMk id="5" creationId="{F8E060D1-B40B-E1E5-A80F-9C6428879BB3}"/>
          </ac:spMkLst>
        </pc:spChg>
      </pc:sldChg>
      <pc:sldChg chg="modSp">
        <pc:chgData name="Guest User" userId="" providerId="Windows Live" clId="Web-{0BF8A09D-94D6-F31E-2A50-D281FE7BD678}" dt="2026-01-30T09:20:31.910" v="564" actId="1076"/>
        <pc:sldMkLst>
          <pc:docMk/>
          <pc:sldMk cId="790651853" sldId="2116"/>
        </pc:sldMkLst>
        <pc:spChg chg="mod">
          <ac:chgData name="Guest User" userId="" providerId="Windows Live" clId="Web-{0BF8A09D-94D6-F31E-2A50-D281FE7BD678}" dt="2026-01-30T09:20:31.910" v="564" actId="1076"/>
          <ac:spMkLst>
            <pc:docMk/>
            <pc:sldMk cId="790651853" sldId="2116"/>
            <ac:spMk id="5" creationId="{F8E060D1-B40B-E1E5-A80F-9C6428879BB3}"/>
          </ac:spMkLst>
        </pc:spChg>
      </pc:sldChg>
      <pc:sldChg chg="modSp">
        <pc:chgData name="Guest User" userId="" providerId="Windows Live" clId="Web-{0BF8A09D-94D6-F31E-2A50-D281FE7BD678}" dt="2026-01-30T09:20:39.505" v="565" actId="1076"/>
        <pc:sldMkLst>
          <pc:docMk/>
          <pc:sldMk cId="2079736272" sldId="2117"/>
        </pc:sldMkLst>
        <pc:spChg chg="mod">
          <ac:chgData name="Guest User" userId="" providerId="Windows Live" clId="Web-{0BF8A09D-94D6-F31E-2A50-D281FE7BD678}" dt="2026-01-30T09:20:39.505" v="565" actId="1076"/>
          <ac:spMkLst>
            <pc:docMk/>
            <pc:sldMk cId="2079736272" sldId="2117"/>
            <ac:spMk id="3" creationId="{DD2B9C0F-51BE-4DF1-7C47-03A30190E6F8}"/>
          </ac:spMkLst>
        </pc:spChg>
      </pc:sldChg>
      <pc:sldChg chg="delSp modSp del">
        <pc:chgData name="Guest User" userId="" providerId="Windows Live" clId="Web-{0BF8A09D-94D6-F31E-2A50-D281FE7BD678}" dt="2026-01-30T08:35:57.156" v="131"/>
        <pc:sldMkLst>
          <pc:docMk/>
          <pc:sldMk cId="4046410781" sldId="2127"/>
        </pc:sldMkLst>
        <pc:spChg chg="del mod">
          <ac:chgData name="Guest User" userId="" providerId="Windows Live" clId="Web-{0BF8A09D-94D6-F31E-2A50-D281FE7BD678}" dt="2026-01-30T08:34:52.777" v="103"/>
          <ac:spMkLst>
            <pc:docMk/>
            <pc:sldMk cId="4046410781" sldId="2127"/>
            <ac:spMk id="5" creationId="{726B0097-91C4-5FB0-4E23-F379E290453E}"/>
          </ac:spMkLst>
        </pc:spChg>
      </pc:sldChg>
      <pc:sldChg chg="delSp modSp del">
        <pc:chgData name="Guest User" userId="" providerId="Windows Live" clId="Web-{0BF8A09D-94D6-F31E-2A50-D281FE7BD678}" dt="2026-01-30T08:38:04.302" v="182"/>
        <pc:sldMkLst>
          <pc:docMk/>
          <pc:sldMk cId="1278113787" sldId="2128"/>
        </pc:sldMkLst>
        <pc:spChg chg="del mod">
          <ac:chgData name="Guest User" userId="" providerId="Windows Live" clId="Web-{0BF8A09D-94D6-F31E-2A50-D281FE7BD678}" dt="2026-01-30T08:37:13.551" v="161"/>
          <ac:spMkLst>
            <pc:docMk/>
            <pc:sldMk cId="1278113787" sldId="2128"/>
            <ac:spMk id="5" creationId="{8C863216-045F-8329-CDF9-485999340A9F}"/>
          </ac:spMkLst>
        </pc:spChg>
      </pc:sldChg>
      <pc:sldChg chg="delSp modSp del">
        <pc:chgData name="Guest User" userId="" providerId="Windows Live" clId="Web-{0BF8A09D-94D6-F31E-2A50-D281FE7BD678}" dt="2026-01-30T08:38:05.411" v="183"/>
        <pc:sldMkLst>
          <pc:docMk/>
          <pc:sldMk cId="616756977" sldId="2129"/>
        </pc:sldMkLst>
        <pc:spChg chg="del mod">
          <ac:chgData name="Guest User" userId="" providerId="Windows Live" clId="Web-{0BF8A09D-94D6-F31E-2A50-D281FE7BD678}" dt="2026-01-30T08:37:41.411" v="172"/>
          <ac:spMkLst>
            <pc:docMk/>
            <pc:sldMk cId="616756977" sldId="2129"/>
            <ac:spMk id="5" creationId="{15B7F004-7DED-8987-7F5D-BD659FC46ADF}"/>
          </ac:spMkLst>
        </pc:spChg>
        <pc:spChg chg="del mod">
          <ac:chgData name="Guest User" userId="" providerId="Windows Live" clId="Web-{0BF8A09D-94D6-F31E-2A50-D281FE7BD678}" dt="2026-01-30T08:36:37.690" v="147"/>
          <ac:spMkLst>
            <pc:docMk/>
            <pc:sldMk cId="616756977" sldId="2129"/>
            <ac:spMk id="12" creationId="{518E15F4-4EE9-65FE-8644-BA65174FE0A0}"/>
          </ac:spMkLst>
        </pc:spChg>
      </pc:sldChg>
      <pc:sldChg chg="delSp modSp del">
        <pc:chgData name="Guest User" userId="" providerId="Windows Live" clId="Web-{0BF8A09D-94D6-F31E-2A50-D281FE7BD678}" dt="2026-01-30T08:41:23.600" v="224"/>
        <pc:sldMkLst>
          <pc:docMk/>
          <pc:sldMk cId="868127692" sldId="2132"/>
        </pc:sldMkLst>
        <pc:spChg chg="del mod">
          <ac:chgData name="Guest User" userId="" providerId="Windows Live" clId="Web-{0BF8A09D-94D6-F31E-2A50-D281FE7BD678}" dt="2026-01-30T08:40:43.319" v="210"/>
          <ac:spMkLst>
            <pc:docMk/>
            <pc:sldMk cId="868127692" sldId="2132"/>
            <ac:spMk id="5" creationId="{10275C34-2737-01D5-8412-6F5BD8397D8C}"/>
          </ac:spMkLst>
        </pc:spChg>
        <pc:spChg chg="del mod">
          <ac:chgData name="Guest User" userId="" providerId="Windows Live" clId="Web-{0BF8A09D-94D6-F31E-2A50-D281FE7BD678}" dt="2026-01-30T08:39:59.834" v="192"/>
          <ac:spMkLst>
            <pc:docMk/>
            <pc:sldMk cId="868127692" sldId="2132"/>
            <ac:spMk id="12" creationId="{C8879947-17EC-DBBD-E6C1-6BD9DF27850C}"/>
          </ac:spMkLst>
        </pc:spChg>
      </pc:sldChg>
      <pc:sldChg chg="modSp">
        <pc:chgData name="Guest User" userId="" providerId="Windows Live" clId="Web-{0BF8A09D-94D6-F31E-2A50-D281FE7BD678}" dt="2026-01-30T09:21:24.621" v="569" actId="20577"/>
        <pc:sldMkLst>
          <pc:docMk/>
          <pc:sldMk cId="45099914" sldId="2150"/>
        </pc:sldMkLst>
        <pc:spChg chg="mod">
          <ac:chgData name="Guest User" userId="" providerId="Windows Live" clId="Web-{0BF8A09D-94D6-F31E-2A50-D281FE7BD678}" dt="2026-01-30T09:21:20.074" v="568" actId="20577"/>
          <ac:spMkLst>
            <pc:docMk/>
            <pc:sldMk cId="45099914" sldId="2150"/>
            <ac:spMk id="3" creationId="{FBDCC454-2CB9-9F94-7EF6-FE9D9DD31DC7}"/>
          </ac:spMkLst>
        </pc:spChg>
        <pc:spChg chg="mod">
          <ac:chgData name="Guest User" userId="" providerId="Windows Live" clId="Web-{0BF8A09D-94D6-F31E-2A50-D281FE7BD678}" dt="2026-01-30T09:21:24.621" v="569" actId="20577"/>
          <ac:spMkLst>
            <pc:docMk/>
            <pc:sldMk cId="45099914" sldId="2150"/>
            <ac:spMk id="5" creationId="{F372272E-D5B8-23AB-4FE3-A8A69AF23326}"/>
          </ac:spMkLst>
        </pc:spChg>
      </pc:sldChg>
      <pc:sldChg chg="modSp">
        <pc:chgData name="Guest User" userId="" providerId="Windows Live" clId="Web-{0BF8A09D-94D6-F31E-2A50-D281FE7BD678}" dt="2026-01-30T09:21:32.684" v="571" actId="20577"/>
        <pc:sldMkLst>
          <pc:docMk/>
          <pc:sldMk cId="2784931821" sldId="2151"/>
        </pc:sldMkLst>
        <pc:spChg chg="mod">
          <ac:chgData name="Guest User" userId="" providerId="Windows Live" clId="Web-{0BF8A09D-94D6-F31E-2A50-D281FE7BD678}" dt="2026-01-30T09:21:28.621" v="570" actId="20577"/>
          <ac:spMkLst>
            <pc:docMk/>
            <pc:sldMk cId="2784931821" sldId="2151"/>
            <ac:spMk id="3" creationId="{B67E13E3-B097-52B0-4B54-CFDB708B34A8}"/>
          </ac:spMkLst>
        </pc:spChg>
        <pc:spChg chg="mod">
          <ac:chgData name="Guest User" userId="" providerId="Windows Live" clId="Web-{0BF8A09D-94D6-F31E-2A50-D281FE7BD678}" dt="2026-01-30T09:21:32.684" v="571" actId="20577"/>
          <ac:spMkLst>
            <pc:docMk/>
            <pc:sldMk cId="2784931821" sldId="2151"/>
            <ac:spMk id="5" creationId="{F3E18DA8-69C7-DAE8-B0AF-8F669DFAEC9D}"/>
          </ac:spMkLst>
        </pc:spChg>
      </pc:sldChg>
      <pc:sldChg chg="modSp">
        <pc:chgData name="Guest User" userId="" providerId="Windows Live" clId="Web-{0BF8A09D-94D6-F31E-2A50-D281FE7BD678}" dt="2026-01-30T09:21:41.763" v="573" actId="20577"/>
        <pc:sldMkLst>
          <pc:docMk/>
          <pc:sldMk cId="3898120243" sldId="2152"/>
        </pc:sldMkLst>
        <pc:spChg chg="mod">
          <ac:chgData name="Guest User" userId="" providerId="Windows Live" clId="Web-{0BF8A09D-94D6-F31E-2A50-D281FE7BD678}" dt="2026-01-30T09:21:37.919" v="572" actId="20577"/>
          <ac:spMkLst>
            <pc:docMk/>
            <pc:sldMk cId="3898120243" sldId="2152"/>
            <ac:spMk id="3" creationId="{8428B067-088E-D552-E20E-9D5A17DFDCDA}"/>
          </ac:spMkLst>
        </pc:spChg>
        <pc:spChg chg="mod">
          <ac:chgData name="Guest User" userId="" providerId="Windows Live" clId="Web-{0BF8A09D-94D6-F31E-2A50-D281FE7BD678}" dt="2026-01-30T09:21:41.763" v="573" actId="20577"/>
          <ac:spMkLst>
            <pc:docMk/>
            <pc:sldMk cId="3898120243" sldId="2152"/>
            <ac:spMk id="5" creationId="{F4240DA9-D575-59A9-0DD8-B8FFC078CA74}"/>
          </ac:spMkLst>
        </pc:spChg>
      </pc:sldChg>
      <pc:sldChg chg="modSp">
        <pc:chgData name="Guest User" userId="" providerId="Windows Live" clId="Web-{0BF8A09D-94D6-F31E-2A50-D281FE7BD678}" dt="2026-01-30T09:21:51.764" v="575" actId="20577"/>
        <pc:sldMkLst>
          <pc:docMk/>
          <pc:sldMk cId="445725138" sldId="2153"/>
        </pc:sldMkLst>
        <pc:spChg chg="mod">
          <ac:chgData name="Guest User" userId="" providerId="Windows Live" clId="Web-{0BF8A09D-94D6-F31E-2A50-D281FE7BD678}" dt="2026-01-30T09:21:47.186" v="574" actId="20577"/>
          <ac:spMkLst>
            <pc:docMk/>
            <pc:sldMk cId="445725138" sldId="2153"/>
            <ac:spMk id="3" creationId="{840D6B7A-C6C1-21CC-9A49-CEF19251B87E}"/>
          </ac:spMkLst>
        </pc:spChg>
        <pc:spChg chg="mod">
          <ac:chgData name="Guest User" userId="" providerId="Windows Live" clId="Web-{0BF8A09D-94D6-F31E-2A50-D281FE7BD678}" dt="2026-01-30T09:21:51.764" v="575" actId="20577"/>
          <ac:spMkLst>
            <pc:docMk/>
            <pc:sldMk cId="445725138" sldId="2153"/>
            <ac:spMk id="5" creationId="{C77EDDBD-5A5F-209E-62CC-7DD37B2929BB}"/>
          </ac:spMkLst>
        </pc:spChg>
      </pc:sldChg>
      <pc:sldChg chg="modSp">
        <pc:chgData name="Guest User" userId="" providerId="Windows Live" clId="Web-{0BF8A09D-94D6-F31E-2A50-D281FE7BD678}" dt="2026-01-30T09:22:00.953" v="577" actId="20577"/>
        <pc:sldMkLst>
          <pc:docMk/>
          <pc:sldMk cId="3476629669" sldId="2154"/>
        </pc:sldMkLst>
        <pc:spChg chg="mod">
          <ac:chgData name="Guest User" userId="" providerId="Windows Live" clId="Web-{0BF8A09D-94D6-F31E-2A50-D281FE7BD678}" dt="2026-01-30T09:21:56.781" v="576" actId="20577"/>
          <ac:spMkLst>
            <pc:docMk/>
            <pc:sldMk cId="3476629669" sldId="2154"/>
            <ac:spMk id="3" creationId="{F0CD5C5D-0AE0-71AE-A4C7-5BDCF81E568C}"/>
          </ac:spMkLst>
        </pc:spChg>
        <pc:spChg chg="mod">
          <ac:chgData name="Guest User" userId="" providerId="Windows Live" clId="Web-{0BF8A09D-94D6-F31E-2A50-D281FE7BD678}" dt="2026-01-30T09:22:00.953" v="577" actId="20577"/>
          <ac:spMkLst>
            <pc:docMk/>
            <pc:sldMk cId="3476629669" sldId="2154"/>
            <ac:spMk id="5" creationId="{DA5CC576-553D-9560-993A-90AD6D42007E}"/>
          </ac:spMkLst>
        </pc:spChg>
      </pc:sldChg>
      <pc:sldChg chg="modSp">
        <pc:chgData name="Guest User" userId="" providerId="Windows Live" clId="Web-{0BF8A09D-94D6-F31E-2A50-D281FE7BD678}" dt="2026-01-30T09:22:12.469" v="581" actId="20577"/>
        <pc:sldMkLst>
          <pc:docMk/>
          <pc:sldMk cId="1370246591" sldId="2155"/>
        </pc:sldMkLst>
        <pc:spChg chg="mod">
          <ac:chgData name="Guest User" userId="" providerId="Windows Live" clId="Web-{0BF8A09D-94D6-F31E-2A50-D281FE7BD678}" dt="2026-01-30T09:22:08.516" v="579" actId="20577"/>
          <ac:spMkLst>
            <pc:docMk/>
            <pc:sldMk cId="1370246591" sldId="2155"/>
            <ac:spMk id="3" creationId="{92033D1C-9516-596D-6D57-23060083E1AC}"/>
          </ac:spMkLst>
        </pc:spChg>
        <pc:spChg chg="mod">
          <ac:chgData name="Guest User" userId="" providerId="Windows Live" clId="Web-{0BF8A09D-94D6-F31E-2A50-D281FE7BD678}" dt="2026-01-30T09:22:12.469" v="581" actId="20577"/>
          <ac:spMkLst>
            <pc:docMk/>
            <pc:sldMk cId="1370246591" sldId="2155"/>
            <ac:spMk id="5" creationId="{23F86208-7004-0A64-F64F-D4AC3EAB5108}"/>
          </ac:spMkLst>
        </pc:spChg>
      </pc:sldChg>
      <pc:sldChg chg="modSp">
        <pc:chgData name="Guest User" userId="" providerId="Windows Live" clId="Web-{0BF8A09D-94D6-F31E-2A50-D281FE7BD678}" dt="2026-01-30T08:28:45.905" v="29" actId="20577"/>
        <pc:sldMkLst>
          <pc:docMk/>
          <pc:sldMk cId="0" sldId="2231"/>
        </pc:sldMkLst>
        <pc:spChg chg="mod">
          <ac:chgData name="Guest User" userId="" providerId="Windows Live" clId="Web-{0BF8A09D-94D6-F31E-2A50-D281FE7BD678}" dt="2026-01-30T08:27:55.467" v="25"/>
          <ac:spMkLst>
            <pc:docMk/>
            <pc:sldMk cId="0" sldId="2231"/>
            <ac:spMk id="5" creationId="{00000000-0000-0000-0000-000000000000}"/>
          </ac:spMkLst>
        </pc:spChg>
        <pc:spChg chg="mod">
          <ac:chgData name="Guest User" userId="" providerId="Windows Live" clId="Web-{0BF8A09D-94D6-F31E-2A50-D281FE7BD678}" dt="2026-01-30T08:28:45.905" v="29" actId="20577"/>
          <ac:spMkLst>
            <pc:docMk/>
            <pc:sldMk cId="0" sldId="2231"/>
            <ac:spMk id="8" creationId="{00000000-0000-0000-0000-000000000000}"/>
          </ac:spMkLst>
        </pc:spChg>
      </pc:sldChg>
      <pc:sldChg chg="modSp">
        <pc:chgData name="Guest User" userId="" providerId="Windows Live" clId="Web-{0BF8A09D-94D6-F31E-2A50-D281FE7BD678}" dt="2026-01-30T08:57:55.702" v="367" actId="20577"/>
        <pc:sldMkLst>
          <pc:docMk/>
          <pc:sldMk cId="2375547672" sldId="2358"/>
        </pc:sldMkLst>
        <pc:spChg chg="mod">
          <ac:chgData name="Guest User" userId="" providerId="Windows Live" clId="Web-{0BF8A09D-94D6-F31E-2A50-D281FE7BD678}" dt="2026-01-30T08:47:06.307" v="258" actId="20577"/>
          <ac:spMkLst>
            <pc:docMk/>
            <pc:sldMk cId="2375547672" sldId="2358"/>
            <ac:spMk id="3" creationId="{139A6A3E-22D3-686D-7AC3-0E55668E19D0}"/>
          </ac:spMkLst>
        </pc:spChg>
        <pc:spChg chg="mod">
          <ac:chgData name="Guest User" userId="" providerId="Windows Live" clId="Web-{0BF8A09D-94D6-F31E-2A50-D281FE7BD678}" dt="2026-01-30T08:57:55.702" v="367" actId="20577"/>
          <ac:spMkLst>
            <pc:docMk/>
            <pc:sldMk cId="2375547672" sldId="2358"/>
            <ac:spMk id="5" creationId="{1ED14E19-5807-E7AD-23E7-5780311E76C8}"/>
          </ac:spMkLst>
        </pc:spChg>
        <pc:spChg chg="mod">
          <ac:chgData name="Guest User" userId="" providerId="Windows Live" clId="Web-{0BF8A09D-94D6-F31E-2A50-D281FE7BD678}" dt="2026-01-30T08:48:13.183" v="271" actId="14100"/>
          <ac:spMkLst>
            <pc:docMk/>
            <pc:sldMk cId="2375547672" sldId="2358"/>
            <ac:spMk id="6" creationId="{E5A6B70C-E105-7D61-147A-07D1DA488D4B}"/>
          </ac:spMkLst>
        </pc:spChg>
        <pc:spChg chg="mod">
          <ac:chgData name="Guest User" userId="" providerId="Windows Live" clId="Web-{0BF8A09D-94D6-F31E-2A50-D281FE7BD678}" dt="2026-01-30T08:47:09.885" v="259" actId="14100"/>
          <ac:spMkLst>
            <pc:docMk/>
            <pc:sldMk cId="2375547672" sldId="2358"/>
            <ac:spMk id="11" creationId="{41EDFB58-17A0-8448-DBA2-7BC3052C4777}"/>
          </ac:spMkLst>
        </pc:spChg>
        <pc:spChg chg="mod">
          <ac:chgData name="Guest User" userId="" providerId="Windows Live" clId="Web-{0BF8A09D-94D6-F31E-2A50-D281FE7BD678}" dt="2026-01-30T08:47:13.026" v="260" actId="1076"/>
          <ac:spMkLst>
            <pc:docMk/>
            <pc:sldMk cId="2375547672" sldId="2358"/>
            <ac:spMk id="12" creationId="{A3C9AEE4-C810-E071-4420-EEC3C27E8246}"/>
          </ac:spMkLst>
        </pc:spChg>
        <pc:spChg chg="mod">
          <ac:chgData name="Guest User" userId="" providerId="Windows Live" clId="Web-{0BF8A09D-94D6-F31E-2A50-D281FE7BD678}" dt="2026-01-30T08:47:52.433" v="268" actId="14100"/>
          <ac:spMkLst>
            <pc:docMk/>
            <pc:sldMk cId="2375547672" sldId="2358"/>
            <ac:spMk id="13" creationId="{75795BB7-926F-FB22-963D-8FF2C039F8F8}"/>
          </ac:spMkLst>
        </pc:spChg>
        <pc:spChg chg="mod">
          <ac:chgData name="Guest User" userId="" providerId="Windows Live" clId="Web-{0BF8A09D-94D6-F31E-2A50-D281FE7BD678}" dt="2026-01-30T08:47:56.839" v="269" actId="1076"/>
          <ac:spMkLst>
            <pc:docMk/>
            <pc:sldMk cId="2375547672" sldId="2358"/>
            <ac:spMk id="14" creationId="{003B183F-620D-0692-7277-C5645282598C}"/>
          </ac:spMkLst>
        </pc:spChg>
      </pc:sldChg>
      <pc:sldChg chg="modSp">
        <pc:chgData name="Guest User" userId="" providerId="Windows Live" clId="Web-{0BF8A09D-94D6-F31E-2A50-D281FE7BD678}" dt="2026-01-30T08:58:01.796" v="368" actId="20577"/>
        <pc:sldMkLst>
          <pc:docMk/>
          <pc:sldMk cId="4222519777" sldId="2511"/>
        </pc:sldMkLst>
        <pc:spChg chg="mod">
          <ac:chgData name="Guest User" userId="" providerId="Windows Live" clId="Web-{0BF8A09D-94D6-F31E-2A50-D281FE7BD678}" dt="2026-01-30T08:48:53.558" v="276" actId="20577"/>
          <ac:spMkLst>
            <pc:docMk/>
            <pc:sldMk cId="4222519777" sldId="2511"/>
            <ac:spMk id="3" creationId="{B0D454AD-5DCC-19E9-B7BC-941B1E609784}"/>
          </ac:spMkLst>
        </pc:spChg>
        <pc:spChg chg="mod">
          <ac:chgData name="Guest User" userId="" providerId="Windows Live" clId="Web-{0BF8A09D-94D6-F31E-2A50-D281FE7BD678}" dt="2026-01-30T08:58:01.796" v="368" actId="20577"/>
          <ac:spMkLst>
            <pc:docMk/>
            <pc:sldMk cId="4222519777" sldId="2511"/>
            <ac:spMk id="5" creationId="{7F1066D0-700E-E579-94F2-75A1C378119C}"/>
          </ac:spMkLst>
        </pc:spChg>
        <pc:spChg chg="mod">
          <ac:chgData name="Guest User" userId="" providerId="Windows Live" clId="Web-{0BF8A09D-94D6-F31E-2A50-D281FE7BD678}" dt="2026-01-30T08:50:49.449" v="293" actId="20577"/>
          <ac:spMkLst>
            <pc:docMk/>
            <pc:sldMk cId="4222519777" sldId="2511"/>
            <ac:spMk id="6" creationId="{499CDC6A-3B94-2510-4D7E-494FCCF17845}"/>
          </ac:spMkLst>
        </pc:spChg>
        <pc:spChg chg="mod">
          <ac:chgData name="Guest User" userId="" providerId="Windows Live" clId="Web-{0BF8A09D-94D6-F31E-2A50-D281FE7BD678}" dt="2026-01-30T08:49:11.996" v="279" actId="1076"/>
          <ac:spMkLst>
            <pc:docMk/>
            <pc:sldMk cId="4222519777" sldId="2511"/>
            <ac:spMk id="8" creationId="{7CFFF43C-6C60-12D2-C2AF-0A3779B3DAAF}"/>
          </ac:spMkLst>
        </pc:spChg>
        <pc:spChg chg="mod">
          <ac:chgData name="Guest User" userId="" providerId="Windows Live" clId="Web-{0BF8A09D-94D6-F31E-2A50-D281FE7BD678}" dt="2026-01-30T08:50:43.981" v="292" actId="1076"/>
          <ac:spMkLst>
            <pc:docMk/>
            <pc:sldMk cId="4222519777" sldId="2511"/>
            <ac:spMk id="14" creationId="{9D4F5B09-DA16-64FD-A9C7-E7CD2BF53CAF}"/>
          </ac:spMkLst>
        </pc:spChg>
        <pc:spChg chg="mod">
          <ac:chgData name="Guest User" userId="" providerId="Windows Live" clId="Web-{0BF8A09D-94D6-F31E-2A50-D281FE7BD678}" dt="2026-01-30T08:50:37.840" v="290" actId="1076"/>
          <ac:spMkLst>
            <pc:docMk/>
            <pc:sldMk cId="4222519777" sldId="2511"/>
            <ac:spMk id="19" creationId="{1D31DFB1-C5B6-E127-E105-99597FE33712}"/>
          </ac:spMkLst>
        </pc:spChg>
        <pc:grpChg chg="mod">
          <ac:chgData name="Guest User" userId="" providerId="Windows Live" clId="Web-{0BF8A09D-94D6-F31E-2A50-D281FE7BD678}" dt="2026-01-30T08:50:41.277" v="291" actId="1076"/>
          <ac:grpSpMkLst>
            <pc:docMk/>
            <pc:sldMk cId="4222519777" sldId="2511"/>
            <ac:grpSpMk id="9" creationId="{A5B575BB-5DB5-88C1-8362-64F74FD9903D}"/>
          </ac:grpSpMkLst>
        </pc:grpChg>
        <pc:grpChg chg="mod">
          <ac:chgData name="Guest User" userId="" providerId="Windows Live" clId="Web-{0BF8A09D-94D6-F31E-2A50-D281FE7BD678}" dt="2026-01-30T08:49:21.402" v="281" actId="1076"/>
          <ac:grpSpMkLst>
            <pc:docMk/>
            <pc:sldMk cId="4222519777" sldId="2511"/>
            <ac:grpSpMk id="15" creationId="{FCB79FD3-1928-2CE2-68D6-68DD4193FF74}"/>
          </ac:grpSpMkLst>
        </pc:grpChg>
        <pc:grpChg chg="mod">
          <ac:chgData name="Guest User" userId="" providerId="Windows Live" clId="Web-{0BF8A09D-94D6-F31E-2A50-D281FE7BD678}" dt="2026-01-30T08:49:07.340" v="278" actId="1076"/>
          <ac:grpSpMkLst>
            <pc:docMk/>
            <pc:sldMk cId="4222519777" sldId="2511"/>
            <ac:grpSpMk id="16" creationId="{DE02233B-1866-8C54-B726-A905A15EE3BF}"/>
          </ac:grpSpMkLst>
        </pc:grpChg>
      </pc:sldChg>
      <pc:sldChg chg="modSp">
        <pc:chgData name="Guest User" userId="" providerId="Windows Live" clId="Web-{0BF8A09D-94D6-F31E-2A50-D281FE7BD678}" dt="2026-01-30T08:58:05.593" v="369" actId="20577"/>
        <pc:sldMkLst>
          <pc:docMk/>
          <pc:sldMk cId="597748144" sldId="2512"/>
        </pc:sldMkLst>
        <pc:spChg chg="mod">
          <ac:chgData name="Guest User" userId="" providerId="Windows Live" clId="Web-{0BF8A09D-94D6-F31E-2A50-D281FE7BD678}" dt="2026-01-30T08:53:51.606" v="322" actId="20577"/>
          <ac:spMkLst>
            <pc:docMk/>
            <pc:sldMk cId="597748144" sldId="2512"/>
            <ac:spMk id="3" creationId="{9E62DEF5-B681-EFBA-3574-E32C4553BFF4}"/>
          </ac:spMkLst>
        </pc:spChg>
        <pc:spChg chg="mod">
          <ac:chgData name="Guest User" userId="" providerId="Windows Live" clId="Web-{0BF8A09D-94D6-F31E-2A50-D281FE7BD678}" dt="2026-01-30T08:58:05.593" v="369" actId="20577"/>
          <ac:spMkLst>
            <pc:docMk/>
            <pc:sldMk cId="597748144" sldId="2512"/>
            <ac:spMk id="5" creationId="{4E416F98-D569-16D6-33D2-B021148BC9F2}"/>
          </ac:spMkLst>
        </pc:spChg>
        <pc:spChg chg="mod">
          <ac:chgData name="Guest User" userId="" providerId="Windows Live" clId="Web-{0BF8A09D-94D6-F31E-2A50-D281FE7BD678}" dt="2026-01-30T08:54:25.309" v="330" actId="1076"/>
          <ac:spMkLst>
            <pc:docMk/>
            <pc:sldMk cId="597748144" sldId="2512"/>
            <ac:spMk id="6" creationId="{536F9ABA-9B23-7918-F14B-CE5EC6717B0F}"/>
          </ac:spMkLst>
        </pc:spChg>
        <pc:spChg chg="mod">
          <ac:chgData name="Guest User" userId="" providerId="Windows Live" clId="Web-{0BF8A09D-94D6-F31E-2A50-D281FE7BD678}" dt="2026-01-30T08:53:41.794" v="321" actId="14100"/>
          <ac:spMkLst>
            <pc:docMk/>
            <pc:sldMk cId="597748144" sldId="2512"/>
            <ac:spMk id="8" creationId="{37E0861D-66E9-4B1C-BD44-680FC039A055}"/>
          </ac:spMkLst>
        </pc:spChg>
        <pc:grpChg chg="mod">
          <ac:chgData name="Guest User" userId="" providerId="Windows Live" clId="Web-{0BF8A09D-94D6-F31E-2A50-D281FE7BD678}" dt="2026-01-30T08:54:29.622" v="331" actId="1076"/>
          <ac:grpSpMkLst>
            <pc:docMk/>
            <pc:sldMk cId="597748144" sldId="2512"/>
            <ac:grpSpMk id="9" creationId="{39C02EB7-98C6-9166-402F-51B9E9665F7F}"/>
          </ac:grpSpMkLst>
        </pc:grpChg>
        <pc:grpChg chg="mod">
          <ac:chgData name="Guest User" userId="" providerId="Windows Live" clId="Web-{0BF8A09D-94D6-F31E-2A50-D281FE7BD678}" dt="2026-01-30T08:53:59.528" v="324" actId="1076"/>
          <ac:grpSpMkLst>
            <pc:docMk/>
            <pc:sldMk cId="597748144" sldId="2512"/>
            <ac:grpSpMk id="15" creationId="{A5555590-D057-FA2B-E31E-0A4FD64D03A9}"/>
          </ac:grpSpMkLst>
        </pc:grpChg>
        <pc:grpChg chg="mod">
          <ac:chgData name="Guest User" userId="" providerId="Windows Live" clId="Web-{0BF8A09D-94D6-F31E-2A50-D281FE7BD678}" dt="2026-01-30T08:53:37.340" v="320" actId="14100"/>
          <ac:grpSpMkLst>
            <pc:docMk/>
            <pc:sldMk cId="597748144" sldId="2512"/>
            <ac:grpSpMk id="16" creationId="{07076050-4D5A-509B-542F-074F69411496}"/>
          </ac:grpSpMkLst>
        </pc:grpChg>
      </pc:sldChg>
      <pc:sldChg chg="modSp">
        <pc:chgData name="Guest User" userId="" providerId="Windows Live" clId="Web-{0BF8A09D-94D6-F31E-2A50-D281FE7BD678}" dt="2026-01-30T09:01:32.454" v="379" actId="20577"/>
        <pc:sldMkLst>
          <pc:docMk/>
          <pc:sldMk cId="1897622429" sldId="2514"/>
        </pc:sldMkLst>
        <pc:spChg chg="mod">
          <ac:chgData name="Guest User" userId="" providerId="Windows Live" clId="Web-{0BF8A09D-94D6-F31E-2A50-D281FE7BD678}" dt="2026-01-30T08:52:13.715" v="306" actId="14100"/>
          <ac:spMkLst>
            <pc:docMk/>
            <pc:sldMk cId="1897622429" sldId="2514"/>
            <ac:spMk id="3" creationId="{1A108D0C-1EB1-2A9A-60F9-078869C38E46}"/>
          </ac:spMkLst>
        </pc:spChg>
        <pc:spChg chg="mod">
          <ac:chgData name="Guest User" userId="" providerId="Windows Live" clId="Web-{0BF8A09D-94D6-F31E-2A50-D281FE7BD678}" dt="2026-01-30T08:58:41.890" v="377" actId="20577"/>
          <ac:spMkLst>
            <pc:docMk/>
            <pc:sldMk cId="1897622429" sldId="2514"/>
            <ac:spMk id="5" creationId="{29DDB603-BCA8-2E77-EAF2-410D4709EF2B}"/>
          </ac:spMkLst>
        </pc:spChg>
        <pc:spChg chg="mod">
          <ac:chgData name="Guest User" userId="" providerId="Windows Live" clId="Web-{0BF8A09D-94D6-F31E-2A50-D281FE7BD678}" dt="2026-01-30T09:01:32.454" v="379" actId="20577"/>
          <ac:spMkLst>
            <pc:docMk/>
            <pc:sldMk cId="1897622429" sldId="2514"/>
            <ac:spMk id="6" creationId="{1849F005-BBBE-4D79-DF82-EA83D892A829}"/>
          </ac:spMkLst>
        </pc:spChg>
        <pc:spChg chg="mod">
          <ac:chgData name="Guest User" userId="" providerId="Windows Live" clId="Web-{0BF8A09D-94D6-F31E-2A50-D281FE7BD678}" dt="2026-01-30T08:52:16.856" v="307" actId="14100"/>
          <ac:spMkLst>
            <pc:docMk/>
            <pc:sldMk cId="1897622429" sldId="2514"/>
            <ac:spMk id="11" creationId="{EAE6CFAC-09B8-0659-9090-A9387590DEFF}"/>
          </ac:spMkLst>
        </pc:spChg>
        <pc:spChg chg="mod">
          <ac:chgData name="Guest User" userId="" providerId="Windows Live" clId="Web-{0BF8A09D-94D6-F31E-2A50-D281FE7BD678}" dt="2026-01-30T08:52:20.231" v="308" actId="1076"/>
          <ac:spMkLst>
            <pc:docMk/>
            <pc:sldMk cId="1897622429" sldId="2514"/>
            <ac:spMk id="12" creationId="{54A15FFD-E331-9C9C-E108-D741A3409BD7}"/>
          </ac:spMkLst>
        </pc:spChg>
        <pc:spChg chg="mod">
          <ac:chgData name="Guest User" userId="" providerId="Windows Live" clId="Web-{0BF8A09D-94D6-F31E-2A50-D281FE7BD678}" dt="2026-01-30T08:51:59.215" v="304" actId="14100"/>
          <ac:spMkLst>
            <pc:docMk/>
            <pc:sldMk cId="1897622429" sldId="2514"/>
            <ac:spMk id="13" creationId="{A425F792-69A0-A4C5-EEEA-40BDC9E142AE}"/>
          </ac:spMkLst>
        </pc:spChg>
        <pc:spChg chg="mod">
          <ac:chgData name="Guest User" userId="" providerId="Windows Live" clId="Web-{0BF8A09D-94D6-F31E-2A50-D281FE7BD678}" dt="2026-01-30T08:52:03.262" v="305" actId="1076"/>
          <ac:spMkLst>
            <pc:docMk/>
            <pc:sldMk cId="1897622429" sldId="2514"/>
            <ac:spMk id="14" creationId="{2D31B7DD-016C-72B2-FEA6-4C0751339D47}"/>
          </ac:spMkLst>
        </pc:spChg>
      </pc:sldChg>
      <pc:sldChg chg="modSp">
        <pc:chgData name="Guest User" userId="" providerId="Windows Live" clId="Web-{0BF8A09D-94D6-F31E-2A50-D281FE7BD678}" dt="2026-01-30T09:17:15.608" v="513" actId="20577"/>
        <pc:sldMkLst>
          <pc:docMk/>
          <pc:sldMk cId="3222053443" sldId="2550"/>
        </pc:sldMkLst>
        <pc:spChg chg="mod">
          <ac:chgData name="Guest User" userId="" providerId="Windows Live" clId="Web-{0BF8A09D-94D6-F31E-2A50-D281FE7BD678}" dt="2026-01-30T09:15:59.467" v="500" actId="20577"/>
          <ac:spMkLst>
            <pc:docMk/>
            <pc:sldMk cId="3222053443" sldId="2550"/>
            <ac:spMk id="5" creationId="{DD5E66AA-E715-FC87-0B9C-F1C472D05CD4}"/>
          </ac:spMkLst>
        </pc:spChg>
        <pc:spChg chg="mod">
          <ac:chgData name="Guest User" userId="" providerId="Windows Live" clId="Web-{0BF8A09D-94D6-F31E-2A50-D281FE7BD678}" dt="2026-01-30T09:17:15.608" v="513" actId="20577"/>
          <ac:spMkLst>
            <pc:docMk/>
            <pc:sldMk cId="3222053443" sldId="2550"/>
            <ac:spMk id="11" creationId="{C9EE68C6-6DDD-11A6-76A4-0CAEFB0BC107}"/>
          </ac:spMkLst>
        </pc:spChg>
      </pc:sldChg>
      <pc:sldChg chg="modSp">
        <pc:chgData name="Guest User" userId="" providerId="Windows Live" clId="Web-{0BF8A09D-94D6-F31E-2A50-D281FE7BD678}" dt="2026-01-30T09:19:28.093" v="554" actId="20577"/>
        <pc:sldMkLst>
          <pc:docMk/>
          <pc:sldMk cId="843527850" sldId="2552"/>
        </pc:sldMkLst>
        <pc:spChg chg="mod">
          <ac:chgData name="Guest User" userId="" providerId="Windows Live" clId="Web-{0BF8A09D-94D6-F31E-2A50-D281FE7BD678}" dt="2026-01-30T09:17:02.030" v="511" actId="20577"/>
          <ac:spMkLst>
            <pc:docMk/>
            <pc:sldMk cId="843527850" sldId="2552"/>
            <ac:spMk id="5" creationId="{9116B4BC-A623-7640-59B1-1A02D720A110}"/>
          </ac:spMkLst>
        </pc:spChg>
        <pc:spChg chg="mod">
          <ac:chgData name="Guest User" userId="" providerId="Windows Live" clId="Web-{0BF8A09D-94D6-F31E-2A50-D281FE7BD678}" dt="2026-01-30T09:19:28.093" v="554" actId="20577"/>
          <ac:spMkLst>
            <pc:docMk/>
            <pc:sldMk cId="843527850" sldId="2552"/>
            <ac:spMk id="11" creationId="{C1F7DFB9-F8CA-9740-78EC-6A2B43AEB03D}"/>
          </ac:spMkLst>
        </pc:spChg>
      </pc:sldChg>
      <pc:sldChg chg="modSp">
        <pc:chgData name="Guest User" userId="" providerId="Windows Live" clId="Web-{0BF8A09D-94D6-F31E-2A50-D281FE7BD678}" dt="2026-01-30T09:19:00.140" v="551" actId="20577"/>
        <pc:sldMkLst>
          <pc:docMk/>
          <pc:sldMk cId="511641275" sldId="2553"/>
        </pc:sldMkLst>
        <pc:spChg chg="mod">
          <ac:chgData name="Guest User" userId="" providerId="Windows Live" clId="Web-{0BF8A09D-94D6-F31E-2A50-D281FE7BD678}" dt="2026-01-30T09:18:17.890" v="536" actId="20577"/>
          <ac:spMkLst>
            <pc:docMk/>
            <pc:sldMk cId="511641275" sldId="2553"/>
            <ac:spMk id="5" creationId="{BF411723-FA55-CDC6-CFD5-DFA8C85C2E13}"/>
          </ac:spMkLst>
        </pc:spChg>
        <pc:spChg chg="mod">
          <ac:chgData name="Guest User" userId="" providerId="Windows Live" clId="Web-{0BF8A09D-94D6-F31E-2A50-D281FE7BD678}" dt="2026-01-30T09:19:00.140" v="551" actId="20577"/>
          <ac:spMkLst>
            <pc:docMk/>
            <pc:sldMk cId="511641275" sldId="2553"/>
            <ac:spMk id="11" creationId="{1348C7F1-A392-22F3-3927-C197D8D410DE}"/>
          </ac:spMkLst>
        </pc:spChg>
      </pc:sldChg>
      <pc:sldChg chg="modSp">
        <pc:chgData name="Guest User" userId="" providerId="Windows Live" clId="Web-{0BF8A09D-94D6-F31E-2A50-D281FE7BD678}" dt="2026-01-30T09:18:50.374" v="546" actId="20577"/>
        <pc:sldMkLst>
          <pc:docMk/>
          <pc:sldMk cId="3067439013" sldId="2574"/>
        </pc:sldMkLst>
        <pc:spChg chg="mod">
          <ac:chgData name="Guest User" userId="" providerId="Windows Live" clId="Web-{0BF8A09D-94D6-F31E-2A50-D281FE7BD678}" dt="2026-01-30T09:18:29.421" v="538" actId="20577"/>
          <ac:spMkLst>
            <pc:docMk/>
            <pc:sldMk cId="3067439013" sldId="2574"/>
            <ac:spMk id="5" creationId="{A4B9349A-9A7C-1F45-9E63-D2292D2E25E3}"/>
          </ac:spMkLst>
        </pc:spChg>
        <pc:spChg chg="mod">
          <ac:chgData name="Guest User" userId="" providerId="Windows Live" clId="Web-{0BF8A09D-94D6-F31E-2A50-D281FE7BD678}" dt="2026-01-30T09:18:50.374" v="546" actId="20577"/>
          <ac:spMkLst>
            <pc:docMk/>
            <pc:sldMk cId="3067439013" sldId="2574"/>
            <ac:spMk id="11" creationId="{82B1EB4A-827C-F347-D847-BB197C154255}"/>
          </ac:spMkLst>
        </pc:spChg>
      </pc:sldChg>
      <pc:sldChg chg="modSp">
        <pc:chgData name="Guest User" userId="" providerId="Windows Live" clId="Web-{0BF8A09D-94D6-F31E-2A50-D281FE7BD678}" dt="2026-01-30T08:43:48.805" v="228" actId="20577"/>
        <pc:sldMkLst>
          <pc:docMk/>
          <pc:sldMk cId="2999932702" sldId="2749"/>
        </pc:sldMkLst>
        <pc:spChg chg="mod">
          <ac:chgData name="Guest User" userId="" providerId="Windows Live" clId="Web-{0BF8A09D-94D6-F31E-2A50-D281FE7BD678}" dt="2026-01-30T08:15:20.699" v="13" actId="20577"/>
          <ac:spMkLst>
            <pc:docMk/>
            <pc:sldMk cId="2999932702" sldId="2749"/>
            <ac:spMk id="8" creationId="{105970AF-B4E3-74CA-78B5-0CC351A22C09}"/>
          </ac:spMkLst>
        </pc:spChg>
        <pc:spChg chg="mod">
          <ac:chgData name="Guest User" userId="" providerId="Windows Live" clId="Web-{0BF8A09D-94D6-F31E-2A50-D281FE7BD678}" dt="2026-01-30T08:43:48.805" v="228" actId="20577"/>
          <ac:spMkLst>
            <pc:docMk/>
            <pc:sldMk cId="2999932702" sldId="2749"/>
            <ac:spMk id="9" creationId="{FB420252-6173-ADB9-869E-182668223BF7}"/>
          </ac:spMkLst>
        </pc:spChg>
      </pc:sldChg>
      <pc:sldChg chg="modSp">
        <pc:chgData name="Guest User" userId="" providerId="Windows Live" clId="Web-{0BF8A09D-94D6-F31E-2A50-D281FE7BD678}" dt="2026-01-30T08:45:52.821" v="250" actId="20577"/>
        <pc:sldMkLst>
          <pc:docMk/>
          <pc:sldMk cId="2927026268" sldId="2776"/>
        </pc:sldMkLst>
        <pc:spChg chg="mod">
          <ac:chgData name="Guest User" userId="" providerId="Windows Live" clId="Web-{0BF8A09D-94D6-F31E-2A50-D281FE7BD678}" dt="2026-01-30T08:43:57.789" v="229" actId="14100"/>
          <ac:spMkLst>
            <pc:docMk/>
            <pc:sldMk cId="2927026268" sldId="2776"/>
            <ac:spMk id="8" creationId="{2D6C6A5F-D3E8-9214-0801-8AF3F8034B53}"/>
          </ac:spMkLst>
        </pc:spChg>
        <pc:spChg chg="mod">
          <ac:chgData name="Guest User" userId="" providerId="Windows Live" clId="Web-{0BF8A09D-94D6-F31E-2A50-D281FE7BD678}" dt="2026-01-30T08:45:52.821" v="250" actId="20577"/>
          <ac:spMkLst>
            <pc:docMk/>
            <pc:sldMk cId="2927026268" sldId="2776"/>
            <ac:spMk id="9" creationId="{45DC97B8-3156-B036-C522-C34C68ACB96A}"/>
          </ac:spMkLst>
        </pc:spChg>
      </pc:sldChg>
      <pc:sldChg chg="modSp">
        <pc:chgData name="Guest User" userId="" providerId="Windows Live" clId="Web-{0BF8A09D-94D6-F31E-2A50-D281FE7BD678}" dt="2026-01-30T09:09:17.717" v="450" actId="1076"/>
        <pc:sldMkLst>
          <pc:docMk/>
          <pc:sldMk cId="2386726509" sldId="2780"/>
        </pc:sldMkLst>
        <pc:spChg chg="mod">
          <ac:chgData name="Guest User" userId="" providerId="Windows Live" clId="Web-{0BF8A09D-94D6-F31E-2A50-D281FE7BD678}" dt="2026-01-30T09:07:16.588" v="435" actId="1076"/>
          <ac:spMkLst>
            <pc:docMk/>
            <pc:sldMk cId="2386726509" sldId="2780"/>
            <ac:spMk id="3" creationId="{33D1D61E-8707-D640-6E3E-C82DD0FD2FA0}"/>
          </ac:spMkLst>
        </pc:spChg>
        <pc:spChg chg="mod">
          <ac:chgData name="Guest User" userId="" providerId="Windows Live" clId="Web-{0BF8A09D-94D6-F31E-2A50-D281FE7BD678}" dt="2026-01-30T09:09:13.232" v="449"/>
          <ac:spMkLst>
            <pc:docMk/>
            <pc:sldMk cId="2386726509" sldId="2780"/>
            <ac:spMk id="4" creationId="{A9E52683-AECA-33B6-F5AB-C8CBD215CF08}"/>
          </ac:spMkLst>
        </pc:spChg>
        <pc:grpChg chg="mod">
          <ac:chgData name="Guest User" userId="" providerId="Windows Live" clId="Web-{0BF8A09D-94D6-F31E-2A50-D281FE7BD678}" dt="2026-01-30T09:07:21.885" v="436" actId="1076"/>
          <ac:grpSpMkLst>
            <pc:docMk/>
            <pc:sldMk cId="2386726509" sldId="2780"/>
            <ac:grpSpMk id="6" creationId="{1575E0D8-694A-CB07-6B09-398DA46FDA6B}"/>
          </ac:grpSpMkLst>
        </pc:grpChg>
        <pc:grpChg chg="mod">
          <ac:chgData name="Guest User" userId="" providerId="Windows Live" clId="Web-{0BF8A09D-94D6-F31E-2A50-D281FE7BD678}" dt="2026-01-30T09:09:17.717" v="450" actId="1076"/>
          <ac:grpSpMkLst>
            <pc:docMk/>
            <pc:sldMk cId="2386726509" sldId="2780"/>
            <ac:grpSpMk id="9" creationId="{91D8DF25-F973-D99B-C822-4D9C54D3D554}"/>
          </ac:grpSpMkLst>
        </pc:grpChg>
      </pc:sldChg>
      <pc:sldChg chg="modSp">
        <pc:chgData name="Guest User" userId="" providerId="Windows Live" clId="Web-{0BF8A09D-94D6-F31E-2A50-D281FE7BD678}" dt="2026-01-30T08:57:50.217" v="366" actId="20577"/>
        <pc:sldMkLst>
          <pc:docMk/>
          <pc:sldMk cId="3368756669" sldId="2795"/>
        </pc:sldMkLst>
        <pc:spChg chg="mod">
          <ac:chgData name="Guest User" userId="" providerId="Windows Live" clId="Web-{0BF8A09D-94D6-F31E-2A50-D281FE7BD678}" dt="2026-01-30T08:46:29.119" v="254" actId="14100"/>
          <ac:spMkLst>
            <pc:docMk/>
            <pc:sldMk cId="3368756669" sldId="2795"/>
            <ac:spMk id="4" creationId="{B59A55C3-6162-42A2-B11B-78D558091B4A}"/>
          </ac:spMkLst>
        </pc:spChg>
        <pc:spChg chg="mod">
          <ac:chgData name="Guest User" userId="" providerId="Windows Live" clId="Web-{0BF8A09D-94D6-F31E-2A50-D281FE7BD678}" dt="2026-01-30T08:57:50.217" v="366" actId="20577"/>
          <ac:spMkLst>
            <pc:docMk/>
            <pc:sldMk cId="3368756669" sldId="2795"/>
            <ac:spMk id="5" creationId="{CAE21420-34C8-30C5-50CE-1D01ED744F93}"/>
          </ac:spMkLst>
        </pc:spChg>
      </pc:sldChg>
      <pc:sldChg chg="modSp">
        <pc:chgData name="Guest User" userId="" providerId="Windows Live" clId="Web-{0BF8A09D-94D6-F31E-2A50-D281FE7BD678}" dt="2026-01-30T08:58:29.187" v="373" actId="20577"/>
        <pc:sldMkLst>
          <pc:docMk/>
          <pc:sldMk cId="568971884" sldId="2796"/>
        </pc:sldMkLst>
        <pc:spChg chg="mod">
          <ac:chgData name="Guest User" userId="" providerId="Windows Live" clId="Web-{0BF8A09D-94D6-F31E-2A50-D281FE7BD678}" dt="2026-01-30T08:56:43.261" v="354" actId="20577"/>
          <ac:spMkLst>
            <pc:docMk/>
            <pc:sldMk cId="568971884" sldId="2796"/>
            <ac:spMk id="3" creationId="{D1EBD386-B701-766E-92DF-DF211B9E5F8F}"/>
          </ac:spMkLst>
        </pc:spChg>
        <pc:spChg chg="mod">
          <ac:chgData name="Guest User" userId="" providerId="Windows Live" clId="Web-{0BF8A09D-94D6-F31E-2A50-D281FE7BD678}" dt="2026-01-30T08:57:20.107" v="362" actId="1076"/>
          <ac:spMkLst>
            <pc:docMk/>
            <pc:sldMk cId="568971884" sldId="2796"/>
            <ac:spMk id="4" creationId="{2C865161-3BDE-6844-CC51-0B66437A803B}"/>
          </ac:spMkLst>
        </pc:spChg>
        <pc:spChg chg="mod">
          <ac:chgData name="Guest User" userId="" providerId="Windows Live" clId="Web-{0BF8A09D-94D6-F31E-2A50-D281FE7BD678}" dt="2026-01-30T08:56:55.309" v="357" actId="1076"/>
          <ac:spMkLst>
            <pc:docMk/>
            <pc:sldMk cId="568971884" sldId="2796"/>
            <ac:spMk id="18" creationId="{FB192443-95E6-C1ED-E375-4A153A3E3EA3}"/>
          </ac:spMkLst>
        </pc:spChg>
        <pc:spChg chg="mod">
          <ac:chgData name="Guest User" userId="" providerId="Windows Live" clId="Web-{0BF8A09D-94D6-F31E-2A50-D281FE7BD678}" dt="2026-01-30T08:58:29.187" v="373" actId="20577"/>
          <ac:spMkLst>
            <pc:docMk/>
            <pc:sldMk cId="568971884" sldId="2796"/>
            <ac:spMk id="33" creationId="{C1AA064A-6A61-2C6E-2EAE-C0552CA50556}"/>
          </ac:spMkLst>
        </pc:spChg>
        <pc:grpChg chg="mod">
          <ac:chgData name="Guest User" userId="" providerId="Windows Live" clId="Web-{0BF8A09D-94D6-F31E-2A50-D281FE7BD678}" dt="2026-01-30T08:56:59.949" v="358" actId="1076"/>
          <ac:grpSpMkLst>
            <pc:docMk/>
            <pc:sldMk cId="568971884" sldId="2796"/>
            <ac:grpSpMk id="19" creationId="{A96B5468-C06F-40A3-9833-25021E2FA68F}"/>
          </ac:grpSpMkLst>
        </pc:grpChg>
        <pc:grpChg chg="mod">
          <ac:chgData name="Guest User" userId="" providerId="Windows Live" clId="Web-{0BF8A09D-94D6-F31E-2A50-D281FE7BD678}" dt="2026-01-30T08:56:15.243" v="351" actId="14100"/>
          <ac:grpSpMkLst>
            <pc:docMk/>
            <pc:sldMk cId="568971884" sldId="2796"/>
            <ac:grpSpMk id="23" creationId="{6AB58204-43E6-9804-9134-A718C8569B84}"/>
          </ac:grpSpMkLst>
        </pc:grpChg>
        <pc:grpChg chg="mod">
          <ac:chgData name="Guest User" userId="" providerId="Windows Live" clId="Web-{0BF8A09D-94D6-F31E-2A50-D281FE7BD678}" dt="2026-01-30T08:57:24.248" v="363" actId="1076"/>
          <ac:grpSpMkLst>
            <pc:docMk/>
            <pc:sldMk cId="568971884" sldId="2796"/>
            <ac:grpSpMk id="27" creationId="{BD74C038-5EE3-047D-F6CB-91BCE39D4429}"/>
          </ac:grpSpMkLst>
        </pc:grpChg>
        <pc:grpChg chg="mod">
          <ac:chgData name="Guest User" userId="" providerId="Windows Live" clId="Web-{0BF8A09D-94D6-F31E-2A50-D281FE7BD678}" dt="2026-01-30T08:57:30.467" v="365" actId="14100"/>
          <ac:grpSpMkLst>
            <pc:docMk/>
            <pc:sldMk cId="568971884" sldId="2796"/>
            <ac:grpSpMk id="31" creationId="{E21464F5-300E-381A-F186-0DA6313A0C44}"/>
          </ac:grpSpMkLst>
        </pc:grpChg>
      </pc:sldChg>
      <pc:sldChg chg="modSp">
        <pc:chgData name="Guest User" userId="" providerId="Windows Live" clId="Web-{0BF8A09D-94D6-F31E-2A50-D281FE7BD678}" dt="2026-01-30T09:21:13.838" v="567" actId="20577"/>
        <pc:sldMkLst>
          <pc:docMk/>
          <pc:sldMk cId="1344435141" sldId="2804"/>
        </pc:sldMkLst>
        <pc:spChg chg="mod">
          <ac:chgData name="Guest User" userId="" providerId="Windows Live" clId="Web-{0BF8A09D-94D6-F31E-2A50-D281FE7BD678}" dt="2026-01-30T09:21:09.682" v="566" actId="20577"/>
          <ac:spMkLst>
            <pc:docMk/>
            <pc:sldMk cId="1344435141" sldId="2804"/>
            <ac:spMk id="3" creationId="{4BF9CA61-6680-419C-A597-2B8F90F492F3}"/>
          </ac:spMkLst>
        </pc:spChg>
        <pc:spChg chg="mod">
          <ac:chgData name="Guest User" userId="" providerId="Windows Live" clId="Web-{0BF8A09D-94D6-F31E-2A50-D281FE7BD678}" dt="2026-01-30T09:21:13.838" v="567" actId="20577"/>
          <ac:spMkLst>
            <pc:docMk/>
            <pc:sldMk cId="1344435141" sldId="2804"/>
            <ac:spMk id="5" creationId="{325AF87E-9D48-CE0B-9C0A-5C85175F49A4}"/>
          </ac:spMkLst>
        </pc:spChg>
      </pc:sldChg>
      <pc:sldChg chg="modSp add replId">
        <pc:chgData name="Guest User" userId="" providerId="Windows Live" clId="Web-{0BF8A09D-94D6-F31E-2A50-D281FE7BD678}" dt="2026-01-30T08:38:25.568" v="188" actId="20577"/>
        <pc:sldMkLst>
          <pc:docMk/>
          <pc:sldMk cId="1731053038" sldId="2805"/>
        </pc:sldMkLst>
        <pc:spChg chg="mod">
          <ac:chgData name="Guest User" userId="" providerId="Windows Live" clId="Web-{0BF8A09D-94D6-F31E-2A50-D281FE7BD678}" dt="2026-01-30T08:38:25.568" v="188" actId="20577"/>
          <ac:spMkLst>
            <pc:docMk/>
            <pc:sldMk cId="1731053038" sldId="2805"/>
            <ac:spMk id="4" creationId="{C7ADE761-F1A7-DF84-01BB-AC53BE90727C}"/>
          </ac:spMkLst>
        </pc:spChg>
        <pc:spChg chg="mod">
          <ac:chgData name="Guest User" userId="" providerId="Windows Live" clId="Web-{0BF8A09D-94D6-F31E-2A50-D281FE7BD678}" dt="2026-01-30T08:38:01.005" v="181" actId="20577"/>
          <ac:spMkLst>
            <pc:docMk/>
            <pc:sldMk cId="1731053038" sldId="2805"/>
            <ac:spMk id="5" creationId="{453E18B1-7E75-3D30-60D9-8E6D4B55730E}"/>
          </ac:spMkLst>
        </pc:spChg>
        <pc:spChg chg="mod">
          <ac:chgData name="Guest User" userId="" providerId="Windows Live" clId="Web-{0BF8A09D-94D6-F31E-2A50-D281FE7BD678}" dt="2026-01-30T08:36:59.394" v="158" actId="20577"/>
          <ac:spMkLst>
            <pc:docMk/>
            <pc:sldMk cId="1731053038" sldId="2805"/>
            <ac:spMk id="12" creationId="{9112EF00-FDA2-2EFC-CBFA-905DBE4C3EC9}"/>
          </ac:spMkLst>
        </pc:spChg>
      </pc:sldChg>
      <pc:sldChg chg="modSp add replId">
        <pc:chgData name="Guest User" userId="" providerId="Windows Live" clId="Web-{0BF8A09D-94D6-F31E-2A50-D281FE7BD678}" dt="2026-01-30T08:41:15.663" v="223" actId="20577"/>
        <pc:sldMkLst>
          <pc:docMk/>
          <pc:sldMk cId="452006076" sldId="2806"/>
        </pc:sldMkLst>
        <pc:spChg chg="mod">
          <ac:chgData name="Guest User" userId="" providerId="Windows Live" clId="Web-{0BF8A09D-94D6-F31E-2A50-D281FE7BD678}" dt="2026-01-30T08:41:15.663" v="223" actId="20577"/>
          <ac:spMkLst>
            <pc:docMk/>
            <pc:sldMk cId="452006076" sldId="2806"/>
            <ac:spMk id="4" creationId="{4D6C4241-93DE-01F6-D630-4AAE8A0A19C3}"/>
          </ac:spMkLst>
        </pc:spChg>
        <pc:spChg chg="mod">
          <ac:chgData name="Guest User" userId="" providerId="Windows Live" clId="Web-{0BF8A09D-94D6-F31E-2A50-D281FE7BD678}" dt="2026-01-30T08:41:12.944" v="222" actId="14100"/>
          <ac:spMkLst>
            <pc:docMk/>
            <pc:sldMk cId="452006076" sldId="2806"/>
            <ac:spMk id="5" creationId="{441694B0-E71D-25E1-FBBE-1BB0957721C0}"/>
          </ac:spMkLst>
        </pc:spChg>
        <pc:spChg chg="mod">
          <ac:chgData name="Guest User" userId="" providerId="Windows Live" clId="Web-{0BF8A09D-94D6-F31E-2A50-D281FE7BD678}" dt="2026-01-30T08:40:26.569" v="207" actId="1076"/>
          <ac:spMkLst>
            <pc:docMk/>
            <pc:sldMk cId="452006076" sldId="2806"/>
            <ac:spMk id="12" creationId="{A3F981AA-CAC1-0E7A-B26D-08976AA22883}"/>
          </ac:spMkLst>
        </pc:spChg>
      </pc:sldChg>
      <pc:sldChg chg="modSp add ord replId">
        <pc:chgData name="Guest User" userId="" providerId="Windows Live" clId="Web-{0BF8A09D-94D6-F31E-2A50-D281FE7BD678}" dt="2026-01-30T08:58:13.515" v="371" actId="20577"/>
        <pc:sldMkLst>
          <pc:docMk/>
          <pc:sldMk cId="1299286638" sldId="2807"/>
        </pc:sldMkLst>
        <pc:spChg chg="mod">
          <ac:chgData name="Guest User" userId="" providerId="Windows Live" clId="Web-{0BF8A09D-94D6-F31E-2A50-D281FE7BD678}" dt="2026-01-30T08:58:13.515" v="371" actId="20577"/>
          <ac:spMkLst>
            <pc:docMk/>
            <pc:sldMk cId="1299286638" sldId="2807"/>
            <ac:spMk id="5" creationId="{0BDDB5F6-2477-19CA-2021-B6C520BED054}"/>
          </ac:spMkLst>
        </pc:spChg>
      </pc:sldChg>
      <pc:sldChg chg="modSp add ord replId">
        <pc:chgData name="Guest User" userId="" providerId="Windows Live" clId="Web-{0BF8A09D-94D6-F31E-2A50-D281FE7BD678}" dt="2026-01-30T08:58:36.078" v="375" actId="20577"/>
        <pc:sldMkLst>
          <pc:docMk/>
          <pc:sldMk cId="2380195181" sldId="2808"/>
        </pc:sldMkLst>
        <pc:spChg chg="mod">
          <ac:chgData name="Guest User" userId="" providerId="Windows Live" clId="Web-{0BF8A09D-94D6-F31E-2A50-D281FE7BD678}" dt="2026-01-30T08:58:36.078" v="375" actId="20577"/>
          <ac:spMkLst>
            <pc:docMk/>
            <pc:sldMk cId="2380195181" sldId="2808"/>
            <ac:spMk id="5" creationId="{68CA1BDB-2693-1278-7DF2-8BB5A1A22A4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0013D67-56E2-4085-B4EC-AD3696C10DD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24471C7-0AD6-4437-9E33-B53C208AB7D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721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99FCA-23C9-03D4-14A3-B78A50CA7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620B1-F46D-EAE1-1E26-82DC2F9DA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EA03BD-8B4C-7118-358C-ADC981D0C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76F93-4C11-768D-1898-7C0718A9E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2180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5BD06-3AF3-68F2-519A-A6B96ABBF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1D12C9-5AC4-C5AB-33FD-437D1F5BD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95A4A-A743-DA2C-989C-CDF74774B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F89B4-6EF8-E431-A9AC-C27AC6F637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823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82CF6F6-4A85-442A-979D-5D8DC82D81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990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DAA8D-31D7-1552-AB78-D58869E43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78152A-7CCF-271A-18FB-C245D2B3C673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15B24-C3C3-F929-D1E4-42F3815F1F14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88652-987D-D4D5-DF6F-64B2DB7F66F4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0E456-9F96-4918-9EE8-89503F4543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4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A92F0-D4B8-571D-225C-A112E8D29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EE2F99-21C8-56FA-F40C-67D1A3968689}"/>
              </a:ext>
            </a:extLst>
          </p:cNvPr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B5DC1-A2E5-5D3B-6D0B-DF19F461D949}"/>
              </a:ext>
            </a:extLst>
          </p:cNvPr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B4B11-678A-2631-76F5-C73215CBB5B0}"/>
              </a:ext>
            </a:extLst>
          </p:cNvPr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C1A9980-9127-456F-A8DB-8800D6C2EAE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474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B438090-425B-42D4-BE97-7CA881E7B95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4342F3B-6B00-4D42-82E5-CC5A43D39A7C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FD173B-42BE-4944-9324-0B57F01EFF40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218184A-CD13-495D-8572-FDCD25D6F078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F0105ED-2A69-4003-BD9F-7E379D7FB947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F0105ED-2A69-4003-BD9F-7E379D7FB947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45BFC81-27E5-4A5E-8B65-8A293145EBDF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036F77-56B7-4AA9-95A1-78FBC96E87AF}" type="slidenum">
              <a:rPr lang="en-US" smtClean="0"/>
              <a:t>73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 noEditPoints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0" y="4841404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0" y="1761795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>
                <a:latin typeface="Algerian" panose="04020705040A02060702" pitchFamily="82" charset="0"/>
              </a:rPr>
              <a:t>Senior Citizens Day</a:t>
            </a:r>
            <a:endParaRPr lang="en-US" sz="3200">
              <a:latin typeface="Algerian" panose="04020705040A02060702" pitchFamily="82" charset="0"/>
            </a:endParaRPr>
          </a:p>
          <a:p>
            <a:pPr algn="ctr"/>
            <a:endParaRPr lang="en-US" sz="2800"/>
          </a:p>
          <a:p>
            <a:pPr algn="ctr"/>
            <a:r>
              <a:rPr lang="en-US" sz="2800">
                <a:latin typeface="Amasis MT Pro Medium" panose="02040604050005020304" pitchFamily="18" charset="0"/>
              </a:rPr>
              <a:t>Senior Citizens – Model for the generations</a:t>
            </a:r>
            <a:endParaRPr lang="en-SG" sz="2800">
              <a:latin typeface="Amasis MT Pro Medium" panose="020406040500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4346917" y="4986996"/>
            <a:ext cx="436098" cy="1354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February 2026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838D85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>
            <a:extLst>
              <a:ext uri="{FF2B5EF4-FFF2-40B4-BE49-F238E27FC236}">
                <a16:creationId xmlns:a16="http://schemas.microsoft.com/office/drawing/2014/main" id="{AC254632-74E4-F909-D24F-744916F79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020BE0-76F2-4CE7-89A1-2558CC1F1B9A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C3181-23C2-4E58-A642-35AA820BC599}"/>
              </a:ext>
            </a:extLst>
          </p:cNvPr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06 July 2025</a:t>
            </a:r>
          </a:p>
        </p:txBody>
      </p:sp>
    </p:spTree>
    <p:extLst>
      <p:ext uri="{BB962C8B-B14F-4D97-AF65-F5344CB8AC3E}">
        <p14:creationId xmlns:p14="http://schemas.microsoft.com/office/powerpoint/2010/main" val="1165846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466333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24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466333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4295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466333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1159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466333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748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466333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9138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rgbClr val="466333"/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9354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 noEditPoints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 noEditPoints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/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June 2025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19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4401312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97" r:id="rId15"/>
    <p:sldLayoutId id="2147483699" r:id="rId16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EFD2F-98B3-4E20-9488-48E9EABF7AD7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700" r:id="rId20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CCC00-496A-47A6-84BD-F8B47B0F7754}" type="datetimeFigureOut">
              <a:rPr lang="en-SG" smtClean="0"/>
              <a:t>30/1/2026</a:t>
            </a:fld>
            <a:endParaRPr lang="en-SG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/>
          <p:nvPr/>
        </p:nvSpPr>
        <p:spPr>
          <a:xfrm>
            <a:off x="1714500" y="591508"/>
            <a:ext cx="6977154" cy="4094792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Opening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:        40 Ha Koodi Naam Ellarum</a:t>
            </a:r>
          </a:p>
          <a:p>
            <a:pPr marL="0" indent="0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B/A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:                110 Onnumilaykayil Ninnenne</a:t>
            </a:r>
          </a:p>
          <a:p>
            <a:pPr marL="0" indent="0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Offertory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:       Ellam ellam Daanamalle</a:t>
            </a:r>
          </a:p>
          <a:p>
            <a:pPr marL="0" indent="0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Confession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:   218 Swantham ninakkini Njaan Yeshu Deva</a:t>
            </a:r>
          </a:p>
          <a:p>
            <a:pPr marL="0" indent="0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Communion:</a:t>
            </a:r>
          </a:p>
          <a:p>
            <a:pPr marL="1435100" lvl="1" indent="0">
              <a:buNone/>
              <a:tabLst>
                <a:tab pos="1423952" algn="l"/>
              </a:tabLst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313 Manasode shaapa marathil</a:t>
            </a:r>
          </a:p>
          <a:p>
            <a:pPr marL="1435100" lvl="1" indent="0">
              <a:buNone/>
              <a:tabLst>
                <a:tab pos="1423952" algn="l"/>
              </a:tabLst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194 Enullil ennum vasichiduvaan </a:t>
            </a:r>
          </a:p>
          <a:p>
            <a:pPr marL="1435100" lvl="1" indent="0">
              <a:buNone/>
              <a:tabLst>
                <a:tab pos="1423952" algn="l"/>
              </a:tabLst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218 Swantham ninakkini Njaan Yeshu Deva</a:t>
            </a:r>
          </a:p>
          <a:p>
            <a:pPr marL="1435100" lvl="1" indent="0">
              <a:buNone/>
              <a:tabLst>
                <a:tab pos="1423952" algn="l"/>
              </a:tabLst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+mn-lt"/>
                <a:cs typeface="Arial"/>
              </a:rPr>
              <a:t>416 Enne Rakshippan Unnatham </a:t>
            </a:r>
            <a:endParaRPr lang="en-US" dirty="0">
              <a:latin typeface="Calibri"/>
              <a:ea typeface="+mn-lt"/>
              <a:cs typeface="Calibri"/>
            </a:endParaRPr>
          </a:p>
          <a:p>
            <a:pPr marL="1435100" lvl="1" indent="0">
              <a:buNone/>
              <a:tabLst>
                <a:tab pos="1423952" algn="l"/>
              </a:tabLst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+mn-lt"/>
                <a:cs typeface="Arial"/>
              </a:rPr>
              <a:t>225 Ninte Hitham </a:t>
            </a:r>
            <a:endParaRPr lang="en-US" dirty="0">
              <a:latin typeface="Calibri"/>
              <a:ea typeface="+mn-lt"/>
              <a:cs typeface="Calibri"/>
            </a:endParaRPr>
          </a:p>
          <a:p>
            <a:pPr marL="1435100" lvl="1" indent="0">
              <a:buNone/>
              <a:tabLst>
                <a:tab pos="1423952" algn="l"/>
              </a:tabLst>
            </a:pP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+mn-lt"/>
                <a:cs typeface="Arial"/>
              </a:rPr>
              <a:t>242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+mn-lt"/>
                <a:cs typeface="Arial"/>
              </a:rPr>
              <a:t>Snehathin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+mn-lt"/>
                <a:cs typeface="Arial"/>
              </a:rPr>
              <a:t>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+mn-lt"/>
                <a:cs typeface="Arial"/>
              </a:rPr>
              <a:t>Idayanaam</a:t>
            </a:r>
            <a:endParaRPr lang="en-US" dirty="0" err="1"/>
          </a:p>
          <a:p>
            <a:pPr lvl="1">
              <a:buNone/>
              <a:tabLst>
                <a:tab pos="1423952" algn="l"/>
              </a:tabLst>
            </a:pPr>
            <a:endParaRPr lang="en-US" sz="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 marL="0" indent="0">
              <a:buNone/>
              <a:tabLst>
                <a:tab pos="1423952" algn="l"/>
              </a:tabLst>
            </a:pPr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Closing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:        427 Nithyanaaya Yehovaye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/>
          <p:nvPr/>
        </p:nvSpPr>
        <p:spPr>
          <a:xfrm>
            <a:off x="-12031" y="1679968"/>
            <a:ext cx="9156031" cy="1783563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Opening Hymn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Hymn No</a:t>
            </a: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  <a:ea typeface="Gabriola" pitchFamily="82" charset="0"/>
                <a:cs typeface="Gabriola" pitchFamily="82" charset="0"/>
              </a:rPr>
              <a:t>. </a:t>
            </a: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  <a:ea typeface="Gabriola" pitchFamily="82" charset="0"/>
                <a:cs typeface="Arial"/>
              </a:rPr>
              <a:t>40</a:t>
            </a:r>
            <a:endParaRPr lang="en-GB" sz="4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Song – Hymn 40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Opening: 1 of 3 </a:t>
            </a:r>
            <a:endParaRPr lang="en-US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D38E4-2FFE-92B6-2E7F-5AE5C074EC16}"/>
              </a:ext>
            </a:extLst>
          </p:cNvPr>
          <p:cNvSpPr txBox="1"/>
          <p:nvPr/>
        </p:nvSpPr>
        <p:spPr>
          <a:xfrm>
            <a:off x="3846" y="2715262"/>
            <a:ext cx="9120863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800" b="0" i="0" u="none" strike="noStrike" baseline="0">
                <a:solidFill>
                  <a:srgbClr val="000000"/>
                </a:solidFill>
                <a:latin typeface="ML-TTKarthika"/>
              </a:rPr>
              <a:t>lm! IqSn \</a:t>
            </a:r>
            <a:r>
              <a:rPr lang="pt-BR" sz="2800" b="0" i="0" u="none" strike="noStrike" baseline="0" err="1">
                <a:solidFill>
                  <a:srgbClr val="000000"/>
                </a:solidFill>
                <a:latin typeface="ML-TTKarthika"/>
              </a:rPr>
              <a:t>msaÃmcpw</a:t>
            </a:r>
            <a:r>
              <a:rPr lang="pt-BR" sz="2800" b="0" i="0" u="none" strike="noStrike" baseline="0">
                <a:solidFill>
                  <a:srgbClr val="000000"/>
                </a:solidFill>
                <a:latin typeface="ML-TTKarthika"/>
              </a:rPr>
              <a:t> </a:t>
            </a:r>
            <a:r>
              <a:rPr lang="pt-BR" sz="2800" b="0" i="0" u="none" strike="noStrike" baseline="0" err="1">
                <a:solidFill>
                  <a:srgbClr val="000000"/>
                </a:solidFill>
                <a:latin typeface="ML-TTKarthika"/>
              </a:rPr>
              <a:t>tNÀ¶p</a:t>
            </a:r>
            <a:r>
              <a:rPr lang="pt-BR" sz="2800" b="0" i="0" u="none" strike="noStrike" baseline="0">
                <a:solidFill>
                  <a:srgbClr val="000000"/>
                </a:solidFill>
                <a:latin typeface="ML-TTKarthika"/>
              </a:rPr>
              <a:t> ]</a:t>
            </a:r>
            <a:r>
              <a:rPr lang="pt-BR" sz="2800" b="0" i="0" u="none" strike="noStrike" baseline="0" err="1">
                <a:solidFill>
                  <a:srgbClr val="000000"/>
                </a:solidFill>
                <a:latin typeface="ML-TTKarthika"/>
              </a:rPr>
              <a:t>pIÄ</a:t>
            </a:r>
            <a:r>
              <a:rPr lang="pt-BR" sz="2800" b="0" i="0" u="none" strike="noStrike" baseline="0">
                <a:solidFill>
                  <a:srgbClr val="000000"/>
                </a:solidFill>
                <a:latin typeface="ML-TTKarthika"/>
              </a:rPr>
              <a:t> </a:t>
            </a:r>
            <a:r>
              <a:rPr lang="pt-BR" sz="2800" b="0" i="0" u="none" strike="noStrike" baseline="0" err="1">
                <a:solidFill>
                  <a:srgbClr val="000000"/>
                </a:solidFill>
                <a:latin typeface="ML-TTKarthika"/>
              </a:rPr>
              <a:t>sIm¬SmSWw</a:t>
            </a:r>
            <a:endParaRPr lang="en-US" err="1">
              <a:latin typeface="ML-TTKarthika"/>
            </a:endParaRPr>
          </a:p>
          <a:p>
            <a:r>
              <a:rPr lang="pt-BR" sz="2800" b="0" i="0" u="none" strike="noStrike" baseline="0" err="1">
                <a:solidFill>
                  <a:srgbClr val="000000"/>
                </a:solidFill>
                <a:latin typeface="ML-TTKarthika"/>
              </a:rPr>
              <a:t>kzÀ</a:t>
            </a:r>
            <a:r>
              <a:rPr lang="pt-BR" sz="2800" b="0" i="0" u="none" strike="noStrike" baseline="0">
                <a:solidFill>
                  <a:srgbClr val="000000"/>
                </a:solidFill>
                <a:latin typeface="ML-TTKarthika"/>
              </a:rPr>
              <a:t>¤ </a:t>
            </a:r>
            <a:r>
              <a:rPr lang="pt-BR" sz="2800" b="0" i="0" u="none" strike="noStrike" baseline="0" err="1">
                <a:solidFill>
                  <a:srgbClr val="000000"/>
                </a:solidFill>
                <a:latin typeface="ML-TTKarthika"/>
              </a:rPr>
              <a:t>hmXnemIpw</a:t>
            </a:r>
            <a:r>
              <a:rPr lang="pt-BR" sz="2800" b="0" i="0" u="none" strike="noStrike" baseline="0">
                <a:solidFill>
                  <a:srgbClr val="000000"/>
                </a:solidFill>
                <a:latin typeface="ML-TTKarthika"/>
              </a:rPr>
              <a:t> </a:t>
            </a:r>
            <a:r>
              <a:rPr lang="pt-BR" sz="2800" b="0" i="0" u="none" strike="noStrike" baseline="0" err="1">
                <a:solidFill>
                  <a:srgbClr val="000000"/>
                </a:solidFill>
                <a:latin typeface="ML-TTKarthika"/>
              </a:rPr>
              <a:t>tbip</a:t>
            </a:r>
            <a:r>
              <a:rPr lang="pt-BR" sz="2800" b="0" i="0" u="none" strike="noStrike" baseline="0">
                <a:solidFill>
                  <a:srgbClr val="000000"/>
                </a:solidFill>
                <a:latin typeface="ML-TTKarthika"/>
              </a:rPr>
              <a:t>\</a:t>
            </a:r>
            <a:r>
              <a:rPr lang="pt-BR" sz="2800" b="0" i="0" u="none" strike="noStrike" baseline="0" err="1">
                <a:solidFill>
                  <a:srgbClr val="000000"/>
                </a:solidFill>
                <a:latin typeface="ML-TTKarthika"/>
              </a:rPr>
              <a:t>mYs</a:t>
            </a:r>
            <a:r>
              <a:rPr lang="pt-BR" sz="2800" b="0" i="0" u="none" strike="noStrike" baseline="0">
                <a:solidFill>
                  <a:srgbClr val="000000"/>
                </a:solidFill>
                <a:latin typeface="ML-TTKarthika"/>
              </a:rPr>
              <a:t>\ </a:t>
            </a:r>
            <a:r>
              <a:rPr lang="pt-BR" sz="2800" b="0" i="0" u="none" strike="noStrike" baseline="0" err="1">
                <a:solidFill>
                  <a:srgbClr val="000000"/>
                </a:solidFill>
                <a:latin typeface="ML-TTKarthika"/>
              </a:rPr>
              <a:t>hmgv¯n¸mSWw</a:t>
            </a:r>
            <a:r>
              <a:rPr lang="pt-BR" sz="2800" b="0" i="0" u="none" strike="noStrike" baseline="0">
                <a:solidFill>
                  <a:srgbClr val="000000"/>
                </a:solidFill>
                <a:latin typeface="ML-TTKarthika"/>
              </a:rPr>
              <a:t>.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(2)</a:t>
            </a:r>
            <a:endParaRPr lang="pt-BR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1400" b="0" i="0" u="none" strike="noStrike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pt-BR" sz="2800" err="1">
                <a:solidFill>
                  <a:srgbClr val="000000"/>
                </a:solidFill>
                <a:latin typeface="ml-ttkarthika"/>
              </a:rPr>
              <a:t>thZ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\</a:t>
            </a:r>
            <a:r>
              <a:rPr lang="pt-BR" sz="2800" err="1">
                <a:solidFill>
                  <a:srgbClr val="000000"/>
                </a:solidFill>
                <a:latin typeface="ml-ttkarthika"/>
              </a:rPr>
              <a:t>s¸Spw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 </a:t>
            </a:r>
            <a:r>
              <a:rPr lang="pt-BR" sz="2800" err="1">
                <a:solidFill>
                  <a:srgbClr val="000000"/>
                </a:solidFill>
                <a:latin typeface="ml-ttkarthika"/>
              </a:rPr>
              <a:t>GgIÄ¡gep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 Xocphm³ </a:t>
            </a:r>
            <a:endParaRPr lang="en-US" sz="2800" err="1">
              <a:solidFill>
                <a:srgbClr val="000000"/>
              </a:solidFill>
              <a:latin typeface="ml-ttkarthika"/>
            </a:endParaRPr>
          </a:p>
          <a:p>
            <a:r>
              <a:rPr lang="pt-BR" sz="2800" err="1">
                <a:solidFill>
                  <a:srgbClr val="000000"/>
                </a:solidFill>
                <a:latin typeface="ml-ttkarthika"/>
              </a:rPr>
              <a:t>h¶p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 </a:t>
            </a:r>
            <a:r>
              <a:rPr lang="pt-BR" sz="2800" err="1">
                <a:solidFill>
                  <a:srgbClr val="000000"/>
                </a:solidFill>
                <a:latin typeface="ml-ttkarthika"/>
              </a:rPr>
              <a:t>taZn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\</a:t>
            </a:r>
            <a:r>
              <a:rPr lang="pt-BR" sz="2800" err="1">
                <a:solidFill>
                  <a:srgbClr val="000000"/>
                </a:solidFill>
                <a:latin typeface="ml-ttkarthika"/>
              </a:rPr>
              <a:t>nbXnÂ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 </a:t>
            </a:r>
            <a:r>
              <a:rPr lang="pt-BR" sz="2800" err="1">
                <a:solidFill>
                  <a:srgbClr val="000000"/>
                </a:solidFill>
                <a:latin typeface="ml-ttkarthika"/>
              </a:rPr>
              <a:t>am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\</a:t>
            </a:r>
            <a:r>
              <a:rPr lang="pt-BR" sz="2800" err="1">
                <a:solidFill>
                  <a:srgbClr val="000000"/>
                </a:solidFill>
                <a:latin typeface="ml-ttkarthika"/>
              </a:rPr>
              <a:t>pjymhXmcamÀ¶nXm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(2)</a:t>
            </a:r>
            <a:endParaRPr lang="pt-BR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5A2DF-1131-91B8-F9F4-29C2BA98F4E1}"/>
              </a:ext>
            </a:extLst>
          </p:cNvPr>
          <p:cNvSpPr txBox="1"/>
          <p:nvPr/>
        </p:nvSpPr>
        <p:spPr>
          <a:xfrm>
            <a:off x="3254" y="649414"/>
            <a:ext cx="9662656" cy="20005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/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</a:t>
            </a:r>
            <a:r>
              <a:rPr lang="en-US" sz="2800" b="0" i="0" u="none" strike="noStrike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! </a:t>
            </a:r>
            <a:r>
              <a:rPr lang="en-US" sz="2800" b="0" i="0" u="none" strike="noStrike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koodi</a:t>
            </a:r>
            <a:r>
              <a:rPr lang="en-US" sz="2800" b="0" i="0" u="none" strike="noStrike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naamellaarum</a:t>
            </a:r>
            <a:r>
              <a:rPr lang="en-US" sz="2800" b="0" i="0" u="none" strike="noStrike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chernnu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pukalh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konhdaadanham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fontAlgn="base"/>
            <a:r>
              <a:rPr lang="en-US" sz="26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swargga</a:t>
            </a: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0" i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vaathilaakum</a:t>
            </a:r>
            <a:r>
              <a:rPr lang="en-US" sz="26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2600" b="0" i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yeshu</a:t>
            </a:r>
            <a:r>
              <a:rPr lang="en-US" sz="2600" b="0" i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26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naathhane</a:t>
            </a: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vaazhththippaadanham</a:t>
            </a: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(2)</a:t>
            </a:r>
          </a:p>
          <a:p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vedanappedum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 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ezhakalhkk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azhalu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 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theeruvaan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 </a:t>
            </a:r>
          </a:p>
          <a:p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vannu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 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mediniyathil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 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maanushyaava-thaaramaarnnitha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88404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AD992-EB11-C5E3-7459-2D1BC0A58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A236F-54CF-801A-7237-25A285C78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Song – Hymn 40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8F3B694-329E-6F4C-8A2B-409E75A75538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ADE761-F1A7-DF84-01BB-AC53BE90727C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Opening: 2 of 3 </a:t>
            </a:r>
            <a:endParaRPr lang="en-US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3E18B1-7E75-3D30-60D9-8E6D4B55730E}"/>
              </a:ext>
            </a:extLst>
          </p:cNvPr>
          <p:cNvSpPr txBox="1"/>
          <p:nvPr/>
        </p:nvSpPr>
        <p:spPr>
          <a:xfrm>
            <a:off x="3846" y="2715262"/>
            <a:ext cx="9120863" cy="20928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800" err="1">
                <a:solidFill>
                  <a:srgbClr val="000000"/>
                </a:solidFill>
                <a:latin typeface="ml-ttkarthika"/>
              </a:rPr>
              <a:t>am</a:t>
            </a:r>
            <a:r>
              <a:rPr lang="pt-BR" sz="2800" b="0" i="0" u="none" strike="noStrike" baseline="0">
                <a:solidFill>
                  <a:srgbClr val="000000"/>
                </a:solidFill>
                <a:latin typeface="ml-ttkarthika"/>
              </a:rPr>
              <a:t>\</a:t>
            </a:r>
            <a:r>
              <a:rPr lang="pt-BR" sz="2800" err="1">
                <a:solidFill>
                  <a:srgbClr val="000000"/>
                </a:solidFill>
                <a:latin typeface="ml-ttkarthika"/>
              </a:rPr>
              <a:t>hÀ</a:t>
            </a:r>
            <a:r>
              <a:rPr lang="pt-BR" sz="2800" b="0" i="0" u="none" strike="noStrike" baseline="0">
                <a:solidFill>
                  <a:srgbClr val="000000"/>
                </a:solidFill>
                <a:latin typeface="ml-ttkarthika"/>
              </a:rPr>
              <a:t> </a:t>
            </a:r>
            <a:r>
              <a:rPr lang="pt-BR" sz="2800" b="0" i="0" u="none" strike="noStrike" baseline="0" err="1">
                <a:solidFill>
                  <a:srgbClr val="000000"/>
                </a:solidFill>
                <a:latin typeface="ml-ttkarthika"/>
              </a:rPr>
              <a:t>hmgv¯n¸</a:t>
            </a:r>
            <a:r>
              <a:rPr lang="pt-BR" sz="2800" err="1">
                <a:solidFill>
                  <a:srgbClr val="000000"/>
                </a:solidFill>
                <a:latin typeface="ml-ttkarthika"/>
              </a:rPr>
              <a:t>mSp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¶ IÀ¯\</a:t>
            </a:r>
            <a:r>
              <a:rPr lang="pt-BR" sz="2800" err="1">
                <a:solidFill>
                  <a:srgbClr val="000000"/>
                </a:solidFill>
                <a:latin typeface="ml-ttkarthika"/>
              </a:rPr>
              <a:t>mb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 Xm³</a:t>
            </a:r>
            <a:endParaRPr lang="en-US" sz="2800">
              <a:solidFill>
                <a:srgbClr val="000000"/>
              </a:solidFill>
              <a:latin typeface="ml-ttkarthika"/>
            </a:endParaRPr>
          </a:p>
          <a:p>
            <a:r>
              <a:rPr lang="pt-BR" sz="2800" err="1">
                <a:solidFill>
                  <a:srgbClr val="000000"/>
                </a:solidFill>
                <a:latin typeface="ml-ttkarthika"/>
              </a:rPr>
              <a:t>Zpã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 </a:t>
            </a:r>
            <a:r>
              <a:rPr lang="pt-BR" sz="2800" err="1">
                <a:solidFill>
                  <a:srgbClr val="000000"/>
                </a:solidFill>
                <a:latin typeface="ml-ttkarthika"/>
              </a:rPr>
              <a:t>am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\h³ CutSdphm³ </a:t>
            </a:r>
            <a:r>
              <a:rPr lang="pt-BR" sz="2800" err="1">
                <a:solidFill>
                  <a:srgbClr val="000000"/>
                </a:solidFill>
                <a:latin typeface="ml-ttkarthika"/>
              </a:rPr>
              <a:t>HcSnabmbnXm</a:t>
            </a:r>
            <a:r>
              <a:rPr lang="pt-BR" sz="2800" b="0" i="0" u="none" strike="noStrike" baseline="0">
                <a:solidFill>
                  <a:srgbClr val="000000"/>
                </a:solidFill>
                <a:latin typeface="ML-TTKarthika"/>
              </a:rPr>
              <a:t>.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(2)</a:t>
            </a:r>
            <a:endParaRPr lang="pt-BR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1400" b="0" i="0" u="none" strike="noStrike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pt-BR" sz="2800" err="1">
                <a:solidFill>
                  <a:srgbClr val="000000"/>
                </a:solidFill>
                <a:latin typeface="ml-ttkarthika"/>
              </a:rPr>
              <a:t>BZchäp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 `</a:t>
            </a:r>
            <a:r>
              <a:rPr lang="pt-BR" sz="2800" err="1">
                <a:solidFill>
                  <a:srgbClr val="000000"/>
                </a:solidFill>
                <a:latin typeface="ml-ttkarthika"/>
              </a:rPr>
              <a:t>qanbnÂ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 </a:t>
            </a:r>
            <a:r>
              <a:rPr lang="pt-BR" sz="2800" err="1">
                <a:solidFill>
                  <a:srgbClr val="000000"/>
                </a:solidFill>
                <a:latin typeface="ml-ttkarthika"/>
              </a:rPr>
              <a:t>shdnbcmw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 \</a:t>
            </a:r>
            <a:r>
              <a:rPr lang="pt-BR" sz="2800" err="1">
                <a:solidFill>
                  <a:srgbClr val="000000"/>
                </a:solidFill>
                <a:latin typeface="ml-ttkarthika"/>
              </a:rPr>
              <a:t>cÀ</a:t>
            </a:r>
            <a:endParaRPr lang="en-US" sz="2800" err="1">
              <a:solidFill>
                <a:srgbClr val="000000"/>
              </a:solidFill>
              <a:latin typeface="ml-ttkarthika"/>
            </a:endParaRPr>
          </a:p>
          <a:p>
            <a:r>
              <a:rPr lang="pt-BR" sz="2800" err="1">
                <a:solidFill>
                  <a:srgbClr val="000000"/>
                </a:solidFill>
                <a:latin typeface="ml-ttkarthika"/>
              </a:rPr>
              <a:t>acWm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[</a:t>
            </a:r>
            <a:r>
              <a:rPr lang="pt-BR" sz="2800" err="1">
                <a:solidFill>
                  <a:srgbClr val="000000"/>
                </a:solidFill>
                <a:latin typeface="ml-ttkarthika"/>
              </a:rPr>
              <a:t>nIsfmgnhXn¶p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 </a:t>
            </a:r>
            <a:r>
              <a:rPr lang="pt-BR" sz="2800" err="1">
                <a:solidFill>
                  <a:srgbClr val="000000"/>
                </a:solidFill>
                <a:latin typeface="ml-ttkarthika"/>
              </a:rPr>
              <a:t>XmWp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 </a:t>
            </a:r>
            <a:r>
              <a:rPr lang="pt-BR" sz="2800" err="1">
                <a:solidFill>
                  <a:srgbClr val="000000"/>
                </a:solidFill>
                <a:latin typeface="ml-ttkarthika"/>
              </a:rPr>
              <a:t>tZh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\</a:t>
            </a:r>
            <a:r>
              <a:rPr lang="pt-BR" sz="2800" err="1">
                <a:solidFill>
                  <a:srgbClr val="000000"/>
                </a:solidFill>
                <a:latin typeface="ml-ttkarthika"/>
              </a:rPr>
              <a:t>pw</a:t>
            </a:r>
            <a:r>
              <a:rPr lang="pt-BR" sz="320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(2)</a:t>
            </a:r>
            <a:endParaRPr lang="pt-BR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12EF00-FDA2-2EFC-CBFA-905DBE4C3EC9}"/>
              </a:ext>
            </a:extLst>
          </p:cNvPr>
          <p:cNvSpPr txBox="1"/>
          <p:nvPr/>
        </p:nvSpPr>
        <p:spPr>
          <a:xfrm>
            <a:off x="3254" y="649414"/>
            <a:ext cx="9662656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maanavar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 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vaazhththippaadunna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 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karththanaaya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 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thaan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dushta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 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maanavan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 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eederruvaan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 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oradimayaayithaa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 </a:t>
            </a: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(2)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aadaravattu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 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bhoomiyil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 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verriyaraam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 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nararr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Segoe UI"/>
            </a:endParaRPr>
          </a:p>
          <a:p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maranhaadhikalh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 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ozhivathinnu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thaanhu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 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devanum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  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(2)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053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9BE91-9FD8-2E0C-38DD-F3E569C6C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A7100-5A09-65BF-A9B4-C702ECD70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Song – Hymn 40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1616FC7-3B2E-2CB4-9862-281D20996AC8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6C4241-93DE-01F6-D630-4AAE8A0A19C3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Opening: 3 of 3 </a:t>
            </a:r>
            <a:endParaRPr lang="en-US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1694B0-E71D-25E1-FBBE-1BB0957721C0}"/>
              </a:ext>
            </a:extLst>
          </p:cNvPr>
          <p:cNvSpPr txBox="1"/>
          <p:nvPr/>
        </p:nvSpPr>
        <p:spPr>
          <a:xfrm>
            <a:off x="3846" y="2715262"/>
            <a:ext cx="9157033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800">
                <a:solidFill>
                  <a:srgbClr val="000000"/>
                </a:solidFill>
                <a:latin typeface="ml-ttkarthika"/>
              </a:rPr>
              <a:t>]</a:t>
            </a:r>
            <a:r>
              <a:rPr lang="pt-BR" sz="2800">
                <a:solidFill>
                  <a:srgbClr val="000000"/>
                </a:solidFill>
                <a:latin typeface="ml-ttkarthika"/>
                <a:ea typeface="Calibri"/>
                <a:cs typeface="Calibri"/>
              </a:rPr>
              <a:t>m]nIÄ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¡p ]nXmhnt</a:t>
            </a:r>
            <a:r>
              <a:rPr lang="pt-BR" sz="2800" b="0" i="0" u="none" strike="noStrike" baseline="0">
                <a:solidFill>
                  <a:srgbClr val="000000"/>
                </a:solidFill>
                <a:latin typeface="ml-ttkarthika"/>
              </a:rPr>
              <a:t>\</a:t>
            </a:r>
            <a:r>
              <a:rPr lang="pt-BR" sz="2800">
                <a:solidFill>
                  <a:srgbClr val="000000"/>
                </a:solidFill>
                <a:latin typeface="ml-ttkarthika"/>
              </a:rPr>
              <a:t>m-Snc¶p tamN\w</a:t>
            </a:r>
            <a:endParaRPr lang="en-US" sz="2800" b="0" i="0" u="none" strike="noStrike" baseline="0">
              <a:solidFill>
                <a:srgbClr val="000000"/>
              </a:solidFill>
              <a:latin typeface="ml-ttkarthika"/>
              <a:ea typeface="Calibri"/>
              <a:cs typeface="Calibri"/>
            </a:endParaRPr>
          </a:p>
          <a:p>
            <a:r>
              <a:rPr lang="pt-BR" sz="2800">
                <a:solidFill>
                  <a:srgbClr val="000000"/>
                </a:solidFill>
                <a:latin typeface="ml-ttkarthika"/>
              </a:rPr>
              <a:t>\nP ]mZtkhI P\§sf c£sN¿pt¶m³</a:t>
            </a:r>
            <a:r>
              <a:rPr lang="pt-BR" sz="3200">
                <a:solidFill>
                  <a:srgbClr val="000000"/>
                </a:solidFill>
                <a:latin typeface="ml-ttkarthika"/>
              </a:rPr>
              <a:t>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(2)</a:t>
            </a:r>
            <a:endParaRPr lang="pt-BR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F981AA-CAC1-0E7A-B26D-08976AA22883}"/>
              </a:ext>
            </a:extLst>
          </p:cNvPr>
          <p:cNvSpPr txBox="1"/>
          <p:nvPr/>
        </p:nvSpPr>
        <p:spPr>
          <a:xfrm>
            <a:off x="-3980" y="1286022"/>
            <a:ext cx="9662656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paapikalhkku pithaavinod irannu mochanam</a:t>
            </a:r>
          </a:p>
          <a:p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nija paadasevaka janangalhe raksha cheyyunnon</a:t>
            </a:r>
            <a:r>
              <a:rPr lang="en-US" sz="280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 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  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Segoe UI"/>
              </a:rPr>
              <a:t>(2)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2006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Prayers:</a:t>
            </a: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Hymn No 110</a:t>
            </a:r>
            <a:endParaRPr lang="en-GB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  <a:latin typeface="Segoe UI"/>
                <a:cs typeface="Segoe UI"/>
              </a:rPr>
              <a:t>Hymn No 110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r>
              <a:rPr lang="en-US" sz="14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B/A: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1 of </a:t>
            </a:r>
            <a:r>
              <a:rPr lang="en-US" sz="14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2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05970AF-B4E3-74CA-78B5-0CC351A22C09}"/>
              </a:ext>
            </a:extLst>
          </p:cNvPr>
          <p:cNvSpPr txBox="1">
            <a:spLocks/>
          </p:cNvSpPr>
          <p:nvPr/>
        </p:nvSpPr>
        <p:spPr>
          <a:xfrm>
            <a:off x="2201563" y="663982"/>
            <a:ext cx="6699464" cy="192235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sv-SE" sz="2800" err="1">
                <a:solidFill>
                  <a:srgbClr val="110E39"/>
                </a:solidFill>
                <a:highlight>
                  <a:srgbClr val="FFFFFF"/>
                </a:highlight>
                <a:ea typeface="+mn-lt"/>
                <a:cs typeface="+mn-lt"/>
              </a:rPr>
              <a:t>onnumillaykayil</a:t>
            </a:r>
            <a:r>
              <a:rPr lang="sv-SE" sz="2800">
                <a:solidFill>
                  <a:srgbClr val="110E3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sv-SE" sz="2800" err="1">
                <a:solidFill>
                  <a:srgbClr val="110E39"/>
                </a:solidFill>
                <a:highlight>
                  <a:srgbClr val="FFFFFF"/>
                </a:highlight>
                <a:ea typeface="+mn-lt"/>
                <a:cs typeface="+mn-lt"/>
              </a:rPr>
              <a:t>ninnenne</a:t>
            </a:r>
            <a:endParaRPr lang="en-US" sz="2800" err="1">
              <a:ea typeface="Calibri"/>
              <a:cs typeface="Calibri"/>
            </a:endParaRPr>
          </a:p>
          <a:p>
            <a:pPr>
              <a:buNone/>
            </a:pPr>
            <a:r>
              <a:rPr lang="sv-SE" sz="2800">
                <a:solidFill>
                  <a:srgbClr val="110E39"/>
                </a:solidFill>
                <a:highlight>
                  <a:srgbClr val="FFFFFF"/>
                </a:highlight>
                <a:ea typeface="+mn-lt"/>
                <a:cs typeface="+mn-lt"/>
              </a:rPr>
              <a:t>ninnude chayayil srushtichu</a:t>
            </a:r>
            <a:endParaRPr lang="sv-SE" sz="2800">
              <a:ea typeface="Calibri"/>
              <a:cs typeface="Calibri"/>
            </a:endParaRPr>
          </a:p>
          <a:p>
            <a:pPr>
              <a:buNone/>
            </a:pPr>
            <a:r>
              <a:rPr lang="sv-SE" sz="2800" err="1">
                <a:solidFill>
                  <a:srgbClr val="110E39"/>
                </a:solidFill>
                <a:highlight>
                  <a:srgbClr val="FFFFFF"/>
                </a:highlight>
                <a:ea typeface="+mn-lt"/>
                <a:cs typeface="+mn-lt"/>
              </a:rPr>
              <a:t>nithyamay</a:t>
            </a:r>
            <a:r>
              <a:rPr lang="sv-SE" sz="2800">
                <a:solidFill>
                  <a:srgbClr val="110E3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sv-SE" sz="2800" err="1">
                <a:solidFill>
                  <a:srgbClr val="110E39"/>
                </a:solidFill>
                <a:highlight>
                  <a:srgbClr val="FFFFFF"/>
                </a:highlight>
                <a:ea typeface="+mn-lt"/>
                <a:cs typeface="+mn-lt"/>
              </a:rPr>
              <a:t>snehichenne</a:t>
            </a:r>
            <a:r>
              <a:rPr lang="sv-SE" sz="2800">
                <a:solidFill>
                  <a:srgbClr val="110E3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sv-SE" sz="2800" err="1">
                <a:solidFill>
                  <a:srgbClr val="110E39"/>
                </a:solidFill>
                <a:highlight>
                  <a:srgbClr val="FFFFFF"/>
                </a:highlight>
                <a:ea typeface="+mn-lt"/>
                <a:cs typeface="+mn-lt"/>
              </a:rPr>
              <a:t>ninte</a:t>
            </a:r>
            <a:endParaRPr lang="sv-SE" sz="2800" err="1">
              <a:ea typeface="Calibri"/>
              <a:cs typeface="Calibri"/>
            </a:endParaRPr>
          </a:p>
          <a:p>
            <a:pPr>
              <a:buNone/>
            </a:pPr>
            <a:r>
              <a:rPr lang="sv-SE" sz="2800">
                <a:solidFill>
                  <a:srgbClr val="110E39"/>
                </a:solidFill>
                <a:highlight>
                  <a:srgbClr val="FFFFFF"/>
                </a:highlight>
                <a:ea typeface="+mn-lt"/>
                <a:cs typeface="+mn-lt"/>
              </a:rPr>
              <a:t>puthrane thannu rakshichu nee</a:t>
            </a:r>
            <a:endParaRPr lang="sv-SE" sz="2800">
              <a:ea typeface="Calibri"/>
              <a:cs typeface="Calibri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B420252-6173-ADB9-869E-182668223BF7}"/>
              </a:ext>
            </a:extLst>
          </p:cNvPr>
          <p:cNvSpPr txBox="1">
            <a:spLocks/>
          </p:cNvSpPr>
          <p:nvPr/>
        </p:nvSpPr>
        <p:spPr>
          <a:xfrm>
            <a:off x="2286515" y="2867552"/>
            <a:ext cx="6854688" cy="208592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lnSpc>
                <a:spcPct val="150000"/>
              </a:lnSpc>
              <a:buNone/>
            </a:pPr>
            <a:r>
              <a:rPr lang="en-SG" sz="2000" err="1">
                <a:latin typeface="Open Sans"/>
                <a:ea typeface="Open Sans"/>
                <a:cs typeface="Open Sans"/>
              </a:rPr>
              <a:t>ഒന്നുമില്ലായ്കയില്</a:t>
            </a:r>
            <a:r>
              <a:rPr lang="en-SG" sz="2000">
                <a:latin typeface="Open Sans"/>
                <a:ea typeface="Open Sans"/>
                <a:cs typeface="Open Sans"/>
              </a:rPr>
              <a:t>‍ </a:t>
            </a:r>
            <a:r>
              <a:rPr lang="en-SG" sz="2000" err="1">
                <a:latin typeface="Open Sans"/>
                <a:ea typeface="Open Sans"/>
                <a:cs typeface="Open Sans"/>
              </a:rPr>
              <a:t>നിന്നെന്നെ</a:t>
            </a:r>
            <a:br>
              <a:rPr lang="en-SG" sz="2000">
                <a:latin typeface="Open Sans"/>
                <a:ea typeface="Open Sans"/>
                <a:cs typeface="Open Sans"/>
              </a:rPr>
            </a:br>
            <a:r>
              <a:rPr lang="en-SG" sz="2000" err="1">
                <a:latin typeface="Open Sans"/>
                <a:ea typeface="Open Sans"/>
                <a:cs typeface="Open Sans"/>
              </a:rPr>
              <a:t>നിന്നുടെ</a:t>
            </a:r>
            <a:r>
              <a:rPr lang="en-SG" sz="2000">
                <a:latin typeface="Open Sans"/>
                <a:ea typeface="Open Sans"/>
                <a:cs typeface="Open Sans"/>
              </a:rPr>
              <a:t> </a:t>
            </a:r>
            <a:r>
              <a:rPr lang="en-SG" sz="2000" err="1">
                <a:latin typeface="Open Sans"/>
                <a:ea typeface="Open Sans"/>
                <a:cs typeface="Open Sans"/>
              </a:rPr>
              <a:t>ഛായയില്</a:t>
            </a:r>
            <a:r>
              <a:rPr lang="en-SG" sz="2000">
                <a:latin typeface="Open Sans"/>
                <a:ea typeface="Open Sans"/>
                <a:cs typeface="Open Sans"/>
              </a:rPr>
              <a:t>‍ </a:t>
            </a:r>
            <a:r>
              <a:rPr lang="en-SG" sz="2000" err="1">
                <a:latin typeface="Open Sans"/>
                <a:ea typeface="Open Sans"/>
                <a:cs typeface="Open Sans"/>
              </a:rPr>
              <a:t>സൃഷ്ടിച്ചു</a:t>
            </a:r>
            <a:br>
              <a:rPr lang="en-SG" sz="2000">
                <a:latin typeface="Open Sans"/>
                <a:ea typeface="Open Sans"/>
                <a:cs typeface="Open Sans"/>
              </a:rPr>
            </a:br>
            <a:r>
              <a:rPr lang="en-SG" sz="2000" err="1">
                <a:latin typeface="Open Sans"/>
                <a:ea typeface="Open Sans"/>
                <a:cs typeface="Open Sans"/>
              </a:rPr>
              <a:t>നിത്യമാ</a:t>
            </a:r>
            <a:r>
              <a:rPr lang="ml-IN" sz="2000">
                <a:latin typeface="Open Sans"/>
                <a:ea typeface="Open Sans"/>
                <a:cs typeface="Open Sans"/>
              </a:rPr>
              <a:t>യ് </a:t>
            </a:r>
            <a:r>
              <a:rPr lang="en-SG" sz="2000" err="1">
                <a:latin typeface="Open Sans"/>
                <a:ea typeface="Open Sans"/>
                <a:cs typeface="Open Sans"/>
              </a:rPr>
              <a:t>സ്നേഹിച്ചെന്നെ</a:t>
            </a:r>
            <a:r>
              <a:rPr lang="en-SG" sz="2000">
                <a:latin typeface="Open Sans"/>
                <a:ea typeface="Open Sans"/>
                <a:cs typeface="Open Sans"/>
              </a:rPr>
              <a:t> </a:t>
            </a:r>
            <a:r>
              <a:rPr lang="en-SG" sz="2000" err="1">
                <a:latin typeface="Open Sans"/>
                <a:ea typeface="Open Sans"/>
                <a:cs typeface="Open Sans"/>
              </a:rPr>
              <a:t>നിന്റെ</a:t>
            </a:r>
            <a:br>
              <a:rPr lang="en-SG" sz="2000">
                <a:latin typeface="Open Sans"/>
                <a:ea typeface="Open Sans"/>
                <a:cs typeface="Open Sans"/>
              </a:rPr>
            </a:br>
            <a:r>
              <a:rPr lang="en-SG" sz="2000" err="1">
                <a:latin typeface="Open Sans"/>
                <a:ea typeface="Open Sans"/>
                <a:cs typeface="Open Sans"/>
              </a:rPr>
              <a:t>പുത്രനെ</a:t>
            </a:r>
            <a:r>
              <a:rPr lang="en-SG" sz="2000">
                <a:latin typeface="Open Sans"/>
                <a:ea typeface="Open Sans"/>
                <a:cs typeface="Open Sans"/>
              </a:rPr>
              <a:t> </a:t>
            </a:r>
            <a:r>
              <a:rPr lang="en-SG" sz="2000" err="1">
                <a:latin typeface="Open Sans"/>
                <a:ea typeface="Open Sans"/>
                <a:cs typeface="Open Sans"/>
              </a:rPr>
              <a:t>തന്നു</a:t>
            </a:r>
            <a:r>
              <a:rPr lang="en-SG" sz="2000">
                <a:latin typeface="Open Sans"/>
                <a:ea typeface="Open Sans"/>
                <a:cs typeface="Open Sans"/>
              </a:rPr>
              <a:t> </a:t>
            </a:r>
            <a:r>
              <a:rPr lang="en-SG" sz="2000" err="1">
                <a:latin typeface="Open Sans"/>
                <a:ea typeface="Open Sans"/>
                <a:cs typeface="Open Sans"/>
              </a:rPr>
              <a:t>രക്ഷിച്ചു</a:t>
            </a:r>
            <a:r>
              <a:rPr lang="en-SG" sz="2000">
                <a:latin typeface="Open Sans"/>
                <a:ea typeface="Open Sans"/>
                <a:cs typeface="Open Sans"/>
              </a:rPr>
              <a:t> </a:t>
            </a:r>
            <a:r>
              <a:rPr lang="en-SG" sz="2000" err="1">
                <a:latin typeface="Open Sans"/>
                <a:ea typeface="Open Sans"/>
                <a:cs typeface="Open Sans"/>
              </a:rPr>
              <a:t>നീ</a:t>
            </a:r>
            <a:endParaRPr lang="en-US" sz="2000"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99932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C0D84-20CB-FA23-AC5D-6608B6AFB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A8B36-C4C6-531E-D1CF-2EF73FA40D64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000000"/>
                </a:solidFill>
                <a:latin typeface="Segoe UI"/>
                <a:cs typeface="Segoe UI"/>
              </a:rPr>
              <a:t>Hymn No 110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4BF0C37-8539-3DBC-A7B6-753154A5EE0D}"/>
              </a:ext>
            </a:extLst>
          </p:cNvPr>
          <p:cNvSpPr txBox="1"/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None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6C6A5F-D3E8-9214-0801-8AF3F8034B53}"/>
              </a:ext>
            </a:extLst>
          </p:cNvPr>
          <p:cNvSpPr txBox="1">
            <a:spLocks/>
          </p:cNvSpPr>
          <p:nvPr/>
        </p:nvSpPr>
        <p:spPr>
          <a:xfrm>
            <a:off x="2402360" y="936124"/>
            <a:ext cx="6498667" cy="192235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sv-SE" sz="2800">
                <a:solidFill>
                  <a:srgbClr val="110E39"/>
                </a:solidFill>
                <a:highlight>
                  <a:srgbClr val="FFFFFF"/>
                </a:highlight>
                <a:ea typeface="+mn-lt"/>
                <a:cs typeface="+mn-lt"/>
              </a:rPr>
              <a:t>nin mahaa krupakkaay</a:t>
            </a:r>
            <a:endParaRPr lang="en-US" sz="2800" err="1">
              <a:ea typeface="Calibri"/>
              <a:cs typeface="Calibri"/>
            </a:endParaRPr>
          </a:p>
          <a:p>
            <a:pPr>
              <a:buNone/>
            </a:pPr>
            <a:r>
              <a:rPr lang="sv-SE" sz="2800">
                <a:solidFill>
                  <a:srgbClr val="110E39"/>
                </a:solidFill>
                <a:highlight>
                  <a:srgbClr val="FFFFFF"/>
                </a:highlight>
                <a:ea typeface="+mn-lt"/>
                <a:cs typeface="+mn-lt"/>
              </a:rPr>
              <a:t>ninne njaan sthuthicheedumennum </a:t>
            </a:r>
            <a:endParaRPr lang="en-US" sz="2800"/>
          </a:p>
          <a:p>
            <a:pPr>
              <a:buNone/>
            </a:pPr>
            <a:r>
              <a:rPr lang="sv-SE" sz="2800">
                <a:solidFill>
                  <a:srgbClr val="110E39"/>
                </a:solidFill>
                <a:highlight>
                  <a:srgbClr val="FFFFFF"/>
                </a:highlight>
                <a:ea typeface="Calibri"/>
                <a:cs typeface="Calibri"/>
              </a:rPr>
              <a:t>nin mahaa krupakkaay</a:t>
            </a:r>
            <a:endParaRPr lang="en-US" sz="2800" err="1">
              <a:solidFill>
                <a:srgbClr val="000000"/>
              </a:solidFill>
              <a:highlight>
                <a:srgbClr val="FFFFFF"/>
              </a:highlight>
              <a:ea typeface="Calibri"/>
              <a:cs typeface="Calibri"/>
            </a:endParaRPr>
          </a:p>
          <a:p>
            <a:pPr>
              <a:buNone/>
            </a:pPr>
            <a:r>
              <a:rPr lang="sv-SE" sz="2800">
                <a:solidFill>
                  <a:srgbClr val="110E39"/>
                </a:solidFill>
                <a:highlight>
                  <a:srgbClr val="FFFFFF"/>
                </a:highlight>
                <a:ea typeface="Calibri"/>
                <a:cs typeface="Calibri"/>
              </a:rPr>
              <a:t>ninne njaan sthuthicheedumennum </a:t>
            </a:r>
            <a:endParaRPr lang="sv-SE" sz="200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5DC97B8-3156-B036-C522-C34C68ACB96A}"/>
              </a:ext>
            </a:extLst>
          </p:cNvPr>
          <p:cNvSpPr txBox="1">
            <a:spLocks/>
          </p:cNvSpPr>
          <p:nvPr/>
        </p:nvSpPr>
        <p:spPr>
          <a:xfrm>
            <a:off x="2402361" y="2858481"/>
            <a:ext cx="6584383" cy="216315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lnSpc>
                <a:spcPct val="150000"/>
              </a:lnSpc>
              <a:buNone/>
            </a:pPr>
            <a:r>
              <a:rPr lang="en-SG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നിന്‍ മഹാ കൃപയ്ക്കായ്</a:t>
            </a:r>
            <a:br>
              <a:rPr lang="en-SG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</a:br>
            <a:r>
              <a:rPr lang="en-SG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നിന്നെ ഞാന്‍ സ്തുതിച്ചിടുമെന്നും</a:t>
            </a:r>
          </a:p>
          <a:p>
            <a:pPr marL="0" indent="0" defTabSz="457200">
              <a:lnSpc>
                <a:spcPct val="150000"/>
              </a:lnSpc>
              <a:buNone/>
            </a:pPr>
            <a:r>
              <a:rPr lang="en-SG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നിന്‍  മഹാ കൃപയ്ക്കായ്</a:t>
            </a:r>
            <a:br>
              <a:rPr lang="en-SG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</a:br>
            <a:r>
              <a:rPr lang="en-SG" sz="20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നിന്നെ ഞാന്‍ സ്തുതിച്ചിടുമെന്നും</a:t>
            </a:r>
            <a:endParaRPr lang="en-SG" sz="20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DD2FA2-F238-92A4-85B7-46A1A898CCEF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>
              <a:buSzPct val="100000"/>
            </a:pPr>
            <a:r>
              <a:rPr lang="en-US" sz="14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B/A: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</a:t>
            </a:r>
            <a:r>
              <a:rPr lang="en-US" sz="14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2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of </a:t>
            </a:r>
            <a:r>
              <a:rPr lang="en-US" sz="140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2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7026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B59398-515B-40E4-9922-357DB2AB5477}"/>
              </a:ext>
            </a:extLst>
          </p:cNvPr>
          <p:cNvSpPr txBox="1">
            <a:spLocks/>
          </p:cNvSpPr>
          <p:nvPr/>
        </p:nvSpPr>
        <p:spPr>
          <a:xfrm>
            <a:off x="1645063" y="1773360"/>
            <a:ext cx="6109545" cy="2038951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Offertory </a:t>
            </a: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Ellamellam</a:t>
            </a: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 </a:t>
            </a:r>
            <a:r>
              <a:rPr lang="en-US" sz="6000" b="1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Dhanamalle</a:t>
            </a:r>
            <a:endParaRPr lang="en-US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/>
            </a:endParaRPr>
          </a:p>
        </p:txBody>
      </p:sp>
    </p:spTree>
    <p:extLst>
      <p:ext uri="{BB962C8B-B14F-4D97-AF65-F5344CB8AC3E}">
        <p14:creationId xmlns:p14="http://schemas.microsoft.com/office/powerpoint/2010/main" val="3749989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Hymn- </a:t>
            </a:r>
            <a:r>
              <a:rPr lang="en-GB" err="1">
                <a:latin typeface="Segoe UI"/>
                <a:cs typeface="Segoe UI"/>
              </a:rPr>
              <a:t>Ellam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ellam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daanamalle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/>
                <a:cs typeface="Segoe UI"/>
              </a:rPr>
              <a:t>Offertory: 1 of 9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79201B77-84D1-A4FE-9F53-42BD53095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2CF0560-3F22-41A3-82CC-2D2BAD840D7B}"/>
              </a:ext>
            </a:extLst>
          </p:cNvPr>
          <p:cNvSpPr/>
          <p:nvPr/>
        </p:nvSpPr>
        <p:spPr>
          <a:xfrm>
            <a:off x="97206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ellaam ellaam daa-nam-alle</a:t>
            </a:r>
            <a:br>
              <a:rPr lang="sv-SE" sz="2800">
                <a:latin typeface="Calibri"/>
                <a:ea typeface="Calibri"/>
                <a:cs typeface="Calibri"/>
              </a:rPr>
            </a:b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itho-nnum ente-thalla</a:t>
            </a:r>
            <a:br>
              <a:rPr lang="sv-SE" sz="2800">
                <a:latin typeface="Calibri"/>
                <a:ea typeface="Calibri"/>
                <a:cs typeface="Calibri"/>
              </a:rPr>
            </a:b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ellaam ellaam thann-ath-alle</a:t>
            </a:r>
            <a:br>
              <a:rPr lang="sv-SE" sz="2800">
                <a:latin typeface="Calibri"/>
                <a:ea typeface="Calibri"/>
                <a:cs typeface="Calibri"/>
              </a:rPr>
            </a:b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itho-nnum njaan nediyathalla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B59A55C3-6162-42A2-B11B-78D558091B4A}"/>
              </a:ext>
            </a:extLst>
          </p:cNvPr>
          <p:cNvSpPr txBox="1"/>
          <p:nvPr/>
        </p:nvSpPr>
        <p:spPr>
          <a:xfrm>
            <a:off x="975180" y="2661988"/>
            <a:ext cx="5751556" cy="1991944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ml-IN" sz="2000" i="0">
                <a:effectLst/>
                <a:latin typeface="ml-ttkarthika"/>
                <a:cs typeface="Kartika"/>
              </a:rPr>
              <a:t>എല്ലാം എല്ലാം ദാനമല്ലേ</a:t>
            </a:r>
            <a:br>
              <a:rPr lang="ml-IN" sz="2000">
                <a:latin typeface="ml-ttkarthika"/>
              </a:rPr>
            </a:br>
            <a:r>
              <a:rPr lang="ml-IN" sz="2000" i="0">
                <a:effectLst/>
                <a:latin typeface="ml-ttkarthika"/>
                <a:cs typeface="Kartika"/>
              </a:rPr>
              <a:t>ഇതൊന്നും എന്റേതല്ല</a:t>
            </a:r>
            <a:br>
              <a:rPr lang="ml-IN" sz="2000">
                <a:latin typeface="ml-ttkarthika"/>
              </a:rPr>
            </a:br>
            <a:r>
              <a:rPr lang="ml-IN" sz="2000" i="0">
                <a:effectLst/>
                <a:latin typeface="ml-ttkarthika"/>
                <a:cs typeface="Kartika"/>
              </a:rPr>
              <a:t>എല്ലാം എല്ലാം തന്നതല്ലേ</a:t>
            </a:r>
            <a:br>
              <a:rPr lang="ml-IN" sz="2000">
                <a:latin typeface="ml-ttkarthika"/>
              </a:rPr>
            </a:br>
            <a:r>
              <a:rPr lang="ml-IN" sz="2000" i="0">
                <a:effectLst/>
                <a:latin typeface="ml-ttkarthika"/>
                <a:cs typeface="Kartika"/>
              </a:rPr>
              <a:t>ഇതൊന്നും ഞാൻ നേടിയതല്ല</a:t>
            </a:r>
            <a:endParaRPr lang="en-US" sz="2000">
              <a:latin typeface="ml-ttkarthika"/>
              <a:cs typeface="Kartika"/>
            </a:endParaRPr>
          </a:p>
        </p:txBody>
      </p:sp>
    </p:spTree>
    <p:extLst>
      <p:ext uri="{BB962C8B-B14F-4D97-AF65-F5344CB8AC3E}">
        <p14:creationId xmlns:p14="http://schemas.microsoft.com/office/powerpoint/2010/main" val="3368756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5AF91-5A27-6B2A-F7D0-9AFA3A377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43E9B-4D43-4753-4AEC-47E1D04C8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Hymn- </a:t>
            </a:r>
            <a:r>
              <a:rPr lang="en-GB" err="1">
                <a:latin typeface="Segoe UI"/>
                <a:cs typeface="Segoe UI"/>
              </a:rPr>
              <a:t>Ellam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ellaam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daanamalle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D14E19-5807-E7AD-23E7-5780311E76C8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/>
                <a:cs typeface="Segoe UI"/>
              </a:rPr>
              <a:t>Offertory: 2 of 9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96C78B1-8CF5-9049-5068-1246FD9907D5}"/>
              </a:ext>
            </a:extLst>
          </p:cNvPr>
          <p:cNvSpPr txBox="1">
            <a:spLocks/>
          </p:cNvSpPr>
          <p:nvPr/>
        </p:nvSpPr>
        <p:spPr>
          <a:xfrm>
            <a:off x="6237004" y="409944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769A85E3-D068-EF9B-6AE1-F4D64D6A9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1044211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39A6A3E-22D3-686D-7AC3-0E55668E19D0}"/>
              </a:ext>
            </a:extLst>
          </p:cNvPr>
          <p:cNvSpPr/>
          <p:nvPr/>
        </p:nvSpPr>
        <p:spPr>
          <a:xfrm>
            <a:off x="-27214" y="605683"/>
            <a:ext cx="6836404" cy="2118322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err="1">
                <a:latin typeface="Calibri"/>
                <a:ea typeface="Calibri"/>
                <a:cs typeface="Calibri"/>
              </a:rPr>
              <a:t>j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eevanum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jeeva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niyo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-gang-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alhum</a:t>
            </a:r>
            <a:br>
              <a:rPr lang="en-SG" sz="2800">
                <a:latin typeface="Calibri"/>
                <a:ea typeface="Calibri"/>
                <a:cs typeface="Calibri"/>
              </a:rPr>
            </a:br>
            <a:r>
              <a:rPr lang="en-SG" sz="2800" err="1">
                <a:latin typeface="Calibri"/>
                <a:ea typeface="Calibri"/>
                <a:cs typeface="Calibri"/>
              </a:rPr>
              <a:t>p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raanh-anum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praanha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prabhaa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-van-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galhum</a:t>
            </a:r>
            <a:br>
              <a:rPr lang="en-SG" sz="2800">
                <a:latin typeface="Calibri"/>
                <a:ea typeface="Calibri"/>
                <a:cs typeface="Calibri"/>
              </a:rPr>
            </a:br>
            <a:r>
              <a:rPr lang="en-SG" sz="2800" err="1">
                <a:latin typeface="Calibri"/>
                <a:ea typeface="Calibri"/>
                <a:cs typeface="Calibri"/>
              </a:rPr>
              <a:t>n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athhaa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nin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divyamaam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daanangalhalle</a:t>
            </a:r>
            <a:br>
              <a:rPr lang="en-SG" sz="2800">
                <a:latin typeface="Calibri"/>
                <a:ea typeface="Calibri"/>
                <a:cs typeface="Calibri"/>
              </a:rPr>
            </a:br>
            <a:r>
              <a:rPr lang="en-SG" sz="2800" err="1">
                <a:latin typeface="Calibri"/>
                <a:ea typeface="Calibri"/>
                <a:cs typeface="Calibri"/>
              </a:rPr>
              <a:t>i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thonnum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entethalla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 </a:t>
            </a:r>
            <a:endParaRPr lang="en-US" sz="2800">
              <a:ea typeface="Calibri" panose="020F0502020204030204"/>
              <a:cs typeface="Calibri" panose="020F0502020204030204"/>
            </a:endParaRPr>
          </a:p>
          <a:p>
            <a:r>
              <a:rPr lang="sv-SE" sz="24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sv-SE" sz="2400" b="0">
                <a:solidFill>
                  <a:srgbClr val="800000"/>
                </a:solidFill>
                <a:effectLst/>
                <a:latin typeface="Calibri"/>
                <a:ea typeface="Calibri"/>
                <a:cs typeface="Calibri"/>
              </a:rPr>
              <a:t>llaam ellaam daa-nam-alle </a:t>
            </a:r>
            <a:r>
              <a:rPr lang="sv-SE" sz="24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sv-SE" sz="2400" b="0">
                <a:solidFill>
                  <a:srgbClr val="800000"/>
                </a:solidFill>
                <a:effectLst/>
                <a:latin typeface="Calibri"/>
                <a:ea typeface="Calibri"/>
                <a:cs typeface="Calibri"/>
              </a:rPr>
              <a:t>tho-nnum ente-thalla</a:t>
            </a:r>
            <a:endParaRPr lang="en-US" sz="2400">
              <a:solidFill>
                <a:srgbClr val="8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A6B70C-E105-7D61-147A-07D1DA488D4B}"/>
              </a:ext>
            </a:extLst>
          </p:cNvPr>
          <p:cNvSpPr/>
          <p:nvPr/>
        </p:nvSpPr>
        <p:spPr>
          <a:xfrm>
            <a:off x="-21702" y="2727907"/>
            <a:ext cx="7759040" cy="2423638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ml-IN" sz="2000" i="0">
                <a:effectLst/>
                <a:latin typeface="ml-ttkarthika"/>
                <a:cs typeface="Kartika"/>
              </a:rPr>
              <a:t>ജീവനും ജീവനിയോഗങ്ങളും</a:t>
            </a:r>
            <a:br>
              <a:rPr lang="ml-IN" sz="2000">
                <a:latin typeface="ml-ttkarthika"/>
                <a:cs typeface="Kartika" panose="02020503030404060203" pitchFamily="18" charset="0"/>
              </a:rPr>
            </a:br>
            <a:r>
              <a:rPr lang="ml-IN" sz="2000" i="0">
                <a:effectLst/>
                <a:latin typeface="ml-ttkarthika"/>
                <a:cs typeface="Kartika"/>
              </a:rPr>
              <a:t>പ്രാണനും</a:t>
            </a:r>
            <a:r>
              <a:rPr lang="en-US" sz="2000" i="0">
                <a:effectLst/>
                <a:latin typeface="ml-ttkarthika"/>
                <a:cs typeface="Kartika"/>
              </a:rPr>
              <a:t> </a:t>
            </a:r>
            <a:r>
              <a:rPr lang="ml-IN" sz="2000" i="0">
                <a:effectLst/>
                <a:latin typeface="ml-ttkarthika"/>
                <a:cs typeface="Kartika"/>
              </a:rPr>
              <a:t>പ്രാണപ്രഭാവങ്ങളും</a:t>
            </a:r>
            <a:r>
              <a:rPr lang="en-SG" sz="2000" i="0">
                <a:effectLst/>
                <a:latin typeface="ml-ttkarthika"/>
                <a:cs typeface="Kartika"/>
              </a:rPr>
              <a:t> </a:t>
            </a:r>
            <a:br>
              <a:rPr lang="ml-IN" sz="2000">
                <a:latin typeface="ml-ttkarthika"/>
                <a:cs typeface="Kartika" panose="02020503030404060203" pitchFamily="18" charset="0"/>
              </a:rPr>
            </a:br>
            <a:r>
              <a:rPr lang="ml-IN" sz="2000" i="0">
                <a:effectLst/>
                <a:latin typeface="ml-ttkarthika"/>
                <a:cs typeface="Kartika"/>
              </a:rPr>
              <a:t>നാഥാ നിൻ ദിവ്യമാം</a:t>
            </a:r>
            <a:r>
              <a:rPr lang="en-US" sz="2000" i="0">
                <a:effectLst/>
                <a:latin typeface="ml-ttkarthika"/>
                <a:cs typeface="Kartika"/>
              </a:rPr>
              <a:t> </a:t>
            </a:r>
            <a:r>
              <a:rPr lang="ml-IN" sz="2000" i="0">
                <a:effectLst/>
                <a:latin typeface="ml-ttkarthika"/>
                <a:cs typeface="Kartika"/>
              </a:rPr>
              <a:t>ദാനങ്ങളല്ലേ</a:t>
            </a:r>
            <a:br>
              <a:rPr lang="ml-IN" sz="2000">
                <a:latin typeface="ml-ttkarthika"/>
                <a:cs typeface="Kartika" panose="02020503030404060203" pitchFamily="18" charset="0"/>
              </a:rPr>
            </a:br>
            <a:r>
              <a:rPr lang="ml-IN" sz="2000" i="0">
                <a:effectLst/>
                <a:latin typeface="ml-ttkarthika"/>
                <a:cs typeface="Kartika"/>
              </a:rPr>
              <a:t>ഇതൊന്നും എന്‍റെതല്ല</a:t>
            </a:r>
            <a:r>
              <a:rPr lang="en-SG" sz="2000" i="0">
                <a:effectLst/>
                <a:latin typeface="ml-ttkarthika"/>
                <a:cs typeface="Kartika"/>
              </a:rPr>
              <a:t>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ml-IN" sz="1800">
                <a:solidFill>
                  <a:srgbClr val="800000"/>
                </a:solidFill>
                <a:effectLst/>
                <a:latin typeface="ml-ttkarthika"/>
                <a:cs typeface="Kartika"/>
              </a:rPr>
              <a:t>എല്ലാം എല്ലാം ദാനമല്ലേ</a:t>
            </a:r>
            <a:r>
              <a:rPr lang="en-US" sz="1800">
                <a:solidFill>
                  <a:srgbClr val="800000"/>
                </a:solidFill>
                <a:effectLst/>
                <a:latin typeface="ml-ttkarthika"/>
                <a:cs typeface="Kartika"/>
              </a:rPr>
              <a:t> </a:t>
            </a:r>
            <a:r>
              <a:rPr lang="ml-IN" sz="1800">
                <a:solidFill>
                  <a:srgbClr val="800000"/>
                </a:solidFill>
                <a:effectLst/>
                <a:latin typeface="ml-ttkarthika"/>
                <a:cs typeface="Kartika"/>
              </a:rPr>
              <a:t>ഇതൊന്നും എന്റേതല്ല</a:t>
            </a:r>
            <a:endParaRPr lang="en-US" sz="1800">
              <a:solidFill>
                <a:srgbClr val="800000"/>
              </a:solidFill>
              <a:latin typeface="ml-ttkarthika"/>
              <a:cs typeface="Kartika"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41EDFB58-17A0-8448-DBA2-7BC3052C4777}"/>
              </a:ext>
            </a:extLst>
          </p:cNvPr>
          <p:cNvSpPr/>
          <p:nvPr/>
        </p:nvSpPr>
        <p:spPr>
          <a:xfrm>
            <a:off x="5892328" y="1642162"/>
            <a:ext cx="135695" cy="61546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C9AEE4-C810-E071-4420-EEC3C27E8246}"/>
              </a:ext>
            </a:extLst>
          </p:cNvPr>
          <p:cNvSpPr txBox="1"/>
          <p:nvPr/>
        </p:nvSpPr>
        <p:spPr>
          <a:xfrm>
            <a:off x="6003994" y="1761722"/>
            <a:ext cx="46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75795BB7-926F-FB22-963D-8FF2C039F8F8}"/>
              </a:ext>
            </a:extLst>
          </p:cNvPr>
          <p:cNvSpPr/>
          <p:nvPr/>
        </p:nvSpPr>
        <p:spPr>
          <a:xfrm>
            <a:off x="4693788" y="3873220"/>
            <a:ext cx="157397" cy="752912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3B183F-620D-0692-7277-C5645282598C}"/>
              </a:ext>
            </a:extLst>
          </p:cNvPr>
          <p:cNvSpPr txBox="1"/>
          <p:nvPr/>
        </p:nvSpPr>
        <p:spPr>
          <a:xfrm>
            <a:off x="4849863" y="4063000"/>
            <a:ext cx="270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75547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00F88-1A26-F691-0AED-B71B480AE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B5D6F-026A-B4E9-E958-4406E6753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Hymn- </a:t>
            </a:r>
            <a:r>
              <a:rPr lang="en-GB" err="1">
                <a:latin typeface="Segoe UI"/>
                <a:cs typeface="Segoe UI"/>
              </a:rPr>
              <a:t>Ellam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ellaam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daanamalle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1066D0-700E-E579-94F2-75A1C378119C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/>
                <a:cs typeface="Segoe UI"/>
              </a:rPr>
              <a:t>Offertory: 3 of 9</a:t>
            </a:r>
            <a:endParaRPr lang="en-SG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D4FBCFA-6998-CEC7-36D2-DB04AD4EF092}"/>
              </a:ext>
            </a:extLst>
          </p:cNvPr>
          <p:cNvSpPr txBox="1">
            <a:spLocks/>
          </p:cNvSpPr>
          <p:nvPr/>
        </p:nvSpPr>
        <p:spPr>
          <a:xfrm>
            <a:off x="6237004" y="409944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6569F5D3-0FB8-B285-3B19-637148E63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91" y="1044211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D454AD-5DCC-19E9-B7BC-941B1E609784}"/>
              </a:ext>
            </a:extLst>
          </p:cNvPr>
          <p:cNvSpPr/>
          <p:nvPr/>
        </p:nvSpPr>
        <p:spPr>
          <a:xfrm>
            <a:off x="0" y="758230"/>
            <a:ext cx="6836404" cy="2118322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err="1">
                <a:ea typeface="Calibri"/>
                <a:cs typeface="Calibri"/>
              </a:rPr>
              <a:t>nimi-shan-galhil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oro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nimi-shan-galhil</a:t>
            </a:r>
            <a:br>
              <a:rPr lang="en-SG" sz="2800">
                <a:ea typeface="Calibri"/>
                <a:cs typeface="Calibri"/>
              </a:rPr>
            </a:br>
            <a:r>
              <a:rPr lang="en-SG" sz="2600" err="1">
                <a:ea typeface="Calibri"/>
                <a:cs typeface="Calibri"/>
              </a:rPr>
              <a:t>enne</a:t>
            </a:r>
            <a:r>
              <a:rPr lang="en-SG" sz="2600">
                <a:ea typeface="Calibri"/>
                <a:cs typeface="Calibri"/>
              </a:rPr>
              <a:t> </a:t>
            </a:r>
            <a:r>
              <a:rPr lang="en-SG" sz="2600" err="1">
                <a:ea typeface="Calibri"/>
                <a:cs typeface="Calibri"/>
              </a:rPr>
              <a:t>pothi-yunna</a:t>
            </a:r>
            <a:r>
              <a:rPr lang="en-SG" sz="2600">
                <a:ea typeface="Calibri"/>
                <a:cs typeface="Calibri"/>
              </a:rPr>
              <a:t> </a:t>
            </a:r>
            <a:r>
              <a:rPr lang="en-SG" sz="2600" err="1">
                <a:ea typeface="Calibri"/>
                <a:cs typeface="Calibri"/>
              </a:rPr>
              <a:t>nin</a:t>
            </a:r>
            <a:r>
              <a:rPr lang="en-SG" sz="2600">
                <a:ea typeface="Calibri"/>
                <a:cs typeface="Calibri"/>
              </a:rPr>
              <a:t> </a:t>
            </a:r>
            <a:r>
              <a:rPr lang="en-SG" sz="2600" err="1">
                <a:ea typeface="Calibri"/>
                <a:cs typeface="Calibri"/>
              </a:rPr>
              <a:t>jeeva</a:t>
            </a:r>
            <a:r>
              <a:rPr lang="en-SG" sz="2600">
                <a:ea typeface="Calibri"/>
                <a:cs typeface="Calibri"/>
              </a:rPr>
              <a:t> </a:t>
            </a:r>
            <a:r>
              <a:rPr lang="en-SG" sz="2600" err="1">
                <a:ea typeface="Calibri"/>
                <a:cs typeface="Calibri"/>
              </a:rPr>
              <a:t>kiranh-angalhum</a:t>
            </a:r>
            <a:r>
              <a:rPr lang="en-SG" sz="2600">
                <a:ea typeface="Calibri"/>
                <a:cs typeface="Calibri"/>
              </a:rPr>
              <a:t> </a:t>
            </a:r>
            <a:br>
              <a:rPr lang="en-SG" sz="2600">
                <a:ea typeface="Calibri"/>
                <a:cs typeface="Calibri"/>
              </a:rPr>
            </a:br>
            <a:r>
              <a:rPr lang="en-SG" sz="2800" err="1">
                <a:ea typeface="Calibri"/>
                <a:cs typeface="Calibri"/>
              </a:rPr>
              <a:t>oru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maathra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polum</a:t>
            </a:r>
            <a:r>
              <a:rPr lang="en-SG" sz="2800">
                <a:ea typeface="Calibri"/>
                <a:cs typeface="Calibri"/>
              </a:rPr>
              <a:t> piri-</a:t>
            </a:r>
            <a:r>
              <a:rPr lang="en-SG" sz="2800" err="1">
                <a:ea typeface="Calibri"/>
                <a:cs typeface="Calibri"/>
              </a:rPr>
              <a:t>yaathe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enne</a:t>
            </a:r>
            <a:br>
              <a:rPr lang="en-SG" sz="2800">
                <a:ea typeface="Calibri"/>
                <a:cs typeface="Calibri"/>
              </a:rPr>
            </a:br>
            <a:r>
              <a:rPr lang="en-SG" sz="2800" err="1">
                <a:ea typeface="Calibri"/>
                <a:cs typeface="Calibri"/>
              </a:rPr>
              <a:t>karu-thunna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sne-havum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daanamalle</a:t>
            </a:r>
            <a:r>
              <a:rPr lang="en-SG" sz="2800">
                <a:ea typeface="Calibri"/>
                <a:cs typeface="Calibri"/>
              </a:rPr>
              <a:t> 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9CDC6A-3B94-2510-4D7E-494FCCF17845}"/>
              </a:ext>
            </a:extLst>
          </p:cNvPr>
          <p:cNvSpPr/>
          <p:nvPr/>
        </p:nvSpPr>
        <p:spPr>
          <a:xfrm>
            <a:off x="0" y="2860074"/>
            <a:ext cx="7759040" cy="209086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57150">
              <a:lnSpc>
                <a:spcPct val="150000"/>
              </a:lnSpc>
            </a:pPr>
            <a:r>
              <a:rPr lang="ml-IN" sz="2000">
                <a:latin typeface="Kartika"/>
                <a:cs typeface="Kartika"/>
              </a:rPr>
              <a:t>നിമിഷങ്ങളിൽ ഓരോ നിമിഷങ്ങളിൽ­</a:t>
            </a:r>
            <a:r>
              <a:rPr lang="en-US" sz="2000">
                <a:latin typeface="Kartika"/>
                <a:cs typeface="Kartika"/>
              </a:rPr>
              <a:t>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indent="57150">
              <a:lnSpc>
                <a:spcPct val="150000"/>
              </a:lnSpc>
            </a:pPr>
            <a:r>
              <a:rPr lang="ml-IN" sz="1800">
                <a:latin typeface="Kartika"/>
                <a:cs typeface="Kartika"/>
              </a:rPr>
              <a:t>എന്നെ</a:t>
            </a:r>
            <a:r>
              <a:rPr lang="en-US" sz="1800">
                <a:latin typeface="Kartika"/>
                <a:cs typeface="Kartika"/>
              </a:rPr>
              <a:t> </a:t>
            </a:r>
            <a:r>
              <a:rPr lang="ml-IN" sz="1800">
                <a:latin typeface="Kartika"/>
                <a:cs typeface="Kartika"/>
              </a:rPr>
              <a:t>പൊതിയുന്ന നിൻ ജീവ</a:t>
            </a:r>
            <a:r>
              <a:rPr lang="en-US" sz="1800">
                <a:latin typeface="Kartika"/>
                <a:cs typeface="Kartika"/>
              </a:rPr>
              <a:t> </a:t>
            </a:r>
            <a:r>
              <a:rPr lang="ml-IN" sz="1800">
                <a:latin typeface="Kartika"/>
                <a:cs typeface="Kartika"/>
              </a:rPr>
              <a:t>കിരണങ്ങളും</a:t>
            </a:r>
            <a:r>
              <a:rPr lang="en-SG" sz="1800">
                <a:latin typeface="Kartika"/>
                <a:cs typeface="Kartika"/>
              </a:rPr>
              <a:t> </a:t>
            </a:r>
          </a:p>
          <a:p>
            <a:pPr indent="57150">
              <a:lnSpc>
                <a:spcPct val="150000"/>
              </a:lnSpc>
            </a:pPr>
            <a:r>
              <a:rPr lang="ml-IN" sz="2000">
                <a:latin typeface="Kartika"/>
                <a:cs typeface="Kartika"/>
              </a:rPr>
              <a:t>ഒരുമാത്ര പോലും പിരിയാതെ എന്നെ</a:t>
            </a:r>
            <a:r>
              <a:rPr lang="en-US" sz="2000">
                <a:latin typeface="Kartika"/>
                <a:cs typeface="Kartika"/>
              </a:rPr>
              <a:t> </a:t>
            </a:r>
          </a:p>
          <a:p>
            <a:pPr indent="57150">
              <a:lnSpc>
                <a:spcPct val="150000"/>
              </a:lnSpc>
            </a:pPr>
            <a:r>
              <a:rPr lang="ml-IN" sz="2000">
                <a:latin typeface="Kartika"/>
                <a:cs typeface="Kartika"/>
              </a:rPr>
              <a:t>കരുതുന്ന സ്നേഹവും ദാനമല്ലേ</a:t>
            </a:r>
            <a:r>
              <a:rPr lang="en-SG" sz="2000" i="0">
                <a:effectLst/>
                <a:latin typeface="Kartika"/>
                <a:cs typeface="Kartika"/>
              </a:rPr>
              <a:t>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CB79FD3-1928-2CE2-68D6-68DD4193FF74}"/>
              </a:ext>
            </a:extLst>
          </p:cNvPr>
          <p:cNvGrpSpPr/>
          <p:nvPr/>
        </p:nvGrpSpPr>
        <p:grpSpPr>
          <a:xfrm>
            <a:off x="5660834" y="1751190"/>
            <a:ext cx="582612" cy="658868"/>
            <a:chOff x="5892328" y="1574973"/>
            <a:chExt cx="582612" cy="550356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04F05363-CA33-8D66-D870-6D0F99D8732E}"/>
                </a:ext>
              </a:extLst>
            </p:cNvPr>
            <p:cNvSpPr/>
            <p:nvPr/>
          </p:nvSpPr>
          <p:spPr>
            <a:xfrm>
              <a:off x="5892328" y="1574973"/>
              <a:ext cx="157397" cy="55035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2C5512-BF6A-76FE-DF0A-99C464F73F15}"/>
                </a:ext>
              </a:extLst>
            </p:cNvPr>
            <p:cNvSpPr txBox="1"/>
            <p:nvPr/>
          </p:nvSpPr>
          <p:spPr>
            <a:xfrm>
              <a:off x="6011228" y="1647568"/>
              <a:ext cx="4637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/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5B575BB-5DB5-88C1-8362-64F74FD9903D}"/>
              </a:ext>
            </a:extLst>
          </p:cNvPr>
          <p:cNvGrpSpPr/>
          <p:nvPr/>
        </p:nvGrpSpPr>
        <p:grpSpPr>
          <a:xfrm>
            <a:off x="5525849" y="3894921"/>
            <a:ext cx="441357" cy="652574"/>
            <a:chOff x="5702858" y="3828810"/>
            <a:chExt cx="441357" cy="550356"/>
          </a:xfrm>
        </p:grpSpPr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99E92DEA-1D52-BBF9-986C-57C918C3A0BE}"/>
                </a:ext>
              </a:extLst>
            </p:cNvPr>
            <p:cNvSpPr/>
            <p:nvPr/>
          </p:nvSpPr>
          <p:spPr>
            <a:xfrm>
              <a:off x="5702858" y="3828810"/>
              <a:ext cx="157397" cy="55035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D4F5B09-DA16-64FD-A9C7-E7CD2BF53CAF}"/>
                </a:ext>
              </a:extLst>
            </p:cNvPr>
            <p:cNvSpPr txBox="1"/>
            <p:nvPr/>
          </p:nvSpPr>
          <p:spPr>
            <a:xfrm>
              <a:off x="5837022" y="3938624"/>
              <a:ext cx="307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/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E02233B-1866-8C54-B726-A905A15EE3BF}"/>
              </a:ext>
            </a:extLst>
          </p:cNvPr>
          <p:cNvGrpSpPr/>
          <p:nvPr/>
        </p:nvGrpSpPr>
        <p:grpSpPr>
          <a:xfrm>
            <a:off x="6095575" y="969496"/>
            <a:ext cx="524739" cy="629931"/>
            <a:chOff x="6036490" y="829449"/>
            <a:chExt cx="524739" cy="550356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F6DBA6BC-34BB-9CCD-249D-43C69A154D50}"/>
                </a:ext>
              </a:extLst>
            </p:cNvPr>
            <p:cNvSpPr/>
            <p:nvPr/>
          </p:nvSpPr>
          <p:spPr>
            <a:xfrm>
              <a:off x="6036490" y="829449"/>
              <a:ext cx="157397" cy="55035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CFFF43C-6C60-12D2-C2AF-0A3779B3DAAF}"/>
                </a:ext>
              </a:extLst>
            </p:cNvPr>
            <p:cNvSpPr txBox="1"/>
            <p:nvPr/>
          </p:nvSpPr>
          <p:spPr>
            <a:xfrm>
              <a:off x="6097517" y="921005"/>
              <a:ext cx="4637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/>
                <a:t>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005002D-E07D-2022-09E5-67D38B668C4A}"/>
              </a:ext>
            </a:extLst>
          </p:cNvPr>
          <p:cNvGrpSpPr/>
          <p:nvPr/>
        </p:nvGrpSpPr>
        <p:grpSpPr>
          <a:xfrm>
            <a:off x="5896448" y="3033859"/>
            <a:ext cx="397952" cy="652574"/>
            <a:chOff x="5702858" y="3828810"/>
            <a:chExt cx="397952" cy="550356"/>
          </a:xfrm>
        </p:grpSpPr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6726E89A-2125-DE4A-C7D6-04A124BA640F}"/>
                </a:ext>
              </a:extLst>
            </p:cNvPr>
            <p:cNvSpPr/>
            <p:nvPr/>
          </p:nvSpPr>
          <p:spPr>
            <a:xfrm>
              <a:off x="5702858" y="3828810"/>
              <a:ext cx="157397" cy="55035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D31DFB1-C5B6-E127-E105-99597FE33712}"/>
                </a:ext>
              </a:extLst>
            </p:cNvPr>
            <p:cNvSpPr txBox="1"/>
            <p:nvPr/>
          </p:nvSpPr>
          <p:spPr>
            <a:xfrm>
              <a:off x="5793617" y="3920322"/>
              <a:ext cx="307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2519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06CCA-DE20-EE9B-FE09-A781322FD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18B05-E0B0-1598-7C65-DF12BE178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Hymn- </a:t>
            </a:r>
            <a:r>
              <a:rPr lang="en-GB" err="1">
                <a:latin typeface="Segoe UI"/>
                <a:cs typeface="Segoe UI"/>
              </a:rPr>
              <a:t>Ellam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ellam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daanamalle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5FEE6F-4C05-6195-FA24-C86D524CE631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/>
                <a:cs typeface="Segoe UI"/>
              </a:rPr>
              <a:t>Offertory: 4 of 9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2AC1576-EE25-E49B-89CF-0849E290434E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8A6EC458-5D4D-7851-79F8-03FD3CC98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2081D01-92CD-9AAD-27EB-43DA0DE035E1}"/>
              </a:ext>
            </a:extLst>
          </p:cNvPr>
          <p:cNvSpPr/>
          <p:nvPr/>
        </p:nvSpPr>
        <p:spPr>
          <a:xfrm>
            <a:off x="97206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ellaam ellaam daa-nam-alle</a:t>
            </a:r>
            <a:br>
              <a:rPr lang="sv-SE" sz="2800">
                <a:latin typeface="Calibri"/>
                <a:ea typeface="Calibri"/>
                <a:cs typeface="Calibri"/>
              </a:rPr>
            </a:b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itho-nnum ente-thalla</a:t>
            </a:r>
            <a:br>
              <a:rPr lang="sv-SE" sz="2800">
                <a:latin typeface="Calibri"/>
                <a:ea typeface="Calibri"/>
                <a:cs typeface="Calibri"/>
              </a:rPr>
            </a:b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ellaam ellaam thann-ath-alle</a:t>
            </a:r>
            <a:br>
              <a:rPr lang="sv-SE" sz="2800">
                <a:latin typeface="Calibri"/>
                <a:ea typeface="Calibri"/>
                <a:cs typeface="Calibri"/>
              </a:rPr>
            </a:b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itho-nnum njaan nediyathalla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72F90055-C2EE-1896-4807-415692F34CA4}"/>
              </a:ext>
            </a:extLst>
          </p:cNvPr>
          <p:cNvSpPr txBox="1"/>
          <p:nvPr/>
        </p:nvSpPr>
        <p:spPr>
          <a:xfrm>
            <a:off x="975180" y="2661988"/>
            <a:ext cx="5751556" cy="1991944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ml-IN" sz="2000" i="0">
                <a:effectLst/>
                <a:latin typeface="ml-ttkarthika"/>
                <a:cs typeface="Kartika"/>
              </a:rPr>
              <a:t>എല്ലാം എല്ലാം ദാനമല്ലേ</a:t>
            </a:r>
            <a:br>
              <a:rPr lang="ml-IN" sz="2000">
                <a:latin typeface="ml-ttkarthika"/>
              </a:rPr>
            </a:br>
            <a:r>
              <a:rPr lang="ml-IN" sz="2000" i="0">
                <a:effectLst/>
                <a:latin typeface="ml-ttkarthika"/>
                <a:cs typeface="Kartika"/>
              </a:rPr>
              <a:t>ഇതൊന്നും എന്റേതല്ല</a:t>
            </a:r>
            <a:br>
              <a:rPr lang="ml-IN" sz="2000">
                <a:latin typeface="ml-ttkarthika"/>
              </a:rPr>
            </a:br>
            <a:r>
              <a:rPr lang="ml-IN" sz="2000" i="0">
                <a:effectLst/>
                <a:latin typeface="ml-ttkarthika"/>
                <a:cs typeface="Kartika"/>
              </a:rPr>
              <a:t>എല്ലാം എല്ലാം തന്നതല്ലേ</a:t>
            </a:r>
            <a:br>
              <a:rPr lang="ml-IN" sz="2000">
                <a:latin typeface="ml-ttkarthika"/>
              </a:rPr>
            </a:br>
            <a:r>
              <a:rPr lang="ml-IN" sz="2000" i="0">
                <a:effectLst/>
                <a:latin typeface="ml-ttkarthika"/>
                <a:cs typeface="Kartika"/>
              </a:rPr>
              <a:t>ഇതൊന്നും ഞാൻ നേടിയതല്ല</a:t>
            </a:r>
            <a:endParaRPr lang="en-US" sz="2000">
              <a:latin typeface="ml-ttkarthika"/>
              <a:cs typeface="Kartika"/>
            </a:endParaRPr>
          </a:p>
        </p:txBody>
      </p:sp>
    </p:spTree>
    <p:extLst>
      <p:ext uri="{BB962C8B-B14F-4D97-AF65-F5344CB8AC3E}">
        <p14:creationId xmlns:p14="http://schemas.microsoft.com/office/powerpoint/2010/main" val="729259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40191-6C01-8D0E-5F4D-57BD4C7D3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80AC3-9601-0B90-6CB5-065B7B9C2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Hymn- </a:t>
            </a:r>
            <a:r>
              <a:rPr lang="en-GB" err="1">
                <a:latin typeface="Segoe UI"/>
                <a:cs typeface="Segoe UI"/>
              </a:rPr>
              <a:t>Ellam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ellaam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daanamalle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16F98-D569-16D6-33D2-B021148BC9F2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/>
                <a:cs typeface="Segoe UI"/>
              </a:rPr>
              <a:t>Offertory: 5 of 9</a:t>
            </a:r>
            <a:endParaRPr lang="en-SG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DBD8499-38B7-6D8E-F013-8B34E5C732B1}"/>
              </a:ext>
            </a:extLst>
          </p:cNvPr>
          <p:cNvSpPr txBox="1">
            <a:spLocks/>
          </p:cNvSpPr>
          <p:nvPr/>
        </p:nvSpPr>
        <p:spPr>
          <a:xfrm>
            <a:off x="6237004" y="409944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1CDAFFA9-E3FA-EBB0-D5D6-F12E131B8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91" y="1044211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E62DEF5-B681-EFBA-3574-E32C4553BFF4}"/>
              </a:ext>
            </a:extLst>
          </p:cNvPr>
          <p:cNvSpPr/>
          <p:nvPr/>
        </p:nvSpPr>
        <p:spPr>
          <a:xfrm>
            <a:off x="0" y="884427"/>
            <a:ext cx="7949514" cy="1648101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err="1">
                <a:ea typeface="Calibri"/>
                <a:cs typeface="Calibri"/>
              </a:rPr>
              <a:t>bandhangalhil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ente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karman-galhil</a:t>
            </a:r>
            <a:r>
              <a:rPr lang="en-SG" sz="2800">
                <a:ea typeface="Calibri"/>
                <a:cs typeface="Calibri"/>
              </a:rPr>
              <a:t> - </a:t>
            </a:r>
            <a:r>
              <a:rPr lang="en-SG" sz="2800" err="1">
                <a:ea typeface="Calibri"/>
                <a:cs typeface="Calibri"/>
              </a:rPr>
              <a:t>enne</a:t>
            </a:r>
            <a:br>
              <a:rPr lang="en-SG" sz="2800">
                <a:ea typeface="Calibri"/>
                <a:cs typeface="Calibri"/>
              </a:rPr>
            </a:br>
            <a:r>
              <a:rPr lang="en-SG" sz="2800" err="1">
                <a:ea typeface="Calibri"/>
                <a:cs typeface="Calibri"/>
              </a:rPr>
              <a:t>nin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jeeva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saakshi-yaay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nirthee-duvaan</a:t>
            </a:r>
            <a:r>
              <a:rPr lang="en-SG" sz="2800">
                <a:ea typeface="Calibri"/>
                <a:cs typeface="Calibri"/>
              </a:rPr>
              <a:t> </a:t>
            </a:r>
            <a:br>
              <a:rPr lang="en-SG" sz="2800">
                <a:ea typeface="Calibri"/>
                <a:cs typeface="Calibri"/>
              </a:rPr>
            </a:br>
            <a:r>
              <a:rPr lang="en-SG" sz="2600" err="1">
                <a:ea typeface="Calibri"/>
                <a:cs typeface="Calibri"/>
              </a:rPr>
              <a:t>paripaa</a:t>
            </a:r>
            <a:r>
              <a:rPr lang="en-SG" sz="2600">
                <a:ea typeface="Calibri"/>
                <a:cs typeface="Calibri"/>
              </a:rPr>
              <a:t>-</a:t>
            </a:r>
            <a:r>
              <a:rPr lang="en-SG" sz="2600" err="1">
                <a:ea typeface="Calibri"/>
                <a:cs typeface="Calibri"/>
              </a:rPr>
              <a:t>vanaathmaa</a:t>
            </a:r>
            <a:r>
              <a:rPr lang="en-SG" sz="2600">
                <a:ea typeface="Calibri"/>
                <a:cs typeface="Calibri"/>
              </a:rPr>
              <a:t>-vin </a:t>
            </a:r>
            <a:r>
              <a:rPr lang="en-SG" sz="2600" err="1">
                <a:ea typeface="Calibri"/>
                <a:cs typeface="Calibri"/>
              </a:rPr>
              <a:t>vara</a:t>
            </a:r>
            <a:r>
              <a:rPr lang="en-SG" sz="2600">
                <a:ea typeface="Calibri"/>
                <a:cs typeface="Calibri"/>
              </a:rPr>
              <a:t> </a:t>
            </a:r>
            <a:r>
              <a:rPr lang="en-SG" sz="2600" err="1">
                <a:ea typeface="Calibri"/>
                <a:cs typeface="Calibri"/>
              </a:rPr>
              <a:t>daanam-ennil</a:t>
            </a:r>
            <a:br>
              <a:rPr lang="en-SG" sz="2600">
                <a:ea typeface="Calibri"/>
                <a:cs typeface="Calibri"/>
              </a:rPr>
            </a:br>
            <a:r>
              <a:rPr lang="en-SG" sz="2800" err="1">
                <a:ea typeface="Calibri"/>
                <a:cs typeface="Calibri"/>
              </a:rPr>
              <a:t>pakarunna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sneha</a:t>
            </a:r>
            <a:r>
              <a:rPr lang="en-SG" sz="2800">
                <a:ea typeface="Calibri"/>
                <a:cs typeface="Calibri"/>
              </a:rPr>
              <a:t>-vum daana-</a:t>
            </a:r>
            <a:r>
              <a:rPr lang="en-SG" sz="2800" err="1">
                <a:ea typeface="Calibri"/>
                <a:cs typeface="Calibri"/>
              </a:rPr>
              <a:t>malle</a:t>
            </a:r>
            <a:endParaRPr lang="en-US" sz="2800">
              <a:solidFill>
                <a:srgbClr val="8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6F9ABA-9B23-7918-F14B-CE5EC6717B0F}"/>
              </a:ext>
            </a:extLst>
          </p:cNvPr>
          <p:cNvSpPr/>
          <p:nvPr/>
        </p:nvSpPr>
        <p:spPr>
          <a:xfrm>
            <a:off x="0" y="2742167"/>
            <a:ext cx="7759040" cy="209086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ml-IN" sz="2000">
                <a:latin typeface="ml-ttkarthika"/>
                <a:cs typeface="Kartika"/>
              </a:rPr>
              <a:t>ബന്ധങ്ങളിൽ എന്‍റെ കർമ്മങ്ങളിൽ</a:t>
            </a:r>
            <a:r>
              <a:rPr lang="en-US" sz="2000">
                <a:latin typeface="ml-ttkarthika"/>
              </a:rPr>
              <a:t> </a:t>
            </a:r>
            <a:r>
              <a:rPr lang="ml-IN" sz="2000">
                <a:latin typeface="ml-ttkarthika"/>
                <a:cs typeface="Kartika"/>
              </a:rPr>
              <a:t>-</a:t>
            </a:r>
            <a:r>
              <a:rPr lang="en-US" sz="2000">
                <a:latin typeface="ml-ttkarthika"/>
              </a:rPr>
              <a:t> </a:t>
            </a:r>
            <a:r>
              <a:rPr lang="ml-IN" sz="2000">
                <a:latin typeface="ml-ttkarthika"/>
                <a:cs typeface="Kartika"/>
              </a:rPr>
              <a:t>എന്നെ</a:t>
            </a:r>
            <a:br>
              <a:rPr lang="ml-IN" sz="2000">
                <a:latin typeface="ml-ttkarthika"/>
              </a:rPr>
            </a:br>
            <a:r>
              <a:rPr lang="ml-IN" sz="2000">
                <a:latin typeface="ml-ttkarthika"/>
                <a:cs typeface="Kartika"/>
              </a:rPr>
              <a:t>നിൻ ജീവസാക്ഷിയായ് നിർത്തിടുവാൻ</a:t>
            </a:r>
            <a:r>
              <a:rPr lang="en-SG" sz="2000">
                <a:latin typeface="ml-ttkarthika"/>
              </a:rPr>
              <a:t> </a:t>
            </a:r>
            <a:br>
              <a:rPr lang="ml-IN" sz="2000">
                <a:latin typeface="ml-ttkarthika"/>
              </a:rPr>
            </a:br>
            <a:r>
              <a:rPr lang="ml-IN" sz="2000">
                <a:latin typeface="ml-ttkarthika"/>
                <a:cs typeface="Kartika"/>
              </a:rPr>
              <a:t>പരിപാവനാത്മാവിൻ വരദാനമെന്നിൽ</a:t>
            </a:r>
            <a:br>
              <a:rPr lang="ml-IN" sz="2000">
                <a:latin typeface="ml-ttkarthika"/>
              </a:rPr>
            </a:br>
            <a:r>
              <a:rPr lang="ml-IN" sz="2000">
                <a:latin typeface="ml-ttkarthika"/>
                <a:cs typeface="Kartika"/>
              </a:rPr>
              <a:t>പകരുന്ന സ്നേഹവും ദാനമല്ലേ</a:t>
            </a:r>
            <a:r>
              <a:rPr lang="en-SG" sz="2000">
                <a:latin typeface="ml-ttkarthika"/>
              </a:rPr>
              <a:t> </a:t>
            </a:r>
            <a:r>
              <a:rPr lang="en-SG" sz="2000" i="0">
                <a:effectLst/>
                <a:latin typeface="ml-ttkarthika"/>
                <a:cs typeface="Kartika"/>
              </a:rPr>
              <a:t> </a:t>
            </a:r>
            <a:endParaRPr lang="en-US" sz="2000">
              <a:solidFill>
                <a:srgbClr val="800000"/>
              </a:solidFill>
              <a:latin typeface="ml-ttkarthika"/>
              <a:cs typeface="Kartika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5555590-D057-FA2B-E31E-0A4FD64D03A9}"/>
              </a:ext>
            </a:extLst>
          </p:cNvPr>
          <p:cNvGrpSpPr/>
          <p:nvPr/>
        </p:nvGrpSpPr>
        <p:grpSpPr>
          <a:xfrm>
            <a:off x="5971903" y="1987736"/>
            <a:ext cx="582612" cy="550356"/>
            <a:chOff x="5892328" y="1574973"/>
            <a:chExt cx="582612" cy="550356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8752A9E1-EF04-2E27-5488-BF97FD196247}"/>
                </a:ext>
              </a:extLst>
            </p:cNvPr>
            <p:cNvSpPr/>
            <p:nvPr/>
          </p:nvSpPr>
          <p:spPr>
            <a:xfrm>
              <a:off x="5892328" y="1574973"/>
              <a:ext cx="157397" cy="55035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DBC205-5F5E-429F-1383-F3A4DD247A37}"/>
                </a:ext>
              </a:extLst>
            </p:cNvPr>
            <p:cNvSpPr txBox="1"/>
            <p:nvPr/>
          </p:nvSpPr>
          <p:spPr>
            <a:xfrm>
              <a:off x="6011228" y="1647568"/>
              <a:ext cx="4637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/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9C02EB7-98C6-9166-402F-51B9E9665F7F}"/>
              </a:ext>
            </a:extLst>
          </p:cNvPr>
          <p:cNvGrpSpPr/>
          <p:nvPr/>
        </p:nvGrpSpPr>
        <p:grpSpPr>
          <a:xfrm>
            <a:off x="5723250" y="3907290"/>
            <a:ext cx="491996" cy="652574"/>
            <a:chOff x="5702858" y="3828810"/>
            <a:chExt cx="491996" cy="550356"/>
          </a:xfrm>
        </p:grpSpPr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D1F778F8-D57F-ECF4-0041-12235384A245}"/>
                </a:ext>
              </a:extLst>
            </p:cNvPr>
            <p:cNvSpPr/>
            <p:nvPr/>
          </p:nvSpPr>
          <p:spPr>
            <a:xfrm>
              <a:off x="5702858" y="3828810"/>
              <a:ext cx="157397" cy="55035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038E477-8D10-1F37-9D1C-17FC572F5711}"/>
                </a:ext>
              </a:extLst>
            </p:cNvPr>
            <p:cNvSpPr txBox="1"/>
            <p:nvPr/>
          </p:nvSpPr>
          <p:spPr>
            <a:xfrm>
              <a:off x="5887661" y="3932523"/>
              <a:ext cx="307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/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7076050-4D5A-509B-542F-074F69411496}"/>
              </a:ext>
            </a:extLst>
          </p:cNvPr>
          <p:cNvGrpSpPr/>
          <p:nvPr/>
        </p:nvGrpSpPr>
        <p:grpSpPr>
          <a:xfrm>
            <a:off x="5996719" y="1041870"/>
            <a:ext cx="531974" cy="745678"/>
            <a:chOff x="6036490" y="829449"/>
            <a:chExt cx="582612" cy="550356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19C28E62-A7C9-7253-06F8-9DC720D4CF41}"/>
                </a:ext>
              </a:extLst>
            </p:cNvPr>
            <p:cNvSpPr/>
            <p:nvPr/>
          </p:nvSpPr>
          <p:spPr>
            <a:xfrm>
              <a:off x="6036490" y="829449"/>
              <a:ext cx="157397" cy="55035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7E0861D-66E9-4B1C-BD44-680FC039A055}"/>
                </a:ext>
              </a:extLst>
            </p:cNvPr>
            <p:cNvSpPr txBox="1"/>
            <p:nvPr/>
          </p:nvSpPr>
          <p:spPr>
            <a:xfrm>
              <a:off x="6155390" y="902044"/>
              <a:ext cx="4637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/>
                <a:t>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C527F5B-B7E6-5A30-8D00-4BDDA6F5DD7C}"/>
              </a:ext>
            </a:extLst>
          </p:cNvPr>
          <p:cNvGrpSpPr/>
          <p:nvPr/>
        </p:nvGrpSpPr>
        <p:grpSpPr>
          <a:xfrm>
            <a:off x="5971903" y="2946586"/>
            <a:ext cx="491996" cy="652574"/>
            <a:chOff x="5702858" y="3828810"/>
            <a:chExt cx="491996" cy="550356"/>
          </a:xfrm>
        </p:grpSpPr>
        <p:sp>
          <p:nvSpPr>
            <p:cNvPr id="18" name="Right Brace 17">
              <a:extLst>
                <a:ext uri="{FF2B5EF4-FFF2-40B4-BE49-F238E27FC236}">
                  <a16:creationId xmlns:a16="http://schemas.microsoft.com/office/drawing/2014/main" id="{FBAF8493-7D6D-4960-5721-6CC9EB7B5005}"/>
                </a:ext>
              </a:extLst>
            </p:cNvPr>
            <p:cNvSpPr/>
            <p:nvPr/>
          </p:nvSpPr>
          <p:spPr>
            <a:xfrm>
              <a:off x="5702858" y="3828810"/>
              <a:ext cx="157397" cy="55035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A6A6C6B-8FD7-2702-4D4B-45558FAB8245}"/>
                </a:ext>
              </a:extLst>
            </p:cNvPr>
            <p:cNvSpPr txBox="1"/>
            <p:nvPr/>
          </p:nvSpPr>
          <p:spPr>
            <a:xfrm>
              <a:off x="5887661" y="3932523"/>
              <a:ext cx="307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7748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49A6D-BF73-C7B7-CC42-003810144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A26F6-E1A3-35C9-F737-614EDA66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Hymn- </a:t>
            </a:r>
            <a:r>
              <a:rPr lang="en-GB" err="1">
                <a:latin typeface="Segoe UI"/>
                <a:cs typeface="Segoe UI"/>
              </a:rPr>
              <a:t>Ellam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ellam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daanamalle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DDB5F6-2477-19CA-2021-B6C520BED054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/>
                <a:cs typeface="Segoe UI"/>
              </a:rPr>
              <a:t>Offertory: 6 of 9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EB9010-9BD0-AB0F-F7AC-0BDEBF08D760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8F807F61-0CDA-F1DF-D751-4E6E873CD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3D05A0C-0F4A-C5E6-84F7-AD911CD6DA72}"/>
              </a:ext>
            </a:extLst>
          </p:cNvPr>
          <p:cNvSpPr/>
          <p:nvPr/>
        </p:nvSpPr>
        <p:spPr>
          <a:xfrm>
            <a:off x="97206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ellaam ellaam daa-nam-alle</a:t>
            </a:r>
            <a:br>
              <a:rPr lang="sv-SE" sz="2800">
                <a:latin typeface="Calibri"/>
                <a:ea typeface="Calibri"/>
                <a:cs typeface="Calibri"/>
              </a:rPr>
            </a:b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itho-nnum ente-thalla</a:t>
            </a:r>
            <a:br>
              <a:rPr lang="sv-SE" sz="2800">
                <a:latin typeface="Calibri"/>
                <a:ea typeface="Calibri"/>
                <a:cs typeface="Calibri"/>
              </a:rPr>
            </a:b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ellaam ellaam thann-ath-alle</a:t>
            </a:r>
            <a:br>
              <a:rPr lang="sv-SE" sz="2800">
                <a:latin typeface="Calibri"/>
                <a:ea typeface="Calibri"/>
                <a:cs typeface="Calibri"/>
              </a:rPr>
            </a:b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itho-nnum njaan nediyathalla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30407BE4-63EE-6253-B17E-15ED8B836181}"/>
              </a:ext>
            </a:extLst>
          </p:cNvPr>
          <p:cNvSpPr txBox="1"/>
          <p:nvPr/>
        </p:nvSpPr>
        <p:spPr>
          <a:xfrm>
            <a:off x="975180" y="2661988"/>
            <a:ext cx="5751556" cy="1991944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ml-IN" sz="2000" i="0">
                <a:effectLst/>
                <a:latin typeface="ml-ttkarthika"/>
                <a:cs typeface="Kartika"/>
              </a:rPr>
              <a:t>എല്ലാം എല്ലാം ദാനമല്ലേ</a:t>
            </a:r>
            <a:br>
              <a:rPr lang="ml-IN" sz="2000">
                <a:latin typeface="ml-ttkarthika"/>
              </a:rPr>
            </a:br>
            <a:r>
              <a:rPr lang="ml-IN" sz="2000" i="0">
                <a:effectLst/>
                <a:latin typeface="ml-ttkarthika"/>
                <a:cs typeface="Kartika"/>
              </a:rPr>
              <a:t>ഇതൊന്നും എന്റേതല്ല</a:t>
            </a:r>
            <a:br>
              <a:rPr lang="ml-IN" sz="2000">
                <a:latin typeface="ml-ttkarthika"/>
              </a:rPr>
            </a:br>
            <a:r>
              <a:rPr lang="ml-IN" sz="2000" i="0">
                <a:effectLst/>
                <a:latin typeface="ml-ttkarthika"/>
                <a:cs typeface="Kartika"/>
              </a:rPr>
              <a:t>എല്ലാം എല്ലാം തന്നതല്ലേ</a:t>
            </a:r>
            <a:br>
              <a:rPr lang="ml-IN" sz="2000">
                <a:latin typeface="ml-ttkarthika"/>
              </a:rPr>
            </a:br>
            <a:r>
              <a:rPr lang="ml-IN" sz="2000" i="0">
                <a:effectLst/>
                <a:latin typeface="ml-ttkarthika"/>
                <a:cs typeface="Kartika"/>
              </a:rPr>
              <a:t>ഇതൊന്നും ഞാൻ നേടിയതല്ല</a:t>
            </a:r>
            <a:endParaRPr lang="en-US" sz="2000">
              <a:latin typeface="ml-ttkarthika"/>
              <a:cs typeface="Kartika"/>
            </a:endParaRPr>
          </a:p>
        </p:txBody>
      </p:sp>
    </p:spTree>
    <p:extLst>
      <p:ext uri="{BB962C8B-B14F-4D97-AF65-F5344CB8AC3E}">
        <p14:creationId xmlns:p14="http://schemas.microsoft.com/office/powerpoint/2010/main" val="1299286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A2ECC-1789-10C5-44F8-D2FC95CA4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43702-FCF1-B087-D62A-C12546E41CA7}"/>
              </a:ext>
            </a:extLst>
          </p:cNvPr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865161-3BDE-6844-CC51-0B66437A803B}"/>
              </a:ext>
            </a:extLst>
          </p:cNvPr>
          <p:cNvSpPr txBox="1"/>
          <p:nvPr/>
        </p:nvSpPr>
        <p:spPr>
          <a:xfrm>
            <a:off x="-15901" y="724798"/>
            <a:ext cx="7715162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>
                <a:ea typeface="Calibri"/>
                <a:cs typeface="Calibri"/>
              </a:rPr>
              <a:t>nayanagalil </a:t>
            </a:r>
            <a:r>
              <a:rPr lang="en-SG" sz="2800" err="1">
                <a:ea typeface="Calibri"/>
                <a:cs typeface="Calibri"/>
              </a:rPr>
              <a:t>ninnil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uyarangalil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cherthu</a:t>
            </a:r>
            <a:br>
              <a:rPr lang="en-SG" sz="2800">
                <a:ea typeface="Calibri"/>
                <a:cs typeface="Calibri"/>
              </a:rPr>
            </a:br>
            <a:r>
              <a:rPr lang="en-SG" sz="2800" err="1">
                <a:ea typeface="Calibri"/>
                <a:cs typeface="Calibri"/>
              </a:rPr>
              <a:t>karunardra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savidhathil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karayunneram</a:t>
            </a:r>
            <a:r>
              <a:rPr lang="en-SG" sz="2800">
                <a:ea typeface="Calibri"/>
                <a:cs typeface="Calibri"/>
              </a:rPr>
              <a:t> </a:t>
            </a:r>
            <a:br>
              <a:rPr lang="en-SG" sz="2800">
                <a:ea typeface="Calibri"/>
                <a:cs typeface="Calibri"/>
              </a:rPr>
            </a:br>
            <a:r>
              <a:rPr lang="en-SG" sz="2800" err="1">
                <a:ea typeface="Calibri"/>
                <a:cs typeface="Calibri"/>
              </a:rPr>
              <a:t>kurisil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virichora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kanivin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karangalal</a:t>
            </a:r>
            <a:br>
              <a:rPr lang="en-SG" sz="2800">
                <a:ea typeface="Calibri"/>
                <a:cs typeface="Calibri"/>
              </a:rPr>
            </a:br>
            <a:r>
              <a:rPr lang="en-SG" sz="2800" err="1">
                <a:ea typeface="Calibri"/>
                <a:cs typeface="Calibri"/>
              </a:rPr>
              <a:t>arulum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sahayavum</a:t>
            </a:r>
            <a:r>
              <a:rPr lang="en-SG" sz="2800">
                <a:ea typeface="Calibri"/>
                <a:cs typeface="Calibri"/>
              </a:rPr>
              <a:t> </a:t>
            </a:r>
            <a:r>
              <a:rPr lang="en-SG" sz="2800" err="1">
                <a:ea typeface="Calibri"/>
                <a:cs typeface="Calibri"/>
              </a:rPr>
              <a:t>dhanamalle</a:t>
            </a:r>
            <a:r>
              <a:rPr lang="en-SG" sz="2800">
                <a:ea typeface="Calibri"/>
                <a:cs typeface="Calibri"/>
              </a:rPr>
              <a:t> </a:t>
            </a:r>
            <a:endParaRPr lang="en-US" sz="2800">
              <a:ea typeface="Calibri" panose="020F0502020204030204"/>
              <a:cs typeface="Calibri" panose="020F0502020204030204"/>
            </a:endParaRPr>
          </a:p>
          <a:p>
            <a:pPr marL="361950" indent="-361950"/>
            <a:r>
              <a:rPr lang="sv-SE" sz="2800">
                <a:solidFill>
                  <a:srgbClr val="800000"/>
                </a:solidFill>
                <a:ea typeface="Calibri"/>
                <a:cs typeface="Calibri"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542CB2-D856-D592-E8C9-88E42BEF7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069" y="533910"/>
            <a:ext cx="2985575" cy="263729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BCF08FF-CD23-506B-BCC6-4FEB968A7998}"/>
              </a:ext>
            </a:extLst>
          </p:cNvPr>
          <p:cNvSpPr txBox="1">
            <a:spLocks/>
          </p:cNvSpPr>
          <p:nvPr/>
        </p:nvSpPr>
        <p:spPr>
          <a:xfrm>
            <a:off x="6095855" y="317120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EBD386-B701-766E-92DF-DF211B9E5F8F}"/>
              </a:ext>
            </a:extLst>
          </p:cNvPr>
          <p:cNvSpPr txBox="1"/>
          <p:nvPr/>
        </p:nvSpPr>
        <p:spPr>
          <a:xfrm>
            <a:off x="-15500" y="2711960"/>
            <a:ext cx="6581388" cy="2023369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defTabSz="685800">
              <a:lnSpc>
                <a:spcPct val="150000"/>
              </a:lnSpc>
              <a:defRPr/>
            </a:pPr>
            <a:r>
              <a:rPr lang="en-SG" sz="1900" err="1">
                <a:latin typeface="ml-ttkarthika"/>
              </a:rPr>
              <a:t>നയനങ്ങളെ</a:t>
            </a:r>
            <a:r>
              <a:rPr lang="en-SG" sz="1900">
                <a:latin typeface="ml-ttkarthika"/>
              </a:rPr>
              <a:t> </a:t>
            </a:r>
            <a:r>
              <a:rPr lang="en-SG" sz="1900" err="1">
                <a:latin typeface="ml-ttkarthika"/>
              </a:rPr>
              <a:t>നിന്നി</a:t>
            </a:r>
            <a:r>
              <a:rPr lang="en-SG" sz="1900">
                <a:latin typeface="ml-ttkarthika"/>
              </a:rPr>
              <a:t>ൽ </a:t>
            </a:r>
            <a:r>
              <a:rPr lang="en-SG" sz="1900" err="1">
                <a:latin typeface="ml-ttkarthika"/>
              </a:rPr>
              <a:t>ഉയരങ്ങളി</a:t>
            </a:r>
            <a:r>
              <a:rPr lang="en-SG" sz="1900">
                <a:latin typeface="ml-ttkarthika"/>
              </a:rPr>
              <a:t>ൽ </a:t>
            </a:r>
            <a:r>
              <a:rPr lang="en-SG" sz="1900" err="1">
                <a:latin typeface="ml-ttkarthika"/>
              </a:rPr>
              <a:t>ചേർത്തു</a:t>
            </a:r>
            <a:br>
              <a:rPr lang="en-SG" sz="1900">
                <a:latin typeface="ml-ttkarthika"/>
              </a:rPr>
            </a:br>
            <a:r>
              <a:rPr lang="en-SG" sz="2000" err="1">
                <a:latin typeface="ml-ttkarthika"/>
              </a:rPr>
              <a:t>കരുണാർദ്ര</a:t>
            </a:r>
            <a:r>
              <a:rPr lang="en-SG" sz="2000">
                <a:latin typeface="ml-ttkarthika"/>
              </a:rPr>
              <a:t> </a:t>
            </a:r>
            <a:r>
              <a:rPr lang="en-SG" sz="2000" err="1">
                <a:latin typeface="ml-ttkarthika"/>
              </a:rPr>
              <a:t>സവിധത്തി</a:t>
            </a:r>
            <a:r>
              <a:rPr lang="en-SG" sz="2000">
                <a:latin typeface="ml-ttkarthika"/>
              </a:rPr>
              <a:t>ൽ </a:t>
            </a:r>
            <a:r>
              <a:rPr lang="en-SG" sz="2000" err="1">
                <a:latin typeface="ml-ttkarthika"/>
              </a:rPr>
              <a:t>കരയുന്നേരം</a:t>
            </a:r>
            <a:br>
              <a:rPr lang="en-SG" sz="2000">
                <a:latin typeface="ml-ttkarthika"/>
              </a:rPr>
            </a:br>
            <a:r>
              <a:rPr lang="en-SG" sz="2000" err="1">
                <a:latin typeface="ml-ttkarthika"/>
              </a:rPr>
              <a:t>കുരിശി</a:t>
            </a:r>
            <a:r>
              <a:rPr lang="en-SG" sz="2000">
                <a:latin typeface="ml-ttkarthika"/>
              </a:rPr>
              <a:t>ൽ </a:t>
            </a:r>
            <a:r>
              <a:rPr lang="en-SG" sz="2000" err="1">
                <a:latin typeface="ml-ttkarthika"/>
              </a:rPr>
              <a:t>വിരച്ചോരാ</a:t>
            </a:r>
            <a:r>
              <a:rPr lang="en-SG" sz="2000">
                <a:latin typeface="ml-ttkarthika"/>
              </a:rPr>
              <a:t> </a:t>
            </a:r>
            <a:r>
              <a:rPr lang="en-SG" sz="2000" err="1">
                <a:latin typeface="ml-ttkarthika"/>
              </a:rPr>
              <a:t>കനിവി</a:t>
            </a:r>
            <a:r>
              <a:rPr lang="en-SG" sz="2000">
                <a:latin typeface="ml-ttkarthika"/>
              </a:rPr>
              <a:t>ൻ </a:t>
            </a:r>
            <a:r>
              <a:rPr lang="en-SG" sz="2000" err="1">
                <a:latin typeface="ml-ttkarthika"/>
              </a:rPr>
              <a:t>കരങ്ങളാ</a:t>
            </a:r>
            <a:br>
              <a:rPr lang="en-SG" sz="2000">
                <a:latin typeface="ml-ttkarthika"/>
              </a:rPr>
            </a:br>
            <a:r>
              <a:rPr lang="en-SG" sz="2000" err="1">
                <a:latin typeface="ml-ttkarthika"/>
              </a:rPr>
              <a:t>അരുളും</a:t>
            </a:r>
            <a:r>
              <a:rPr lang="en-SG" sz="2000">
                <a:latin typeface="ml-ttkarthika"/>
              </a:rPr>
              <a:t> </a:t>
            </a:r>
            <a:r>
              <a:rPr lang="en-SG" sz="2000" err="1">
                <a:latin typeface="ml-ttkarthika"/>
              </a:rPr>
              <a:t>സഹായവും</a:t>
            </a:r>
            <a:r>
              <a:rPr lang="en-SG" sz="2000">
                <a:latin typeface="ml-ttkarthika"/>
              </a:rPr>
              <a:t> ദാനമല്ലേ </a:t>
            </a:r>
            <a:endParaRPr lang="en-US" sz="2000">
              <a:latin typeface="ml-ttkarthika"/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96B5468-C06F-40A3-9833-25021E2FA68F}"/>
              </a:ext>
            </a:extLst>
          </p:cNvPr>
          <p:cNvGrpSpPr/>
          <p:nvPr/>
        </p:nvGrpSpPr>
        <p:grpSpPr>
          <a:xfrm>
            <a:off x="5977285" y="2832451"/>
            <a:ext cx="373910" cy="675872"/>
            <a:chOff x="5702858" y="3828810"/>
            <a:chExt cx="399293" cy="550356"/>
          </a:xfrm>
        </p:grpSpPr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394D3FCD-0C08-8651-F9E1-53514D997D9A}"/>
                </a:ext>
              </a:extLst>
            </p:cNvPr>
            <p:cNvSpPr/>
            <p:nvPr/>
          </p:nvSpPr>
          <p:spPr>
            <a:xfrm>
              <a:off x="5702858" y="3828810"/>
              <a:ext cx="157397" cy="55035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B192443-95E6-C1ED-E375-4A153A3E3EA3}"/>
                </a:ext>
              </a:extLst>
            </p:cNvPr>
            <p:cNvSpPr txBox="1"/>
            <p:nvPr/>
          </p:nvSpPr>
          <p:spPr>
            <a:xfrm>
              <a:off x="5794958" y="3914850"/>
              <a:ext cx="307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/>
                <a:t>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AB58204-43E6-9804-9134-A718C8569B84}"/>
              </a:ext>
            </a:extLst>
          </p:cNvPr>
          <p:cNvGrpSpPr/>
          <p:nvPr/>
        </p:nvGrpSpPr>
        <p:grpSpPr>
          <a:xfrm>
            <a:off x="5978972" y="3885830"/>
            <a:ext cx="458379" cy="758959"/>
            <a:chOff x="5702858" y="3828810"/>
            <a:chExt cx="491996" cy="550356"/>
          </a:xfrm>
        </p:grpSpPr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11BD9B9F-615D-2E33-614F-C2E95BE4F781}"/>
                </a:ext>
              </a:extLst>
            </p:cNvPr>
            <p:cNvSpPr/>
            <p:nvPr/>
          </p:nvSpPr>
          <p:spPr>
            <a:xfrm>
              <a:off x="5702858" y="3828810"/>
              <a:ext cx="157397" cy="55035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F38A91D-4957-0618-9730-62DDA4807803}"/>
                </a:ext>
              </a:extLst>
            </p:cNvPr>
            <p:cNvSpPr txBox="1"/>
            <p:nvPr/>
          </p:nvSpPr>
          <p:spPr>
            <a:xfrm>
              <a:off x="5887661" y="3932523"/>
              <a:ext cx="307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/>
                <a:t>2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D74C038-5EE3-047D-F6CB-91BCE39D4429}"/>
              </a:ext>
            </a:extLst>
          </p:cNvPr>
          <p:cNvGrpSpPr/>
          <p:nvPr/>
        </p:nvGrpSpPr>
        <p:grpSpPr>
          <a:xfrm>
            <a:off x="5485555" y="960568"/>
            <a:ext cx="491996" cy="652574"/>
            <a:chOff x="5702858" y="3828810"/>
            <a:chExt cx="491996" cy="550356"/>
          </a:xfrm>
        </p:grpSpPr>
        <p:sp>
          <p:nvSpPr>
            <p:cNvPr id="25" name="Right Brace 24">
              <a:extLst>
                <a:ext uri="{FF2B5EF4-FFF2-40B4-BE49-F238E27FC236}">
                  <a16:creationId xmlns:a16="http://schemas.microsoft.com/office/drawing/2014/main" id="{69704630-2BE7-2EC5-A9CF-996E86B5F124}"/>
                </a:ext>
              </a:extLst>
            </p:cNvPr>
            <p:cNvSpPr/>
            <p:nvPr/>
          </p:nvSpPr>
          <p:spPr>
            <a:xfrm>
              <a:off x="5702858" y="3828810"/>
              <a:ext cx="157397" cy="55035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1237FEE-F782-5534-20DC-F890672D844F}"/>
                </a:ext>
              </a:extLst>
            </p:cNvPr>
            <p:cNvSpPr txBox="1"/>
            <p:nvPr/>
          </p:nvSpPr>
          <p:spPr>
            <a:xfrm>
              <a:off x="5887661" y="3932523"/>
              <a:ext cx="307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/>
                <a:t>2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21464F5-300E-381A-F186-0DA6313A0C44}"/>
              </a:ext>
            </a:extLst>
          </p:cNvPr>
          <p:cNvGrpSpPr/>
          <p:nvPr/>
        </p:nvGrpSpPr>
        <p:grpSpPr>
          <a:xfrm>
            <a:off x="4991680" y="1706263"/>
            <a:ext cx="491996" cy="739384"/>
            <a:chOff x="5702858" y="3828810"/>
            <a:chExt cx="491996" cy="550356"/>
          </a:xfrm>
        </p:grpSpPr>
        <p:sp>
          <p:nvSpPr>
            <p:cNvPr id="29" name="Right Brace 28">
              <a:extLst>
                <a:ext uri="{FF2B5EF4-FFF2-40B4-BE49-F238E27FC236}">
                  <a16:creationId xmlns:a16="http://schemas.microsoft.com/office/drawing/2014/main" id="{9821246F-A105-D78E-781C-74A79F89C93F}"/>
                </a:ext>
              </a:extLst>
            </p:cNvPr>
            <p:cNvSpPr/>
            <p:nvPr/>
          </p:nvSpPr>
          <p:spPr>
            <a:xfrm>
              <a:off x="5702858" y="3828810"/>
              <a:ext cx="157397" cy="550356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B046D4E-1C8E-6068-F322-AA7A8A3C02B2}"/>
                </a:ext>
              </a:extLst>
            </p:cNvPr>
            <p:cNvSpPr txBox="1"/>
            <p:nvPr/>
          </p:nvSpPr>
          <p:spPr>
            <a:xfrm>
              <a:off x="5887661" y="3932523"/>
              <a:ext cx="307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/>
                <a:t>2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1AA064A-6A61-2C6E-2EAE-C0552CA50556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/>
                <a:cs typeface="Segoe UI"/>
              </a:rPr>
              <a:t>Offertory: 7 of 9</a:t>
            </a:r>
            <a:endParaRPr lang="en-SG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971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9D099-FB12-F110-5684-B2E06E1D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94545-9392-E349-4DA6-BCDA5D269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Hymn- </a:t>
            </a:r>
            <a:r>
              <a:rPr lang="en-GB" err="1">
                <a:latin typeface="Segoe UI"/>
                <a:cs typeface="Segoe UI"/>
              </a:rPr>
              <a:t>Ellam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ellam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daanamalle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CA1BDB-2693-1278-7DF2-8BB5A1A22A4A}"/>
              </a:ext>
            </a:extLst>
          </p:cNvPr>
          <p:cNvSpPr txBox="1"/>
          <p:nvPr/>
        </p:nvSpPr>
        <p:spPr>
          <a:xfrm>
            <a:off x="7449022" y="4835723"/>
            <a:ext cx="169079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/>
                <a:cs typeface="Segoe UI"/>
              </a:rPr>
              <a:t>Offertory: 8 of 9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622CABD-6A4D-5568-FAD0-B2F14767A834}"/>
              </a:ext>
            </a:extLst>
          </p:cNvPr>
          <p:cNvSpPr txBox="1">
            <a:spLocks/>
          </p:cNvSpPr>
          <p:nvPr/>
        </p:nvSpPr>
        <p:spPr>
          <a:xfrm>
            <a:off x="6237004" y="3951152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F7F0B52B-7C19-94D6-4C17-98DC7A87A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895923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790013-8F8F-FFC3-A185-FF4AA22E3679}"/>
              </a:ext>
            </a:extLst>
          </p:cNvPr>
          <p:cNvSpPr/>
          <p:nvPr/>
        </p:nvSpPr>
        <p:spPr>
          <a:xfrm>
            <a:off x="972065" y="860541"/>
            <a:ext cx="5623591" cy="166509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ellaam ellaam daa-nam-alle</a:t>
            </a:r>
            <a:br>
              <a:rPr lang="sv-SE" sz="2800">
                <a:latin typeface="Calibri"/>
                <a:ea typeface="Calibri"/>
                <a:cs typeface="Calibri"/>
              </a:rPr>
            </a:b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itho-nnum ente-thalla</a:t>
            </a:r>
            <a:br>
              <a:rPr lang="sv-SE" sz="2800">
                <a:latin typeface="Calibri"/>
                <a:ea typeface="Calibri"/>
                <a:cs typeface="Calibri"/>
              </a:rPr>
            </a:b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ellaam ellaam thann-ath-alle</a:t>
            </a:r>
            <a:br>
              <a:rPr lang="sv-SE" sz="2800">
                <a:latin typeface="Calibri"/>
                <a:ea typeface="Calibri"/>
                <a:cs typeface="Calibri"/>
              </a:rPr>
            </a:br>
            <a:r>
              <a:rPr lang="sv-SE" sz="2800" b="0" i="0">
                <a:effectLst/>
                <a:latin typeface="Calibri"/>
                <a:ea typeface="Calibri"/>
                <a:cs typeface="Calibri"/>
              </a:rPr>
              <a:t>itho-nnum njaan nediyathalla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9B83EF-0715-AF35-576C-F265EF76AC70}"/>
              </a:ext>
            </a:extLst>
          </p:cNvPr>
          <p:cNvSpPr txBox="1"/>
          <p:nvPr/>
        </p:nvSpPr>
        <p:spPr>
          <a:xfrm>
            <a:off x="975180" y="2661988"/>
            <a:ext cx="5751556" cy="1991944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ml-IN" sz="2000" i="0">
                <a:effectLst/>
                <a:latin typeface="ml-ttkarthika"/>
                <a:cs typeface="Kartika"/>
              </a:rPr>
              <a:t>എല്ലാം എല്ലാം ദാനമല്ലേ</a:t>
            </a:r>
            <a:br>
              <a:rPr lang="ml-IN" sz="2000">
                <a:latin typeface="ml-ttkarthika"/>
              </a:rPr>
            </a:br>
            <a:r>
              <a:rPr lang="ml-IN" sz="2000" i="0">
                <a:effectLst/>
                <a:latin typeface="ml-ttkarthika"/>
                <a:cs typeface="Kartika"/>
              </a:rPr>
              <a:t>ഇതൊന്നും എന്റേതല്ല</a:t>
            </a:r>
            <a:br>
              <a:rPr lang="ml-IN" sz="2000">
                <a:latin typeface="ml-ttkarthika"/>
              </a:rPr>
            </a:br>
            <a:r>
              <a:rPr lang="ml-IN" sz="2000" i="0">
                <a:effectLst/>
                <a:latin typeface="ml-ttkarthika"/>
                <a:cs typeface="Kartika"/>
              </a:rPr>
              <a:t>എല്ലാം എല്ലാം തന്നതല്ലേ</a:t>
            </a:r>
            <a:br>
              <a:rPr lang="ml-IN" sz="2000">
                <a:latin typeface="ml-ttkarthika"/>
              </a:rPr>
            </a:br>
            <a:r>
              <a:rPr lang="ml-IN" sz="2000" i="0">
                <a:effectLst/>
                <a:latin typeface="ml-ttkarthika"/>
                <a:cs typeface="Kartika"/>
              </a:rPr>
              <a:t>ഇതൊന്നും ഞാൻ നേടിയതല്ല</a:t>
            </a:r>
            <a:endParaRPr lang="en-US" sz="2000">
              <a:latin typeface="ml-ttkarthika"/>
              <a:cs typeface="Kartika"/>
            </a:endParaRPr>
          </a:p>
        </p:txBody>
      </p:sp>
    </p:spTree>
    <p:extLst>
      <p:ext uri="{BB962C8B-B14F-4D97-AF65-F5344CB8AC3E}">
        <p14:creationId xmlns:p14="http://schemas.microsoft.com/office/powerpoint/2010/main" val="2380195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B2232-CCF8-032A-629B-FE963BED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8A271-B279-C0A1-674F-6899FD2BC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Offertory Hymn- </a:t>
            </a:r>
            <a:r>
              <a:rPr lang="en-GB" err="1">
                <a:latin typeface="Segoe UI"/>
                <a:cs typeface="Segoe UI"/>
              </a:rPr>
              <a:t>Ellam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ellaam</a:t>
            </a:r>
            <a:r>
              <a:rPr lang="en-GB">
                <a:latin typeface="Segoe UI"/>
                <a:cs typeface="Segoe UI"/>
              </a:rPr>
              <a:t> </a:t>
            </a:r>
            <a:r>
              <a:rPr lang="en-GB" err="1">
                <a:latin typeface="Segoe UI"/>
                <a:cs typeface="Segoe UI"/>
              </a:rPr>
              <a:t>daanamalle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DB603-BCA8-2E77-EAF2-410D4709EF2B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/>
                <a:cs typeface="Segoe UI"/>
              </a:rPr>
              <a:t>Offertory: 9 of 9</a:t>
            </a:r>
            <a:endParaRPr lang="en-SG" sz="1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74687D5-68A2-B1A5-D103-79EB5CCFF2D2}"/>
              </a:ext>
            </a:extLst>
          </p:cNvPr>
          <p:cNvSpPr txBox="1">
            <a:spLocks/>
          </p:cNvSpPr>
          <p:nvPr/>
        </p:nvSpPr>
        <p:spPr>
          <a:xfrm>
            <a:off x="6237004" y="4099440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A4276343-237B-B999-493C-6B59BF2F4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004" y="1044211"/>
            <a:ext cx="2902809" cy="29748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A108D0C-1EB1-2A9A-60F9-078869C38E46}"/>
              </a:ext>
            </a:extLst>
          </p:cNvPr>
          <p:cNvSpPr/>
          <p:nvPr/>
        </p:nvSpPr>
        <p:spPr>
          <a:xfrm>
            <a:off x="0" y="741754"/>
            <a:ext cx="6937682" cy="212555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err="1">
                <a:latin typeface="Calibri"/>
                <a:ea typeface="Calibri"/>
                <a:cs typeface="Calibri"/>
              </a:rPr>
              <a:t>j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eevanum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jeeva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niyo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-gang-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alhum</a:t>
            </a:r>
            <a:br>
              <a:rPr lang="en-SG" sz="2800">
                <a:latin typeface="Calibri"/>
                <a:ea typeface="Calibri"/>
                <a:cs typeface="Calibri"/>
              </a:rPr>
            </a:br>
            <a:r>
              <a:rPr lang="en-SG" sz="2800" err="1">
                <a:latin typeface="Calibri"/>
                <a:ea typeface="Calibri"/>
                <a:cs typeface="Calibri"/>
              </a:rPr>
              <a:t>p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raanh-anum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praanha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prabha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-van-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galhum</a:t>
            </a:r>
            <a:br>
              <a:rPr lang="en-SG" sz="2800">
                <a:latin typeface="Calibri"/>
                <a:ea typeface="Calibri"/>
                <a:cs typeface="Calibri"/>
              </a:rPr>
            </a:br>
            <a:r>
              <a:rPr lang="en-SG" sz="2800" err="1">
                <a:latin typeface="Calibri"/>
                <a:ea typeface="Calibri"/>
                <a:cs typeface="Calibri"/>
              </a:rPr>
              <a:t>n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athhaa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nin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divyamaam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daanangalhalle</a:t>
            </a:r>
            <a:br>
              <a:rPr lang="en-SG" sz="2800">
                <a:latin typeface="Calibri"/>
                <a:ea typeface="Calibri"/>
                <a:cs typeface="Calibri"/>
              </a:rPr>
            </a:br>
            <a:r>
              <a:rPr lang="en-SG" sz="2800" err="1">
                <a:latin typeface="Calibri"/>
                <a:ea typeface="Calibri"/>
                <a:cs typeface="Calibri"/>
              </a:rPr>
              <a:t>i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thonnum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SG" sz="2800" b="0" i="0" err="1">
                <a:effectLst/>
                <a:latin typeface="Calibri"/>
                <a:ea typeface="Calibri"/>
                <a:cs typeface="Calibri"/>
              </a:rPr>
              <a:t>entethalla</a:t>
            </a:r>
            <a:r>
              <a:rPr lang="en-SG" sz="2800" b="0" i="0">
                <a:effectLst/>
                <a:latin typeface="Calibri"/>
                <a:ea typeface="Calibri"/>
                <a:cs typeface="Calibri"/>
              </a:rPr>
              <a:t>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sv-SE" sz="24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e</a:t>
            </a:r>
            <a:r>
              <a:rPr lang="sv-SE" sz="2400" b="0">
                <a:solidFill>
                  <a:srgbClr val="800000"/>
                </a:solidFill>
                <a:effectLst/>
                <a:latin typeface="Calibri"/>
                <a:ea typeface="Calibri"/>
                <a:cs typeface="Calibri"/>
              </a:rPr>
              <a:t>llaam ellaam daa-nam-alle </a:t>
            </a:r>
            <a:r>
              <a:rPr lang="sv-SE" sz="2400">
                <a:solidFill>
                  <a:srgbClr val="800000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sv-SE" sz="2400" b="0">
                <a:solidFill>
                  <a:srgbClr val="800000"/>
                </a:solidFill>
                <a:effectLst/>
                <a:latin typeface="Calibri"/>
                <a:ea typeface="Calibri"/>
                <a:cs typeface="Calibri"/>
              </a:rPr>
              <a:t>tho-nnum ente-thalla</a:t>
            </a:r>
            <a:endParaRPr lang="en-US" sz="2400">
              <a:solidFill>
                <a:srgbClr val="8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49F005-BBBE-4D79-DF82-EA83D892A829}"/>
              </a:ext>
            </a:extLst>
          </p:cNvPr>
          <p:cNvSpPr/>
          <p:nvPr/>
        </p:nvSpPr>
        <p:spPr>
          <a:xfrm>
            <a:off x="0" y="2744327"/>
            <a:ext cx="7759040" cy="2090866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defPPr>
              <a:defRPr lang="en-US"/>
            </a:defPPr>
            <a:lvl1pPr marL="0" lv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ml-IN" sz="2000" i="0">
                <a:effectLst/>
                <a:latin typeface="Kartika"/>
                <a:cs typeface="Kartika"/>
              </a:rPr>
              <a:t>ജീവനും ജീവനിയോഗങ്ങളും</a:t>
            </a:r>
            <a:br>
              <a:rPr lang="ml-IN" sz="200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000" i="0">
                <a:effectLst/>
                <a:latin typeface="Kartika"/>
                <a:cs typeface="Kartika"/>
              </a:rPr>
              <a:t>പ്രാണനും</a:t>
            </a:r>
            <a:r>
              <a:rPr lang="en-US" sz="2000" i="0">
                <a:effectLst/>
                <a:latin typeface="Kartika"/>
                <a:cs typeface="Kartika"/>
              </a:rPr>
              <a:t> </a:t>
            </a:r>
            <a:r>
              <a:rPr lang="ml-IN" sz="2000" i="0">
                <a:effectLst/>
                <a:latin typeface="Kartika"/>
                <a:cs typeface="Kartika"/>
              </a:rPr>
              <a:t>പ്രാണപ്രതാപങ്ങളും</a:t>
            </a:r>
            <a:r>
              <a:rPr lang="en-SG" sz="2000" i="0">
                <a:effectLst/>
                <a:latin typeface="Kartika"/>
                <a:cs typeface="Kartika"/>
              </a:rPr>
              <a:t> </a:t>
            </a:r>
            <a:br>
              <a:rPr lang="ml-IN" sz="200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000" i="0">
                <a:effectLst/>
                <a:latin typeface="Kartika"/>
                <a:cs typeface="Kartika"/>
              </a:rPr>
              <a:t>നാഥാ നിൻ ദിവ്യമാം</a:t>
            </a:r>
            <a:r>
              <a:rPr lang="en-US" sz="2000" i="0">
                <a:effectLst/>
                <a:latin typeface="Kartika"/>
                <a:cs typeface="Kartika"/>
              </a:rPr>
              <a:t> </a:t>
            </a:r>
            <a:r>
              <a:rPr lang="ml-IN" sz="2000" i="0">
                <a:effectLst/>
                <a:latin typeface="Kartika"/>
                <a:cs typeface="Kartika"/>
              </a:rPr>
              <a:t>ദാനങ്ങളല്ലേ</a:t>
            </a:r>
            <a:br>
              <a:rPr lang="ml-IN" sz="200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000" i="0">
                <a:effectLst/>
                <a:latin typeface="Kartika"/>
                <a:cs typeface="Kartika"/>
              </a:rPr>
              <a:t>ഇതൊന്നും എന്‍റെതല്ല</a:t>
            </a:r>
            <a:r>
              <a:rPr lang="en-SG" sz="2000" i="0">
                <a:effectLst/>
                <a:latin typeface="Kartika"/>
                <a:cs typeface="Kartika"/>
              </a:rPr>
              <a:t>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ml-IN" sz="1800">
                <a:solidFill>
                  <a:srgbClr val="800000"/>
                </a:solidFill>
                <a:effectLst/>
                <a:latin typeface="Kartika"/>
                <a:cs typeface="Kartika"/>
              </a:rPr>
              <a:t>എല്ലാം എല്ലാം ദാനമല്ലേ</a:t>
            </a:r>
            <a:r>
              <a:rPr lang="en-US" sz="1800">
                <a:solidFill>
                  <a:srgbClr val="800000"/>
                </a:solidFill>
                <a:effectLst/>
                <a:latin typeface="Kartika"/>
                <a:cs typeface="Kartika"/>
              </a:rPr>
              <a:t> </a:t>
            </a:r>
            <a:r>
              <a:rPr lang="ml-IN" sz="1800">
                <a:solidFill>
                  <a:srgbClr val="800000"/>
                </a:solidFill>
                <a:effectLst/>
                <a:latin typeface="Kartika"/>
                <a:cs typeface="Kartika"/>
              </a:rPr>
              <a:t>ഇതൊന്നും എന്റേതല്ല</a:t>
            </a:r>
            <a:endParaRPr lang="en-US" sz="1800">
              <a:solidFill>
                <a:srgbClr val="800000"/>
              </a:solidFill>
              <a:latin typeface="Kartika"/>
              <a:cs typeface="Kartika"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EAE6CFAC-09B8-0659-9090-A9387590DEFF}"/>
              </a:ext>
            </a:extLst>
          </p:cNvPr>
          <p:cNvSpPr/>
          <p:nvPr/>
        </p:nvSpPr>
        <p:spPr>
          <a:xfrm>
            <a:off x="5885094" y="1698543"/>
            <a:ext cx="142929" cy="709507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A15FFD-E331-9C9C-E108-D741A3409BD7}"/>
              </a:ext>
            </a:extLst>
          </p:cNvPr>
          <p:cNvSpPr txBox="1"/>
          <p:nvPr/>
        </p:nvSpPr>
        <p:spPr>
          <a:xfrm>
            <a:off x="6003994" y="1865182"/>
            <a:ext cx="46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A425F792-69A0-A4C5-EEEA-40BDC9E142AE}"/>
              </a:ext>
            </a:extLst>
          </p:cNvPr>
          <p:cNvSpPr/>
          <p:nvPr/>
        </p:nvSpPr>
        <p:spPr>
          <a:xfrm>
            <a:off x="5431675" y="3909390"/>
            <a:ext cx="208036" cy="81802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31B7DD-016C-72B2-FEA6-4C0751339D47}"/>
              </a:ext>
            </a:extLst>
          </p:cNvPr>
          <p:cNvSpPr txBox="1"/>
          <p:nvPr/>
        </p:nvSpPr>
        <p:spPr>
          <a:xfrm>
            <a:off x="5616686" y="4099170"/>
            <a:ext cx="270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97622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/>
          <p:nvPr/>
        </p:nvSpPr>
        <p:spPr>
          <a:xfrm>
            <a:off x="756000" y="1463290"/>
            <a:ext cx="7632000" cy="2216920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72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Message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Confession:</a:t>
            </a:r>
            <a:endParaRPr lang="en-GB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/>
            </a:endParaRP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US" sz="6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Hymn No 218</a:t>
            </a:r>
            <a:endParaRPr lang="en-GB" sz="6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itchFamily="82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/>
                <a:cs typeface="Segoe UI"/>
              </a:rPr>
              <a:t>Confession – Hymn No 218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</a:t>
            </a:r>
            <a:r>
              <a:rPr lang="en-SG" sz="14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nfess</a:t>
            </a: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ion: 1 of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77DC69-861D-71C3-8D7E-1FBAB11AC9BB}"/>
              </a:ext>
            </a:extLst>
          </p:cNvPr>
          <p:cNvSpPr/>
          <p:nvPr/>
        </p:nvSpPr>
        <p:spPr>
          <a:xfrm>
            <a:off x="875335" y="1472194"/>
            <a:ext cx="8376145" cy="9541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err="1">
                <a:ea typeface="+mn-lt"/>
                <a:cs typeface="+mn-lt"/>
              </a:rPr>
              <a:t>swantham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ninakkini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njaan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yeshu</a:t>
            </a:r>
            <a:r>
              <a:rPr lang="en-US" sz="2800">
                <a:ea typeface="+mn-lt"/>
                <a:cs typeface="+mn-lt"/>
              </a:rPr>
              <a:t> deva</a:t>
            </a:r>
            <a:br>
              <a:rPr lang="en-US" sz="2800">
                <a:ea typeface="+mn-lt"/>
                <a:cs typeface="+mn-lt"/>
              </a:rPr>
            </a:br>
            <a:r>
              <a:rPr lang="en-US" sz="2800" err="1">
                <a:ea typeface="+mn-lt"/>
                <a:cs typeface="+mn-lt"/>
              </a:rPr>
              <a:t>paapa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bandham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neekkennil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ninnen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priya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naathhaa</a:t>
            </a:r>
            <a:r>
              <a:rPr lang="en-US" sz="2800">
                <a:ea typeface="+mn-lt"/>
                <a:cs typeface="+mn-lt"/>
              </a:rPr>
              <a:t> (2)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B10497-B0AA-B0DC-AB88-37A061DE297C}"/>
              </a:ext>
            </a:extLst>
          </p:cNvPr>
          <p:cNvSpPr/>
          <p:nvPr/>
        </p:nvSpPr>
        <p:spPr>
          <a:xfrm>
            <a:off x="871148" y="2571750"/>
            <a:ext cx="8376145" cy="143885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err="1">
                <a:highlight>
                  <a:srgbClr val="FFFFFF"/>
                </a:highlight>
                <a:latin typeface="Kartika"/>
                <a:ea typeface="Lato"/>
                <a:cs typeface="Kartika"/>
              </a:rPr>
              <a:t>സ്വന്തം</a:t>
            </a:r>
            <a:r>
              <a:rPr lang="en-US" sz="2000">
                <a:highlight>
                  <a:srgbClr val="FFFFFF"/>
                </a:highlight>
                <a:latin typeface="Kartika"/>
                <a:ea typeface="Lato"/>
                <a:cs typeface="Kartika"/>
              </a:rPr>
              <a:t> </a:t>
            </a:r>
            <a:r>
              <a:rPr lang="en-US" sz="2000" err="1">
                <a:highlight>
                  <a:srgbClr val="FFFFFF"/>
                </a:highlight>
                <a:latin typeface="Kartika"/>
                <a:ea typeface="Lato"/>
                <a:cs typeface="Kartika"/>
              </a:rPr>
              <a:t>നിനക്കിനി</a:t>
            </a:r>
            <a:r>
              <a:rPr lang="en-US" sz="2000">
                <a:highlight>
                  <a:srgbClr val="FFFFFF"/>
                </a:highlight>
                <a:latin typeface="Kartika"/>
                <a:ea typeface="Lato"/>
                <a:cs typeface="Kartika"/>
              </a:rPr>
              <a:t> </a:t>
            </a:r>
            <a:r>
              <a:rPr lang="en-US" sz="2000" err="1">
                <a:highlight>
                  <a:srgbClr val="FFFFFF"/>
                </a:highlight>
                <a:latin typeface="Kartika"/>
                <a:ea typeface="Lato"/>
                <a:cs typeface="Kartika"/>
              </a:rPr>
              <a:t>ഞാ</a:t>
            </a:r>
            <a:r>
              <a:rPr lang="en-US" sz="2000">
                <a:highlight>
                  <a:srgbClr val="FFFFFF"/>
                </a:highlight>
                <a:latin typeface="Kartika"/>
                <a:ea typeface="Lato"/>
                <a:cs typeface="Kartika"/>
              </a:rPr>
              <a:t>ൻ </a:t>
            </a:r>
            <a:r>
              <a:rPr lang="en-US" sz="2000" err="1">
                <a:highlight>
                  <a:srgbClr val="FFFFFF"/>
                </a:highlight>
                <a:latin typeface="Kartika"/>
                <a:ea typeface="Lato"/>
                <a:cs typeface="Kartika"/>
              </a:rPr>
              <a:t>യേശുദേവാ</a:t>
            </a:r>
            <a:r>
              <a:rPr lang="en-US" sz="2000">
                <a:highlight>
                  <a:srgbClr val="FFFFFF"/>
                </a:highlight>
                <a:latin typeface="Kartika"/>
                <a:ea typeface="Lato"/>
                <a:cs typeface="Kartika"/>
              </a:rPr>
              <a:t>!</a:t>
            </a:r>
            <a:br>
              <a:rPr lang="en-US" sz="2000">
                <a:highlight>
                  <a:srgbClr val="FFFFFF"/>
                </a:highlight>
                <a:latin typeface="Kartika"/>
                <a:ea typeface="Lato"/>
                <a:cs typeface="Kartika"/>
              </a:rPr>
            </a:br>
            <a:r>
              <a:rPr lang="en-US" sz="2000" err="1">
                <a:highlight>
                  <a:srgbClr val="FFFFFF"/>
                </a:highlight>
                <a:latin typeface="Kartika"/>
                <a:ea typeface="Lato"/>
                <a:cs typeface="Kartika"/>
              </a:rPr>
              <a:t>പാപ</a:t>
            </a:r>
            <a:r>
              <a:rPr lang="en-US" sz="2000">
                <a:highlight>
                  <a:srgbClr val="FFFFFF"/>
                </a:highlight>
                <a:latin typeface="Kartika"/>
                <a:ea typeface="Lato"/>
                <a:cs typeface="Kartika"/>
              </a:rPr>
              <a:t> </a:t>
            </a:r>
            <a:r>
              <a:rPr lang="en-US" sz="2000" err="1">
                <a:highlight>
                  <a:srgbClr val="FFFFFF"/>
                </a:highlight>
                <a:latin typeface="Kartika"/>
                <a:ea typeface="Lato"/>
                <a:cs typeface="Kartika"/>
              </a:rPr>
              <a:t>ബന്ധം</a:t>
            </a:r>
            <a:r>
              <a:rPr lang="en-US" sz="2000">
                <a:highlight>
                  <a:srgbClr val="FFFFFF"/>
                </a:highlight>
                <a:latin typeface="Kartika"/>
                <a:ea typeface="Lato"/>
                <a:cs typeface="Kartika"/>
              </a:rPr>
              <a:t> </a:t>
            </a:r>
            <a:r>
              <a:rPr lang="en-US" sz="2000" err="1">
                <a:highlight>
                  <a:srgbClr val="FFFFFF"/>
                </a:highlight>
                <a:latin typeface="Kartika"/>
                <a:ea typeface="Lato"/>
                <a:cs typeface="Kartika"/>
              </a:rPr>
              <a:t>നീക്കെന്നി</a:t>
            </a:r>
            <a:r>
              <a:rPr lang="en-US" sz="2000">
                <a:highlight>
                  <a:srgbClr val="FFFFFF"/>
                </a:highlight>
                <a:latin typeface="Kartika"/>
                <a:ea typeface="Lato"/>
                <a:cs typeface="Kartika"/>
              </a:rPr>
              <a:t>ൽ </a:t>
            </a:r>
            <a:r>
              <a:rPr lang="en-US" sz="2000" err="1">
                <a:highlight>
                  <a:srgbClr val="FFFFFF"/>
                </a:highlight>
                <a:latin typeface="Kartika"/>
                <a:ea typeface="Lato"/>
                <a:cs typeface="Kartika"/>
              </a:rPr>
              <a:t>നിന്നെ</a:t>
            </a:r>
            <a:r>
              <a:rPr lang="en-US" sz="2000">
                <a:highlight>
                  <a:srgbClr val="FFFFFF"/>
                </a:highlight>
                <a:latin typeface="Kartika"/>
                <a:ea typeface="Lato"/>
                <a:cs typeface="Kartika"/>
              </a:rPr>
              <a:t>ൻ </a:t>
            </a:r>
            <a:r>
              <a:rPr lang="en-US" sz="2000" err="1">
                <a:highlight>
                  <a:srgbClr val="FFFFFF"/>
                </a:highlight>
                <a:latin typeface="Kartika"/>
                <a:ea typeface="Lato"/>
                <a:cs typeface="Kartika"/>
              </a:rPr>
              <a:t>പ്രിയനാഥാ</a:t>
            </a:r>
            <a:r>
              <a:rPr lang="en-US" sz="2000">
                <a:highlight>
                  <a:srgbClr val="FFFFFF"/>
                </a:highlight>
                <a:latin typeface="Kartika"/>
                <a:ea typeface="Lato"/>
                <a:cs typeface="Kartika"/>
              </a:rPr>
              <a:t> (2)</a:t>
            </a:r>
            <a:br>
              <a:rPr lang="en-US" sz="2000">
                <a:highlight>
                  <a:srgbClr val="FFFFFF"/>
                </a:highlight>
                <a:latin typeface="Kartika"/>
                <a:ea typeface="Lato"/>
                <a:cs typeface="Kartika"/>
              </a:rPr>
            </a:br>
            <a:endParaRPr lang="en-US" sz="2000">
              <a:highlight>
                <a:srgbClr val="FFFFFF"/>
              </a:highlight>
              <a:latin typeface="Kartika"/>
              <a:ea typeface="Lato"/>
              <a:cs typeface="Kartik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/>
          <p:nvPr/>
        </p:nvSpPr>
        <p:spPr>
          <a:xfrm>
            <a:off x="2004934" y="1543798"/>
            <a:ext cx="5134132" cy="102795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00000"/>
              <a:buFont typeface="Arial" panose="020B0604020202020204" pitchFamily="34" charset="0"/>
              <a:buNone/>
              <a:tabLst>
                <a:tab pos="1423880" algn="l"/>
              </a:tabLst>
            </a:pP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Holy Communion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/>
                <a:cs typeface="Segoe UI"/>
              </a:rPr>
              <a:t>Holy Communion 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313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213371" y="779867"/>
            <a:ext cx="6775133" cy="2037845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manassode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shaapa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maraththil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thoongiya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manuvele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daiva-jaatha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ninakkee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vedana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varuththi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vechath-ee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neechan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njaanayyo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 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306552" y="2804568"/>
            <a:ext cx="6541459" cy="20621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a\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tÊmsS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im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 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ac¯nÂ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Xq§nb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a\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pthte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ssZhPmXm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\n\¡o 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thZ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 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hcp¯nsh¨Xo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\oN³ Rm\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t¿m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D9904FA-4288-6E03-6DB0-3045A0C9D27A}"/>
              </a:ext>
            </a:extLst>
          </p:cNvPr>
          <p:cNvGrpSpPr/>
          <p:nvPr/>
        </p:nvGrpSpPr>
        <p:grpSpPr>
          <a:xfrm>
            <a:off x="6807521" y="3933515"/>
            <a:ext cx="529162" cy="606512"/>
            <a:chOff x="6596760" y="3989707"/>
            <a:chExt cx="529162" cy="606511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9D40F6BC-1902-3BF0-E1DF-11B3502A324E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D29625C-E751-3F0D-5465-733240A8FA46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C91F069-733B-59B6-7E58-E7A194907A16}"/>
              </a:ext>
            </a:extLst>
          </p:cNvPr>
          <p:cNvGrpSpPr/>
          <p:nvPr/>
        </p:nvGrpSpPr>
        <p:grpSpPr>
          <a:xfrm>
            <a:off x="7464267" y="1834172"/>
            <a:ext cx="529162" cy="606512"/>
            <a:chOff x="6596760" y="3989707"/>
            <a:chExt cx="529162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82B42DC3-E277-061A-6333-F3DB21BEA20A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5C9B7E-C428-6270-9D9B-638FE77FDBB7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C634CD7-7112-8536-A3E0-B31413030422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1: 1 of 7 </a:t>
            </a:r>
          </a:p>
        </p:txBody>
      </p:sp>
    </p:spTree>
    <p:extLst>
      <p:ext uri="{BB962C8B-B14F-4D97-AF65-F5344CB8AC3E}">
        <p14:creationId xmlns:p14="http://schemas.microsoft.com/office/powerpoint/2010/main" val="37799118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313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116875" y="776246"/>
            <a:ext cx="6678758" cy="2026998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paramaneethi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durithaththaal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arivan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ninnoru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neram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paraman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nee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athaal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ariyappettidaan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irrangi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vannallo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  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086586" y="2782866"/>
            <a:ext cx="6432946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]ca\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oXn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ZpcnX¯mses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¶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Acnhm³ 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ns¶mcpt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]ca³ \o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AXmÂ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Acnbs¸«nSm³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Cd§n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h¶tÃm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C2257F-9FD7-6451-4F97-AF3A39FF24FC}"/>
              </a:ext>
            </a:extLst>
          </p:cNvPr>
          <p:cNvGrpSpPr/>
          <p:nvPr/>
        </p:nvGrpSpPr>
        <p:grpSpPr>
          <a:xfrm>
            <a:off x="6992423" y="3812769"/>
            <a:ext cx="529162" cy="606512"/>
            <a:chOff x="6596760" y="3989707"/>
            <a:chExt cx="529162" cy="606511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16E1E50B-04B3-7035-7EC5-D0402C31889D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A7EA7D-A1AE-14B6-A270-867A730C1E2A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057502-663C-B5A6-AE2F-6B4BF310D543}"/>
              </a:ext>
            </a:extLst>
          </p:cNvPr>
          <p:cNvGrpSpPr/>
          <p:nvPr/>
        </p:nvGrpSpPr>
        <p:grpSpPr>
          <a:xfrm>
            <a:off x="6962635" y="1860755"/>
            <a:ext cx="550864" cy="606512"/>
            <a:chOff x="6596760" y="3989707"/>
            <a:chExt cx="529162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E5FD6D20-58DD-8ED8-B8C4-FF5B2642E0D4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8FB4BB-C2BD-3028-A95D-49DD026763E3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7E9C47B-1CEA-26E6-3D05-81C73EB70242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1: 2 of 7 </a:t>
            </a:r>
          </a:p>
        </p:txBody>
      </p:sp>
    </p:spTree>
    <p:extLst>
      <p:ext uri="{BB962C8B-B14F-4D97-AF65-F5344CB8AC3E}">
        <p14:creationId xmlns:p14="http://schemas.microsoft.com/office/powerpoint/2010/main" val="13477817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313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440673" y="855822"/>
            <a:ext cx="7702255" cy="2063169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malapole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shaapam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jwalichchirrangiya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nilaththin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paathakam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moolam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alinju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nee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shaapam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thalayil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kondidaan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valima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vittallo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439008" y="2782866"/>
            <a:ext cx="7708246" cy="18086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aet]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mse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im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]w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Pzen¨nd§nb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\ne¯n³ ]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mXIw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aqew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Aenªp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\o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im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]w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XebnÂ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sIm¬SoSm³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hena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hn«tÃm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! 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C2257F-9FD7-6451-4F97-AF3A39FF24FC}"/>
              </a:ext>
            </a:extLst>
          </p:cNvPr>
          <p:cNvGrpSpPr/>
          <p:nvPr/>
        </p:nvGrpSpPr>
        <p:grpSpPr>
          <a:xfrm>
            <a:off x="8005423" y="3763630"/>
            <a:ext cx="529162" cy="606512"/>
            <a:chOff x="6596760" y="3989707"/>
            <a:chExt cx="529162" cy="606511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16E1E50B-04B3-7035-7EC5-D0402C31889D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A7EA7D-A1AE-14B6-A270-867A730C1E2A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057502-663C-B5A6-AE2F-6B4BF310D543}"/>
              </a:ext>
            </a:extLst>
          </p:cNvPr>
          <p:cNvGrpSpPr/>
          <p:nvPr/>
        </p:nvGrpSpPr>
        <p:grpSpPr>
          <a:xfrm>
            <a:off x="7795632" y="1583387"/>
            <a:ext cx="529162" cy="606512"/>
            <a:chOff x="6596760" y="3989707"/>
            <a:chExt cx="529162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E5FD6D20-58DD-8ED8-B8C4-FF5B2642E0D4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8FB4BB-C2BD-3028-A95D-49DD026763E3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D1723F7-E45F-74A2-AD97-C9D0BCC98120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1: 3 of 7 </a:t>
            </a:r>
          </a:p>
        </p:txBody>
      </p:sp>
    </p:spTree>
    <p:extLst>
      <p:ext uri="{BB962C8B-B14F-4D97-AF65-F5344CB8AC3E}">
        <p14:creationId xmlns:p14="http://schemas.microsoft.com/office/powerpoint/2010/main" val="26313054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313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449513" y="826885"/>
            <a:ext cx="7091373" cy="2063169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nandiketta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narare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naraka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jwaalayil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nedaan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mannava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thiru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ponkuruthi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nee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chinthi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ninnallo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451528" y="2782866"/>
            <a:ext cx="540050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\\vZnsI« Cu \csc 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cI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-þ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PzmebnÂ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n¶p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t\Sm³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a¶h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Xncpþs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]m³IpcpXn \o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Nn´n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n¶tÃm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C2257F-9FD7-6451-4F97-AF3A39FF24FC}"/>
              </a:ext>
            </a:extLst>
          </p:cNvPr>
          <p:cNvGrpSpPr/>
          <p:nvPr/>
        </p:nvGrpSpPr>
        <p:grpSpPr>
          <a:xfrm>
            <a:off x="6450954" y="3728299"/>
            <a:ext cx="529162" cy="606512"/>
            <a:chOff x="6596760" y="3989707"/>
            <a:chExt cx="529162" cy="606511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16E1E50B-04B3-7035-7EC5-D0402C31889D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A7EA7D-A1AE-14B6-A270-867A730C1E2A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057502-663C-B5A6-AE2F-6B4BF310D543}"/>
              </a:ext>
            </a:extLst>
          </p:cNvPr>
          <p:cNvGrpSpPr/>
          <p:nvPr/>
        </p:nvGrpSpPr>
        <p:grpSpPr>
          <a:xfrm>
            <a:off x="6522551" y="1862086"/>
            <a:ext cx="529162" cy="606512"/>
            <a:chOff x="6596760" y="3989707"/>
            <a:chExt cx="529162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E5FD6D20-58DD-8ED8-B8C4-FF5B2642E0D4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8FB4BB-C2BD-3028-A95D-49DD026763E3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406A780-28AB-B0F1-52D1-CBAAC0E77D51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1: 4 of 7 </a:t>
            </a:r>
          </a:p>
        </p:txBody>
      </p:sp>
    </p:spTree>
    <p:extLst>
      <p:ext uri="{BB962C8B-B14F-4D97-AF65-F5344CB8AC3E}">
        <p14:creationId xmlns:p14="http://schemas.microsoft.com/office/powerpoint/2010/main" val="32225652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313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362255" y="776245"/>
            <a:ext cx="7475680" cy="17882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lnSpcReduction="1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34290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daiva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kopaththin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darshanam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vittu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endParaRPr lang="en-US">
              <a:solidFill>
                <a:prstClr val="black"/>
              </a:solidFill>
              <a:latin typeface="Segoe UI"/>
              <a:cs typeface="Segoe UI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paapi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njaan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olhichcheedaan</a:t>
            </a:r>
            <a:br>
              <a:rPr lang="en-US" sz="2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sarva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lokaththin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naayaka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nin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vi-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laavum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vinhdallo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423352" y="2782866"/>
            <a:ext cx="7731470" cy="18665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ssZhtIm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]¯n³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ZÀi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\w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hn«p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]m]n Rms\mfn¨oSm³ 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kÀÆ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temI¯n³ 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mbIm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\n³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hnþ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emhpw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hn¬StÃm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!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C2257F-9FD7-6451-4F97-AF3A39FF24FC}"/>
              </a:ext>
            </a:extLst>
          </p:cNvPr>
          <p:cNvGrpSpPr/>
          <p:nvPr/>
        </p:nvGrpSpPr>
        <p:grpSpPr>
          <a:xfrm>
            <a:off x="7323406" y="4055315"/>
            <a:ext cx="529162" cy="606512"/>
            <a:chOff x="6596760" y="3989707"/>
            <a:chExt cx="529162" cy="606511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16E1E50B-04B3-7035-7EC5-D0402C31889D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A7EA7D-A1AE-14B6-A270-867A730C1E2A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057502-663C-B5A6-AE2F-6B4BF310D543}"/>
              </a:ext>
            </a:extLst>
          </p:cNvPr>
          <p:cNvGrpSpPr/>
          <p:nvPr/>
        </p:nvGrpSpPr>
        <p:grpSpPr>
          <a:xfrm>
            <a:off x="6802545" y="1671311"/>
            <a:ext cx="529162" cy="715024"/>
            <a:chOff x="6596760" y="3989707"/>
            <a:chExt cx="529162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E5FD6D20-58DD-8ED8-B8C4-FF5B2642E0D4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8FB4BB-C2BD-3028-A95D-49DD026763E3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5C23F4D-BE61-DB8F-FA86-BB4AD065260A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1: 5 of 7 </a:t>
            </a:r>
          </a:p>
        </p:txBody>
      </p:sp>
    </p:spTree>
    <p:extLst>
      <p:ext uri="{BB962C8B-B14F-4D97-AF65-F5344CB8AC3E}">
        <p14:creationId xmlns:p14="http://schemas.microsoft.com/office/powerpoint/2010/main" val="3497896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313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516604" y="891992"/>
            <a:ext cx="7499755" cy="2026998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marichchavarkk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amruthaay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dehaththe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nurrukkiyo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jeevanaatha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murrinjudanja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thiru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meyyin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raktham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chorinjallo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paaril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525552" y="2782866"/>
            <a:ext cx="7628101" cy="18303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acn¨hÀ¡arXmbv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\n³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tZls¯þ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pdp¡ntbm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Poh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mYm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apdnªpS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ª \n³ Xncpsa¿n³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càw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sNmcnªtÃm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]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mcnÂ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C2257F-9FD7-6451-4F97-AF3A39FF24FC}"/>
              </a:ext>
            </a:extLst>
          </p:cNvPr>
          <p:cNvGrpSpPr/>
          <p:nvPr/>
        </p:nvGrpSpPr>
        <p:grpSpPr>
          <a:xfrm>
            <a:off x="7679596" y="3792226"/>
            <a:ext cx="529162" cy="606512"/>
            <a:chOff x="6596760" y="3989707"/>
            <a:chExt cx="529162" cy="606511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16E1E50B-04B3-7035-7EC5-D0402C31889D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A7EA7D-A1AE-14B6-A270-867A730C1E2A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057502-663C-B5A6-AE2F-6B4BF310D543}"/>
              </a:ext>
            </a:extLst>
          </p:cNvPr>
          <p:cNvGrpSpPr/>
          <p:nvPr/>
        </p:nvGrpSpPr>
        <p:grpSpPr>
          <a:xfrm>
            <a:off x="7839174" y="1908362"/>
            <a:ext cx="529162" cy="606512"/>
            <a:chOff x="6596760" y="3989707"/>
            <a:chExt cx="529162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E5FD6D20-58DD-8ED8-B8C4-FF5B2642E0D4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8FB4BB-C2BD-3028-A95D-49DD026763E3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230B4F7-9534-4985-6FD8-5573C6F8AB4F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1: 6 of 7 </a:t>
            </a:r>
          </a:p>
        </p:txBody>
      </p:sp>
    </p:spTree>
    <p:extLst>
      <p:ext uri="{BB962C8B-B14F-4D97-AF65-F5344CB8AC3E}">
        <p14:creationId xmlns:p14="http://schemas.microsoft.com/office/powerpoint/2010/main" val="6282797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313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1: 7 of 7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309035" y="841354"/>
            <a:ext cx="7632759" cy="2077637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arishta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paapi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thiru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punyangalhil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sharanham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vachu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vannayyo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thiru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prathimayaakkagathiye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kripa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nirranja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karthaave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398920" y="2782866"/>
            <a:ext cx="7735868" cy="18086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Acnã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]m]n \n³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Xncp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pWy§fnÂ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icWw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h¨p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h¶t¿m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Xncp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{]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Xnabm¡KXnsb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Ir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nd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ª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IÀ¯mth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C2257F-9FD7-6451-4F97-AF3A39FF24FC}"/>
              </a:ext>
            </a:extLst>
          </p:cNvPr>
          <p:cNvGrpSpPr/>
          <p:nvPr/>
        </p:nvGrpSpPr>
        <p:grpSpPr>
          <a:xfrm>
            <a:off x="5600112" y="3870777"/>
            <a:ext cx="529162" cy="606512"/>
            <a:chOff x="6596760" y="3989707"/>
            <a:chExt cx="529162" cy="606511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16E1E50B-04B3-7035-7EC5-D0402C31889D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A7EA7D-A1AE-14B6-A270-867A730C1E2A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057502-663C-B5A6-AE2F-6B4BF310D543}"/>
              </a:ext>
            </a:extLst>
          </p:cNvPr>
          <p:cNvGrpSpPr/>
          <p:nvPr/>
        </p:nvGrpSpPr>
        <p:grpSpPr>
          <a:xfrm>
            <a:off x="6277998" y="1885865"/>
            <a:ext cx="529162" cy="606512"/>
            <a:chOff x="6596760" y="3989707"/>
            <a:chExt cx="529162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E5FD6D20-58DD-8ED8-B8C4-FF5B2642E0D4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8FB4BB-C2BD-3028-A95D-49DD026763E3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38713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/>
                <a:cs typeface="Segoe UI"/>
              </a:rPr>
              <a:t>Holy Communion - Hymn No 194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Holy Communion Hymn – 194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</a:t>
            </a:r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1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722766" y="900905"/>
            <a:ext cx="7380165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ennullhil-ennum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vasichchiduvaan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swargga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mandapam </a:t>
            </a:r>
            <a:r>
              <a:rPr lang="en-US" sz="2800" err="1">
                <a:solidFill>
                  <a:prstClr val="black"/>
                </a:solidFill>
                <a:latin typeface="Segoe UI"/>
                <a:cs typeface="Segoe UI"/>
              </a:rPr>
              <a:t>vittirangi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-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vanna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unnathanaam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thanka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cs typeface="Segoe UI"/>
              </a:rPr>
              <a:t>praave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! nee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vannennil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adhivasikka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720439" y="2838450"/>
            <a:ext cx="8266469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6858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F¶pÅnse¶pw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hkn¨oSphm³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kzÀ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¤ </a:t>
            </a:r>
            <a:endParaRPr lang="en-US" sz="2800">
              <a:solidFill>
                <a:prstClr val="black"/>
              </a:solidFill>
              <a:latin typeface="ML-TTKarthika"/>
              <a:ea typeface="Calibri" panose="020F0502020204030204"/>
              <a:cs typeface="Calibri" panose="020F0502020204030204"/>
            </a:endParaRPr>
          </a:p>
          <a:p>
            <a:pPr marL="0" marR="0" lvl="0" indent="0" algn="l" defTabSz="6858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aWvU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]w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hn«nd§n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þ h¶ 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  <a:p>
            <a:pPr marL="0" marR="0" lvl="0" indent="0" algn="l" defTabSz="6858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D¶Xm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\mw X¦ {]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mth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! \o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hs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¶¶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nÂ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  <a:p>
            <a:pPr marL="0" marR="0" lvl="0" indent="0" algn="l" defTabSz="6858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F¶pa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[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nhkn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¡ 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75E0D8-694A-CB07-6B09-398DA46FDA6B}"/>
              </a:ext>
            </a:extLst>
          </p:cNvPr>
          <p:cNvGrpSpPr/>
          <p:nvPr/>
        </p:nvGrpSpPr>
        <p:grpSpPr>
          <a:xfrm>
            <a:off x="8007713" y="1899679"/>
            <a:ext cx="561448" cy="606511"/>
            <a:chOff x="7430089" y="1967090"/>
            <a:chExt cx="561448" cy="606511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5838226F-11CA-A288-72F4-F158AA55940A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CFDC81-2867-522A-2AE3-EF5326F24A7B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1D8DF25-F973-D99B-C822-4D9C54D3D554}"/>
              </a:ext>
            </a:extLst>
          </p:cNvPr>
          <p:cNvGrpSpPr/>
          <p:nvPr/>
        </p:nvGrpSpPr>
        <p:grpSpPr>
          <a:xfrm>
            <a:off x="7250331" y="3743766"/>
            <a:ext cx="561448" cy="606511"/>
            <a:chOff x="7430089" y="1967090"/>
            <a:chExt cx="561448" cy="606511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67265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Holy Communion Hymn – 194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</a:t>
            </a:r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2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262065" y="758913"/>
            <a:ext cx="8485579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thanka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cs typeface="Segoe UI"/>
              </a:rPr>
              <a:t>chirakadi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cs typeface="Segoe UI"/>
              </a:rPr>
              <a:t>ethra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cs typeface="Segoe UI"/>
              </a:rPr>
              <a:t>naal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kettittum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shanka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koodaathe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-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thallhi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sanketham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njaan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cs typeface="Segoe UI"/>
              </a:rPr>
              <a:t>kodu-ththanyarhkk-enn-orthitha</a:t>
            </a:r>
            <a:endParaRPr kumimoji="0" lang="en-US" sz="2800" b="0" i="0" u="none" strike="noStrike" kern="1200" cap="none" spc="0" normalizeH="0" baseline="0" noProof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sankadappettidunnu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166152" y="2838450"/>
            <a:ext cx="7850126" cy="210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X¦¨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ndISn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F{X\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mÄ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tI«n«pw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¦ 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IqSmsX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\ns¶ þ 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XÅn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kt¦Xw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Rm³ 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sImSp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¯\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yÀs¡t¶mÀ¯nXm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k¦Ss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¸«</a:t>
            </a:r>
            <a:r>
              <a:rPr kumimoji="0" lang="en-US" sz="3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nSp¶p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75E0D8-694A-CB07-6B09-398DA46FDA6B}"/>
              </a:ext>
            </a:extLst>
          </p:cNvPr>
          <p:cNvGrpSpPr/>
          <p:nvPr/>
        </p:nvGrpSpPr>
        <p:grpSpPr>
          <a:xfrm>
            <a:off x="8534400" y="1664038"/>
            <a:ext cx="561448" cy="606511"/>
            <a:chOff x="7430089" y="1967090"/>
            <a:chExt cx="561448" cy="606511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5838226F-11CA-A288-72F4-F158AA55940A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CFDC81-2867-522A-2AE3-EF5326F24A7B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1D8DF25-F973-D99B-C822-4D9C54D3D554}"/>
              </a:ext>
            </a:extLst>
          </p:cNvPr>
          <p:cNvGrpSpPr/>
          <p:nvPr/>
        </p:nvGrpSpPr>
        <p:grpSpPr>
          <a:xfrm>
            <a:off x="8026226" y="4060462"/>
            <a:ext cx="561448" cy="606511"/>
            <a:chOff x="7430089" y="1967090"/>
            <a:chExt cx="561448" cy="606511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08952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Holy Communion Hymn – 194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</a:t>
            </a:r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3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488352" y="931608"/>
            <a:ext cx="713550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karhththane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ethra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anugrahangalh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ayyo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nashtamaakki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eevidham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-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innum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kashtatha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thannil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va-layunnu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itha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thatti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unarththaname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496398" y="2838450"/>
            <a:ext cx="752906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IÀ¯t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\! F{X A\p{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Kl§ft¿m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jvSam¡o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Cu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[w þ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C¶pw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IjvSX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X¶nÂ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þ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hebp¶p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Rm\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nXm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X«nbpWÀ¯Wta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75E0D8-694A-CB07-6B09-398DA46FDA6B}"/>
              </a:ext>
            </a:extLst>
          </p:cNvPr>
          <p:cNvGrpSpPr/>
          <p:nvPr/>
        </p:nvGrpSpPr>
        <p:grpSpPr>
          <a:xfrm>
            <a:off x="7053975" y="1967411"/>
            <a:ext cx="561448" cy="606511"/>
            <a:chOff x="7430089" y="1967090"/>
            <a:chExt cx="561448" cy="606511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5838226F-11CA-A288-72F4-F158AA55940A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CFDC81-2867-522A-2AE3-EF5326F24A7B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1D8DF25-F973-D99B-C822-4D9C54D3D554}"/>
              </a:ext>
            </a:extLst>
          </p:cNvPr>
          <p:cNvGrpSpPr/>
          <p:nvPr/>
        </p:nvGrpSpPr>
        <p:grpSpPr>
          <a:xfrm>
            <a:off x="6353293" y="3836087"/>
            <a:ext cx="561448" cy="606511"/>
            <a:chOff x="7430089" y="1967090"/>
            <a:chExt cx="561448" cy="606511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61536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Holy Communion Hymn – 194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</a:t>
            </a:r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4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717747" y="900905"/>
            <a:ext cx="842755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shoonyavum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paazhumaay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thallhiyathaamee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mandiram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thannilinnu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– deva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vannu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paarhthu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shuddhi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cheythu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veettinte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nindayakattenhame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717672" y="2838450"/>
            <a:ext cx="842713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iq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yhpw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]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mgpambv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XÅnbXmao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\n³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vZncw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X¶nen¶p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þ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tZhm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h¶p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]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mÀ¯p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ip²nsNbvXp \n³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ho«nsâ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\n\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vZbItäWta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75E0D8-694A-CB07-6B09-398DA46FDA6B}"/>
              </a:ext>
            </a:extLst>
          </p:cNvPr>
          <p:cNvGrpSpPr/>
          <p:nvPr/>
        </p:nvGrpSpPr>
        <p:grpSpPr>
          <a:xfrm>
            <a:off x="8124634" y="1887835"/>
            <a:ext cx="561448" cy="606511"/>
            <a:chOff x="7430089" y="1967090"/>
            <a:chExt cx="561448" cy="606511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5838226F-11CA-A288-72F4-F158AA55940A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CFDC81-2867-522A-2AE3-EF5326F24A7B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1D8DF25-F973-D99B-C822-4D9C54D3D554}"/>
              </a:ext>
            </a:extLst>
          </p:cNvPr>
          <p:cNvGrpSpPr/>
          <p:nvPr/>
        </p:nvGrpSpPr>
        <p:grpSpPr>
          <a:xfrm>
            <a:off x="7258829" y="3832643"/>
            <a:ext cx="561448" cy="606511"/>
            <a:chOff x="7430089" y="1967090"/>
            <a:chExt cx="561448" cy="606511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57586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Holy Communion Hymn – 194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</a:t>
            </a:r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5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944972" y="900905"/>
            <a:ext cx="820896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jeevitham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innum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shariyaayittillayyo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jeevippikkum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karththane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-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vannu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jeevanum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shakthiyum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snehavum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thannenne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jeevippichcheedaname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952151" y="2983134"/>
            <a:ext cx="820184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PohnXan¶pw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icnbmbn«nÃt¿m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Pohn¸n¡pw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IÀ¯t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\! þ -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h¶p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Poh\pw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iànbpw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kvt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lhpw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Xs¶s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¶ 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Pohn¸n¨oSWta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75E0D8-694A-CB07-6B09-398DA46FDA6B}"/>
              </a:ext>
            </a:extLst>
          </p:cNvPr>
          <p:cNvGrpSpPr/>
          <p:nvPr/>
        </p:nvGrpSpPr>
        <p:grpSpPr>
          <a:xfrm>
            <a:off x="8008887" y="1880601"/>
            <a:ext cx="561448" cy="606511"/>
            <a:chOff x="7430089" y="1967090"/>
            <a:chExt cx="561448" cy="606511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5838226F-11CA-A288-72F4-F158AA55940A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CFDC81-2867-522A-2AE3-EF5326F24A7B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1D8DF25-F973-D99B-C822-4D9C54D3D554}"/>
              </a:ext>
            </a:extLst>
          </p:cNvPr>
          <p:cNvGrpSpPr/>
          <p:nvPr/>
        </p:nvGrpSpPr>
        <p:grpSpPr>
          <a:xfrm>
            <a:off x="7225184" y="3966303"/>
            <a:ext cx="561448" cy="606511"/>
            <a:chOff x="7430089" y="1967090"/>
            <a:chExt cx="561448" cy="606511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76979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Holy Communion Hymn – 194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</a:t>
            </a:r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6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1010080" y="857500"/>
            <a:ext cx="725405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shakthiyin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simhaasanam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athil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erri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-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sikunna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yeshu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raajan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–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ennil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shakthiyode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vannu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vaanhidum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neraththil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shakthanaay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jeevikkum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1067898" y="2852918"/>
            <a:ext cx="7015440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685800">
              <a:defRPr/>
            </a:pPr>
            <a:r>
              <a:rPr lang="en-US" sz="2800">
                <a:solidFill>
                  <a:prstClr val="black"/>
                </a:solidFill>
                <a:latin typeface="ML-TTKarthika"/>
              </a:rPr>
              <a:t>iànbn</a:t>
            </a:r>
            <a:r>
              <a:rPr lang="en-US" sz="2800">
                <a:solidFill>
                  <a:prstClr val="black"/>
                </a:solidFill>
                <a:latin typeface="ml-ttkarthika"/>
              </a:rPr>
              <a:t>³</a:t>
            </a:r>
            <a:r>
              <a:rPr lang="en-US" sz="2800">
                <a:solidFill>
                  <a:prstClr val="black"/>
                </a:solidFill>
                <a:latin typeface="ML-TTKarthika"/>
              </a:rPr>
              <a:t> 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knwlmk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aXntednh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þ</a:t>
            </a:r>
            <a:r>
              <a:rPr lang="en-US" sz="2800">
                <a:solidFill>
                  <a:prstClr val="black"/>
                </a:solidFill>
                <a:latin typeface="ML-TTKarthika"/>
              </a:rPr>
              <a:t> 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kn¡p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¶ tbipcmP³ þ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F¶nÂ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iàntbmsS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h¶p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hmWnSpw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t\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c¯nÂ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ià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\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mbv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Pohn¡pw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Rm³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75E0D8-694A-CB07-6B09-398DA46FDA6B}"/>
              </a:ext>
            </a:extLst>
          </p:cNvPr>
          <p:cNvGrpSpPr/>
          <p:nvPr/>
        </p:nvGrpSpPr>
        <p:grpSpPr>
          <a:xfrm>
            <a:off x="7813564" y="1764854"/>
            <a:ext cx="561448" cy="606511"/>
            <a:chOff x="7430089" y="1967090"/>
            <a:chExt cx="561448" cy="606511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5838226F-11CA-A288-72F4-F158AA55940A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CFDC81-2867-522A-2AE3-EF5326F24A7B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1D8DF25-F973-D99B-C822-4D9C54D3D554}"/>
              </a:ext>
            </a:extLst>
          </p:cNvPr>
          <p:cNvGrpSpPr/>
          <p:nvPr/>
        </p:nvGrpSpPr>
        <p:grpSpPr>
          <a:xfrm>
            <a:off x="7445540" y="3830805"/>
            <a:ext cx="561448" cy="606511"/>
            <a:chOff x="7430089" y="1967090"/>
            <a:chExt cx="561448" cy="606511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03839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Holy Communion Hymn – 194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</a:t>
            </a:r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7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863396" y="893670"/>
            <a:ext cx="828330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ennalankaara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vasthram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dharichcheedum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innumuthal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daivame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-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melaal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ennil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ashuddhanum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chelayillaaththonum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cherhnnu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varikayilla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865341" y="2838450"/>
            <a:ext cx="828865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F¶e¦mchkv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{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[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cn¨oSpw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Rm³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C¶papXÂ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ssZhta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þ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taemÂ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F¶neip²\pw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tNebnÃmt¯m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\pw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tNÀ¶p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hcnIbnÃ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75E0D8-694A-CB07-6B09-398DA46FDA6B}"/>
              </a:ext>
            </a:extLst>
          </p:cNvPr>
          <p:cNvGrpSpPr/>
          <p:nvPr/>
        </p:nvGrpSpPr>
        <p:grpSpPr>
          <a:xfrm>
            <a:off x="7878672" y="1895069"/>
            <a:ext cx="561448" cy="606511"/>
            <a:chOff x="7430089" y="1967090"/>
            <a:chExt cx="561448" cy="606511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5838226F-11CA-A288-72F4-F158AA55940A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CFDC81-2867-522A-2AE3-EF5326F24A7B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1D8DF25-F973-D99B-C822-4D9C54D3D554}"/>
              </a:ext>
            </a:extLst>
          </p:cNvPr>
          <p:cNvGrpSpPr/>
          <p:nvPr/>
        </p:nvGrpSpPr>
        <p:grpSpPr>
          <a:xfrm>
            <a:off x="6751173" y="3865139"/>
            <a:ext cx="561448" cy="606511"/>
            <a:chOff x="7430089" y="1967090"/>
            <a:chExt cx="561448" cy="606511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16008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Holy Communion Hymn – 194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7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BB913-9B65-46EC-B661-42A703EE22EC}"/>
              </a:ext>
            </a:extLst>
          </p:cNvPr>
          <p:cNvSpPr txBox="1"/>
          <p:nvPr/>
        </p:nvSpPr>
        <p:spPr>
          <a:xfrm>
            <a:off x="7036752" y="4796244"/>
            <a:ext cx="1944688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Communion </a:t>
            </a:r>
            <a:r>
              <a:rPr lang="en-US" sz="140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8 of 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D1D61E-8707-D640-6E3E-C82DD0FD2FA0}"/>
              </a:ext>
            </a:extLst>
          </p:cNvPr>
          <p:cNvSpPr/>
          <p:nvPr/>
        </p:nvSpPr>
        <p:spPr>
          <a:xfrm>
            <a:off x="792480" y="763455"/>
            <a:ext cx="740654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vidhaththil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paripaalikkappettidaan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daivaathmaave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vannennil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-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ennum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aavasichchu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thava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thejassaalennude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prashobhippikka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2683-AECA-33B6-F5AB-C8CBD215CF08}"/>
              </a:ext>
            </a:extLst>
          </p:cNvPr>
          <p:cNvSpPr/>
          <p:nvPr/>
        </p:nvSpPr>
        <p:spPr>
          <a:xfrm>
            <a:off x="792999" y="2838450"/>
            <a:ext cx="7283104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Cu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hn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[¯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nÂ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]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cn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]men¡s¸«nSm³ 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ssZhmßmth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!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hs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¶¶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nÂ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þ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F¶pw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Bhkn¨p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Xh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tXPÊmse¶psS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 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Poh³ {]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tim`n¸n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/>
              </a:rPr>
              <a:t>¡ 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75E0D8-694A-CB07-6B09-398DA46FDA6B}"/>
              </a:ext>
            </a:extLst>
          </p:cNvPr>
          <p:cNvGrpSpPr/>
          <p:nvPr/>
        </p:nvGrpSpPr>
        <p:grpSpPr>
          <a:xfrm>
            <a:off x="6757374" y="1837196"/>
            <a:ext cx="561448" cy="606511"/>
            <a:chOff x="7430089" y="1967090"/>
            <a:chExt cx="561448" cy="606511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5838226F-11CA-A288-72F4-F158AA55940A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CFDC81-2867-522A-2AE3-EF5326F24A7B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1D8DF25-F973-D99B-C822-4D9C54D3D554}"/>
              </a:ext>
            </a:extLst>
          </p:cNvPr>
          <p:cNvGrpSpPr/>
          <p:nvPr/>
        </p:nvGrpSpPr>
        <p:grpSpPr>
          <a:xfrm>
            <a:off x="6539774" y="3748014"/>
            <a:ext cx="561448" cy="606511"/>
            <a:chOff x="7430089" y="1967090"/>
            <a:chExt cx="561448" cy="606511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79E8809B-28EC-67C4-E6C8-4BDE909EB18F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9AA9E6-CB00-2AAD-CB53-573C96E04340}"/>
                </a:ext>
              </a:extLst>
            </p:cNvPr>
            <p:cNvSpPr txBox="1"/>
            <p:nvPr/>
          </p:nvSpPr>
          <p:spPr>
            <a:xfrm>
              <a:off x="7689851" y="205329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96616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all, indoor, table, decorated&#10;&#10;Description automatically generat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/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>
                <a:latin typeface="Segoe UI"/>
                <a:cs typeface="Segoe UI"/>
              </a:rPr>
              <a:t>Holy Communion - Hymn No 218</a:t>
            </a:r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95C8E-7366-0CF4-CBC8-91A6FEDC3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>
            <a:extLst>
              <a:ext uri="{FF2B5EF4-FFF2-40B4-BE49-F238E27FC236}">
                <a16:creationId xmlns:a16="http://schemas.microsoft.com/office/drawing/2014/main" id="{C9EE68C6-6DDD-11A6-76A4-0CAEFB0BC107}"/>
              </a:ext>
            </a:extLst>
          </p:cNvPr>
          <p:cNvSpPr txBox="1"/>
          <p:nvPr/>
        </p:nvSpPr>
        <p:spPr>
          <a:xfrm>
            <a:off x="477350" y="805637"/>
            <a:ext cx="8515706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800" err="1">
                <a:ea typeface="+mn-lt"/>
                <a:cs typeface="+mn-lt"/>
              </a:rPr>
              <a:t>swantham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ninakkini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njaan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yesudheva</a:t>
            </a:r>
            <a:r>
              <a:rPr lang="en-US" sz="2800">
                <a:ea typeface="+mn-lt"/>
                <a:cs typeface="+mn-lt"/>
              </a:rPr>
              <a:t>!</a:t>
            </a:r>
            <a:br>
              <a:rPr lang="en-US" sz="280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papa </a:t>
            </a:r>
            <a:r>
              <a:rPr lang="en-US" sz="2800" err="1">
                <a:ea typeface="+mn-lt"/>
                <a:cs typeface="+mn-lt"/>
              </a:rPr>
              <a:t>bandham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neekkennil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ninnen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priyanaathhaa</a:t>
            </a:r>
            <a:r>
              <a:rPr lang="en-US" sz="2800">
                <a:ea typeface="+mn-lt"/>
                <a:cs typeface="+mn-lt"/>
              </a:rPr>
              <a:t>!</a:t>
            </a:r>
            <a:r>
              <a:rPr lang="en-US" sz="2800">
                <a:latin typeface="Calibri"/>
                <a:ea typeface="+mn-lt"/>
                <a:cs typeface="+mn-lt"/>
              </a:rPr>
              <a:t> </a:t>
            </a:r>
            <a:r>
              <a:rPr lang="en-SG" sz="2400">
                <a:latin typeface="Calibri"/>
                <a:ea typeface="+mn-lt"/>
                <a:cs typeface="+mn-lt"/>
              </a:rPr>
              <a:t>(2)</a:t>
            </a:r>
            <a:endParaRPr lang="en-US" sz="2400">
              <a:latin typeface="Calibri"/>
              <a:ea typeface="+mn-lt"/>
              <a:cs typeface="+mn-lt"/>
            </a:endParaRPr>
          </a:p>
          <a:p>
            <a:pPr defTabSz="457200"/>
            <a:r>
              <a:rPr lang="en-US" sz="2800" err="1">
                <a:ea typeface="+mn-lt"/>
                <a:cs typeface="+mn-lt"/>
              </a:rPr>
              <a:t>santhoshamennu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peyin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vazhi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nadannen-athu</a:t>
            </a:r>
            <a:br>
              <a:rPr lang="en-US" sz="2800">
                <a:ea typeface="+mn-lt"/>
                <a:cs typeface="+mn-lt"/>
              </a:rPr>
            </a:br>
            <a:r>
              <a:rPr lang="en-US" sz="2800" err="1">
                <a:ea typeface="+mn-lt"/>
                <a:cs typeface="+mn-lt"/>
              </a:rPr>
              <a:t>chathivennunharrnnu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ninno-daduthu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vannen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SG" sz="2400">
                <a:latin typeface="Calibri"/>
                <a:ea typeface="+mn-lt"/>
                <a:cs typeface="+mn-lt"/>
              </a:rPr>
              <a:t>(2)</a:t>
            </a:r>
            <a:endParaRPr lang="en-US" sz="2400">
              <a:latin typeface="Calibri"/>
              <a:ea typeface="+mn-lt"/>
              <a:cs typeface="+mn-lt"/>
            </a:endParaRPr>
          </a:p>
          <a:p>
            <a:pPr defTabSz="457200"/>
            <a:endParaRPr lang="en-US" sz="2800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316C3C-3222-97CC-2F15-8B8842E3E41C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3: 1 of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693D100-51EE-AEAB-1934-C58F2387E880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218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E66AA-E715-FC87-0B9C-F1C472D05CD4}"/>
              </a:ext>
            </a:extLst>
          </p:cNvPr>
          <p:cNvSpPr txBox="1"/>
          <p:nvPr/>
        </p:nvSpPr>
        <p:spPr>
          <a:xfrm>
            <a:off x="477350" y="2743135"/>
            <a:ext cx="8103932" cy="93764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>
              <a:lnSpc>
                <a:spcPct val="150000"/>
              </a:lnSpc>
              <a:spcAft>
                <a:spcPts val="100"/>
              </a:spcAft>
            </a:pPr>
            <a:r>
              <a:rPr lang="en-SG" sz="2000" err="1">
                <a:latin typeface="ML-TTKarthika"/>
              </a:rPr>
              <a:t>സ്വന്തം</a:t>
            </a:r>
            <a:r>
              <a:rPr lang="en-SG" sz="2000">
                <a:latin typeface="ML-TTKarthika"/>
              </a:rPr>
              <a:t> </a:t>
            </a:r>
            <a:r>
              <a:rPr lang="en-SG" sz="2000" err="1">
                <a:latin typeface="ML-TTKarthika"/>
              </a:rPr>
              <a:t>നിനക്കിനി</a:t>
            </a:r>
            <a:r>
              <a:rPr lang="en-SG" sz="2000">
                <a:latin typeface="ML-TTKarthika"/>
              </a:rPr>
              <a:t> </a:t>
            </a:r>
            <a:r>
              <a:rPr lang="en-SG" sz="2000" err="1">
                <a:latin typeface="ML-TTKarthika"/>
              </a:rPr>
              <a:t>ഞാ</a:t>
            </a:r>
            <a:r>
              <a:rPr lang="en-SG" sz="2000">
                <a:latin typeface="ML-TTKarthika"/>
              </a:rPr>
              <a:t>ൻ </a:t>
            </a:r>
            <a:r>
              <a:rPr lang="en-SG" sz="2000" err="1">
                <a:latin typeface="ML-TTKarthika"/>
              </a:rPr>
              <a:t>യേശുദേവാ</a:t>
            </a:r>
            <a:r>
              <a:rPr lang="en-SG" sz="2000">
                <a:latin typeface="ML-TTKarthika"/>
              </a:rPr>
              <a:t>! </a:t>
            </a:r>
            <a:br>
              <a:rPr lang="en-SG" sz="2000">
                <a:latin typeface="ML-TTKarthika"/>
              </a:rPr>
            </a:br>
            <a:r>
              <a:rPr lang="en-SG" sz="2000" err="1">
                <a:latin typeface="ML-TTKarthika"/>
              </a:rPr>
              <a:t>പാപ</a:t>
            </a:r>
            <a:r>
              <a:rPr lang="en-SG" sz="2000">
                <a:latin typeface="ML-TTKarthika"/>
              </a:rPr>
              <a:t> </a:t>
            </a:r>
            <a:r>
              <a:rPr lang="en-SG" sz="2000" err="1">
                <a:latin typeface="ML-TTKarthika"/>
              </a:rPr>
              <a:t>ബന്ധം</a:t>
            </a:r>
            <a:r>
              <a:rPr lang="en-SG" sz="2000">
                <a:latin typeface="ML-TTKarthika"/>
              </a:rPr>
              <a:t> </a:t>
            </a:r>
            <a:r>
              <a:rPr lang="en-SG" sz="2000" err="1">
                <a:latin typeface="ML-TTKarthika"/>
              </a:rPr>
              <a:t>നീക്കെന്നി</a:t>
            </a:r>
            <a:r>
              <a:rPr lang="en-SG" sz="2000">
                <a:latin typeface="ML-TTKarthika"/>
              </a:rPr>
              <a:t>ൽ </a:t>
            </a:r>
            <a:r>
              <a:rPr lang="en-SG" sz="2000" err="1">
                <a:latin typeface="ML-TTKarthika"/>
              </a:rPr>
              <a:t>നിന്നെ</a:t>
            </a:r>
            <a:r>
              <a:rPr lang="en-SG" sz="2000">
                <a:latin typeface="ML-TTKarthika"/>
              </a:rPr>
              <a:t>ൻ </a:t>
            </a:r>
            <a:r>
              <a:rPr lang="en-SG" sz="2000" err="1">
                <a:latin typeface="ML-TTKarthika"/>
              </a:rPr>
              <a:t>പ്രിയനാഥാ</a:t>
            </a:r>
            <a:r>
              <a:rPr lang="en-SG" sz="2000">
                <a:latin typeface="ML-TTKarthika"/>
              </a:rPr>
              <a:t>! </a:t>
            </a:r>
            <a:r>
              <a:rPr lang="en-SG" sz="2400">
                <a:latin typeface="ML-TTKarthika"/>
              </a:rPr>
              <a:t>(2)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lang="en-SG" sz="2000" err="1">
                <a:latin typeface="ML-TTKarthika"/>
              </a:rPr>
              <a:t>സന്തോഷമെന്നു</a:t>
            </a:r>
            <a:r>
              <a:rPr lang="en-SG" sz="2000">
                <a:latin typeface="ML-TTKarthika"/>
              </a:rPr>
              <a:t> </a:t>
            </a:r>
            <a:r>
              <a:rPr lang="en-SG" sz="2000" err="1">
                <a:latin typeface="ML-TTKarthika"/>
              </a:rPr>
              <a:t>പേയി</a:t>
            </a:r>
            <a:r>
              <a:rPr lang="en-SG" sz="2000">
                <a:latin typeface="ML-TTKarthika"/>
              </a:rPr>
              <a:t>ൻ </a:t>
            </a:r>
            <a:r>
              <a:rPr lang="en-SG" sz="2000" err="1">
                <a:latin typeface="ML-TTKarthika"/>
              </a:rPr>
              <a:t>വഴി</a:t>
            </a:r>
            <a:r>
              <a:rPr lang="en-SG" sz="2000">
                <a:latin typeface="ML-TTKarthika"/>
              </a:rPr>
              <a:t> നടന്നേൻ--- </a:t>
            </a:r>
            <a:r>
              <a:rPr lang="en-SG" sz="2000" err="1">
                <a:latin typeface="ML-TTKarthika"/>
              </a:rPr>
              <a:t>അതു</a:t>
            </a:r>
            <a:br>
              <a:rPr lang="en-SG" sz="2000">
                <a:latin typeface="ML-TTKarthika"/>
              </a:rPr>
            </a:br>
            <a:r>
              <a:rPr lang="en-SG" sz="2000" err="1">
                <a:latin typeface="ML-TTKarthika"/>
              </a:rPr>
              <a:t>ചതിവെന്നുണർന്നു</a:t>
            </a:r>
            <a:r>
              <a:rPr lang="en-SG" sz="2000">
                <a:latin typeface="ML-TTKarthika"/>
              </a:rPr>
              <a:t> </a:t>
            </a:r>
            <a:r>
              <a:rPr lang="en-SG" sz="2000" err="1">
                <a:latin typeface="ML-TTKarthika"/>
              </a:rPr>
              <a:t>നിന്നോ-ടടുത്തു</a:t>
            </a:r>
            <a:r>
              <a:rPr lang="en-SG" sz="2000">
                <a:latin typeface="ML-TTKarthika"/>
              </a:rPr>
              <a:t> </a:t>
            </a:r>
            <a:r>
              <a:rPr lang="en-SG" sz="2000" err="1">
                <a:latin typeface="ML-TTKarthika"/>
              </a:rPr>
              <a:t>വന്നേ</a:t>
            </a:r>
            <a:r>
              <a:rPr lang="en-SG" sz="2000">
                <a:latin typeface="ML-TTKarthika"/>
              </a:rPr>
              <a:t>ൻ </a:t>
            </a:r>
            <a:r>
              <a:rPr lang="en-SG" sz="2400">
                <a:latin typeface="ML-TTKarthika"/>
              </a:rPr>
              <a:t>(2)</a:t>
            </a:r>
            <a:endParaRPr lang="en-US" sz="2400">
              <a:latin typeface="ML-TTKarthika"/>
            </a:endParaRPr>
          </a:p>
        </p:txBody>
      </p:sp>
    </p:spTree>
    <p:extLst>
      <p:ext uri="{BB962C8B-B14F-4D97-AF65-F5344CB8AC3E}">
        <p14:creationId xmlns:p14="http://schemas.microsoft.com/office/powerpoint/2010/main" val="32220534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082A5-1103-FB92-0305-55273AE69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>
            <a:extLst>
              <a:ext uri="{FF2B5EF4-FFF2-40B4-BE49-F238E27FC236}">
                <a16:creationId xmlns:a16="http://schemas.microsoft.com/office/drawing/2014/main" id="{C1F7DFB9-F8CA-9740-78EC-6A2B43AEB03D}"/>
              </a:ext>
            </a:extLst>
          </p:cNvPr>
          <p:cNvSpPr txBox="1"/>
          <p:nvPr/>
        </p:nvSpPr>
        <p:spPr>
          <a:xfrm>
            <a:off x="562182" y="758200"/>
            <a:ext cx="8300829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800" err="1">
                <a:ea typeface="+mn-lt"/>
                <a:cs typeface="+mn-lt"/>
              </a:rPr>
              <a:t>impam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paapam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tharum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ennarrinju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cheythen-athu</a:t>
            </a:r>
            <a:r>
              <a:rPr lang="en-US" sz="2800">
                <a:ea typeface="+mn-lt"/>
                <a:cs typeface="+mn-lt"/>
              </a:rPr>
              <a:t> </a:t>
            </a:r>
            <a:br>
              <a:rPr lang="en-US" sz="2800">
                <a:ea typeface="+mn-lt"/>
                <a:cs typeface="+mn-lt"/>
              </a:rPr>
            </a:br>
            <a:r>
              <a:rPr lang="en-US" sz="2800">
                <a:ea typeface="+mn-lt"/>
                <a:cs typeface="+mn-lt"/>
              </a:rPr>
              <a:t>earre </a:t>
            </a:r>
            <a:r>
              <a:rPr lang="en-US" sz="2800" err="1">
                <a:ea typeface="+mn-lt"/>
                <a:cs typeface="+mn-lt"/>
              </a:rPr>
              <a:t>thumpam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thannathaal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bhayannu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vannen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SG" sz="2400">
                <a:ea typeface="+mn-lt"/>
                <a:cs typeface="+mn-lt"/>
              </a:rPr>
              <a:t>(2)</a:t>
            </a:r>
            <a:endParaRPr lang="en-US" sz="2800">
              <a:ea typeface="+mn-lt"/>
              <a:cs typeface="+mn-lt"/>
            </a:endParaRPr>
          </a:p>
          <a:p>
            <a:pPr defTabSz="457200"/>
            <a:r>
              <a:rPr lang="en-US" sz="2800" err="1">
                <a:ea typeface="+mn-lt"/>
                <a:cs typeface="+mn-lt"/>
              </a:rPr>
              <a:t>lokam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thunhaykkumennu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chernnirunnen-athil</a:t>
            </a:r>
            <a:br>
              <a:rPr lang="en-US" sz="2800">
                <a:ea typeface="+mn-lt"/>
                <a:cs typeface="+mn-lt"/>
              </a:rPr>
            </a:br>
            <a:r>
              <a:rPr lang="en-US" sz="2800" err="1">
                <a:ea typeface="+mn-lt"/>
                <a:cs typeface="+mn-lt"/>
              </a:rPr>
              <a:t>ottum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sthirathayillaanjodi-vannen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SG" sz="2400">
                <a:ea typeface="+mn-lt"/>
                <a:cs typeface="+mn-lt"/>
              </a:rPr>
              <a:t>(2)</a:t>
            </a:r>
            <a:endParaRPr lang="en-US" sz="2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F4CD88-9A42-4E05-E628-D34A3FCE738C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3: 3 of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1BBEDD6-2E81-6F98-6372-90A09B70CEAE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218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16B4BC-A623-7640-59B1-1A02D720A110}"/>
              </a:ext>
            </a:extLst>
          </p:cNvPr>
          <p:cNvSpPr txBox="1"/>
          <p:nvPr/>
        </p:nvSpPr>
        <p:spPr>
          <a:xfrm>
            <a:off x="562182" y="2719898"/>
            <a:ext cx="8300782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>
              <a:lnSpc>
                <a:spcPct val="150000"/>
              </a:lnSpc>
            </a:pPr>
            <a:r>
              <a:rPr lang="en-SG" sz="2000">
                <a:latin typeface="ML-TTKarthika"/>
              </a:rPr>
              <a:t>ഇമ്പം പാപം തരുമെ-ന്നറിഞ്ഞു ചെയ്തേൻ- അതു</a:t>
            </a:r>
            <a:br>
              <a:rPr lang="en-SG" sz="2000">
                <a:latin typeface="ML-TTKarthika"/>
              </a:rPr>
            </a:br>
            <a:r>
              <a:rPr lang="en-SG" sz="2000">
                <a:latin typeface="ML-TTKarthika"/>
              </a:rPr>
              <a:t>ഏറെ തുമ്പം തന്നതാൽ ഭയന്നു വന്നേൻ </a:t>
            </a:r>
            <a:r>
              <a:rPr lang="en-SG" sz="2400">
                <a:latin typeface="ml-ttkarthika"/>
              </a:rPr>
              <a:t>(2)</a:t>
            </a:r>
          </a:p>
          <a:p>
            <a:pPr>
              <a:lnSpc>
                <a:spcPct val="150000"/>
              </a:lnSpc>
            </a:pPr>
            <a:r>
              <a:rPr lang="en-SG" sz="2000">
                <a:latin typeface="ML-TTKarthika"/>
              </a:rPr>
              <a:t>ലോകം തുണെക്കുമെന്നു ചേർന്നിരുന്നേൻ -അതിൽ</a:t>
            </a:r>
            <a:br>
              <a:rPr lang="en-SG" sz="2000">
                <a:latin typeface="ML-TTKarthika"/>
              </a:rPr>
            </a:br>
            <a:r>
              <a:rPr lang="en-SG" sz="2000">
                <a:latin typeface="ML-TTKarthika"/>
              </a:rPr>
              <a:t>ഒട്ടും സ്ഥിരതയില്ലാഞ്ഞോടിവന്നേൻ</a:t>
            </a:r>
            <a:r>
              <a:rPr lang="en-SG" sz="2000">
                <a:latin typeface="ML-TTKarthika"/>
                <a:ea typeface="Calibri"/>
                <a:cs typeface="Calibri"/>
              </a:rPr>
              <a:t> </a:t>
            </a:r>
            <a:r>
              <a:rPr lang="en-SG" sz="2400">
                <a:latin typeface="ml-ttkarthika"/>
                <a:ea typeface="Calibri"/>
                <a:cs typeface="Calibri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8435278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B9113-757D-9A47-F82B-3DAED02D8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>
            <a:extLst>
              <a:ext uri="{FF2B5EF4-FFF2-40B4-BE49-F238E27FC236}">
                <a16:creationId xmlns:a16="http://schemas.microsoft.com/office/drawing/2014/main" id="{1348C7F1-A392-22F3-3927-C197D8D410DE}"/>
              </a:ext>
            </a:extLst>
          </p:cNvPr>
          <p:cNvSpPr txBox="1"/>
          <p:nvPr/>
        </p:nvSpPr>
        <p:spPr>
          <a:xfrm>
            <a:off x="489935" y="923536"/>
            <a:ext cx="8655304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800" err="1">
                <a:ea typeface="+mn-lt"/>
                <a:cs typeface="+mn-lt"/>
              </a:rPr>
              <a:t>kaayam</a:t>
            </a:r>
            <a:r>
              <a:rPr lang="en-US" sz="2800">
                <a:ea typeface="+mn-lt"/>
                <a:cs typeface="+mn-lt"/>
              </a:rPr>
              <a:t> balam </a:t>
            </a:r>
            <a:r>
              <a:rPr lang="en-US" sz="2800" err="1">
                <a:ea typeface="+mn-lt"/>
                <a:cs typeface="+mn-lt"/>
              </a:rPr>
              <a:t>sukhavum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karutthil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vechen-ithin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kazhchayanithyam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enni-thaa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varunnen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SG" sz="2400">
                <a:ea typeface="+mn-lt"/>
                <a:cs typeface="+mn-lt"/>
              </a:rPr>
              <a:t>(2)</a:t>
            </a:r>
            <a:endParaRPr lang="en-US" sz="2800">
              <a:ea typeface="+mn-lt"/>
              <a:cs typeface="+mn-lt"/>
            </a:endParaRPr>
          </a:p>
          <a:p>
            <a:pPr defTabSz="457200"/>
            <a:r>
              <a:rPr lang="en-US" sz="2800" err="1">
                <a:ea typeface="+mn-lt"/>
                <a:cs typeface="+mn-lt"/>
              </a:rPr>
              <a:t>deham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jeevanum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nin</a:t>
            </a:r>
            <a:r>
              <a:rPr lang="en-US" sz="2800">
                <a:ea typeface="+mn-lt"/>
                <a:cs typeface="+mn-lt"/>
              </a:rPr>
              <a:t> mun </a:t>
            </a:r>
            <a:r>
              <a:rPr lang="en-US" sz="2800" err="1">
                <a:ea typeface="+mn-lt"/>
                <a:cs typeface="+mn-lt"/>
              </a:rPr>
              <a:t>kazhcha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vechen-ini</a:t>
            </a:r>
            <a:br>
              <a:rPr lang="en-US" sz="2800">
                <a:ea typeface="+mn-lt"/>
                <a:cs typeface="+mn-lt"/>
              </a:rPr>
            </a:br>
            <a:r>
              <a:rPr lang="en-US" sz="2800" err="1">
                <a:ea typeface="+mn-lt"/>
                <a:cs typeface="+mn-lt"/>
              </a:rPr>
              <a:t>cheyven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nin</a:t>
            </a:r>
            <a:r>
              <a:rPr lang="en-US" sz="2800">
                <a:ea typeface="+mn-lt"/>
                <a:cs typeface="+mn-lt"/>
              </a:rPr>
              <a:t> thirumanam pole </a:t>
            </a:r>
            <a:r>
              <a:rPr lang="en-US" sz="2800" err="1">
                <a:ea typeface="+mn-lt"/>
                <a:cs typeface="+mn-lt"/>
              </a:rPr>
              <a:t>ennum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SG" sz="2400">
                <a:ea typeface="+mn-lt"/>
                <a:cs typeface="+mn-lt"/>
              </a:rPr>
              <a:t>(2)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9536B7-B34A-1BAA-B241-5046808CAC02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3: 4 of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8A1797E-5F25-EE96-307D-CAC2443B3D82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218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11723-FA55-CDC6-CFD5-DFA8C85C2E13}"/>
              </a:ext>
            </a:extLst>
          </p:cNvPr>
          <p:cNvSpPr txBox="1"/>
          <p:nvPr/>
        </p:nvSpPr>
        <p:spPr>
          <a:xfrm>
            <a:off x="489935" y="2868446"/>
            <a:ext cx="8192832" cy="1705993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>
              <a:lnSpc>
                <a:spcPct val="150000"/>
              </a:lnSpc>
            </a:pPr>
            <a:r>
              <a:rPr lang="en-SG" sz="2000">
                <a:latin typeface="ML-TTKarthika"/>
              </a:rPr>
              <a:t>കായം ബലം സുഖവും കരുത്തിൽ വെച്ചേൻ -ഇതിൻ</a:t>
            </a:r>
            <a:br>
              <a:rPr lang="en-SG" sz="2000">
                <a:latin typeface="ML-TTKarthika"/>
              </a:rPr>
            </a:br>
            <a:r>
              <a:rPr lang="en-SG" sz="2000">
                <a:latin typeface="ML-TTKarthika"/>
              </a:rPr>
              <a:t>കാഴ്ചയനിത്യമെന്നി-താ വരുന്നേൻ  </a:t>
            </a:r>
            <a:r>
              <a:rPr lang="en-SG" sz="2400">
                <a:latin typeface="ml-ttkarthika"/>
              </a:rPr>
              <a:t>(2)</a:t>
            </a:r>
          </a:p>
          <a:p>
            <a:pPr>
              <a:lnSpc>
                <a:spcPct val="150000"/>
              </a:lnSpc>
            </a:pPr>
            <a:r>
              <a:rPr lang="en-SG" sz="2000" err="1">
                <a:latin typeface="ML-TTKarthika"/>
              </a:rPr>
              <a:t>ദേഹം</a:t>
            </a:r>
            <a:r>
              <a:rPr lang="en-SG" sz="2000">
                <a:latin typeface="ML-TTKarthika"/>
              </a:rPr>
              <a:t> </a:t>
            </a:r>
            <a:r>
              <a:rPr lang="en-SG" sz="2000" err="1">
                <a:latin typeface="ML-TTKarthika"/>
              </a:rPr>
              <a:t>ജീവനും</a:t>
            </a:r>
            <a:r>
              <a:rPr lang="en-SG" sz="2000">
                <a:latin typeface="ML-TTKarthika"/>
              </a:rPr>
              <a:t> </a:t>
            </a:r>
            <a:r>
              <a:rPr lang="en-SG" sz="2000" err="1">
                <a:latin typeface="ML-TTKarthika"/>
              </a:rPr>
              <a:t>നിന്മു</a:t>
            </a:r>
            <a:r>
              <a:rPr lang="en-SG" sz="2000">
                <a:latin typeface="ML-TTKarthika"/>
              </a:rPr>
              <a:t>ൻ </a:t>
            </a:r>
            <a:r>
              <a:rPr lang="en-SG" sz="2000" err="1">
                <a:latin typeface="ML-TTKarthika"/>
              </a:rPr>
              <a:t>കാഴ്ചവെച്ചേ</a:t>
            </a:r>
            <a:r>
              <a:rPr lang="en-SG" sz="2000">
                <a:latin typeface="ML-TTKarthika"/>
              </a:rPr>
              <a:t>ൻ- </a:t>
            </a:r>
            <a:r>
              <a:rPr lang="en-SG" sz="2000" err="1">
                <a:latin typeface="ML-TTKarthika"/>
              </a:rPr>
              <a:t>ഇനി</a:t>
            </a:r>
            <a:endParaRPr lang="en-US" sz="2000">
              <a:latin typeface="ML-TTKarthika"/>
            </a:endParaRPr>
          </a:p>
          <a:p>
            <a:pPr>
              <a:lnSpc>
                <a:spcPct val="150000"/>
              </a:lnSpc>
            </a:pPr>
            <a:r>
              <a:rPr lang="en-SG" sz="2000">
                <a:latin typeface="ML-TTKarthika"/>
              </a:rPr>
              <a:t>ചെയ്‌വേൻ നിന്തിരുമനം പോലെ എന്നും  </a:t>
            </a:r>
            <a:r>
              <a:rPr lang="en-SG" sz="2400">
                <a:latin typeface="ml-ttkarthika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5116412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70DAC-7368-1A85-50F8-B80B1BA30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4">
            <a:extLst>
              <a:ext uri="{FF2B5EF4-FFF2-40B4-BE49-F238E27FC236}">
                <a16:creationId xmlns:a16="http://schemas.microsoft.com/office/drawing/2014/main" id="{82B1EB4A-827C-F347-D847-BB197C154255}"/>
              </a:ext>
            </a:extLst>
          </p:cNvPr>
          <p:cNvSpPr txBox="1"/>
          <p:nvPr/>
        </p:nvSpPr>
        <p:spPr>
          <a:xfrm>
            <a:off x="455407" y="763362"/>
            <a:ext cx="8669772" cy="18086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sz="2800" err="1">
                <a:ea typeface="+mn-lt"/>
                <a:cs typeface="+mn-lt"/>
              </a:rPr>
              <a:t>shakthi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praapthi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dhanavum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kaazhcha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vechen-thiru</a:t>
            </a:r>
            <a:r>
              <a:rPr lang="en-US" sz="2800">
                <a:ea typeface="+mn-lt"/>
                <a:cs typeface="+mn-lt"/>
              </a:rPr>
              <a:t> </a:t>
            </a:r>
            <a:br>
              <a:rPr lang="en-US" sz="2800">
                <a:ea typeface="+mn-lt"/>
                <a:cs typeface="+mn-lt"/>
              </a:rPr>
            </a:br>
            <a:r>
              <a:rPr lang="en-US" sz="2800" err="1">
                <a:ea typeface="+mn-lt"/>
                <a:cs typeface="+mn-lt"/>
              </a:rPr>
              <a:t>santhosham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neduvaan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njaan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adutthu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vannen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SG" sz="2400">
                <a:ea typeface="+mn-lt"/>
                <a:cs typeface="+mn-lt"/>
              </a:rPr>
              <a:t>(2)</a:t>
            </a:r>
            <a:endParaRPr lang="en-US" sz="2800">
              <a:ea typeface="+mn-lt"/>
              <a:cs typeface="+mn-lt"/>
            </a:endParaRPr>
          </a:p>
          <a:p>
            <a:pPr defTabSz="457200"/>
            <a:r>
              <a:rPr lang="en-US" sz="2800" err="1">
                <a:ea typeface="+mn-lt"/>
                <a:cs typeface="+mn-lt"/>
              </a:rPr>
              <a:t>thaangi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nadatthenham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en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kartthaave</a:t>
            </a:r>
            <a:r>
              <a:rPr lang="en-US" sz="2800">
                <a:ea typeface="+mn-lt"/>
                <a:cs typeface="+mn-lt"/>
              </a:rPr>
              <a:t> –</a:t>
            </a:r>
            <a:r>
              <a:rPr lang="en-US" sz="2800" err="1">
                <a:ea typeface="+mn-lt"/>
                <a:cs typeface="+mn-lt"/>
              </a:rPr>
              <a:t>paaram</a:t>
            </a:r>
            <a:br>
              <a:rPr lang="en-US" sz="2800">
                <a:ea typeface="+mn-lt"/>
                <a:cs typeface="+mn-lt"/>
              </a:rPr>
            </a:br>
            <a:r>
              <a:rPr lang="en-US" sz="2800" err="1">
                <a:ea typeface="+mn-lt"/>
                <a:cs typeface="+mn-lt"/>
              </a:rPr>
              <a:t>thalharrnnithaa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vanneedunnen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err="1">
                <a:ea typeface="+mn-lt"/>
                <a:cs typeface="+mn-lt"/>
              </a:rPr>
              <a:t>dayavaaney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SG" sz="2400">
                <a:ea typeface="+mn-lt"/>
                <a:cs typeface="+mn-lt"/>
              </a:rPr>
              <a:t>(2)</a:t>
            </a:r>
            <a:endParaRPr lang="en-US" sz="2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7D47D9-09AE-4022-CCAD-2506EAA994FC}"/>
              </a:ext>
            </a:extLst>
          </p:cNvPr>
          <p:cNvSpPr txBox="1"/>
          <p:nvPr/>
        </p:nvSpPr>
        <p:spPr>
          <a:xfrm>
            <a:off x="6953251" y="4835724"/>
            <a:ext cx="2177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algn="r">
              <a:defRPr sz="1400">
                <a:solidFill>
                  <a:prstClr val="black"/>
                </a:solidFill>
              </a:defRPr>
            </a:lvl1pPr>
          </a:lstStyle>
          <a:p>
            <a:r>
              <a:rPr lang="en-US"/>
              <a:t>Communion 3: 5 of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007371-25E2-88D1-D6A7-BB5E245EDD7E}"/>
              </a:ext>
            </a:extLst>
          </p:cNvPr>
          <p:cNvSpPr txBox="1">
            <a:spLocks/>
          </p:cNvSpPr>
          <p:nvPr/>
        </p:nvSpPr>
        <p:spPr>
          <a:xfrm>
            <a:off x="-763" y="-17167"/>
            <a:ext cx="9144000" cy="486000"/>
          </a:xfrm>
          <a:prstGeom prst="rect">
            <a:avLst/>
          </a:prstGeo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>
              <a:lnSpc>
                <a:spcPct val="90000"/>
              </a:lnSpc>
              <a:spcBef>
                <a:spcPct val="0"/>
              </a:spcBef>
              <a:buNone/>
              <a:defRPr lang="en-US" sz="2400" b="0" i="0" dirty="0">
                <a:ea typeface="+mj-ea"/>
                <a:cs typeface="Segoe UI"/>
              </a:defRPr>
            </a:lvl1pPr>
          </a:lstStyle>
          <a:p>
            <a:r>
              <a:rPr lang="en-GB">
                <a:latin typeface="Segoe UI"/>
              </a:rPr>
              <a:t>Holy Communion - Hymn No 218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B9349A-9A7C-1F45-9E63-D2292D2E25E3}"/>
              </a:ext>
            </a:extLst>
          </p:cNvPr>
          <p:cNvSpPr txBox="1"/>
          <p:nvPr/>
        </p:nvSpPr>
        <p:spPr>
          <a:xfrm>
            <a:off x="455407" y="2580733"/>
            <a:ext cx="8240910" cy="1724135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>
            <a:lvl1pPr lvl="0">
              <a:defRPr/>
            </a:lvl1pPr>
          </a:lstStyle>
          <a:p>
            <a:pPr>
              <a:lnSpc>
                <a:spcPct val="150000"/>
              </a:lnSpc>
            </a:pPr>
            <a:r>
              <a:rPr lang="en-SG" sz="2000" err="1">
                <a:latin typeface="ML-TTKarthika"/>
              </a:rPr>
              <a:t>ശക്തി</a:t>
            </a:r>
            <a:r>
              <a:rPr lang="en-SG" sz="2000">
                <a:latin typeface="ML-TTKarthika"/>
              </a:rPr>
              <a:t> </a:t>
            </a:r>
            <a:r>
              <a:rPr lang="en-SG" sz="2000" err="1">
                <a:latin typeface="ML-TTKarthika"/>
              </a:rPr>
              <a:t>പ്രാപ്തി</a:t>
            </a:r>
            <a:r>
              <a:rPr lang="en-SG" sz="2000">
                <a:latin typeface="ML-TTKarthika"/>
              </a:rPr>
              <a:t> </a:t>
            </a:r>
            <a:r>
              <a:rPr lang="en-SG" sz="2000" err="1">
                <a:latin typeface="ML-TTKarthika"/>
              </a:rPr>
              <a:t>ധനവും</a:t>
            </a:r>
            <a:r>
              <a:rPr lang="en-SG" sz="2000">
                <a:latin typeface="ML-TTKarthika"/>
              </a:rPr>
              <a:t> </a:t>
            </a:r>
            <a:r>
              <a:rPr lang="en-SG" sz="2000" err="1">
                <a:latin typeface="ML-TTKarthika"/>
              </a:rPr>
              <a:t>കാഴ്ച</a:t>
            </a:r>
            <a:r>
              <a:rPr lang="en-SG" sz="2000">
                <a:latin typeface="ML-TTKarthika"/>
              </a:rPr>
              <a:t> </a:t>
            </a:r>
            <a:r>
              <a:rPr lang="en-SG" sz="2000" err="1">
                <a:latin typeface="ML-TTKarthika"/>
              </a:rPr>
              <a:t>വെച്ചേ</a:t>
            </a:r>
            <a:r>
              <a:rPr lang="en-SG" sz="2000">
                <a:latin typeface="ML-TTKarthika"/>
              </a:rPr>
              <a:t>ൻ- തിരു</a:t>
            </a:r>
            <a:br>
              <a:rPr lang="en-SG" sz="2000">
                <a:latin typeface="ML-TTKarthika"/>
              </a:rPr>
            </a:br>
            <a:r>
              <a:rPr lang="en-SG" sz="2000" err="1">
                <a:latin typeface="ML-TTKarthika"/>
              </a:rPr>
              <a:t>സന്തോഷം</a:t>
            </a:r>
            <a:r>
              <a:rPr lang="en-SG" sz="2000">
                <a:latin typeface="ML-TTKarthika"/>
              </a:rPr>
              <a:t> </a:t>
            </a:r>
            <a:r>
              <a:rPr lang="en-SG" sz="2000" err="1">
                <a:latin typeface="ML-TTKarthika"/>
              </a:rPr>
              <a:t>നേടുവാ</a:t>
            </a:r>
            <a:r>
              <a:rPr lang="en-SG" sz="2000">
                <a:latin typeface="ML-TTKarthika"/>
              </a:rPr>
              <a:t>ൻ </a:t>
            </a:r>
            <a:r>
              <a:rPr lang="en-SG" sz="2000" err="1">
                <a:latin typeface="ML-TTKarthika"/>
              </a:rPr>
              <a:t>ഞാ</a:t>
            </a:r>
            <a:r>
              <a:rPr lang="en-SG" sz="2000">
                <a:latin typeface="ML-TTKarthika"/>
              </a:rPr>
              <a:t>ൻ </a:t>
            </a:r>
            <a:r>
              <a:rPr lang="en-SG" sz="2000" err="1">
                <a:latin typeface="ML-TTKarthika"/>
              </a:rPr>
              <a:t>അടുത്തു</a:t>
            </a:r>
            <a:r>
              <a:rPr lang="en-SG" sz="2000">
                <a:latin typeface="ML-TTKarthika"/>
              </a:rPr>
              <a:t> </a:t>
            </a:r>
            <a:r>
              <a:rPr lang="en-SG" sz="2000" err="1">
                <a:latin typeface="ML-TTKarthika"/>
              </a:rPr>
              <a:t>വന്നേ</a:t>
            </a:r>
            <a:r>
              <a:rPr lang="en-SG" sz="2000">
                <a:latin typeface="ML-TTKarthika"/>
              </a:rPr>
              <a:t>ൻ  </a:t>
            </a:r>
            <a:r>
              <a:rPr lang="en-SG" sz="2400">
                <a:latin typeface="ml-ttkarthika"/>
              </a:rPr>
              <a:t>(2)</a:t>
            </a:r>
          </a:p>
          <a:p>
            <a:pPr>
              <a:lnSpc>
                <a:spcPct val="150000"/>
              </a:lnSpc>
            </a:pPr>
            <a:r>
              <a:rPr lang="en-SG" sz="2000" err="1">
                <a:latin typeface="ML-TTKarthika"/>
              </a:rPr>
              <a:t>താങ്ങി</a:t>
            </a:r>
            <a:r>
              <a:rPr lang="en-SG" sz="2000">
                <a:latin typeface="ML-TTKarthika"/>
              </a:rPr>
              <a:t> </a:t>
            </a:r>
            <a:r>
              <a:rPr lang="en-SG" sz="2000" err="1">
                <a:latin typeface="ML-TTKarthika"/>
              </a:rPr>
              <a:t>നടത്തേണം</a:t>
            </a:r>
            <a:r>
              <a:rPr lang="en-SG" sz="2000">
                <a:latin typeface="ML-TTKarthika"/>
              </a:rPr>
              <a:t> എൻ </a:t>
            </a:r>
            <a:r>
              <a:rPr lang="en-SG" sz="2000" err="1">
                <a:latin typeface="ML-TTKarthika"/>
              </a:rPr>
              <a:t>കർത്താവേ</a:t>
            </a:r>
            <a:r>
              <a:rPr lang="en-SG" sz="2000">
                <a:latin typeface="ML-TTKarthika"/>
              </a:rPr>
              <a:t> -</a:t>
            </a:r>
            <a:r>
              <a:rPr lang="en-SG" sz="2000" err="1">
                <a:latin typeface="ML-TTKarthika"/>
              </a:rPr>
              <a:t>പാരം</a:t>
            </a:r>
            <a:br>
              <a:rPr lang="en-SG" sz="2000">
                <a:latin typeface="ML-TTKarthika"/>
              </a:rPr>
            </a:br>
            <a:r>
              <a:rPr lang="en-SG" sz="2000" err="1">
                <a:latin typeface="ML-TTKarthika"/>
              </a:rPr>
              <a:t>തളർന്നിതാ</a:t>
            </a:r>
            <a:r>
              <a:rPr lang="en-SG" sz="2000">
                <a:latin typeface="ML-TTKarthika"/>
              </a:rPr>
              <a:t> </a:t>
            </a:r>
            <a:r>
              <a:rPr lang="en-SG" sz="2000" err="1">
                <a:latin typeface="ML-TTKarthika"/>
              </a:rPr>
              <a:t>വന്നീടുന്നേ</a:t>
            </a:r>
            <a:r>
              <a:rPr lang="en-SG" sz="2000">
                <a:latin typeface="ML-TTKarthika"/>
              </a:rPr>
              <a:t>ൻ </a:t>
            </a:r>
            <a:r>
              <a:rPr lang="en-SG" sz="2000" err="1">
                <a:latin typeface="ML-TTKarthika"/>
              </a:rPr>
              <a:t>ദയവാനേ</a:t>
            </a:r>
            <a:r>
              <a:rPr lang="en-SG" sz="2000">
                <a:latin typeface="ML-TTKarthika"/>
              </a:rPr>
              <a:t>  </a:t>
            </a:r>
            <a:r>
              <a:rPr lang="en-SG" sz="2400">
                <a:latin typeface="ml-ttkarthika"/>
              </a:rPr>
              <a:t>(2)</a:t>
            </a:r>
          </a:p>
          <a:p>
            <a:pPr>
              <a:lnSpc>
                <a:spcPct val="150000"/>
              </a:lnSpc>
            </a:pPr>
            <a:endParaRPr lang="en-SG" sz="2400">
              <a:latin typeface="ML-TTKarthika"/>
              <a:cs typeface="Kartika"/>
            </a:endParaRPr>
          </a:p>
        </p:txBody>
      </p:sp>
    </p:spTree>
    <p:extLst>
      <p:ext uri="{BB962C8B-B14F-4D97-AF65-F5344CB8AC3E}">
        <p14:creationId xmlns:p14="http://schemas.microsoft.com/office/powerpoint/2010/main" val="30674390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Hymn No. 416</a:t>
            </a:r>
            <a:endParaRPr lang="en-US">
              <a:latin typeface="+mn-lt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57917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Communion: Hymn No. </a:t>
            </a:r>
            <a:r>
              <a:rPr lang="en-US">
                <a:latin typeface="Calibri"/>
                <a:ea typeface="Calibri"/>
                <a:cs typeface="Calibri"/>
              </a:rPr>
              <a:t>416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1 of 12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167693" y="859379"/>
            <a:ext cx="880861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-51593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rakshippaan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unnatham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vittu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51593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mannil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karhththaave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marR="0" lvl="0" indent="-51593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swarggaththil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ninniha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konhdu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51593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vannathu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snehame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1464415" y="2661848"/>
            <a:ext cx="621517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Fs¶ c£n-¸m³ D¶Xw hn«p </a:t>
            </a:r>
          </a:p>
          <a:p>
            <a:r>
              <a:rPr lang="pt-B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a¶nÂ h¶ IÀ¯mth! </a:t>
            </a:r>
          </a:p>
          <a:p>
            <a:r>
              <a:rPr lang="pt-B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\ns¶ kzÀ¤-¯nÂ \n¶n-l-sIm¬Sp </a:t>
            </a:r>
          </a:p>
          <a:p>
            <a:r>
              <a:rPr lang="pt-B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h¶Xp \n³ kvt\lta! </a:t>
            </a:r>
            <a:endParaRPr lang="pt-BR" sz="2800" i="1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9735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2 of 12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594704" y="828899"/>
            <a:ext cx="795459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aakarrshikka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marichcha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krooshinkal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indent="-608013" defTabSz="685800"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aakarrshikka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murrinja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maarrvinkal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1769724" y="2787723"/>
            <a:ext cx="56045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\o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acn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¨ {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Iqin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apdn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ª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amÀÆn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  <a:endParaRPr lang="pt-BR" sz="2800" i="1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5300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3 of 12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396267" y="1011779"/>
            <a:ext cx="836670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-6985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naavukonhdu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chollaavathinmel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nee</a:t>
            </a:r>
          </a:p>
          <a:p>
            <a:pPr marL="1773238" marR="0" lvl="0" indent="-6985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noven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perrkkaayettallo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marR="0" lvl="0" indent="-6985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ee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vidham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sneham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jeevanaathha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 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ee</a:t>
            </a:r>
          </a:p>
          <a:p>
            <a:pPr marL="1773238" marR="0" lvl="0" indent="-6985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bhoovilaarkkum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illaho!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1464415" y="2989508"/>
            <a:ext cx="621517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\mhp-sIm¬Sp sNmÃm-h-Xn-t·Â \o </a:t>
            </a:r>
          </a:p>
          <a:p>
            <a:r>
              <a:rPr lang="de-DE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t\msh³ t]À¡mtbätÃm </a:t>
            </a:r>
          </a:p>
          <a:p>
            <a:r>
              <a:rPr lang="pl-PL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Cu hn[w kvt\lw Poh-\mYm! Cu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`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qhn-emÀ¡p-an-Ãtlm!þ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pt-BR" sz="2800" i="1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2546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4 of 12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602324" y="790799"/>
            <a:ext cx="795459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aakarrshikka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marichcha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krooshinkal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indent="-608013" defTabSz="685800"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aakarrshikka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murrinja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maarrvinkal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1769724" y="2661848"/>
            <a:ext cx="56045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¡ Fs¶ -{]n-b- c-£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\o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acn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¨ {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Iqin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¡ Fs¶- {]n-b-c-£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apdn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ª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amÀÆn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  <a:endParaRPr lang="pt-BR" sz="2800" i="1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1711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5 of 12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404550" y="859711"/>
            <a:ext cx="836670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-7000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ninkalekkenne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aakarshippaanaay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7000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rogamaam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doothane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marR="0" lvl="0" indent="-7000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karaththaal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nee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enkal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ayachcha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700088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kripaykkaay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sthothrame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1464415" y="2661848"/>
            <a:ext cx="621517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\n¦-te-s¡s¶ BIÀjn-¸m-\mbv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tcmKamw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\n³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ZqXs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 </a:t>
            </a:r>
          </a:p>
          <a:p>
            <a:r>
              <a:rPr lang="pt-B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\n³I-c-¯mÂ \o F¦Â Ab¨ </a:t>
            </a:r>
          </a:p>
          <a:p>
            <a:r>
              <a:rPr lang="pt-B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\n³ Ir]-bv¡mbv kvtXm{X-saþ </a:t>
            </a:r>
            <a:endParaRPr lang="pt-BR" sz="2800" i="1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9100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6 of 12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BD84B9-2881-068E-2F03-CAA0A6B8582F}"/>
              </a:ext>
            </a:extLst>
          </p:cNvPr>
          <p:cNvSpPr/>
          <p:nvPr/>
        </p:nvSpPr>
        <p:spPr>
          <a:xfrm>
            <a:off x="602324" y="790799"/>
            <a:ext cx="795459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aakarrshikka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marichcha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krooshinkal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indent="-608013" defTabSz="685800"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aakarrshikka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murrinja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maarrvinkal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0035AF-7900-42D2-1AF6-AD8C06DCB310}"/>
              </a:ext>
            </a:extLst>
          </p:cNvPr>
          <p:cNvSpPr/>
          <p:nvPr/>
        </p:nvSpPr>
        <p:spPr>
          <a:xfrm>
            <a:off x="1769724" y="2661848"/>
            <a:ext cx="56045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¡ Fs¶- {]n-b-c-£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\o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acn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¨ {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Iqin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¡ Fs¶- {]n-b-c-£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apdn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ª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amÀÆn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  <a:endParaRPr lang="pt-BR" sz="2800" i="1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1189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7 of 12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1437602" y="753664"/>
            <a:ext cx="7404562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R="0" lvl="0" indent="571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nin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swaroopathod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anuroopamaay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R="0" lvl="0" indent="571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/>
                <a:cs typeface="Segoe UI"/>
              </a:rPr>
              <a:t>varuvaan</a:t>
            </a:r>
            <a:r>
              <a:rPr lang="en-US" sz="280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cs typeface="Segoe UI"/>
              </a:rPr>
              <a:t>naalhil</a:t>
            </a:r>
            <a:r>
              <a:rPr lang="en-US" sz="2800">
                <a:solidFill>
                  <a:prstClr val="black"/>
                </a:solidFill>
                <a:latin typeface="Segoe UI"/>
                <a:cs typeface="Segoe UI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/>
                <a:cs typeface="Segoe UI"/>
              </a:rPr>
              <a:t>naalhil</a:t>
            </a:r>
            <a:endParaRPr lang="en-US" sz="2800">
              <a:solidFill>
                <a:prstClr val="black"/>
              </a:solidFill>
              <a:latin typeface="Segoe UI"/>
              <a:cs typeface="Segoe UI"/>
            </a:endParaRPr>
          </a:p>
          <a:p>
            <a:pPr marR="0" lvl="0" indent="571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choric-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aathmaavin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varangalh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ennum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R="0" lvl="0" indent="571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>
                <a:solidFill>
                  <a:prstClr val="black"/>
                </a:solidFill>
                <a:latin typeface="Segoe UI"/>
                <a:cs typeface="Segoe UI"/>
              </a:rPr>
              <a:t>nirravaay </a:t>
            </a:r>
            <a:r>
              <a:rPr lang="en-US" sz="2800" err="1">
                <a:solidFill>
                  <a:prstClr val="black"/>
                </a:solidFill>
                <a:latin typeface="Segoe UI"/>
                <a:cs typeface="Segoe UI"/>
              </a:rPr>
              <a:t>neeyennullhil</a:t>
            </a:r>
            <a:endParaRPr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1464415" y="2661848"/>
            <a:ext cx="6215170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2800" b="0" i="0" u="none" strike="noStrike" baseline="0">
                <a:solidFill>
                  <a:srgbClr val="000000"/>
                </a:solidFill>
                <a:latin typeface="ML-TTKarthika"/>
              </a:rPr>
              <a:t>\n³ kzcq-]-t¯m-S-\p-cq-]-ambv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/>
              </a:rPr>
              <a:t>hcp-hm³ 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mfnÂ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/>
              </a:rPr>
              <a:t> 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mfnÂ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/>
              </a:rPr>
              <a:t> </a:t>
            </a:r>
          </a:p>
          <a:p>
            <a:r>
              <a:rPr lang="de-DE" sz="2800" b="0" i="0" u="none" strike="noStrike" baseline="0">
                <a:solidFill>
                  <a:srgbClr val="000000"/>
                </a:solidFill>
                <a:latin typeface="ML-TTKarthika"/>
              </a:rPr>
              <a:t>sNcn-Im-ßm-hn³ hc-§Ä F¶pw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/>
              </a:rPr>
              <a:t>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nd-hmbv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/>
              </a:rPr>
              <a:t> 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osb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/>
              </a:rPr>
              <a:t>-¶p-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/>
              </a:rPr>
              <a:t>ÅnÂþ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/>
              </a:rPr>
              <a:t> </a:t>
            </a:r>
            <a:endParaRPr lang="pt-BR" sz="2800" i="1">
              <a:latin typeface="ML-TTKarthik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771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8 of 12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60CC97-F37E-765F-ADEA-5E10AA340527}"/>
              </a:ext>
            </a:extLst>
          </p:cNvPr>
          <p:cNvSpPr/>
          <p:nvPr/>
        </p:nvSpPr>
        <p:spPr>
          <a:xfrm>
            <a:off x="602324" y="790799"/>
            <a:ext cx="795459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aakarrshikka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marichcha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krooshinkal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indent="-608013" defTabSz="685800"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aakarrshikka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murrinja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maarrvinkal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B5D81B-5F3D-7410-5504-D56EB8E05C79}"/>
              </a:ext>
            </a:extLst>
          </p:cNvPr>
          <p:cNvSpPr/>
          <p:nvPr/>
        </p:nvSpPr>
        <p:spPr>
          <a:xfrm>
            <a:off x="1769724" y="2661848"/>
            <a:ext cx="56045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¡ Fs¶- {]n-b-c-£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\o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acn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¨ {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Iqin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¡ Fs¶- {]n-b-c-£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apdn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ª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amÀÆn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  <a:endParaRPr lang="pt-BR" sz="2800" i="1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2640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9 of 12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233039" y="1029493"/>
            <a:ext cx="830179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-2460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jeevanullhathaam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daivavachanam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2460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sarvaneravumente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marR="0" lvl="0" indent="-2460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paavan-aahaaram-aavathin-ennum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2460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divyakripa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nalkuka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1777675" y="2948095"/>
            <a:ext cx="56045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Poh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-\p-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ÅXmw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ssZh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-h-N\w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kÀÆ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-t\-c-hp-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sasâ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mh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-\m-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lm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-c-am-h-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Xn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-s\¶pw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Znhy-Ir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] 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evIp-Iþ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pt-BR" sz="2800" i="1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6310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10 of 12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D049FE-F3E4-D516-B733-E4D34B7C482D}"/>
              </a:ext>
            </a:extLst>
          </p:cNvPr>
          <p:cNvSpPr/>
          <p:nvPr/>
        </p:nvSpPr>
        <p:spPr>
          <a:xfrm>
            <a:off x="602324" y="790799"/>
            <a:ext cx="795459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aakarshikka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marichcha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krooshinkal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indent="-608013" defTabSz="685800"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aakarshikka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murhinja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maarhvinkal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F1F711-CC29-D643-5D59-93362BA4BF8F}"/>
              </a:ext>
            </a:extLst>
          </p:cNvPr>
          <p:cNvSpPr/>
          <p:nvPr/>
        </p:nvSpPr>
        <p:spPr>
          <a:xfrm>
            <a:off x="1769724" y="2661848"/>
            <a:ext cx="56045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\o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acn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¨ {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Iqin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apdn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ª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amÀÆn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  <a:endParaRPr lang="pt-BR" sz="2800" i="1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6772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11 of 12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0" y="892170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unnathaththil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sannidhau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vannu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ninne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kaanhunneram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ennil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unhdaam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aanandam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avarrnnhyam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ennum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ennekkum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bhaagyam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1809480" y="2797020"/>
            <a:ext cx="56045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D¶-X-¯nÂ \n³k¶n[u h¶p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\ns¶ Rm³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ImWp-t¶cw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F¶nÂ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D¬Sm-am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-\</a:t>
            </a:r>
            <a:r>
              <a:rPr lang="en-US" sz="280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v</a:t>
            </a:r>
            <a:r>
              <a:rPr lang="en-US" sz="280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Z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ahÀ®yw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F¶p-sa-t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¶¡pw `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mKywþ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pt-BR" sz="2800" i="1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6518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416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12 of 12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2B9C0F-51BE-4DF1-7C47-03A30190E6F8}"/>
              </a:ext>
            </a:extLst>
          </p:cNvPr>
          <p:cNvSpPr/>
          <p:nvPr/>
        </p:nvSpPr>
        <p:spPr>
          <a:xfrm>
            <a:off x="595090" y="920108"/>
            <a:ext cx="795459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aakarrshikka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marichcha</a:t>
            </a:r>
            <a:r>
              <a:rPr lang="en-US" sz="28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krooshinkal</a:t>
            </a:r>
            <a:endParaRPr lang="en-US" sz="28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73238" indent="-608013" defTabSz="685800"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aakarrshikka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priya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1773238" marR="0" lvl="0" indent="-6080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murrinja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maarrvinkal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C973FB-9C27-7CE8-A981-96D3ED026D75}"/>
              </a:ext>
            </a:extLst>
          </p:cNvPr>
          <p:cNvSpPr/>
          <p:nvPr/>
        </p:nvSpPr>
        <p:spPr>
          <a:xfrm>
            <a:off x="1769724" y="2892435"/>
            <a:ext cx="56045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\o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acn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¨ {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Iqin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BIÀjn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¡ Fs¶-{]n-b-c-£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apdn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ª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amÀÆn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-¦Â </a:t>
            </a:r>
            <a:endParaRPr lang="pt-BR" sz="2800" i="1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7362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0A7D6-76C2-8CE5-7492-54E01824D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2A8C6-BB29-C4EF-36FE-25C861387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Hymn No. 225</a:t>
            </a:r>
            <a:endParaRPr lang="en-US">
              <a:latin typeface="+mn-lt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A7DF1606-1D48-4217-46B9-E070F91975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81108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6D326-E932-3D52-3F74-EE77136E7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8E628-0A30-471E-D930-35C36D9C9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Communion: Hymn No. </a:t>
            </a:r>
            <a:r>
              <a:rPr lang="en-US">
                <a:latin typeface="Calibri"/>
                <a:ea typeface="Calibri"/>
                <a:cs typeface="Calibri"/>
              </a:rPr>
              <a:t>225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E5944A9-5060-8EEA-108C-93EC8097085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431D2A-59E9-70AA-4851-FF69A11285C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5: 1 of 6 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573EA7-DACC-E6BC-B6DF-3E820F854E8E}"/>
              </a:ext>
            </a:extLst>
          </p:cNvPr>
          <p:cNvSpPr/>
          <p:nvPr/>
        </p:nvSpPr>
        <p:spPr>
          <a:xfrm>
            <a:off x="545123" y="612259"/>
            <a:ext cx="8598877" cy="224676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57400"/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hitham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pole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nithyam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nada-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theedename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hitham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pole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alle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pithaave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yahove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685800" indent="-685800"/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hitham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pole 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nithyam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nada-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theedename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CC442D-5ABB-57CB-5E60-72656F1D9E18}"/>
              </a:ext>
            </a:extLst>
          </p:cNvPr>
          <p:cNvSpPr/>
          <p:nvPr/>
        </p:nvSpPr>
        <p:spPr>
          <a:xfrm>
            <a:off x="635837" y="2897415"/>
            <a:ext cx="8598878" cy="224676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057400"/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nsâ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lnXw</a:t>
            </a:r>
            <a:r>
              <a:rPr lang="en-US" sz="2800">
                <a:latin typeface="ML-TTKarthika" panose="04000000000000000000" pitchFamily="82" charset="0"/>
              </a:rPr>
              <a:t> t]</a:t>
            </a:r>
            <a:r>
              <a:rPr lang="en-US" sz="2800" err="1">
                <a:latin typeface="ML-TTKarthika" panose="04000000000000000000" pitchFamily="82" charset="0"/>
              </a:rPr>
              <a:t>msesbs</a:t>
            </a:r>
            <a:r>
              <a:rPr lang="en-US" sz="2800">
                <a:latin typeface="ML-TTKarthika" panose="04000000000000000000" pitchFamily="82" charset="0"/>
              </a:rPr>
              <a:t>¶ </a:t>
            </a:r>
          </a:p>
          <a:p>
            <a:pPr indent="2057400"/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nXyw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Sþ¯osSWta</a:t>
            </a:r>
            <a:r>
              <a:rPr lang="en-US" sz="2800">
                <a:latin typeface="ML-TTKarthika" panose="04000000000000000000" pitchFamily="82" charset="0"/>
              </a:rPr>
              <a:t>… </a:t>
            </a:r>
          </a:p>
          <a:p>
            <a:pPr indent="2057400"/>
            <a:r>
              <a:rPr lang="en-US" sz="2800" err="1">
                <a:latin typeface="ML-TTKarthika" panose="04000000000000000000" pitchFamily="82" charset="0"/>
              </a:rPr>
              <a:t>Fsâ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lnXw</a:t>
            </a:r>
            <a:r>
              <a:rPr lang="en-US" sz="2800">
                <a:latin typeface="ML-TTKarthika" panose="04000000000000000000" pitchFamily="82" charset="0"/>
              </a:rPr>
              <a:t> t]</a:t>
            </a:r>
            <a:r>
              <a:rPr lang="en-US" sz="2800" err="1">
                <a:latin typeface="ML-TTKarthika" panose="04000000000000000000" pitchFamily="82" charset="0"/>
              </a:rPr>
              <a:t>mse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AsÃ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2057400"/>
            <a:r>
              <a:rPr lang="en-US" sz="2800">
                <a:latin typeface="ML-TTKarthika" panose="04000000000000000000" pitchFamily="82" charset="0"/>
              </a:rPr>
              <a:t>F³ ]nXmthþF³ </a:t>
            </a:r>
            <a:r>
              <a:rPr lang="en-US" sz="2800" err="1">
                <a:latin typeface="ML-TTKarthika" panose="04000000000000000000" pitchFamily="82" charset="0"/>
              </a:rPr>
              <a:t>btlmth</a:t>
            </a:r>
            <a:endParaRPr lang="en-US" sz="2800">
              <a:latin typeface="ML-TTKarthika" panose="04000000000000000000" pitchFamily="82" charset="0"/>
            </a:endParaRPr>
          </a:p>
          <a:p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nsâ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lnXw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t]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msesbs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¶ 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nXyw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Sþ¯osSWta</a:t>
            </a:r>
            <a:endParaRPr lang="en-US" sz="2800">
              <a:solidFill>
                <a:srgbClr val="800000"/>
              </a:solidFill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119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B9844-FB3B-80B9-9A72-454D08159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AE7C5-FC39-75FF-4C93-64DB7E22B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ea typeface="Calibri"/>
                <a:cs typeface="Segoe UI"/>
              </a:rPr>
              <a:t>Communion: Hymn No. 225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5B7D51F-20E2-6B48-F00B-42BC6F7EB0AE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5D331-3490-F257-321D-B07D33D00E92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5: 2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D4F89E-881D-86BD-BB4B-0244F63AEF57}"/>
              </a:ext>
            </a:extLst>
          </p:cNvPr>
          <p:cNvSpPr/>
          <p:nvPr/>
        </p:nvSpPr>
        <p:spPr>
          <a:xfrm>
            <a:off x="545123" y="612259"/>
            <a:ext cx="8598877" cy="224676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57400"/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imbamullha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jeevithavum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erre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dhanam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maanangalhum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thumbamatta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saukhyangalhum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chodikkunnille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adiyaan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685800" indent="-685800"/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hitham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pole 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nithyam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nada-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theedename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D8B874-6EEB-5FB1-4D6B-F36703ABCCC7}"/>
              </a:ext>
            </a:extLst>
          </p:cNvPr>
          <p:cNvSpPr/>
          <p:nvPr/>
        </p:nvSpPr>
        <p:spPr>
          <a:xfrm>
            <a:off x="780980" y="2861129"/>
            <a:ext cx="8598878" cy="224676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057400"/>
            <a:r>
              <a:rPr lang="en-US" sz="2800">
                <a:latin typeface="ML-TTKarthika" panose="04000000000000000000" pitchFamily="82" charset="0"/>
              </a:rPr>
              <a:t>C¼apÅ </a:t>
            </a:r>
            <a:r>
              <a:rPr lang="en-US" sz="2800" err="1">
                <a:latin typeface="ML-TTKarthika" panose="04000000000000000000" pitchFamily="82" charset="0"/>
              </a:rPr>
              <a:t>PohnXhpw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2057400"/>
            <a:r>
              <a:rPr lang="en-US" sz="2800" err="1">
                <a:latin typeface="ML-TTKarthika" panose="04000000000000000000" pitchFamily="82" charset="0"/>
              </a:rPr>
              <a:t>Gsd</a:t>
            </a:r>
            <a:r>
              <a:rPr lang="en-US" sz="2800">
                <a:latin typeface="ML-TTKarthika" panose="04000000000000000000" pitchFamily="82" charset="0"/>
              </a:rPr>
              <a:t> [\w am\§</a:t>
            </a:r>
            <a:r>
              <a:rPr lang="en-US" sz="2800" err="1">
                <a:latin typeface="ML-TTKarthika" panose="04000000000000000000" pitchFamily="82" charset="0"/>
              </a:rPr>
              <a:t>fpw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2057400"/>
            <a:r>
              <a:rPr lang="en-US" sz="2800">
                <a:latin typeface="ML-TTKarthika" panose="04000000000000000000" pitchFamily="82" charset="0"/>
              </a:rPr>
              <a:t>Xp¼aä </a:t>
            </a:r>
            <a:r>
              <a:rPr lang="en-US" sz="2800" err="1">
                <a:latin typeface="ML-TTKarthika" panose="04000000000000000000" pitchFamily="82" charset="0"/>
              </a:rPr>
              <a:t>kuJy§fpw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2057400"/>
            <a:r>
              <a:rPr lang="en-US" sz="2800" err="1">
                <a:latin typeface="ML-TTKarthika" panose="04000000000000000000" pitchFamily="82" charset="0"/>
              </a:rPr>
              <a:t>tNmZn¡p¶nsÃ</a:t>
            </a:r>
            <a:r>
              <a:rPr lang="en-US" sz="2800">
                <a:latin typeface="ML-TTKarthika" panose="04000000000000000000" pitchFamily="82" charset="0"/>
              </a:rPr>
              <a:t> ASnbm³ </a:t>
            </a:r>
          </a:p>
          <a:p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nsâ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lnXw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t]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msesbs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¶ 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nXyw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Sþ¯osSWta</a:t>
            </a:r>
            <a:endParaRPr lang="en-US" sz="2800">
              <a:solidFill>
                <a:srgbClr val="800000"/>
              </a:solidFill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7369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AE1DC-3BEE-3E3B-44CA-6947D11DD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32884-F398-EC3F-84A6-C3D8E9458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Communion: Hymn No. 225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3329251-8659-ABF1-3879-781163EEB0FD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29049-0178-2BD0-7EA3-BBB4577DF699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5: 3 of 6 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B9E02F-9E62-85FE-F8EA-5ED70F53AC51}"/>
              </a:ext>
            </a:extLst>
          </p:cNvPr>
          <p:cNvSpPr/>
          <p:nvPr/>
        </p:nvSpPr>
        <p:spPr>
          <a:xfrm>
            <a:off x="545123" y="612259"/>
            <a:ext cx="8598877" cy="224676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57400"/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neru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nirappaam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vazhiyo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neenhda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nadayo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kurrutho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paaram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karanjodunnatho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paarithilum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bhaagyangalho</a:t>
            </a:r>
          </a:p>
          <a:p>
            <a:pPr marL="2057400" indent="-2057400"/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hitham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pole 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nithyam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nada-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theedename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B93D10-57AC-DB48-BF37-AC9F279C7E7D}"/>
              </a:ext>
            </a:extLst>
          </p:cNvPr>
          <p:cNvSpPr/>
          <p:nvPr/>
        </p:nvSpPr>
        <p:spPr>
          <a:xfrm>
            <a:off x="545123" y="2861129"/>
            <a:ext cx="8598878" cy="224676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057400"/>
            <a:r>
              <a:rPr lang="en-US" sz="2800">
                <a:latin typeface="ML-TTKarthika" panose="04000000000000000000" pitchFamily="82" charset="0"/>
              </a:rPr>
              <a:t>t\</a:t>
            </a:r>
            <a:r>
              <a:rPr lang="en-US" sz="2800" err="1">
                <a:latin typeface="ML-TTKarthika" panose="04000000000000000000" pitchFamily="82" charset="0"/>
              </a:rPr>
              <a:t>cp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nc¸mw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hgntbm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2057400"/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o¬S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Stbm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IpdptXm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2057400"/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mcw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IctªmSp¶tXm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2057400"/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mcnXnepw</a:t>
            </a:r>
            <a:r>
              <a:rPr lang="en-US" sz="2800">
                <a:latin typeface="ML-TTKarthika" panose="04000000000000000000" pitchFamily="82" charset="0"/>
              </a:rPr>
              <a:t> `</a:t>
            </a:r>
            <a:r>
              <a:rPr lang="en-US" sz="2800" err="1">
                <a:latin typeface="ML-TTKarthika" panose="04000000000000000000" pitchFamily="82" charset="0"/>
              </a:rPr>
              <a:t>mKy§tfm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nsâ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lnXw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t]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msesbs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¶ 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nXyw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Sþ¯osSWta</a:t>
            </a:r>
            <a:endParaRPr lang="en-US" sz="2800">
              <a:solidFill>
                <a:srgbClr val="800000"/>
              </a:solidFill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0045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A5949-8AD9-06AC-E68E-8B6A8518B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A3F7C-7075-D248-4B75-CE40C0137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Communion: Hymn No. 225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EE25B33-DE7A-6FF2-4465-85E83A06DE3A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46D8F3-264E-524E-0CFD-E23FBA8AB451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5: 4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9BA3F2-4B04-6569-A521-D8733E92543B}"/>
              </a:ext>
            </a:extLst>
          </p:cNvPr>
          <p:cNvSpPr/>
          <p:nvPr/>
        </p:nvSpPr>
        <p:spPr>
          <a:xfrm>
            <a:off x="545123" y="612259"/>
            <a:ext cx="8598877" cy="224676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57400"/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andhakaaram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bheethikalho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appane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prakaashangalho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?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enthu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kalpicheedunno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ellaam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enikkaasheer-vaadam</a:t>
            </a:r>
          </a:p>
          <a:p>
            <a:pPr marL="2057400" indent="-2057400"/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hitham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pole 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nithyam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nada-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theedename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C5E206-DD32-AE29-BE66-CAA348564231}"/>
              </a:ext>
            </a:extLst>
          </p:cNvPr>
          <p:cNvSpPr/>
          <p:nvPr/>
        </p:nvSpPr>
        <p:spPr>
          <a:xfrm>
            <a:off x="409051" y="2861129"/>
            <a:ext cx="8598878" cy="224676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005013"/>
            <a:r>
              <a:rPr lang="en-US" sz="2800" err="1">
                <a:latin typeface="ML-TTKarthika" panose="04000000000000000000" pitchFamily="82" charset="0"/>
              </a:rPr>
              <a:t>AÔImcw</a:t>
            </a:r>
            <a:r>
              <a:rPr lang="en-US" sz="2800">
                <a:latin typeface="ML-TTKarthika" panose="04000000000000000000" pitchFamily="82" charset="0"/>
              </a:rPr>
              <a:t> `</a:t>
            </a:r>
            <a:r>
              <a:rPr lang="en-US" sz="2800" err="1">
                <a:latin typeface="ML-TTKarthika" panose="04000000000000000000" pitchFamily="82" charset="0"/>
              </a:rPr>
              <a:t>oXnItfm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2005013"/>
            <a:r>
              <a:rPr lang="en-US" sz="2800">
                <a:latin typeface="ML-TTKarthika" panose="04000000000000000000" pitchFamily="82" charset="0"/>
              </a:rPr>
              <a:t>A¸s\ {]</a:t>
            </a:r>
            <a:r>
              <a:rPr lang="en-US" sz="2800" err="1">
                <a:latin typeface="ML-TTKarthika" panose="04000000000000000000" pitchFamily="82" charset="0"/>
              </a:rPr>
              <a:t>Imi§tfm</a:t>
            </a:r>
            <a:r>
              <a:rPr lang="en-US" sz="2800">
                <a:latin typeface="ML-TTKarthika" panose="04000000000000000000" pitchFamily="82" charset="0"/>
              </a:rPr>
              <a:t>? </a:t>
            </a:r>
          </a:p>
          <a:p>
            <a:pPr indent="2005013"/>
            <a:r>
              <a:rPr lang="en-US" sz="2800" err="1">
                <a:latin typeface="ML-TTKarthika" panose="04000000000000000000" pitchFamily="82" charset="0"/>
              </a:rPr>
              <a:t>F´p</a:t>
            </a:r>
            <a:r>
              <a:rPr lang="en-US" sz="2800">
                <a:latin typeface="ML-TTKarthika" panose="04000000000000000000" pitchFamily="82" charset="0"/>
              </a:rPr>
              <a:t> \o </a:t>
            </a:r>
            <a:r>
              <a:rPr lang="en-US" sz="2800" err="1">
                <a:latin typeface="ML-TTKarthika" panose="04000000000000000000" pitchFamily="82" charset="0"/>
              </a:rPr>
              <a:t>Iev</a:t>
            </a:r>
            <a:r>
              <a:rPr lang="en-US" sz="2800">
                <a:latin typeface="ML-TTKarthika" panose="04000000000000000000" pitchFamily="82" charset="0"/>
              </a:rPr>
              <a:t>]</a:t>
            </a:r>
            <a:r>
              <a:rPr lang="en-US" sz="2800" err="1">
                <a:latin typeface="ML-TTKarthika" panose="04000000000000000000" pitchFamily="82" charset="0"/>
              </a:rPr>
              <a:t>n¨oSpt¶m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2005013"/>
            <a:r>
              <a:rPr lang="en-US" sz="2800" err="1">
                <a:latin typeface="ML-TTKarthika" panose="04000000000000000000" pitchFamily="82" charset="0"/>
              </a:rPr>
              <a:t>FÃmw</a:t>
            </a:r>
            <a:r>
              <a:rPr lang="en-US" sz="2800">
                <a:latin typeface="ML-TTKarthika" panose="04000000000000000000" pitchFamily="82" charset="0"/>
              </a:rPr>
              <a:t> F\</a:t>
            </a:r>
            <a:r>
              <a:rPr lang="en-US" sz="2800" err="1">
                <a:latin typeface="ML-TTKarthika" panose="04000000000000000000" pitchFamily="82" charset="0"/>
              </a:rPr>
              <a:t>n¡minÀÆmZw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nsâ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lnXw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t]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msesbs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¶ 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nXyw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Sþ¯osSWta</a:t>
            </a:r>
            <a:endParaRPr lang="en-US" sz="2800">
              <a:solidFill>
                <a:srgbClr val="800000"/>
              </a:solidFill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0573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20C0F-D62D-4B73-F467-902BC094B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BA80E-5AB6-BA1B-ED41-4BBB73631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Communion: Hymn No. 225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0D16D2F-D760-76DC-3E6A-DA6F3F8DBA4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F1EDD0-3E48-0EB2-7E4A-390000612684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5: 5 of 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A8CC8D-0BBF-063A-0362-4C1B87E4CCBC}"/>
              </a:ext>
            </a:extLst>
          </p:cNvPr>
          <p:cNvSpPr/>
          <p:nvPr/>
        </p:nvSpPr>
        <p:spPr>
          <a:xfrm>
            <a:off x="545123" y="612259"/>
            <a:ext cx="8598877" cy="224676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57400"/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ethu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gunham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ennarrivaan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illa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jnaanam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ennil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naathhaa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thirunaamam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nimittham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neethimaarga-tthil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thirichu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685800" indent="-685800"/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hitham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pole 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nithyam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nada-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theedename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D868C4-CB79-7527-E6BA-BEEC8D1B8F87}"/>
              </a:ext>
            </a:extLst>
          </p:cNvPr>
          <p:cNvSpPr/>
          <p:nvPr/>
        </p:nvSpPr>
        <p:spPr>
          <a:xfrm>
            <a:off x="545123" y="2861129"/>
            <a:ext cx="8598878" cy="224676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952625"/>
            <a:r>
              <a:rPr lang="en-US" sz="2800" err="1">
                <a:latin typeface="ML-TTKarthika" panose="04000000000000000000" pitchFamily="82" charset="0"/>
              </a:rPr>
              <a:t>GXp</a:t>
            </a:r>
            <a:r>
              <a:rPr lang="en-US" sz="2800">
                <a:latin typeface="ML-TTKarthika" panose="04000000000000000000" pitchFamily="82" charset="0"/>
              </a:rPr>
              <a:t> KpWsa¶dnhm³ </a:t>
            </a:r>
          </a:p>
          <a:p>
            <a:pPr indent="1952625"/>
            <a:r>
              <a:rPr lang="en-US" sz="2800">
                <a:latin typeface="ML-TTKarthika" panose="04000000000000000000" pitchFamily="82" charset="0"/>
              </a:rPr>
              <a:t>CÃ </a:t>
            </a:r>
            <a:r>
              <a:rPr lang="en-US" sz="2800" err="1">
                <a:latin typeface="ML-TTKarthika" panose="04000000000000000000" pitchFamily="82" charset="0"/>
              </a:rPr>
              <a:t>Úm</a:t>
            </a:r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sa¶nÂ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mYm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1952625"/>
            <a:r>
              <a:rPr lang="en-US" sz="2800">
                <a:latin typeface="ML-TTKarthika" panose="04000000000000000000" pitchFamily="82" charset="0"/>
              </a:rPr>
              <a:t>\n³ </a:t>
            </a:r>
            <a:r>
              <a:rPr lang="en-US" sz="2800" err="1">
                <a:latin typeface="ML-TTKarthika" panose="04000000000000000000" pitchFamily="82" charset="0"/>
              </a:rPr>
              <a:t>Xncp</a:t>
            </a:r>
            <a:r>
              <a:rPr lang="en-US" sz="2800">
                <a:latin typeface="ML-TTKarthika" panose="04000000000000000000" pitchFamily="82" charset="0"/>
              </a:rPr>
              <a:t>\maw \</a:t>
            </a:r>
            <a:r>
              <a:rPr lang="en-US" sz="2800" err="1">
                <a:latin typeface="ML-TTKarthika" panose="04000000000000000000" pitchFamily="82" charset="0"/>
              </a:rPr>
              <a:t>nan¯w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1952625"/>
            <a:r>
              <a:rPr lang="en-US" sz="2800">
                <a:latin typeface="ML-TTKarthika" panose="04000000000000000000" pitchFamily="82" charset="0"/>
              </a:rPr>
              <a:t>\</a:t>
            </a:r>
            <a:r>
              <a:rPr lang="en-US" sz="2800" err="1">
                <a:latin typeface="ML-TTKarthika" panose="04000000000000000000" pitchFamily="82" charset="0"/>
              </a:rPr>
              <a:t>oXn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amÀ</a:t>
            </a:r>
            <a:r>
              <a:rPr lang="en-US" sz="2800">
                <a:latin typeface="ML-TTKarthika" panose="04000000000000000000" pitchFamily="82" charset="0"/>
              </a:rPr>
              <a:t>¤¯</a:t>
            </a:r>
            <a:r>
              <a:rPr lang="en-US" sz="2800" err="1">
                <a:latin typeface="ML-TTKarthika" panose="04000000000000000000" pitchFamily="82" charset="0"/>
              </a:rPr>
              <a:t>nÂ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Xncn¨p</a:t>
            </a:r>
            <a:r>
              <a:rPr lang="en-US" sz="2800">
                <a:latin typeface="ML-TTKarthika" panose="04000000000000000000" pitchFamily="82" charset="0"/>
              </a:rPr>
              <a:t>  </a:t>
            </a:r>
          </a:p>
          <a:p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nsâ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lnXw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t]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msesbs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¶ 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nXyw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Sþ¯osSWta</a:t>
            </a:r>
            <a:endParaRPr lang="en-US" sz="2800">
              <a:solidFill>
                <a:srgbClr val="800000"/>
              </a:solidFill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4711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A39F9-B0E7-3833-EA25-2E714EBE7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DC439-4099-9740-A97C-0DF7AFA37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Communion: Hymn No. 225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947707A-69F4-770E-C1D7-27DFE0B692A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F4608F-3738-309D-1FC9-C2A833514E19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5: 6 of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CF3D79-6EBA-8F92-B6DE-87ECD05BEC44}"/>
              </a:ext>
            </a:extLst>
          </p:cNvPr>
          <p:cNvSpPr/>
          <p:nvPr/>
        </p:nvSpPr>
        <p:spPr>
          <a:xfrm>
            <a:off x="545123" y="612259"/>
            <a:ext cx="8598877" cy="224676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57400"/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agni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megha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thoonhukalhaal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adiyaane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ennum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nadathi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anudinam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koode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irunnu-</a:t>
            </a:r>
            <a:b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appane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latin typeface="Segoe UI" panose="020B0502040204020203" pitchFamily="34" charset="0"/>
                <a:cs typeface="Segoe UI" panose="020B0502040204020203" pitchFamily="34" charset="0"/>
              </a:rPr>
              <a:t>kadaakshikkuke</a:t>
            </a:r>
            <a:r>
              <a:rPr lang="en-US" sz="2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685800" indent="-685800"/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hitham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pole 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nithyam</a:t>
            </a:r>
            <a:r>
              <a:rPr lang="en-US" sz="280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nada-</a:t>
            </a:r>
            <a:r>
              <a:rPr lang="en-US" sz="280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theedename</a:t>
            </a:r>
            <a:endParaRPr lang="en-US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79C899-E8E3-FCBC-F49F-231AC922765B}"/>
              </a:ext>
            </a:extLst>
          </p:cNvPr>
          <p:cNvSpPr/>
          <p:nvPr/>
        </p:nvSpPr>
        <p:spPr>
          <a:xfrm>
            <a:off x="390909" y="2743201"/>
            <a:ext cx="8598878" cy="224676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005013"/>
            <a:r>
              <a:rPr lang="en-US" sz="2800" err="1">
                <a:latin typeface="ML-TTKarthika" panose="04000000000000000000" pitchFamily="82" charset="0"/>
              </a:rPr>
              <a:t>Aán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taL¯qWpIfmÂ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2005013"/>
            <a:r>
              <a:rPr lang="en-US" sz="2800" err="1">
                <a:latin typeface="ML-TTKarthika" panose="04000000000000000000" pitchFamily="82" charset="0"/>
              </a:rPr>
              <a:t>ASnbs</a:t>
            </a:r>
            <a:r>
              <a:rPr lang="en-US" sz="2800">
                <a:latin typeface="ML-TTKarthika" panose="04000000000000000000" pitchFamily="82" charset="0"/>
              </a:rPr>
              <a:t>\ </a:t>
            </a:r>
            <a:r>
              <a:rPr lang="en-US" sz="2800" err="1">
                <a:latin typeface="ML-TTKarthika" panose="04000000000000000000" pitchFamily="82" charset="0"/>
              </a:rPr>
              <a:t>F¶pw</a:t>
            </a:r>
            <a:r>
              <a:rPr lang="en-US" sz="2800">
                <a:latin typeface="ML-TTKarthika" panose="04000000000000000000" pitchFamily="82" charset="0"/>
              </a:rPr>
              <a:t> \</a:t>
            </a:r>
            <a:r>
              <a:rPr lang="en-US" sz="2800" err="1">
                <a:latin typeface="ML-TTKarthika" panose="04000000000000000000" pitchFamily="82" charset="0"/>
              </a:rPr>
              <a:t>S¯n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2005013"/>
            <a:r>
              <a:rPr lang="en-US" sz="2800">
                <a:latin typeface="ML-TTKarthika" panose="04000000000000000000" pitchFamily="82" charset="0"/>
              </a:rPr>
              <a:t>A\</a:t>
            </a:r>
            <a:r>
              <a:rPr lang="en-US" sz="2800" err="1">
                <a:latin typeface="ML-TTKarthika" panose="04000000000000000000" pitchFamily="82" charset="0"/>
              </a:rPr>
              <a:t>pZn</a:t>
            </a:r>
            <a:r>
              <a:rPr lang="en-US" sz="2800">
                <a:latin typeface="ML-TTKarthika" panose="04000000000000000000" pitchFamily="82" charset="0"/>
              </a:rPr>
              <a:t>\w </a:t>
            </a:r>
            <a:r>
              <a:rPr lang="en-US" sz="2800" err="1">
                <a:latin typeface="ML-TTKarthika" panose="04000000000000000000" pitchFamily="82" charset="0"/>
              </a:rPr>
              <a:t>IqsS</a:t>
            </a:r>
            <a:r>
              <a:rPr lang="en-US" sz="2800">
                <a:latin typeface="ML-TTKarthika" panose="04000000000000000000" pitchFamily="82" charset="0"/>
              </a:rPr>
              <a:t> </a:t>
            </a:r>
            <a:r>
              <a:rPr lang="en-US" sz="2800" err="1">
                <a:latin typeface="ML-TTKarthika" panose="04000000000000000000" pitchFamily="82" charset="0"/>
              </a:rPr>
              <a:t>Ccp¶p</a:t>
            </a:r>
            <a:r>
              <a:rPr lang="en-US" sz="2800">
                <a:latin typeface="ML-TTKarthika" panose="04000000000000000000" pitchFamily="82" charset="0"/>
              </a:rPr>
              <a:t> </a:t>
            </a:r>
          </a:p>
          <a:p>
            <a:pPr indent="2005013"/>
            <a:r>
              <a:rPr lang="en-US" sz="2800" err="1">
                <a:latin typeface="ML-TTKarthika" panose="04000000000000000000" pitchFamily="82" charset="0"/>
              </a:rPr>
              <a:t>A¸t</a:t>
            </a:r>
            <a:r>
              <a:rPr lang="en-US" sz="2800">
                <a:latin typeface="ML-TTKarthika" panose="04000000000000000000" pitchFamily="82" charset="0"/>
              </a:rPr>
              <a:t>\ </a:t>
            </a:r>
            <a:r>
              <a:rPr lang="en-US" sz="2800" err="1">
                <a:latin typeface="ML-TTKarthika" panose="04000000000000000000" pitchFamily="82" charset="0"/>
              </a:rPr>
              <a:t>ISm£n¡psI</a:t>
            </a:r>
            <a:r>
              <a:rPr lang="en-US" sz="2800">
                <a:latin typeface="ML-TTKarthika" panose="04000000000000000000" pitchFamily="82" charset="0"/>
              </a:rPr>
              <a:t>  </a:t>
            </a:r>
          </a:p>
          <a:p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nsâ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lnXw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t]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msesbs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¶ 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nXyw</a:t>
            </a:r>
            <a:r>
              <a:rPr lang="en-US" sz="2800">
                <a:solidFill>
                  <a:srgbClr val="8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err="1">
                <a:solidFill>
                  <a:srgbClr val="800000"/>
                </a:solidFill>
                <a:latin typeface="ML-TTKarthika" panose="04000000000000000000" pitchFamily="82" charset="0"/>
              </a:rPr>
              <a:t>Sþ¯osSWta</a:t>
            </a:r>
            <a:endParaRPr lang="en-US" sz="2800">
              <a:solidFill>
                <a:srgbClr val="800000"/>
              </a:solidFill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5123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Holy Communion Hymn No. 242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740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242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589300" y="616211"/>
            <a:ext cx="7965400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400" err="1">
                <a:latin typeface="Segoe UI"/>
                <a:cs typeface="Segoe UI"/>
              </a:rPr>
              <a:t>snehaththin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idayanaam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yeshuve</a:t>
            </a:r>
            <a:r>
              <a:rPr lang="en-US" sz="2400">
                <a:latin typeface="Segoe UI"/>
                <a:cs typeface="Segoe UI"/>
              </a:rPr>
              <a:t> </a:t>
            </a:r>
          </a:p>
          <a:p>
            <a:pPr lvl="0"/>
            <a:r>
              <a:rPr lang="en-US" sz="2400" err="1">
                <a:latin typeface="Segoe UI"/>
                <a:cs typeface="Segoe UI"/>
              </a:rPr>
              <a:t>vazhiyum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sathyavum</a:t>
            </a:r>
            <a:r>
              <a:rPr lang="en-US" sz="2400">
                <a:latin typeface="Segoe UI"/>
                <a:cs typeface="Segoe UI"/>
              </a:rPr>
              <a:t> nee </a:t>
            </a:r>
            <a:r>
              <a:rPr lang="en-US" sz="2400" err="1">
                <a:latin typeface="Segoe UI"/>
                <a:cs typeface="Segoe UI"/>
              </a:rPr>
              <a:t>maathrame</a:t>
            </a:r>
            <a:r>
              <a:rPr lang="en-US" sz="2400">
                <a:latin typeface="Segoe UI"/>
                <a:cs typeface="Segoe UI"/>
              </a:rPr>
              <a:t> </a:t>
            </a:r>
            <a:endParaRPr lang="en-GB" sz="2400">
              <a:latin typeface="Segoe UI"/>
              <a:cs typeface="Segoe UI"/>
            </a:endParaRPr>
          </a:p>
          <a:p>
            <a:r>
              <a:rPr lang="en-US" sz="2400" err="1">
                <a:latin typeface="Segoe UI"/>
                <a:cs typeface="Segoe UI"/>
              </a:rPr>
              <a:t>nithyamaam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jeevanum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daivaputhra</a:t>
            </a:r>
            <a:r>
              <a:rPr lang="en-US" sz="2400">
                <a:latin typeface="Segoe UI"/>
                <a:cs typeface="Segoe UI"/>
              </a:rPr>
              <a:t>! </a:t>
            </a:r>
            <a:r>
              <a:rPr lang="en-US" sz="2400" err="1">
                <a:latin typeface="Segoe UI"/>
                <a:cs typeface="Segoe UI"/>
              </a:rPr>
              <a:t>neeyallaathaarumilla</a:t>
            </a:r>
            <a:r>
              <a:rPr lang="en-US" sz="2400">
                <a:latin typeface="Segoe UI"/>
                <a:cs typeface="Segoe UI"/>
              </a:rPr>
              <a:t> </a:t>
            </a:r>
          </a:p>
          <a:p>
            <a:pPr indent="352425"/>
            <a:r>
              <a:rPr lang="en-US" sz="700">
                <a:solidFill>
                  <a:srgbClr val="C00000"/>
                </a:solidFill>
                <a:latin typeface="Segoe UI"/>
                <a:cs typeface="Segoe UI"/>
              </a:rPr>
              <a:t> 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yeshu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naathhaa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njangalhkku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neeyallaathaarumilla</a:t>
            </a:r>
            <a:endParaRPr lang="en-GB" sz="2400">
              <a:solidFill>
                <a:srgbClr val="800000"/>
              </a:solidFill>
              <a:latin typeface="Segoe UI"/>
              <a:cs typeface="Segoe UI"/>
            </a:endParaRPr>
          </a:p>
          <a:p>
            <a:pPr indent="352425"/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yeshu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naathhaa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neeyallaathaarumilla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</a:t>
            </a:r>
            <a:endParaRPr lang="en-GB" sz="2400">
              <a:solidFill>
                <a:srgbClr val="800000"/>
              </a:solidFill>
              <a:latin typeface="Segoe UI"/>
              <a:cs typeface="Segoe UI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508934" y="2720488"/>
            <a:ext cx="7069312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err="1">
                <a:latin typeface="ML-TTKarthika"/>
              </a:rPr>
              <a:t>kvt</a:t>
            </a:r>
            <a:r>
              <a:rPr lang="en-US" sz="2800">
                <a:latin typeface="ML-TTKarthika"/>
              </a:rPr>
              <a:t>\l¯n³ </a:t>
            </a:r>
            <a:r>
              <a:rPr lang="en-US" sz="2800" err="1">
                <a:latin typeface="ML-TTKarthika"/>
              </a:rPr>
              <a:t>CSb</a:t>
            </a:r>
            <a:r>
              <a:rPr lang="en-US" sz="2800">
                <a:latin typeface="ML-TTKarthika"/>
              </a:rPr>
              <a:t>\mw </a:t>
            </a:r>
            <a:r>
              <a:rPr lang="en-US" sz="2800" err="1">
                <a:latin typeface="ML-TTKarthika"/>
              </a:rPr>
              <a:t>tbipth</a:t>
            </a:r>
            <a:r>
              <a:rPr lang="en-US" sz="2800">
                <a:latin typeface="ML-TTKarthika"/>
              </a:rPr>
              <a:t> </a:t>
            </a:r>
          </a:p>
          <a:p>
            <a:r>
              <a:rPr lang="en-US" sz="2800" err="1">
                <a:latin typeface="ML-TTKarthika"/>
              </a:rPr>
              <a:t>hgnbpw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kXyhpw</a:t>
            </a:r>
            <a:r>
              <a:rPr lang="en-US" sz="2800">
                <a:latin typeface="ML-TTKarthika"/>
              </a:rPr>
              <a:t> \o am{</a:t>
            </a:r>
            <a:r>
              <a:rPr lang="en-US" sz="2800" err="1">
                <a:latin typeface="ML-TTKarthika"/>
              </a:rPr>
              <a:t>Xta</a:t>
            </a:r>
            <a:r>
              <a:rPr lang="en-US" sz="2800">
                <a:latin typeface="ML-TTKarthika"/>
              </a:rPr>
              <a:t> </a:t>
            </a:r>
          </a:p>
          <a:p>
            <a:r>
              <a:rPr lang="en-US" sz="2800">
                <a:latin typeface="ML-TTKarthika"/>
              </a:rPr>
              <a:t>\</a:t>
            </a:r>
            <a:r>
              <a:rPr lang="en-US" sz="2800" err="1">
                <a:latin typeface="ML-TTKarthika"/>
              </a:rPr>
              <a:t>nXyamw</a:t>
            </a:r>
            <a:r>
              <a:rPr lang="en-US" sz="2800">
                <a:latin typeface="ML-TTKarthika"/>
              </a:rPr>
              <a:t> Poh\pw </a:t>
            </a:r>
            <a:r>
              <a:rPr lang="en-US" sz="2800" err="1">
                <a:latin typeface="ML-TTKarthika"/>
              </a:rPr>
              <a:t>ssZh</a:t>
            </a:r>
            <a:r>
              <a:rPr lang="en-US" sz="2800">
                <a:latin typeface="ML-TTKarthika"/>
              </a:rPr>
              <a:t>]p{</a:t>
            </a:r>
            <a:r>
              <a:rPr lang="en-US" sz="2800" err="1">
                <a:latin typeface="ML-TTKarthika"/>
              </a:rPr>
              <a:t>Xm</a:t>
            </a:r>
            <a:r>
              <a:rPr lang="en-US" sz="2800">
                <a:latin typeface="ML-TTKarthika"/>
              </a:rPr>
              <a:t>! \</a:t>
            </a:r>
            <a:r>
              <a:rPr lang="en-US" sz="2800" err="1">
                <a:latin typeface="ML-TTKarthika"/>
              </a:rPr>
              <a:t>obÃmXmcpanÃ</a:t>
            </a:r>
            <a:r>
              <a:rPr lang="en-US" sz="2800">
                <a:latin typeface="ML-TTKarthika"/>
              </a:rPr>
              <a:t> </a:t>
            </a:r>
          </a:p>
          <a:p>
            <a:pPr indent="407670"/>
            <a:r>
              <a:rPr lang="en-US" sz="2800" err="1">
                <a:solidFill>
                  <a:srgbClr val="800000"/>
                </a:solidFill>
                <a:latin typeface="ML-TTKarthika"/>
              </a:rPr>
              <a:t>tbip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mYm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R§Ä¡p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obÃmXmcpanÃ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 </a:t>
            </a:r>
          </a:p>
          <a:p>
            <a:pPr indent="407670"/>
            <a:r>
              <a:rPr lang="en-US" sz="2800" err="1">
                <a:solidFill>
                  <a:srgbClr val="800000"/>
                </a:solidFill>
                <a:latin typeface="ML-TTKarthika"/>
              </a:rPr>
              <a:t>tbip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mYm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obÃmXmcpanÃ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</a:t>
            </a:r>
            <a:endParaRPr lang="en-US" sz="2700">
              <a:solidFill>
                <a:srgbClr val="800000"/>
              </a:solidFill>
              <a:latin typeface="ML-TTKarthik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34CD7-7112-8536-A3E0-B31413030422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6: 1 of 7 </a:t>
            </a:r>
          </a:p>
        </p:txBody>
      </p:sp>
    </p:spTree>
    <p:extLst>
      <p:ext uri="{BB962C8B-B14F-4D97-AF65-F5344CB8AC3E}">
        <p14:creationId xmlns:p14="http://schemas.microsoft.com/office/powerpoint/2010/main" val="13444351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B47FA-9318-1ADD-2424-7FACB32FA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06898-F0D9-8066-2D38-D5F52CCAF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242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7D7DA97-5526-A6F2-4E28-C30E1E0ED063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DCC454-2CB9-9F94-7EF6-FE9D9DD31DC7}"/>
              </a:ext>
            </a:extLst>
          </p:cNvPr>
          <p:cNvSpPr/>
          <p:nvPr/>
        </p:nvSpPr>
        <p:spPr>
          <a:xfrm>
            <a:off x="340157" y="616211"/>
            <a:ext cx="8463686" cy="20378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400" err="1">
                <a:latin typeface="Segoe UI"/>
                <a:cs typeface="Segoe UI"/>
              </a:rPr>
              <a:t>papikalhkkaay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valanj-alanjathum</a:t>
            </a:r>
            <a:endParaRPr lang="en-GB" sz="2400">
              <a:latin typeface="Segoe UI"/>
              <a:cs typeface="Segoe UI"/>
            </a:endParaRPr>
          </a:p>
          <a:p>
            <a:r>
              <a:rPr lang="en-US" sz="2400" err="1">
                <a:latin typeface="Segoe UI"/>
                <a:cs typeface="Segoe UI"/>
              </a:rPr>
              <a:t>aadukalhkkaay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jeevan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vedinjathum</a:t>
            </a:r>
            <a:endParaRPr lang="en-GB" sz="2400">
              <a:latin typeface="Segoe UI"/>
              <a:cs typeface="Segoe UI"/>
            </a:endParaRPr>
          </a:p>
          <a:p>
            <a:r>
              <a:rPr lang="en-US" sz="2400" err="1">
                <a:latin typeface="Segoe UI"/>
                <a:cs typeface="Segoe UI"/>
              </a:rPr>
              <a:t>paadukalh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pettathum</a:t>
            </a:r>
            <a:r>
              <a:rPr lang="en-US" sz="2400">
                <a:latin typeface="Segoe UI"/>
                <a:cs typeface="Segoe UI"/>
              </a:rPr>
              <a:t> aarr </a:t>
            </a:r>
            <a:r>
              <a:rPr lang="en-US" sz="2400" err="1">
                <a:latin typeface="Segoe UI"/>
                <a:cs typeface="Segoe UI"/>
              </a:rPr>
              <a:t>naayakaa</a:t>
            </a:r>
            <a:r>
              <a:rPr lang="en-US" sz="2400">
                <a:latin typeface="Segoe UI"/>
                <a:cs typeface="Segoe UI"/>
              </a:rPr>
              <a:t>! </a:t>
            </a:r>
            <a:r>
              <a:rPr lang="en-US" sz="2400" err="1">
                <a:latin typeface="Segoe UI"/>
                <a:cs typeface="Segoe UI"/>
              </a:rPr>
              <a:t>neeyallaathaarumilla</a:t>
            </a:r>
            <a:endParaRPr lang="en-GB" sz="2400">
              <a:latin typeface="Segoe UI"/>
              <a:cs typeface="Segoe UI"/>
            </a:endParaRPr>
          </a:p>
          <a:p>
            <a:pPr indent="352425"/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yeshu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naathhaa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njangalhkku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neeyallaathaarumilla</a:t>
            </a:r>
            <a:endParaRPr lang="en-GB" sz="2400">
              <a:solidFill>
                <a:srgbClr val="800000"/>
              </a:solidFill>
              <a:latin typeface="Segoe UI"/>
              <a:cs typeface="Segoe UI"/>
            </a:endParaRPr>
          </a:p>
          <a:p>
            <a:pPr indent="352425"/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yeshu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naathhaa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neeyallaathaarumilla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</a:t>
            </a:r>
            <a:endParaRPr lang="en-GB" sz="2400">
              <a:solidFill>
                <a:srgbClr val="800000"/>
              </a:solidFill>
              <a:latin typeface="Segoe UI"/>
              <a:cs typeface="Segoe UI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372272E-D5B8-23AB-4FE3-A8A69AF23326}"/>
              </a:ext>
            </a:extLst>
          </p:cNvPr>
          <p:cNvSpPr txBox="1"/>
          <p:nvPr/>
        </p:nvSpPr>
        <p:spPr>
          <a:xfrm>
            <a:off x="336577" y="2660058"/>
            <a:ext cx="7069312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latin typeface="ML-TTKarthika"/>
              </a:rPr>
              <a:t>]m]</a:t>
            </a:r>
            <a:r>
              <a:rPr lang="en-US" sz="2800" err="1">
                <a:latin typeface="ML-TTKarthika"/>
              </a:rPr>
              <a:t>nIÄ¡mbv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heªeªXpw</a:t>
            </a:r>
            <a:r>
              <a:rPr lang="en-US" sz="2800">
                <a:latin typeface="ML-TTKarthika"/>
              </a:rPr>
              <a:t> </a:t>
            </a:r>
          </a:p>
          <a:p>
            <a:r>
              <a:rPr lang="en-US" sz="2800" err="1">
                <a:latin typeface="ML-TTKarthika"/>
              </a:rPr>
              <a:t>BSpIÄ¡mbv</a:t>
            </a:r>
            <a:r>
              <a:rPr lang="en-US" sz="2800">
                <a:latin typeface="ML-TTKarthika"/>
              </a:rPr>
              <a:t> Poh³ </a:t>
            </a:r>
            <a:r>
              <a:rPr lang="en-US" sz="2800" err="1">
                <a:latin typeface="ML-TTKarthika"/>
              </a:rPr>
              <a:t>shSnªXpw</a:t>
            </a:r>
            <a:r>
              <a:rPr lang="en-US" sz="2800">
                <a:latin typeface="ML-TTKarthika"/>
              </a:rPr>
              <a:t> </a:t>
            </a:r>
          </a:p>
          <a:p>
            <a:r>
              <a:rPr lang="en-US" sz="2800">
                <a:latin typeface="ML-TTKarthika"/>
              </a:rPr>
              <a:t>]</a:t>
            </a:r>
            <a:r>
              <a:rPr lang="en-US" sz="2800" err="1">
                <a:latin typeface="ML-TTKarthika"/>
              </a:rPr>
              <a:t>mSpIÄs</a:t>
            </a:r>
            <a:r>
              <a:rPr lang="en-US" sz="2800">
                <a:latin typeface="ML-TTKarthika"/>
              </a:rPr>
              <a:t>]«</a:t>
            </a:r>
            <a:r>
              <a:rPr lang="en-US" sz="2800" err="1">
                <a:latin typeface="ML-TTKarthika"/>
              </a:rPr>
              <a:t>Xpw</a:t>
            </a:r>
            <a:r>
              <a:rPr lang="en-US" sz="2800">
                <a:latin typeface="ML-TTKarthika"/>
              </a:rPr>
              <a:t> BÀ \</a:t>
            </a:r>
            <a:r>
              <a:rPr lang="en-US" sz="2800" err="1">
                <a:latin typeface="ML-TTKarthika"/>
              </a:rPr>
              <a:t>mbIm</a:t>
            </a:r>
            <a:r>
              <a:rPr lang="en-US" sz="2800">
                <a:latin typeface="ML-TTKarthika"/>
              </a:rPr>
              <a:t>! \</a:t>
            </a:r>
            <a:r>
              <a:rPr lang="en-US" sz="2800" err="1">
                <a:latin typeface="ML-TTKarthika"/>
              </a:rPr>
              <a:t>obÃmXmcpanÃ</a:t>
            </a:r>
            <a:endParaRPr lang="en-US" sz="2800">
              <a:latin typeface="ML-TTKarthika"/>
            </a:endParaRPr>
          </a:p>
          <a:p>
            <a:pPr indent="407670"/>
            <a:r>
              <a:rPr lang="en-US" sz="2800" err="1">
                <a:solidFill>
                  <a:srgbClr val="800000"/>
                </a:solidFill>
                <a:latin typeface="ML-TTKarthika"/>
              </a:rPr>
              <a:t>tbip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mYm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R§Ä¡p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obÃmXmcpanÃ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 </a:t>
            </a:r>
          </a:p>
          <a:p>
            <a:pPr indent="407670"/>
            <a:r>
              <a:rPr lang="en-US" sz="2800" err="1">
                <a:solidFill>
                  <a:srgbClr val="800000"/>
                </a:solidFill>
                <a:latin typeface="ML-TTKarthika"/>
              </a:rPr>
              <a:t>tbip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mYm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obÃmXmcpanÃ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</a:t>
            </a:r>
            <a:endParaRPr lang="en-US" sz="2700">
              <a:solidFill>
                <a:srgbClr val="800000"/>
              </a:solidFill>
              <a:latin typeface="ML-TTKarthik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F37829-AB8E-D34C-DB65-84C67F997798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6: 2 of 7 </a:t>
            </a:r>
          </a:p>
        </p:txBody>
      </p:sp>
    </p:spTree>
    <p:extLst>
      <p:ext uri="{BB962C8B-B14F-4D97-AF65-F5344CB8AC3E}">
        <p14:creationId xmlns:p14="http://schemas.microsoft.com/office/powerpoint/2010/main" val="450999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8F707-A9FB-DED5-9DA7-DE6196199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E191-1B93-A9FF-4BAA-FA5EF59C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242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6847268-D9E0-1F37-0908-A3A29919799E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7E13E3-B097-52B0-4B54-CFDB708B34A8}"/>
              </a:ext>
            </a:extLst>
          </p:cNvPr>
          <p:cNvSpPr/>
          <p:nvPr/>
        </p:nvSpPr>
        <p:spPr>
          <a:xfrm>
            <a:off x="516756" y="531427"/>
            <a:ext cx="8102113" cy="20378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400" err="1">
                <a:latin typeface="Segoe UI"/>
                <a:cs typeface="Segoe UI"/>
              </a:rPr>
              <a:t>neekkeeduvaan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ella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paapaththeyum</a:t>
            </a:r>
            <a:endParaRPr lang="en-US" sz="2400">
              <a:latin typeface="Segoe UI"/>
              <a:cs typeface="Segoe UI"/>
            </a:endParaRPr>
          </a:p>
          <a:p>
            <a:pPr lvl="0"/>
            <a:r>
              <a:rPr lang="en-US" sz="2400" err="1">
                <a:latin typeface="Segoe UI"/>
                <a:cs typeface="Segoe UI"/>
              </a:rPr>
              <a:t>pokkeeduvaan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sarvva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shaapaththeyum</a:t>
            </a:r>
            <a:endParaRPr lang="en-US" sz="2400">
              <a:latin typeface="Segoe UI"/>
              <a:cs typeface="Segoe UI"/>
            </a:endParaRPr>
          </a:p>
          <a:p>
            <a:pPr lvl="0"/>
            <a:r>
              <a:rPr lang="en-US" sz="2400" err="1">
                <a:latin typeface="Segoe UI"/>
                <a:cs typeface="Segoe UI"/>
              </a:rPr>
              <a:t>kopaagniyum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keduththeedaan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karththaa</a:t>
            </a:r>
            <a:r>
              <a:rPr lang="en-US" sz="2400">
                <a:latin typeface="Segoe UI"/>
                <a:cs typeface="Segoe UI"/>
              </a:rPr>
              <a:t>! </a:t>
            </a:r>
            <a:r>
              <a:rPr lang="en-US" sz="2400" err="1">
                <a:latin typeface="Segoe UI"/>
                <a:cs typeface="Segoe UI"/>
              </a:rPr>
              <a:t>neeyallaathaarumilla</a:t>
            </a:r>
            <a:endParaRPr lang="en-US" sz="2400">
              <a:latin typeface="Segoe UI"/>
              <a:cs typeface="Segoe UI"/>
            </a:endParaRPr>
          </a:p>
          <a:p>
            <a:pPr lvl="1"/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yeshu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naathhaa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njangalhkku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neeyallaa-thaarumilla</a:t>
            </a:r>
            <a:endParaRPr lang="en-US" sz="2400">
              <a:solidFill>
                <a:srgbClr val="800000"/>
              </a:solidFill>
              <a:latin typeface="Segoe UI"/>
              <a:cs typeface="Segoe UI"/>
            </a:endParaRPr>
          </a:p>
          <a:p>
            <a:pPr lvl="1"/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yeshu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naathhaa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neeyallaa-thaarumilla</a:t>
            </a:r>
            <a:endParaRPr lang="en-US" sz="2400">
              <a:solidFill>
                <a:srgbClr val="800000"/>
              </a:solidFill>
              <a:latin typeface="Segoe UI"/>
              <a:cs typeface="Segoe UI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3E18DA8-69C7-DAE8-B0AF-8F669DFAEC9D}"/>
              </a:ext>
            </a:extLst>
          </p:cNvPr>
          <p:cNvSpPr txBox="1"/>
          <p:nvPr/>
        </p:nvSpPr>
        <p:spPr>
          <a:xfrm>
            <a:off x="436842" y="2868701"/>
            <a:ext cx="7980031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latin typeface="ML-TTKarthika"/>
              </a:rPr>
              <a:t>\o¡nSphm³ </a:t>
            </a:r>
            <a:r>
              <a:rPr lang="en-US" sz="2800" err="1">
                <a:latin typeface="ML-TTKarthika"/>
              </a:rPr>
              <a:t>FÃm</a:t>
            </a:r>
            <a:r>
              <a:rPr lang="en-US" sz="2800">
                <a:latin typeface="ML-TTKarthika"/>
              </a:rPr>
              <a:t> ]m]</a:t>
            </a:r>
            <a:r>
              <a:rPr lang="en-US" sz="2800" err="1">
                <a:latin typeface="ML-TTKarthika"/>
              </a:rPr>
              <a:t>t¯bpw</a:t>
            </a:r>
            <a:r>
              <a:rPr lang="en-US" sz="2800">
                <a:latin typeface="ML-TTKarthika"/>
              </a:rPr>
              <a:t> </a:t>
            </a:r>
          </a:p>
          <a:p>
            <a:r>
              <a:rPr lang="en-US" sz="2800">
                <a:latin typeface="ML-TTKarthika"/>
              </a:rPr>
              <a:t>t]m¡nSphm³ </a:t>
            </a:r>
            <a:r>
              <a:rPr lang="en-US" sz="2800" err="1">
                <a:latin typeface="ML-TTKarthika"/>
              </a:rPr>
              <a:t>kÀÆim</a:t>
            </a:r>
            <a:r>
              <a:rPr lang="en-US" sz="2800">
                <a:latin typeface="ML-TTKarthika"/>
              </a:rPr>
              <a:t>]</a:t>
            </a:r>
            <a:r>
              <a:rPr lang="en-US" sz="2800" err="1">
                <a:latin typeface="ML-TTKarthika"/>
              </a:rPr>
              <a:t>s¯bpw</a:t>
            </a:r>
            <a:r>
              <a:rPr lang="en-US" sz="2800">
                <a:latin typeface="ML-TTKarthika"/>
              </a:rPr>
              <a:t> </a:t>
            </a:r>
          </a:p>
          <a:p>
            <a:r>
              <a:rPr lang="en-US" sz="2800" err="1">
                <a:latin typeface="ML-TTKarthika"/>
              </a:rPr>
              <a:t>tIm</a:t>
            </a:r>
            <a:r>
              <a:rPr lang="en-US" sz="2800">
                <a:latin typeface="ML-TTKarthika"/>
              </a:rPr>
              <a:t>]</a:t>
            </a:r>
            <a:r>
              <a:rPr lang="en-US" sz="2800" err="1">
                <a:latin typeface="ML-TTKarthika"/>
              </a:rPr>
              <a:t>mánbpw</a:t>
            </a:r>
            <a:r>
              <a:rPr lang="en-US" sz="2800">
                <a:latin typeface="ML-TTKarthika"/>
              </a:rPr>
              <a:t> sISp¯oSm³ </a:t>
            </a:r>
            <a:r>
              <a:rPr lang="en-US" sz="2800" err="1">
                <a:latin typeface="ML-TTKarthika"/>
              </a:rPr>
              <a:t>IÀ¯m</a:t>
            </a:r>
            <a:r>
              <a:rPr lang="en-US" sz="2800">
                <a:latin typeface="ML-TTKarthika"/>
              </a:rPr>
              <a:t>! \</a:t>
            </a:r>
            <a:r>
              <a:rPr lang="en-US" sz="2800" err="1">
                <a:latin typeface="ML-TTKarthika"/>
              </a:rPr>
              <a:t>obÃmXmcpanÃ</a:t>
            </a:r>
            <a:endParaRPr lang="en-US" sz="2800">
              <a:latin typeface="ML-TTKarthika"/>
            </a:endParaRPr>
          </a:p>
          <a:p>
            <a:pPr lvl="1"/>
            <a:r>
              <a:rPr lang="en-US" sz="2800" err="1">
                <a:solidFill>
                  <a:srgbClr val="800000"/>
                </a:solidFill>
                <a:latin typeface="ML-TTKarthika"/>
              </a:rPr>
              <a:t>tbip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mYm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R§Ä¡p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obÃmXmcpanÃ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 </a:t>
            </a:r>
          </a:p>
          <a:p>
            <a:pPr lvl="1"/>
            <a:r>
              <a:rPr lang="en-US" sz="2800" err="1">
                <a:solidFill>
                  <a:srgbClr val="800000"/>
                </a:solidFill>
                <a:latin typeface="ML-TTKarthika"/>
              </a:rPr>
              <a:t>tbip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mYm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obÃmXmcpanÃ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</a:t>
            </a:r>
            <a:endParaRPr lang="en-US" sz="2700">
              <a:solidFill>
                <a:srgbClr val="800000"/>
              </a:solidFill>
              <a:latin typeface="ML-TTKarthik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00269F-7156-31D3-12D3-82BF605FF24C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6: 3 of 7 </a:t>
            </a:r>
          </a:p>
        </p:txBody>
      </p:sp>
    </p:spTree>
    <p:extLst>
      <p:ext uri="{BB962C8B-B14F-4D97-AF65-F5344CB8AC3E}">
        <p14:creationId xmlns:p14="http://schemas.microsoft.com/office/powerpoint/2010/main" val="27849318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60B78-9F0B-FB15-F9D6-1347A0B4F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06844-AFC4-C01F-6D5B-89C5D4786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242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5ADF2D1-A4D6-7255-07AD-0C0E73D0D90C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28B067-088E-D552-E20E-9D5A17DFDCDA}"/>
              </a:ext>
            </a:extLst>
          </p:cNvPr>
          <p:cNvSpPr/>
          <p:nvPr/>
        </p:nvSpPr>
        <p:spPr>
          <a:xfrm>
            <a:off x="516756" y="531427"/>
            <a:ext cx="8102113" cy="20378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400" err="1">
                <a:latin typeface="Segoe UI"/>
                <a:cs typeface="Segoe UI"/>
              </a:rPr>
              <a:t>arrivaan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swargga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pithaavineyum</a:t>
            </a:r>
            <a:endParaRPr lang="en-US" sz="2400">
              <a:latin typeface="Segoe UI"/>
              <a:cs typeface="Segoe UI"/>
            </a:endParaRPr>
          </a:p>
          <a:p>
            <a:pPr lvl="0"/>
            <a:r>
              <a:rPr lang="en-US" sz="2400" err="1">
                <a:latin typeface="Segoe UI"/>
                <a:cs typeface="Segoe UI"/>
              </a:rPr>
              <a:t>praapippaan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vishuddhaathmaavineyum</a:t>
            </a:r>
            <a:endParaRPr lang="en-US" sz="2400">
              <a:latin typeface="Segoe UI"/>
              <a:cs typeface="Segoe UI"/>
            </a:endParaRPr>
          </a:p>
          <a:p>
            <a:pPr lvl="0"/>
            <a:r>
              <a:rPr lang="en-US" sz="2400" err="1">
                <a:latin typeface="Segoe UI"/>
                <a:cs typeface="Segoe UI"/>
              </a:rPr>
              <a:t>verroru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vazhiyum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illa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naathha</a:t>
            </a:r>
            <a:r>
              <a:rPr lang="en-US" sz="2400">
                <a:latin typeface="Segoe UI"/>
                <a:cs typeface="Segoe UI"/>
              </a:rPr>
              <a:t>! </a:t>
            </a:r>
            <a:r>
              <a:rPr lang="en-US" sz="2400" err="1">
                <a:latin typeface="Segoe UI"/>
                <a:cs typeface="Segoe UI"/>
              </a:rPr>
              <a:t>neeyallaathaarumilla</a:t>
            </a:r>
            <a:endParaRPr lang="en-US" sz="2400">
              <a:latin typeface="Segoe UI"/>
              <a:cs typeface="Segoe UI"/>
            </a:endParaRPr>
          </a:p>
          <a:p>
            <a:pPr lvl="1"/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yeshu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naathhaa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njangalhkku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neeyallaathaarumilla</a:t>
            </a:r>
            <a:endParaRPr lang="en-US" sz="2400">
              <a:solidFill>
                <a:srgbClr val="800000"/>
              </a:solidFill>
              <a:latin typeface="Segoe UI"/>
              <a:cs typeface="Segoe UI"/>
            </a:endParaRPr>
          </a:p>
          <a:p>
            <a:pPr lvl="1"/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yeshu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naathhaa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neeyallaathaarumilla</a:t>
            </a:r>
            <a:endParaRPr lang="en-US" sz="2400">
              <a:solidFill>
                <a:srgbClr val="800000"/>
              </a:solidFill>
              <a:latin typeface="Segoe UI"/>
              <a:cs typeface="Segoe UI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4240DA9-D575-59A9-0DD8-B8FFC078CA74}"/>
              </a:ext>
            </a:extLst>
          </p:cNvPr>
          <p:cNvSpPr txBox="1"/>
          <p:nvPr/>
        </p:nvSpPr>
        <p:spPr>
          <a:xfrm>
            <a:off x="581985" y="2614701"/>
            <a:ext cx="7980031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latin typeface="ML-TTKarthika"/>
              </a:rPr>
              <a:t>Adnhm³ </a:t>
            </a:r>
            <a:r>
              <a:rPr lang="en-US" sz="2800" err="1">
                <a:latin typeface="ML-TTKarthika"/>
              </a:rPr>
              <a:t>kzÀ</a:t>
            </a:r>
            <a:r>
              <a:rPr lang="en-US" sz="2800">
                <a:latin typeface="ML-TTKarthika"/>
              </a:rPr>
              <a:t>¤]</a:t>
            </a:r>
            <a:r>
              <a:rPr lang="en-US" sz="2800" err="1">
                <a:latin typeface="ML-TTKarthika"/>
              </a:rPr>
              <a:t>nXmhnt</a:t>
            </a:r>
            <a:r>
              <a:rPr lang="en-US" sz="2800">
                <a:latin typeface="ML-TTKarthika"/>
              </a:rPr>
              <a:t>\</a:t>
            </a:r>
            <a:r>
              <a:rPr lang="en-US" sz="2800" err="1">
                <a:latin typeface="ML-TTKarthika"/>
              </a:rPr>
              <a:t>bpw</a:t>
            </a:r>
            <a:r>
              <a:rPr lang="en-US" sz="2800">
                <a:latin typeface="ML-TTKarthika"/>
              </a:rPr>
              <a:t> </a:t>
            </a:r>
          </a:p>
          <a:p>
            <a:r>
              <a:rPr lang="en-US" sz="2800">
                <a:latin typeface="ML-TTKarthika"/>
              </a:rPr>
              <a:t>{]m]n¸m³ hnip²mßmhnt\</a:t>
            </a:r>
            <a:r>
              <a:rPr lang="en-US" sz="2800" err="1">
                <a:latin typeface="ML-TTKarthika"/>
              </a:rPr>
              <a:t>bpw</a:t>
            </a:r>
            <a:r>
              <a:rPr lang="en-US" sz="2800">
                <a:latin typeface="ML-TTKarthika"/>
              </a:rPr>
              <a:t> </a:t>
            </a:r>
          </a:p>
          <a:p>
            <a:r>
              <a:rPr lang="en-US" sz="2800" err="1">
                <a:latin typeface="ML-TTKarthika"/>
              </a:rPr>
              <a:t>thsdmcp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hgnbpanÃ</a:t>
            </a:r>
            <a:r>
              <a:rPr lang="en-US" sz="2800">
                <a:latin typeface="ML-TTKarthika"/>
              </a:rPr>
              <a:t> \</a:t>
            </a:r>
            <a:r>
              <a:rPr lang="en-US" sz="2800" err="1">
                <a:latin typeface="ML-TTKarthika"/>
              </a:rPr>
              <a:t>mYm</a:t>
            </a:r>
            <a:r>
              <a:rPr lang="en-US" sz="2800">
                <a:latin typeface="ML-TTKarthika"/>
              </a:rPr>
              <a:t>! \</a:t>
            </a:r>
            <a:r>
              <a:rPr lang="en-US" sz="2800" err="1">
                <a:latin typeface="ML-TTKarthika"/>
              </a:rPr>
              <a:t>obÃmXmcpanÃ</a:t>
            </a:r>
            <a:endParaRPr lang="en-US" sz="2800">
              <a:latin typeface="ML-TTKarthika"/>
            </a:endParaRPr>
          </a:p>
          <a:p>
            <a:pPr lvl="1"/>
            <a:r>
              <a:rPr lang="en-US" sz="2800" err="1">
                <a:solidFill>
                  <a:srgbClr val="800000"/>
                </a:solidFill>
                <a:latin typeface="ML-TTKarthika"/>
              </a:rPr>
              <a:t>tbip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mYm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R§Ä¡p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obÃmXmcpanÃ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 </a:t>
            </a:r>
          </a:p>
          <a:p>
            <a:pPr lvl="1"/>
            <a:r>
              <a:rPr lang="en-US" sz="2800" err="1">
                <a:solidFill>
                  <a:srgbClr val="800000"/>
                </a:solidFill>
                <a:latin typeface="ML-TTKarthika"/>
              </a:rPr>
              <a:t>tbip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mYm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obÃmXmcpanÃ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6888EB-287E-1222-5315-C54679658BC5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6: 4 of 7 </a:t>
            </a:r>
          </a:p>
        </p:txBody>
      </p:sp>
    </p:spTree>
    <p:extLst>
      <p:ext uri="{BB962C8B-B14F-4D97-AF65-F5344CB8AC3E}">
        <p14:creationId xmlns:p14="http://schemas.microsoft.com/office/powerpoint/2010/main" val="38981202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8E2A4-DE70-D160-2AAA-A5190C10F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E450B-C1DB-7998-208A-F0682E200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242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8614267-19F2-2C72-C034-3827A8E6A518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0D6B7A-C6C1-21CC-9A49-CEF19251B87E}"/>
              </a:ext>
            </a:extLst>
          </p:cNvPr>
          <p:cNvSpPr/>
          <p:nvPr/>
        </p:nvSpPr>
        <p:spPr>
          <a:xfrm>
            <a:off x="149962" y="531427"/>
            <a:ext cx="8844077" cy="20378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400" err="1">
                <a:latin typeface="Segoe UI"/>
                <a:cs typeface="Segoe UI"/>
              </a:rPr>
              <a:t>sahippaan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en</a:t>
            </a:r>
            <a:r>
              <a:rPr lang="en-US" sz="2400">
                <a:latin typeface="Segoe UI"/>
                <a:cs typeface="Segoe UI"/>
              </a:rPr>
              <a:t> buddhi </a:t>
            </a:r>
            <a:r>
              <a:rPr lang="en-US" sz="2400" err="1">
                <a:latin typeface="Segoe UI"/>
                <a:cs typeface="Segoe UI"/>
              </a:rPr>
              <a:t>heenathayum</a:t>
            </a:r>
            <a:endParaRPr lang="en-US" sz="2400">
              <a:latin typeface="Segoe UI"/>
              <a:cs typeface="Segoe UI"/>
            </a:endParaRPr>
          </a:p>
          <a:p>
            <a:pPr lvl="0"/>
            <a:r>
              <a:rPr lang="en-US" sz="2400" err="1">
                <a:latin typeface="Segoe UI"/>
                <a:cs typeface="Segoe UI"/>
              </a:rPr>
              <a:t>vahippaan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en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mahaa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ksheenhathayum</a:t>
            </a:r>
            <a:endParaRPr lang="en-US" sz="2400">
              <a:latin typeface="Segoe UI"/>
              <a:cs typeface="Segoe UI"/>
            </a:endParaRPr>
          </a:p>
          <a:p>
            <a:pPr lvl="0"/>
            <a:r>
              <a:rPr lang="en-US" sz="2400" err="1">
                <a:latin typeface="Segoe UI"/>
                <a:cs typeface="Segoe UI"/>
              </a:rPr>
              <a:t>laalhippaan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paalippaan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daiva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puthraa</a:t>
            </a:r>
            <a:r>
              <a:rPr lang="en-US" sz="2400">
                <a:latin typeface="Segoe UI"/>
                <a:cs typeface="Segoe UI"/>
              </a:rPr>
              <a:t>! </a:t>
            </a:r>
            <a:r>
              <a:rPr lang="en-US" sz="2400" err="1">
                <a:latin typeface="Segoe UI"/>
                <a:cs typeface="Segoe UI"/>
              </a:rPr>
              <a:t>neeyallaathaarumilla</a:t>
            </a:r>
            <a:endParaRPr lang="en-US" sz="2400">
              <a:latin typeface="Segoe UI"/>
              <a:cs typeface="Segoe UI"/>
            </a:endParaRPr>
          </a:p>
          <a:p>
            <a:pPr lvl="1"/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yeshu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naathhaa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njangalhkku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neeyallaathaarumilla</a:t>
            </a:r>
            <a:endParaRPr lang="en-US" sz="2400">
              <a:solidFill>
                <a:srgbClr val="800000"/>
              </a:solidFill>
              <a:latin typeface="Segoe UI"/>
              <a:cs typeface="Segoe UI"/>
            </a:endParaRPr>
          </a:p>
          <a:p>
            <a:pPr lvl="1"/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yeshu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naathhaa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neeyallaathaarumilla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C77EDDBD-5A5F-209E-62CC-7DD37B2929BB}"/>
              </a:ext>
            </a:extLst>
          </p:cNvPr>
          <p:cNvSpPr txBox="1"/>
          <p:nvPr/>
        </p:nvSpPr>
        <p:spPr>
          <a:xfrm>
            <a:off x="153861" y="2723558"/>
            <a:ext cx="7457420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latin typeface="ML-TTKarthika"/>
              </a:rPr>
              <a:t>kln¸m³ F³ _p²nlo\</a:t>
            </a:r>
            <a:r>
              <a:rPr lang="en-US" sz="2800" err="1">
                <a:latin typeface="ML-TTKarthika"/>
              </a:rPr>
              <a:t>Xbpw</a:t>
            </a:r>
            <a:r>
              <a:rPr lang="en-US" sz="2800">
                <a:latin typeface="ML-TTKarthika"/>
              </a:rPr>
              <a:t> </a:t>
            </a:r>
          </a:p>
          <a:p>
            <a:r>
              <a:rPr lang="en-US" sz="2800">
                <a:latin typeface="ML-TTKarthika"/>
              </a:rPr>
              <a:t>hln¸m³ F³ </a:t>
            </a:r>
            <a:r>
              <a:rPr lang="en-US" sz="2800" err="1">
                <a:latin typeface="ML-TTKarthika"/>
              </a:rPr>
              <a:t>alm£oWXbpw</a:t>
            </a:r>
            <a:r>
              <a:rPr lang="en-US" sz="2800">
                <a:latin typeface="ML-TTKarthika"/>
              </a:rPr>
              <a:t> </a:t>
            </a:r>
          </a:p>
          <a:p>
            <a:r>
              <a:rPr lang="en-US" sz="2800">
                <a:latin typeface="ML-TTKarthika"/>
              </a:rPr>
              <a:t>emfn¸m³ ]men¸m³ </a:t>
            </a:r>
            <a:r>
              <a:rPr lang="en-US" sz="2800" err="1">
                <a:latin typeface="ML-TTKarthika"/>
              </a:rPr>
              <a:t>ssZh</a:t>
            </a:r>
            <a:r>
              <a:rPr lang="en-US" sz="2800">
                <a:latin typeface="ML-TTKarthika"/>
              </a:rPr>
              <a:t>]p{</a:t>
            </a:r>
            <a:r>
              <a:rPr lang="en-US" sz="2800" err="1">
                <a:latin typeface="ML-TTKarthika"/>
              </a:rPr>
              <a:t>Xm</a:t>
            </a:r>
            <a:r>
              <a:rPr lang="en-US" sz="2800">
                <a:latin typeface="ML-TTKarthika"/>
              </a:rPr>
              <a:t>! \</a:t>
            </a:r>
            <a:r>
              <a:rPr lang="en-US" sz="2800" err="1">
                <a:latin typeface="ML-TTKarthika"/>
              </a:rPr>
              <a:t>obÃmXmcpanÃ</a:t>
            </a:r>
            <a:endParaRPr lang="en-US" sz="2800">
              <a:latin typeface="ML-TTKarthika"/>
            </a:endParaRPr>
          </a:p>
          <a:p>
            <a:pPr lvl="1"/>
            <a:r>
              <a:rPr lang="en-US" sz="2800" err="1">
                <a:solidFill>
                  <a:srgbClr val="800000"/>
                </a:solidFill>
                <a:latin typeface="ML-TTKarthika"/>
              </a:rPr>
              <a:t>tbip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mYm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R§Ä¡p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obÃmXmcpanÃ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 </a:t>
            </a:r>
          </a:p>
          <a:p>
            <a:pPr lvl="1"/>
            <a:r>
              <a:rPr lang="en-US" sz="2800" err="1">
                <a:solidFill>
                  <a:srgbClr val="800000"/>
                </a:solidFill>
                <a:latin typeface="ML-TTKarthika"/>
              </a:rPr>
              <a:t>tbip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mYm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obÃmXmcpanÃ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A13190-A984-AAB4-FA89-E6FA7A870329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6: 5 of 7 </a:t>
            </a:r>
          </a:p>
        </p:txBody>
      </p:sp>
    </p:spTree>
    <p:extLst>
      <p:ext uri="{BB962C8B-B14F-4D97-AF65-F5344CB8AC3E}">
        <p14:creationId xmlns:p14="http://schemas.microsoft.com/office/powerpoint/2010/main" val="4457251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F4D17-C3AD-83E4-78D4-9EC08714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82246-B09C-335F-BF2A-9D9D0AE4E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242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E9D3E95-7DF7-6860-4581-06FEB313F56F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CD5C5D-0AE0-71AE-A4C7-5BDCF81E568C}"/>
              </a:ext>
            </a:extLst>
          </p:cNvPr>
          <p:cNvSpPr/>
          <p:nvPr/>
        </p:nvSpPr>
        <p:spPr>
          <a:xfrm>
            <a:off x="149962" y="531427"/>
            <a:ext cx="8844077" cy="20378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400" err="1">
                <a:latin typeface="Segoe UI"/>
                <a:cs typeface="Segoe UI"/>
              </a:rPr>
              <a:t>sathya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vishvaasaththe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kaaththeeduvaan</a:t>
            </a:r>
            <a:endParaRPr lang="en-US" sz="2400">
              <a:latin typeface="Segoe UI"/>
              <a:cs typeface="Segoe UI"/>
            </a:endParaRPr>
          </a:p>
          <a:p>
            <a:pPr lvl="0"/>
            <a:r>
              <a:rPr lang="en-US" sz="2400" err="1">
                <a:latin typeface="Segoe UI"/>
                <a:cs typeface="Segoe UI"/>
              </a:rPr>
              <a:t>nithyam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nin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keerththiye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paadeeduvaan</a:t>
            </a:r>
            <a:endParaRPr lang="en-US" sz="2400">
              <a:latin typeface="Segoe UI"/>
              <a:cs typeface="Segoe UI"/>
            </a:endParaRPr>
          </a:p>
          <a:p>
            <a:pPr lvl="0"/>
            <a:r>
              <a:rPr lang="en-US" sz="2400" err="1">
                <a:latin typeface="Segoe UI"/>
                <a:cs typeface="Segoe UI"/>
              </a:rPr>
              <a:t>bhrithyanmaaril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kripa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thanneeduvaan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neeyallaathaarumilla</a:t>
            </a:r>
            <a:endParaRPr lang="en-US" sz="2400">
              <a:latin typeface="Segoe UI"/>
              <a:cs typeface="Segoe UI"/>
            </a:endParaRPr>
          </a:p>
          <a:p>
            <a:pPr lvl="1"/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yeshu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naathhaa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njangalhkku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neeyallaathaarumilla</a:t>
            </a:r>
            <a:endParaRPr lang="en-US" sz="2400">
              <a:solidFill>
                <a:srgbClr val="800000"/>
              </a:solidFill>
              <a:latin typeface="Segoe UI"/>
              <a:cs typeface="Segoe UI"/>
            </a:endParaRPr>
          </a:p>
          <a:p>
            <a:pPr lvl="1"/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yeshu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naathhaa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neeyallaathaarumilla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DA5CC576-553D-9560-993A-90AD6D42007E}"/>
              </a:ext>
            </a:extLst>
          </p:cNvPr>
          <p:cNvSpPr txBox="1"/>
          <p:nvPr/>
        </p:nvSpPr>
        <p:spPr>
          <a:xfrm>
            <a:off x="235504" y="2723558"/>
            <a:ext cx="7457420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err="1">
                <a:latin typeface="ML-TTKarthika"/>
              </a:rPr>
              <a:t>kXyhnizmks</a:t>
            </a:r>
            <a:r>
              <a:rPr lang="en-US" sz="2800">
                <a:latin typeface="ML-TTKarthika"/>
              </a:rPr>
              <a:t>¯ Im¯oSphm³ </a:t>
            </a:r>
          </a:p>
          <a:p>
            <a:r>
              <a:rPr lang="en-US" sz="2800">
                <a:latin typeface="ML-TTKarthika"/>
              </a:rPr>
              <a:t>\</a:t>
            </a:r>
            <a:r>
              <a:rPr lang="en-US" sz="2800" err="1">
                <a:latin typeface="ML-TTKarthika"/>
              </a:rPr>
              <a:t>nXyw</a:t>
            </a:r>
            <a:r>
              <a:rPr lang="en-US" sz="2800">
                <a:latin typeface="ML-TTKarthika"/>
              </a:rPr>
              <a:t> \n³ </a:t>
            </a:r>
            <a:r>
              <a:rPr lang="en-US" sz="2800" err="1">
                <a:latin typeface="ML-TTKarthika"/>
              </a:rPr>
              <a:t>IoÀ¯nsb</a:t>
            </a:r>
            <a:r>
              <a:rPr lang="en-US" sz="2800">
                <a:latin typeface="ML-TTKarthika"/>
              </a:rPr>
              <a:t> ]mSnSphm³ </a:t>
            </a:r>
          </a:p>
          <a:p>
            <a:r>
              <a:rPr lang="en-US" sz="2800">
                <a:latin typeface="ML-TTKarthika"/>
              </a:rPr>
              <a:t>`</a:t>
            </a:r>
            <a:r>
              <a:rPr lang="en-US" sz="2800" err="1">
                <a:latin typeface="ML-TTKarthika"/>
              </a:rPr>
              <a:t>rXy·mcnÂ</a:t>
            </a:r>
            <a:r>
              <a:rPr lang="en-US" sz="2800">
                <a:latin typeface="ML-TTKarthika"/>
              </a:rPr>
              <a:t> </a:t>
            </a:r>
            <a:r>
              <a:rPr lang="en-US" sz="2800" err="1">
                <a:latin typeface="ML-TTKarthika"/>
              </a:rPr>
              <a:t>Ir</a:t>
            </a:r>
            <a:r>
              <a:rPr lang="en-US" sz="2800">
                <a:latin typeface="ML-TTKarthika"/>
              </a:rPr>
              <a:t>] X¶oSphm³ -\</a:t>
            </a:r>
            <a:r>
              <a:rPr lang="en-US" sz="2800" err="1">
                <a:latin typeface="ML-TTKarthika"/>
              </a:rPr>
              <a:t>obÃmXmcpanÃ</a:t>
            </a:r>
            <a:endParaRPr lang="en-US" sz="2800">
              <a:latin typeface="ML-TTKarthika"/>
            </a:endParaRPr>
          </a:p>
          <a:p>
            <a:pPr lvl="1"/>
            <a:r>
              <a:rPr lang="en-US" sz="2800" err="1">
                <a:solidFill>
                  <a:srgbClr val="800000"/>
                </a:solidFill>
                <a:latin typeface="ML-TTKarthika"/>
              </a:rPr>
              <a:t>tbip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mYm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R§Ä¡p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obÃmXmcpanÃ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 </a:t>
            </a:r>
          </a:p>
          <a:p>
            <a:pPr lvl="1"/>
            <a:r>
              <a:rPr lang="en-US" sz="2800" err="1">
                <a:solidFill>
                  <a:srgbClr val="800000"/>
                </a:solidFill>
                <a:latin typeface="ML-TTKarthika"/>
              </a:rPr>
              <a:t>tbip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mYm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obÃmXmcpanÃ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12DC11-8BC3-807B-8594-C6B28B5BEE80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6: 6 of 7 </a:t>
            </a:r>
          </a:p>
        </p:txBody>
      </p:sp>
    </p:spTree>
    <p:extLst>
      <p:ext uri="{BB962C8B-B14F-4D97-AF65-F5344CB8AC3E}">
        <p14:creationId xmlns:p14="http://schemas.microsoft.com/office/powerpoint/2010/main" val="347662966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6A6F0-DF8F-E5E5-99BF-216A49C14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03BDB-CC90-53E0-B335-429B2504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Communion: Hymn No. 242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BD1BDAC-7732-11E5-1F64-F03E1302A105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033D1C-9516-596D-6D57-23060083E1AC}"/>
              </a:ext>
            </a:extLst>
          </p:cNvPr>
          <p:cNvSpPr/>
          <p:nvPr/>
        </p:nvSpPr>
        <p:spPr>
          <a:xfrm>
            <a:off x="462644" y="540498"/>
            <a:ext cx="9143999" cy="20378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400" err="1">
                <a:latin typeface="Segoe UI"/>
                <a:cs typeface="Segoe UI"/>
              </a:rPr>
              <a:t>daiva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mahathvaththil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thaan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varumpolh</a:t>
            </a:r>
            <a:endParaRPr lang="en-US" sz="2400">
              <a:latin typeface="Segoe UI"/>
              <a:cs typeface="Segoe UI"/>
            </a:endParaRPr>
          </a:p>
          <a:p>
            <a:pPr lvl="0"/>
            <a:r>
              <a:rPr lang="en-US" sz="2400" err="1">
                <a:latin typeface="Segoe UI"/>
                <a:cs typeface="Segoe UI"/>
              </a:rPr>
              <a:t>jeevakireedaththe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thaan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tharumpolh</a:t>
            </a:r>
            <a:endParaRPr lang="en-US" sz="2400">
              <a:latin typeface="Segoe UI"/>
              <a:cs typeface="Segoe UI"/>
            </a:endParaRPr>
          </a:p>
          <a:p>
            <a:pPr lvl="0"/>
            <a:r>
              <a:rPr lang="en-US" sz="2400" err="1">
                <a:latin typeface="Segoe UI"/>
                <a:cs typeface="Segoe UI"/>
              </a:rPr>
              <a:t>appozhum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njangalh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paadeedum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naathha</a:t>
            </a:r>
            <a:r>
              <a:rPr lang="en-US" sz="2400">
                <a:latin typeface="Segoe UI"/>
                <a:cs typeface="Segoe UI"/>
              </a:rPr>
              <a:t> </a:t>
            </a:r>
            <a:r>
              <a:rPr lang="en-US" sz="2400" err="1">
                <a:latin typeface="Segoe UI"/>
                <a:cs typeface="Segoe UI"/>
              </a:rPr>
              <a:t>neeyallaathaarumilla</a:t>
            </a:r>
            <a:endParaRPr lang="en-US" sz="2400">
              <a:latin typeface="Segoe UI"/>
              <a:cs typeface="Segoe UI"/>
            </a:endParaRPr>
          </a:p>
          <a:p>
            <a:pPr lvl="1"/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yeshu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naathhaa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njangalhkku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neeyallaathaarumilla</a:t>
            </a:r>
            <a:endParaRPr lang="en-US" sz="2400">
              <a:solidFill>
                <a:srgbClr val="800000"/>
              </a:solidFill>
              <a:latin typeface="Segoe UI"/>
              <a:cs typeface="Segoe UI"/>
            </a:endParaRPr>
          </a:p>
          <a:p>
            <a:pPr lvl="1"/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yeshu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naathhaa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 </a:t>
            </a:r>
            <a:r>
              <a:rPr lang="en-US" sz="2400" err="1">
                <a:solidFill>
                  <a:srgbClr val="800000"/>
                </a:solidFill>
                <a:latin typeface="Segoe UI"/>
                <a:cs typeface="Segoe UI"/>
              </a:rPr>
              <a:t>neeyallaathaarumilla</a:t>
            </a:r>
            <a:r>
              <a:rPr lang="en-US" sz="2400">
                <a:solidFill>
                  <a:srgbClr val="800000"/>
                </a:solidFill>
                <a:latin typeface="Segoe UI"/>
                <a:cs typeface="Segoe UI"/>
              </a:rPr>
              <a:t>!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23F86208-7004-0A64-F64F-D4AC3EAB5108}"/>
              </a:ext>
            </a:extLst>
          </p:cNvPr>
          <p:cNvSpPr txBox="1"/>
          <p:nvPr/>
        </p:nvSpPr>
        <p:spPr>
          <a:xfrm>
            <a:off x="652790" y="2569344"/>
            <a:ext cx="7457420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err="1">
                <a:latin typeface="ML-TTKarthika"/>
              </a:rPr>
              <a:t>ssZhalXz¯nÂ</a:t>
            </a:r>
            <a:r>
              <a:rPr lang="en-US" sz="2800">
                <a:latin typeface="ML-TTKarthika"/>
              </a:rPr>
              <a:t> Xm³ hcpt¼mÄ </a:t>
            </a:r>
          </a:p>
          <a:p>
            <a:r>
              <a:rPr lang="en-US" sz="2800" err="1">
                <a:latin typeface="ML-TTKarthika"/>
              </a:rPr>
              <a:t>PohIncoSs</a:t>
            </a:r>
            <a:r>
              <a:rPr lang="en-US" sz="2800">
                <a:latin typeface="ML-TTKarthika"/>
              </a:rPr>
              <a:t>¯ Xm³ Xcpt¼mÄ </a:t>
            </a:r>
          </a:p>
          <a:p>
            <a:r>
              <a:rPr lang="en-US" sz="2800" err="1">
                <a:latin typeface="ML-TTKarthika"/>
              </a:rPr>
              <a:t>At¸mgpw</a:t>
            </a:r>
            <a:r>
              <a:rPr lang="en-US" sz="2800">
                <a:latin typeface="ML-TTKarthika"/>
              </a:rPr>
              <a:t> R§Ä ]</a:t>
            </a:r>
            <a:r>
              <a:rPr lang="en-US" sz="2800" err="1">
                <a:latin typeface="ML-TTKarthika"/>
              </a:rPr>
              <a:t>mSoSpw</a:t>
            </a:r>
            <a:r>
              <a:rPr lang="en-US" sz="2800">
                <a:latin typeface="ML-TTKarthika"/>
              </a:rPr>
              <a:t> \</a:t>
            </a:r>
            <a:r>
              <a:rPr lang="en-US" sz="2800" err="1">
                <a:latin typeface="ML-TTKarthika"/>
              </a:rPr>
              <a:t>mYm</a:t>
            </a:r>
            <a:r>
              <a:rPr lang="en-US" sz="2800">
                <a:latin typeface="ML-TTKarthika"/>
              </a:rPr>
              <a:t>- --\</a:t>
            </a:r>
            <a:r>
              <a:rPr lang="en-US" sz="2800" err="1">
                <a:latin typeface="ML-TTKarthika"/>
              </a:rPr>
              <a:t>obÃmXmcpanÃ</a:t>
            </a:r>
            <a:endParaRPr lang="en-US" sz="2800">
              <a:latin typeface="ML-TTKarthika"/>
            </a:endParaRPr>
          </a:p>
          <a:p>
            <a:pPr lvl="1"/>
            <a:r>
              <a:rPr lang="en-US" sz="2800" err="1">
                <a:solidFill>
                  <a:srgbClr val="800000"/>
                </a:solidFill>
                <a:latin typeface="ML-TTKarthika"/>
              </a:rPr>
              <a:t>tbip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mYm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R§Ä¡p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obÃmXmcpanÃ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 </a:t>
            </a:r>
          </a:p>
          <a:p>
            <a:pPr lvl="1"/>
            <a:r>
              <a:rPr lang="en-US" sz="2800" err="1">
                <a:solidFill>
                  <a:srgbClr val="800000"/>
                </a:solidFill>
                <a:latin typeface="ML-TTKarthika"/>
              </a:rPr>
              <a:t>tbip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mYm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\</a:t>
            </a:r>
            <a:r>
              <a:rPr lang="en-US" sz="2800" err="1">
                <a:solidFill>
                  <a:srgbClr val="800000"/>
                </a:solidFill>
                <a:latin typeface="ML-TTKarthika"/>
              </a:rPr>
              <a:t>obÃmXmcpanÃ</a:t>
            </a:r>
            <a:r>
              <a:rPr lang="en-US" sz="2800">
                <a:solidFill>
                  <a:srgbClr val="800000"/>
                </a:solidFill>
                <a:latin typeface="ML-TTKarthika"/>
              </a:rPr>
              <a:t>!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BEC463-DA51-DF51-32D8-5FD7551FCBE9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6: 7 of 7 </a:t>
            </a:r>
          </a:p>
        </p:txBody>
      </p:sp>
    </p:spTree>
    <p:extLst>
      <p:ext uri="{BB962C8B-B14F-4D97-AF65-F5344CB8AC3E}">
        <p14:creationId xmlns:p14="http://schemas.microsoft.com/office/powerpoint/2010/main" val="137024659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/>
          <p:nvPr/>
        </p:nvSpPr>
        <p:spPr>
          <a:xfrm>
            <a:off x="973756" y="1615257"/>
            <a:ext cx="6858100" cy="1377326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kumimoji="0" lang="en-US" sz="6000" i="0" u="none" strike="noStrike" kern="1200" cap="none" spc="0" normalizeH="0" baseline="0" noProof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 pitchFamily="82" charset="0"/>
              </a:rPr>
              <a:t>Closing Hymn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Closing Hymn – 427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/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74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/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Closing: 1 of 1</a:t>
            </a:r>
          </a:p>
        </p:txBody>
      </p:sp>
      <p:sp>
        <p:nvSpPr>
          <p:cNvPr id="5" name="Rectangle 4"/>
          <p:cNvSpPr/>
          <p:nvPr/>
        </p:nvSpPr>
        <p:spPr>
          <a:xfrm>
            <a:off x="385715" y="686986"/>
            <a:ext cx="8732789" cy="138499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err="1">
                <a:solidFill>
                  <a:srgbClr val="000000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nithyanaaya</a:t>
            </a:r>
            <a:r>
              <a:rPr lang="en-SG" sz="2800">
                <a:solidFill>
                  <a:srgbClr val="000000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 </a:t>
            </a:r>
            <a:r>
              <a:rPr lang="en-SG" sz="2800" err="1">
                <a:solidFill>
                  <a:srgbClr val="000000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yehovaaye</a:t>
            </a:r>
            <a:r>
              <a:rPr lang="en-SG" sz="2800">
                <a:solidFill>
                  <a:srgbClr val="000000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 </a:t>
            </a:r>
            <a:r>
              <a:rPr lang="en-SG" sz="2800" err="1">
                <a:solidFill>
                  <a:srgbClr val="000000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lokavan</a:t>
            </a:r>
            <a:r>
              <a:rPr lang="en-SG" sz="2800">
                <a:solidFill>
                  <a:srgbClr val="000000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SG" sz="2800" err="1">
                <a:solidFill>
                  <a:srgbClr val="000000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kaattil</a:t>
            </a:r>
            <a:r>
              <a:rPr lang="en-SG" sz="2800">
                <a:solidFill>
                  <a:srgbClr val="000000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SG" sz="2800" err="1">
                <a:solidFill>
                  <a:srgbClr val="000000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koode</a:t>
            </a:r>
            <a:endParaRPr lang="en-SG" sz="2800">
              <a:solidFill>
                <a:srgbClr val="000000"/>
              </a:solidFill>
              <a:latin typeface="Segoe UI" panose="020B0502040204020203" pitchFamily="34" charset="0"/>
              <a:ea typeface="+mn-lt"/>
              <a:cs typeface="Segoe UI" panose="020B0502040204020203" pitchFamily="34" charset="0"/>
            </a:endParaRPr>
          </a:p>
          <a:p>
            <a:r>
              <a:rPr lang="en-SG" sz="280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balaheenan</a:t>
            </a:r>
            <a:r>
              <a:rPr lang="en-SG" sz="280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aaya</a:t>
            </a:r>
            <a:r>
              <a:rPr lang="en-SG" sz="280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enne</a:t>
            </a:r>
            <a:r>
              <a:rPr lang="en-SG" sz="280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nadaththi</a:t>
            </a:r>
            <a:r>
              <a:rPr lang="en-SG" sz="280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thaangenhame</a:t>
            </a:r>
            <a:r>
              <a:rPr lang="en-SG" sz="280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br>
              <a:rPr lang="en-SG" sz="280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</a:br>
            <a:r>
              <a:rPr lang="en-SG" sz="280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swarga appam, swarga appam </a:t>
            </a:r>
            <a:r>
              <a:rPr lang="en-SG" sz="280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enikku</a:t>
            </a:r>
            <a:r>
              <a:rPr lang="en-SG" sz="280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SG" sz="280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tharenhame</a:t>
            </a:r>
            <a:endParaRPr lang="en-US" sz="1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5715" y="2905287"/>
            <a:ext cx="8761332" cy="14388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SG" sz="2000" err="1">
                <a:latin typeface="ML-TTKarthika"/>
                <a:ea typeface="+mn-lt"/>
                <a:cs typeface="+mn-lt"/>
              </a:rPr>
              <a:t>നിത്യനായ</a:t>
            </a:r>
            <a:r>
              <a:rPr lang="en-SG" sz="2000">
                <a:latin typeface="ML-TTKarthika"/>
                <a:ea typeface="+mn-lt"/>
                <a:cs typeface="+mn-lt"/>
              </a:rPr>
              <a:t> </a:t>
            </a:r>
            <a:r>
              <a:rPr lang="en-SG" sz="2000" err="1">
                <a:latin typeface="ML-TTKarthika"/>
                <a:ea typeface="+mn-lt"/>
                <a:cs typeface="+mn-lt"/>
              </a:rPr>
              <a:t>യഹോവയെ</a:t>
            </a:r>
            <a:r>
              <a:rPr lang="en-SG" sz="2000">
                <a:latin typeface="ML-TTKarthika"/>
                <a:ea typeface="+mn-lt"/>
                <a:cs typeface="+mn-lt"/>
              </a:rPr>
              <a:t> </a:t>
            </a:r>
            <a:r>
              <a:rPr lang="en-SG" sz="2000" err="1">
                <a:latin typeface="ML-TTKarthika"/>
                <a:ea typeface="+mn-lt"/>
                <a:cs typeface="+mn-lt"/>
              </a:rPr>
              <a:t>ലോക</a:t>
            </a:r>
            <a:r>
              <a:rPr lang="en-SG" sz="2000">
                <a:latin typeface="ML-TTKarthika"/>
                <a:ea typeface="+mn-lt"/>
                <a:cs typeface="+mn-lt"/>
              </a:rPr>
              <a:t> വൻ </a:t>
            </a:r>
            <a:r>
              <a:rPr lang="en-SG" sz="2000" err="1">
                <a:latin typeface="ML-TTKarthika"/>
                <a:ea typeface="+mn-lt"/>
                <a:cs typeface="+mn-lt"/>
              </a:rPr>
              <a:t>കാട്ടി</a:t>
            </a:r>
            <a:r>
              <a:rPr lang="en-SG" sz="2000">
                <a:latin typeface="ML-TTKarthika"/>
                <a:ea typeface="+mn-lt"/>
                <a:cs typeface="+mn-lt"/>
              </a:rPr>
              <a:t>ൽ </a:t>
            </a:r>
            <a:r>
              <a:rPr lang="en-SG" sz="2000" err="1">
                <a:latin typeface="ML-TTKarthika"/>
                <a:ea typeface="+mn-lt"/>
                <a:cs typeface="+mn-lt"/>
              </a:rPr>
              <a:t>കൂടെ</a:t>
            </a:r>
            <a:r>
              <a:rPr lang="en-SG" sz="2000">
                <a:latin typeface="ML-TTKarthika"/>
                <a:ea typeface="+mn-lt"/>
                <a:cs typeface="+mn-lt"/>
              </a:rPr>
              <a:t>,</a:t>
            </a:r>
            <a:br>
              <a:rPr lang="en-SG" sz="2000">
                <a:latin typeface="ML-TTKarthika" panose="04000000000000000000" pitchFamily="82" charset="0"/>
                <a:ea typeface="+mn-lt"/>
                <a:cs typeface="+mn-lt"/>
              </a:rPr>
            </a:br>
            <a:r>
              <a:rPr lang="en-SG" sz="2000">
                <a:latin typeface="ML-TTKarthika"/>
                <a:ea typeface="+mn-lt"/>
                <a:cs typeface="+mn-lt"/>
              </a:rPr>
              <a:t>ബലഹീനനായ </a:t>
            </a:r>
            <a:r>
              <a:rPr lang="en-SG" sz="2000" err="1">
                <a:latin typeface="ML-TTKarthika"/>
                <a:ea typeface="+mn-lt"/>
                <a:cs typeface="+mn-lt"/>
              </a:rPr>
              <a:t>എന്നെ</a:t>
            </a:r>
            <a:r>
              <a:rPr lang="en-SG" sz="2000">
                <a:latin typeface="ML-TTKarthika"/>
                <a:ea typeface="+mn-lt"/>
                <a:cs typeface="+mn-lt"/>
              </a:rPr>
              <a:t> </a:t>
            </a:r>
            <a:r>
              <a:rPr lang="en-SG" sz="2000" err="1">
                <a:latin typeface="ML-TTKarthika"/>
                <a:ea typeface="+mn-lt"/>
                <a:cs typeface="+mn-lt"/>
              </a:rPr>
              <a:t>നടത്തി</a:t>
            </a:r>
            <a:r>
              <a:rPr lang="en-SG" sz="2000">
                <a:latin typeface="ML-TTKarthika"/>
                <a:ea typeface="+mn-lt"/>
                <a:cs typeface="+mn-lt"/>
              </a:rPr>
              <a:t> </a:t>
            </a:r>
            <a:r>
              <a:rPr lang="en-SG" sz="2000" err="1">
                <a:latin typeface="ML-TTKarthika"/>
                <a:ea typeface="+mn-lt"/>
                <a:cs typeface="+mn-lt"/>
              </a:rPr>
              <a:t>താങ്ങേണമേ</a:t>
            </a:r>
            <a:br>
              <a:rPr lang="en-SG" sz="2000">
                <a:latin typeface="ML-TTKarthika" panose="04000000000000000000" pitchFamily="82" charset="0"/>
                <a:ea typeface="+mn-lt"/>
                <a:cs typeface="+mn-lt"/>
              </a:rPr>
            </a:br>
            <a:r>
              <a:rPr lang="en-SG" sz="2000" err="1">
                <a:latin typeface="ML-TTKarthika"/>
                <a:ea typeface="+mn-lt"/>
                <a:cs typeface="+mn-lt"/>
              </a:rPr>
              <a:t>സ്വർഗ്ഗ</a:t>
            </a:r>
            <a:r>
              <a:rPr lang="en-SG" sz="2000">
                <a:latin typeface="ML-TTKarthika"/>
                <a:ea typeface="+mn-lt"/>
                <a:cs typeface="+mn-lt"/>
              </a:rPr>
              <a:t> </a:t>
            </a:r>
            <a:r>
              <a:rPr lang="en-SG" sz="2000" err="1">
                <a:latin typeface="ML-TTKarthika"/>
                <a:ea typeface="+mn-lt"/>
                <a:cs typeface="+mn-lt"/>
              </a:rPr>
              <a:t>അപ്പം</a:t>
            </a:r>
            <a:r>
              <a:rPr lang="en-SG" sz="2000">
                <a:latin typeface="ML-TTKarthika"/>
                <a:ea typeface="+mn-lt"/>
                <a:cs typeface="+mn-lt"/>
              </a:rPr>
              <a:t> </a:t>
            </a:r>
            <a:r>
              <a:rPr lang="en-SG" sz="2000" err="1">
                <a:latin typeface="ML-TTKarthika"/>
                <a:ea typeface="+mn-lt"/>
                <a:cs typeface="+mn-lt"/>
              </a:rPr>
              <a:t>സ്വർഗ്ഗ</a:t>
            </a:r>
            <a:r>
              <a:rPr lang="en-SG" sz="2000">
                <a:latin typeface="ML-TTKarthika"/>
                <a:ea typeface="+mn-lt"/>
                <a:cs typeface="+mn-lt"/>
              </a:rPr>
              <a:t> </a:t>
            </a:r>
            <a:r>
              <a:rPr lang="en-SG" sz="2000" err="1">
                <a:latin typeface="ML-TTKarthika"/>
                <a:ea typeface="+mn-lt"/>
                <a:cs typeface="+mn-lt"/>
              </a:rPr>
              <a:t>അപ്പം</a:t>
            </a:r>
            <a:r>
              <a:rPr lang="en-SG" sz="2000">
                <a:latin typeface="ML-TTKarthika"/>
                <a:ea typeface="+mn-lt"/>
                <a:cs typeface="+mn-lt"/>
              </a:rPr>
              <a:t> </a:t>
            </a:r>
            <a:r>
              <a:rPr lang="en-SG" sz="2000" err="1">
                <a:latin typeface="ML-TTKarthika"/>
                <a:ea typeface="+mn-lt"/>
                <a:cs typeface="+mn-lt"/>
              </a:rPr>
              <a:t>എനിക്കു</a:t>
            </a:r>
            <a:r>
              <a:rPr lang="en-SG" sz="2000">
                <a:latin typeface="ML-TTKarthika"/>
                <a:ea typeface="+mn-lt"/>
                <a:cs typeface="+mn-lt"/>
              </a:rPr>
              <a:t> </a:t>
            </a:r>
            <a:r>
              <a:rPr lang="en-SG" sz="2000" err="1">
                <a:latin typeface="ML-TTKarthika"/>
                <a:ea typeface="+mn-lt"/>
                <a:cs typeface="+mn-lt"/>
              </a:rPr>
              <a:t>തരേണമേ</a:t>
            </a:r>
            <a:endParaRPr lang="en-US" sz="2000">
              <a:latin typeface="ML-TTKarthika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74</Slides>
  <Notes>18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1_Office Theme</vt:lpstr>
      <vt:lpstr>6_Office Theme</vt:lpstr>
      <vt:lpstr>Office 2013 - 2022 Theme</vt:lpstr>
      <vt:lpstr>PowerPoint Presentation</vt:lpstr>
      <vt:lpstr>PowerPoint Presentation</vt:lpstr>
      <vt:lpstr>Opening Song – Hymn 40</vt:lpstr>
      <vt:lpstr>Opening Song – Hymn 40</vt:lpstr>
      <vt:lpstr>Opening Song – Hymn 40</vt:lpstr>
      <vt:lpstr>PowerPoint Presentation</vt:lpstr>
      <vt:lpstr>Hymn No 110</vt:lpstr>
      <vt:lpstr>Hymn No 110</vt:lpstr>
      <vt:lpstr>PowerPoint Presentation</vt:lpstr>
      <vt:lpstr>Offertory Hymn- Ellam ellam daanamalle</vt:lpstr>
      <vt:lpstr>Offertory Hymn- Ellam ellaam daanamalle</vt:lpstr>
      <vt:lpstr>Offertory Hymn- Ellam ellaam daanamalle</vt:lpstr>
      <vt:lpstr>Offertory Hymn- Ellam ellam daanamalle</vt:lpstr>
      <vt:lpstr>Offertory Hymn- Ellam ellaam daanamalle</vt:lpstr>
      <vt:lpstr>Offertory Hymn- Ellam ellam daanamalle</vt:lpstr>
      <vt:lpstr>Offertory</vt:lpstr>
      <vt:lpstr>Offertory Hymn- Ellam ellam daanamalle</vt:lpstr>
      <vt:lpstr>Offertory Hymn- Ellam ellaam daanamalle</vt:lpstr>
      <vt:lpstr>PowerPoint Presentation</vt:lpstr>
      <vt:lpstr>PowerPoint Presentation</vt:lpstr>
      <vt:lpstr>Confession – Hymn No 218</vt:lpstr>
      <vt:lpstr>PowerPoint Presentation</vt:lpstr>
      <vt:lpstr>PowerPoint Presentation</vt:lpstr>
      <vt:lpstr>Communion: Hymn No. 313</vt:lpstr>
      <vt:lpstr>Communion: Hymn No. 313</vt:lpstr>
      <vt:lpstr>Communion: Hymn No. 313</vt:lpstr>
      <vt:lpstr>Communion: Hymn No. 313</vt:lpstr>
      <vt:lpstr>Communion: Hymn No. 313</vt:lpstr>
      <vt:lpstr>Communion: Hymn No. 313</vt:lpstr>
      <vt:lpstr>Communion: Hymn No. 313</vt:lpstr>
      <vt:lpstr>PowerPoint Presentation</vt:lpstr>
      <vt:lpstr>Holy Communion Hymn – 194</vt:lpstr>
      <vt:lpstr>Holy Communion Hymn – 194</vt:lpstr>
      <vt:lpstr>Holy Communion Hymn – 194</vt:lpstr>
      <vt:lpstr>Holy Communion Hymn – 194</vt:lpstr>
      <vt:lpstr>Holy Communion Hymn – 194</vt:lpstr>
      <vt:lpstr>Holy Communion Hymn – 194</vt:lpstr>
      <vt:lpstr>Holy Communion Hymn – 194</vt:lpstr>
      <vt:lpstr>Holy Communion Hymn – 194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Holy Communion – Hymn No. 416</vt:lpstr>
      <vt:lpstr>Communion: Hymn No. 416</vt:lpstr>
      <vt:lpstr>Communion: Hymn No. 416</vt:lpstr>
      <vt:lpstr>Communion: Hymn No. 416</vt:lpstr>
      <vt:lpstr>Communion: Hymn No. 416</vt:lpstr>
      <vt:lpstr>Communion: Hymn No. 416</vt:lpstr>
      <vt:lpstr>Communion: Hymn No. 416</vt:lpstr>
      <vt:lpstr>Communion: Hymn No. 416</vt:lpstr>
      <vt:lpstr>Communion: Hymn No. 416</vt:lpstr>
      <vt:lpstr>Communion: Hymn No. 416</vt:lpstr>
      <vt:lpstr>Communion: Hymn No. 416</vt:lpstr>
      <vt:lpstr>Communion: Hymn No. 416</vt:lpstr>
      <vt:lpstr>Communion: Hymn No. 416</vt:lpstr>
      <vt:lpstr>Holy Communion – Hymn No. 225</vt:lpstr>
      <vt:lpstr>Communion: Hymn No. 225</vt:lpstr>
      <vt:lpstr>Communion: Hymn No. 225</vt:lpstr>
      <vt:lpstr>Communion: Hymn No. 225</vt:lpstr>
      <vt:lpstr>Communion: Hymn No. 225</vt:lpstr>
      <vt:lpstr>Communion: Hymn No. 225</vt:lpstr>
      <vt:lpstr>Communion: Hymn No. 225</vt:lpstr>
      <vt:lpstr>Holy Communion Hymn No. 242</vt:lpstr>
      <vt:lpstr>Communion: Hymn No. 242</vt:lpstr>
      <vt:lpstr>Communion: Hymn No. 242</vt:lpstr>
      <vt:lpstr>Communion: Hymn No. 242</vt:lpstr>
      <vt:lpstr>Communion: Hymn No. 242</vt:lpstr>
      <vt:lpstr>Communion: Hymn No. 242</vt:lpstr>
      <vt:lpstr>Communion: Hymn No. 242</vt:lpstr>
      <vt:lpstr>Communion: Hymn No. 242</vt:lpstr>
      <vt:lpstr>PowerPoint Presentation</vt:lpstr>
      <vt:lpstr>Closing Hymn – 427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revision>3</cp:revision>
  <cp:lastPrinted>2025-07-05T14:18:11Z</cp:lastPrinted>
  <dcterms:created xsi:type="dcterms:W3CDTF">2020-09-02T02:55:07Z</dcterms:created>
  <dcterms:modified xsi:type="dcterms:W3CDTF">2026-01-31T03:46:11Z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Theme:8\2_Office Theme:8\3_Office Theme:8</vt:lpwstr>
  </property>
  <property fmtid="{D5CDD505-2E9C-101B-9397-08002B2CF9AE}" pid="18" name="ClassificationContentMarkingFooterText">
    <vt:lpwstr>Internal</vt:lpwstr>
  </property>
</Properties>
</file>